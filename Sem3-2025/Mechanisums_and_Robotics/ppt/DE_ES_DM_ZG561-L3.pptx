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 ContentType="image/tiff"/>
  <Default Extension="tiff" ContentType="image/tif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theme/themeOverride2.xml" ContentType="application/vnd.openxmlformats-officedocument.themeOverride+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2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ink/ink1.xml" ContentType="application/inkml+xml"/>
  <Override PartName="/ppt/theme/themeOverride1.xml" ContentType="application/vnd.openxmlformats-officedocument.themeOverride+xml"/>
  <Override PartName="/ppt/ink/ink2.xml" ContentType="application/inkml+xml"/>
  <Override PartName="/ppt/ink/ink3.xml" ContentType="application/inkml+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4"/>
  </p:notesMasterIdLst>
  <p:sldIdLst>
    <p:sldId id="344" r:id="rId2"/>
    <p:sldId id="257" r:id="rId3"/>
    <p:sldId id="417" r:id="rId4"/>
    <p:sldId id="418" r:id="rId5"/>
    <p:sldId id="419" r:id="rId6"/>
    <p:sldId id="392" r:id="rId7"/>
    <p:sldId id="420" r:id="rId8"/>
    <p:sldId id="401" r:id="rId9"/>
    <p:sldId id="402" r:id="rId10"/>
    <p:sldId id="393" r:id="rId11"/>
    <p:sldId id="394" r:id="rId12"/>
    <p:sldId id="395" r:id="rId13"/>
    <p:sldId id="396" r:id="rId14"/>
    <p:sldId id="397" r:id="rId15"/>
    <p:sldId id="398" r:id="rId16"/>
    <p:sldId id="399" r:id="rId17"/>
    <p:sldId id="400" r:id="rId18"/>
    <p:sldId id="371" r:id="rId19"/>
    <p:sldId id="378" r:id="rId20"/>
    <p:sldId id="373" r:id="rId21"/>
    <p:sldId id="374" r:id="rId22"/>
    <p:sldId id="375" r:id="rId23"/>
    <p:sldId id="376" r:id="rId24"/>
    <p:sldId id="377" r:id="rId25"/>
    <p:sldId id="372" r:id="rId26"/>
    <p:sldId id="421" r:id="rId27"/>
    <p:sldId id="422" r:id="rId28"/>
    <p:sldId id="345" r:id="rId29"/>
    <p:sldId id="365" r:id="rId30"/>
    <p:sldId id="379" r:id="rId31"/>
    <p:sldId id="415" r:id="rId32"/>
    <p:sldId id="416" r:id="rId33"/>
    <p:sldId id="366" r:id="rId34"/>
    <p:sldId id="380" r:id="rId35"/>
    <p:sldId id="386" r:id="rId36"/>
    <p:sldId id="387" r:id="rId37"/>
    <p:sldId id="403" r:id="rId38"/>
    <p:sldId id="404" r:id="rId39"/>
    <p:sldId id="405" r:id="rId40"/>
    <p:sldId id="406" r:id="rId41"/>
    <p:sldId id="407" r:id="rId42"/>
    <p:sldId id="283" r:id="rId4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521415D9-36F7-43E2-AB2F-B90AF26B5E84}">
      <p14:sectionLst xmlns:p14="http://schemas.microsoft.com/office/powerpoint/2010/main">
        <p14:section name="Default Section" id="{20078CDF-2FEA-4058-856D-6598BF1CC413}">
          <p14:sldIdLst>
            <p14:sldId id="344"/>
            <p14:sldId id="257"/>
            <p14:sldId id="417"/>
            <p14:sldId id="418"/>
            <p14:sldId id="419"/>
            <p14:sldId id="392"/>
            <p14:sldId id="420"/>
            <p14:sldId id="401"/>
            <p14:sldId id="402"/>
            <p14:sldId id="393"/>
            <p14:sldId id="394"/>
            <p14:sldId id="395"/>
            <p14:sldId id="396"/>
            <p14:sldId id="397"/>
            <p14:sldId id="398"/>
            <p14:sldId id="399"/>
            <p14:sldId id="400"/>
            <p14:sldId id="371"/>
            <p14:sldId id="378"/>
            <p14:sldId id="373"/>
            <p14:sldId id="374"/>
            <p14:sldId id="375"/>
            <p14:sldId id="376"/>
            <p14:sldId id="377"/>
            <p14:sldId id="372"/>
            <p14:sldId id="421"/>
            <p14:sldId id="422"/>
            <p14:sldId id="345"/>
            <p14:sldId id="365"/>
            <p14:sldId id="379"/>
            <p14:sldId id="415"/>
            <p14:sldId id="416"/>
            <p14:sldId id="366"/>
            <p14:sldId id="380"/>
            <p14:sldId id="386"/>
            <p14:sldId id="387"/>
            <p14:sldId id="403"/>
            <p14:sldId id="404"/>
            <p14:sldId id="405"/>
            <p14:sldId id="406"/>
            <p14:sldId id="407"/>
          </p14:sldIdLst>
        </p14:section>
        <p14:section name="Untitled Section" id="{F54E667D-FD10-44B9-94B5-B76204E64461}">
          <p14:sldIdLst>
            <p14:sldId id="28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62" autoAdjust="0"/>
    <p:restoredTop sz="94660"/>
  </p:normalViewPr>
  <p:slideViewPr>
    <p:cSldViewPr>
      <p:cViewPr varScale="1">
        <p:scale>
          <a:sx n="77" d="100"/>
          <a:sy n="77" d="100"/>
        </p:scale>
        <p:origin x="51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2-08-06T07:09:46.485"/>
    </inkml:context>
    <inkml:brush xml:id="br0">
      <inkml:brushProperty name="width" value="0.05292" units="cm"/>
      <inkml:brushProperty name="height" value="0.05292" units="cm"/>
      <inkml:brushProperty name="color" value="#FF0000"/>
    </inkml:brush>
  </inkml:definitions>
  <inkml:trace contextRef="#ctx0" brushRef="#br0">7102 13892 350 0,'0'0'0'0,"0"0"-1"16,0 0 0-16,0 0 0 15,0 0 0-15,0 0-1 16,0 0-3-16,0 0-10 0,0 0-32 15,0 0-19-15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3-07-29T09:57:10.522"/>
    </inkml:context>
    <inkml:brush xml:id="br0">
      <inkml:brushProperty name="width" value="0.05292" units="cm"/>
      <inkml:brushProperty name="height" value="0.05292" units="cm"/>
      <inkml:brushProperty name="color" value="#00B0F0"/>
    </inkml:brush>
  </inkml:definitions>
  <inkml:trace contextRef="#ctx0" brushRef="#br0">19107 7107 475 0,'0'0'-1'0,"0"0"0"15,0 0-1-15,19-12-6 16,-6 2-22-16,8 0-50 16,9-2-1-16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2:23:14.174"/>
    </inkml:context>
    <inkml:brush xml:id="br0">
      <inkml:brushProperty name="width" value="0.05292" units="cm"/>
      <inkml:brushProperty name="height" value="0.05292" units="cm"/>
      <inkml:brushProperty name="color" value="#FF0000"/>
    </inkml:brush>
  </inkml:definitions>
  <inkml:trace contextRef="#ctx0" brushRef="#br0">960 3227 246 0,'0'0'7'0,"0"0"2"16,0 0 0-16,0 0 0 0,0 0 0 16,0-7 1-16,0 7 0 0,8-5 0 15,2 5-4-15,2 0-3 16,3 0-1-16,7 4 2 15,5-3-1-15,9-1 0 0,1 3 1 16,10-3-1-16,5 0 0 16,8 0 0-16,4 0 0 15,6-3-1-15,7-2 0 16,2 3 1-16,6-1-1 0,2-2 1 16,5-2-1-16,2 0 0 15,3 1 0-15,10-3-1 16,-3 2 1-16,5-1-1 15,6 0 0-15,-3 1 0 0,3 2 0 16,5 0 1-16,2 2-1 16,-2-2 0-16,10 3 0 15,-6-1 0-15,2-1 0 16,6 1-1-16,2 1 1 0,-4-1 0 16,1 3 0-16,3 0-1 15,0 0 1-15,0 0-1 16,0 0 1-16,1 5 0 15,-3-2 0-15,1-3 0 0,2 2 0 16,1 0 0-16,-2-2 0 16,3 0 0-16,-3 3 0 15,3-1 0-15,-3-2 0 16,0 0 0-16,-3 3 0 0,0-1-1 16,2-2 1-16,-4 0 0 15,-4 0 0-15,1 0 0 16,2 3-1-16,-4-1 1 0,-2 4-1 15,2-2 1-15,-2 4-1 16,0-3 0-16,-2 0 1 16,0 0-1-16,2-3 0 15,-3 2 1-15,3 3-1 16,-8-6 1-16,3 2-1 16,-3 3 0-16,0-2 1 0,-1 0-1 15,-2 1 0-15,-4 3 0 16,0-3 1-16,2 2-1 15,-5 1 0-15,1-1 0 0,2 3 0 16,-6-2 0-16,2-4 0 16,-2 3 0-16,-4 1 0 15,2-2 0-15,1-2 1 16,-3 2-1-16,-2-2 0 0,-1-1 0 16,0 2 0-16,1-3 1 15,-1 3-1-15,0-2 0 16,-4-3 0-16,2 4 0 15,-3-4 1-15,-1 6-1 0,1-6 0 16,-5 2 0-16,1-2-1 16,-1 0 1-16,-5 0 0 15,4 0 0-15,-4 0 0 16,0-5-1-16,1 0 1 16,-1-2 0-16,1-1 0 0,-6 0 0 15,1 0 0-15,0-3 0 16,-3 1-1-16,0 0 0 15,-5-2 0-15,2-1-1 16,2 4 0-16,-7-4 0 0,1 1 0 16,-6-2 0-16,3-1 0 15,-4-1 1-15,-5-1 0 16,0 2 0-16,-5-5 1 0,-2 2 0 16,-9-3 0-16,11 1 0 15,-6-2 0-15,-2 2 0 16,0-3 1-16,-8 1 1 15,5-6 0-15,-9 3-1 0,1-1 1 16,-3-1 0-16,-4-1 0 16,-3-4 0-16,-1 2-2 15,-3-2 0-15,-2 5 1 16,-1-10-1-16,-5 5 1 16,0-3-1-16,-3 0 0 15,-2 3 1-15,-2-3-1 0,0 4 0 16,-2-2 0-16,-7 3 0 15,0 3 0-15,-1-2-2 0,-5-2-2 16,-2 4 1-16,-3-2 0 16,-8-1 0-16,1-1 1 15,-3 5 0-15,-5-2-1 16,-2 1 3-16,2 0 0 0,-7 0 1 16,-3-8 0-16,-2 3-1 15,-5 0 0-15,-3 2 1 16,-2-2-1-16,-8 2 0 15,-1 4 0-15,-7-2 1 0,-1 6-1 16,-9-1 0-16,-3 3 1 16,-1 1-1-16,-7 1 0 15,44 8-2-15,-8-2 0 16,-1 4 0-16,-11-5 0 16,1 5 0-16,-11 0 0 15,-1-2 0-15,-15-3 0 0,2 2 2 16,-10 3 1-16,-6-5-1 15,-6 3 0-15,-3 0 0 16,-10-1 1-16,-6 0-1 0,-6-2 0 16,-2 4 1-16,-3-4-1 15,3 3 0-15,-9 0 0 16,3-2 0-16,0 3 0 16,-5-2 1-16,2 1-1 0,-2 3 0 15,0-3 0-15,0 0 0 16,0 3 0-16,0 1 1 15,-3-1-1-15,3 0 0 16,3 2 0-16,-6-1 1 0,5 2-1 16,1-4 0-16,-1 6-1 15,3 0 1-15,0-4-1 16,3 3 1-16,-3 2-1 16,4 1 1-16,2-3-1 15,-4 3 1-15,2 0-1 0,4 0 1 16,-1 0 0-16,3 0 0 15,-2 0 0-15,1 0 0 0,2 0 0 16,0 0-1-16,2 3 1 16,5-3 0-16,-7 0 0 15,5 1-2-15,-2 2 2 16,1-3 0-16,3 3 0 16,2 0 2-16,-1-3-1 15,5 2 0-15,1 0 0 0,2 3 0 16,1-2 0-16,5-1 0 15,-1 3 0-15,0-2 0 16,2-1-1-16,6 3 0 0,1-2 0 16,2 2 0-16,1-3 0 15,6 3 0-15,0-2 1 16,7 2-1-16,-2-3 0 16,4 3 0-16,3-3 1 0,3 1 0 15,0-3 0-15,6 2 0 16,-1 1 0-16,-1-3 0 15,6 0 0-15,4 0 0 16,1 0-1-16,1 0 0 16,4 0 0-16,2 0 0 0,0 0 1 15,2 2-2-15,1 1 1 16,1 0-1-16,1-2 1 16,3 5-1-16,2 1 0 0,2 0 1 15,-2 3-2-15,7 0 1 16,-2 5 1-16,2-2 0 15,17-6 2-15,-55 25 0 16,8 3-1-16,10 0 1 16,10-1 0-16,8 4 0 0,5-4-1 15,7 1 0-15,18-3-3 16,-3 4 1-16,2-3 0 16,1 4-1-16,7 3 2 0,0 0-1 15,0-1 0-15,3 5 0 16,-3-1 3-16,2 8 1 31,1 2-1-31,2 2 1 16,-1-3 0-16,6 5 0 0,0 1 1 15,11 3 0-15,-1 1-2 16,8-8-1-16,1-2 1 16,1 0-1-16,5 3 0 0,0-5 0 15,-1-1 0-15,-1-3 0 16,-1 2-2-16,-2-3-6 15,-10-3-16-15,0 0-50 16,-1-2-3-16</inkml:trace>
  <inkml:trace contextRef="#ctx0" brushRef="#br0" timeOffset="7619.62">9331 5822 220 0,'0'0'9'0,"0"0"4"16,0 0 2-16,0 0 5 15,7 9 3-15,-7-9 4 0,11 0 1 16,-1 0 4-16,-3-9-8 16,8-9-2-16,4-4-2 15,9-6-2-15,4-9-4 16,6-7-3-16,6-6-2 0,4-5-3 16,4-6-6-16,0 1 0 15,8-2 0-15,-8 3 0 16,2 2 0-16,-1 5 0 0,-11 7 0 15,-4 3 0-15,-6 13 0 16,-8 4 0-16,-6 8 0 16,-9 6 0-16,-9 11 0 15,11-12 0-15,-11 12 0 0,0 0 0 16,-2 10 0-16,2-10 0 16,-13 20-4-16,1-8-19 15,4 5-29-15,-5 8-35 16,-1-5-1-16</inkml:trace>
  <inkml:trace contextRef="#ctx0" brushRef="#br0" timeOffset="8035.94">9554 5742 279 0,'0'0'8'0,"0"0"5"16,0 0 2-16,0 0 5 0,0 0 2 16,9-7 4-16,0-3 0 15,3-4 1-15,6-5-7 16,5-6-3-16,4-7-3 15,8-2-4-15,1-11-2 16,7 3-2-16,5-5-6 0,1-3 0 16,1 0 0-16,0 4 0 15,-4 6 0-15,-3 1 0 16,-8 6 0-16,-5 9 0 16,-11 0 0-16,-1 11 0 0,-9 3 0 15,-9 10 0-15,8-10 0 16,-8 10 0-16,0 0 0 15,0 0 0-15,-3 10 0 16,-2 0 0-16,-2 2 0 0,-2 3 0 16,-4-4-24-16,1 6-30 15,-1 2-34-15,-7 1-1 16</inkml:trace>
  <inkml:trace contextRef="#ctx0" brushRef="#br0" timeOffset="8717.23">9373 5341 345 0,'0'0'7'0,"0"0"1"0,0 0 4 15,0-10 0-15,0 10 0 16,0 0 0-16,0 0 1 0,11 0-1 15,-9 7-5-15,0 14-2 16,3 4-1-16,-5 6-1 16,3 7 0-16,-1 3 0 0,-2 6 0 15,0 0 0-15,-2-7 1 16,-6-1-2-16,1-1 0 16,-1-8 0-16,3-6-1 0,-2-4 0 15,2-5 0-15,3-3 0 16,2-12 0-16,-3 13 1 15,3-13 1-15,8 0 0 16,1 0 0-16,7-8 1 0,4-1 1 16,9-7 0-16,3 2 0 15,6-4-3-15,4-1-2 16,0-1 0-16,5 0 0 16,-2 3 0-16,-2 2 0 15,-9 2 0-15,3 1 0 0,-12 2 0 16,-2 3 0-16,-9 3 0 15,-4 3 0-15,-10 1 0 16,13 0 0-16,-13 0 0 0,0 0 0 16,0 0 0-16,0 0 0 15,0 0 0-15,0 0 0 16,0 0 0-16,0 0 0 16,0 0 0-16,-5 7 0 0,5-7 0 15,-8 12-15-15,21-5-71 16,-13-7-3-16</inkml:trace>
  <inkml:trace contextRef="#ctx0" brushRef="#br0" timeOffset="13534.38">9773 6811 180 0,'0'0'8'0,"0"0"2"15,0 0 5-15,0 0 2 16,0 0 3-16,0 0 0 16,0 0 2-16,0 0 2 15,0 0-5-15,0 0-4 0,0 0-3 16,-10-4 0-16,10 4-2 15,-4-10-2-15,4 10-1 16,-3-15-1-16,3 5-1 16,-2 1 0-16,2-1 0 0,0-2 0 15,0-1 0-15,2-2 0 16,1 2 0-16,1-3 0 16,4 0-1-16,0 2 1 0,-3-6-1 15,4 5-1-15,-4 0 0 16,3-3 0-16,2 1-1 15,2 2-1-15,1 1 0 16,1-1 0-16,7 0-1 16,-2 2 0-16,6 1 0 0,0-3 0 15,7 1 0-15,-2-1 0 16,7-3 0-16,0 1 0 16,4 0 1-16,-2-3-1 15,3-1 0-15,-2 2 0 0,2-1 0 16,-5-3 0-16,4 2 0 15,-7-2 0-15,1 1 0 16,2-3 1-16,-2 1 0 16,-3-1 0-16,3 0 1 0,-1 2 2 15,0-3 0-15,-5 1 1 16,-2 2 0-16,-2 2-1 16,-5 3 1-16,-3 3-1 0,1 2-2 15,-11 3-2-15,-7 10 0 16,13-12 0-16,-13 12 0 15,0 0 0-15,0 0 0 16,0 0 0-16,0 0 0 16,0 0-6-16,0 0-16 0,0 18-60 15,0-1-4-15</inkml:trace>
  <inkml:trace contextRef="#ctx0" brushRef="#br0" timeOffset="14701.91">10695 8794 146 0,'0'0'3'0,"0"0"2"16,-10 0 0-16,10 0 6 16,0 0 1-16,0 0 3 15,-7 7 1-15,7-7 1 0,0 12-2 16,0-12 0-16,5 16 0 16,-3-7-2-16,3 4 0 0,0-3-2 15,3 0 1-15,-1 1-1 16,3-2 2-16,1-1-1 15,5-1 1-15,-4-3 0 16,11 4-1-16,-5-6-1 16,7 2-1-16,-3-3-1 0,5 2-1 15,3-3-1-15,2 0 0 16,5-3-1-16,4-2-1 16,3-5 0-16,1-1 0 0,4-6-1 15,4 1 0-15,2-9 0 16,2-3-2-16,-1 2 0 15,4-7 0-15,-5 4 0 16,7-8-1-16,-2-1 2 16,2 1 0-16,2-4-1 15,3-2 1-15,-1 1-1 0,1-1 0 16,2 4 2-16,-5 0-4 16,-2 4 0-16,-7 3 0 15,-2 7 0-15,-11 2 0 0,-8 9 0 16,-9 1 0-16,-5 6 0 15,-5-1 0-15,-15 8 0 16,12 0 0-16,-12 0 0 16,0 0 0-16,0 0 0 0,0 0 0 15,0 0 0-15,-5 0 0 16,5 0 0-16,0 0 0 16,-9 2 0-16,9-2-16 0,-8-17-57 15,8 17-14-15</inkml:trace>
  <inkml:trace contextRef="#ctx0" brushRef="#br0" timeOffset="15516.73">10827 5868 167 0,'0'0'5'0,"0"0"2"0,12-7 4 0,6 7 2 16,6-2 4-16,8 2 3 15,11-3 0-15,12 3 3 16,7 3-5-16,10 6-3 16,6 4 0-16,5 4-4 0,2 8-3 15,2 9-2-15,5 9-1 16,-2 9 0-16,-1 7-1 16,3 14 0-16,-2 0 0 15,-2 9-2-15,-3 7 2 16,2 0-1-16,-10 5-1 0,-2 4 0 15,-8-3 3-15,-8 5 1 16,-14-4 1-16,-7 1 0 16,-11 3 0-16,-10-9 0 0,-7 0 1 15,-10-4-3-15,0-4-1 16,-8-10-2-16,-4-1-1 16,-1-8 0-16,-1-9 0 15,-1-5 0-15,5-9 0 0,-2-6-1 16,4-5 1-16,0-5 0 15,1-6-4-15,5-1-7 16,-3-8-14-16,0-2-53 16,5-8-1-16</inkml:trace>
  <inkml:trace contextRef="#ctx0" brushRef="#br0" timeOffset="15683.74">12481 8046 442 0,'0'0'0'0,"0"0"0"0,0 0 0 0,0 0-2 15,0 0-14-15,0 0-37 0,0 0-23 16,0 0-4-16</inkml:trace>
  <inkml:trace contextRef="#ctx0" brushRef="#br0" timeOffset="15825.02">12557 8063 470 0,'0'0'1'16,"0"0"2"-16,0 0 0 15,0 0 0-15,0 0-1 0,0 0-7 16,0 0-28-16,0 0-46 16,0 0-1-16</inkml:trace>
  <inkml:trace contextRef="#ctx0" brushRef="#br0" timeOffset="17249.16">9630 7211 164 0,'0'0'7'0,"0"0"4"16,4 0 7-16,6 0 2 15,5-2 4-15,11-8 1 16,3-5 3-16,11-6 1 15,9-10-6-15,8-2-1 0,16-9-4 16,3-2-3-16,7-6-3 16,6-2-2-16,1 0-1 0,-1 3-1 15,-2-1-2-15,-3 7-2 16,-12 4 0-16,-2 4-1 16,-16 11-1-16,-6 2-1 15,-13 7 0-15,-8 5-2 16,-7 5-1-16,-10 2-4 0,-10 3-6 15,0 8-16-15,-12-1-39 16,-6 18-11-16</inkml:trace>
  <inkml:trace contextRef="#ctx0" brushRef="#br0" timeOffset="17584.15">10032 7572 283 0,'0'0'7'0,"17"-2"4"0,6-11 3 16,9-2 4-16,13-6 1 15,15-4 2-15,11-8 1 16,14-3-1-16,7-5-6 15,3 2-4-15,-6-1-3 0,3 7-2 16,-11 2-3-16,-6 4-1 16,-15 10-1-16,-8 2-2 15,-14 5 1-15,-12 10-1 0,-10 0-3 16,-12 7-6-16,-8 5-5 16,-12 8-22-16,2 5-41 15,-14 4-2-15</inkml:trace>
  <inkml:trace contextRef="#ctx0" brushRef="#br0" timeOffset="17900.08">10402 8219 264 0,'0'0'7'0,"0"0"5"0,0 0 5 0,10 0 1 16,3 0 3-16,6-8 1 15,6-2 4-15,12-5-2 16,9-6-6-16,11-9-4 0,7 0-4 16,8-7-4-16,6 2-1 15,-4-1-1-15,-3 3-3 16,-6 8 0-16,-10 4-3 15,-10 6-4-15,-15 2-5 0,-8 9-13 16,-22 4-56 0,-3 17 0-1</inkml:trace>
  <inkml:trace contextRef="#ctx0" brushRef="#br0" timeOffset="19366.63">12069 5249 177 0,'0'0'9'0,"0"0"6"0,0 0 4 16,0 0 3-16,0 0 4 16,0 0 2-16,0 0 1 15,0 0 0-15,0 0-6 16,0 0-4-16,0 0-6 0,0 0-3 16,0 0-4-16,-7 0-2 15,7 0-1-15,-18 5-2 16,6 2 0-16,-8 1-1 0,-3-1 0 15,-3 8 1-15,-10-3 0 16,2 6 1-16,-8 2 0 16,-3-1 0-16,-2 5 2 15,-3-3-1-15,-2 2 0 16,-7 2 0-16,-1 0 0 0,-5-1 0 16,-3 1-2-16,-3-1 1 15,-1 3-1-15,-3 1 0 16,1 1 0-16,-4-4-1 15,4 3 1-15,0-1 0 16,-3 0-1-16,1-2 1 0,2 0 0 16,3 2-1-16,1-5 1 15,-2 0-1-15,2 3 1 16,3 0-1-16,-2-3 0 0,5 3 0 16,-2 0-1-16,4 0 1 15,0-1-1-15,2-1 1 16,1-1-1-16,2 0 1 15,2-2-1-15,0 2 1 0,0-4 0 16,4 2 0-16,-2-1 0 16,1-2 0-16,-2 4 0 15,-1-5 0-15,3 2 0 0,-3-1 1 16,6 5-1-16,-6-4 0 16,2 1 0-16,1 2 0 15,-2-1 0-15,2 0 0 16,-1-1-1-16,2 1 1 15,0-2 0-15,1 1 0 0,4-4 0 16,0 2 0-16,2 1 0 16,5-3 0-16,-4-4 0 15,1 5 0-15,5-1 0 16,0-3 0-16,-1 1 0 0,3-1 0 16,0 0 0-16,3 1-1 15,0-3 1-15,0 2 0 16,2-4 0-16,5 1-1 0,0 1 1 15,3-4 0-15,4 1 0 16,4-2 0-16,-2-1 0 16,7-1 0-16,9-3 0 15,-13 3 0-15,13-3 0 0,0 0 0 16,0 0 0-16,0 0 0 16,0 0-1-16,0 0-3 15,0 0-4-15,0 0-5 16,0 0-9-16,0 0-19 15,-12 0-36-15,12 0-4 16</inkml:trace>
  <inkml:trace contextRef="#ctx0" brushRef="#br0" timeOffset="19867.7">8084 6515 317 0,'0'0'5'0,"0"0"1"0,0 0 2 0,0 0 2 0,0 0 1 0,8 4 0 0,-8-4 0 15,0 13 1-15,-8-1-3 16,-1 5-2-16,-2 6-3 16,-7 4 1-16,-4 5-1 0,0 6 2 15,-3-3 0-15,0 2 0 16,-3-2 0-16,7-4 0 15,-2-6-1-15,3-5-1 16,8-5-1-16,0-6-1 0,12-9 0 16,-11 14 0-16,11-14 0 15,0 0 1-15,16 4 0 16,1-4 1-16,3 0-1 0,7 0 2 16,3 0-1-16,5 0 0 15,4 0-1-15,-2 0 0 16,-1-2-1-16,-4 2 1 15,-2 0-1-15,-6 0 0 16,-6 0-2-16,-1 0 0 0,-9 0 0 16,-8 0 0-16,10 0 0 15,-10 0 0-15,0 0 0 16,0 0 0-16,0 0 0 16,0 0 0-16,0 0 0 0,0 0 0 15,0 0 0-15,0 0 0 16,0 0 0-16,-10 0 0 15,10 0 0-15,-13 19-54 16,13-19-34-16</inkml:trace>
  <inkml:trace contextRef="#ctx0" brushRef="#br0" timeOffset="20817.23">4273 6542 236 0,'0'0'7'16,"-14"-7"3"-16,0 1 3 16,-9-4 2-16,-2 6 4 0,-9-4 0 15,-6 1 1-15,-10 2 0 16,-1 5-4-16,-7 2-4 15,1 16-4-15,-3 7-2 0,-2 9-3 16,3 11-2-16,-1 9 0 16,-5 8 0-16,3 7 1 15,7 9 1-15,2 3 3 16,-2 9 0-16,14-1 0 0,7 2 0 16,12 6 0-16,14-3 0 15,10 0-2-15,18-5-1 16,15-7-2-16,13-10 1 15,19-9 0-15,7-12-1 16,10-16 1-16,7-13 0 0,10-18 0 16,4-8 0-16,1-18 0 15,1-16 0-15,-3-10 0 16,-5-13 0-16,-7-8 1 16,-7-7 0-16,-16-10 1 0,-11 1 0 15,-19-15 0-15,-16-1 1 16,-14-9-1-16,-13-1 1 15,-21-3-3-15,-15 3-2 16,-11 4 0-16,-9 8 0 0,-18 18 0 16,-6 16 0-16,-16 28 0 15,-17 24 0-15,-7 33 0 16,-10 29 0-16,10 41-21 0,7 17-64 16,25 4-4-16</inkml:trace>
  <inkml:trace contextRef="#ctx0" brushRef="#br0" timeOffset="27235.89">3311 9366 204 0,'0'0'8'0,"-8"-15"4"16,-4 6 4-16,-4-4 0 0,-8-2 1 15,-1 0 3-15,-7-2 0 16,-13-3 0-16,1 8-7 15,-9 5-4-15,-2 2-3 16,-3 5-2-16,-8 12 0 16,-6 6-3-16,-4 11-1 0,-2 3 1 15,-4 13-1-15,1 2 1 16,3 6-1-16,6 8 1 16,3 3 0-16,7 5-1 15,9 3 0-15,6 7 0 0,7 3-1 16,8 3-1-16,7 5 1 15,11-3 0-15,9 6 0 16,5-2-1-16,12 0 1 0,13-4 1 16,10 0 0-16,9-7 1 15,13-6-1-15,5-8 3 16,8-4-1-16,9-9 1 16,13-11 0-16,0-7 0 0,5-6 1 15,2-14-1-15,1-2-1 16,0-13 1-16,4-3-1 15,-2-14 0-15,-5-8-1 16,2-5 1-16,-5-9-1 0,1-6 1 16,1-5 0-16,-11-4 1 15,0-6 0-15,-11-2 3 16,-5-2-1-16,-10-6 1 16,-5 1 1-16,-15-10 0 15,-12-1 1-15,-6-5-1 0,-14-5 0 16,-7-7-1-16,-19-7 1 15,-9-3-1-15,-12-1 0 16,-9 2 0-16,-9-1-1 0,-11 9 1 16,-4 12 0-16,-6 9-6 15,-5 18 0-15,-8 15 0 16,-7 16 0-16,-9 16 0 16,-5 12 0-16,-4 15 0 0,-10 18 0 15,-1 13 0-15,-1 13-8 16,5 18-7-16,0-2-23 15,18 13-47-15,11 2-2 16</inkml:trace>
  <inkml:trace contextRef="#ctx0" brushRef="#br0" timeOffset="29222.03">6452 5199 167 0,'0'0'10'0,"0"0"3"0,12 4 8 16,6-3 2-16,8 4 2 16,12-3 2-16,9 4-1 15,13-1 2-15,9-3-9 0,8 1-2 16,8 2-5-16,7-5-4 16,2 2-3-16,1-2 0 15,9 0-1-15,3 0-1 16,0-5-1-16,0 0 1 15,-3-2-1-15,0-1-1 0,-7 2 1 16,-10 0-1-16,-5 1 0 16,-13-1 0-16,-16 5-1 0,-9-2 1 15,-12 3 0-15,-9 0 1 16,-8 0-3-16,-15 0-1 16,0 0-5-16,-15 0-5 15,-10 0-11-15,-7 3-22 16,-8-3-31-16,-4 4-6 15</inkml:trace>
  <inkml:trace contextRef="#ctx0" brushRef="#br0" timeOffset="29600.8">6660 5407 256 0,'0'0'4'0,"32"0"4"0,4 0 5 16,15 0 2-16,14 0 4 15,17-4 0-15,10-1 1 16,12-3 3-16,6 2-4 15,-4-5-2-15,4 1-5 16,-9 3-3-16,-4-3-3 0,-5 5 0 16,-2 0-1-16,-13 0-2 15,-5 0 0-15,-17 2-1 16,-9 1 0-16,-12 2-1 16,-10 0 0-16,-11 0 0 0,-13 0 0 15,0 0-5-15,0 0-12 16,-5 5-61-16,-8 3-3 15</inkml:trace>
  <inkml:trace contextRef="#ctx0" brushRef="#br0" timeOffset="34967.04">22765 7903 1 0,'0'0'12'0,"0"0"6"16,0-10 2-16,0 10 6 15,-2-11 5-15,2 11 4 16,-2-10 1-16,2 10-5 0,0 0-6 15,0 0-3-15,-7-4-2 16,7 4-4-16,-10 0-2 16,10 0-3-16,-11 2 0 15,11-2-1-15,-9 5 2 0,9-5-1 16,-10 5 2-16,10-5 0 16,-13 0-2-16,13 0 0 15,-14-2-1-15,7-4-2 16,-4 2 0-16,0-4-1 0,3-2-2 15,-3-2 0-15,2-1 0 16,-1-2-1-16,-1-7 0 16,2 5 0-16,-1-7-1 0,-1-4 1 15,4-2-1-15,-2 0 0 16,0-1 0-16,5-7 0 16,-1 1 0-16,2-3 0 15,1 1 0-15,2-4-1 16,2-2-1-16,6-1 1 0,2 1 0 15,2-1 0-15,4-4-1 16,-2-2 2-16,4-1-3 0,-1 4 0 16,4 0 0-1,1-4 0-15,2 7 0 0,1-4 0 16,5 3 0-16,2 0 0 16,5 0 0-16,3 5 0 15,7-5 0-15,1 2 0 0,3 1 0 16,2 4 0-16,2-2 0 15,-1 2 0-15,4 6 0 16,-9 1 0-16,1 3 0 16,-1 0 0-16,1 5 0 0,-2 1 0 15,-2-1 0-15,2 1 0 16,1-1 0-16,1-3 0 16,-3-2 0-16,1 4 0 15,-4-2 0-15,-6 4 0 0,-3-1 0 16,-8 2 0-16,-5 6 0 15,-5 2 0-15,-7 9 0 16,-10 6 0-16,7-11 0 16,-7 11 0-16,0 0 0 0,0 0 0 15,0 0 0-15,0 0 0 16,0 0 0-16,0 5 0 16,0 12-3-16,0 3-34 15,-2 12-49-15,2 7-2 0</inkml:trace>
  <inkml:trace contextRef="#ctx0" brushRef="#br0" timeOffset="35850.8">23772 10139 135 0,'0'0'6'0,"0"0"4"16,0 15 8-16,0-2 5 0,3 3 4 15,4 5 3-15,1 3 1 16,2 5 2-16,4 1-2 16,2-2-3-16,6 1-5 15,0-4-5-15,5 0-3 16,1-5-2-16,6-2-3 15,9-8-1-15,-1-3-2 0,11-7-1 16,-4 0-1-16,13-11-2 16,-2-1 0-16,12-5 0 15,-3-3-1-15,6-1 0 0,0-4-1 16,-3 0 1-16,2 2-1 16,-2-1 1-16,0-1 0 15,-7 5 0-15,2-2 0 0,-8 1 0 16,-4 5 0-16,-5 0-1 15,-8 4 2-15,-7 2-3 16,-5 3 0-16,-10-1 0 16,-8 6 0-16,-12 2 0 0,10-3 0 15,-10 3 0-15,0 0 0 16,0 0 0-16,0 0 0 16,-8 3 0-16,8-3 0 15,-14 5 0-15,-2-3-19 16,7-12-37-16,-14 10-30 0,2 0 0 15</inkml:trace>
  <inkml:trace contextRef="#ctx0" brushRef="#br0" timeOffset="36533.68">22825 7677 491 0,'0'0'-1'16,"0"0"-1"-16,0 0-3 0,-2 9-4 0,-8-1-7 16,-3 7-12-16,-8 0-15 15,-7 8-38-15,-4 6-4 16</inkml:trace>
  <inkml:trace contextRef="#ctx0" brushRef="#br0" timeOffset="37034.26">22280 8107 278 0,'0'0'6'0,"0"0"8"16,0 0 2-16,4-4 3 0,4-4 0 16,6-6 2-16,9-6 1 15,6-3-1-15,9-7-6 16,7-2-7-16,-1 0-3 16,4 2-4-16,-2 2-3 15,-5 7-2-15,-11-1-5 0,-11 9-3 16,-19 13 0-16,0 0 0 15,-27 0 2-15,-9 13 0 16,-10 4 4-16,-6 5 1 16,-9 7 7-16,0 2 4 0,1 1 3 15,1-7 4-15,6 2-2 16,14-7-1-16,4-9 0 16,10 0 1-16,10-4 0 15,15-7-1-15,12 0-2 0,18-9-3 16,12-6 0-16,11-5 0 15,11-3 1-15,11-4-3 16,-1-2-2-16,-4 5-1 0,-8 3 2 16,-12 0-1-16,-15 10 0 15,-18 4 0-15,-17 7-1 16,-20 4 1-16,-19 9 2 16,-9 5-2-16,-9 1 0 0,-5 6 1 15,-5 0-1-15,0 2 1 16,10-2-2-16,12-6 0 15,11-5 0-15,11 3-1 16,23-17 0-16,10 8-2 16,27-9-8-16,22-5-17 0,12-1-54 15,21 0-1-15</inkml:trace>
  <inkml:trace contextRef="#ctx0" brushRef="#br0" timeOffset="37453.15">23380 10221 354 0,'0'0'8'16,"0"0"3"-16,13 10 3 16,3-8-1-16,7 3 2 0,7-3 0 15,9-2 0-15,7 0-2 16,8-4-13-16,-4-8-20 16,-9-4-59-16,17-4 1 15</inkml:trace>
  <inkml:trace contextRef="#ctx0" brushRef="#br0" timeOffset="38533.91">24481 4711 298 0,'0'0'4'0,"0"0"1"15,0 0 1-15,0 0 2 16,0 8 0-16,0-8 1 15,0 0 0-15,-10 15 2 0,-3-13-4 16,6 10 1-16,-11-3-2 16,1 5 2-16,-3-1-2 15,-2 9 1-15,-8-2-1 0,0 5-1 16,-10 2 2-16,-2 2-1 16,-10 6 0-16,-8 2-1 15,-9 0 0-15,-1 6 0 16,-7 1 0-16,-5 1-1 0,-2 2-1 15,-3 0-1-15,-3 0 1 16,3 0 0-16,3 1 0 16,-3-2-2-16,1 2 1 15,3-2 0-15,4 1 0 0,-1-2 1 16,3-1-2-16,2-1 0 16,6-1 0-16,2-3 0 15,5-1 0-15,4-4 0 16,4 1 0-16,3-3-1 15,7-2-1-15,2-5 1 0,8 0-1 16,4-4 1-16,6-3-2 16,5-3 1-16,2-3 0 15,6-8 1-15,2 4-1 0,9-8 0 16,0 0 0-16,-7 5 0 16,7-5 1-16,0 0 0 15,0 0-1-15,0 0 2 16,0 0 0-16,0 0 0 15,0 0-2-15,0 0-1 0,0 0-3 16,0-7-5-16,0 7-7 16,0 0-14-16,0-20-44 15,0 20-7-15</inkml:trace>
  <inkml:trace contextRef="#ctx0" brushRef="#br0" timeOffset="39067.66">22259 5888 319 0,'0'0'8'0,"0"0"3"0,0 0 3 15,0 0 2-15,0 0 1 16,0 0-1-16,-2-10 1 0,2 10 0 15,-13 3-7-15,13-3-4 16,-17 19-1-16,2-6-2 16,-2 4-1-16,-1 6 0 15,-1 2-1-15,-1 0 1 0,-1-1-1 16,2 1 1-16,1-4-2 16,1 0 1-16,1-6-1 15,7-3 1-15,5-2 0 16,4-10 1-16,0 12 0 15,12-7 0-15,5-5 2 0,7 0 0 16,4 0 1-16,7 0 0 16,7-5 0-16,0 0-1 15,8-2 2-15,-3 2-6 0,-2-5 0 16,0 5 0-16,-11 0 0 16,-6 0 0-16,-6 2 0 15,-7 2 0-15,-5 1 0 16,-10 0 0-16,0 0 0 15,0 0 0-15,0 0 0 0,0 0 0 16,0 0 0-16,0 0 0 16,0 0 0-16,0 0 0 15,-8 1 0-15,8-1 0 16,-12 6 0-16,12-6 0 0,-18 7 0 16,6-2-86-16,12-5-3 15</inkml:trace>
  <inkml:trace contextRef="#ctx0" brushRef="#br0" timeOffset="39818.86">21758 6475 311 0,'0'0'6'0,"0"0"3"0,-16-3 0 0,7 1 2 15,-7 2 1-15,-1 0 2 16,-8 10 1-16,-2 2 1 15,-1 13-5-15,-4 11-2 0,2 8 0 16,1 15 0-16,-4 8-2 16,6 13 0-16,10 3-1 15,4 6 0-15,10 1 0 16,6-3-2-16,17-6 0 16,10-4 0-16,17-5-1 0,8-10-1 15,4-10 0-15,6-10-1 16,4-5 0-16,1-12 0 15,-3-12 1-15,0-13-1 16,-5-6 0-16,-2-16 1 0,-5-13 0 16,-6-4 1-16,-4-16-1 15,-5-4 1-15,-8-13-3 16,-7-10 0-16,-7-7 0 0,-13-8 0 16,-5-4 0-16,-14-6 0 15,-13 5 0-15,-10 6 0 16,-12 6 0-16,-6 19 0 15,-13 12 0-15,-11 21 0 16,-2 21 0-16,-8 20 0 0,-3 24 0 16,-6 30 0-16,6 22 0 15,3 18 0-15,9 24 0 16,16 16 0-16,16 21 0 0,36 8-77 16,7 10-11-1</inkml:trace>
  <inkml:trace contextRef="#ctx0" brushRef="#br0" timeOffset="41400.71">14845 9346 268 0,'0'0'2'0,"0"0"0"16,-15 0 1-16,2 8 1 15,-6 4 1-15,-1 3 1 0,-8 10 3 16,-5 9 0-16,4 14 1 16,-5 8 2-16,-1 13 1 15,5 14-1-15,7 3-1 16,7 6 1-16,10 2-2 0,6-5-4 16,18 1 0-16,9-9-2 15,13-14-1-15,17-12 0 16,3-13-1-16,9-13 0 15,4-13 0-15,5-16 1 16,2-11-1-16,2-16 0 0,-5-8 2 16,-5-9 0-16,-8-5 3 15,-6-9-1-15,-15-6 1 16,-15-9 2-16,-14-3-1 0,-14-8-1 16,-14-7 0-16,-18-2-1 15,-12 2-1-15,-18 4-1 16,-10 15-1-16,-13 16-2 15,-11 18 0-15,-14 29 0 0,-10 26 0 16,-12 30-2-16,-3 29-7 16,-7 24-28-16,6 21-46 15,3 26-3-15</inkml:trace>
  <inkml:trace contextRef="#ctx0" brushRef="#br0" timeOffset="44618.04">20441 8224 251 0,'0'0'6'15,"0"0"5"-15,0 0 3 16,0 0 4-16,0 0 1 0,0 0 3 16,0 0 0-16,0 0 4 15,-10-2-8-15,10 2-3 16,0 0-4-16,0 0-3 15,0 0-3-15,0 0-1 0,0 0-1 16,5 0 0-16,-5 0-2 16,17 0 1-16,-7 0-1 15,8 0 0-15,4 0 1 16,0 0-1-16,2 0-1 0,6 0 0 16,2 0 0-16,1 0 0 15,2 2 0-15,2 3 0 16,3 0 0-16,-1 3-1 0,4-1 0 15,-1 0 0-15,6 6 0 16,-2-3 1-16,5 2-1 16,-2 0 0-16,3 1 1 15,-2 3 0-15,2 1 0 0,3 0 0 16,-3-3 0-16,1 9 0 16,-5-4 0-16,0 3-1 15,1 3 0-15,-6 3 1 16,1 1-1-16,-1 1 0 15,-6 2 0-15,0 5 0 0,-4 1 1 16,1-4 0-16,-2 4 1 16,1-1-1-16,-3 3 1 15,0-1-1-15,4-2 0 0,-6 3 1 16,2-3-1-16,-5 5 0 16,2-2 0-16,-4 0 0 15,-4 1 0-15,-1-3-1 16,-6 3 1-16,1 2-1 0,-1-4 1 15,-3 1 0-15,0 2-1 16,-2-5 1-16,0 5 0 16,0-4 0-16,-4 0 0 15,2 0 0-15,-5-3 0 0,3 3 1 16,-3-1-1-16,0 0 0 16,-3-5 0-16,-2 3 0 15,-1-6 0-15,0 3 0 16,-2-2 0-16,0-5 0 15,-1-1 0-15,1-1-1 0,1-3 1 16,-1-6 0-16,3 1-1 16,0-5 1-16,5-10 0 15,-7 15 0-15,7-15 0 16,0 0 0-16,0 0 0 0,0 0 0 16,0 0-1-16,-6 7-2 15,6-7-3-15,0 0-5 16,0 0-8-16,0 0-30 0,0 0-27 15,4-4-5-15</inkml:trace>
  <inkml:trace contextRef="#ctx0" brushRef="#br0" timeOffset="45176.31">21958 9924 365 0,'0'0'6'16,"0"0"3"-16,0 0 2 15,5 0-1-15,-5 0 1 0,0 0 0 16,11-3 1-16,-11 3-1 16,9 3-4-16,1 4-3 15,1 0-1-15,3 6-1 16,2 1 0-16,3 3 1 0,3 1-2 16,-1 2 0-16,-2 3-1 15,-1-4 1-15,-1 1-1 16,-4-5 0-16,-1-3 0 0,-3-2 0 15,-1 0 0-15,-8-10 0 16,8 8 1-16,-8-8 0 16,0 0 1-16,9 0 1 15,-9 0 1-15,8-18 1 16,0 3 1-16,1-7-1 0,3-5 1 16,6-8-1-16,0-3-2 15,-4 2-3-15,7-2 0 16,-7 4 0-16,1 4 0 0,-5 5 0 15,-3 7 0-15,2 4 0 16,-9 14 0-16,4-7 0 16,-4 7 0-16,-2 7-22 15,-23 3-62-15,14 5-3 16</inkml:trace>
  <inkml:trace contextRef="#ctx0" brushRef="#br0" timeOffset="46367.02">18599 11316 240 0,'0'0'6'0,"0"0"3"0,0 0 3 16,0 0 1-16,0 0 2 15,0 0-1-15,0 0 1 16,0 0-2-16,0 0-5 0,0 0-3 16,0 0-2-16,16 0-1 15,-4 0-1-15,8 0-1 16,4 2 0-16,12 1 2 15,3-2 0-15,16 5-1 0,7-3 0 16,7 2 0-16,10-2 1 16,6 1-2-16,2 0 0 15,10 5 0-15,4-1 1 16,0 0-1-16,0 0 2 0,9 5-2 16,-4-3 0-16,4 2-2 15,1-1 1-15,-1 6-1 16,-4-9 0-16,-6 9 0 0,-3-9 0 15,-11 5-1-15,-1-1 1 16,-18 1 0-16,-7-6 1 16,-12 3 0-16,-11-2 1 15,-10-3 2-15,-4-1 1 16,-11-1 1-16,-12-3 2 0,9 7 1 16,-9-7-1-16,0 0-1 15,0 0-1-15,-9 0-10 16,9 0-12-16,-12 0-28 0,12 0-24 15,-9 0-5-15</inkml:trace>
  <inkml:trace contextRef="#ctx0" brushRef="#br0" timeOffset="48483.93">20460 10887 243 0,'0'0'9'15,"0"0"4"-15,0 0 3 0,-3-15 3 16,3 15 0 0,-12-17 3-16,3 5 0 0,-7 0 2 15,0-4-9-15,-5 7-5 16,-9 3-3-16,-2 5-3 15,-2 1-2-15,-6 7-2 0,-3 5 0 16,-3 7-1-16,0 9 0 16,-3 4-1-16,-1 8 3 15,2 10 0-15,4 2 0 16,2 9 0-16,-1 4 1 0,6 7 0 16,5 2 0-16,9 0-1 15,9 3-2-15,3-5 0 16,9-3 0-16,8-4-1 15,8-8 0-15,4-6 0 0,9-6 0 16,6-8 2-16,4-5 0 16,0-7 1-16,5-5 0 15,1-5 1-15,1-5 0 0,1-4 0 16,-5-2 1-16,-3-2-2 16,-7 1 0-16,-1-3 1 15,-11 0 0-15,-1 0 3 16,-11 0 0-16,-6 0 2 0,0 0 1 15,12 0 0-15,-12 0 2 16,0 0-1-16,0 0-1 16,0 0-1-16,0 0-1 15,0 0-6-15,0 0 0 16,0 0 0-16,0 0 0 0,0 0 0 16,0 0 0-16,0 0 0 15,0 0 0-15,0 0 0 16,0 0-14-16,0 0-24 15,-5 0-46-15,5 0-2 0</inkml:trace>
  <inkml:trace contextRef="#ctx0" brushRef="#br0" timeOffset="48899.93">20224 11809 255 0,'0'0'1'0,"0"0"2"0,0 0 3 0,8 0 1 15,0 0 3-15,6 0 3 16,3 0 0-16,3 0 3 16,5 0-2-16,0 0-1 15,2 3-1-15,-2-3-3 16,-2 2-1-16,-3 0 0 0,-6 3 1 16,-4 2 0-16,-4 4 2 15,-6 3 0-15,-6 4 1 16,-4 7 0-16,-7 4 1 15,-8 1-2-15,-5 6-3 0,0-3-2 16,-2 2-2-16,0-3-4 16,2-7-14-16,10-2-64 15,3-4-5-15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2:24:16.473"/>
    </inkml:context>
    <inkml:brush xml:id="br0">
      <inkml:brushProperty name="width" value="0.05292" units="cm"/>
      <inkml:brushProperty name="height" value="0.05292" units="cm"/>
      <inkml:brushProperty name="color" value="#FF0000"/>
    </inkml:brush>
  </inkml:definitions>
  <inkml:trace contextRef="#ctx0" brushRef="#br0">18420 6510 209 0,'0'0'7'0,"0"0"5"0,0 0 2 16,0 0 4-16,0 0 4 15,0 0 2-15,0-10 0 16,0 10 1-16,0 0-4 0,0 0-4 16,0-8-4-16,0 8-3 15,0-8-2-15,0 8-2 16,-2-18-1-16,-1 8-1 16,1 0 1-16,2-5 0 0,-3 2 0 15,1-4 0-15,0 2 0 16,-1 1 0-16,1-4 0 15,2 0 0-15,-3 1-1 16,0 2-1-16,3-3 0 0,0 1-1 16,-2 1 0-16,2-2 0 15,-3 0-1-15,3 1 1 16,0-2-1-16,3 1 1 16,-1-2-1-16,4 3 0 0,-1 0 0 15,2-3 0-15,0 0 1 16,4-2-1-16,-2 2 0 15,3 0 1-15,1-2-2 16,4 2 0-16,-4-5 0 0,4 5 0 16,1 0 0-16,-1-4 0 15,5-1 0-15,2-3 0 16,2 2 0-16,4-4 0 0,0-1 0 16,5 0 0-16,4-4 0 15,7 0 0-15,0 1 0 16,4-3 0-16,-4 0 0 15,10 2 0-15,-4 3 0 0,-1 0 0 16,-5 7 0-16,-4 0 0 16,1 6 0-16,-6-2-2 15,0 4 1-15,-7 2 0 16,-3 2 1-16,-2 4 0 16,-6 1 1-16,-3 1 2 0,-4 4-3 15,-12 3 0-15,10-2 0 16,-10 2 0-16,0 0 0 15,0 0 0-15,0 0 0 0,0 0 0 16,0 0 0-16,0 0 0 16,0 0 0-16,0 0 0 15,0 0-21-15,0 0-65 16,3 5-4-16</inkml:trace>
  <inkml:trace contextRef="#ctx0" brushRef="#br0" timeOffset="1101.4">19912 9371 197 0,'0'0'7'0,"0"0"3"15,0 0 3-15,0 0 1 16,0 0 2-16,0 0 1 0,7 0 1 16,-7 0 3-16,0 0-5 15,0 0-1-15,9 5-1 16,-9-5 1-16,18 7 0 16,-3-2-1-16,5-2 0 0,5-3 0 15,12 0-2-15,5 0-2 16,8-8-1-16,12-4-1 15,7-3 0-15,6-7-3 16,7 0 0-16,7-5 0 0,8-3-1 16,3-5 1-16,4 3-1 15,5-5-1-15,6-1 0 16,4-1-3-16,2-3 0 16,6 4 0-16,0-3 0 0,0 4 0 15,3-1 0-15,-6-2 0 16,-6 8 0-16,-1 0 0 15,-7 5 0-15,-9-1 0 16,-9 6 0-16,-12 0 0 0,-13 7 0 16,-14 4 0-16,-14 0 0 15,-9 4 0-15,-13 4 0 16,-6 0 0-16,-11 3 0 0,0 0 0 16,0 0 0-1,0 0 0-15,0 0 0 0,-5 0 0 16,5 0 0-16,-13 3 0 15,13-3 0-15,-12 3 0 16,12-3 0-16,-16 0 0 0,16 0-27 16,0 0-59-16,0 0-3 15</inkml:trace>
  <inkml:trace contextRef="#ctx0" brushRef="#br0" timeOffset="1252.65">22597 8672 349 0,'0'0'6'0,"0"0"4"16,0 0 1-16,0 0 1 16,0 0-1-16,0 0-1 0,0 0-6 15,-13-4-11-15,1 4-62 16,3-3-5-16</inkml:trace>
  <inkml:trace contextRef="#ctx0" brushRef="#br0" timeOffset="2104.46">20003 9362 290 0,'0'0'7'0,"0"0"4"0,0 0 3 0,0 0 2 15,0 0 2-15,0 0 3 16,0 0 0-16,0 0-1 16,0 0-6-16,-5 7-5 15,5-7-3-15,0 17-2 0,0-2-2 16,0 5-2-16,5-1 0 15,3 4-1-15,-1 2 1 16,2 2 0-16,5-5 0 16,2-2 1-16,0-5 0 15,1 0 1-15,5-5 1 0,3-3 0 16,8-4 1-16,6-3 0 16,6 0 0-16,7-10 1 15,7-5-1-15,14-3 0 16,1-6 1-16,13-6-1 0,5-2 0 15,3-6 0-15,4 1 0 16,6 0-1-16,1 0-3 16,-1 5 0-16,-3 0 0 0,-5 7 0 15,-6 0 0-15,-6 5 0 16,-6 0 0-16,-9 2 0 16,-11 7 0-16,-9 1 0 15,-4 2 0-15,-14-2 0 16,-8 8 0-16,-6-1 0 0,-18 3 0 15,0 0 0-15,0 0 0 16,-10 5 0-16,-15-2 0 16,5 9-42-16,5-4-43 0,-15 4-4 15</inkml:trace>
  <inkml:trace contextRef="#ctx0" brushRef="#br0" timeOffset="2267.96">21641 9245 436 0,'0'0'3'0,"0"0"1"16,0 0 2-16,0 0 0 16,0 0-1-16,0 0 1 15,9-10-2-15,-6 0-5 0,7 3-14 16,-10 7-46-16,17-15-19 16</inkml:trace>
  <inkml:trace contextRef="#ctx0" brushRef="#br0" timeOffset="2384.25">21755 9081 436 0,'0'0'4'0,"0"0"0"16,-10 0 1-16,10 0 0 15,-10 0 0-15,10 0-8 16,0 0-33-16,-13-5-38 0,13 5-4 16</inkml:trace>
  <inkml:trace contextRef="#ctx0" brushRef="#br0" timeOffset="4319.81">19402 4441 244 0,'0'0'3'0,"0"0"7"0,0 0 5 15,4 0 1-15,-4 0 3 16,0 0 3-16,0 0-1 16,0 0 3-16,0 0-3 15,0 0-8-15,0 0-4 16,0 0-2-16,-9 0-3 0,-3 6-2 16,-6-5-1-16,0 8 0 15,-3-2-1-15,-4 2-1 16,-5 4 1-16,-5 2 1 0,-2 2-1 15,-6 0 0-15,-4 8 0 16,-5-3-1-16,-3 3 2 16,-8 4-1-16,-3 2 0 15,-1 4 1-15,-8-1 1 16,-2 1-2-16,-5 3 1 0,-5-2 1 16,-2 4-2-16,-2-3 0 15,-1 2 0-15,-4-2 0 16,-1 3 0-16,-2-2 0 0,5 1 0 15,-3-1 0-15,0 1 0 16,1-2 0-16,-2 3 0 16,1 0 0-16,8-3 1 15,-1-3 0-15,4-1 0 16,4-1 0-16,5 1 0 0,2-2 0 16,6-4 1-16,2-4-2 15,7 2 1-15,8-6 0 16,4-1 0-16,6-1 0 15,7-5 0-15,5-3 0 0,10-1 0 16,6-5 0-16,1 2-1 16,13-5 0-16,-10 5 0 15,10-5 0-15,0 0-1 16,0 0 0-16,0 0 1 0,5-2 0 16,-5 2 0-16,13-3-2 15,-13 3-2-15,12-8-4 16,-12 8-11-16,0 0-21 0,10-4-36 15,-10 4-4-15</inkml:trace>
  <inkml:trace contextRef="#ctx0" brushRef="#br0" timeOffset="4867.79">16549 5428 384 0,'0'0'5'0,"0"0"1"0,0 0 2 15,-7-8 1-15,7 8 1 16,-10-5 0-16,10 5 0 16,-15 0 0-16,5 0-4 0,-7 5-3 15,4 5 0-15,-6 5-2 16,-4 4 1-16,1 3-1 15,-3 9 0-15,0-1 0 0,-5 7 1 16,6-5-1-16,-4 5 1 16,3-5-1-16,0-2-1 15,-1 0 1-15,8-3 0 16,-2-5-1-16,3-5 0 0,1-2 0 16,6-2-1-16,6-4 1 15,4-9 0-15,-6 13 1 16,6-13 0-16,18 2 1 15,0-2 1-15,8 0 1 0,12-4 2 16,9-4-1-16,5-2 1 16,11-2 0-16,3-3-6 15,4 3 0-15,0-1 0 0,-3 3 0 16,-7 5 0-16,-9 3 0 16,-8-3 0-16,-11 5 0 15,-7 0 0-15,-10 0 0 16,-6 0 0-16,-9 0 0 15,0 0 0-15,0 0 0 0,0 0 0 16,0 0 0-16,0 0 0 16,0 0 0-16,-2 10 0 15,-10 5-25-15,12-15-62 16,-20 5-4-16</inkml:trace>
  <inkml:trace contextRef="#ctx0" brushRef="#br0" timeOffset="5936.01">15168 7067 321 0,'0'0'4'0,"-8"-7"1"0,8 7 0 15,-17-7 0-15,4 4 0 16,-1-2 0-16,-9 5 0 16,-2 5 0-16,-1 5-3 0,1 9 1 15,-12 13-2-15,3 11 3 16,0 6 1-16,1 11 0 15,-1 7 2-15,6 5-2 16,6 4 2-16,7 3-1 0,8-7-1 16,7-4 0-16,12-9 0 15,18-9-1-15,9-13 1 16,14-10-1-16,6-15 1 16,13-9-2-16,3-8 1 0,2-15-1 15,5-10 0-15,-2-7 0 16,-6-5 1-16,-4-7 0 15,-8-4 2-15,-5-4 1 16,-14-4 0-16,-13-4-1 16,-14-4 0-16,-13-3-1 0,-15-3 1 15,-16 4 0-15,-17 3-6 16,-11 7 0-16,-14 14 0 16,-7 12 0-16,-10 18 0 0,-7 14 0 15,2 16 0-15,0 17 0 16,4 14 0-16,4 10-84 15,14 1-1-15</inkml:trace>
  <inkml:trace contextRef="#ctx0" brushRef="#br0" timeOffset="8600.03">11602 8693 240 0,'0'0'5'16,"0"0"3"-16,-9 0 3 15,9 0 3-15,-18 7 1 16,6 3 3-16,-3 5 1 0,0 4-1 16,0 6-3-16,3 12-1 15,-1 6-1-15,5 11-3 16,6 6-2-16,2 6 0 0,10 4-2 16,7 2 0-16,6-5-1 15,4-6 0-15,8-4-1 16,7-14 0-16,0-11 0 15,10-10 1-15,3-12-1 0,5-10 1 16,-3-7-1-16,3-13 1 16,0-8 0-16,-2-9 0 15,0-2 1-15,-11-6 0 16,-5-2 1-16,-12-5 0 0,-7 0-5 16,-14-8-2-16,-9 3 0 15,-16 1 0-15,-12 0 0 16,-15 7 0-16,-3 4 0 15,-14 14 0-15,-2 11 0 0,-8 15 0 16,0 7 0-16,1 21-8 16,-1 19-56-16,8 0-21 15,3 8-1-15</inkml:trace>
  <inkml:trace contextRef="#ctx0" brushRef="#br0" timeOffset="9318.1">9433 12139 314 0,'0'0'3'0,"0"0"2"0,-12-8 0 16,12 8 4-16,-17-5 0 15,9 5 1-15,-7 0 0 16,0 7 1-16,0 11 0 15,-5 9-3-15,6 13 1 16,-2 8-2-16,4 13 0 0,2 8 0 16,7 7 0-16,3-1-1 15,11 1-1-15,6-3 0 16,5-7-1-16,11-9-2 0,4-10 0 16,8-10-2-16,4-12 1 15,8-10 0-15,5-10 1 16,3-7-1-16,8-13 2 15,-9-10 1-15,1-7 0 0,-1-8 1 16,-4-4 0-16,-8-7 1 16,-12-2 0-16,-9-5 0 15,-7-1 0-15,-20-2-1 16,-6-7-5-16,-21 4 0 16,-14 2 0-16,-13 6 0 0,-12 8 0 15,-10 9 0-15,-3 11 0 16,1 18 0-16,-3 10 0 15,7 25-11-15,25 6-73 0,-2 0-3 16</inkml:trace>
  <inkml:trace contextRef="#ctx0" brushRef="#br0" timeOffset="14651.53">16790 7191 114 0,'0'0'4'0,"0"0"5"16,18-3 0-16,-6 3 5 15,8 0 5-15,10 5 2 16,12 1 3-16,6 4 3 16,9 5-5-16,3-1-3 15,9 11-2-15,0-5-5 0,3 7-1 16,3 3-5-16,-6 12-2 15,5-2-2-15,4 6-1 16,-1 10 0-16,0 0 0 16,3 8 0-16,-1 5 0 0,3 4 1 15,8 1 0-15,-9 2 0 16,-1 1 1-16,-2 1 1 16,0-1-1-16,-8-3 1 15,0-5-2-15,-14 0 0 0,-3 2 1 16,-8-8 1-16,-13-1-1 15,-8-7 1-15,-6-4 0 16,-8-7 0-16,-8-1 1 16,-2-11 1-16,-5-7-1 15,-2-5-2-15,-2-5-1 0,0-2-2 16,9-13-3-16,-12 8-6 16,12-8-11-16,-9-6-37 15,9 6-16-15</inkml:trace>
  <inkml:trace contextRef="#ctx0" brushRef="#br0" timeOffset="15084.46">18475 8732 375 0,'0'0'0'0,"0"0"1"0,0 0 0 16,0 0 1-16,12 0 2 16,-1 3 1-16,-2 5 0 15,7 3 0-15,-2 7 2 16,4 2-1-16,4 4 0 0,-2 3-1 15,0 4-2-15,-3-5 0 16,-2 2-1-16,0-3 0 16,-2-6-1-16,-6-1 0 15,-2-4 3-15,-3-4 2 0,-2-10 2 16,5 10 0-16,-5-10 0 16,0-7 0-16,4-9 0 15,5-5-1-15,3-4-2 16,2-2-4-16,4-2-5 0,0-2-7 15,4 1-31-15,-2 5-39 16,-2 6-1-16</inkml:trace>
  <inkml:trace contextRef="#ctx0" brushRef="#br0" timeOffset="16100.6">14619 10860 167 0,'0'0'2'16,"16"8"0"-16,5-4 1 16,6 0 3-16,7 7 3 15,11-1 4-15,13 5 4 0,1-3-1 16,14 3 1-16,4 8 0 15,0-4-1-15,4 6-1 16,7-3-4-16,1 6-3 16,5-6-3-16,3 6-1 15,-2-9-1-15,-1 1-1 16,0-3 0-16,-4-3-1 0,-5 3 0 16,-3-6-1-16,-8-1 1 15,-7 0-1-15,-10-5 0 16,-11 3 0-16,-9-6 2 0,-8 1 1 15,-12-1-4-15,-4-2-2 16,-13 0-9-16,0 0-26 16,-20 0-26-16,3 0-4 0</inkml:trace>
  <inkml:trace contextRef="#ctx0" brushRef="#br0" timeOffset="16785.3">16274 10887 186 0,'0'0'7'0,"0"0"5"0,5 3 5 0,-5-3 5 16,12 0 4-16,-12 0 2 0,9 0 2 16,-9 0 0-16,6-18-3 15,-3 11-6-15,-3-8-4 16,0 0-4-16,-11 0-4 15,4 1-2-15,-5-2-2 0,-6 4-1 16,-2 0-1-16,-4 4-1 16,-4 3-1-16,1 5 0 15,-11 3 0-15,4 9-2 0,-6 6 0 16,0 6 0-16,1 6 0 16,1 10-1-16,3 6 2 15,3 4-1-15,8 7 1 16,3 5 1-16,5 0 0 0,12 3 0 15,4 0 0-15,3-6 1 16,12-5-1-16,4-3 0 16,4-8 0-16,7-6 1 15,4-2-2-15,3-12 1 16,2-6 0-16,0-5 1 0,0-5 0 16,-1-4 0-16,0-3 0 15,-6-3 0-15,-7-7 1 16,-3 6 1-16,-7-4 1 15,-3 6 0-15,-12 2 0 0,15-10-1 16,-15 10-4-16,0 0 0 16,0 0 0-16,-10-8 0 15,10 8 0-15,-12-2 0 16,12 2 0-16,-18 0 0 0,18 0-4 16,-17 0-12-16,17 0-15 15,0 0-52-15,-14 2-2 16</inkml:trace>
  <inkml:trace contextRef="#ctx0" brushRef="#br0" timeOffset="17118.16">16150 11479 310 0,'0'0'2'0,"0"0"3"0,0 0 3 16,0 0 0-16,0 0 3 16,12 0 2-16,-12 0 3 15,14 8 0-15,-1-3-1 16,3 0-3-16,3-1-2 16,1-1-1-16,2 2-3 0,0-5-2 15,-1 3-2-15,-2-1 0 16,-1 3 1-16,-6 2 0 15,-6 6 1-15,-2 1-1 0,-4 9 0 16,-10 2 1-16,-2 7 0 16,-9-3-2-16,0 4-8 15,0-2-23-15,4 0-50 16,-5-10 0-16</inkml:trace>
  <inkml:trace contextRef="#ctx0" brushRef="#br0" timeOffset="18201.25">11740 12197 235 0,'0'0'5'16,"0"0"1"-16,16 6 3 15,-6-6 2-15,6 2 2 0,0-2 0 16,8 5 0-16,7-3 1 16,6-2-2-16,6 3-2 15,5 2-2-15,11 5-1 16,0 0-1-16,11 8 0 0,-4-1-2 16,12 7-1-16,-2 4 0 15,4 7-2-15,0 1 0 16,2 2 0-16,2 9-1 15,1-3 2-15,-4 11-2 16,-1-3 0-16,3 11 2 0,-7 2 1 16,-4 5 1-16,-4 1 1 15,-6 7 1-15,-5 0 1 16,-3 2 0-16,-6 2 0 0,-9-6 1 16,-6-1-2-16,-8-3 0 15,-5-2-1-15,-3-7-1 16,-7 0 0-16,-6-4 0 15,-4-5 0-15,0-2-1 0,-7-5-1 16,-3-5 0-16,1-4-1 16,-2-1 1-16,-1-10-1 15,2-2 0-15,0-3 0 16,3-10 0-16,-1 1 0 0,8-13-1 16,-9 12 0-16,9-12 0 15,0 0-1-15,0 0-3 16,-11 0-2-16,11 0-5 15,-5-8-8-15,3 0-36 16,2 8-26-16,-10-16-3 0</inkml:trace>
  <inkml:trace contextRef="#ctx0" brushRef="#br0" timeOffset="18641.39">13371 13870 329 0,'0'0'3'0,"0"0"2"0,0 0 2 16,0 0 2-16,0 7 1 15,2 3 3-15,1 7 1 0,3 1-1 16,-1 4-2-16,-1 8-2 15,1-1-2-15,-2 7-2 16,1-7-1-16,-1 3-1 0,-3-5-1 16,3-5-1-16,0-2 0 15,-3-6 1-15,4-3 1 16,-4-11 2-16,15 0 0 16,0-7 2-16,4-8 0 15,4-2 2-15,7-3 1 0,-1 0 0 16,6-5-3-16,-2 3-7 15,-3 5 0-15,-5 2 0 16,-8 2 0-16,-2 8 0 0,-6 1 0 16,-9 4 0-16,0 0 0 15,0 0 0-15,0 0 0 16,0 0 0-16,0 0 0 16,-7 2-57-16,-2 3-34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2:24:42.158"/>
    </inkml:context>
    <inkml:brush xml:id="br0">
      <inkml:brushProperty name="width" value="0.05292" units="cm"/>
      <inkml:brushProperty name="height" value="0.05292" units="cm"/>
      <inkml:brushProperty name="color" value="#FF0000"/>
    </inkml:brush>
  </inkml:definitions>
  <inkml:trace contextRef="#ctx0" brushRef="#br0">4185 5336 128 0,'0'0'8'0,"0"0"2"0,0-8-1 16,0 8 0-16,0 0-2 15,0 0 1-15,0 0 1 16,8-10 0-16,-8 10-8 0,22 0-1 16,-7 0 0-16,10 0 3 15,2 0 0-15,8 0 0 16,5 0 1-16,12-2 0 15,7-1 0-15,1 1 0 16,9 0 1-16,7-1-1 0,6 0-1 16,4 3 0-16,11-2-1 15,3 2 0-15,-1 0 0 16,13 0 0-16,-1 0 1 16,11 0-1-16,10 0 0 15,-2-3 0-15,1 3-1 0,8 0 1 16,8 0-1-16,-3-2 0 15,10 2-1-15,-2 0 2 16,2 0-2-16,5 0 0 0,-1 0 1 16,4 0 0-16,2 0 0 15,5 0 0-15,-2 0 0 16,5 0 0-16,4 0 1 16,0 0-1-16,8 0 0 15,-8 0-1-15,-2 0 1 0,5 0-1 16,3 0 0-16,-9 0 1 15,-1 0-1-15,-1 2 0 0,1-2 1 16,-1 0 1-16,-2 0-2 16,5 0 1-16,-3 0-1 15,6-2 1-15,-3-1 0 16,2 1-1-16,0-3 1 0,4 0-1 16,3 3 1-1,-12-5 0-15,4 4-1 0,-4-5 0 16,3 6 0-16,-10-5 0 15,-5 2 0-15,-7 0-1 0,0 2 1 16,-11 0 0-16,-4 1 2 16,-13 0 1-16,-10 2 5 15,-9 0 0-15,-11 0 2 16,-15 0 4-16,-11-3 0 16,-14 3 1-16,-14-2 0 0,-10-1 0 15,-8 1-5-15,-7 2-12 16,-15 0-45-16,0 0-22 15,0 0-6-15</inkml:trace>
  <inkml:trace contextRef="#ctx0" brushRef="#br0" timeOffset="2932.82">13722 11175 148 0,'0'0'10'0,"0"0"8"16,0 0 3-16,0 0 5 0,0 0 2 15,0 0 1-15,0 0-1 16,0 0 2-16,0 0-11 16,0 0-4-16,0 0-4 15,0 0-3-15,2 0-1 0,-2 0-1 16,20 7 0-16,-5 4 0 15,5-5 0-15,4 9 0 16,9-3 0-16,5 4-1 0,-1-2 0 16,7 1-1-16,-1 3-1 15,4-1 1-15,0 3 0 16,2 1 0-16,4 0 0 16,2 1-1-16,2 3 0 15,3 0 0-15,2 3-1 0,5-2-1 16,-5 1 1-16,-2 0-2 15,4 6 0-15,-2 0 0 16,0-2 0-16,-2 4 0 16,3-3 0-16,1 5 0 0,2 1 0 15,4-4 1-15,5 3-1 16,-1 1 1-16,1-1-1 16,2 2 1-16,-2 1-1 0,-1 0 0 15,0-1 1-15,-1 3-2 16,-6 0 1-16,0-2 0 15,-1 0 0-15,-1-1-1 16,3 1 1-16,-4-3 0 0,3 0-1 16,3-2 1-16,-1 0 0 15,1-4 0-15,0 1 0 16,-1-1 0-16,0-1 0 16,-1-4 0-16,-8 2 0 15,1-3-1-15,-1 2 1 0,-3-4 0 16,-7-1-1-16,-1 0 1 15,-4-2 0-15,-5 0 0 16,-2-3 0-16,-1 0 1 0,-7-2-1 16,-3-1 0-16,-5-1 0 15,-4-1 0-15,-4-4 0 16,-6 0 0-16,-8-8 0 16,15 7 0-16,-15-7 1 15,0 0 0-15,0 0 0 0,0 0 2 16,0 0 0-16,0 0 0 15,0 0 1-15,0 0 0 16,0 0 0-16,0 0-2 16,0 0-1-16,0 0-5 0,0 0-10 15,0 0-64-15,-5 0-6 16</inkml:trace>
  <inkml:trace contextRef="#ctx0" brushRef="#br0" timeOffset="5283.88">10970 10806 130 0,'0'0'10'16,"0"0"6"-16,0 0 6 16,0 0 4-16,0 0 4 0,0 0 2 15,0 0 2-15,0 0 1 16,0 0-7-16,0 0-1 15,9-17-8-15,-9 4-2 16,2 1-3-16,-2-6-2 0,0 0-2 16,0-7-1-16,0-2-3 15,0-2 0-15,0-3-2 16,0-3 0-16,-2-2-1 16,2-7-1-16,0-1 0 15,0-2-1-15,-2-9 0 0,2 2 0 16,0-3-1-16,0-2 1 15,0-5-1-15,2 2 2 0,0-7-1 16,3-1-1-16,-2 1 1 16,4-3 0-16,-2-4 0 15,-1 1-1-15,5-2 0 16,-2 4 1-16,-2-5 1 0,-1 6-2 16,1-5 0-16,1 5 0 15,1-2 0-15,3-1 0 16,-3 2 0-16,4-2 0 15,-2 3 0-15,1-5 0 16,1 3 0-16,1 0 0 0,0 2 0 16,-2 0 0-16,0 3 0 15,-3 0 0-15,1 2 0 16,0 4 0-16,-1 1 0 0,-2 1-2 16,-1 3 1-16,2 2 0 15,1 6 1-15,-4 0 0 16,2 1 0-16,-1 7 1 15,1 3-1-15,1 4 3 0,-1 3-3 16,-3 4 0-16,3 6 0 16,-3 3 0-16,1 6 0 15,-3 2 0-15,0 11 0 16,2-11 0-16,-2 11 0 0,0 0 0 16,0 0 0-16,0 0 0 15,0 0 0-15,0 0 0 16,0 0 0-16,0 7 0 15,0-7 0-15,0 12 0 16,0-2-6-16,0-10-12 0,0 18-64 16,0-6-4-16</inkml:trace>
  <inkml:trace contextRef="#ctx0" brushRef="#br0" timeOffset="7632.22">5418 14096 267 0,'0'0'3'0,"15"-11"4"15,2-2 0-15,10 5 2 16,8-8 2-16,15-4 0 16,12-6 1-16,15-5-1 15,8-1-3-15,7-8-2 0,6-1-2 16,8-6 0-16,10-3 1 15,1-8-1-15,2 2 1 16,12-6 1-16,7-2 2 16,5-4-1-16,11-1-1 0,4 0 0 15,5-6-1-15,6 4-1 16,0-4-2-16,2 1 0 16,-1 5 0-16,-2-4-1 15,-1 4 0-15,-8 5 0 0,0 2 0 16,-10 2 0-16,-7 6 0 15,-6 1 0-15,-7 9 0 16,-15 5 0-16,-7 4 0 16,-15 8-1-16,-14 5 1 0,-14 1-1 15,-9 7 1-15,-20 4 0 16,-10 5-1-16,-8 0 0 16,-10 5 0-16,-7 0-3 15,-5 5-4-15,-7 3-8 0,-13 4-9 16,-5 3-27-16,-12 4-24 15,-15 4-5-15</inkml:trace>
  <inkml:trace contextRef="#ctx0" brushRef="#br0" timeOffset="8049.47">6416 13714 207 0,'0'0'5'0,"0"0"3"0,16-11 5 16,4 2 4-16,6-8 1 0,15-3 2 15,14-10 3-15,12-10 1 16,20-1-3-16,17-12-2 16,17-4-3-16,13-7-4 15,16-3-2-15,6-5-1 0,16 0-1 16,-1-2-3-16,5-1 0 16,-1 6 0-16,-9 3-1 15,-7 8 0-15,-15 4-2 16,-14 10 1-16,-16 6-2 15,-22 11 0-15,-23 5-1 0,-14 9 0 16,-21 3-4-16,-11 6-5 16,-13 4-14-16,5 7-55 15,-23 6-1-15</inkml:trace>
  <inkml:trace contextRef="#ctx0" brushRef="#br0" timeOffset="11033.88">15258 11353 327 0,'0'0'7'0,"0"0"1"15,0-10 4-15,0 10 2 16,0-17 2-16,-6 5 1 0,-4-4 1 16,-2 1 1-16,-3-2-6 15,-8 0-1-15,2 2-3 16,-4 0-2-16,-5 3 0 0,-3 2-2 16,1 2-1-16,0 6-1 15,-5 2-2-15,-1 0 1 16,1 7-1-16,-5 6-1 15,1 2 1-15,0 2-1 16,-1 8 0-16,1 2 0 0,-1 4 0 16,3 4 0-16,4 3 1 15,1 1-1-15,4 6-1 16,2 2 1-16,3 3-1 0,3-1 1 16,1 1-1-16,7 0 1 15,2-1-1-15,1 0 1 16,4-1 0-16,5-1 0 15,2-3 1-15,0-2-1 16,5 1 1-16,8-6-1 0,-1 0 1 16,10-5 1-16,2-2 0 15,4-5-1-15,6-5 2 16,0-7-3-16,3 1 0 16,-3-11 0-16,3-2 0 0,0-1 0 15,-7-1 0-15,0-5 0 16,-2-1 0-16,-6-1 0 15,1 1 0-15,-6-1 0 0,1 1 0 16,-6 2 0-16,1 0 0 16,-4 0 0-16,-9 5 0 15,12-7 0-15,-12 7 0 16,0 0 0-16,0 0 0 0,0 0 0 16,0 0 0-16,0 0 0 15,0 0 0-15,0 0 0 16,0 0 0-16,0 0 0 15,0 0 0-15,0 0 0 16,0 0 0-16,3-8 0 0,1-6-52 16,-4 14-35-16</inkml:trace>
  <inkml:trace contextRef="#ctx0" brushRef="#br0" timeOffset="12332.41">14824 12041 282 0,'0'0'5'16,"0"0"3"-16,0 0 3 15,0 0 4-15,-7-4 0 16,7 4 2-16,-9-5 0 0,9 5 1 16,0 0-6-16,-13 0-2 15,13 0-4-15,0 0-1 16,0 9-1-16,0-9-1 0,15 16 1 15,-1-9 0-15,4 3 1 16,5-6 0-16,2 2 0 16,-1-3-1-16,3-3 0 15,-2 0 0-15,1 0-1 0,-6 0 0 16,-3 0 0-16,-8 0-1 16,2-3 1-16,-11 3 0 15,7 5-1-15,-7 4 1 0,-7 7 0 16,-4 1 0-16,-3 3 0 15,-4 4 0-15,1 4-1 16,-3-6 0-16,3 3-1 16,2-3-1-16,3-5 1 15,-1-4-1-15,8-1-1 0,5-12-2 16,-7 18-7-16,7-18-12 16,0 0-58-16,0 9-4 15</inkml:trace>
  <inkml:trace contextRef="#ctx0" brushRef="#br0" timeOffset="17516.36">17009 11347 263 0,'0'0'7'0,"0"0"4"0,0 0 0 16,0 0 3-16,-5-7 2 15,5 7 0-15,0-9 2 16,-3-1 1-16,3 0-5 0,-4-5-4 16,-1 2-2-16,0-6-1 15,-8-1-2-15,1 0-1 16,-4-5-2-16,-3 1-1 16,-3 0 0-16,-8 3 0 0,0-3-1 15,-5 0 0-15,-4 3 0 16,-4 1-1-16,-4-3-1 15,-5 8 0-15,-3-1 0 16,-5 3 0-16,-4 1 0 0,-6 1-1 16,1 4 2-16,-4 2-1 15,2 5 1-15,-1 0 0 16,-1 3 0-16,4 9-1 0,0 3 1 16,2 5 0-16,0 3-1 15,-1 1 0-15,1 8 0 16,0 0 0-16,-2 5 0 15,4 1 0-15,1 1 1 0,-4 3 0 16,6 0 1-16,0 7 0 16,-1-1 1-16,3 4-1 15,5 2 1-15,0 3 1 16,0 0 0-16,5 3 0 16,3 4-1-16,2-7 1 0,8 8-1 15,0-4 2-15,7 0-1 16,7 3-1-16,4 0-1 15,-1 3 1-15,2 2-1 16,3 3 1-16,-2 0-1 0,5-3 0 16,-4 1 0-16,4-6 0 15,0-7 0-15,4 3 1 16,1-9-1-16,-1-5 0 0,1-5 0 16,1-6 1-1,2-5-1-15,1-8 1 0,1-2 0 16,-1-8 1-16,3-4 2 15,0-8 4-15,0 0 2 0,0 0-3 16,0 0 1-16,0-18 0 16,0-1 0-16,3-9-2 15,-1-5-1-15,5-6-4 16,-1-5-1-16,4-11 0 16,-1 4 0-16,7-10 0 0,1-1 1 15,1 1-1-15,2-8 1 16,4-1-1-16,3-5 0 15,3 2 0-15,4-2 0 16,5-4 0-16,3 2 0 0,4-2 0 16,7 2 1-16,2 0-1 15,2 1 1-15,5 1 0 16,3 3 0-16,4 0 0 0,0 6 0 16,9 1-2-1,-4 6 1-15,3 2-1 0,2 2 1 16,6 8 0-16,0 1-1 15,-1 3 1-15,6 9-1 0,-4 1 1 16,-1 5-1-16,2 3 1 16,-2 8-1-16,-6 8 0 15,1 4 1-15,-4 5 0 16,-3 2 0-16,-4 8 0 0,-2 8 0 16,-2 1 0-16,-8 6 1 15,0 7 0-15,-4 0 1 16,-4 11-1-16,-4-1 1 15,-1 8 0-15,-4 0 1 16,-2 6 0-16,-6-2-1 0,0 8 0 16,-4-1 0-16,-7 7 0 15,-1-4-1-15,1 6 1 16,-9-5-1-16,3 1 1 0,-5 1-2 16,0-4 0-16,-3-7 0 15,0-1 0-15,-1-3 0 16,1-8 0-16,-2-1 0 15,0-4 0-15,-3-7 0 0,2-5 0 16,-2-5 0-16,-2-6 0 16,0-4 0-16,2-2 0 15,-2-10 0-15,0 0 0 16,0 0 0-16,0-10 0 0,0-5 0 16,0-7 0-16,0-3 0 15,0-10 0-15,0-8 0 16,0-1 0-16,-2-6 0 15,2-2 0-15,0-4 0 16,-6 1 0-16,1-4 0 0,0 0 0 16,-4 2 0-16,-4-3 0 15,3 2 0-15,-7 0 0 16,-3 1 0-16,-5 1 0 16,-2 2 0-16,-6 3 0 0,-1-1 0 15,-8 5 0-15,-1 0 0 16,-6 2 0-16,-4 5 0 15,-6 3 0-15,-3 0 0 0,-3 5 0 16,-4 2 0-16,-4 2 0 16,-3 6 0-16,-4 2 0 15,1 6 0-15,-4 1 0 16,0 6 0-16,0 2-2 0,-4 5 1 16,0 0 0-16,0 10-1 15,-3 3 2-15,1 1-2 16,1 5 2-16,0 6-1 15,3 0 1-15,1 5 0 0,1 1 0 16,2 3 1-16,3 2-1 16,7 4 1-16,-3 6-1 15,6-2 2-15,3 3-1 16,1 2-1-16,4 7 1 16,2 0 0-16,7 3-1 0,1 3 0 15,6 3 0-15,3 1 0 16,4 5 0-16,8-2 0 15,1 0-1-15,3 5 1 0,8-3 1 16,-1 1-1-16,9 1 2 16,-3-3-2-16,6 3 0 15,3-4 0-15,1-2 0 16,2-2 0-16,0-1 0 0,5-2 0 16,1-2 0-16,-1-6 0 15,2-1 0-15,-2-2 0 16,-1-4 0-16,5-2 0 15,-5-6 0-15,4-4 0 0,-4-2 0 16,4-7 0-16,-6-6 0 16,4-5 0-16,-4 0 0 15,-2-15 0-15,5 10 0 16,-5-10 0-16,2-12 0 0,-2-6 0 16,3-5 0-16,-1-6 0 15,1-11 0-15,1-10 0 16,1-11 0-16,1-3 0 15,1-8 0-15,1-2 0 0,5-6 0 16,-1-1 0-16,0-1 0 16,3 0 0-16,4 3 0 15,3 0 0-15,4 0 0 0,-1-1 0 16,6-3 0-16,5 3 0 16,3-2 0-16,7-3 0 15,0 6 0-15,9-3 0 16,2 3 0-16,8 2 0 15,2 5 0-15,6 3 0 0,1 2 0 16,4 6 0-16,5 3 0 16,2 6 0-16,-1 6 0 15,4 1 0-15,0 7 0 0,2 6 0 16,2 5 0-16,0 6 0 16,2 3 0-16,3 5 0 15,-5 9 0-15,3 4 0 16,-5 4 0-16,4 9 0 15,-10 5 0-15,0 5 0 0,-7 10 0 16,-2 5 0-16,-8 1 0 16,-5 7 0-16,-5 4 0 15,-7 4 0-15,-5 7 0 16,-11 0 0-16,1 3 0 0,-10 3 0 16,-2-1 0-16,-9 0 0 15,2-2 0-15,-10-5 0 16,2-2 0-16,-6-7 0 15,4-3 0-15,-6-13-3 0,3-11-64 16,-1 4-18-16</inkml:trace>
  <inkml:trace contextRef="#ctx0" brushRef="#br0" timeOffset="18232.38">13806 12931 365 0,'0'0'7'0,"0"-10"1"0,8 0 2 0,-6 1 0 15,6-2 0-15,1-3 1 16,2 1 0-16,3 3 1 15,4 5-6-15,-1 5 0 0,8 10-1 16,2 5 0-16,6 7-1 16,4 5 0-16,0 6-1 15,3 1 0-15,5 1-1 16,-3-1-1-16,-5-2-1 16,3-1 0-16,-5-6 0 15,-6-1 0-15,-4-6 0 0,-4-4 0 16,-7-3 1-16,-2-4 2 15,-12-7 1-15,16 0 1 0,-7-7 0 16,2-9 1-16,3-9-2 16,6-7-4-16,6-7 0 15,2-4 0-15,8-4 0 16,1 1 0-16,3 1 0 0,1 2 0 16,5 9 0-16,-12-1-4 15,8 10-30-15,6 3-51 16,-18 5-2-16</inkml:trace>
  <inkml:trace contextRef="#ctx0" brushRef="#br0" timeOffset="19153.38">16845 12156 352 0,'0'0'8'0,"0"0"4"0,0 0 3 15,-7-13 1-15,7 13 1 0,0 0 1 16,-5-10 1-16,5 10-1 16,0 0-7-16,0 0-5 15,0 0-2-15,0 0-1 16,9 10-1-16,6 3-1 0,8 2 0 16,6-1-1-16,4 6 2 15,7 0-1-15,2-4 0 16,0 1 0-16,1-3 0 15,-6-2-1-15,0-2 2 16,-8-5-2-16,-3 0 0 0,-1-2 0 16,-6-1 0-16,-1-2 0 15,-4 0 0-15,-3-5 0 16,-1-5 0-16,-6-5 0 16,1-2 0-16,-2-10 0 0,-3-8 0 15,2-4 0-15,-2-8 0 16,0-3 0-16,3 0 0 15,0-2 0-15,2 4 0 16,4-2 0-16,1 0 0 0,15-7-31 16,-3 9-58-16</inkml:trace>
  <inkml:trace contextRef="#ctx0" brushRef="#br0" timeOffset="25034.78">5887 12812 458 0,'0'0'0'16,"0"0"0"-16,0 0 0 15,-5-7 0-15,5 7 0 16,0 0-1-16,-2-15-1 0,2 5-1 16,5-2 0-16,2-1 0 15,4-2 0-15,1 0-1 16,5-2 1-16,-2-2 0 15,5-2 2-15,-3 1 0 0,3-1 1 16,3-3 0-16,4-2 1 16,1-4-1-16,6-2 1 15,1 0 0-15,9-5 0 16,9-3-1-16,-1-4 0 0,13 1 0 16,-3 1-1-16,7 0-1 15,5 2-1-15,1 1-1 16,4-1 0-16,4 5 0 15,4 1 0-15,-2 6 0 0,2 0 1 16,-1 3 1-16,1 6 0 16,0 5 1-16,0-1 2 15,3 5-1-15,-3 8 2 16,-1-1 0-16,1 3 0 0,0 7 0 16,0 5 0-16,5 3 0 15,-9 8 0-15,3 1-1 16,-6 6 1-16,2 3-2 15,-3 4 1-15,-1 5 0 0,-2 4 0 16,-4 4 0-16,1 5-1 16,-2 2 1-16,-1 0-1 15,0 8 1-15,-3-5 0 16,-5 8-1-16,-2 1 0 0,-3 3 1 16,-13-2-1-16,-4 1 1 15,-5 4-1-15,-11 2 1 16,-1-4 0-16,-11 5 0 15,-4-4-1-15,-5 3 0 0,-3 0 1 16,-3-3 0-16,-7 5 0 16,-2-2 0-16,-6-1 0 15,-6 1 1-15,-4 3-1 0,-6-1 0 16,-7 0 0-16,-9 0 1 16,-6 1-1-16,-9-1 0 15,-5 1 1-15,-7-1-1 16,-5-7 2-16,-4-1 0 15,-4-4 0-15,-2-2 1 16,3-8 0-16,2-5-1 0,2-10 1 16,6 0-1-16,4-10 0 15,8-4 0-15,7-6 0 16,8-4 0-16,10-7 0 0,7-3 0 16,10-1 0-16,5-4-1 15,8-1 0-15,12-2 0 16,-12 0-2-16,12 0-2 0,0 0-4 15,-2-5-9-15,2-7-41 16,0 5-27-16,0-11-4 16</inkml:trace>
  <inkml:trace contextRef="#ctx0" brushRef="#br0" timeOffset="25749.37">6135 12026 443 0,'0'0'-1'0,"0"0"-1"0,-7 6 0 16,0 6 0-16,-4 6 0 0,-3 9 0 16,0 7 0-16,-7 8 1 15,1 13 0-15,-7 0 1 16,3 9 0-16,-4-5 0 0,-2 3 0 16,-4-6 0-16,-2 0 0 15,4-7 0-15,-3-9 0 16,8-8 1-16,3-4 1 15,6-10 0-15,3-4 1 0,15-14 2 16,-8 12 0-16,16-12 1 16,14-3 1-16,10-6-1 15,11-4 0-15,9 1-1 16,18-5 0-16,4-5-1 0,13-1-1 16,3 3-1-16,4-3-1 15,1 9-2-15,-6-4-4 16,-4 9-9-16,-13 6-37 15,-6-2-31-15,-8 3-2 16</inkml:trace>
  <inkml:trace contextRef="#ctx0" brushRef="#br0" timeOffset="26483.26">7885 14477 500 0,'0'0'0'0,"-2"0"-2"0,-8 5 0 16,-3 10-1-16,-4 6 1 15,-6 14 1-15,-9 10-1 16,-7 9 0-16,-9 10 0 15,-3 9 2-15,-9 4 1 0,-2 0-1 16,-6-6 1-16,1-4-1 16,5-11 1-16,7-3 0 15,6-16 1-15,17-5 1 16,14-8 0-16,15-10 0 16,19-9 0-16,26-5-2 0,31-15-4 15,26-20-19-15,21-5-60 16,34-18-3-16</inkml:trace>
  <inkml:trace contextRef="#ctx0" brushRef="#br0" timeOffset="34349.44">10977 6519 204 0,'0'0'7'0,"0"0"4"0,0 0 5 16,-4 6 2-16,4-6 1 15,0 0-1-15,-3 10-1 16,3-10 0-16,-2 9-7 0,2-9-4 15,0 23-4-15,0-1-3 16,0 0 0-16,0 14-1 16,2 5 2-16,5 9 1 15,0 4-1-15,0 11 1 0,3 1 0 16,-2 7 1-16,1 10 0 16,1 10 0-16,-3 2-1 15,-1 7 0-15,1 7 0 0,-4 13 0 16,-2-3 0-16,-1 9 0 15,0 1 0-15,0-2 0 16,-1 4 0-16,-4 1 1 16,-2-1 0-16,-2-3 0 15,0 4-2-15,-1-3-4 0,-3-3-3 16,4-2-4-16,-1-9-10 16,-1-7-16-16,-1-10-29 15,5 5-9-15</inkml:trace>
  <inkml:trace contextRef="#ctx0" brushRef="#br0" timeOffset="35199.33">10952 7461 221 0,'0'13'6'0,"0"12"2"15,0 14 4-15,0 8 1 0,-3 21 1 16,3 10 1-16,-2 19 2 16,-2 11 0-16,2 5-6 15,0-2-3-15,2 8-2 16,-3 5-1-16,3-1-2 15,0 4-1-15,0 4-1 0,5 9-1 16,1-1 0-16,1 5 0 16,0 5 0-16,2 2-2 15,2 5 0-15,-1 0 1 0,-3 6-1 16,6 4 0-16,-8 2 0 16,2 0-1-16,0 6 2 15,-2 0 1-15,1 3 0 16,-3 8 0-16,-1-6 0 15,-2 2 1-15,0 3 0 0,0 7 0 16,-2-8 0-16,-1-5-1 16,1 5 0-16,-2-7-1 15,2 3 0-15,-1-6 0 16,1 4 0-16,0-7 0 0,2-3 2 16,-3 1-3-16,3-5 2 15,-2-5 0-15,2-2 0 16,-5-1 1-16,5-11-1 15,-2-4 1-15,-1-9-1 0,-3 1 0 16,4-13 0-16,-3-13-1 16,0 1-3-16,1-11-4 15,-1-12-15-15,2-3-21 16,-8-15-24-16,9-12-2 0</inkml:trace>
  <inkml:trace contextRef="#ctx0" brushRef="#br0" timeOffset="36999.37">9977 6963 151 0,'0'0'1'0,"-12"11"1"0,-1 0 1 0,-5 4 3 16,-1 10 0-16,-8 0 2 16,-6 11-1-16,-4 2 2 15,3 7-2-15,1 7 0 16,4 1-2-16,-1 3-1 0,2-1-1 16,8 7-2-16,3-3-1 15,2 2 0-15,8 0 0 16,4-10 1-16,3 8 1 0,12-6 0 15,6 1 3-15,7 1-1 16,7-8 3-16,5 3 1 16,10-9 0-16,3 3 1 15,9-6-2-15,6-3 2 0,10-5-1 16,4-6 0-16,9-1-1 16,5-6-1-16,7-4-1 15,10-3 1-15,-4-8-1 16,9-2 0-16,2-5-2 0,-4-5 1 15,7-2-1-15,-1-6 0 16,-2-2 1-16,-5 0-1 16,-3-4 0-16,-4-1-1 15,-6-5 1-15,-2 2 0 16,-10-3-1-16,-6-2 1 0,-8-1-1 16,-8-3 0-16,-10 1 2 15,-4 3 1-15,-10-2 2 16,-12 5 3-16,-9 0 1 15,-3 3 0-15,-12 0 0 0,-2 2 0 16,-3 0-2-16,-8 3-1 16,-5-6-2-16,-1 4-2 15,-6-1-3-15,1-2 0 0,-7 5 0 16,1-1-1-16,-2 3 0 16,-3 4-1-16,-2 2 0 15,-3 5 0-15,3 2 0 16,0 1 0-16,-1 4 1 0,4 2 0 15,1 0 1-15,3 0 0 16,5 0-1-16,8 0 0 16,2 2 0-16,10-2 0 15,-13 0-2-15,13 0-2 16,0 0-1-16,0 0 0 0,0 0-1 16,0 0-1-16,0 0-1 15,11 0-2-15,-11 0-4 16,9 0-7-16,-9 0-18 15,15 2-34-15,-15-2-5 0</inkml:trace>
  <inkml:trace contextRef="#ctx0" brushRef="#br0" timeOffset="37699.55">11771 7491 88 0,'0'0'18'0,"0"0"5"15,0 0 4-15,0 0 3 16,0 0 3-16,0 0-1 0,2 0 3 16,-2 0 1-16,0 0-14 15,0 0-5-15,0 0-2 16,0 0-3-16,0 0-3 15,0 0-3-15,0 0-2 0,0 0-2 16,6 12-1-16,-6-2-1 16,0 1-1-16,0-3 0 15,0 10 0-15,0-1 1 16,0 1-1-16,0 0 0 0,0-2 0 16,-2-3 0-16,-2-1-1 15,2-2 1-15,2-10 0 16,-5 7 1-16,5-7 1 15,0 0 2-15,0 0 1 0,0 0 1 16,0-12 0-16,0 2 2 16,0-1 1-16,-2-2-1 15,-3-5 1-15,0-1 0 16,0 4 0-16,-4-3 0 16,5 5-1-16,-1 5-1 0,-2 0 0 15,7 8-2-15,0 0 0 16,-5-10-1-16,5 10-2 15,0 0 0-15,8-7-1 0,-1 1 1 16,11 1-1-16,1-5 0 16,13 0 1-16,18-6 0 15,17-7-1-15,18-12-13 16,24-5-68-16,21-9-2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2:26:28.786"/>
    </inkml:context>
    <inkml:brush xml:id="br0">
      <inkml:brushProperty name="width" value="0.05292" units="cm"/>
      <inkml:brushProperty name="height" value="0.05292" units="cm"/>
      <inkml:brushProperty name="color" value="#FF0000"/>
    </inkml:brush>
  </inkml:definitions>
  <inkml:trace contextRef="#ctx0" brushRef="#br0">620 3171 198 0,'0'0'7'0,"0"0"3"16,-10-5 3-16,10 5-1 16,0 0 2-16,0 0 0 15,-10-5 0-15,10 5-1 0,0 0-7 16,0 0-3-16,0 0 0 15,12 0-1-15,-2 0 0 0,5 0 0 16,5 2 0-16,2-2 2 16,8 3 1-16,2 0 0 15,5-1-1-15,-1-2 0 16,8 2 0-16,1-2 0 16,2 0 0-16,1 4-1 0,-1 0 0 15,5-1-1-15,0-2 0 16,5 2-1-16,3 0 0 15,-3 4 0-15,5-7 0 16,-2 3 1-16,4-2-2 0,1 4 1 16,4-2-1-16,-1-3 3 15,-6 3-3-15,7-1 0 16,-2-2 0-16,0 5 1 16,2-5-1-16,2 5 0 15,1-5 1-15,-1 2-1 0,7 3 1 16,-4-2 0-16,3 2 0 15,2-3 0-15,-1 1 0 16,-2 2-1-16,4-3 1 0,0-2 0 16,-3 2 0-16,3-2-1 15,-4 3 0-15,4-3 1 16,-3 0-1-16,0 0 0 16,2 0 1-16,-1 0-1 15,-2 0 2-15,4 0-2 0,2-3 1 16,-3 3 0-16,-1-2 0 15,1 2 0-15,3 0-1 16,-4 0 1-16,1 0-1 0,-2 0 1 16,0 0-1-16,3 0 1 15,-6 0-1-15,3 0 1 16,0 0-1-16,-2 0 0 16,1 0 1-16,-1 0-1 0,0 0 0 15,-4 0 1-15,5 2-1 16,-2-2 0-16,6 3 1 15,-6-3-1-15,3 0 1 16,2 0 0-16,3 0 0 0,0 0 1 16,-2-5-1-16,4 5 1 15,4-2-1-15,-7-6 1 16,8 6-1-16,-1-3 0 16,-1 2 0-16,0-2-1 0,5 1 1 15,-4 0 0-15,4-2-1 16,4 0 0-16,0 1 1 15,-1-2-1-15,2 0 0 16,-1 0 0-16,-1-3 0 0,-1 2 1 16,5-2-1-1,-3 3 0-15,-2-3 0 0,-2 2 0 16,0-1 1-16,2 1-1 16,1 1 0-16,-1-1 0 0,-2 1 0 15,2 0 0-15,-2-2 0 16,2 5 0-16,-2-3 0 15,0 2 0-15,0-3 0 16,-3 3 1-16,-1-2-1 16,1 2 0-16,-7 0 0 0,5-1 0 15,-5 5 0-15,0-5 1 16,-2 5-1-16,-1-5 0 16,0 3 0-16,-2 1 1 15,1 0-1-15,-2 2 0 0,2-4 0 16,-4 3 0-16,1 1 0 15,-1-3 1-15,-1 3-1 16,1-2 0-16,-5 2 0 0,4-2 1 16,-4 2-1-16,0-3 0 15,-4 3 0-15,2-3 0 16,1 3 0-16,-1-3 1 16,0 3-1-16,-5 0 0 0,2 0 0 15,1 0 0-15,-3 0 0 16,-3 0 1-16,-1 0-1 15,0 0 0-15,3 3-1 16,-4 0 1-16,1 0 0 16,-4-3 0-16,1 2 0 0,-1 0 0 15,-1 1 0-15,-4-2 0 16,-1-1 0-16,1 6 0 16,-2-4 0-16,2 1-1 0,2 3 1 15,-4-5 0-15,2 2 0 16,1 1 0-16,-1-1 0 15,-6 2 0-15,2-2 0 16,2 2-1-16,-7 0 1 16,5-1 0-16,-3 2 0 0,0-1 0 15,3 0 1-15,-1 0-1 16,4-3 1-16,-6 2-1 16,6 0 1-16,-7 2-1 15,4-2 0-15,0-2 1 0,-3 3-1 16,-2-1 0-16,0 2 0 15,2-3 0-15,-2 1 1 16,0-1-1-16,-1 2 0 16,3-5 0-16,1 2 0 0,-1 0 0 15,1-2 0-15,1 3 0 16,-2-3 0-16,1 0-1 16,1 2 0-16,-7-2-1 15,3 3 0-15,2-3 0 0,-2 2-1 16,3-2 1-16,-6 3-1 15,-1-3 1-15,2 2 1 16,0-2 0-16,4 0 1 16,-5 0 0-16,-3 0 0 0,4 0 0 15,-1 0-1-15,1 0 1 16,-1 0 0-16,-5 0 0 16,2 0 0-16,1 3-1 15,-2 0 0-15,2-3 1 0,0 2-1 16,-3 0 0-16,0 3 1 15,0-2-1-15,1-1 0 16,1 1 1-16,3-1 0 16,-2 4-1-16,3-4 1 0,-3 0 0 15,-1-2 0-15,1 0 0 16,2 0 0-16,-2 0 0 16,-3 0 0-16,4-2 0 0,-4-3 1 15,3 2-1-15,2-2 0 16,-3 0 0-16,1 0 0 15,2 1 0-15,1 1 0 16,-1-2 0-16,3 2 0 16,-3-2 0-16,3 0 0 0,0-2 0 15,2 2 0-15,-2-2 0 16,4-1 0-16,-4 1-1 16,3-3 1-16,-2 2 0 15,-1-4 0-15,3 2-1 0,-6 0 1 16,0-2 0-16,-2-1 0 15,3 1 0-15,-1-2-1 16,-5-1 1-16,3-1 2 0,-8-3-1 16,8 0 1-16,-8-6-1 15,3 2 1-15,-8-4-1 16,3-1 1-16,-5-1 0 16,-2-1-2-16,-1 0 0 15,-2 1 0-15,-3-9 1 0,0 5-1 16,-1 0 0-16,-2-3 0 15,1 5 0-15,-5-2 1 16,1-1 0-16,-4 4 1 16,0 0 0-16,-2 3 0 15,0 5-1-15,-7-6-1 0,-1 4-1 16,1-4-1-16,-5 3-2 16,-1 3 1-16,-2 0 0 15,-3-3 0-15,2 3-1 0,-5 2 3 16,-1 0 0-16,-3 3 1 15,3 0 0-15,-5-1-1 16,-1 1 1-16,-4 3-1 16,0-2 1-16,-3 1 0 0,0-7 0 15,-3 2 0-15,-1 0 1 16,-3 1-1-16,-1-1 0 16,4 0 0-16,-8 0 0 15,-1 4 0-15,-2-1 0 0,1 3 1 16,-3-1-1-16,-3 0 0 15,-5 3 0-15,0-2 0 16,-5-2 1-16,-1 4-1 16,-1-1 0-16,-5 1 0 0,-3 0 0 15,1 2 1-15,-6-1-1 16,4 4 0-16,-4 0 0 16,-3 2 1-16,44 5-4 15,-8-6 1-15,-1 5-1 0,-1-2 1 16,-5 3 0-16,-1-4-2 15,0 4 2-15,-7-3 0 16,0 0 2-16,-5 1 0 16,2-1 0-16,-10 1 1 0,6 2-1 15,-8-5 0-15,0 2 0 16,-2 1 0-16,1 0 1 16,-1 2-1-16,-1-3 0 15,3 1 0-15,3-1 1 16,-3 0-1-16,0 1 0 0,0 2 0 15,4-2 0-15,-3 2 0 16,-2-3 0-16,7 3 0 16,-7-3 1-16,4 3-1 15,-4-2 0-15,2 2 0 0,-2 0 1 16,-1 0-1-16,-3 0 0 16,3 0 0-16,-3 0 0 15,-3 0 0-15,0 2 0 0,4 1 0 16,-8-3-1-16,1 3 2 15,-4-1-1-15,3 0 0 16,-3 1 0-16,32 2 4 16,-37 0-4-16,-2-5 0 15,0 2 1-15,-4 1-1 16,4-2 0-16,-7-1 1 0,3 4-1 16,-3-4-2-16,5 0 2 15,-9 0 0-15,8 0 0 16,-10 0 0-16,8-4 1 0,-6 0-1 15,14 4 0-15,-6-2 0 16,-2-3 1-16,4 3-1 16,-2-4 0-16,0 2 1 15,3-4-1-15,-3 4 0 16,3-2 1-16,-1 1-1 0,3-1 0 16,-2 0 0-16,2 1 1 15,-2-1-1-15,-1-1 0 16,3 3 0-16,-2 1 0 15,2-2 0-15,-2 0 0 0,2 0 0 16,-3 3 0-16,1 0 0 16,2-1 0-16,-2 0 0 15,2-2 0-15,-3 3-1 0,1-1 1 16,2-2 0-16,0 3 0 16,0 0-1-16,1-1 1 15,-4 0-1-15,3 1 1 16,0-1 0-16,3-2 0 15,-3 3 0-15,3-3 1 0,2 3-1 16,0-6 0-16,0 5 0 16,0-1 1-16,2-1-1 15,1 0 0-15,2-2 0 16,-2 2 0-16,7 0 0 0,-3-1 0 16,3-1 0-16,0 2 0 15,0 0-1-15,2 0 1 16,-1-2 0-16,1 3 0 0,6-2 0 15,-6 4 0-15,3-4-1 16,2 3 1-16,-1-1 0 16,0 0 0-16,5 1 0 15,-1-2 0-15,-2 2 0 0,4-3 0 16,0 5 0-16,-3-2-1 16,7-1 1-16,-4 1 0 15,1 3 0-15,1-5-1 16,1 2 0-16,0 1 1 15,3-3 0-15,-1 2 0 0,-2 1-1 16,-1-2 1-16,4 1 0 16,-1 0 1-16,3 0-1 15,0 2 0-15,2-2 0 16,-2-1 0-16,5 0 0 0,1 2 0 16,-1 0 0-16,2-4 0 15,-3 6 1-15,6-3-1 16,0 2 0-16,2 1 0 15,0 0 0-15,4 0 1 0,-2 0-1 16,1 0 0-16,2 0 0 16,-2 0-1-16,0 0 1 15,2 0 0-15,0 0 0 16,3 0 0-16,0 1 0 16,-1-1-1-16,4 3 1 0,-3 0 0 15,4 0-1-15,-1-1 1 16,4 4-2-16,0-5 2 15,-2 6-1-15,2-1 0 16,2-1 1-16,-1 2-1 0,4 0 0 16,0 1 0-16,1 2 0 15,4 0 0-15,0-2 1 16,0 0-1-16,0 1 0 0,3 3 0 16,-3-2 0-16,2 0 0 15,1 2 1-15,3-2-1 16,-2 2-1-16,4-1 1 0,-3 1 1 15,3-3 0-15,-3 4 0 16,3-1 0-16,-4 1-2 16,4-1 2-16,0 1 0 15,0-2-1-15,-1 2 0 16,-7 12 2-16,-10 0 0 16,3-2 1-16,2-4-2 0,3 3 1 15,2-5-1-15,3 1 2 16,2-3-1-16,8 2-4 15,-6 0 2-15,6 3-1 0,-1-1 0 16,1 5 0-16,5 0 1 16,-4 1-1-16,0 5 0 15,3-1 0-15,5 1 1 16,-2 7-1-16,2-6 1 16,3 6-1-16,0-1 1 0,0 1 2 15,0 10 2 1,6 1-1-16,-1 6 0 15,3 1 1-15,3 4 1 0,2 0-1 16,-1 10 2-16,4-4-3 16,3-3 0-16,1-2-1 15,5 7 0-15,-3-3 1 16,5-2-1-16,-2 4 1 0,5 1-1 16,0 1 2-16,2 2-2 15,-4-4 0-15,-1 5-11 16,0 6-19-16,-15 1-39 15,16 0-7-15</inkml:trace>
  <inkml:trace contextRef="#ctx0" brushRef="#br0" timeOffset="817.92">299 3181 150 0,'0'0'4'0,"0"0"-2"15,0 0-1-15,0 0 0 0,0 0 0 16,12-8 2-16,4 6-2 16,11-6 0-16,8 1-1 15,14-1 1-15,6-2-3 16,12 3-24-16,8 2-22 0,2 0 0 16</inkml:trace>
  <inkml:trace contextRef="#ctx0" brushRef="#br0" timeOffset="11933.85">6901 5120 279 0,'0'0'5'0,"0"0"1"0,0 0 3 16,0 0-2-16,0 0 1 15,0 0 0-15,0 0-2 16,0 0 0-16,0 0-3 15,0 0-1-15,0 0 0 16,0 0 0-16,11 0 0 0,-4 0 2 16,5 3 2-16,3-1 0 15,7-2 2-15,1 3-2 16,2-1 2-16,4-2-3 16,6 2 2-16,0-2-2 0,4 3 0 15,4-3 0-15,4 0-1 16,8 0-1-16,2 0 0 15,10-3 0-15,6 1-1 16,1-3 0-16,8 0 0 0,10-2-1 16,2 3 1-16,3-4-1 15,9 2-1-15,2-1 1 16,1 3 0-16,8 1-1 0,2-2 1 16,3 0 1-16,2 1-2 15,3 3 0-15,-3-2 0 16,7 1 1-16,-1 0-1 15,-1 2 0-15,2 0 1 0,1 0-1 16,3 0 0 0,-4 0 1-16,0 2-1 0,-4 0 0 15,2 1 1-15,-4-3-1 16,-6 1 0-16,-5-1 1 16,-4 0-1-16,-11 0 0 0,-7 0 0 15,-4 0 1-15,-10 0-1 16,-7-1 1-16,-9 1 0 15,-11-5 0-15,-5 3 0 16,-14 2 0-16,-7-3-1 0,-8 0-5 16,-4 1-6-16,-13 2-12 15,0 0-44-15,-11 8-11 16</inkml:trace>
  <inkml:trace contextRef="#ctx0" brushRef="#br0" timeOffset="12718.83">6827 5161 182 0,'0'0'3'0,"12"-1"1"0,1-2 2 16,11 1 3-16,5 0 1 16,12-1 0-16,8-2 2 0,9 0 2 15,9 3-2-15,3-4-2 16,9 4-1-16,8-3-2 16,5 5 1-16,14-5-3 15,4 2-1-15,17 1 0 0,6-3-1 16,9 4-2-16,5-5 1 15,10 1-1-15,2-1 0 16,2 2 1-16,8 0 1 16,0-2-1-16,5 4 1 15,3-7 0-15,-2 5 0 0,-3 0 0 16,0-2 1-16,-1 1-1 16,-7 0 1-16,-8 0-1 15,-7 1 1-15,-9-2 1 0,-7 1 1 16,-15 0 2-16,-19 3 0 15,-14 0 3-15,-16-3 1 16,-19 2 1-16,-15 3 1 16,-13-2-1-16,-5 2-1 0,-17 0-2 15,0 0-1-15,0 0-3 16,-9-3-3-16,-1 3-6 16,-3 0-10-16,2 0-32 15,-3 0-36-15,0 0-2 0</inkml:trace>
  <inkml:trace contextRef="#ctx0" brushRef="#br0" timeOffset="13833.55">1681 5965 233 0,'0'0'3'0,"0"0"1"0,0 0-4 16,0 0 1-16,0-12 2 15,0 12 4-15,7 0 2 0,5 0 4 16,6 0-1-16,7 2 1 16,5 0 2-16,14 1 0 15,6-3-2-15,15 3-3 0,2-3-3 16,15 0-3-16,5 0 0 15,8 0-2-15,11 0 0 16,4 0 0-16,3 0 0 16,4 0 0-16,5 0-1 15,7 0 0-15,4 0 0 0,-4-3 0 16,2 0-1-16,0 3 1 16,4-2-1-16,-8 0 0 15,-1 2 2-15,-6-3-2 16,-7 0 1-16,-5 3 1 0,-4-2-1 15,-11-3 1-15,-5 5-1 16,-5-2 1-16,-14-1 0 16,-7 2 0-16,-5 1-1 15,-12 0-1-15,-13-4-2 0,-2 4-1 16,-12-2-5-16,-6 2-11 16,-12 0-37-16,0 0-17 15</inkml:trace>
  <inkml:trace contextRef="#ctx0" brushRef="#br0" timeOffset="14336.94">1703 5978 182 0,'0'0'6'0,"6"8"3"16,6 1 5-16,2-1 3 16,19 0 0-16,4 3 2 15,15-1 0-15,18 0 0 0,9-8-4 16,13 1-3-16,15-3-4 16,15 0-2-16,7-3 0 15,7-7 1-15,11 0 0 16,0-3 1-16,5 5-2 15,-1-9 2-15,-1 6-1 0,-8-4 0 16,3 5-2-16,-8-2-1 16,-13 4-1-16,-7 1 0 15,-12 1-1-15,-17 5-1 0,-10-2 0 16,-14 3 0-16,-11 0-4 16,-18 0-9-16,-3 0-42 15,-15 7-18-15</inkml:trace>
  <inkml:trace contextRef="#ctx0" brushRef="#br0" timeOffset="32516.85">1502 4166 270 0,'0'0'4'0,"0"0"2"15,0 0 0-15,-5 0 1 16,5 0 1-16,-15-4 1 16,5-1 4-16,-5 2 1 0,-2-2-2 15,-6-2-1-15,-2 2 1 16,-2-3 1-16,-3 3-2 16,1-2-3-16,-4-1-1 15,-2 3-2-15,1-3-3 0,-1 1 1 16,-2 0-1-16,0 3-1 15,-6-4 0 1,1 3 0-16,0 3-1 0,-6-1 0 16,4 3 0-16,-6 0 0 15,0 0-1-15,1 3 1 0,4 1-1 16,5 4 0-16,3-1-1 16,7 3 1-16,3 1-2 15,7 0 1-15,5 4-1 0,5 0 0 16,0 3 0-16,8 2 0 15,-3 5 1-15,5 4-1 16,0 2 1-16,0 5 0 16,2 9 1-16,3 1 0 0,0 8 0 15,0 7 0-15,-3 3 2 16,4 2-1-16,-4 11 1 16,-2 3 0-16,3-1-1 15,-3 5 1-15,0 0-1 16,0 1 0-16,0 1 1 0,0-2 0 15,0-2 0-15,0 2 1 16,0-7 0-16,0-1 0 16,0-1 1-16,0-3 0 15,0-7-2-15,-3-3 0 0,3-6-1 16,-2-6 1-16,-1-5-1 16,-2-8 1-16,2-2 0 15,1-6-1-15,-3-1 2 0,3-8 0 16,-1-2 0-16,-4-7 0 15,5 1 1-15,2-12 0 16,-11 12-1-16,11-12 1 16,-7 9 0-16,7-9-1 0,0 0 0 15,0 0-1-15,-10 1 0 16,10-1-2-16,0 0-1 16,0 0 1-16,0 0-2 15,15 0 1-15,7-1-1 0,10-5 2 16,16 3 0-16,12-1-4 15,14-4-15-15,-5 4-54 16,36 1-3-16</inkml:trace>
  <inkml:trace contextRef="#ctx0" brushRef="#br0" timeOffset="53485.66">19263 12589 305 0,'-8'-12'-59'0,"3"-3"-5"15</inkml:trace>
  <inkml:trace contextRef="#ctx0" brushRef="#br0" timeOffset="58950.18">16132 3961 262 0,'0'0'8'0,"0"0"5"0,0 0 5 16,0 0 3-16,0 0 1 15,0 0 2-15,0 0 2 16,0 0-2-16,0 0-7 16,0 0-5-16,0 0-5 0,0 0-3 15,-5 7-3-15,5 3-1 16,0 4 0-16,0 7-1 15,0 8 1-15,0 2 0 16,0 9 0-16,0 1 1 16,0 3 0-16,0 6-1 15,0 0 2-15,0 5-1 0,-3-4 0 16,3 2 0-16,-2 1 2 16,0 1-1-16,-4-1 1 15,4 0 1-15,-3-2-1 0,-2 0 1 16,2-2-1-16,-3 0-1 15,5-6 1-15,-2 1-1 16,3-3-1-16,0-3 0 0,2-9 0 16,-3 2 0-16,3-4 0 15,0-5-1-15,-2-5 1 16,2-2-1-16,0-4 0 16,0-5 1-16,0-7-1 0,0 10 0 15,0-10 1-15,0 0 0 16,0 0 0-16,0 0 1 15,0 0 0-15,0 0 1 16,0 0-3-16,0 0 0 16,0 0 0-16,0 0 0 0,0 0 0 15,0 0-5-15,0-2-9 16,-3-9-14-16,-14 3-57 16,17 8-2-16</inkml:trace>
  <inkml:trace contextRef="#ctx0" brushRef="#br0" timeOffset="60250.88">16095 4560 219 0,'0'0'5'0,"0"0"3"0,0 0 4 16,0 0 3-16,0 0 1 15,0 0 2-15,-2 6 0 16,2-6 0-16,0 0-6 15,0 0-3-15,0 0-2 0,0 0-2 16,4 4-2-16,-4-4 1 16,15 3-1-16,-5-3 1 15,5 3 0-15,5-3 2 0,5 2-2 16,-2-2 0-16,13 0-1 16,2 0 0-16,8 0 0 15,9-2-1-15,7-4 0 16,8 2 0-16,10-3-1 0,9-1 1 15,6-1-1-15,11 1 1 16,6 0-1-16,5 0 0 16,10-1-1-16,6-2 0 15,5 4 0-15,3-2-1 0,10 3 0 16,1-2-1-16,7 1 0 16,2 5-1-16,6-3 1 15,4-1-2-15,3 5-1 16,3-5-2-16,7 1 0 0,-5 1-2 15,5 1 0-15,2-5 2 16,-2 6 0-16,-6-6 1 16,-1 4 1-16,0-4 3 15,-14 3 1-15,-4 0 1 0,-7 2 0 16,-12-1 0-16,-7 0 0 16,-6-3 1-16,-17 3-1 15,-9 1 1-15,-16 0-3 16,-13 2-3-16,-13-2-6 0,-13 3-11 15,-20-3-43-15,-8 3-4 16</inkml:trace>
  <inkml:trace contextRef="#ctx0" brushRef="#br0" timeOffset="61450.01">16077 4639 148 0,'0'0'4'16,"0"0"3"-16,0 0 3 0,5 0 2 16,-5 0 2-16,13 0 4 15,-6 0 3-15,5 0 2 16,1 6-3-16,4-4-2 15,3 0-2-15,0 2-1 0,1-4-3 16,10 0-4-16,-4 1-1 16,8-1-3-16,6 0-1 15,3 0-1-15,3 0 1 16,5 0-3-16,8 0 0 0,4-1 3 16,9-3-2-16,1 4 0 15,8-2 0-15,8 2 0 16,4-5 0-16,5 2 0 15,3 0 0-15,5-1 0 0,4 0-1 16,2-1 1-16,-4-3-2 16,2 4 2-16,-1-2-1 15,4 4-1-15,3-3 1 16,0-1 0-16,-5-1 0 16,4 2 0-16,-1-2 0 0,-1 0 0 15,3 1 1-15,-6-1-1 16,-1-1 0-16,-3 4 0 15,0-2 0-15,-3-1-1 0,3 5 1 16,-5-6 0-16,-5 6-1 16,2-5 0-16,-5-1-1 15,1 3 1-15,2 0 0 16,-5 0 1-16,-8-3-1 0,1 3 0 16,-8-2-1-16,0 0 1 15,-8 2-4-15,1-1 1 16,-3 2-2-16,-7-4-1 15,0 4 1-15,-9 4-1 16,2-3 2-16,-6-2-1 0,-2 2 3 16,-11 3 1-16,-9-2 0 15,-4 2-3-15,-5 0-4 16,-6 0-7-16,-10 0-22 16,0 0-26-16,0 0-3 0</inkml:trace>
  <inkml:trace contextRef="#ctx0" brushRef="#br0" timeOffset="63633.77">15983 4070 263 0,'0'0'7'0,"0"-7"5"16,0 7 2-16,0-15 2 15,0 5 3-15,0 0 1 16,0-2 2-16,0-1 1 0,0 13-8 16,0-11-5-16,0 11-3 15,0 0-2-15,5 9-2 16,-3 16-1-16,4 9-2 16,-1 9 0-16,-1 11-2 15,4 5 2-15,1 10 2 0,-3 6-2 16,-1 4 1-16,-3 0 1 15,1-2 0-15,-3-3-1 16,0-2 1-16,-5-4-1 0,-3-4 1 16,3-15-1-16,0 1 0 15,3-13-1-15,-3-8-3 16,2-4-1-16,3-7 0 16,-2-7-3-16,2-11 0 15,0 0-3-15,0 0-1 0,-2-14-2 16,2-8-2-16,2-8-2 15,0-7-3-15,1-13-11 16,4-7-10-16,3-8-6 16,0-4-3-16,-5-12-7 0,0-1 7 15,0-5 18-15,-1 6 20 16,-4 0 23-16,0 8 19 16,0 11 9-16,-2 5 11 15,0 12 9-15,-3 13-5 0,2 10-14 16,3 5-12-16,0 17-11 15,0 0-3-15,-2 10-3 16,2 22-4-16,0 12-2 0,2 13-2 16,1 13 0-16,2 12 2 15,-3 6-1-15,4 4 1 16,-4 0-1-16,1-5 0 16,-1-8-1-16,-2-5 0 0,2-9-1 15,-2-11-3-15,3-7-4 16,-3-7-11-16,0-15-22 15,5-6-35-15,-5-9-5 16</inkml:trace>
  <inkml:trace contextRef="#ctx0" brushRef="#br0" timeOffset="64217.26">15973 4042 287 0,'0'0'8'0,"0"0"3"16,0 0 2-16,0 0 2 15,0-10 0-15,0 10 1 0,0 0 0 16,-13 0 0-16,13 0-7 16,-12 18-3-16,5-5-2 15,-1 6 0-15,-2 8 0 0,0 3 0 16,1 8 0-16,-4-2 0 15,-4 7 0-15,2-1 0 16,-2 2-1-16,-6-2-1 16,3-5 0-16,0 3-1 15,0-8 0-15,5 1-1 0,1-14-1 16,0 3-6-16,2-9-5 16,8-3-9-16,4-10-28 15,-10 0-28-15,10-5-6 16</inkml:trace>
  <inkml:trace contextRef="#ctx0" brushRef="#br0" timeOffset="64469.71">15909 4354 304 0,'0'0'7'15,"0"17"5"-15,-3-2 1 16,-5 8 3-16,-2 4 1 15,-2 10 2-15,-8 8 0 0,0 4 1 16,-11-1-7-16,8 1-3 16,-5-2-3-16,6 1-1 15,-3-9-2-15,6-2-4 0,1-7-4 16,6-9-8-16,0-3-10 16,12-18-42-16,-1 10-15 15</inkml:trace>
  <inkml:trace contextRef="#ctx0" brushRef="#br0" timeOffset="64651.01">15868 4791 327 0,'0'0'6'16,"-2"10"2"-16,-3 2 1 16,-2 1 2-16,-3 6 2 0,-5 9 1 15,-9 2-2-15,6 3 1 16,-7 3-6-16,0-2-2 15,0 1-3-15,1-5-12 16,8-3-21-16,7-2-45 16,4-10-1-16</inkml:trace>
  <inkml:trace contextRef="#ctx0" brushRef="#br0" timeOffset="64833.21">15941 5053 373 0,'0'0'4'16,"0"10"2"-16,-5 3 0 0,-3 3 0 16,-4 7 1-16,-4 0-1 15,-3 6 1-15,-3 3 0 16,-4-7-7-16,5 3-13 16,-4 4-51-16,12-15-10 15</inkml:trace>
  <inkml:trace contextRef="#ctx0" brushRef="#br0" timeOffset="64966.99">15925 5269 390 0,'0'0'2'16,"-14"22"-1"-16,-1-2 3 0,-2 7-2 16,-3 1-9-16,-6 6-61 15,10 1-3-15</inkml:trace>
  <inkml:trace contextRef="#ctx0" brushRef="#br0" timeOffset="66433.92">21121 4457 157 0,'0'0'7'0,"0"0"5"0,17 0 1 15,-6 0 3-15,6-3 4 0,3 3 0 16,7-3 4-16,3 0-1 16,7 3-5-16,0-1-3 15,4-2-3-15,1 0-3 16,-3 3-2-16,1-2-1 0,-1 2-2 16,-1-3-1-16,-6 3 0 15,-2 0-2-15,-2-2 1 16,-11 0-1-16,0 2 1 15,-7-3 0-15,0 3 1 16,-10 0 1-16,10-2-2 0,-10 2-3 16,0 0-5-16,0 0-10 15,0 0-35-15,-7-3-20 16</inkml:trace>
  <inkml:trace contextRef="#ctx0" brushRef="#br0" timeOffset="66985.36">21717 3017 349 0,'0'0'5'0,"0"0"1"0,0 0 3 16,-2-10-2-16,2 10 1 16,0 0-1-16,0 0 0 0,-12 6 1 15,9 13-5-15,-1 8 1 16,-5 12-1-16,5 14 1 16,-2 9 1-16,2 10-1 0,2 5 1 15,2 4 0-15,0 3-1 16,0-2 0-16,0 0 0 15,0-6-1-15,0-4-1 16,0-4 1-16,0-7-1 16,0-6 1-16,0-11-1 0,2-2 0 15,0-9 0-15,0-6 0 16,1-7-1-16,-3-6-1 16,3-6 0-16,-3-8-2 15,0 0-4-15,0 0-7 0,0 0-14 16,0 0-51-16,0-10-3 15</inkml:trace>
  <inkml:trace contextRef="#ctx0" brushRef="#br0" timeOffset="67587.66">21322 4045 339 0,'0'0'8'0,"0"0"3"15,0 0 2-15,6 0 1 16,-6 0-2-16,0 0 1 0,12 0 0 15,-12 0 0-15,15 8-7 16,-3-1-3-16,0 6-2 16,6 2 1-16,2 4 0 15,7 3 0-15,-5 1-1 0,6 4 1 16,-4-3 0-16,4-1-1 16,-5-1 1-16,-1 0-1 15,-5-4 0-15,3-3 1 0,-2-1-1 16,-9-3 0-16,2-4 1 15,-11-7 0-15,11 10 1 16,-11-10 2-16,0 0 0 16,0 0 0-16,0 0 1 15,6-15 0-15,-6 0 0 0,0-8-1 16,4 1-5-16,1-7 0 16,6-1 0-16,1-4 0 15,1-1 0-15,6 0 0 16,1-2 0-16,3 5 0 0,-1 3 0 15,0 4 0-15,-2 4 0 16,-5 1 0-16,0 11 0 16,-5-2 0-16,-10 11 0 15,10-7 0-15,-10 7 0 0,0 0 0 16,0 7 0-16,0-7 0 16,-8 20-9-16,6-2-77 15,-4-6-1-15</inkml:trace>
  <inkml:trace contextRef="#ctx0" brushRef="#br0" timeOffset="68517.11">15881 3621 289 0,'0'0'1'0,"-15"0"-2"15,-2 0 1-15,-6 2 0 16,-11 7-1-16,-8 5 2 0,-13 13 0 16,-5 10 5-16,-7 10 1 15,-3 20 2-15,3 7 2 16,3 20 0-16,6 13 2 15,7 15 1-15,13 7 1 0,10 5-2 16,21 7-4-16,12-3 0 16,20 2-2-16,14-15-1 15,14-5 0-15,9-14-2 16,13-14-1-16,11-15-1 0,4-18-1 16,10-14 1-16,1-18-4 15,6-20 0-15,0-9-1 16,0-21 3-16,0-16-2 15,-3-13 2-15,-5-9 2 16,-9-20 0-16,-8-11 3 0,-10-14-2 16,-10-13 1-16,-7-16-2 15,-18-9 2-15,-12-8 1 16,-18-1 0-16,-14-3 1 0,-21 14 1 16,-16 11 0-16,-25 20-1 15,-11 24-1-15,-19 25 0 16,-16 22-3-16,-9 20-3 15,-8 31-5-15,-2 18-11 0,14 26-63 16,9 17-4-16</inkml:trace>
  <inkml:trace contextRef="#ctx0" brushRef="#br0" timeOffset="93199.83">15538 5779 71 0,'0'0'2'0,"0"0"-1"0,0 0 0 0,15-2 1 15,-8-1 1-15,13 1 0 16,3-3 1-16,12 2 0 16,11-4 0-16,9 3-1 0,10-7 1 15,15 1 1-15,9 0-3 16,17-5-1-16,19-2 0 15,4 0 1-15,13-1-1 16,19-3 0-16,13-2-1 0,20 3 0 16,12-3-1-16,13 2 1 15,12-2 0-15,10 3-1 16,7 0-4-16,13 0-16 16,11 6-20-16,-5-6 1 0</inkml:trace>
  <inkml:trace contextRef="#ctx0" brushRef="#br0" timeOffset="99867.17">18716 14118 245 0,'0'0'5'16,"0"0"2"-16,0 0 2 15,0 0 5-15,-5-6 3 16,5 6 2-16,0 0 1 0,0 0-1 16,0 0 0-16,0 0-2 15,10 0-2-15,2 0-4 16,8-2-2-16,9-6-4 0,9-4 2 16,15-6-2-16,9-1-1 15,14-1-2-15,7-2 0 16,1-5-2-16,8 2 1 15,-2-2-1-15,-6 7 0 0,-7-2 0 16,-5 4-1-16,-13 4 2 16,-11 1-1-16,-11 5 1 15,-9 1 1-15,-11 4 0 16,-4 3 0-16,-13 0 0 16,0 0 0-16,0 0-1 0,0 0-3 15,-6 8-4-15,6-8-8 16,-12 5-25-16,12-5-40 15,0 0-2-15</inkml:trace>
  <inkml:trace contextRef="#ctx0" brushRef="#br0" timeOffset="100668.78">20947 13391 245 0,'0'0'8'0,"0"0"4"0,0 0 4 16,0 0 4-16,-5 6 1 0,5-6 0 15,0 0 1-15,0 0 1 16,0 0-8-16,0 0-4 15,17 2-3-15,3-4-3 16,15-11-1-16,13 1-1 16,18-6 1-16,17-2-1 0,11-6 0 15,15-2 1-15,8 1 0 16,2 0-1-16,3-1 1 16,-10 3 0-16,-8 5 0 0,-12 1 0 15,-18 4 1-15,-11 3-1 16,-16 5 1-16,-12-2-1 15,-15 8-1-15,-8-2-1 16,-12 3-2-16,0 0-4 16,-12 10-12-16,-8 15-53 0,-5-15-15 15</inkml:trace>
  <inkml:trace contextRef="#ctx0" brushRef="#br0" timeOffset="101784.11">18160 10508 176 0,'0'0'4'0,"0"0"2"0,4 0-2 16,-4 0 3-16,10 0 2 15,-10 0 1-15,18 16 3 0,-11-5-1 16,9 10-3-16,3 3-2 15,3 5 2-15,6 9-3 16,-1 7-5-16,10 1-3 16,0 12-4-16,5 3-2 0,1 6 0 15,-1 5-1-15,8 0 0 16,-6 7 0-16,6 0 3 16,1 3 4-16,5 5 2 15,6 5 0-15,0-1 1 0,8 3-1 16,-3 6 1-16,5-4 2 15,1 6-3-15,1 6 0 16,2-1 0-16,-2-5 0 16,2 2 1-16,1-2-2 0,-3-4 1 15,1 8-4-15,-5-6 1 16,-1-3-2-16,-7-1 1 16,-12-3-1-16,5-3 1 15,-11-2-1-15,-2 1 3 0,-4-7 0 16,-5-9 2-16,-4-1-5 15,-5-8-5-15,1-2-5 16,-7-9-7-16,-6-1-9 16,1-15-4-16</inkml:trace>
  <inkml:trace contextRef="#ctx0" brushRef="#br0" timeOffset="128500.06">17707 9111 118 0,'0'0'6'0,"0"0"6"0,0-7 2 16,0 7 3-16,0 0 5 15,0 0 1-15,-5-13 0 16,5 13 1-16,0 0-4 0,0 0-7 16,0 0-5-16,0 0-4 15,0 0-6-15,0 0 0 16,0 0-2-16,0 0 0 16,8-3 0-16,-8 3 2 0,15-4 0 15,-5-1 3-15,4-3 1 16,6-1 0-16,3-4-1 15,7-10-2-15,0 7-1 0,9-12-1 16,-2 1 0 0,13-4 0-16,-3-2-2 0,13-7 1 15,2 1 0-15,6-6 1 16,6 0 0-16,6-7 1 16,1-5-4-16,13-2-10 0,14-3-7 15,-4-5-4-15,8-2-3 16,7-8-4-16,5-3-10 15,5-6-9-15</inkml:trace>
  <inkml:trace contextRef="#ctx0" brushRef="#br0" timeOffset="134650.15">22129 4791 42 0,'16'-5'0'16,"18"-3"-1"-16,12-2 2 16,21 1 0-16,17-3 1 15,15 8 2-15,14 4 1 0,20 5-1 16,-8 13 2-16,-1 12 1 16,2 12-1-16,-9 6-1 15,-8 15 1-15,-1 2 1 16,-19 5 2-16,-7 11 5 0,-12 6 3 15,-19 7 3-15,-13-4 2 16,-18 13 2-16,-12-7 2 16,-16 11-2-16,-12 2-2 15,-25-3-5-15,-7-4-2 0,-27 0-3 16,-8-3-2-16,-17-5-3 16,-13 2-3-16,-10-17-1 15,-10-4 0-15,-11-13-1 16,1-7-1-16,-12-16 0 0,5-2 0 15,-6-20 0-15,6-9 0 16,6-8 0-16,1-15 0 16,7-14 2-16,9-14 0 15,11-14 1-15,16-14 1 0,12-14 0 16,17-14 0-16,18-13 1 16,20-14-2-16,25-15-1 15,19-5-1-15,35-10-2 0,26-2-1 16,38-1 1-16,23 6-5 15,28 16-13-15,7 20-23 16,10 38-30-16,-2 32-4 16</inkml:trace>
  <inkml:trace contextRef="#ctx0" brushRef="#br0" timeOffset="144100.14">7793 11920 177 0,'0'0'1'16,"0"0"0"-16,0 0 1 15,0 0 3-15,0 0 2 0,5-10 0 16,-5 10 2-16,13-4 1 16,-6 4-1-16,5-3 1 15,6 3-1-15,2 0 0 0,7 0-2 16,8 0 0-16,2 0-2 15,12 0 2-15,4 0-2 16,14-3 0-16,3 0 1 16,4 2-1-16,6-2 0 0,6 0 0 15,4 2-1-15,4-2 1 16,9 0-2-16,-6 1 0 16,-1 2-1-16,11-3-1 15,0 1 0-15,5 2 0 0,7-5 0 16,0 5 0-16,0-3-1 15,8 1 1-15,5 0-1 16,2-1 0-16,2 0 0 16,4 1 0-16,1 2-1 15,1-3 1-15,0 3 0 0,-1 0 0 16,-1 0-1-16,6 0-4 16,-2 3-8-16,-2 5-11 15,-6-4-17-15,4 0-16 0,3 2-10 16</inkml:trace>
  <inkml:trace contextRef="#ctx0" brushRef="#br0" timeOffset="145050.44">8335 12019 30 0,'0'0'0'0,"28"-5"0"16,1 3 3-16,11-1 5 0,10-5 5 15,14 7 3-15,6-8 4 16,22 2 3-16,4 3 1 16,6-4 2-16,3 2-2 15,11 2-5-15,12 0-2 0,1-1-5 16,9 2-1-16,7-2-2 16,2 0 0-16,9 2-3 15,3 1 2-15,4 0-2 16,2 2 0-16,4 0 2 15,5-3-1-15,-1 3 0 0,4 0 0 16,4 0 1-16,1 0 1 16,-8 0-1-16,2 3 1 15,1-3-1-15,-1 0 0 0,-10 2-2 16,-4-2-1-16,-5 0 1 16,-9 2-3-16,-6 1-1 15,-13-3-1-15,-14 0 0 16,-18 3-1-16,-15-3 1 0,-18 0-1 15,-17 0-2-15,-12 2 0 16,-17-2-3-16,-18 0-8 16,-12 0-10-16,-16 2-13 15,-17-2-19-15,-7 0-18 0</inkml:trace>
  <inkml:trace contextRef="#ctx0" brushRef="#br0" timeOffset="145649.82">7864 11983 154 0,'0'0'-2'0,"0"0"1"0,14 0-1 16,6 0 1-16,4-7-1 16,14 3 3-16,6-2 2 15,21 0 1-15,12 1 3 0,12-3 1 16,11 1 0-16,14 0 1 16,18-1 1-16,9-2-2 15,11 1-2-15,15 0-1 16,6 1-1-16,11-3 0 0,5-1 0 15,15 2-1-15,2 2-1 16,13-1 0-16,6-2 0 16,5 4 1-16,0 0 0 15,4 2 2-15,1-1 3 16,-3 2 2-16,-8 1 0 0,-6 1 2 16,-14 2 0-16,-15 0 1 15,-15 0 0-15,-12 0 0 16,-6-2-2-16,-20 2-2 15,-11-3 1-15,-18 3-5 0,-16 0-6 16,-11 0-20-16,-10 5-31 16,-23 0-18-16</inkml:trace>
  <inkml:trace contextRef="#ctx0" brushRef="#br0" timeOffset="150166.82">1454 12314 227 0,'0'0'-2'15,"10"-7"1"-15,3-1-1 0,10-7 0 16,9 3 1-16,7-8-3 16,13 1 3-16,11-9 0 15,16 4 1-15,10-6 1 0,14 2-1 16,1 3 1-16,15-4 0 16,3 1 2-16,7-1 1 15,5 4 3-15,3-2 3 16,-8 2 1-16,13 4 1 0,6-3-1 15,2 6 2-15,-3 7-1 16,11 1-3-16,1 2-2 16,1 8-1-16,-1 0-3 15,-3 5 0-15,-7 3-1 16,-12 7-1-16,-6 4 0 0,-19 5-1 16,-12-1-1-16,-13 6 1 15,-10 5-1-15,-20 0 0 16,-10 3 1-16,-17 8 0 15,-2 3 1-15,-14 0 1 0,-6 5-1 16,-15-2 1-16,-8 4 0 16,-18-4 0-16,-10 5-1 15,-13-7 0-15,-14-2 0 0,-9 0-1 16,-15-4 0-16,-14 1 0 16,-1-7 0-16,-12 5 1 15,-9-2-1-15,-4-3-1 16,-5 1-1-16,-3-4 0 0,-2-2-2 15,-2-4-1-15,-8-4-1 16,2-7-2-16,3-1 1 16,-3-7 2-16,3-2 1 15,-1-7-1-15,10 0 4 0,-2 0-1 16,8-4 2-16,4-6 0 16,8-2 0-16,11-3 2 15,4-1-2-15,5-6 0 16,10 0 1-16,7-5-1 15,9-3 2-15,9-3-1 0,2 2 1 16,10-4-1-16,8 1 0 16,5-4 0-16,12 4-1 15,5-4 0-15,11 4-1 0,3-9-1 16,11 4 0-16,11-8 1 16,5 0-2-16,19-3 1 15,10-5 2-15,15 1 2 16,12-4-1-16,13 6 2 0,11-4 1 15,16 0 0-15,17-2 0 16,12 5 1-16,4 7-1 16,16-2 0-16,1 4-1 15,9 5 0-15,-7 4-2 0,-8 6 0 16,-4 4 1-16,-19 5 1 16,-12 5 1-16,-22 5 2 15,-22 0 1-15,-17 5 2 16,-13 0 4-16,-19 3 1 0,-9 0-1 15,-11-1-1-15,-8 3-2 16,0 0-8-16,0 0-11 16,3 11-61-16,-3-11-5 15</inkml:trace>
  <inkml:trace contextRef="#ctx0" brushRef="#br0" timeOffset="151950.07">8144 12185 240 0,'0'0'-1'16,"0"0"-5"-16,7 0 0 0,-7 0-2 16,17-7-1-16,-9 0 1 15,16 1 0-15,1-6-1 16,8 0 3-16,7-1 4 0,7-1 2 16,8-2 1-16,9-1 0 15,8 0 4-15,13-3-2 16,11 0 2-16,17-3-1 15,4 5 1-15,21-10 0 0,14 6 1 16,9-3 1-16,13 0-5 16,10 3 2-16,5 0 1 15,15 4-2-15,10 0-1 16,0 4 2-16,11 1-2 0,1 9-1 16,3-1 0-16,-1 5-2 15,1 2 0-15,-7 5 0 16,-1 6-1-16,-13 4-1 15,-12 0 2-15,-6 6 1 0,3-1 1 16,-24 6 4-16,-8-2 0 16,-7 7 1-16,-9 2 0 15,-12-1 0-15,-3 4 0 16,-16 3-2-16,-15 7-2 0,-7-6 0 16,-14 5-2-16,-11-3-2 15,-23 4 1-15,-8-7-1 16,-15 7 0-16,-10-4 1 15,-11-1-2-15,-18 3-3 0,-9-3-2 16,-18 1-5-16,-9-2-3 16,-24 3-2-16,-8 2 0 15,-14-6-2-15,-9 2 2 16,-10-6 2-16,-15 0 3 0,-8-2 6 16,-5 0 3-16,-12-8 3 15,-7 1 1-15,-11-6-1 16,-11 0 2-16,-9 0 1 15,-9-2-1-15,-8-3 3 16,-12 0 3-16,-3-4 2 0,1-3 2 16,-6-3 1-16,6-1 0 15,-1-4 2-15,10-2 0 16,1 0-2-16,4-2-3 16,10-4-3-16,8-1-2 0,10-5-1 15,2 0-3-15,12-6-3 16,8 3 0-16,5-7 1 15,10 0 1-15,11-3-3 0,5-3 4 16,14-1 4-16,12-6 0 16,13 0 4-16,12-7 0 15,17 0 0-15,18-6 3 16,9 2 1-16,14-3 0 0,9-4-2 16,10 6 0-16,8-5-2 15,12 5-2-15,9-3 0 16,12 0-2-16,8-1-3 15,11-4-1-15,17 4 0 16,10-2 0-16,17-1-1 0,5 2 1 16,18 5-1-16,15 0 0 15,9 7 0-15,8 3-3 16,13 5-8-16,4 18-37 16,3-4-15-16</inkml:trace>
  <inkml:trace contextRef="#ctx0" brushRef="#br0" timeOffset="169583.87">14144 11809 331 0,'0'0'5'0,"0"0"3"0,0 0 4 15,0 0 2-15,0 0 2 16,0 0 1-16,0 0 1 15,0 0 1-15,0 0-4 0,8-6-3 16,-2-3-2-16,5-7-1 16,7-5-1-16,7-7 0 15,5-4-2-15,7-10-3 0,7-5-3 16,6-8 0-16,1 1 0 16,7-1 0-16,-3 4 0 15,-5 5 0-15,-8 7 0 16,-8 9 0-16,-4 5 0 15,-10 11 0-15,-8 4 0 16,-12 10 0-16,9-5 0 0,-9 5 0 16,0 0 0-16,0 5 0 15,-6 5 0-15,-5 7-10 16,0 5-12-16,-4 3-24 0,5 11-39 16,-15 0 0-16</inkml:trace>
  <inkml:trace contextRef="#ctx0" brushRef="#br0" timeOffset="169934.75">14125 11945 296 0,'0'0'6'0,"0"0"6"0,0 0 2 15,0 0 0-15,0 0 3 16,7-5 3-16,-7 5 1 15,14-15 1-15,2 0-4 0,1-5-5 16,10-4 0-16,5-11 0 16,9-7-1-16,3-3-2 15,11-6 0-15,2-3-10 16,-2-4 0-16,1 3 0 0,-3 3 0 16,-3 11 0-16,-11 3 0 15,-10 11 0-15,-5 6 0 16,-12 10 0-16,-3 1 0 15,-9 10 0-15,0 0 0 16,0 0 0-16,0 0 0 0,0 0 0 16,-2 5 0-16,-5 10 0 15,-8-5-34-15,-12 9-51 16,9 3-4-16</inkml:trace>
  <inkml:trace contextRef="#ctx0" brushRef="#br0" timeOffset="170550.37">14146 11422 415 0,'0'0'5'0,"0"0"3"0,0 0 2 16,0-10-1-16,0 10 1 15,0 0 0-15,0 0 0 16,0 0-1-16,0 0-4 0,0 18-2 16,0 6-2-16,4 11-1 15,0 4 0-15,0 6 0 16,-4 7 1-16,4 3 0 15,-4-6 0-15,0-2 0 0,-5-2-1 16,-2-13 1-16,1-4 0 16,1-6-1-16,3-7 0 15,-3-5 0-15,5-10 0 16,0 0-1-16,0 0 2 16,0 0-1-16,14 0 1 0,2-8 0 15,1-4-1-15,7 0 1 16,4-8 1-16,6 2-1 15,7-3 0-15,-2 0 2 16,6-1-3-16,-2 2 0 0,-2 0 0 16,-3 5 0-16,-6-2 0 15,0 7 0-15,-9-1 0 16,-5 7 0-16,-9 0 0 0,-9 4 0 16,9 0 0-16,-9 0 0 15,0 0 0-15,0 0 0 16,0 0 0-16,0 0 0 15,0 0 0-15,0 0 0 0,0 0 0 16,0 0 0-16,0 0 0 16,0 0 0-16,0 0 0 15,19 4-81-15,-19-4-8 16</inkml:trace>
  <inkml:trace contextRef="#ctx0" brushRef="#br0" timeOffset="185467.13">754 13387 157 0,'0'0'5'0,"0"0"2"16,-15-3 0-16,15 3 3 16,-7-2-1-16,7 2 1 15,0 0 1-15,0 0 4 16,2-3-2-16,8-1 1 0,10-2 0 16,0-5 0-16,7 0 1 15,0-9-1-15,8-2 1 16,0-5-4-16,5 0-3 0,-1-8-1 15,1 2-2-15,-3 2-1 16,-4 3 1-16,-3 1-2 16,-8 5-1-16,0 5 0 15,-6 2-1-15,-4 2-3 0,-12 13-6 16,12-12-9-16,-12 12-11 16,0 0-20-16,12 0-25 15,-12 0-6-15</inkml:trace>
  <inkml:trace contextRef="#ctx0" brushRef="#br0" timeOffset="185833.53">844 13476 209 0,'0'0'5'16,"12"-15"4"-16,0 2 3 0,8-1 4 16,3-9 1-16,4-4 1 15,6 1 1-15,6-10 0 16,-4 4-5-16,4 3-3 16,-8-2-3-16,3 4-2 0,-7 5 0 15,1 0-2-15,-9 7-1 16,-1 0 1-16,-3 5 0 15,-3 3 0-15,-12 7 0 0,13-10-1 16,-13 10 0-16,0 0-2 16,0 0-3-16,0 0-3 15,0 5-7-15,0-5-7 16,-18 9-12-16,6-9-33 16,2 3-14-16</inkml:trace>
  <inkml:trace contextRef="#ctx0" brushRef="#br0" timeOffset="186149.89">992 12964 250 0,'0'0'3'16,"0"0"-2"-16,0 0 1 16,0 0 1-16,0 0 1 15,8 0 1-15,0 0 2 0,6 0 3 16,6 0 0-16,5 0 0 15,5 0 1-15,5-6 1 16,2-1-1-16,-2-3-1 0,5-5-2 16,4 0-2-16,-7 0 1 15,-2 3-2-15,-8 0 1 16,-4 6 3-16,-9 6 0 16,2 11 0-16,-16 14 1 0,-2 6-1 15,-12 17-1-15,0 8 0 16,-6 11-2-16,-2 7-3 15,2 6-6-15,-3-11-24 16,11 1-52-16,5-9-1 0</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2:29:43.20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20155 11751 269 0,'0'0'9'0,"0"0"2"16,0 0 4-16,0 0 3 16,-6-12 2-16,6 12 1 15,0 0 3-15,-12-13-1 0,12 13-7 16,-12-7-3-16,12 7-3 16,-13-7-3-16,1 4-1 15,-1 2-1-15,-4 1-2 16,0 0-1-16,-9 0 0 15,5 1 0-15,-4 2 0 0,-3 4-2 16,3 0 1-16,0 4-1 16,6 1 0-16,-4-2 0 15,6 0-1-15,0 5 1 0,1-3-1 16,4 6 1-16,0-4-1 16,-1 6 0-16,1 0 1 15,2 1-1-15,0-2 0 0,3 6 1 16,0-5-1-16,2-1 0 15,1 3 0-15,2-2 0 16,2 0-1-16,0-1 1 16,2 2 0-16,4-4 1 15,-1 0-1-15,5 3 1 0,-1-5 0 16,4 0 0-16,2-1 1 16,0-1 0-16,-3-1 0 15,8-1 0-15,3-1 0 16,-4-3 0-16,6 1 1 0,0-4-1 15,3 0 0-15,-1 0 0 16,3-4 0-16,-4 0 0 16,4 0 0-16,0-5 1 15,-2 2-2-15,-1 1 2 0,-2-5-1 16,0 1 0-16,-3-1 1 16,0-3 0-16,-4 0 0 15,-1 4 2-15,-1-8 0 0,-2 0 1 16,-1-1 0-16,-3-3-2 15,-3 1-3-15,3-3 0 16,-3 0 0-16,-2 1 0 16,-2-4 0-16,-1 3 0 0,-2 2 0 15,0 2 0-15,0 1 0 16,0 0 0-16,-2 3 0 16,-3-3 0-16,0 3 0 15,-2-1 0-15,-1 1 0 0,1-3 0 16,-1 5 0-16,-5-3 0 15,4 1 0-15,-6 2 0 16,2 1 0-16,1 0 0 16,-6 0 0-16,2 2 0 15,-5-2 0-15,4 5 0 0,-5-1 0 16,-3 0 0-16,2 0 0 16,-4 3 0-16,2-4 0 15,-2 4 0-15,2 2 0 0,3-2 0 16,-1 2 0-16,-4-3 0 15,7 3 0-15,-5 0 0 16,7 0 0-16,-1 5 0 0,-1-3 0 16,3 6 0-16,-1 0 0 15,4 1 0-15,-2 4 0 16,2 1 0-16,1 4 0 16,1 2 0-16,1 3 0 15,3 2 0-15,2 1 0 0,1 4 0 16,5 0 0-16,0-1 0 15,5-1 0-15,1 2 0 16,6-3 0-16,0 0 0 16,0-4 0-16,3-1 0 15,0-8 0-15,3 4 0 0,-2-6 0 16,5-2 0-16,1-3 0 16,3 1 0-16,2-5 0 15,0-3 0-15,5 0 0 0,-2-3 0 16,0-2 0-16,5 0 0 15,-5-5 0-15,-1 0 0 16,1 0 0-16,-2-2 0 16,-3-1 0-16,0-1 0 0,0-1 0 15,-6-3 0-15,1 1 0 16,-5-3 0-16,0 3 0 16,-5-6 0-16,0 1 0 15,-5 3 0-15,-3-5 0 16,-2 3 0-16,0-1 0 0,-7 3 0 15,-3 1 0-15,-2 0 0 16,-1 4 0-16,-4-2 0 16,-3 1 0-16,-5 3 0 15,-2 0 0-15,-1-1 0 16,-6 4 0-16,2-2 0 0,-6 7 0 16,3-1 0-16,-2 0 0 15,5 5 0-15,-3 0 0 0,8 2 0 16,-1 3 0-16,7 4 0 15,5 2 0-15,-2 3 0 16,4 2 0-16,3 2 0 16,7 1 0-16,4 8-67 0,0-7-22 15</inkml:trace>
  <inkml:trace contextRef="#ctx0" brushRef="#br0" timeOffset="1816.52">20878 8705 304 0,'0'0'6'15,"0"0"2"-15,-8-12 3 16,8 12 0-16,-20-18 2 0,6 11 2 16,-9-4-2-16,3 4 2 15,-8 2-7-15,-1 5-1 16,-6 4-2-16,-2 7-3 16,0 9 0-16,0 7-1 15,-4 5 0-15,2 11-1 0,2 1 1 16,2 8-1-16,5 5 0 15,5 2 0-15,7 6 0 16,9-3 0-16,6 2 0 16,6-4 0-16,9-1 0 0,8-1 0 15,10-4 0-15,5-7 1 16,7-5 0-16,3-4 1 16,5-9-1-16,7-4 1 0,2-5-1 15,3-11 0-15,3-2 0 16,-2-7 0-16,3-2 0 15,-1-10-1-15,-5-8 0 16,-1-3 0-16,-7-2 0 16,3-7 0-16,-8-5-1 0,-2-2 2 15,-6-5 2-15,-9-4-2 16,-3-6 4-16,-9-8 0 16,-6 1 0-16,-12-7 2 15,-2 1 1-15,-10-4 0 0,-9 3-1 16,-6 4-1-16,-3 4-1 15,-9 9 0-15,-5 4 0 16,-7 7-1-16,-3 5-2 16,-4 10-2-16,-6 5 0 0,-6 11 0 15,-1 4 0-15,-4 8 0 16,3 11 0-16,0 11 0 16,3 7 0-16,16 13-10 15,-1 7-44-15,21 2-30 0,8 6 0 16</inkml:trace>
  <inkml:trace contextRef="#ctx0" brushRef="#br1" timeOffset="52633.98">11831 15088 180 0,'0'0'-38'0,"13"-2"-13"16</inkml:trace>
  <inkml:trace contextRef="#ctx0" brushRef="#br1" timeOffset="58583.56">17280 13084 423 0,'0'0'2'0,"0"0"0"16,0 0 1-16,7 0-1 15,-7 0 1-15,15-1-2 0,-15 1-4 16,21-11-13-16,-9 11-48 15,0-6-11-15</inkml:trace>
  <inkml:trace contextRef="#ctx0" brushRef="#br1" timeOffset="58750.19">17723 12968 365 0,'0'0'7'15,"0"0"-1"-15,0 0 2 16,0 0-1-16,0 0 0 15,9 0 1-15,-9 0-1 0,0 0-3 16,12-2-14-16,-12 2-34 16,11-2-29-16,-11 2-5 15</inkml:trace>
  <inkml:trace contextRef="#ctx0" brushRef="#br1" timeOffset="58916.11">18185 12844 431 0,'0'0'2'16,"0"0"1"-16,0 0 1 16,0 0 0-16,0 0 1 0,0 0-1 15,9 0 0-15,-9 0-5 16,0 0-14-16,5-5-38 16,-5 5-26-16,18-14-2 0</inkml:trace>
  <inkml:trace contextRef="#ctx0" brushRef="#br1" timeOffset="59048.84">18592 12739 414 0,'0'0'2'15,"0"0"1"-15,0 0 0 0,0 0 0 16,0 0-1-16,12 0-1 16,-12 0-6-16,11-8-14 0,-11 8-55 15,0 0-3-15</inkml:trace>
  <inkml:trace contextRef="#ctx0" brushRef="#br1" timeOffset="59216.66">19128 12603 445 0,'0'0'1'0,"0"0"-1"15,0 0-1-15,0 0-1 0,0 0-7 16,0 0-11-16,0 0-56 15,0 0 0-15</inkml:trace>
  <inkml:trace contextRef="#ctx0" brushRef="#br1" timeOffset="59350.09">19454 12550 481 0,'0'0'1'15,"0"0"0"-15,0 0 0 16,0 0 0-16,0 0-3 15,0 0-8-15,0 0-67 0,0 0-5 16</inkml:trace>
  <inkml:trace contextRef="#ctx0" brushRef="#br1" timeOffset="74466.77">6561 14793 295 0,'0'0'6'0,"0"0"3"0,0 0 2 0,0 11 0 16,0-11 1-16,0 0 1 15,2 12 3-15,-2-12 2 16,13 7-6-16,1-7-2 0,4-2 0 16,4-8-1-16,8-2-1 15,0-5 0-15,4-6-3 16,7 1 0-16,-4-3-2 16,0 0-1-16,0 0 0 15,-5 6-1-15,-5 1-1 0,-1 7-2 16,-6 1-3-16,-8 2-4 15,-12 8-13-15,11-10-41 16,-11 10-17-16</inkml:trace>
  <inkml:trace contextRef="#ctx0" brushRef="#br1" timeOffset="83282.83">8198 12844 3 0,'8'-12'2'15,"27"-11"4"-15,9-3 0 16,18-10 2-16,5-3 0 16,13-8 0-16,0-3 0 15,8 3 0-15,-10 10-2 0,-21 7-2 16,-15 16-21-16,-19 6-19 16</inkml:trace>
  <inkml:trace contextRef="#ctx0" brushRef="#br1" timeOffset="96549.81">4036 5351 221 0,'0'0'4'0,"0"0"3"0,0 8-1 16,0-8 2-16,0 7-3 15,0-7-2-15,0 0 3 16,0 0 0-16,13 10-2 16,2-2-2-16,10-7 1 0,7 4 0 15,7 3 2-15,11 1 4 16,15-3 1-16,11-2 0 15,4 2-3-15,12-4 2 0,3-2-1 16,9 0 0-16,8 0 0 16,10 0-3-16,-1-2-1 15,4-4 0-15,6 4-3 16,4-6 2-16,-4 4-3 0,1-1 1 16,-8 5-2-16,-5 0 3 15,-4 0-1-15,-4 0-1 16,-11 5 2-16,-10 2 0 15,-7-2 1-15,-10 3 1 16,-13-3 1-16,-13-1-3 0,-10-1 0 16,-12-2 1-16,-3 3 0 15,-10-2 0-15,-12-2-1 16,11 0-2-16,-11 0-13 16,0 0-27-16,0 0-30 0,0 0-5 15</inkml:trace>
  <inkml:trace contextRef="#ctx0" brushRef="#br1" timeOffset="97633.46">8698 5415 182 0,'0'0'2'0,"0"0"-4"16,0 0 2-16,5-2 2 0,-5 2 0 16,17 0 1-16,1 0 3 15,1 2 3-15,18 0 1 16,11 1 3-16,9 0-1 16,12-1 1-16,16-2-1 0,9 0 1 15,14 0-4-15,16-5-3 16,5 0 2-16,5-5-4 15,17 3 0-15,6-7-2 0,15 6 0 16,12-5-1-16,3 6 0 16,5-3 0-16,15 0-1 15,2 2 1-15,7-2 0 16,3 5 0-16,-1-5 0 0,-12 3 1 16,3-3-1-16,-5 3-1 15,-13 0 0-15,-15-1 0 16,-14 3 1-16,-11-2-1 15,-22 2 0-15,-12 2 1 16,-29-2-1-16,-17 5 1 16,-21 0-2-16,-13-3-13 15,-25 3-49-15,-12 0-4 0</inkml:trace>
  <inkml:trace contextRef="#ctx0" brushRef="#br1" timeOffset="98534.8">2873 6379 304 0,'0'0'6'0,"0"0"5"15,0 0-1-15,0 0 0 0,0 0-1 16,0 0 0-16,0 0 1 15,0 0 0-15,6-3-4 16,6 3-3-16,8 5 0 0,8 0 0 16,9 2 0-16,16 1 2 15,11 0 1-15,15-1 0 16,8 0-1-16,12-4 0 16,13-1 0-16,12-2 0 0,12-2 1 15,9-3-1-15,9 0-1 16,10-5 1-16,12 0-1 15,11 0-1-15,6 3 0 16,6-3-1-16,7 0 0 16,8 3 0-16,5-3-1 0,5 2 0 15,-3 1 0-15,4 2 0 16,0 0 0-16,-4-1 0 16,-5 2 0-16,-5 1 0 0,-5-2 0 15,-14 5 0-15,-1-5 1 16,-20 3-2-16,-9-1 1 15,-16 3 0-15,-16-3 0 16,-17 2 0-16,-13 1-1 16,-25-3 1-16,-16 3-1 0,-17-3 1 15,-14 3-2-15,-8 0-3 16,-20 0-4-16,0 0-20 16,7 7-51-16,-22 1-2 0</inkml:trace>
  <inkml:trace contextRef="#ctx0" brushRef="#br0" timeOffset="105550.17">3535 7367 296 0,'0'0'5'0,"0"0"3"0,0 0 4 15,0 0-2-15,0 0-1 16,0 0 0-16,0 0-1 15,0 0 1-15,9 0-4 0,6 0-3 16,2 7-4-16,16-2 1 16,1 2 2-16,24-1 2 15,6-4-1-15,21 1 2 16,9-3 1-16,18 0-1 16,13-3 0-16,4-2 1 0,17 1-1 15,1-3 0-15,12 1-1 16,2-2 0-16,5 4 0 15,4-2 1-15,1 2-1 0,3 1 1 16,-4 0 0-16,-2 1 1 16,-4 0 0-16,-8 2 1 15,-7 0 0-15,-11 0 0 16,-12 0-1-16,-15 0 1 0,-8-2 0 16,-22 2-2-16,-10 0 1 15,-14-3-2-15,-15 3 2 16,-12-3-1-16,-10 3 1 15,-8 0-1-15,-12 0 2 16,7 0-6-16,-7 0 0 0,0 0 0 16,0 0 0-16,0 0 0 15,0 0 0-15,0 0 0 16,0 0 0-16,0 0-13 0,-2 6-23 16,2-6-49-16,0 15-3 15</inkml:trace>
  <inkml:trace contextRef="#ctx0" brushRef="#br0" timeOffset="106400">8551 7303 287 0,'0'0'8'0,"0"0"3"0,0 0 4 0,0 0 1 15,0 0-1-15,0 0 2 16,0 0-1-16,0 0 0 0,15-11-7 16,5 11-4-16,10 0-3 15,12 0-2-15,15 0 0 16,12 3 1-16,16-1 0 16,9 4 0-16,19-2 0 0,8 2 0 15,11-2 1-15,12-1-1 16,8-1 0-16,7-2 0 15,7 0 0-15,7 0 1 16,5 0-2-16,-3-2 1 0,9-3 0 16,0 3 0-16,5-1-1 15,-5 0 1-15,2 1-1 16,-4 0 0-16,-8-4 1 16,-2 1-1-16,-9 1 0 0,-9-1 1 15,-13-3 1-15,-6 0 1 16,-20 4 0-16,-11-3 1 15,-17 1 0-15,-10-3 1 16,-23 4 0-16,-6 2-1 0,-19 1-1 16,-11-3-3-16,-9 5-6 15,-9 0-11-15,-19-2-26 16,-13 2-37-16,-13 0-2 16</inkml:trace>
  <inkml:trace contextRef="#ctx0" brushRef="#br0" timeOffset="107666.29">9451 8378 347 0,'0'0'2'0,"0"0"0"15,2 0 0-15,-2 0 1 16,23-3 2-16,-7 2 3 15,12-3-1-15,9 2 2 16,8 0-2-16,12 2 0 0,18-3 1 16,12 3-1-16,19 0-1 15,11 3-1-15,23-1-1 16,9 0-1-16,22 2-1 0,8-3 2 16,12-1-4-16,6 0 2 15,6 0 0-15,4-1 1 16,-7-7 1-16,4 2 1 15,-10-4 1-15,-10 3 0 0,-15-4 1 16,-10 3-1-16,-25 0 0 16,-19-2-1-16,-21 5-1 15,-25-3-2-15,-19 6-3 16,-25-1-3-16,-25 3-9 16,-13-1-12-16,-38 1-55 0,-14 4-3 15</inkml:trace>
  <inkml:trace contextRef="#ctx0" brushRef="#br0" timeOffset="108682.77">1842 9329 143 0,'0'0'8'0,"0"0"3"16,5 0 4-16,-5 0 4 15,16 0 4-15,-4 0 0 16,10 0 4-16,6 0 1 0,6 0-7 16,8 0 0-16,8 0-6 15,12 0-1-15,8 0-3 16,10 0-1-16,14 0-3 16,10 0-2-16,8 0-1 0,10 0 0 15,12-3-1-15,10 1 0 16,4 0-1-16,15-1-1 15,-2 3 2-15,7-2-1 16,12-1 1-16,6 3-1 0,8 0 1 16,5-2 0-16,10 2 1 15,7 0-2-15,7 0 1 16,0-3-1-16,9 1 0 0,4-1-1 16,2 0 1-16,3 1-2 15,-4-3 1-15,2 0 0 16,-4-2-1-16,1-3 1 15,-10-2-1-15,1 3 0 0,-11-4 1 16,-8 0-1-16,-11 1 1 16,-14-1-1-16,-19 4 1 15,-12 0-1-15,-20 5 2 16,-18-3-1-16,-22 2 0 16,-20 2 0-16,-20 1 0 0,-12-2-4 15,-18 4-7-15,-14 25-58 16,-8-25-10-16</inkml:trace>
  <inkml:trace contextRef="#ctx0" brushRef="#br0" timeOffset="109949.84">2426 6497 363 0,'0'0'2'0,"0"0"-1"16,-13-7 1-16,4 1 0 15,-6-3 0-15,-3-6 0 0,-11 3 0 16,-11-2 0-16,-8-2-1 16,-5 4 0-16,-13 2 0 15,-6 3 1-15,-2 2-1 16,-6 5-1-16,-4 0 1 16,2 0 0-16,5 2-1 0,3 1 1 15,4 4-1-15,5-2 0 16,11 5 0-16,4 0-1 15,13 3 1-15,2 3-2 0,10 6-1 16,7 3 1-16,11 10-1 16,5 10 1-1,4 7-1-15,5 12 1 0,11 13 1 16,1 7-1-16,1 13 1 16,6 9 1-16,-1 4 0 0,-3 6 0 15,2 0 0-15,-4 1 3 16,-5-1 1-16,0 8 1 15,-3-8 2-15,-6-2-1 16,-2 3 0-16,-4-9 0 0,0 2-1 16,0-1 0-16,-1-10-2 15,-5-4-1-15,-4-9-1 16,5-9 0-16,-7-8 1 0,4-5-1 16,-2-14 1-16,3-6-1 15,-3-7-1-15,2-4 1 16,3-6-2-16,3-5 1 15,2-4-1-15,0 2 0 0,0-6 1 16,7 1 0-16,6-5 2 16,4 0 0-16,8 0 0 15,10 3 2-15,15-6 1 16,12 0-1-16,12-2 1 16,16 1 0-16,17-5 0 0,17 2-2 15,17-3-5-15,13-4-16 16,-4-4-59-16,34-5-2 15</inkml:trace>
  <inkml:trace contextRef="#ctx0" brushRef="#br0" timeOffset="110983.17">11811 6232 328 0,'0'0'7'0,"0"0"0"0,0 0 1 15,-8-12-2-15,8 12 1 16,0 0 0-16,8-5 0 0,14 5 2 16,8 0-8-16,18 2-1 15,14 9 0-15,17-4 2 16,23 0 1-16,20-5-1 16,17 4 0-16,12-6 1 15,10 0-1-15,7-6 0 0,0 0 0 16,1-7 0-16,-10 1 1 15,-7 2 1-15,-13-2-1 16,-9 5 1-16,-17 1 0 16,-13 1 1-16,-11 5-1 0,-14 0 0 15,-10 8-2-15,-15 2 0 16,-11 4-1-16,-9 11 0 16,-7 5 0-16,-9 9 0 0,-7 9 0 15,-7 11 0-15,-2 10 0 16,-10 13-1-16,-4 8 1 15,0 13-1-15,-2 8 1 0,-2 6 0 16,4 4-1-16,3 6 2 16,2 1-1-16,9 1 1 15,2-2 1-15,2-1 1 16,9-2 0-16,5 0 0 16,5-5 1-16,0-3-2 0,7-7 0 15,-1-5-1-15,3-7 0 16,-3-10-1-16,-1-10-1 15,-4-16 0-15,-5-3 0 16,-4-17 1-16,-3-6 0 0,-10-7 0 16,-4-9 1-16,-10-7 0 15,-5-2-1-15,-16-4 1 16,-13-4 0-16,-16-2-1 16,-19 0 1-16,-21 0-1 0,-17-2 0 15,-24 2 0-15,-21 0-1 16,-25 7 0-16,-16 3-3 15,-9 11-6-15,-15 2-42 16,-2 7-32-16,-4 4 0 0</inkml:trace>
  <inkml:trace contextRef="#ctx0" brushRef="#br0" timeOffset="125533.63">5239 17184 225 0,'0'0'5'0,"0"0"1"15,0 0 4-15,0 0 1 16,0 0 3-16,0 0 1 16,0-7 2-16,0 7-1 15,0 0-1-15,0 0-2 0,0 0-3 16,0 0-1-16,0 0-1 15,0 0-1-15,0 0 1 16,0 0-2-16,10 0 0 16,-10 0 0-16,10-3-1 15,-10 3 0-15,17-7 0 0,-5 2 0 16,6-1-1-16,2-2-1 16,2 0 1-16,4-2-2 15,6 0 0-15,0-2 0 0,3-1-1 16,4 4 0-16,1-7-1 15,5 4 0-15,2-1 1 16,3-1-1-16,0 1 0 16,1-1 0-16,4-2 0 0,0 2 0 15,5-1 0-15,-3-2 0 16,5-1 0-16,5-2 0 16,2 0 0-16,3-4 0 15,3 1 0-15,-1-2-1 16,4 0 1-16,3-1 0 0,-1 3 0 15,2-4 0-15,0 0-1 16,0 5 1-16,0-6-1 16,2 6 0-16,1-5 1 15,0 4-1-15,-1-3 1 0,0 2 0 16,6 0 0-16,-1-1 0 16,-2 0 1-16,10-1-1 15,-5-5 1-15,7 2 0 0,4-3 0 16,-2 2-1-16,1-2 1 15,2 0 0-15,-2-1 0 16,2-1-1-16,1-1 0 16,-1 1 0-16,4-1 0 15,-7-2 0-15,8-2 0 0,1 3-1 16,2-1 1-16,-6-2 0 16,3 3 0-16,1-4 0 15,-3 7 1-15,0-4 0 16,-6 2-1-16,2 0 1 0,-6 0-1 15,-4 3 1-15,0 0-1 16,-4 4 1-16,3-3-1 16,-7 3 0-16,-4-1-1 15,2 1 1-15,-7 3 0 0,2 1-1 16,-7 1 1-16,-6 1 0 16,-8 2-1-16,1 5 2 15,-11 1-1-15,-5 1 0 16,-7 2 0-16,-5 5 1 15,-8 1-1-15,-5 0 1 0,-4 3-1 16,-13 2 1-16,12-3 0 16,-12 3-2-16,0 0 1 15,0 0-3-15,0 0-3 0,0 0-11 16,-12 10-46-16,1-7-14 16</inkml:trace>
  <inkml:trace contextRef="#ctx0" brushRef="#br0" timeOffset="128352.55">5257 17098 288 0,'0'0'4'15,"0"0"1"-15,0 0 1 0,0 0 0 16,-14 10 1-16,14-10 2 16,-4 12 0-16,4-12 0 15,0 15-1-15,0-15 0 16,0 13 1-16,0-13-1 16,15 8 3-16,-5-8 0 0,2 0-1 15,0-1 1-15,6-6-1 16,-5-1 0-16,3-5-2 15,-3 1-1-15,-1-1 0 16,-4 1-1-16,-2 1-1 16,-6 0-1-16,0 1 0 0,0 10 0 15,-18-15-1-15,2 13 0 16,-1 2-1-16,2 0 0 16,-5 10-1-16,1 0 0 0,2 4-1 15,4 1 0-15,1 3 0 16,4-1 0-16,3-2 0 15,5 0-1-15,0-5 1 16,0-10 0-16,17 12 0 16,1-12 0-16,2 0 0 0,2-8 1 15,3-5-1-15,3 2 0 16,-4-4 0-16,1 0 1 16,-7 0-1-16,-4-2 1 0,-3 2-1 15,-4-2 1-15,-7 4-1 16,0 1 0-16,-10 2 1 15,-3 2-1-15,-4 6 0 16,-5 2 0-16,-3 5 0 16,0 5 1-16,2 5-1 0,1 3 0 15,2 1 0-15,3 0 0 16,7-1 0-16,7-1 0 16,3-4 0-16,3-1 0 0,15-5 0 15,-2-1 0-15,7-6 0 16,4-3 0-16,6-7 0 15,-3-2 0-15,2-1 0 16,-3-4 0-16,-3-1 0 16,-7 1 1-16,-1 0-1 0,-9 0 1 15,-3 2 0-15,-6 0-1 16,-10 5 1-16,-7 2-1 16,-4-1 1-16,-4 9-1 15,-7 0 0-15,2 4 0 0,-4 6 0 16,1 3 0-16,4 7 0 15,6-3 0-15,1 3 0 16,7-2 0-16,8-2 0 0,4 2-1 16,3-7 1-1,7 0 0-15,5-4 0 0,9-1 0 16,3-6 0-16,4 0 0 16,2-10 0-16,2 2 0 15,1-4 0-15,-1-3 0 0,-5 0 0 16,-5-1 0-16,-2-2 0 15,-7 0 1-15,-8 4-1 16,-5-4 0-16,-2 3 0 16,-14 3 0-16,-4 0 0 0,-4 1 0 15,-6 6 0-15,-2 5 0 16,-3 0-1-16,-1 5 1 16,7 8 0-16,-1 1 0 15,0 2 0-15,11 1-1 0,3 3 1 16,4 0 0-16,7-1-1 15,5 1 1-15,5-5 0 16,7 0 0-16,8 0 1 16,1-8-1-16,6-3 0 0,5-4 0 15,-3 0 1 1,2-7-1-16,1-2 1 0,-5-4-1 16,-2-2 0-16,-5 1 1 15,-10-5-1-15,0 1 1 0,-7-2-1 16,-6 0 1-16,-7 3-1 15,-7-1 0-15,-6 4 2 16,-7 1-2-16,-2 8 0 0,-3 2-2 16,-2 3 2-16,5 8 0 15,-4 7 0-15,12-1 0 16,-1 6 0-16,10 3-1 16,3 1 1-16,10 0 0 15,2-3-1-15,4-1 1 0,7 0 0 16,11-5 1-16,5-5-1 15,3-2 0-15,2-7 1 16,5-1-1-16,-2-7 0 16,2-4 2-16,-4-3-2 15,-6-1 0-15,-5-4 0 0,-1 1 0 16,-12-4 0-16,-6 2 0 16,-3 1 0-16,-12-4 0 15,-6 9 0-15,-5-2 0 0,-3 8 0 16,-4 1 0-16,-2 7 0 15,2 7 0-15,-3 9 0 16,8 1 0-16,3 8 0 16,4 0 0-16,8-1 0 15,5 3 0-15,5-6 0 0,0 1 0 16,12-11 0-16,9 0 0 16,6-5 0-16,3-6 0 15,5-8 0-15,4-2 0 0,2-8 0 16,-2-1 0-16,-2-4 0 15,-2 1 0-15,-10 0 0 16,-3 2 0-16,-14-3 0 16,-8 7 0-16,-8 3 0 15,-14 2 0-15,-3 4 0 16,-10 7 0-16,-4 6 0 0,-4 6 0 16,3 5 0-16,-2 8 0 15,10-1 0-15,2 1 0 16,8 3 0-16,4-3 0 0,11-6 0 15,7 1 0-15,4-5 0 16,14-5 0-16,3 0 0 16,3-5 0-16,5-5 0 15,4 0 0-15,5-5 0 0,-4-5 0 16,-1-3 0-16,-1-2 0 16,-5 1 0-16,-7-4 0 15,-5-1 0-15,-8 1 0 16,-7-2 0-16,-9 4 0 0,-7 3 0 15,-8-2 0-15,-9 5 0 16,-2 2 0-16,-2 8 0 16,-2 3 0-16,-2 7 0 15,4 5 0-15,3 3 0 0,1 1 0 16,11 0 0-16,2 1 0 16,6-1 0-16,8 2 0 15,6-4 0-15,3 1 0 16,10-6 0-16,3 1 0 15,9-6 0-15,1-2 0 0,8-3 0 16,-2-2 0-16,3-9 0 16,0-2 0-16,-5-3 0 15,-1-1 0-15,-6-6 0 0,-6 5 0 16,-2-4 0-16,-10 0 0 16,-5-1 0-16,-2 0 0 15,-16 4 0-15,-1 2 0 16,-7 0 0-16,-6 8 0 0,-5 4 0 15,3 3 0-15,-4 7 0 16,3 8 0-16,3 3 0 16,2 2 0-16,8 2 0 15,4 0 0-15,9-2 0 0,1 0 0 16,8-3 0-16,5-5 0 16,7-2 0-16,9-2 0 15,3-6 0-15,5-2 0 16,4-7 0-16,2-3 0 15,2-8 0-15,-4 1 0 0,-3 0 0 16,-5-3 0-16,-9-2 0 16,-6 1 0-16,-7 2 0 15,-8 2 0-15,-10 2 0 0,-7 2 0 16,-8 8 0-16,-5 4 0 16,-2 1 0-16,-2 9 0 15,-4 8 0-15,6 6 0 16,2 1 0-16,8 3-2 15,9 6-16-15,-2-9-24 0,18-6-44 16,2-4-2-16</inkml:trace>
  <inkml:trace contextRef="#ctx0" brushRef="#br0" timeOffset="129333.14">8379 15252 308 0,'0'0'8'16,"0"0"5"-16,0 0 2 16,0 0 1-16,0 0 2 0,0 0-1 15,0 0 0-15,0 0 2 16,0 0-8-16,13 14-3 16,-1 4-3-16,11 7 1 15,5 5-2-15,9 7 2 0,7 10-1 16,8 7-1-16,8 9 0 15,2 6-1-15,5 5 1 16,-2 11-1-16,-1 1 1 16,-2 16-1-16,-7 1-1 15,-7 9 1-15,-11 4-1 0,-12 3 1 16,-4 1-3-16,-12 1 0 16,-9-2 0-16,-6-5 0 15,-1-60 0-15,-3 4 0 0,-3-7 0 16,3 4 0-16,-2-8 0 15,-3 0 0-15,3-8 0 16,-1 1 0-16,1-5 0 16,2-4 0-16,0-6 0 15,0 3 0-15,0-8 0 0,0 0 0 16,5-6 0-16,-2 1 0 16,2-7 0-16,5-8 0 15,-5 10 0-15,5-10-15 16,0 0-15-16,0 0-53 0,0 0-4 15</inkml:trace>
  <inkml:trace contextRef="#ctx0" brushRef="#br0" timeOffset="130150.17">8825 17214 374 0,'0'0'7'0,"0"0"4"15,5 0 1-15,-5 0 2 16,0 0 2-16,9 0-1 15,-9 0 1-15,10 3 0 0,-10-3-5 16,10 5-4-16,-10-5-3 16,10 12-3-16,-10-12 0 15,13 17 0-15,-3-5 0 16,-1 6 0-16,1-3-1 16,-2 7 0-16,2-3 1 0,2 5 1 15,-2-2-2-15,0 0 0 16,2 0 0-16,-1 3 0 15,-4-5 0-15,0 2 0 16,-2-2 0-16,3-8 0 0,-3 4 0 16,0-4 0-16,-5-12 0 15,7 12 0-15,-7-12 0 16,0 0 0-16,10-3 0 0,-10 3 0 16,10-20 0-16,-5 11 0 15,2-4 0-15,1-2 0 16,2 1 0-16,2-6 0 15,6 0 0-15,-9 10 0 16,28-34 0-16,-1 4 0 0,1 5 0 16,-7 5 0-16,0 5 0 15,-9 8 0-15,-10 13 0 16,-11 4-78-16,0 0-10 16</inkml:trace>
  <inkml:trace contextRef="#ctx0" brushRef="#br0" timeOffset="132966.79">7374 16208 369 0,'0'0'5'0,"0"0"5"16,0 0 0-16,0 0 3 16,0 0-1-16,0 0 2 15,0 0-1-15,0 0-1 16,0 0-4-16,0 0-4 16,0 10-2-16,2 2-1 0,3 1-1 15,0 5-1-15,2 4 1 16,-2 5 0-16,3 0 0 15,2 3 0-15,-3 0 0 0,-2 2 1 16,3-5-1-16,-1 0 0 16,-5-2 0-16,3-3 0 15,-2-2 1-15,-3-2-1 16,0-3 0-16,0-3-1 0,0-2 0 16,0-3-3-16,0-7 1 15,0 0-1-15,0 0-5 16,0 0-5-16,0 0-6 15,-5 0-12-15,5 0-36 16,-7-13-12-16</inkml:trace>
  <inkml:trace contextRef="#ctx0" brushRef="#br0" timeOffset="133916.49">7276 16246 259 0,'0'0'7'0,"0"0"4"0,0 0 1 15,0 0 3-15,0 0 0 16,0 0 2-16,0 0 0 16,0 0 1-16,0 0-5 15,0 0-6-15,0 0-1 0,0 0-2 16,0 0 0-16,0 0 1 15,6-5-1-15,6 1 1 16,-1 0-1-16,8 0 1 16,3-4 1-16,6 0 0 0,-2-1-1 15,6-2-1-15,4-1 0 16,1 2-1-16,-2-2 1 16,2 0-2-16,0-1 0 0,-1 1 0 15,-2 2-1-15,1-3 0 16,-5 4 0-16,0-1 0 15,-1 0-1-15,1-1 1 16,-6 0-1-16,-1 0-1 0,0 4 1 16,-3-3-1-16,-3 5 1 15,-2-2-1-15,-3-1 1 16,-2 4 0-16,3 1 1 16,-13 3 1-16,12-6 0 15,-12 6 0-15,9-1 1 0,-9 1 0 16,0 0 0-16,0 0 0 15,0 0-1-15,0 0 1 16,0 0-1-16,0 0-1 16,0 0 1-16,0 0-2 0,0 0 1 15,0 0 0-15,0 0-1 16,0 0 0-16,0 0 0 16,0 0-1-16,0 0 0 15,0 0 1-15,4 7 0 0,-2 2 0 16,0 4 1-16,3 2-1 15,-2 3 1-15,6 4 0 16,-1 2 0-16,2 4 0 16,0-3-1-16,3 5 0 0,-1-1-1 15,-2 2 1-15,3-3 0 16,-1 5 0-16,-3-4 0 16,-1 3 0-16,2-2 0 15,-5-2 0-15,0-3 0 0,-1-1 0 16,0-4 0-16,-2-2 0 15,-2-4 1-15,3-2-1 16,-3-12 0-16,2 13 0 16,-2-13-1-16,0 0 1 0,0 0-2 15,0 0-1-15,0 0-4 16,-7 0-6-16,7 0-16 16,0 0-55-16,-6-13-1 15</inkml:trace>
  <inkml:trace contextRef="#ctx0" brushRef="#br0" timeOffset="134917.01">7398 16223 228 0,'0'0'6'0,"0"0"6"16,0 0 6-16,0 0 1 15,0 0 3-15,0 0-1 0,0 0 0 16,0 0 1-16,0 0-5 16,-5 14-6-16,5 4-4 15,0 2-3-15,11 7-2 16,-4 2 0-16,5 7 0 0,-3-1 0 15,4 1-1-15,2 2 1 16,-4-2-2-16,1 2 2 16,-5-5-1-16,-1-1 1 15,-2-3-1-15,-4-1 1 16,0-8 0-16,0 1-1 0,0-5 2 16,0-4-2-16,0-2 0 15,0-10 0-15,-2 7 1 16,2-7-1-16,0 0 2 0,0 0 0 15,0 0-1-15,0 0 1 16,0 0 0-16,0 0 0 16,0 0-1-16,0 0 0 15,0-7-2-15,0 7 0 0,0 0 0 16,0 0 0-16,0-8-1 16,0 8 0-16,0 0 0 15,5-10 1-15,-5 10-1 16,12-7 1-16,-12 7-1 0,13-9 1 15,-4 3-1-15,0-1 1 16,7 0 0-16,-1 2-1 16,8-3 1-16,-3-2 1 15,4 0-2-15,3-2 1 16,3 2 0-16,2-2 0 0,1-1 1 16,-1 2-1-16,6 0 1 15,-3-1-1-15,2-1 1 16,0 3 1-16,0 0-1 0,1-3 0 15,-1 5 1-15,-5-3-1 16,-2 1 0-16,-3 6-1 16,-5-2 0-16,-4 4 0 15,-6-1 0-15,-1 3 1 0,-11 0-1 16,0 0 0-16,0 0 1 16,0 0 0-16,0 0-1 15,0 0 1-15,0 0 0 16,0 5 0-16,0-5-1 0,0 0 1 15,0 0-1-15,0 0 0 16,0 0 0-16,0 0 0 16,0 0-2-16,0 0 0 15,0 0-3-15,-9 3-5 16,9-3-9-16,0 0-12 0,-12-8-40 16,12 8-13-16</inkml:trace>
  <inkml:trace contextRef="#ctx0" brushRef="#br0" timeOffset="135183.76">8062 16056 317 0,'0'0'6'0,"0"0"1"0,0 0 2 0,-10-13 2 15,10 13 2-15,-3-10 2 16,3 10-1-16,0 0 0 15,0 0-5-15,-3 7-3 16,6 12-1-16,5 12-3 16,4 3-1-16,1 5-1 0,1 6 1 15,2 2-1-15,-2 0 1 16,-2-1-2-16,-1-7-4 16,-4 0-10-16,-7-6-30 15,0-9-31-15,0 1-3 0</inkml:trace>
  <inkml:trace contextRef="#ctx0" brushRef="#br0" timeOffset="136099.98">7391 16177 287 0,'0'0'11'16,"0"0"3"-16,0 0 3 15,0 0 0-15,0 0 0 0,0 0 0 16,0 0 2-16,0 0 0 15,0 9-9-15,4 11-5 16,7 4-2-16,1 8-1 16,6 6 1-16,-1 4-1 0,3 3 0 15,-1 2-2-15,-1 2 0 16,-6 1 1-16,1-6 0 16,-6 2 1-16,0-2 0 15,-2-2 0-15,-5-5 0 0,0-3 0 16,4-3 1-16,-4-7-1 15,0-4-1-15,0-5 0 16,2-1 0-16,-2-14 0 16,0 0-1-16,0 0 1 15,12 0-1-15,-10-7 0 0,3-5 0 16,-2-1 0-16,1 1 0 16,2-3 0-16,2 2-1 15,-4 2 1-15,4-3 0 16,2 0-1-16,0 2 1 0,-1 2 0 15,7-5-1-15,-2 5 1 16,4-3 0-16,5 1-1 0,-4 3 1 16,6-2 0-16,2-1 0 15,3 2 0-15,3 3-1 16,-4-3 1-16,6 2 0 16,2 1 0-16,-2-1 0 15,3 4 0-15,-1-5-1 16,-2 2 1-16,2 1 1 0,-5-2-1 15,0 0 0-15,-2-1 1 16,-5 1-1-16,-2 0 2 16,-7 6 1-16,-3 0 0 15,-3 0 0-15,-10 2 1 0,0 0-1 16,0-10 0-16,0 10 0 16,-7-6-1-16,7 6-1 15,-16-12 0-15,16 12 0 0,-12-13 0 16,12 13 0-16,-15-17 0 15,10 8 0-15,-2-4 1 16,5-2-1-16,-9-2 0 0,4 0 0 16,0-6 0-16,-1 1 0 15,-2-5 0-15,-2 0 0 16,-3-1 0-16,0 0-1 16,3 2 1-16,-1-2-1 15,-2 6 0-15,2 3 0 0,4 4-1 16,2 5-2-16,7 10-3 15,-10-11-6-15,10 11-11 16,0 0-60-16,0 8-3 16</inkml:trace>
  <inkml:trace contextRef="#ctx0" brushRef="#br0" timeOffset="137165.97">8104 16223 307 0,'0'0'5'15,"0"0"5"-15,0 0 1 16,0 0 2-16,2-10 1 0,9 5 2 16,1-5 0-16,8 3-1 15,7-3-4-15,8-3-4 16,2 1-3-16,7-1-1 0,9 1-1 16,2-2-1-16,4-1 0 15,3-3-1-15,1 1 0 16,3-2 0-16,4-4 2 15,2 0-2-15,5-3 0 16,1 1 0-16,0-3 0 0,2 4 0 16,-1-1 0-16,-1 0 1 15,-6 3 0-15,-3 0 0 16,-1 2 0-16,-12 5 0 16,-1-3 1-16,-7 6 0 0,-7 2 0 15,-6 1 0-15,-5 0-1 16,-7 5 1-16,-7 1 0 15,-3 2 0-15,-13 1 0 16,10 0-1-16,-10 0 1 0,0 0 0 16,-5 4-1-16,5-4 0 15,-12 4-2-15,12-4-3 16,-18 9-3-16,18-9-7 16,-9 2-12-16,-1-2-52 0,10 0-3 15</inkml:trace>
  <inkml:trace contextRef="#ctx0" brushRef="#br0" timeOffset="137583.47">9577 15547 371 0,'0'0'4'0,"0"0"1"0,0 0 2 15,0 0-1-15,0 0 1 16,0 0 3-16,0 0 1 16,5 2 2-16,8 1-4 0,1 3 0 15,7-2 0-15,1 0 0 16,5 2-1-16,0-4-2 15,3 1-2-15,-3-1 0 16,-2 1-1-16,1-3 0 16,-7 2-2-16,-4-2 1 0,-3 5 0 15,-12-5 0-15,8 20 1 16,-8 0 0-16,-10 7-3 16,-5 4 0-16,-7 11 0 15,-3 3 0-15,-5 3 0 16,-2 2 0-16,4-6 0 0,3-9 0 15,6-6-70-15,12-4-18 16</inkml:trace>
  <inkml:trace contextRef="#ctx0" brushRef="#br0" timeOffset="140318.6">7694 16236 314 0,'0'0'7'0,"0"0"2"0,0 0 2 15,0 0 3-15,0 7 2 16,0-7 2-16,0 0-1 16,0 12 0-16,0-12-4 15,0 13-5-15,0-1-1 0,0 1-3 16,5 2-1-16,-1 0-1 16,1 2 0-16,1-1-1 15,-1 2-1-15,0-3 1 16,-3-2 0-16,3-1 0 0,-5-2-1 15,0-10 2-15,2 7-1 16,-2-7 1-16,0 0 1 16,0 0-1-16,0-9 0 15,-2-1 1-15,0-5 1 16,-3-1-1-16,2-3 0 0,-1-3-1 16,-1 2 1-16,-2 0 0 15,3 3 0-15,2-1-2 16,2 7 0-16,0 0 1 0,0 11-1 15,13-10 0-15,-4 7-1 16,3 3 0-16,4 0 0 16,1 6 1-16,-2 1-1 15,2 1 0-15,3 3 0 0,-6 0 0 16,2 3 0-16,-6 1 0 16,-4 1 0-16,3-3 0 15,-7 1 0-15,-2-3 2 16,0 0-2-16,0-11 0 0,-4 14 0 15,4-14 0-15,-13 6 0 16,13-6 0-16,-10-3 0 16,10 3 0-16,-7-19 0 15,7 3 0-15,-3-3 0 16,3-1 0-16,0-3 0 0,0 1 0 16,3 0 0-16,4 5 0 15,-2-1 0-15,4 6 0 16,2 2 0-16,1 5 0 15,-2 5 0-15,3 0 0 0,1 5 0 16,1 7 0-16,0 6 0 16,0 2 0-16,-3 2 0 15,4 0 0-15,-4 3 0 0,-3-3 0 16,4 0 0-16,-5-2 0 16,-1-5 0-16,1 0-5 15,-8-15-42-15,12 10-39 16,-12-10-1-16</inkml:trace>
  <inkml:trace contextRef="#ctx0" brushRef="#br0" timeOffset="156432.82">7903 15888 264 0,'0'0'3'0,"0"0"2"0,-5-9 5 16,5 9 3-16,-15-5 2 15,3-1 2-15,-4 2 1 16,-3 2 2-16,-6 2-2 16,0 0-3-16,-5 0-3 0,-2 5-4 15,-3 2-2-15,3 0-1 16,-1 4-2-16,1 1-1 15,2 0-1-15,3 1-1 16,4 4 1-16,3-2-1 16,1 3 2-16,1 1-2 0,4 1 0 15,-4 2 0-15,1 0 1 16,2 0-1-16,-2 3 0 16,0-3 0-16,6 3-1 15,1 0 1-15,0 0 0 0,3-1-2 16,4 1 2-16,-1 3-1 15,4-1 1-15,-4 0-1 16,4 1 1-16,0 1-1 0,0-1 1 16,0-2 0-16,0 2-1 15,4 1 1-15,-2 2-1 16,3-5 2-16,4 5-1 16,-1-5 1-16,5 4 1 15,-1-3 1-15,6-2-2 0,-4 3 1 16,4-6 2-16,3 0-2 15,0-2 2-15,4-1-1 16,0-1 1-16,2 0-2 16,3-1 1-16,2-5 0 0,3 1-1 15,-3-4 0-15,3-2 0 16,7-1-1-16,-2-6 0 16,2 0 0-16,0 0-1 15,6-8 1-15,-2 2-1 0,0-8 0 16,-2 4 0-16,-1-4-1 15,-1-1 1-15,-3-3-1 16,-1 2 0-16,-3-2 1 0,-3-2-1 16,-2-2 0-16,0-6 1 15,-6 2 0-15,1-4-1 16,-5-3 1-16,-6-2 0 16,2-2 1-16,-7 1-1 15,2-7 1-15,-1 3-1 16,-3-1 1-16,-5-2 0 0,1 4 0 15,-3-4 1-15,0 7-1 16,-3-1 1-16,-4 1-1 0,-5 2 1 16,-3-1-1-16,-2 6 0 15,-6-4-1-15,1 6 1 16,-6-3-1-16,-4 6 0 16,2-1 0-16,-7 3 0 15,2 1 0-15,-4 5 1 0,1-4-1 16,-4 7 1-16,2 1-1 15,0 4 1-15,-2-2 0 16,3 6-1-16,-2-2 1 16,4 5-1-16,0 1 0 0,0 0 1 15,0 0-1-15,5 4 0 16,-4 0 0-16,4 6 0 16,0-2 0-16,-1 5-1 15,6-1 1-15,-3 6-1 0,6-1 1 16,-6 1-1-16,5 3 2 15,2 2-1-15,1 2 0 16,3 0 1-16,-3 2-1 16,9-2 0-16,0 1 0 0,3 2 0 15,1 1-1-15,-2 1 0 16,9 0 1-16,-3 2-1 16,5-1 1-16,0-2 0 0,0 3 0 15,5-2 0-15,-3-1 1 16,9 1 0-16,-4 0 0 15,0-1 0-15,3 1 1 16,-2 3-2-16,4-4 2 16,0 1-1-16,6 0 1 15,-4-3 0-15,6 0 0 0,1-3-1 16,0 1 1-16,4-7 0 16,5 0 1-16,-1-1-3 15,4-5 0-15,2-2 0 0,1 1 0 16,1-7 0-16,2 0 0 15,3-1 0-15,-4-3 0 16,-1 0 0-16,3 0 0 16,-3-3 0-16,3-1 0 0,-3-3 0 15,0-1 0-15,0-5 0 16,0 1 0-16,4-5 0 16,-4-1 0-16,0-4 0 15,-2-2 0-15,-1 1 0 16,-2-10 0-16,-4 7 0 0,-1-9 0 15,-4 1 0-15,-3-4 0 16,-3 1 0-16,-1-2 0 16,-4-4 0-16,-5 4 0 15,1-3 0-15,-3-1 0 0,-5 4 0 16,0 0 0-16,-5-4 0 16,-8 3 0-16,1 2 0 15,-6 2 0-15,1 2 0 0,-3 2 0 16,-5-1 0-16,0 4 0 15,1 1 0-15,-6 6 0 16,0-5 0-16,-5 3 0 16,0 6 0-16,-2-3 0 0,-5 4 0 15,1 3 0-15,0 4 0 16,-4 0 0-16,-2 2 0 16,2 2 0-16,-2 6 0 15,0 0 0-15,-2 4 0 16,4 3 0-16,-3 3 0 0,4 0 0 15,-4 5 0-15,6 0 0 16,2 2 0-16,0 3 0 16,6 0 0-16,1 4 0 15,4 1 0-15,3 5 0 0,-1 4 0 16,8 6 0-16,-1-2 0 16,8 6 0-16,-4-3-10 15,11 9-75-15,5-4-2 0</inkml:trace>
  <inkml:trace contextRef="#ctx0" brushRef="#br0" timeOffset="157750.12">8611 15401 213 0,'0'0'6'0,"0"-10"-1"0,0 10 6 16,0-12 3-16,0 12 0 15,2-16 1-15,-2 16-1 16,10-9 1-16,0 11-1 16,5 21-4-16,5 2-2 0,-2 14-3 15,18 8 0-15,-1 15 0 16,8 7 0-16,2 14-1 15,2 0-1-15,2 9-1 16,-4 2 0-16,5 0-2 0,-8 2 0 16,-3-1 0-16,-2 3-1 15,-1 2 1-15,-4 2 1 16,-5-6 0-16,-2-2 1 16,-5-2 2-16,-8-3 2 0,-7-46-2 15,-2 6 2-15,-3-8-2 16,0 5 1-16,0-2-1 15,-8-2 0-15,3-2-3 16,-4-1-3-16,-1-4-5 16,-1 0-12-16,4-3-48 0,-5-5-7 15</inkml:trace>
  <inkml:trace contextRef="#ctx0" brushRef="#br0" timeOffset="159350.01">7895 16221 227 0,'0'0'5'0,"0"0"2"0,0 0 3 16,0 0 1-16,0 0 2 15,0 0 3-15,0 0 1 16,-10 0 0-16,10 0-3 0,0 0-2 16,0 0-2-16,0 0 0 15,-10 0-3-15,10 0-2 16,0 0 0-16,0 0-1 15,-7 8-1-15,7-8-1 0,0 0-1 16,0 0 1-16,0 0 0 16,0 0 1-16,0 0 0 15,0 0 1-15,5 7-1 16,-5-7 1-16,12 0 0 0,-12 0 0 16,18 0 0-16,-9-3-1 15,7 0-1-15,-2 2 2 16,4-5-3-16,1 1 1 15,6-2 0-15,3 0 0 0,4-1 0 16,3-2 0-16,7 1 0 16,-2-7 1-16,4 4-1 15,2-3-1-15,-2 3 1 16,-2-4-1-16,3 4 0 0,-8-1 0 16,-2 2-1-16,2-3 0 15,-2 1 0-15,3-3 0 16,-4 1 0-16,3-1-1 15,-2 0 1-15,8 2 0 16,-4-1 0-16,1 0 1 0,0 0 0 16,2 3 0-16,-3-1-1 15,4-2 1-15,-3 6 0 16,-1-7 0-16,4 4-1 0,-1-1 1 16,-3 1 0-16,7-2-1 15,-4 0 1-15,5 0 0 16,0-1 0-16,1 1 0 15,-4-1-1-15,4-3 1 0,-7 4 0 16,-1-1 0-16,-3 2-1 16,-4 1 1-16,-4 2 0 15,-4 0-1-15,-5 5 0 16,-2-2 0-16,-6 5 0 0,-5-1 1 16,-7 3-1-16,10-3-1 15,-10 3 0-15,0 0-3 16,0 0-5-16,-2 6-9 15,-8 1-27-15,-2 0-35 0,-3 0-5 16</inkml:trace>
  <inkml:trace contextRef="#ctx0" brushRef="#br0" timeOffset="160083.51">8022 16262 207 0,'0'0'5'0,"0"0"2"0,0 0 4 0,0 0 2 16,0 0 2-16,0 0 1 15,0 0 2-15,0 0-1 16,0 0-1-16,0-7-4 16,0 7-1-16,17-9-3 0,-2 0 1 15,5 2-3-15,7-5 0 16,10 0 0-16,6-3-1 16,6 1-1-16,11-7 1 15,0 2-1-15,6-4 1 0,7-1-1 16,-1-4 1-16,8 1 0 15,-4-3 0-15,7 1-1 16,1-1 0-16,3 0 1 0,-5 2-4 16,5 2 2-16,-2 1 0 15,-4 0-1-15,-3 0 1 16,-7 6-1-16,1 1 0 16,-12 1 1-16,-3 2 0 0,-9 5 1 15,-6 0-1-15,-10 3 1 16,-7-1 0-16,-7 6 1 15,-9 0 0-15,-9 2-1 16,12-3 1-16,-12 3-2 16,0 0 0-16,0 0 0 0,0 0-1 15,-7-3-1-15,7 3-1 16,-12 0-2-16,12 0 0 16,-13 0-2-16,13 0-2 15,-12 0-5-15,12 0-7 0,-13 0-27 16,13 0-38-16,0 0-2 15</inkml:trace>
  <inkml:trace contextRef="#ctx0" brushRef="#br0" timeOffset="160668.26">9361 15468 216 0,'0'0'9'0,"0"0"6"0,0 0 1 16,5 0 3-16,-5 0 2 16,0 0-1-16,10 0 0 15,-10 0-1-15,0 0-5 0,0 0-5 16,10 7-1-16,0-2-1 16,3 2-1-16,3 1 1 15,5-1 1-15,9 3 0 16,2 1-1-16,2-7-1 0,1 2-1 15,2-5-1-15,-2 5-1 16,1-5-1-16,-7 2-1 16,-5 0 1-16,-1-1-1 15,-5 3 0-15,-6-1 1 0,-3 0 1 16,-9-4-1-16,9 12 1 16,-9 1 0-16,-6 2 0 15,1 1 0-15,-7 4-1 16,-1 5 0-16,-4 3 0 0,-3-1-2 15,3 3 1-15,-5-1 0 16,4-1 0-16,-2-2 0 16,5-3-1-16,5 0 0 15,-2-8-1-15,7-1-3 16,5-14-3-16,-8 12-5 0,8-12-8 16,0 0-19-16,13 0-43 15,-13 0-2-15</inkml:trace>
  <inkml:trace contextRef="#ctx0" brushRef="#br0" timeOffset="161100">9428 15436 313 0,'0'0'3'0,"0"0"3"0,15-3 2 16,-3 3 1-16,6 0 2 0,1 0 0 15,4 4 1-15,4 2 1 16,-1 5-3-16,6-5-2 15,-5 4-4-15,1 0-1 16,2-3 0-16,-9 4-1 0,4-1 1 16,-5 2 0-16,-5-2 0 15,-2 1 0-15,-8 6 2 16,-1 2 0-16,-4 6 0 0,-2 0 0 16,-5 2 1-16,-9 5-2 15,4 3 1-15,-5-1-2 16,2 1-1-16,-5-3-4 15,8 0-20-15,19 0-57 0,-12-7-2 16</inkml:trace>
  <inkml:trace contextRef="#ctx0" brushRef="#br0" timeOffset="166616.54">9655 15190 121 0,'0'0'6'16,"0"0"3"-16,-9-10 4 15,9 10 2-15,-7-8 2 0,7 8 3 16,-17-7-1-16,4 3 1 16,1 1-4-16,-1 0-2 15,-1 3-3-15,-2 0-3 16,-5 0-1-16,3 6-1 15,-5-2-1-15,4 3-1 16,-3 4-1-16,1-1-1 0,2 2 0 16,-1 1-1-16,5 2 1 15,0 1-2-15,3 0 0 16,-1 2 0-16,3 1 0 0,1 3 0 16,0 6 1-16,0-1 0 15,4 5-1-15,-5-3 1 16,5 6-1-16,-3 0 1 0,6 4-1 15,-3-4 1-15,5 2 0 16,0 0 1-16,0 1 0 16,5-4 2-16,5 1 0 15,3-1 0-15,1-4 1 0,6 3-1 16,3-7 0-16,7-3 0 16,4 4 1-16,1-4-2 15,7-4-1-15,1 1 1 16,4-5-1-16,0 0 0 15,2-5 0-15,-2-5-1 0,-4-5-1 16,2 0-1-16,-1-12 0 16,2-1 0-16,-7-5-1 15,5-4 1-15,2 3-1 16,-4-4 1-16,-3-6 0 0,-1 4 3 16,-1 0 1-16,-9-5 1 15,1 0 2-15,-12-4-1 16,-4-2 0-16,-8-6 1 15,-5 3-1-15,0-7-1 0,-10-2-1 16,-5 2 0-16,-5-2 1 16,-4-1-1-16,-4 6 1 15,-6-1 0-15,-2 4 0 16,-1 4 1-16,-5 0-1 0,-3 7 0 16,-2 0 0-16,-3 6-1 15,-1 3-2-15,-4 5 1 16,-3 3-2-16,1 9 0 15,-3 3 0-15,3 7-4 0,3 9-4 16,4 3-13-16,5 16-47 16,10-6-11-16</inkml:trace>
  <inkml:trace contextRef="#ctx0" brushRef="#br0" timeOffset="176500.16">8216 15074 143 0,'0'0'5'16,"0"0"3"-16,-7-6 6 15,7 6 2-15,0 0 2 16,0 0 2-16,0 0 2 0,0-7 1 16,0 7-3-16,7 0-4 15,5 0-4-15,-12 0-2 16,25 13-2-16,-16-3-1 16,9-1-1-16,-6 2-2 0,6 1 0 15,-4 1 0-15,4-1 1 16,-3 1-2-16,5 1 1 15,-3-2-1-15,-2 1 0 16,3 2 0-16,-1 0 0 0,-2 2-1 16,0-5 0-16,3 8 0 15,-6-5-1-15,5 5 2 16,-5 0-1-16,-1-1 0 16,3 3 0-16,-2-2-1 0,-1 4 1 15,-1-3-1-15,-1 1 0 16,4-2-1-16,-3-2 0 15,1 1 0-15,1-1-1 16,0-1 1-16,1 0 0 0,-1 1 0 16,0-1-1-16,1 0 1 15,-1 1 0-15,1-4 0 16,-4 4 0-16,1-1 0 16,3 1 0-16,-1-4 0 15,-2 4 0-15,0-1 0 0,0 1 0 16,-3-1 0-16,4 0 0 15,-2 0 0-15,2 1 0 16,1-1 0-16,0 1 1 0,-2-2-1 16,5 5 1-16,-3-4 1 15,1 5-1-15,-3 1 1 16,2-1 0-16,-2 0 0 16,0 0 0-16,2-3 0 15,-4 6-1-15,2-4-1 0,-3 1 1 16,0-3-1-16,4 5 0 15,-6-3 0-15,2 2 0 16,1 2 0-16,-1-3 1 0,0-3-1 16,1 6 0-16,-4 0 0 15,5-3 0-15,-2 1 0 16,0-1 1-16,-2 1-1 16,3-2 0-16,-3 4 0 0,0-2 0 15,-1 2 1-15,-1 0-1 16,2 1 0-16,0 2 1 15,0-1-1-15,0 0 2 16,0 3-1-16,0 0 1 16,0-1 0-16,-3-1 0 0,3 1 1 15,-2-1-1-15,-3 4 0 16,3-5 0-16,-3 2 0 16,0-1-1-16,0 2 1 15,0-1 0-15,0-1-1 0,-3 2 1 16,0-1-1-16,-2-1 1 15,3 1 0-15,-1-11-2 16,1 0 1-16,-1-4 0 0,1 5 0 16,0-1-1-16,-1 1 1 15,1 1-1-15,-1-2 0 16,0 2 1-16,1-1 0 16,-1-2-1-16,1 1 1 15,-1 2-1-15,1 0 0 0,-1-3 0 16,1 1 0-16,0 0-1 15,-1-4-3-15,1-2-1 16,0 3-4-16,-1-5-8 16,-3-3-24-16,4 4-34 0,2-11-5 15</inkml:trace>
  <inkml:trace contextRef="#ctx0" brushRef="#br0" timeOffset="176934.65">8889 17209 325 0,'0'0'3'0,"0"0"1"0,0 0 2 15,0 0 2-15,3 8 0 16,-3-8 3-16,4 12 1 15,-1-2 2-15,2 2-4 0,-3 0 0 16,6 6-2-16,-3 2-1 16,0-1 1-16,0 1-2 15,2 2-1-15,-2 3 0 16,3-2 0-16,-1-2-1 0,-2 4-1 16,2-2 0-16,-2-3 1 15,3-2 0-15,-3-4 0 16,2-7 0-16,-7-7 0 15,16 10 0-15,-4-10 2 0,0-5-1 16,3-4-1-16,2-4-1 16,3-2 1-16,3-2-4 15,-4 0 0-15,1-1 0 16,3 1 0-16,-3-3 0 16,-1 5 0-16,-1 0 0 0,-1 3-13 15,-2-2-23-15,-3 7-48 16,-4-2-2-16</inkml:trace>
  <inkml:trace contextRef="#ctx0" brushRef="#br1" timeOffset="180766.35">7577 16273 297 0,'0'0'6'16,"0"0"2"-16,0 0 3 15,0 0 2-15,0 0 0 0,0 0 1 16,0 0 2-16,0 0 0 15,0 0-6-15,0 0-3 16,0 0-2-16,0 0-1 0,0 0-1 16,0 0 1-16,0 0 0 15,0 0 0-15,0 0 1 16,0 7 1-16,0-7-1 16,0 0 0-16,-10 7-1 0,10-7 0 15,-15 11-1-15,3-7-1 16,0 2 0-16,-4-2 0 15,2 2-1-15,-6 3 0 16,-5-2 0-16,0 1 0 16,-5 2 0-16,-7 0 0 0,0 2 0 15,-5 1 1-15,-8 2 0 16,0 0 0-16,-4 2 1 16,-4 0-1-16,-1 0 0 15,1-2 0-15,4 3 0 0,-1-3-1 16,3 2 0-16,2-2 0 15,6-3 0-15,-1 1-1 16,3-1 1-16,5 2-1 0,1-7 1 16,10 4-1-16,1-4 1 15,4 0-1-15,7-1 1 16,3 1-1-16,11-7 1 16,-14 3-1-16,14-3 0 15,0 0 0-15,0 0 0 0,0 0 0 16,0 0-1-16,0 0 0 15,0 0 1-15,0 0-3 16,0 0 0-16,0 0-2 0,0 0-3 16,0 0-5-16,0 0-13 15,0-13-49-15,0 13-11 16</inkml:trace>
  <inkml:trace contextRef="#ctx0" brushRef="#br1" timeOffset="181316.74">6501 16446 321 0,'0'0'8'0,"0"0"3"15,0 0 4-15,0 0 3 16,0 0 2-16,0 0-1 15,0 0 0-15,0 0 1 0,-7 0-7 16,7 0-5-16,-16 20-3 16,4-5-2-16,0 2-2 15,-8 3 0-15,2-1 0 16,-3 6-1-16,0 0 1 0,-1-6 0 16,5-1 0-16,-3 0-1 15,5-6 1-15,5-2-1 0,10-10 1 16,-12 8 0-16,12-8-1 15,0 0 1-15,14 0-1 16,4 0 1-16,2 0 0 16,7 0 1-16,8-3-1 15,5 1 1-15,6-1 0 16,0-2 0-16,6 2 1 0,-5 1 0 16,3 2 1-16,-8 0-4 15,-5 0 0-15,-3 0 0 16,-9 2 0-16,-2 1 0 0,-9 2 0 15,0-2 0-15,-14-3 0 16,12 2 0-16,-12-2 0 16,0 0 0-16,0 0 0 15,0 0 0-15,-5 3 0 0,5-3 0 16,-12 0 0-16,12 0 0 16,-13 0 0-16,13 0 0 15,0 0 0-15,-12 0 0 16,12 0-84-16,0 0-7 0</inkml:trace>
  <inkml:trace contextRef="#ctx0" brushRef="#br1" timeOffset="182233.15">8154 16127 311 0,'0'0'7'16,"0"0"4"-16,0 0 2 0,0 0 1 15,7 0 3-15,-7 0 1 16,0 0-1-16,0 0 2 15,9-3-6-15,-9 3-2 0,21-10-2 16,-1 2-2-16,4-4 0 16,12-2-3-16,8-10 1 15,16 3-1-15,4-6-1 16,16-5-1-16,4 2 0 16,3-5 0-16,7 3 0 0,-4 2 0 15,2 0 0-15,-8 2 0 16,-7 5 0-16,-4 3-1 15,-16 2 1-15,-6 3 0 16,-10 5-2-16,-9 1 0 16,-10 0 0-16,-4 5 0 0,-11 2 0 15,-7 2 0-15,11 0 0 16,-11 0 0-16,0 0 0 16,0 0 0-16,0 0 0 0,-9 5 0 15,9-5 0-15,0 0 0 16,-7 5 0-16,7-5 0 15,0 0 0-15,0 0-8 16,0 0-19-16,-12 10-46 0,12-10-16 16</inkml:trace>
  <inkml:trace contextRef="#ctx0" brushRef="#br1" timeOffset="182566.51">9164 15523 383 0,'0'0'4'0,"0"0"2"15,0 0 1-15,0 0 1 0,0 0 2 16,0 0 2-16,6 0 1 16,6 0 2-16,3-3-3 15,7-1-3-15,4 3 0 0,11-4-1 16,0 3-1-16,10-4-3 15,0 4 0-15,-2 0-4 16,0 2 0-16,-8 0 0 16,-5 0 0-16,-7 4 0 0,-5 6 0 15,-10 8 0-15,-7 1 0 16,-6 9 0-16,-10 9 0 16,-6 7 0-16,-4 6 0 15,-2 0 0-15,0 8-26 16,1-6-59-16,-1-11-3 0</inkml:trace>
  <inkml:trace contextRef="#ctx0" brushRef="#br1" timeOffset="186800.08">7398 15068 182 0,'0'0'8'0,"0"0"4"16,0 0 5-16,0 0 4 15,0-9 4-15,0 9 2 0,0 0 2 16,0 0 1-16,0-10-3 16,0 10-4-16,0 0-4 15,0 0-3-15,0 0-2 0,0 0-3 16,0 0-1-16,0 0-2 15,2-10-2-15,-2 10 0 16,0 0-1-16,0 0-1 0,0 0-1 16,0 0-1-16,0 0 1 15,4 4 0-15,-2 10-3 16,3-3 0-16,4 9 0 16,1 10 0-16,5 6 0 15,5 5 0-15,0 9 0 0,3 4 0 16,-1 3 0-16,6 3 0 15,-7-1 0-15,2 0 0 16,-1-4 0-16,-5-3 0 16,1-2 0-16,-3-8 0 15,-2-2 0-15,-4-8 0 0,0-6 0 16,3-1 0-16,-5-4 0 16,-2-6 0-16,-3-3 0 15,3-5 0-15,-5-7 0 0,5 7 0 16,-5-7 0-16,0 0 0 15,0 0 0-15,0-2 0 16,0 2 0-16,0-12 0 16,0 12 0-16,-5-16 0 0,5 16 0 15,-5-14 0-15,5 14 0 16,-7-18-7-16,7 18-13 16,-5-14-20-16,-13 6-46 15,18 8-1-15</inkml:trace>
  <inkml:trace contextRef="#ctx0" brushRef="#br1" timeOffset="187632.68">7428 15777 337 0,'0'0'6'15,"0"0"4"-15,0 0 5 16,0 0 2-16,-3-9 0 0,3 9 3 15,0 0 0-15,0 0 1 16,0 0-6-16,0 0-4 16,0 0-4-16,0 0 0 15,0 0-3-15,11 0 0 16,-2 0-4-16,3 6 0 0,4 1 0 16,1 7 0-16,3-3 0 15,0 7 0-15,4-3 0 16,-1 0 0-16,2 3 0 0,-3-4 0 15,-2 2 0-15,0-2 0 16,0-1 0-16,-5-1 0 16,0-2 0-16,-5 1 0 15,2-2 0-15,-12-9 0 0,18 9 0 16,-18-9 0-16,7 7 0 16,-7-7 0-16,0 0 0 15,0 0 0-15,9 3 0 16,-9-3 0-16,0 0 0 0,4-7 0 15,-4 7 0-15,0-10 0 16,0 10 0-16,2-12 0 16,-2 12 0-16,3-13 0 15,-3 13 0-15,2-15 0 16,-2 15 0-16,5-12 0 0,-5 12 0 16,7-12 0-16,-5-1 0 15,1 3 0-15,-1-4 0 16,4-9 0-16,-4-2 0 0,1-8 0 15,2 2 0-15,-3-6 0 16,0 0 0-16,1-3 0 16,-3 5 0-16,2 3 0 15,-2 5 0-15,0 8 0 0,0 1 0 16,0 8 0-16,0 10 0 16,0-10 0-16,0 10 0 15,0 0 0-15,0 0 0 16,0 0 0-16,3 10 0 15,-3-10 0-15,0 18 0 0,0-8 0 16,2 1 0-16,-2 3 0 16,6-3 0-16,-6-11 0 15,0 18-66-15,2-6-29 16</inkml:trace>
  <inkml:trace contextRef="#ctx0" brushRef="#br1" timeOffset="190266.51">8039 16479 220 0,'0'0'8'0,"0"0"5"0,0 0 4 15,0 0 6-15,0 0 1 16,0 0 4-16,0 0-1 0,0 0 4 16,0 0-9-16,0 0-5 15,0 0-4-15,0 0-3 16,2 4-3-16,3 14-2 15,1 7-3-15,6 7 1 0,-1 9 1 16,8 9-1-16,-1 10 1 16,6 2-1-16,-4 2 0 15,0 3-1-15,4-2 2 16,-3-3-2-16,-14-33-1 16,6 3-1-16,-6-4 0 0,3 2 1 15,0-4-2-15,-3 2 1 16,1-4-2-16,-4 1 0 15,4-8 0-15,-3 3-1 0,-2-2-1 16,2-1-4-16,-1-7-4 16,-1 2-5-16,-2-3-11 15,-1-9-34-15,0 8-19 16,0-8-5-16</inkml:trace>
  <inkml:trace contextRef="#ctx0" brushRef="#br1" timeOffset="191033.13">8032 16471 318 0,'0'0'9'0,"0"0"2"0,0 0 3 0,0 0 3 16,0 0 1-16,0 0-1 16,0-8 1-16,0 8 0 15,0 0-8-15,0 0-3 0,-5 8-2 16,2 4-2-16,-1 3-2 15,-2 5 1-15,1 5-2 16,-4 2 2-16,1 5 0 16,-2-4-1-16,0 1 1 15,1-4 0-15,-2-3 0 0,1-5 0 16,3-4 0-16,2-3 0 16,5-10 0-16,-8 10 0 15,8-10 0-15,0 0 0 0,0 0 0 16,0-5 0-16,0-5 0 15,6 0 0-15,-1-3-1 16,-3-4 1-16,3-3-1 16,4-2-1-16,-4 0 1 15,1 0 0-15,1-3 0 0,-2 3 0 16,2-3 1-16,1 3-2 16,0 2 0-16,-1 0 0 15,0 0 0-15,0 2 0 16,1 1 0-16,-3 3 0 0,3 1 0 15,-4 3 0-15,1 0 0 16,-5 10 0-16,6-10 0 16,-6 10 0-16,0 0 0 15,0 0 0-15,14 18 0 0,-6-3 0 16,2 5 0-16,5 0 0 16,5 9 0-16,5-2 0 15,-1 4 0-15,3-5 0 0,-1-1 0 16,-1 1 0-1,-3-8 0-15,-3 2 0 0,-3-8 0 16,-4 1 0-16,-12-13 0 16,15 12 0-16,-15-12 0 15,0 0 0-15,0 0 0 0,8 11 0 16,-8-11-13-16,-10-5-77 16,10 5-3-16</inkml:trace>
  <inkml:trace contextRef="#ctx0" brushRef="#br1" timeOffset="193467.93">5972 16424 195 0,'0'0'8'0,"0"0"4"0,0 0 4 16,0 0 0-16,0 0 4 15,0 0 0-15,-7-7 1 0,7 7 0 16,0 0-6-16,4-13-4 16,3 6-3-16,7-1 0 15,3-2-3-15,8-2-1 16,4-3 1-16,4-3-3 0,4-1 1 16,6-1-2-16,3-2 0 15,7-3 1-15,2 6-1 16,1-6-1-16,1 2 1 15,8 1-1-15,-3 2 1 16,-2 0-1-16,4 0 0 0,-4 1-1 16,4-2 1-16,2-1-1 15,-2 3 1-15,1-3-1 16,2 5 1-16,-3-4 0 16,1 1 0-16,2 0 1 0,-5 1 0 15,2 1 0-15,1-1-1 16,0 1 1-16,0-4 0 15,-1 2 0-15,-2-1 0 16,3 2 0-16,-3-3-1 0,-5 3 1 16,3-1 0-16,-5 0-1 15,-1 0 0-15,3 2 0 16,-7 4 0-16,2-4 0 0,-2 6 0 16,-3-3 0-16,2-3 0 15,-1 4 1-15,-1 2-1 16,-2-4 0-16,2 0 1 15,-4 1-1-15,1 2 0 16,-2 1 0-16,3-1 1 0,-1 1-1 16,-1 2 1-16,1 0-1 15,2-2-1-15,-2 2 1 16,-2 0 0-16,5 0 0 16,-2 0 0-16,-5 0 1 0,7 3-1 15,-4-1 0-15,1 1 1 16,-2 4 0-16,3-1 0 15,-3 1 0-15,1 3-1 16,-4 0 1-16,-2 0 0 0,0 3 0 16,-4 4 0-16,-1 0 1 15,-7 6-1-15,2 1 1 16,-6-1-1-16,1 5 1 16,-2-4-1-16,-5 5 1 0,-1 2 0 15,-4-4 0-15,-2 1 0 16,-1 1 0-16,-2-1 1 15,0-1-1-15,-5 0 1 16,0 3-1-16,0-2 1 0,-2 4-1 16,-6-3-1-16,1 4 1 15,-6-2 0-15,-1 4 0 16,-4-2-1-16,1 0 1 16,-5-4-1-16,1 2 0 0,-3-3-1 15,-1 3 1-15,0-2-1 16,-5 2 0-16,3-2 0 15,-6-2 0-15,6 3 0 16,-5 1 1-16,2 1 0 0,0-5 0 16,3 2-1-16,-3-1 1 15,0 0 0-15,0-1 0 16,3-2-1-16,-3-1 0 16,-2 1 0-16,-3-2 0 15,3-1 0-15,0-3 0 0,-3 4 0 16,-2-1 0-16,2 1 0 15,-2-1 0-15,-1 1-1 16,1 2 1-16,0-3-1 0,-1 1 1 16,-4-1 0-16,5-2-1 15,-3 5 1-15,-1-3 0 16,0-2 0-16,-3 3-1 16,-1-1 1-16,-2 3 0 0,-3-4 0 15,0 5-1-15,-4-1 0 16,-1 0-1-16,0-3 0 15,-2 3 0-15,-1 2 0 16,0 0 0-16,-2 1-1 16,0-1 1-16,1 1 0 0,-6 2 0 15,6-1 0-15,-6 3 1 16,-1 0 0-16,4-2 0 16,0 1 0-16,0 1 1 15,0-3 0-15,6 1 0 0,-4-4 0 16,3 0 1-16,0 2-1 15,-1-3 0-15,1 2 1 16,-1-2-1-16,5-1 1 0,-2-1 0 16,0-1 0-16,2 1 0 15,7-5 1-15,-2-1-1 16,6-4 0-16,3-3 1 16,3 0-1-16,4-8 0 15,2 0 0-15,4-4-1 0,-2-1 1 16,6 1-1-16,-1-2 0 15,0-1 0-15,4 0 1 16,-1 2-1-16,3-2 1 16,4 3 0-16,-1-2 0 0,0-6 0 15,2 2 0-15,3 1-1 16,1-3 1-16,0-5-1 16,1 6 1-16,5-6-1 15,-3 2 1-15,3 2-2 0,2-3 2 16,0 2-1-16,0 2 0 15,4-1 1-15,1 1-1 16,2-3 0-16,6 3 0 0,-1-4 0 16,3 3 1-16,3-1-1 15,2 0 0-15,4-3 0 16,3 6 0-16,6-4 0 16,-1-2 1-16,8 6-1 15,0-4 0-15,2 1 0 0,5 0 1 16,6-3-2-16,-2 0 0 15,4 3 1-15,5-3-1 16,0 3 0-16,4 2 1 16,1-2-1-16,6 0 1 0,0 2 0 15,3 3 1-15,-1-3-1 16,5-5 0-16,5 2 1 16,2-2-1-16,-4 0 0 15,6-1 0-15,5-1 0 0,-2 2 0 16,-3-5 0-16,2 2 0 15,-3 1 0-15,1 3-1 16,-2-1 1-16,-2 4-1 0,-7 3 0 16,2-3 0-16,-2 4 1 15,-4 2-1-15,-2 0 0 16,-1 3 1-16,-2 2-1 16,-2 0 0-16,-3 3 0 15,-2 2-2-15,-3 2-2 0,-8 3-3 16,1 0-5-16,-5 0-23 15,7 4-42-15,-14 2-2 16</inkml:trace>
  <inkml:trace contextRef="#ctx0" brushRef="#br1" timeOffset="199750.11">8345 15986 97 0,'0'0'4'0,"0"0"5"0,-3-10 2 16,3 10 2-16,0 0 3 16,0 0 0-16,0 0 4 15,0 0 0-15,-7 0-4 0,7 0-3 16,0 0-3-16,0 0-2 15,0 0 1-15,0 0-1 16,5 3 0-16,7-3-1 0,3 0 0 16,8 0 2-1,3-6-2-15,10-1 0 0,4-5-1 16,9-4-2-16,1-1-2 16,7-2 1-16,5-2-1 0,5-4-1 15,-2 6 1-15,4-6-1 16,-1 3 1-16,-4 0-1 15,3 4 0-15,-7-2 0 16,-5 5 0-16,-6 1 0 0,-4 0 0 16,-3 6 0-16,-7-3 0 15,-3 6 1-15,-7 0 1 16,-2 1 0-16,-7 1 1 16,-5 3 1-16,-2 0 2 15,-9 0-1-15,0 0-1 0,0 0 2 16,-4 5-2-16,4-5-1 15,-18 7 0-15,18-7-2 16,-17 5-1-16,17-5-4 16,-15 3-5-16,15-3-14 0,-10 10-37 15,10-10-14-15</inkml:trace>
  <inkml:trace contextRef="#ctx0" brushRef="#br1" timeOffset="200149.66">9212 15505 211 0,'0'0'1'0,"0"0"-2"0,0 0 1 16,0 0 2-16,0 0 4 16,10 0-3-16,2 0 2 15,-1 3-1-15,8 1-4 16,1 0-12-16,7 0-26 0,3 0-19 16</inkml:trace>
  <inkml:trace contextRef="#ctx0" brushRef="#br1" timeOffset="203018.61">7244 14709 238 0,'0'0'3'0,"0"0"1"0,-15-10 2 16,8 10-1-16,-6-4 2 15,-1 4-2-15,1 0 1 16,-9 4-1-16,7 16-2 16,-2 5-2-16,-1 10 0 0,2 7-1 15,4 16 1-15,3 3 1 16,2 13 0-16,1 8 2 16,6 5 0-16,2 4-1 15,9 3-1-15,3 3 1 0,7-4-2 16,1 3 0-16,6-7 0 15,6-3-1-15,1-6 0 16,7-9 0-16,1-6 0 16,2-13 0-16,6-7 0 15,6-16 1-15,0-4 0 0,3-17 0 16,2-8 1-16,-1-8 1 16,2-9 0-16,-8-10 2 15,0-6-3-15,-5-6 0 0,-8-6 1 16,0-3-1-16,-8-3 2 15,-5-4 0-15,-5-4 1 16,-4-5 2-16,-8 2 3 16,-12-10 3-16,-5-3 1 15,-17-6-1-15,-8-6-1 0,-12-5-1 16,-11-2 1-16,-4-3-5 16,-5-2-1-16,-7 5-2 15,-3 10-2-15,3 12 0 16,-2 13-2-16,2 14 1 15,-5 22-2-15,1 22 1 0,4 13-1 16,-3 35-1-16,2 17-3 16,8 25-8-16,-3 11-21 15,14 26-44-15,12 8-3 0</inkml:trace>
  <inkml:trace contextRef="#ctx0" brushRef="#br1" timeOffset="208533.43">11223 14041 148 0,'0'0'3'0,"0"0"5"0,-12-13 5 15,12 13 7-15,-6-12 1 16,6 12 5-16,-10-13 0 16,10 13 1-16,0 0-4 0,-8-9-6 15,8 9-6-15,0 0-5 16,0 0-3-16,11 0-2 15,5 2-1-15,14 0-2 0,20 2 2 16,12-4 1-16,15 0 1 16,17 0 0-16,14-6 0 15,11-4-1-15,17 6 0 16,-1-7 0-16,1 4 0 16,9 0-1-16,6 4 0 0,-5 1 1 15,2-3-1-15,3 5 0 16,-4-3 2-16,-9 3-2 15,-1 0 0-15,-12 0 0 16,-17 0 0-16,-7 3 0 0,-13 2 0 16,-20 0-3-16,-17-3 0 15,-18 8-5-15,-15-8-8 16,-18-2-15-16,-18 15-24 16,-19-10-17-16</inkml:trace>
  <inkml:trace contextRef="#ctx0" brushRef="#br1" timeOffset="208850.03">11217 14097 301 0,'0'0'0'0,"-12"0"-1"0,12 0-3 0,-12 0-2 16,12 0 2-16,0 0 2 15,7 0 1-15,20 3 4 16,18 5 1-16,19-6 3 16,21 3 5-16,21-5 2 0,24 0-2 15,16 0-1-15,19-5-1 16,10 0-1-16,13-3-2 16,8 0-2-16,-3-3-1 0,-4 4-1 15,-3 4 0-15,-14 0-2 16,-11 2-1-16,-19 1-3 15,-17 0-7-15,-21 4-16 16,-15 17-37-16,-30-13-11 16</inkml:trace>
  <inkml:trace contextRef="#ctx0" brushRef="#br1" timeOffset="211682.94">14189 4085 346 0,'0'0'2'0,"0"0"0"16,0 0 0-16,-10 0 0 15,-3 4 1-15,-3 10 0 0,-9-3 2 16,-5 4-1-16,-11 2 0 16,-3-4 0-16,-4 5 2 15,2-9-1-15,1 1 1 0,2-5-1 16,6-3 1-16,8 2 0 16,6-4 0-16,6 0-2 15,17 0 0-15,0 0-1 16,0 0 1-16,7-4-2 0,8 8 0 15,3 2 0-15,-1 7-2 16,7 2 2-16,1 7-1 16,-4 6 1-16,4 1-1 15,-6 4 1-15,1 0-1 0,-3 2 1 16,-2 3-1-16,0-6-1 16,-5 0-1-16,-2-2-7 15,-6-7-13-15,-2-1-55 16,0 0-2-16</inkml:trace>
  <inkml:trace contextRef="#ctx0" brushRef="#br1" timeOffset="211882.54">13766 4484 333 0,'0'0'8'0,"0"0"2"16,0 0 2-16,3-16 3 15,4 7 0-15,8-3 0 0,8-3 0 16,2 0 0-16,12-6-12 16,5 7-29-16,8-7-48 15,-3 5-3-15</inkml:trace>
  <inkml:trace contextRef="#ctx0" brushRef="#br1" timeOffset="212034.8">14152 4361 428 0,'0'0'4'0,"0"0"2"16,0 0 0-16,0 0 0 0,0 0 1 15,0 0 0-15,5-1 0 16,7-5-4-16,3-3-18 16,7 0-63-16,8 1-1 15</inkml:trace>
  <inkml:trace contextRef="#ctx0" brushRef="#br1" timeOffset="212200.07">14158 4472 387 0,'0'0'6'0,"0"0"2"15,0 0 0-15,0 0 2 16,0 0-1-16,0-6 1 16,11-1-1-16,9-4-2 15,7-1-17-15,6 3-30 0,9-9-38 16,8-2-2-16</inkml:trace>
  <inkml:trace contextRef="#ctx0" brushRef="#br1" timeOffset="213067.49">14587 4209 392 0,'0'0'6'0,"0"0"2"0,-11 2 0 16,11-2 1-16,-10 7 1 15,10-7-1-15,-9 18 1 0,9-6-1 16,0 3-5-16,0 2-1 15,9-2-2-15,1 3 0 16,1-1 0-16,1-2 0 16,-5-6-1-16,1 1 2 15,-8-10 0-15,12 7-1 16,-12-7 1-16,0 0 0 0,0-11 0 16,0-1-1-16,0-6 1 15,-2-5-1-15,2 1 0 16,0-3-1-16,0 3 0 15,0 0 0-15,7 4 0 0,0 4 0 16,4 7-1-16,1 3 1 16,1 4-1-16,1 6 1 15,-2 6-1-15,1 4-1 0,2-2 1 16,-2 1 0-16,-1-3 0 16,-5 0-1-16,4 1 1 15,-11-13 1-15,12 11-1 0,-12-11 2 16,0 0-1-16,7-11 1 15,-7-3 1-15,5-2-1 16,0-4 0-16,0-5 0 16,5 6 0-16,-3-3 0 15,4-1-1-15,-2 9 0 16,1 3 1-16,-2 5-1 0,2 6-1 16,-1 1 1-16,0 8 0 15,-2 2-1-15,2 7 1 16,1-3 0-16,4-1-1 0,-1 1 0 15,3 0-3-15,3-5-2 16,1-3-3-16,5-4-3 16,-2-3-1-16,3 0 0 15,2-10 1-15,-1-3 1 0,1-1 3 16,-8-6 5-16,-1 0 6 16,-3-3 5-16,-4 5 3 15,-12-3 0-15,0 6 1 16,-5 3 0-16,-12 7-1 15,2 3-3-15,-2 2-3 0,-1 5-2 16,-2 5-2-16,8 2 0 16,0 5-1-16,3 0-1 15,9-2 1-15,0 0 0 16,14-2 1-16,-2-6-1 0,8-4 1 16,1-3 0-16,2-10 1 15,7-5-1-15,-7-5 1 16,2-2 0-16,-6-3 1 15,-1 0-1-15,-6 6 1 0,-8-1-1 16,0 6 0-16,-4 14 0 16,0 0-1-16,-11-1 0 15,6 8-1-15,1 11 0 0,1 4 0 16,3 3-1-16,5-3 1 16,5 2-3-16,6-1-4 15,6-6-10-15,-3 13-54 16,11-20-13-16</inkml:trace>
  <inkml:trace contextRef="#ctx0" brushRef="#br1" timeOffset="-214279.91">15183 3923 212 0,'0'0'9'0,"0"-11"5"0,-3-3 5 16,1 3 4-16,-5-7 1 16,-4 3 1-16,-1-1 1 0,0-2 0 15,-3 5-6-15,0 4-6 16,-4 9-5-16,-2 2-3 15,1 18-2-15,0 5-1 0,-5 14 1 16,6 9-3-16,-1 12 0 16,4 5 0-16,9 10 1 15,7 0-1-15,11-4 0 16,13-4-1-16,10-8 1 16,9-6 0-16,10-17 0 0,1-11 0 15,8-15 0-15,0-10 1 16,6-12 0-16,-6-16 1 15,-4-6-1-15,-3-11 1 16,-9-4 0-16,-9-8 1 0,-12 0-1 16,-13-7 1-16,-12-4-1 15,-15-1-1-15,-12 0 1 16,-18 5 0-16,-4 6 0 16,-14 14-1-16,-3 19 0 0,-7 17-1 15,-1 26 0-15,-1 32 1 16,4 23-2-16,10 22-3 15,11 26-13-15,20 18-65 16,16 22-3-16</inkml:trace>
  <inkml:trace contextRef="#ctx0" brushRef="#br1" timeOffset="-210963.2">7858 14741 306 0,'0'0'10'15,"0"0"7"-15,0 0 1 16,0 0 4-16,0 8 1 0,0-8-1 16,-5 13 0-16,0-6 1 15,5-7-9-15,-20 17-6 16,3-4-3-16,-1-1-3 15,-5 0 1-15,-1 1-2 16,-3-1 1-16,2 1-1 0,0-6-1 16,2 4 1-16,6-7 0 15,2 1 0-15,3-3 0 16,12-2-1-16,-10 3 0 0,10-3 0 16,0 0 0-16,8 3 0 15,1 1 0-15,2 4 0 16,1 2 0-16,0 2 0 15,3 5 0-15,2 1 0 0,-4 4 0 16,1 0 1-16,2 6-1 16,-6-4 0-16,-1 1 0 15,2 0-3-15,-4-3-3 16,-2-4-7-16,0 2-14 16,-3 2-54-16,-2-10-5 0</inkml:trace>
  <inkml:trace contextRef="#ctx0" brushRef="#br1" timeOffset="-210780.83">7540 15147 447 0,'0'0'2'0,"0"0"1"0,6-6 2 0,13-4 1 16,6 0 0-16,12-10-5 15,12-20-63-15,8 13-15 16</inkml:trace>
  <inkml:trace contextRef="#ctx0" brushRef="#br1" timeOffset="-198846.96">14099 17008 249 0,'0'0'4'0,"0"0"3"15,0 0 2-15,0 0 1 16,0 0-1-16,0 0 2 0,0 0-2 15,0 0 0-15,0 0-2 16,0 0-5-16,0 0 0 16,0 0-1-16,0 0 0 15,7 3 0-15,-7-3 1 0,19 5-1 16,-7-5 2-16,8 2-3 16,2-2 1-16,7-2 0 15,7-3-1-15,11-5 1 0,12-3-1 16,8-3 0-16,16-7-1 15,8-4 3-15,9-3-1 16,19-2-1-16,10-5 0 16,8-3 2-16,7-5-1 0,10 0 0 15,13 1 0-15,6-3 0 16,6 0 1-16,7-3-1 16,3 4 1-16,13 1-1 15,-1 0 0-15,-4 3 1 0,-6 0-1 16,-3 3 0-16,-1 1 1 15,-13 1-1-15,-11 5 0 16,-13-1-1-16,-3 1 0 16,-16 6-1-16,-7-2-3 15,-22 10-3-15,-10-1-9 0,-17 4-26 16,-11 9-27-16,-22 5-4 16</inkml:trace>
  <inkml:trace contextRef="#ctx0" brushRef="#br1" timeOffset="-197713.67">14097 16976 299 0,'0'0'6'0,"0"0"3"0,0 0 4 15,0 0 0-15,0 0 1 16,-7-2 1-16,7 2 0 0,0 0 0 15,-6 10-5-15,6-10-4 16,0 17-2-16,0-7 0 16,6 2 0-16,3-2 0 15,6-2 1-15,0-6 0 16,6 0 0-16,-2-2-1 0,6-2 0 16,-3-3-1-16,0-4 1 15,-2-2-1-15,-4-1 0 16,-4-1-1-16,-7 4 1 15,-1-7 0-15,-4 4 0 0,-4 0 1 16,-8 2-2-16,-2 3 0 16,3 2 0-16,-7 5 0 15,-4 5-1-15,2 5 1 16,2 4-2-16,0 7 1 0,1 0-1 16,5-1 1-16,5 3-1 15,5-4 0-15,2-4 1 16,5 1-1-16,4-4 0 15,7-8 1-15,5-1-1 16,4-3 1-16,0-3 0 0,5-4 0 16,-2-2 0-16,-1-7 1 15,-8 1 0-15,1 1-1 16,-10-4 1-16,-5-1-1 16,-5 3 1-16,-5 0-2 0,-7 5 0 15,-6 1 0-15,-1 6 0 16,-4 4 0-16,1 0 0 15,3 9 0-15,-4 2 0 0,7 3 0 16,4-2 0-16,5-1 0 16,7-2 0-16,0-9 0 15,15 10 0-15,2-10 0 16,9 0 0-16,0-5 0 16,4-7 0-16,2 2 0 0,0-2 0 15,-4 0 0-15,-8 1 0 16,-6-3 0-16,-3 1 0 15,-11 3 0-15,0 10 0 16,-18-9 0-16,0 6 0 0,-8 3 0 16,-2 5 0-16,-1 7 0 15,4 1 0-15,-1 1-9 16,12 9-19-16,14-6-54 16,0-5-4-16</inkml:trace>
  <inkml:trace contextRef="#ctx0" brushRef="#br1" timeOffset="-196696.51">18597 15881 328 0,'0'0'7'0,"0"0"4"15,0 0 3-15,0 0 2 16,0 0 2-16,0 0-1 16,0 0 0-16,-7 3 0 15,7-3-6-15,0 0-5 0,-9 12-3 16,9-12-2-16,-4 13-1 15,1-4-1-15,3 2 0 16,0-2 0-16,0 1 1 0,0-10 0 16,7 8 0-16,5-8 1 15,4 0 0-15,2-5 0 16,-2-3 2-16,2 1 2 16,0-6 0-16,-6 6 1 15,-3-3 0-15,-6 0-1 0,-3 2 0 16,0 8 0-16,-14-9-2 15,-4 7-1-15,1 2-2 16,-3 4 0-16,-3 8 0 16,4 1-2-16,1 2 1 15,1 2-1-15,7-4 1 0,4 2-1 16,6-5 1-16,0-10 0 16,16 7 1-16,4-7-1 15,0 0 1-15,5-4 1 0,-4-2-1 16,4-5 1-16,-4 5 0 15,-1-2 1-15,-8-2 0 16,-2 1 0-16,-8 1 0 16,-2 8-2-16,-7-12 0 0,-5 9 0 15,-4 3 0-15,-3 0 0 16,-1 3-4-16,0 6-2 16,3 9-7-16,-1-3-17 15,1 2-52-15,11 1-2 16</inkml:trace>
  <inkml:trace contextRef="#ctx0" brushRef="#br1" timeOffset="-195430.03">18741 15948 214 0,'0'0'6'16,"0"0"2"-16,0 0 3 15,0-5 2-15,0 5 2 16,0 0 1-16,-2-14 3 0,2 14 2 16,2-8-4-16,-2 8-3 15,12-15-2-15,-5 2 0 16,4-1-2-16,3-6-2 0,4-2-3 16,6-10-1-16,6-5-2 15,0-6 0-15,11-3-1 16,0-9 0-16,9-7 0 15,-3 0-1-15,8-8 1 0,-2-4-1 16,4-3 0-16,2-2 0 16,0-8 0-16,7 1 0 15,-2-8 0-15,9 2 0 16,-2-5-1-16,1-2 1 0,2-3-2 16,4 3 2-16,-1-2 0 15,-6-1-1-15,7 2 1 16,-7 2-1-16,5 2 0 15,-7 1 0-15,3 1 0 0,-2 2-1 16,-1 3 0-16,-2 3 1 16,0-1 1-16,-2 8-1 15,-3 1 2-15,0 4-1 16,0 5 2-16,-5 5-2 0,-4 5 1 16,-7 6 0-16,-3 7-1 15,-3 5 1-15,-10 8-1 16,-1 5 0-16,-8 8 1 15,-5 5 0-15,-8 5 1 0,-8 10-1 16,13-10 0-16,-13 10 0 16,0 0-2-16,0 0-2 15,0 0-3-15,0 0-2 16,0 0-5-16,0 0-5 0,0 0-6 16,0 0-6-16,0 0-7 15,-5 6-7-15,5-6-11 16,0 0-2-16</inkml:trace>
  <inkml:trace contextRef="#ctx0" brushRef="#br1" timeOffset="-194746.67">21260 12721 156 0,'0'0'9'0,"0"0"7"0,-3-10 7 0,3 10 4 16,-2-8 2-16,2 8 4 16,-2-10 2-16,2 10-2 0,0 0-4 15,-5-10-10-15,5 10-5 16,0 0-4-16,-12 0-5 15,6 10-2-15,1 5-3 16,-2-1 0-16,0 3-2 0,4 4 1 16,-1-1-2-16,4-3 0 15,0-2 0-15,4-5 0 16,6-5 1-16,0-5-1 16,5-2 2-16,-1-8 1 15,4-8 2-15,3 1 3 0,-5-3 1 16,2-5 1-16,-3 4 1 15,-5-2 1-15,-3 0-1 16,-7 3 0-16,0 6-1 0,-7 1-3 16,-6 6-1-1,-4 7-2-15,-5 7-1 0,-1 8 0 16,3 7-1-16,-2 3-1 16,2 3-1-16,3 0-1 0,2-5 0 15,8-1-1-15,4-9 1 16,3-2 0-16,0-11 1 15,19 0 0-15,-1-11 3 16,2-3 2-16,2-4 2 0,-2-4 2 16,1 0 1-16,-5-2 2 15,-3 3-1-15,-8 1 0 16,-2 5 0-16,-6 5-4 16,-12 7-4-16,-2 3 0 15,-8 11 0-15,-5 6 0 0,0 5 0 16,0 3 0-16,1 3-7 15,6 3-3-15,1-9-5 16,9 2-5-16,8-13-8 0,5-1-13 16,10-7-14-16,7-3-6 15,7-5 3-15,2-7 8 16,1-3 12-16,6-1 17 16,-4 4 22-16,-6-2 25 15,-5 1 17-15,-4 3 7 0,-14 10-7 16,0 0-5-16,-7 0-9 15,-15 12-13-15,-1 1-18 16,-7 10-16-16,-5 2-11 0,-2-1-16 16,7 3-26-16,-7-4-3 15</inkml:trace>
  <inkml:trace contextRef="#ctx0" brushRef="#br1" timeOffset="-193197.02">15792 15893 362 0,'0'0'6'0,"0"0"3"15,0 0 3-15,0 0 1 16,0 0 1-16,0 0 1 16,0 0 0-16,0 0-1 15,0 0-4-15,4 0-3 0,-4 0-3 16,18 13-1-16,-1-1-1 15,6 13 0-15,2 3 1 16,9 9 0-16,6 4 0 0,-1 9-1 16,7 5 0-16,-7 7 0 15,4 2-1-15,-8 4-1 16,-6 2-1-16,-9 5 0 16,-7 0 2-16,-6-1-1 15,-7 1 1-15,-12-2 0 0,-8-3 0 16,2-6 0-16,-6-4 3 15,-2-8-4-15,2-5 0 16,1-10 0-16,6-8 0 0,-1-5 0 16,6-8 0-1,-1-3-2-15,4-6-2 0,9-7-3 16,-12 0-3-16,12 0-4 16,-6-5-8-16,6 5-20 0,2-12-40 15,-2 12-2-15</inkml:trace>
  <inkml:trace contextRef="#ctx0" brushRef="#br1" timeOffset="-192692.68">15884 16972 424 0,'0'0'4'0,"0"0"1"0,0 0 1 16,0 0 0-16,0 0 0 16,0 0 2-16,7 12 0 15,-2 0 0-15,3 8-2 16,-1 5-2-16,0 2 1 0,-2 7-1 16,-3 4 0-16,-2-22-3 15,0 7 0-15,0-3 0 16,0 3-1-16,-4-3-1 15,1-3 0-15,1 0 0 0,-3 0-1 16,3-2 2-16,-1-3 1 16,3-2 0-16,0-3 0 15,0-7 1-15,3 13 0 16,6-13 1-16,1 4 2 0,3-4-5 16,-1-4 0-16,27-10 0 15,2-2 0-15,1 0 0 16,-3-2 0-16,-1 3 0 15,-6 3 0-15,-12 4 0 16,-20 8 0-16,13-2 0 0,-13 2 0 16,0 0 0-16,0 0 0 15,0 0 0-15,0 0 0 16,0 0 0-16,0 0 0 0,-5 2 0 16,5-2 0-16,0 0 0 15,-11 0-73-15,9-12-17 16</inkml:trace>
  <inkml:trace contextRef="#ctx0" brushRef="#br1" timeOffset="-191763.75">19273 14068 374 0,'0'0'6'0,"0"0"4"0,0 0 1 16,0 0 3-16,-10 0 1 15,10 0 0-15,0 0 1 16,0 0-1-16,0 0-4 16,0 0-3-16,0 0-2 0,19 7-2 15,6 3 0-15,10 2-2 16,10 1-2-16,15 2 0 16,7 5 0-16,9 1 0 0,7 7 0 15,1 0 0-15,0 9 0 16,1 2 0-16,-10 9 0 15,-3 6 0-15,-13 4 0 16,1 2 0-16,-13 3 0 16,-4-1 0-16,-11-6 0 0,-7 2 0 15,-6-11 0-15,-3-5 0 16,-7-8 0-16,-2-6 0 16,-4-6 0-16,-3-7 0 15,0-5 0-15,0-10 0 16,-3 10 0-16,3-10 0 0,-9-3 0 15,9 3 0-15,-16-15-9 16,9 3-31-16,-7-3-46 16,3-5-1-16</inkml:trace>
  <inkml:trace contextRef="#ctx0" brushRef="#br1" timeOffset="-190930.28">19357 14039 377 0,'0'0'6'0,"0"0"1"0,0 0 2 15,0 0 3-15,0 0 1 0,0 0 1 16,0 0 1-16,0 4-1 16,0-4-3-16,0 0-3 15,0 0-3-15,3 12-1 16,2-2-1-16,4 5-2 0,2 1 0 15,3 3 0-15,4 3 0 16,4 3 0-16,3-3 0 16,0 1-1-16,0-6 0 15,0-2 1-15,-6-1-1 16,1-1 1-16,-3-6-1 0,-4 1 0 16,-1-3 0-16,-12-5 1 15,13 5-1-15,-13-5 1 16,0 0-1-16,0 0 0 15,-8-2 1-15,-4-6-1 0,-6-2 2 16,1-5-2-16,-5-5 0 16,-1 0 0-16,-3-2 0 15,-2-3 0-15,3 1 0 0,3 1 0 16,-1 1 0-16,4 2 0 16,3 1 0-16,2 4 0 15,3 0 0-15,2 2 0 16,1-2 0-16,4 6 0 15,1-1 0-15,3 10 0 0,-2-15 0 16,2 15 0-16,5-5 0 16,7 5 0-16,3 2 0 15,4 6 0-15,6 2 0 16,10 2 0-16,0 3 0 0,5 0 0 16,2-2 0-16,-3-1 0 15,4-5 0-15,-3 0 0 16,-8-1 0-16,-2-5 0 15,-5-1 0-15,-6 3 0 0,-6-3 0 16,-3 0 0-16,-10 0 0 16,0 0 0-16,0 0 0 15,0 0 0-15,0 0 0 0,0-4 0 16,0 4 0-16,-5-7 0 16,5 7 0-16,-10-6 0 15,10 6 0-15,0 0 0 16,0-10-23-16,0 10-69 15</inkml:trace>
  <inkml:trace contextRef="#ctx0" brushRef="#br1" timeOffset="-185946.84">18656 15745 152 0,'0'0'2'0,"0"0"0"0,0-12 6 16,0 0 5-16,0-1 4 15,0-8 2-15,3 0 4 16,-3-9 3-16,0 0-1 16,0-4 0-16,0-5-4 0,0-7-4 15,0 2-2-15,0-8-5 16,0 2-1-16,-3-7-3 16,1 0-1-16,2-5-3 15,-2-2 0-15,-1 0 0 16,3-8 2-16,0 0 0 0,0-7 2 15,-2-1 1-15,-2-4 0 16,4 0 2-16,-2-3-2 16,0 1 0-16,-1-4 0 0,3 3-2 15,0 1-2-15,0-1-2 16,0 1 0-16,0 1-1 16,7 6 1-16,-1 0-3 15,1 5 1-15,1 6 0 0,-1 7 1 16,4 3-1-16,-7 12 1 15,1 4 0-15,-5 4 0 16,3 4 1-16,-3 6 0 16,0 3 0-16,0 6 0 15,0 4-1-15,0 0 1 0,-3 5 0 16,3 10-1-16,0-15 1 16,0 15-1-16,0 0 0 15,0 0-1-15,0 0 0 0,0 0 0 16,0 0 0-16,0 0-1 15,0 0 0-15,0 0 0 16,0 0 0-16,0 0 1 16,0 0 0-16,0 0 1 0,0 0 0 15,0 0 1-15,0 0 0 16,0 0 1-16,0 0 0 16,0 0 1-16,0 0 0 15,0-9 0-15,0 9 0 0,0-10 0 16,0 2 0-16,0-4-1 15,5-3 0-15,-5-6 0 16,4-1-1-16,-1-2 1 16,1-3 0-16,-4-1 0 15,0-4 1-15,2 0-1 0,-2 2 0 16,0-2 1-16,-2 5-1 16,-2-2 0-16,1 5 0 15,-1 2-2-15,2 3 0 0,-1 4 0 16,1 2 0-16,2 1 0 15,0 12 0-15,-5-10 0 16,5 10 0-16,0 0 0 16,0 0 0-16,0 0-4 0,0 0-2 15,0 0-2-15,0 0-2 16,0 0-1-16,-7 8-6 16,7 6-15-16,7 4-51 15,-7 4 0-15</inkml:trace>
  <inkml:trace contextRef="#ctx0" brushRef="#br1" timeOffset="-185064.06">18585 15815 349 0,'0'0'6'0,"0"0"4"15,0 0 0-15,0 0 3 16,0 0-1-16,0 0 1 16,0 0 0-16,0-9 1 15,0 9-7-15,0 0-2 0,-6-11-3 16,6 11-4-16,-2-14-6 16,2 14-11-16,-10-16-16 15,-2-1-43-15,1 2-2 16</inkml:trace>
  <inkml:trace contextRef="#ctx0" brushRef="#br1" timeOffset="-184629.26">18431 15549 333 0,'0'0'8'0,"-9"-9"4"0,5-1 5 15,-1 0 0-15,-2-5 0 16,-4 0 1-16,4-2-1 0,-3-2 0 16,1-2-10-16,-2-1-6 15,6 2-6-15,-2-5-5 16,2 2-6-16,3-6-7 15,-4 4-11-15,3-5-10 0,-1 4-1 16,-1-2 5-16,-5 2 15 16,-5 1 13-16,3 2 13 15,-4 5 15-15,0-4 12 16,-5 5 15-16,5 0 1 16,-5-1-3-16,3-2-12 0,9 0-8 15,-3 1-8-15,-1-1-6 16,3 0-4-16,1-2-6 15,3 0-3-15,-1-2-6 0,2 3-8 16,0-3-6-16,3-1-9 16,-3-5-5-16,-1 7 4 15,1-7 7-15,-4 6 11 16,0-1 12-16,-3 2 15 0,0 5 12 16,-3-3 9-16,3 6 9 15,-3 1-3-15,2 1-4 16,-1-5-11-16,1 4-5 15,3-4-9-15,-2-1-7 0,4-1-10 16,1-3-8-16,2-1-27 16,3-1-30-16,-8-3-6 15</inkml:trace>
  <inkml:trace contextRef="#ctx0" brushRef="#br1" timeOffset="-184480.53">17767 14028 309 0,'0'0'7'0,"-10"-7"3"0,2 0 2 0,-2-5 0 15,-2-4 0-15,-1 1 2 16,-1-7 0-16,-4-3-3 16,0-2-6-16,4 0-7 0,2 0-8 15,-6-2-11-15,1-2-34 16,7 4-19-16</inkml:trace>
  <inkml:trace contextRef="#ctx0" brushRef="#br1" timeOffset="-184330.68">17392 13427 299 0,'0'0'3'0,"0"0"1"16,-13-8 2-16,8-2-1 16,-5 0 2-16,1-2-1 15,-2-3 0-15,2-3-4 0,-1-2-7 16,2 1-9-16,0-1-12 16,6 5-25-16,-5-7-19 15</inkml:trace>
  <inkml:trace contextRef="#ctx0" brushRef="#br1" timeOffset="-184196.89">17212 12986 334 0,'0'0'6'0,"0"0"0"15,-14-15 0-15,6 8 0 0,-4-6-1 16,-1 1-3-16,-1-6-8 16,-4-5-15-16,1-1-46 15,-1 7-6-15</inkml:trace>
  <inkml:trace contextRef="#ctx0" brushRef="#br1" timeOffset="-184047.01">16925 12564 453 0,'0'0'4'0,"0"0"0"0,-11-10 0 16,11 10 1-16,-12-13-1 15,12 13-2-15,-8-7-9 16,-4 14-66-16,12-7-9 15</inkml:trace>
  <inkml:trace contextRef="#ctx0" brushRef="#br1" timeOffset="-182796.72">20045 13872 287 0,'0'0'10'0,"0"0"6"15,0 0 4-15,0-14 2 16,0 14 3-16,-7-13 2 0,7 13-1 16,-13-18 2-16,3 12-10 15,-4 3-5-15,-1 3-4 16,-6 7-3-16,-5 11-2 16,1 7-4-16,-5 6 0 15,3 9 0-15,-1 7 0 0,6 6 0 16,4 1 0-16,8-6 0 15,5 5 0-15,5-11 0 16,13-1 0-16,4-10 0 0,8-9 0 16,7-9 0-16,5-6 0 15,6-7 0-15,2-7 0 16,2-8 0-16,-5-10 0 16,0-5 0-16,-4-2 0 15,-6-10 0-15,-8-5 0 0,-6-5 0 16,-15-2 0-16,-3-1 0 15,-15 3 0-15,-10 4 0 16,-5 7 0-16,-9 9 0 16,-9 11 0-16,-2 13 0 0,-1 8 0 15,-2 7 0-15,1 12 0 16,5 6 0-16,7 5 0 16,7 4 0-16,14-1 0 15,12 4 0-15,7-5 0 0,14 3 0 16,11-12-24-16,12-4-63 15,11-5-3-15</inkml:trace>
  <inkml:trace contextRef="#ctx0" brushRef="#br1" timeOffset="-181996.63">18733 13982 396 0,'0'0'5'0,"-10"-11"1"0,10 11 3 16,-14-14 0-16,1 4 4 15,-1 0-2-15,-4 2 1 16,1 1 1-16,-1 7-4 16,0 7-2-16,0 11-1 15,4 9-2-15,4 2-2 16,3 11-1-16,2 2 0 0,5 0 0 16,10 0 0-16,2-2-1 15,6-8 0-15,4-2 0 16,2-12 1-16,4-6 0 15,1-5 2-15,4-7-3 0,-3-7 0 16,0-8 0-16,-3-5 0 16,-2-7 0-16,-10-5 0 15,-5-9 0-15,-5 0 0 0,-5-6 0 16,-12 0 0-16,-13 0 0 16,-5 4 0-16,-7 10 0 15,-6 8 0-15,-1 10 0 16,1 9 0-16,1 12 0 15,10 13 0-15,0 8 0 0,9 0 0 16,9 6 0-16,5-1 0 16,9 3 0-16,11-8 0 15,8-5 0-15,3-4 0 16,16-8 0-16,-2-8 0 0,1-2 0 16,0-2 0-16,-5-11 0 15,-7-3 0-15,-6-2 0 16,-8-2 0-16,-11-3 0 0,-13 6 0 15,-11-3 0-15,-6 7 0 16,-13 1-19-16,4 5-37 16,-9 7-30-16,-4 12 0 15</inkml:trace>
  <inkml:trace contextRef="#ctx0" brushRef="#br1" timeOffset="-181497.38">17792 14080 435 0,'0'0'4'0,"0"0"0"0,-10-8 1 0,10 8 1 16,-15-4 1-16,15 4 0 15,-15-3 0-15,2 6 1 16,4 9-4-16,2 5-1 0,1 6-1 16,1 4 0-16,5 5-1 15,0 3 0-15,11-3 0 16,3 0 0-16,6-7 1 15,5-2 0-15,4-10 0 16,4-9-1-16,4-4 1 0,-2-7 0 16,2-6 0-16,-9-9-2 15,-1-2 0-15,-15-9 0 16,-5 1 0-16,-7-1 0 16,-14 1 0-16,-17 5 0 0,-5 3 0 15,-12 8 0-15,-6 7 0 16,-3 9 0-16,2 9 0 15,-2 11 0-15,7 5 0 16,8 8 0-16,12-2 0 16,10 7-15-16,8 8-48 0,19-16-23 15,18-3-1-15</inkml:trace>
  <inkml:trace contextRef="#ctx0" brushRef="#br1" timeOffset="-180430.29">17389 14108 288 0,'0'0'4'0,"0"0"2"0,-4-15 2 16,4 15 1-16,0-18 2 16,0 7 2-16,4-7 0 0,4 0 0 15,6-2 0-15,11-4-3 16,5-3-3-16,15-3 0 16,15-3-2-16,14-3-2 15,13-1 0-15,22-1-1 0,21-4 0 16,13 3 0-16,16 1-1 15,11 3 0-15,6 6 1 16,11 4-1-16,-3 10 0 16,-3 5-1-16,-3 10 1 15,-6 2 0-15,-3 14 0 0,-10 6 0 16,-10 7 0-16,-15 9 0 16,-7 4 1-16,-15 10-1 15,-20 5 1-15,-18 5 0 0,-16 5-1 16,-24-1 0-16,-16 6 1 15,-21 0-1-15,-19-3 1 16,-26-2-1-16,-14 0 1 0,-17-1 0 16,-23-3 0-16,-12-8 0 15,-22 0-1-15,-12-5 1 16,-11-6-1-16,-7-8 0 16,-8-3 0-16,-10-8 0 15,0-6-1-15,-5-6 1 16,8-8 0-16,-1-5 2 0,9-12-1 15,6-8 1-15,13-8 0 16,15-10 0-16,13-6 0 16,11-7-1-16,23-9 1 15,17-7-2-15,19 0 0 0,21-10 0 16,17 0 1-16,25-2-1 16,28-3 0-16,25 1 1 15,25-3-1-15,21 2 1 0,31 3-1 16,22 2 0-16,15 8 0 15,22 6 0-15,11 11-1 16,4 16 1-16,3 8-1 16,-13 13 0-16,-15 15 1 0,-21 10-1 15,-24 12 1-15,-27 8 0 16,-24 9-1-16,-28 1 1 16,-20 2 1-16,-15 1-3 15,-17-4-5-15,-5 3-23 0,-8-5-53 16,-9-5-2-16</inkml:trace>
  <inkml:trace contextRef="#ctx0" brushRef="#br1" timeOffset="-176713.34">14378 16530 283 0,'0'0'9'0,"0"0"5"16,0-12 4-16,0 12 2 16,0-17 2-16,0 9 4 15,-3-4 0-15,-1-1 0 0,-5 1-8 16,-5 2-4-16,-4 0-4 16,-4 3-2-16,-3 2-2 0,-4 3-2 15,-9 2-1-15,1 9-1 16,-3 6 0-16,0 7-2 15,3 8 0-15,-3 5 0 16,3 7 0-16,7 6 0 16,3 3 0-16,5 6 0 15,2 2 0-15,5 3 0 0,2 1 0 16,4-2 0-16,4 4 0 16,5-36 0-16,0 9 0 15,0-4 0-15,5 3 0 0,7 1 0 16,1-1 0-16,1-3 0 15,9 1 0-15,7-3 0 16,-1 0 0-16,11-7 0 16,2 3 0-16,5-12 0 15,8 5 0-15,3-11 0 0,0 0 0 16,10-10 0-16,-3 0 0 16,39-20 0-16,24-20 0 15,-10-14 0-15,-17-9 0 0,-18-3 0 16,-24-4 0-16,-24 6 0 15,-17-2 0-15,-18 5 0 16,-11-1 0-16,-8-1 0 16,-13 0 0-16,-3-1 0 15,-10 2 0-15,-4 0 0 16,-6 10 0-16,-2 3 0 0,-3 4 0 16,-7 5 0-16,5 11 0 15,-5 1 0-15,-3 9 0 16,3 4 0-16,-5 6 0 0,3 9 0 15,3 3 0-15,-1 11 0 16,3 5 0-16,2 11 0 16,4 4 0-16,1 14 0 15,7 3 0-15,6 9 0 0,4 4 0 16,8 3 0-16,5 8 0 16,11-1 0-16,6 0 0 15,10-37 0-15,3 5 0 16,8-3 0-16,-2 7 0 15,7-5 0-15,8 7 0 0,0-6 0 16,9 0 0-16,2-3 0 16,7-1 0-16,5-4 0 15,3-2 0-15,7-4 0 16,6-1 0-16,1-9 0 0,5-1 0 16,3-10 0-16,-2-4 0 15,2-6 0-15,-30-9 0 16,98-30 0-16,-11-15 0 15,-25-13 0-15,-15-11 0 16,-27-9 0-16,-19-4 0 0,-20 7 0 16,-23 8 0-16,-8 0 0 15,-9 3 0-15,-11 6 0 16,-6 3 0-16,-7 5 0 16,-8 8 0-16,-3 7 0 0,-14 7 0 15,3 5 0-15,-9 5 0 16,-3 8 0-16,-8 5 0 15,4 9 0-15,-5 8 0 0,-1 6 0 16,6 13 0-16,-3 6 0 16,5 10 0-16,2 12 0 15,3 5 0-15,5 10 0 16,13 7 0-16,-1 6 0 16,10 4 0-16,11 5 0 0,9 5 0 15,18-45 0-15,-2 6 0 16,7-1 0-16,2 6 0 15,5-3 0-15,5 5 0 16,7-2 0-16,3 0 0 0,10-6 0 16,5 3 0-16,4-3 0 15,9-2 0-15,7-12 0 16,5 5 0-16,2-11 0 16,9-2 0-16,4-10 0 0,4-6 0 15,4-11 0-15,-2-3 0 16,1-12 0-16,-3-11 0 15,41-22 0-15,22-39 0 16,-30-14 0-16,-22-6 0 0,-34-6 0 16,-26-2 0-16,-24 6 0 15,-20 10 0-15,-15 10 0 16,-13 7 0-16,-13 6 0 16,-7 4 0-16,-8 8 0 0,-9 7 0 15,-4 5 0-15,-5 12 0 16,-4 8 0-16,-9 10 0 15,-2 12 0-15,3 10 0 16,-7 12 0-16,3 18 0 16,3 14 0-16,3 18 0 0,9 10 0 15,12 12 0-15,17 7 0 16,10 3 0-16,23 11-80 16,24-53-10-16</inkml:trace>
  <inkml:trace contextRef="#ctx0" brushRef="#br1" timeOffset="-173580.1">16114 16139 148 0,'0'0'2'0,"0"0"2"16,0 0 1-16,0-10 2 0,0 10 4 15,8-10 0-15,-8 10 3 16,17-13-1-16,-1 6 1 0,3 0-2 16,1-1-2-16,8-2-3 15,-1 1-1-15,10-1-2 16,7-10-2-16,4 8 1 0,9-9 1 16,-2 6-1-16,7-1 1 15,3 3-1-15,1-2 2 16,-3 5 1-16,-1 6-1 15,0-2-1-15,2 6 0 0,-1 0-1 16,-1 6 0-16,-5 3-1 16,0 1 2-16,-8 4-2 15,4 7-1-15,-11-2 0 16,-7 6 0-16,0 0-1 16,-8 4 1-16,-3 2-1 0,-6 0 0 15,-3-1 0-15,-7 3-1 16,-6 2 1-16,-2-5 0 15,-10 4 1-15,-2-5 0 16,-11 6 0-16,1-5 0 0,-7 0 1 16,-7-3-2-16,-4 5 1 15,-1-2-2-15,-9 2 0 16,-10 1 0-16,3-4 0 0,-6 3-1 16,-3-4-1-16,-4-1 1 15,-4-3-4-15,-1-1 4 16,3-8-3-16,-3 0 2 15,-4-4-1-15,-1-5 2 16,4-1 0-16,-4-5 1 0,6 0 1 16,1-8 1-16,4-2 0 15,7-4 1-15,4-1 0 16,7-5 1-16,1-2 1 16,1-6 0-16,15 1 3 0,0-4-1 15,6 1 0-15,7-3 1 16,3-1-1-16,8-1 0 15,8-2-2-15,2 0 0 16,9-3-1-16,12-3 1 0,5 2-1 16,12-1 0-16,6-1 1 15,11 3 2-15,5-1-3 16,7-2 1-16,5 7 0 16,2 3-1-16,6 1 0 0,-1 7-1 15,1 3 0-15,-1 2-2 16,-1 10 1-16,-1 0 0 15,-6 6 0-15,-5 4-1 16,-5 0 1-16,-9 0-1 0,-5 4 1 16,-9 2-2-16,-10 1 1 15,-3-5 0-15,-13 5-2 16,-12-7-3-16,7 13-11 16,-12-3-39-16,-7-3-19 0</inkml:trace>
  <inkml:trace contextRef="#ctx0" brushRef="#br1" timeOffset="-172763.35">16860 15462 275 0,'0'0'9'0,"0"0"4"16,10-7 4-16,-10 7 4 15,12-7 3-15,-12 7 3 0,12-8 1 16,-12 8 0-16,0 0-6 16,11-4-5-16,-11 4-3 15,0 0-4-15,0 0-4 0,0 0-6 16,0 0 0-16,-5 1 0 15,5-1 0-15,-20 11 0 16,5-4 0-16,-5 0 0 16,-5 4 0-16,0 1 0 0,-10 1 0 15,-2-1 0-15,-5 2 0 16,-5 3 0-16,-8 0 0 16,0-1 0-16,-4 3 0 15,-5-1 0-15,-4 0 0 16,1-1 0-16,5 0 0 0,0-4 0 15,7 2 0-15,1-1 0 16,9-4 0-16,3 0 0 16,9-2 0-16,1 2 0 15,5-3 0-15,2 1 0 0,1-4 0 16,13 2 0-16,-4-6 0 16,7 2 0-16,-1 1 0 15,9-3 0-15,0 0 0 0,-8 0 0 16,8 0 0-16,0 0-5 15,0 0-7-15,0 0-7 16,0-13-32-16,0 13-33 16,10-15-2-16</inkml:trace>
  <inkml:trace contextRef="#ctx0" brushRef="#br1" timeOffset="-172279.05">15971 15468 418 0,'0'0'4'0,"0"0"3"0,0 0 2 0,0 0-1 15,0 0 2-15,0-8 0 16,0 8 1-16,-11 0-1 0,1 10-4 16,-2 3-2-16,-5 4-2 15,-6 3 0-15,-4 1-1 16,-2 2 0-16,-8 4-1 15,6-4 2-15,-1-1-2 0,-3 0 1 16,7-4 0-16,3-1-1 16,6-2 1-16,1-5-1 15,6-3-1-15,12-7 1 0,-11 12-1 16,11-12 1-16,0 0 1 16,7 8-1-16,2-5 1 15,6-1 0-15,6 0 1 16,12 1-2-16,2 0 0 15,8-1 0-15,4-2 0 0,8 5 0 16,-3-5 0-16,1 5 0 16,0-2 0-16,-5 1 0 15,-4 0 0-15,-9 2 0 16,-3-2 0-16,-9 3 0 0,-5-3 0 16,-6-1 0-16,-12-3 0 15,12 7 0-15,-12-7 0 16,0 0 0-16,0 0 0 0,0 0 0 15,0 12 0-15,0-12-75 16,-5 10-14-16</inkml:trace>
  <inkml:trace contextRef="#ctx0" brushRef="#br1" timeOffset="-168213.66">16758 13066 120 0,'13'-8'1'16,"11"-15"1"-16,19-6-1 16,13-16 2-16,22-7-1 0,11-10 2 15,28-10-1-15,17-7 1 16,7 4-1-16,9 1 2 16,11 2 5-16,3 5 3 15,13 5 1-15,4 5 1 0,8 3 0 16,4 8 2-16,14 3 0 15,9 5-1-15,-4 11-6 16,-6 12-2-16,10 8-1 0,-2 7-2 16,-6 18-2-16,-2 6-1 15,-17 18-1-15,-7 15 0 16,-8 8-1-16,-6 14 0 16,-21 10-1-16,-8 8 0 15,-17 14-1-15,-15 13-1 0,-17 9 0 16,-12-1 0-16,-18 15 1 15,-19 3 1-15,-15 6 2 16,-18 2 1-16,-10 6 4 16,-18 2 1-16,-22-2 3 0,-11 2-1 15,-16-1 0-15,-16-2-1 16,-14-6-3-16,-11-6 2 16,-11-4-4-16,-13-8-4 15,-11-10-5-15,-9-6-3 0,-5-16-4 16,-15-10-4-16,-10-8 2 15,-7-8-2-15,-7-14 5 16,-4-7 5-16,-12-16 8 0,-3-8 8 16,-5-11 7-16,1-4 5 15,-6-17 1-15,6-8 1 16,7-14-1-16,6-11-3 16,9-11-4-16,10-9-3 15,15-13-2-15,8-15-2 0,14-10-3 16,13-12-2-16,17-9 1 15,11-14-2-15,19-12-1 16,13-14-1-16,26-11 0 16,18-12-1-16,23-7 0 0,17-13 0 15,27-5-1-15,23-2-1 16,29-3-2-16,23 0-7 16,37-6-51-16,28 8-12 15</inkml:trace>
  <inkml:trace contextRef="#ctx0" brushRef="#br1" timeOffset="-160230.33">16909 13860 285 0,'0'0'1'0,"11"-15"-1"0,8 0 0 16,14-4 0-16,12-6 0 15,17-8 0-15,17-6 0 16,18-6 0-16,22 1 1 16,21-6 1-16,16 14 1 0,15-2 0 15,13 10-1-15,8 7 0 16,11 10 0-16,13 6 1 16,0 5-2-16,3 10 0 15,-3 10 0-15,-7 5 0 0,2 2 1 16,-6 10 2-16,-19 3 0 15,-18 9 1-15,-18 6-1 16,-24 4 0-16,-28 4 1 0,-12 0-2 16,-36 10-1-16,-18-2 0 15,-27 1 0-15,-12 0 1 16,-34 0 0-16,-12-2 0 16,-20 1-1-16,-17-4 2 15,-21-3-1-15,-13-4-1 0,-16-3 1 16,-14-5-2-16,-12-4 0 15,-18-4 0-15,-16-7-1 16,-5-5 3-16,-11-7 2 16,-8-3 3-16,-2-11-1 0,5-10 2 15,0-2-1-15,10-13 0 16,9-10 1-16,16-11-3 16,15-5-2-16,17-12-1 0,14-4-2 15,22-13 0-15,25-14-1 16,19-4 1-16,24-7-2 15,26 0 1-15,29-10-1 16,27 3-1-16,35-3 1 0,27 0 0 16,33 2 1-16,24 8 0 15,31 12 0-15,21 6 3 16,25 11 0-16,17 10 1 16,10 19 0-16,9 13 1 15,-1 18-1-15,-2 8-1 0,-15 16-1 16,-13 13 0-16,-21 8 0 15,-26 7-1-15,-27 3 0 16,-24 1 0-16,-29 2 0 16,-24-6-3-16,-19 0-3 0,-22-5-9 15,-13-14-49-15,-19 8-17 16</inkml:trace>
  <inkml:trace contextRef="#ctx0" brushRef="#br1" timeOffset="-122745.98">1728 3346 158 0,'0'0'5'0,"0"0"2"0,0 0 1 16,-5-9 1-16,5 9-1 15,0 0 0-15,5-8 0 16,10 6 0-16,4-1-5 0,14 0-3 16,2 1 0-16,17-3 0 15,12 0 1-15,11-2 1 16,9 1 2-16,14-1 0 15,4 0 1-15,19-5 0 16,8 2 1-16,9 2-1 0,-2-4-1 16,13 2 0-16,10 0-1 15,9 0 0-15,11 1-1 16,1-1 1-16,-1 3 1 0,12-6-1 16,13 3 0-16,1 0 0 15,7 0 0-15,4 0 0 16,-2 0 2-16,12 0-3 0,7-5 1 15,6 2 1 1,2 1 0-16,3 0 2 0,2-1 0 16,2 1-1-16,13 2 0 15,-8 0 1-15,-1 3-1 16,1 0-1-16,3 3 0 0,2 0-2 16,-4 2 0-16,6 0 0 15,-4 2-1-15,2-3 0 16,6-3 0-16,-5 4 0 15,4-2 0-15,-4 1 0 0,-4-2 2 16,1 3 0-16,0 2 1 16,0 0 0-16,4 0 0 15,0 0 1-15,-2 4 0 16,-2 2-2-16,2-2 0 0,-5-2-1 16,-4 1-1-16,-1 0 0 15,-7 0 0-15,-7-3 0 16,-3 0-1-16,-10-3 0 15,-12-3 0-15,-7 6 0 16,-9 0 0-16,-16 0 0 0,-18 3-5 16,-15 5-13-16,-10 19-48 15,-22-12-6-15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2:34:55.521"/>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definitions>
  <inkml:trace contextRef="#ctx0" brushRef="#br0">14166 3202 136 0,'0'0'10'0,"0"0"3"16,0 0 5-16,0 0 3 15,-8 0 3-15,8 0 4 0,0 0 0 16,-8 8 2-16,8-8-7 15,0 0-4-15,0 0 1 16,-11 5-2-16,11-5-2 16,5-8-1-16,5-5-2 15,7-8-1-15,11-8 1 0,9-8-2 16,6-13-1-16,16-7-1 16,6-10-2-16,8-3-1 15,5-4-1-15,3 2 1 0,-3 0-6 16,-6 8 0-16,-8 12 0 15,-11 7 0-15,-9 13 0 16,-14 7 0-16,-5 11 0 16,-9 1 0-16,-9 8 0 15,-7 5 0-15,0 0 0 0,0 0 0 16,0 7 0-16,-7 6-4 16,-9-1-8-16,4 11-12 15,-8 9-36-15,-3 3-23 16,-1 6-2-16</inkml:trace>
  <inkml:trace contextRef="#ctx0" brushRef="#br0" timeOffset="447.63">14162 3357 220 0,'0'0'7'0,"0"0"2"0,0 0 6 0,0 0 2 0,0 0 4 16,0 0 2-16,4 0 3 15,-4 0 1-15,21-18-2 0,-7 3-4 16,6-7-2-16,10-5-2 15,5-8-2-15,9-7-2 16,9-10-2-16,6-3 0 16,8-7-2-16,2-2-4 15,2 0-5-15,0-4 0 16,-1 9 0-16,-8 0 0 0,-7 7 0 16,-8 8 0-16,-9 6 0 15,-6 11 0-15,-14 6 0 16,-4 7 0-16,-14 14 0 15,12-15 0-15,-12 15 0 0,0 0 0 16,0 0 0-16,0 0 0 16,-7 20 0-16,-5-7-7 15,1 8-24-15,-6 9-45 0,-3 1-10 16</inkml:trace>
  <inkml:trace contextRef="#ctx0" brushRef="#br0" timeOffset="1097.91">14174 2735 315 0,'0'0'10'16,"0"0"2"-16,0-14 3 0,0 14 3 16,-3-11 1-16,3 11 0 15,-5-12-1-15,5 12 0 16,-9 0-8-16,2 15-4 15,-2 7-1-15,2 12-4 16,-2 5-1-16,0 11-1 16,-3 8 1-16,-2 1 1 0,1 3 0 15,-2-3-1-15,0-2 0 16,-2-9 2-16,2-7-1 16,3-4 1-16,-1-7-1 0,3-7 0 15,3-7 0-15,2-2 0 16,5-14 0-16,0 9 0 15,7-7 1-15,8-2 0 0,7-4-1 16,6-1 1-16,9-5 0 16,8-5 1-16,7 0-1 15,5-2 0-15,7-2 1 16,7-2-1-16,-4 2 0 0,0-4 0 16,-1 3 1-16,-6 3-2 15,-5 0 1-15,-8-1 0 16,-9 6-2-16,-9-1 0 15,-4 6 0-15,-10 0 0 16,-5 1 0-16,-10 6 0 16,9-4 0-16,-9 4 0 0,0 0 0 15,0 0 0-15,0 0 0 16,0 0 0-16,0 0 0 16,-2 7 0-16,-3 5-79 0,5-12-7 15</inkml:trace>
  <inkml:trace contextRef="#ctx0" brushRef="#br1" timeOffset="9099.24">3763 8990 343 0,'0'0'5'0,"0"0"1"0,0 0 2 16,0 0 1-16,-8 4 0 15,8-4 1-15,-12 13-1 0,4-6 0 16,1 5-4-16,2 4-2 15,0-1-1-15,5-3-1 16,0 3 0-16,0-5-1 16,8 2 1-16,1-7 0 0,2-3 0 15,1-2 1-15,1-2 0 16,-3-5 0-16,2-6 2 16,3 3 1-16,-8-4 0 15,0-2 2-15,-4-1 0 0,-1 5 0 16,-2 2 0-16,0 10-1 15,-14-15-2-15,0 15-1 16,-2 0-1-16,-2 10-1 16,1 0-2-16,-1 5-3 15,6 2-2-15,-1-4-6 0,4 6-11 16,2-1-27-16,-1-4-32 16,11-6-3-16</inkml:trace>
  <inkml:trace contextRef="#ctx0" brushRef="#br1" timeOffset="9531.65">3728 8809 357 0,'0'0'6'16,"0"0"3"-16,-12-3 2 15,12 3-1-15,-18 0 0 16,4 6 0-16,-2 3 0 15,0 6 1-15,-5 7-6 0,3 8-3 16,6 6-1-16,0 0 1 16,4 11-2-16,6-3 0 15,2-1 0-15,8 1 0 0,6-4 0 16,7-5 1-16,0-8 0 16,7-7 0-16,4-12 1 15,4-7 0-15,1-5 1 16,2-11 0-16,-4-10 1 0,-1-1 1 15,-1-12 2-15,-6 1-1 16,-7-6 2-16,-10-4-1 16,-8 3 1-16,-4 1 1 15,-13 2-9-15,-9 3 0 0,-9 6 0 16,-4 8 0-16,-6 8 0 16,-6 12 0-16,-1 6 0 15,4 16 0-15,3 8 0 16,3 7 0-16,8 3 0 0,7 2 0 15,15-1-9-15,4 5-58 16,12-17-20-16</inkml:trace>
  <inkml:trace contextRef="#ctx0" brushRef="#br1" timeOffset="10382.35">3716 5851 377 0,'0'0'3'0,"0"0"3"16,-13-15 0-16,2 10 2 15,3 3 0-15,-8-1 0 16,2 3 0-16,-4 3 0 0,1 9-2 15,-1 10-3-15,4 11-2 16,3 1 0-16,4 8-1 16,2 6 0-16,5-4 0 15,12 3 0-15,4-5 0 16,9-4 0-16,1-9 1 0,8-7 1 16,3-11 0-16,2-10 1 15,1-2-1-15,0-14 2 0,-1-13 0 16,-6-1 1-16,1-11 1 15,-9-3 1-15,-8-6 0 16,-9-5-1-16,-8-1 0 16,-8 1-1-16,-11-1-1 15,-13 8 0-15,-9 8-4 0,-3 9 0 16,-6 13 0-16,-2 14 0 16,1 13 0-16,6 17 0 15,9 8-5-15,14 20-14 16,9-4-64-16,16 6-3 0</inkml:trace>
  <inkml:trace contextRef="#ctx0" brushRef="#br1" timeOffset="11032.98">6174 5878 381 0,'0'0'8'0,"0"0"1"0,-9-5 2 16,9 5 0-16,-16-5 1 16,2 5 0-16,0 10 0 15,-4 3 0-15,1 6-6 16,0 11-3-16,0 10-1 0,4 4-2 16,1 5 1-16,7 4 0 15,5-6-1-15,5-5 1 16,12-4-1-16,5-13 2 0,10-6-1 15,5-14 1-15,9-5-1 16,-2-13 1-16,6-9 0 16,-6-5 0-16,2-4 2 15,-14-7 2-15,-2-2 1 0,-8-5-7 16,-12 1 0-16,-10-6 0 16,-13 5 0-16,-11 4 0 15,-12 1 0-15,-1 13 0 16,-12 10 0-16,2 11 0 0,-3 9 0 15,5 19 0-15,6 5 0 16,14-7-67-16,7 22-20 16</inkml:trace>
  <inkml:trace contextRef="#ctx0" brushRef="#br1" timeOffset="11650.61">8787 5863 388 0,'0'0'4'0,"0"0"0"16,-10 5 1-16,3 5 1 15,-9 4 1-15,2 7 0 16,-6 6 0-16,1 11 0 16,-2 4-2-16,6 2-1 0,3 3 0 15,9-2 0-15,6-4-1 16,15-3 0-16,3-12 1 15,15-8 0-15,6-8 0 0,0-10 0 16,3-7 1-16,2-14 0 16,-4-2 2-16,-4-12 0 15,-7-1 1-15,-4-5-3 16,-14-1-5-16,-6-3 0 0,-8 3 0 16,-8 2 0-16,-14 3 0 15,-13 9 0-15,-5 9 0 16,-4 12 0-16,-4 9 0 0,4 11 0 15,4 15-8-15,7 3-78 16,21 4-2-16</inkml:trace>
  <inkml:trace contextRef="#ctx0" brushRef="#br1" timeOffset="24398.1">3692 5975 65 0,'0'0'4'0,"0"0"1"0,0 5 3 0,0-5 4 16,0 0 5-16,0 0 3 15,0 0 4-15,0 0 0 16,0 0-1-16,0 0-2 16,0 0-3-16,0 0-5 15,0 0-5-15,0 0-4 0,0 0-1 16,0 0-2-16,0 0 0 16,0 0 0-16,19 0 0 15,-7 0 1-15,6-2 2 0,-1-4-1 16,8-1-1-16,10-1-1 15,-6-2 0-15,11-2 0 16,0 0 0-16,9 2-2 16,2-7-2-16,11 2 1 0,-3-7-2 15,3 2-1-15,13-8-1 16,7 1 1-16,7-3-2 16,-1-2 1-16,13-2 0 15,-2-1 1-15,6-2-1 16,9-1-1-16,-4 1 4 0,-6-7-3 15,3 7 1-15,-8-3 3 16,-2 5 2-16,2 1 1 16,-14 6 2-16,-5 1 0 15,-11 4 1-15,-4 9 0 0,-13-1 2 16,-3 7-2-16,-17 1-2 16,-4 5 2-16,-10 2-1 15,-11 0-1-15,-7 0-3 0,2 7-4 16,-2-7-10-16,-8 18-16 15,-4-11-27-15,2 3-4 16</inkml:trace>
  <inkml:trace contextRef="#ctx0" brushRef="#br1" timeOffset="25231.21">4824 5641 223 0,'0'0'9'0,"0"0"3"15,0 0 6-15,0 0 2 0,0 0 1 16,-5-10-1-16,5 10 0 16,0 0 0-16,0 0-4 15,0 0-5-15,3 0-4 16,-3 0-3-16,17 10 0 0,-2-1-1 15,2 1 1-15,0 5 0 16,4 0-2-16,-4 2 0 16,3 5 0-16,-6 2 0 15,2 0 0-15,-7 1 0 0,-4 2 0 16,-2-3 1-16,-3 4-1 16,-5-3 1-16,-5-3-1 15,-5 3 1-15,0-6-2 16,-2 1 0-16,2-5 0 0,-3 0 0 15,4-3 1-15,1-2-1 16,-2-5 1-16,8 0-1 16,7-5 2-16,-15 0-1 15,15 0-1-15,0 0-1 0,0 0-2 16,-7-7-5-16,7 7-12 16,0 0-28-16,2-13-31 15,-2 13-4-15</inkml:trace>
  <inkml:trace contextRef="#ctx0" brushRef="#br1" timeOffset="25814.55">4797 5698 299 0,'0'0'7'0,"0"0"2"15,0 0 4-15,0 0 1 16,0 0 0-16,0 0 0 0,0 0 1 15,0 0-1-15,0 0-7 16,0 7-2-16,2 3-4 16,-2 3 0-16,0 1-1 15,-2 5 1-15,-1-3 0 16,1-1 0-16,0-5 0 0,2-1 0 16,0-9 0-16,-6 12 0 15,6-12 1-15,0 0-1 16,0 0 0-16,0-4 1 0,0-9-1 15,3 1 1-15,0-5-1 16,1 1 0-16,1-6 0 16,0 3 0-16,0-1 1 15,3 0 1-15,-3 3-1 0,0 4 1 16,-1 1 1-16,-1-1-1 16,-3 13 0-16,2-12-1 15,-2 12-1-15,0 0 1 16,10 0-2-16,-10 0 1 0,18 18-1 15,-6-7 0-15,3 6 1 16,3-3 1-16,4 1-2 16,3 0-7-16,0-8-25 15,9-2-45-15,1-3-2 16</inkml:trace>
  <inkml:trace contextRef="#ctx0" brushRef="#br1" timeOffset="31630.91">6096 5207 290 0,'0'0'6'0,"0"0"2"16,0 0 2-16,0 0 2 15,-10 0-1-15,10 0 0 16,0 0 0-16,-10 0 1 16,10 0-5-16,0 10-4 15,0-10 0-15,0 15-3 0,10-5 0 16,-2-3 0-16,4 3 1 15,1-5 0-15,1-3 0 16,2-2 1-16,0 0 0 16,0-7 2-16,-7-3-1 0,1 0 1 15,-4-2 0-15,-4-1 0 16,-2 2-1-16,-2 0-1 16,-11 4 0-16,1 1-1 15,-6 6-1-15,-1 0 0 0,1 6 0 16,-2 4-1-16,5-1 0 15,2 4 1-15,4-3-1 16,1-1 1-16,8-9 0 0,0 13-1 16,0-13 1-16,12 0 0 15,-1 0 0-15,1-7 0 16,2-1 0-16,2 3-1 16,-7 0-2-16,2-2-4 0,-11 7-6 15,0 0-12-15,0 0-29 16,0 10-22-16</inkml:trace>
  <inkml:trace contextRef="#ctx0" brushRef="#br1" timeOffset="32397.49">6082 5247 212 0,'0'0'2'0,"0"0"0"0,0 0 2 0,7 0 0 16,2-3 4-16,9 1 2 15,7-6 1-15,4-2 2 16,16-5-2-16,13 1 0 0,9-9-1 15,7 1-2-15,11-5-1 16,9-1-3-16,7-1 1 16,14-6-3-16,2 1 0 15,5-2 0-15,14-3 1 0,4-1-3 16,9-4 1-16,2-1-1 16,4 3 0-16,1-2 1 15,-2 1-1-15,-2 4 0 0,-6-1 0 16,-9 3 3-1,-8 2-1-15,0 4 1 0,-12-3 1 16,-16 7 1-16,-11 2 1 16,-10 7 0-16,-16-3 1 15,-11 9 1-15,-17 2 2 0,-12 3-2 16,-12 4 0-16,-12 3-2 16,0 0-1-16,0 0-1 15,-8 7-3-15,-2-3-4 16,-5 8-4-16,3-6-5 15,-1 1-8-15,1 3-15 0,-3-3-25 16,15-7-18-16</inkml:trace>
  <inkml:trace contextRef="#ctx0" brushRef="#br1" timeOffset="33147.48">9249 4371 25 0,'0'0'1'16,"0"0"-1"-16,0 0 1 15,18-1-1-15,-9 1-3 0,9-3-21 16</inkml:trace>
  <inkml:trace contextRef="#ctx0" brushRef="#br1" timeOffset="73948.05">12263 3242 377 0,'0'0'8'0,"0"0"2"0,0 0 3 15,0 0-1-15,-5-4 0 16,5 4 1-16,0 0-1 16,-10 4 1-16,8 6-7 0,-3 2-4 15,5 1-1-15,-2 2-1 16,2-3 1-16,0 3-1 16,5-5 1-16,4-2 0 15,3-6 1-15,6-2-1 16,-2-5 1-16,3-8 0 0,-1-1 0 15,-4-4 0-15,-4-1 0 16,-5 1 0-16,-5-2-1 16,0 7-1-16,-10 1 1 15,-7 10 0-15,-3 2-1 0,-3 8 0 16,2 4-1-16,-7 5 1 16,8 5 0-16,3-1 0 15,-1-2-1-15,11 1 1 0,5-5 0 16,4-2 0-16,8-6 0 15,7-2 0-15,5-5 1 16,3-7 0-16,5-4 1 16,0-6 0-16,-3 0 1 15,-2-7 1-15,-6-1-4 16,-1 2 0-16,-10 2 0 0,-8 3 0 16,-5 2 0-16,-10 8 0 15,-3 4 0-15,-4 4 0 16,0 12 0-16,-3 4 0 0,5-2 0 15,0 3 0-15,5 3 0 16,8-1 0-16,5-2 0 16,2-3 0-16,4-4 0 15,8-5 0-15,9-5 0 0,-3 0 0 16,8-10 0-16,0-5 0 16,0-6 0-16,0 2 0 15,-7-3 0-15,-4 2 0 0,-8 1 0 16,-7 1 0-16,-9 8 0 15,-7 5 0-15,-3 3 0 16,-6 2 0-16,0 7 0 16,-2 7 0-16,7 3 0 15,5-6-5-15,8 9-19 0,2 0-58 16,5-5-4-16</inkml:trace>
  <inkml:trace contextRef="#ctx0" brushRef="#br1" timeOffset="83197.7">14537 4936 441 0,'0'0'6'15,"0"0"0"-15,-12-14 2 0,12 14 2 16,-18-12 0-16,6 9 1 16,-7 0 0-16,5 3-3 15,-3 6-8-15,2 6 0 0,0 10 0 16,5-2 0-16,3 7 0 16,5 4 0-16,2-2 0 15,7-4 0-15,5-3 0 16,10-5 0-16,6-7 0 0,-1-5 0 15,6-5 0-15,-8-7 0 16,3-7 0-16,-5-10 0 16,-5 0 0-16,-11-1 0 15,-4 0 0-15,-6 5 0 0,-11 3 0 16,-7 4 0-16,-4 11 0 16,-4 2 0-16,-4 10 0 15,3 7 0-15,1 1 0 16,4 4 0-16,8 0 0 0,10-4 0 15,7 0 0-15,7-7 0 16,12-3 0-16,8-6 0 16,8-4 0-16,6-9 0 15,0-5 0-15,-1-4 0 0,-2-8 0 16,-12 4 0-16,-5 1 0 16,-14 1 0-16,-7 5 0 15,-12 7 0-15,-18 2 0 16,0 8 0-16,-5 0 0 0,1 10 0 15,2 3 0-15,4-1 0 16,5 3 0-16,11 0 0 16,8-3 0-16,4 1 0 15,7 4-29-15,4-5-58 0,8 1-4 16</inkml:trace>
  <inkml:trace contextRef="#ctx0" brushRef="#br1" timeOffset="84998.04">16994 4291 403 0,'0'0'7'0,"0"0"2"16,-2-7 1-16,2 7 2 15,-13-6 0-15,13 6 0 16,-19 0 1-16,8 2-1 0,-1 9-5 16,0 1-4-16,4 2 0 15,0 5-2-15,6-2-1 16,2 1 1-16,7-3 0 15,6-5 1-15,6-2 1 16,7-8-3-16,-1 0 0 0,2-10 0 16,-2-5 0-16,-3-3 0 15,-2-1 0-15,-8 0 0 16,-4-3 0-16,-8 5 0 16,-2 0 0-16,-16 6 0 0,-2 6 0 15,-2 5 0-15,-3 2 0 16,-5 11 0-16,3 5 0 15,2 1 0-15,5 1 0 0,7 5 0 16,9-6 0-16,4 0 0 16,7-3 0-16,11-7 0 15,1-3 0-15,11-6 0 16,2-3 0-16,1-7 0 16,-3-5 0-16,-3 0 0 0,0-6 0 15,-12 3 0-15,-3 0 0 16,-12 2 0-16,0 6 0 15,-12 3 0-15,-10 3 0 16,-1 4 0-16,-4 4 0 16,0 4 0-16,0 7 0 0,2 1 0 15,5 1 0-15,8-3 0 16,7 2 0-16,5-4 0 16,5-5 0-16,9-4 0 0,9-3 0 15,2 0 0-15,2-10 0 16,-5-2 0-16,5-5 0 15,-7 0 0-15,-4 4 0 16,-4-3 0-16,-12 1 0 0,0 7 0 16,-12 0 0-16,-4 5 0 15,-4 3 0-15,1 0 0 16,-7 5 0-16,7 2 0 0,-1 3 0 16,5 0 0-16,5 2 0 15,3-4 0-15,7 2 0 16,0-10 0-16,10 10 0 15,-1-10 0-15,9 0 0 16,-1-3 0-16,0-4 0 16,1-3 0-16,0 0 0 0,-6-2 0 15,1 1 0-15,-9 4 0 16,-4 7 0-16,0-12 0 16,-9 9 0-16,-4 3 0 0,-2 0 0 15,0 6 0-15,-2 3 0 16,2-2 0-16,0 4 0 15,5-1 0-15,0 0 0 16,10-10 0-16,-5 13 0 0,5-13 0 16,5 12 0-16,-5-12 0 15,23 0 0-15,-14 0 0 16,9-3 0-16,-8 0 0 0,2-4 0 16,-2 4 0-16,-10 3-4 15,12-9-11-15,-12 9-13 16,0 0-56-16,0 0-1 15</inkml:trace>
  <inkml:trace contextRef="#ctx0" brushRef="#br1" timeOffset="85431.11">17068 4065 408 0,'0'0'5'0,"-15"-5"2"0,6 2 2 16,-9 1 0-16,-4 2 1 15,-7 0 0-15,-2 8 0 16,-6 2 0-16,0 12-4 0,0 7-3 16,-1 11-1-16,3 3-2 15,9 6 0-15,6 2-1 16,6 6 1-16,12-2 0 16,7-1 0-16,13-6 1 15,14-9 0-15,10-9 1 0,8-9 0 16,7-4 1-16,8-17 0 15,-1-5 0-15,1-13 1 16,-6-9 0-16,-4-6-4 16,-8-6 0-16,-11-10 0 0,-10-4 0 15,-10-6 0-15,-14-1 0 16,-4 1 0-16,-16 4 0 16,-12 5 0-16,-7 11 0 15,-10 12 0-15,-8 12 0 16,-4 13 0-16,-4 6 0 0,-1 17 0 15,4 4 0-15,3 7 0 16,10 0 0-16,9 2 0 16,11-2 0-16,15 6 0 0,7-3-83 15,10-6-7-15</inkml:trace>
  <inkml:trace contextRef="#ctx0" brushRef="#br1" timeOffset="86231.43">22333 4353 359 0,'0'0'11'0,"0"0"4"0,-9-13 1 0,9 13 1 16,-20-10 3-16,4 5-2 16,-1 3 2-16,-8-1 0 15,8 3-10-15,-3 5-5 16,3 5-5-16,0 0 0 0,9 2 0 15,4 2 0-15,4 1 0 16,7-2 0-16,11-3 0 16,0-2 0-16,8-6 0 15,1-2 0-15,2 0 0 0,0-8 0 16,-8-4 0-16,-3-1 0 16,-11 1 0-16,-2-2 0 15,-5 4 0-15,-12 0 0 16,-2 2 0-16,-7 6 0 0,-1 0 0 15,-3 2 0-15,1 4 0 16,3 4 0-16,1 0 0 16,8-2 0-16,3 1 0 15,9-7 0-15,0 17 0 0,0-17 0 16,12 4 0-16,2-4 0 16,4 0 0-16,-4-3 0 15,7-5 0-15,-4-2 0 16,-5-1 0-16,-2 1 0 0,-4-2 0 15,-4 1 0-15,-2 1 0 16,0 10 0-16,-20-12 0 16,6 9 0-16,-11 3 0 15,4 6 0-15,1-1-5 0,-2 5-7 16,5 0-5-16,2-3-6 16,5-1-24-16,10-6-37 15,2 17-1-15</inkml:trace>
  <inkml:trace contextRef="#ctx0" brushRef="#br1" timeOffset="86598.12">22342 4189 408 0,'0'0'5'0,"0"0"2"0,0-12 2 0,0 12 1 0,-21-15 0 16,4 10 0-16,-3 0 1 16,-5 2 0-16,-7 6-5 15,-3 11-2-15,-3 6-3 16,1 10 0-16,5 5 0 15,0 6-2-15,7 9 1 16,10-3-1-16,6 0 1 0,9-1 0 16,17-7 0-16,8-5 1 15,12-7 0-15,8-9 0 16,6-7 1-16,9-11 0 0,5-4 0 16,-4-13 0-16,2-7 1 15,-4-8 2-15,-8-11-5 16,-12-1 0-16,-7-9 0 15,-19 1 0-15,-13 1 0 16,-10 1 0-16,-20 5 0 0,-12 11 0 16,-11 11 0-16,-6 8 0 15,-6 12 0-15,6 9 0 16,-8 6 0-16,9-2-55 16,7 18-32-16,6 4-3 0</inkml:trace>
  <inkml:trace contextRef="#ctx0" brushRef="#br1" timeOffset="87314.52">14410 5110 479 0,'0'0'2'0,"0"0"1"0,0 0 0 15,0 0 0-15,0 0 0 16,0-9-1-16,0 9-3 16,10-6-6-16,-10 6-28 15,29-11-48-15,4 0-2 0</inkml:trace>
  <inkml:trace contextRef="#ctx0" brushRef="#br1" timeOffset="87531.18">17280 4328 511 0,'0'0'0'0,"0"0"0"0,-8-3 0 16,8 3 0-16,0 0 0 15,15-18-55-15,7 14-35 16</inkml:trace>
  <inkml:trace contextRef="#ctx0" brushRef="#br1" timeOffset="87831.5">22588 4566 511 0,'0'0'0'0,"0"0"0"16,0-7 0-16,0 7 0 15,7-6 0-15,-7 6-81 16,11-11-8-16</inkml:trace>
  <inkml:trace contextRef="#ctx0" brushRef="#br1" timeOffset="100015.19">15396 4875 475 0,'0'0'4'0,"0"0"0"15,0 0 2-15,0 0-1 16,0 0 0-16,0 0 1 16,-7 0 0-16,7 0-6 15,0 0 0-15,-9-2 0 0,9 2 0 16,0 0 0-16,-11-6 0 16,11 6 0-16,0 0 0 15,0 0 0-15,0 0-4 16,0 0-47-16,0 0-35 15,7 6-2-15</inkml:trace>
  <inkml:trace contextRef="#ctx0" brushRef="#br1" timeOffset="128598.25">7505 3248 101 0,'0'0'6'15,"0"0"2"-15,-15-8 6 0,15 8 4 16,-17-5 1-16,9 2 3 15,-4 1 0-15,2 2 0 16,10 0-4-16,-13 0-4 16,13 0-4-16,0 0 0 15,15 0-1-15,8 0 1 0,9-5-1 16,14 0 2-16,20 0 0 16,13-5-2-16,16 0 0 15,19-1-2-15,15-2-1 16,12 0-2-16,13-1-1 0,9 3-1 15,8-3 0-15,8-1 0 16,12 5-1-16,3-2 1 16,2-1 0-16,13 3 0 15,5 0 0-15,5 3-1 0,-1-3 0 16,1 2 1-16,-6 1-2 16,-4 0 1-16,-1 1 0 15,-16-2 0-15,-8 2-1 0,-18-5 1 16,-9 5-1-16,-18-2 2 15,-14-2 1-15,-24 3 3 16,-16-1 1-16,-21-2 4 16,-11 6-1-16,-21-2 0 15,-13 2 0-15,-19 4-2 0,0 0-4 16,0 0-11-16,-27 19-52 16,-3-9-20-16</inkml:trace>
  <inkml:trace contextRef="#ctx0" brushRef="#br1" timeOffset="130831.32">2697 5843 46 0,'0'0'4'0,"22"-20"0"16,5-1 0-16,6-7 1 15,14-10 0-15,11-3 0 16,16-12-2-16,15-5 3 15,8-4-5-15,6-6-1 0,10 6 0 16,2-4 1-16,14-1 2 16,10-3 0-16,7 1 2 15,4-3-2-15,19 1 3 16,4-6-1-16,15 3 0 0,15-4 2 16,8 2 0-16,5-1 0 15,8 3 0-15,5 1 0 16,6 7 1-16,2 7 0 0,6-4-2 15,-4 10-1-15,7 3-3 16,-4 2 0-16,0 9 0 16,1 4 0-16,1 9 0 15,-3 1 1-15,-5 7 2 16,-3 8 1-16,-9 5-1 0,-2 5 0 16,-17 8 0-16,-3 4 2 15,-16 9-2-15,-7 0-2 16,-17 14 0-16,-15 5-2 15,-14 6 0-15,-16 6-1 0,-10 3-1 16,-15 9-2-16,-15 2-3 16,-8 7 1-16,-16 1 0 15,-11 0 0-15,-12 1 0 16,-8-1 1-16,-19 1 1 0,-3-5 2 16,-23-2 4-16,-16 6-2 15,-14-7 1-15,-11-2-1 16,-19 4 2-16,-11 0 1 0,-17 0-1 15,-6 0 2-15,-12 4-3 16,-11-1 0-16,-9 2 2 16,-8-1-1-16,-1 1-1 15,-11 2-1-15,-5-1 0 16,-3 1-1-16,-7-1-1 0,-2 2 0 16,-8-5-1-16,-4 2-1 15,-6-5 0-15,-3 1 2 16,-9-4 0-16,-6-1 1 15,-2-1 0-15,-10 0 2 0,-5-7 2 16,1 3-2-16,-1-10 1 16,-4-4-1-16,4 0 1 15,3-10 0-15,2-3-1 16,9-8 1-16,9-6-2 0,7-6 2 16,2-6-3-16,11-7-1 15,3-6-4-15,5-2 2 16,4-10-3-16,9-2 2 15,3-7 0-15,8-2 1 16,3-14 3-16,12 0 5 0,14-11 4 16,13-8-1-16,21-4 2 15,16-11-2-15,18-8 0 16,18-2-1-16,21-7-4 16,20-5-1-16,16-5-4 0,20-2 2 15,21-8 0-15,15-5 1 16,28-2 2-16,22-3-1 15,23-5 2-15,25 6 0 16,22-2 0-16,10 6-2 0,20 5 1 16,16 13-1-16,7 10-1 15,1 14-2-15,-2 17-7 16,-5 11-14-16,-12 18-23 0,-1 15-21 16</inkml:trace>
  <inkml:trace contextRef="#ctx0" brushRef="#br1" timeOffset="143285.01">16838 2011 362 0,'0'0'6'0,"0"0"1"0,0 0 2 0,0 0 0 16,-13-4 0-16,4 4 0 15,1 1 1-15,-5 2-1 16,1 7-4-16,-3 1-2 0,2 3-2 16,4 1-1-16,2 0 0 15,1 0 0-15,6-4 0 16,0 2 0-16,0-13 0 16,18 10 1-16,-3-10 1 0,-1 0 0 15,4-6-1-15,-1-5 2 16,1-3 0-16,-6-3 0 15,0 1-1-15,-4 1 0 16,-5 1 1-16,-3 3-1 16,-5 1 0-16,-8 7 0 0,-4 2-2 15,-1 1 1-15,-2 4-1 16,-2 6 0-16,2 1-1 16,1 1 1-16,6 0-1 0,8 1 0 15,3-5-1-15,2 0-3 16,4 1-3-16,11-8-4 15,3 5-9-15,-3-6-17 16,-1-6-42-16,14 2-4 0</inkml:trace>
  <inkml:trace contextRef="#ctx0" brushRef="#br1" timeOffset="144164.98">16813 1751 314 0,'0'0'5'0,"-10"-5"1"15,-3 0 1-15,-6 5 1 16,-4 0 1-16,-7 0 1 16,-5 5 0-16,-7 6 0 0,0 5-3 15,-2 9-3-15,3 7-1 16,2 8-1-16,2 4-1 16,7 6-1-16,0 2 1 15,5 3-1-15,5-1 2 16,8-2 3-16,7 0 0 0,5-2 0 15,9-8 1-15,12-5 1 16,6-5 0-16,10-5 1 16,5-6-2-16,13-13-1 15,0 0 0-15,7-8 0 0,0-9 0 16,3-6 0-16,-3-8 0 16,0-4 0-16,-5-2-2 15,-4-6 0-15,-9-5 0 0,-7-2 0 16,-7-4-1-16,-8-4 1 15,-10-3-1-15,-8-4 1 16,-4 6 1-16,-4-5-2 16,-12 10-2-16,-7-2 0 0,-5 9 0 15,-1 9 0-15,-8 8 0 16,-5 7 0-16,-1 3 0 16,1 7 0-16,-3 3 0 15,3 2 0-15,5 5 0 0,5 2 0 16,1 3 0-16,9 2 0 15,2 3 0-15,8-3 0 16,2 1 0-16,5-1 0 16,3-4 0-16,-1 2 0 15,3-10 0-15,0 13 0 0,0-13 0 16,0 0 0-16,5 7 0 16,-5-7 0-16,0 0 0 15,0 0 0-15,0 0 0 0,10 4 0 16,-10-4 0-16,0 0 0 15,0 0 0-15,0 0 0 16,0 0 0-16,0 0 0 16,0 0 0-16,0 0 0 0,0 0 0 15,0 0 0-15,0 0 0 16,0 0 0-16,0 0 0 16,0 0 0-16,0 0 0 15,0 0 0-15,0 0 0 16,0 0 0-16,0 0 0 0,0 0 0 15,0 0 0-15,0 0 0 16,0 0 0-16,0 0 0 16,0 0 0-16,0 0 0 15,0 0 0-15,0 0 0 0,0 0 0 16,0 0 0-16,0 0 0 16,0 0 0-16,0 0 0 15,0 0 0-15,0 0 0 0,0 0 0 16,0 0 0-16,0 0-6 15,7 10-11-15,-7-10-13 16,0 0-56-16,5 12-2 16</inkml:trace>
  <inkml:trace contextRef="#ctx0" brushRef="#br1" timeOffset="144597.7">16716 2165 406 0,'0'0'6'0,"0"0"3"0,0 0 2 16,0 0 1-16,0 0 0 16,0 0 0-16,0 0 0 15,0 0 0-15,-2-10-6 0,2 10-8 16,0 0-9-16,0 0-20 16,0 0-53-16,4 5-1 15</inkml:trace>
  <inkml:trace contextRef="#ctx0" brushRef="#br1" timeOffset="144781.22">16716 2165 422 0,'-23'-33'2'0,"23"33"-1"16,0 0 1-16,0 0-3 15,0 0-13-15,0 0-60 16,0 0-2-16</inkml:trace>
  <inkml:trace contextRef="#ctx0" brushRef="#br1" timeOffset="145083.24">16698 2157 418 0,'0'0'5'0,"0"0"1"0,0 0 0 16,0 0 0-16,0-9 1 15,0 9 0-15,0 0 0 16,-2-10 0-16,2 10-4 16,0 0-1-16,0 0-2 0,0 0 1 15,-8-11-1-15,8 11 0 16,0 0 0-16,0 0-1 15,0 0 1-15,0 0-1 16,0 0 0-16,-5 5 0 0,5-5-4 16,0 0-6-16,0 0-9 15,0 0-38-15,0 0-23 16,0 0-5-16</inkml:trace>
  <inkml:trace contextRef="#ctx0" brushRef="#br1" timeOffset="146014.21">3726 6101 444 0,'0'0'4'0,"0"0"2"0,0 0 1 15,0 0 1-15,0 0 0 16,0 0 1-16,0 0 1 16,0 0-1-16,0 0-3 0,0 0-6 15,0 0 0-15,9-3 0 16,-9 3 0-16,0 0 0 16,13-4 0-16,-3-1 0 0,5 0 0 15,-3 0 0-15,13-1-3 16,-2-3-35-16,3-1-46 15,8 0-4-15</inkml:trace>
  <inkml:trace contextRef="#ctx0" brushRef="#br1" timeOffset="146681.39">5957 5023 334 0,'0'0'5'0,"0"0"2"16,-3-9 3-16,3 9 3 16,-12-13 1-16,2 9 0 15,-5-2 0-15,1 4 1 0,-4 2-5 16,-2 0-3-16,3 12-3 16,2 10-1-16,2 6-2 15,4 5-1-15,4 8 0 16,5 1 0-16,9 2 0 0,12-3 0 15,0-2 2-15,12-7-1 16,7-9 1-16,4-6 0 16,2-13 0-16,5-4 0 15,2-4 0-15,-3-13-1 16,-4-6 1-16,0-4 0 0,-9-3 1 16,-5-2-1-16,-10-5 1 15,-9 0 0-15,-11-3 0 16,-7 1-1-16,-18 1 0 0,-14 6-1 15,-8 7-1-15,-6 11-2 16,-7 3-7-16,3 14-27 16,-2 14-47-16,0 8 0 15</inkml:trace>
  <inkml:trace contextRef="#ctx0" brushRef="#br1" timeOffset="147414.24">3163 5031 388 0,'0'0'5'16,"0"0"1"-16,0 0 1 0,-14-3 0 15,14 3 0-15,-17 10 0 16,4 8 0-16,1 2 1 15,0 9-5-15,1 4-1 16,7 7-1-16,4-7-1 0,1 5 2 16,15-6-1-16,1-7 0 15,8-5 0-15,5-10 1 16,2-8 0-16,1-4 0 0,1-13 0 16,1-8 1-16,-8-3 1 15,1-10 0-15,-6-3 0 16,-7-3 0-16,-7-4 0 15,-8-2 0-15,-6 1-1 0,-11 5 0 16,-8 6 0-16,-8 7-2 16,0 8 0-16,-7 13 0 15,0 8 0-15,3 7-2 16,2 12 1-16,7 11-1 16,8 0 0-16,8 4 0 0,12 6 0 15,7-7 0-15,16 1 1 16,9-7 0-16,8-4-2 15,10-11-2-15,2-7-4 0,2-5-5 16,1-7-21-16,-2-5-49 16,-1-6-2-16</inkml:trace>
  <inkml:trace contextRef="#ctx0" brushRef="#br1" timeOffset="148281.68">3010 8350 383 0,'0'0'6'0,"0"0"2"0,0 0 2 0,-9-1 0 16,9 1 1-16,-16 11 0 15,7 4 1-15,-2 7 0 16,1 11-7-16,3 1-2 15,5 11-1-15,-1-3-2 16,3 3 0-16,8-6 0 0,4-2 0 16,5-4-1-16,4-9 1 15,0-9 0-15,4-5 0 16,0-7 0-16,3-6 1 16,-7-7 0-16,2-9 0 0,-4-6 2 15,-3-3 1-15,-6-9 0 16,-5-2 1-16,-5-6 0 15,-7-2-1-15,-8 5 0 16,-8 0 0-16,-5 4-1 0,4 6-3 16,-8 10 0-16,7 10 0 15,-2 4 0-15,6 8 0 16,2 13 0-16,6 7 0 0,8 2 0 16,5 3 0-16,5 7 0 15,13-5-2-15,5 0-1 16,5-2-5-16,6-5-10 15,5-17-42-15,1 4-25 0,3-7-1 16</inkml:trace>
  <inkml:trace contextRef="#ctx0" brushRef="#br1" timeOffset="148415">3397 8443 397 0,'0'0'3'0,"0"8"-1"16,0 5-1-16,0 2 1 15,0 0-1-15,6 3-7 16,1 4-19-16,14-5-46 0,-12-5-5 16</inkml:trace>
  <inkml:trace contextRef="#ctx0" brushRef="#br1" timeOffset="148998.24">2787 4603 355 0,'0'0'4'0,"0"0"2"0,0 0-1 16,-6 7 1-16,6 3 1 15,-5 6 0-15,5 5 0 16,-2 6 1-16,2 3-4 16,2 3 0-16,6-2-1 15,2 0-1-15,7-10 1 0,1-3 0 16,7-9 1-16,-4-9 0 16,7-2 0-16,-3-13 0 15,0-8 0-15,-5-3 1 0,-1-2-1 16,-10-6 0-16,-6-1-1 15,-3 0 0-15,-12 4-1 16,-4 3 0-16,-7 6-1 16,-2 7 0-16,-5 5-1 15,2 8 0-15,-1 4-1 0,7 11 0 16,2 3-2-16,8 7-4 16,4-3-5-16,8 4-11 15,5-1-28-15,12-1-30 16,8-2-3-16</inkml:trace>
  <inkml:trace contextRef="#ctx0" brushRef="#br1" timeOffset="149365.31">3226 4719 414 0,'0'0'3'0,"0"0"1"0,-13-5 1 16,13 5 1-16,-12-12 0 16,12-1-1-16,-2-2 0 15,2 0 1-15,10-2-3 16,5 4-2-16,4 4 0 16,1 0-1-16,3 8 0 0,-4 1 1 15,-2 13-1-15,0 3 0 16,-10 12 1-16,-2 2 1 15,-3 2-1-15,-2 2 0 0,0-1 0 16,0-3 0-16,0-5 0 16,2-3 1-16,6-10-2 15,7-5 0-15,7-7 1 16,5-10 0-16,9-9-2 0,6-6-6 16,2-10-8-16,6-20-61 15,0 21-5-15</inkml:trace>
  <inkml:trace contextRef="#ctx0" brushRef="#br1" timeOffset="150364.42">5698 4067 390 0,'0'0'2'0,"0"0"0"15,0 0 0-15,0 0 0 16,0 0 1-16,-4 18 0 15,4 6 0-15,0 9 0 16,0 11-2-16,0 6 1 16,7 5 0-16,6 2-1 0,8-1 1 15,2-9-1-15,5-10 1 16,3-7-1-16,4-10 2 16,3-16 0-16,2-4 0 0,-8-14 0 15,-4-11 1-15,-4-5 1 16,-4-7-1-16,-5-5 0 15,-12 1 1-15,-3-7-1 16,-13 3-1-16,-12 3 0 0,-8 3-1 16,-1 6 0-16,-8 8-1 15,-3 11 0-15,2 10-1 16,2 4 0-16,9 11-2 16,7 12-7-16,4 2-13 0,14 4-57 15,12 1-1-15</inkml:trace>
  <inkml:trace contextRef="#ctx0" brushRef="#br1" timeOffset="150814.97">6110 4273 440 0,'0'0'4'16,"-12"3"0"-16,12-3 0 0,-14 0 2 15,3 0-1-15,2-3 0 16,9 3 1-16,-12-7-1 16,12 7-3-16,6-18-1 15,12 8-1-15,2 0 0 0,3 0-1 16,2 3 0-16,-1 3 0 16,-4 0 0-16,-2 4 0 15,-7 8 0-15,-5 2-1 16,-6 7 1-16,0 1 0 0,-6 2 1 15,0-1-1-15,1 1 0 16,-3-3 1-16,5-1-1 16,3-4 0-16,3-2 0 15,7-1 0-15,7-6 1 16,6-1-1-16,2-2 1 0,7-2 0 16,3-2 0-16,-3 0 0 15,0 0 0-15,-8 4 1 16,-3 0 0-16,-9 9-1 0,-12 6 1 15,-9 10 0-15,-16 0 0 16,-7 4-2-16,-1 7-6 16,-12-10-24-16,8 5-49 15,5-7-1-15</inkml:trace>
  <inkml:trace contextRef="#ctx0" brushRef="#br1" timeOffset="187998.76">3810 5470 332 0,'0'0'5'16,"0"0"2"-16,-15-9 1 16,3 8 2-16,-6 1 2 0,-6 0 0 15,-8 4 0-15,-6 6 1 16,-7 10-4-16,0 0-3 16,1 13-1-16,2 8-1 0,-1 6-1 15,9 0-1-15,6 13 1 16,3 2-2-16,13 2 0 15,7 6 0-15,8-4 0 16,13-1 0-16,12-3 0 16,12-8 0-16,6-9 0 0,12-8 1 15,7-10 0-15,8-10 1 16,-2-11 0-16,1-9-1 16,1-14 1-16,-4-11 0 15,-7-3 0-15,-2-12 1 0,-14-9 1 16,-6-5-2-16,-7-5 2 15,-14-2-1-15,-14-5 0 16,-5 0 0-16,-19 0-1 0,-16 1 0 16,-10 11-1-16,-15 10 0 15,-7 13-2-15,-9 18 0 16,-6 16 0-16,-1 16 0 16,0 21 0-16,0 14 0 0,10 14 0 15,7 2-15-15,8 9-68 16,28 1-3-16</inkml:trace>
  <inkml:trace contextRef="#ctx0" brushRef="#br1" timeOffset="189414.93">5947 4878 323 0,'0'0'4'0,"-10"-5"4"16,1-1 1-16,-9 4 1 16,-5 0 1-16,-4-1 2 15,-3 3 1-15,-5 7-2 16,-4 11-3-16,6 7-3 0,-1 14-2 15,3 10-1-15,9 12-1 16,5 5 0-16,9 6-2 16,8 3 3-16,11-1-1 0,11-7 1 15,13-6 0 1,9-11 0-16,9-10 0 0,7-13 0 16,7-12 1-16,2-12-2 15,3-11 0-15,0-15 0 16,0-11 1-16,0-11-2 0,-8-7 2 15,-4-7-1-15,-10-6 1 16,-8-4 0-16,-17-3 1 16,-12 0-1-16,-15 3 0 15,-16 0 0-15,-19 7 0 0,-16 9 0 16,-14 16-1-16,-10 15 1 16,-9 15-1-16,-6 19-1 15,-3 19 0-15,0 17 0 16,9 14-1-16,6 10-1 0,15 7-2 15,23 5-9-15,15-2-25 16,27-5-46-16,27-8-2 16</inkml:trace>
  <inkml:trace contextRef="#ctx0" brushRef="#br1" timeOffset="191549.1">3726 6007 167 0,'0'0'9'0,"0"0"2"0,-12-4 4 15,12 4 2-15,0 0-4 16,-11-3 2-16,11 3 3 16,0 0 1-16,2-8-5 15,11-4-4-15,12-3-3 0,8-10 2 16,13-5 0-16,14-17-1 15,13 0-1-15,8-16-2 16,13-10-1-16,11-6-3 16,11-8 0-16,4-2 0 0,4-5 0 15,6-1 0-15,1 1 0 16,1 0-1-16,2 3 0 16,-10 7 2-16,-7 7 1 15,-7 3-2-15,-9 11 1 0,-14 9-1 16,-13 9 0-16,-19 11 2 15,-7 9 1-15,-21 12 0 16,-5 7-1-16,-22 6-5 16,3 6-12-16,-11 2-42 15,-6 14-15-15</inkml:trace>
  <inkml:trace contextRef="#ctx0" brushRef="#br1" timeOffset="195048.17">4856 5625 305 0,'0'0'7'0,"0"0"4"0,0 0 2 15,0 0 3-15,0 0 1 16,0 0 2-16,0 0-2 15,0 0 2-15,0 0-7 0,0 0-4 16,0 0-2-16,0 0-2 16,0 0-1-16,0 0 0 15,0 0 0-15,0 0 0 16,0 0 1-16,0 0 1 16,0 0 0-16,0 0 0 0,3-9 1 15,2 2 0-15,-1-6 1 16,4-2 0-16,-2-7-7 15,-2 2 0-15,1-5 0 16,-5 0 0-16,0-3 0 0,-3-1 0 16,-3 2 0-16,-5-2 0 15,-1 1 0-15,-1 1 0 16,1 4 0-16,-3 4 0 0,-2 4 0 16,5 3 0-16,-4 4 0 15,4 0 0-15,-3 4 0 16,0 4 0-16,2 0 0 15,4 0 0-15,1 0 0 0,8 0 0 16,-15 4 0-16,15-4 0 16,-10 6 0-16,10-6 0 15,0 0 0-15,0 0 0 16,0 0 0-16,0 0 0 16,0 0 0-16,0 0 0 0,-2 10 0 15,2-10 0-15,0 0 0 16,0 0 0-16,5 0 0 15,-5 0 0-15,0 0 0 16,0 0 0-16,9 0 0 0,-9 0 0 16,0 0 0-16,0 0 0 15,0 0 0-15,0 0 0 16,0 0 0-16,0 0 0 16,0 0 0-16,6 12 0 0,-3 0 0 15,-1 1 0-15,0 4 0 16,-2 5 0-16,3-2 0 15,-1 5 0-15,-2-3 0 0,3-2 0 16,-3 0 0-16,0-1 0 16,0-3 0-16,-3-4 0 15,1-5 0-15,2-7 0 16,-3 13 0-16,3-13 0 16,0 0 0-16,-4-8 0 0,4-2 0 15,-3-4 0-15,0-6 0 16,3-2 0-16,0-1 0 15,0-4 0-15,0 0 0 16,3 2 0-16,0 0 0 0,-1 3 0 16,0 2 0-16,-2 3 0 15,3 4 0-15,2 3 0 16,-5 10 0-16,0 0 0 0,9-2 0 16,-9 2 0-16,16 15 0 15,-7 0 0-15,4 2 0 16,-1 0 0-16,6 0 0 15,1-2 0-15,2-2 0 0,4-1 0 16,-6-9-49-16,6 2-40 16,2-5-1-16</inkml:trace>
  <inkml:trace contextRef="#ctx0" brushRef="#br1" timeOffset="195663.91">4993 5232 332 0,'0'0'7'0,"0"0"2"0,0 0 3 16,0 0 2-16,-3-8 3 0,3 8-2 15,0 0 1-15,-7-2 1 16,7 2-7-16,-10 0-3 15,10 0-3-15,-13 20-1 16,9-10-2-16,1 7 0 16,1 0-1-16,2 0 1 0,0 1-1 15,2-3 0-15,5 2-1 16,1-7 3-16,5 3-3 16,-1-4 2-16,1-4 1 15,1-3-1-15,4-2 0 0,-4 0-1 16,2-8 2-16,1 2-3 15,-4-6 2-15,-1-1-1 16,0-2 1-16,-6-2-2 16,-2-1 2-16,-4-1 0 0,0-1 1 15,-7 0-1-15,-6 0 0 16,1 0 0-16,-3 5 0 16,-5 4-1-16,2 3 0 15,4 3 0-15,-1 5-1 0,-3 5 0 16,8 3 0-16,3 6 0 15,7 1-5-15,-2 0-12 16,4 2-62-16,10 0-1 16</inkml:trace>
  <inkml:trace contextRef="#ctx0" brushRef="#br1" timeOffset="200000">12490 3044 212 0,'0'0'7'0,"-9"-10"4"0,9 10 3 15,-12-20 4-15,5 6 1 16,-6-1 2-16,-1-3 3 16,-2-4-1-16,0 3-3 15,-5 1-4-15,2 1-3 0,-8 7-3 16,-1-2-2-16,-2 6-1 15,-4 4-2-15,-1 2-2 16,-5 10-2-16,-5 5 1 16,0 5-2-16,1 4 1 0,-2 6-1 15,5 5 0-15,1 2-1 16,3 8 2-16,7-1-1 16,3 6 0-16,7-2 1 15,8 3-1-15,7 0 2 0,5-1-4 16,9 0 4-16,8-3-2 15,13-5 0-15,13-3 1 16,6-6 0-16,11-6 0 0,7-4 0 16,0-9 2-16,8-7-2 15,-1-3 1-15,1-4 0 16,-6-11 0-16,-4-1 0 16,-6-8 0-16,-6-5 1 15,-3-4 1-15,-6-4-1 0,-9-6 1 16,-8-3 0-16,-4-6 1 15,-9-6 0-15,-9-2 0 16,-7-7-1-16,-13 4 0 16,-7-3 1-16,-6 7-1 0,-6 2 1 15,-11 9-5-15,-5 8 0 16,-5 11 0-16,-4 5 0 16,-3 12 0-16,-8 8 0 0,3 6 0 15,-2 8-6-15,7 11-23 16,7 2-54-16,3 3-2 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3-01-28T08:29:23.187"/>
    </inkml:context>
    <inkml:brush xml:id="br0">
      <inkml:brushProperty name="width" value="0.05292" units="cm"/>
      <inkml:brushProperty name="height" value="0.05292" units="cm"/>
      <inkml:brushProperty name="color" value="#FF0000"/>
    </inkml:brush>
  </inkml:definitions>
  <inkml:trace contextRef="#ctx0" brushRef="#br0">7316 15954 486 0,'0'0'2'16,"0"0"-1"-16,0 0 1 15,0 0-1-15,-3 7 0 0,3 2-11 16,0-9-70-16,16 3-4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2:38:55.037"/>
    </inkml:context>
    <inkml:brush xml:id="br0">
      <inkml:brushProperty name="width" value="0.05292" units="cm"/>
      <inkml:brushProperty name="height" value="0.05292" units="cm"/>
      <inkml:brushProperty name="color" value="#FF0000"/>
    </inkml:brush>
  </inkml:definitions>
  <inkml:trace contextRef="#ctx0" brushRef="#br0">1636 2839 224 0,'0'0'5'0,"0"0"-1"0,0 0 2 15,0 0-1-15,-5 7 3 0,5-7 3 16,10 3 1-16,3-3 3 16,7 0-2-16,12-3-2 15,10 1 4-15,7-1-2 0,19-2-2 16,8 2-2-16,19-1 0 15,7-1-3-15,14 0 0 16,19-2-2-16,9-1 0 16,16 0 0-16,13-4 0 15,11 2-1-15,20 0 0 0,14 0 1 16,19 1-1-16,9 2 1 16,17-2-1-16,15 7 0 15,18 2 1-15,7 0-1 0,15 5 0 16,7 1 0-16,47 2 0 15,-23 3-2-15,1-4 0 16,6-2 0-16,7 3-1 16,-4-3 0-16,7-3 0 15,4-2 0-15,-37 0 1 0,34 0-1 16,-1-5 0-16,2-3 1 16,-18 1-1-16,0 0 0 15,-14-1 1-15,-20 4-2 0,-19 1-4 16,-22 0-9-16,-28 3-39 15,-20 10-21-15,-38 0-3 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2:39:40.701"/>
    </inkml:context>
    <inkml:brush xml:id="br0">
      <inkml:brushProperty name="width" value="0.05292" units="cm"/>
      <inkml:brushProperty name="height" value="0.05292" units="cm"/>
      <inkml:brushProperty name="color" value="#FF0000"/>
    </inkml:brush>
  </inkml:definitions>
  <inkml:trace contextRef="#ctx0" brushRef="#br0">6446 1325 198 0,'0'0'4'16,"0"0"1"-16,0 0 4 16,3-10 3-16,-3 10 2 0,3-13 3 15,-3 13 2-15,0-8-1 16,0 8-3-16,-11-11-2 15,4 5-3-15,-3 5-3 16,-7-2-4-16,0 0-1 0,-3 3-2 16,-8 0 1-16,-2 0 0 15,-4 3 1-15,-6 1 1 16,-5 5 0-16,-4-1 1 0,-4 0 1 16,-2 1 1-16,-5 3-1 15,-1-2 2-15,-4-1-2 16,3 1-1-16,2-2 0 15,-2-1 0-15,2 0-1 16,6 1-2-16,0-2 1 0,3-2-2 16,7 0 0-16,1 2 0 15,6-1 0-15,2 0-1 16,6 2 1-16,1 1-1 16,8-1 0-16,1 3 0 0,4 3 0 15,3-1 1-15,1-3 1 16,-11 34 1-16,7 1-1 15,5 8 1-15,1 5-1 16,-2 8 1-16,6 6-1 16,0 4 0-16,3-3-2 0,0-3 1 15,-1 7 3-15,3-1 0 16,-2 0 0-16,-1-6 1 16,3 0 1-16,-2-2-1 0,-1-5 1 15,3-3-2-15,-3-6-1 16,1-4 0-16,-1-4-1 15,-2-3 1-15,-2-10-1 16,5-2-1-16,-3-6 0 0,-1-1 0 16,2-8 0-16,-1 0-1 15,0-2 1-15,0-2-1 16,0-1 1-16,2-2 1 16,3-8-1-16,-5 12 1 0,5-12-1 15,0 0 0-15,0 10 0 16,0-10 0-16,0 0 0 15,0 0 0-15,0 0 0 16,5 3-1-16,-5-3 1 16,18 0 0-16,-3 0-1 0,2-3 1 15,8 3 0-15,10-5 0 16,2 3 0-16,10-1-1 16,5 0 1-16,8 1 1 0,8-1-1 15,3 1 0-15,6 2 1 16,7-2-1-16,4-1 0 15,4 2 0-15,2-3 0 16,2 4 0-16,6-5 0 0,6 3 0 16,-4-1 0-16,10 3 0 15,-2 0 1-15,8 0-1 16,4 0 1-16,3 0-1 16,2 5 0-16,0 0 1 0,4-1-1 15,2 2 1-15,1-1-1 16,-1-3 0-16,6 4 0 15,-1-2 1-15,-1-1-1 16,5 2 0-16,0-1 0 16,0-1 0-16,0 0 1 0,3 0-1 15,-1-3 0-15,-2 2 0 16,3-2 0-16,2 0 0 16,-5 0 0-16,-4 2 0 15,4-2 0-15,-1 0 0 0,2 3 0 16,-3-2 1-16,1-1-1 15,-1 4 0-15,-1-2 1 16,-1 0-1-16,2 1 0 16,-3 0 0-16,-6 1 1 0,5-4-1 15,-9 3 0-15,-3-3 0 16,1 0 0-16,-1 0 0 16,-9 0 0-16,0-3 0 15,-2-1 0-15,-4-2 0 16,-1 2 0-16,-8 0 0 0,-10-2 1 15,-5 4-1-15,-7-7 0 16,-6 7 0-16,-12-2 1 16,-5-2-1-16,-10 4 0 0,-2 0 0 15,-8-1 0-15,-5 0 0 16,-4 3 0-16,-3 0 0 16,-5 0 0-16,-3 0 0 15,-2 0 0-15,0 3-1 0,-8-3 1 16,-7 0 0-16,13 5-1 15,-13-5 1-15,0 0 0 16,0 0-1-16,0 0 1 0,10 10 0 16,-10-10 1-16,0 0-1 15,0 0 1-15,0 0 0 16,0 0 0-16,0 0 1 16,0 0-1-16,0 0 1 15,0 0 0-15,7-10 0 0,-5-3 2 16,1-4 0-16,-3-8 0 15,2-2-1-15,4-7 0 16,-1-11-1-16,-3-7 1 16,3-5-1-16,0-7-2 0,2-3-1 15,1-3 0-15,-1 3-1 16,3-2 0-16,1 2 0 16,-2 3 1-16,-2 2 0 15,3-1 1-15,-2 2-1 0,-1 4 2 16,-2 3 1-16,0 1-1 15,-3 6 1-15,1 3-1 16,3 7 0-16,-6 20-3 16,2 1 1-16,0 4-1 0,1-3-1 15,-1 3 1-15,1-1 0 16,-3 4-1-16,2-1 1 16,-2 10 2-16,5-18 0 15,-5 18 0-15,5-12 0 0,-5 12 0 16,2-10 0-16,-2 10 0 15,0 0-1-15,6-10 1 16,-6 10 0-16,0 0 0 0,0 0 0 16,0 0 0-16,0 0-1 15,0 0 1-15,0 0 0 16,0 0-1-16,0 0 1 16,0 0 0-16,0 0-1 0,0 0 1 15,0 0-1-15,0 0 0 16,0 0 1-16,-11-5-1 15,11 5 0-15,-17 0 0 16,7-2 0-16,-5 2 1 16,-2-2-1-16,-5 2 1 0,-1-3-1 15,-4 3 1-15,-5-3 0 16,-3 3-1-16,-4-3 1 16,-7 1-1-16,-3 2 0 15,-6-2 1-15,-2 2 0 0,-3 0-1 16,-9-3 0-16,-4 3 1 15,-1 0 0-15,-3-1 0 16,-5 1 0-16,-5-4 0 16,-2 2 0-16,-3 2 0 0,-5-2 0 15,3-1 0-15,-8 0 0 16,-1 3 0-16,2-4 0 16,-3 1 0-16,-4-1 0 15,2 1 0-15,-1-2 0 0,-2 0 0 16,-1 0 1-16,0 2-1 15,2-1 0-15,-5-2 0 16,5 4 0-16,-5-3 1 16,1 0-1-16,4 0 0 0,-5 0 0 15,2 0 0-15,-6 2 0 16,5-2 0-16,1 3 0 16,-4 2 0-16,1-2 0 15,-1 2 0-15,1-3 0 0,-3 3 1 16,3 0-1-16,-3 0-1 15,1 0 1-15,4 3 0 16,-3-1 0-16,4 0 0 16,-1 2 0-16,3-3-1 15,4 2 2-15,-4-1-1 16,7 1 0-16,0 0-1 0,3-1 1 16,2-2 0-16,3 0 0 15,4 0 0-15,3 0 0 16,0 0 0-16,5 0 0 0,3 0 0 15,-1 0 0-15,3 0 0 16,2-2 0-16,3-1 0 16,3 0 0-16,1 1 0 0,4 2 0 15,2-3 1-15,0 3-1 16,8-1 0-16,-1 1 0 16,2-4 0-16,3 4 0 15,4 0 0-15,4 0 0 0,1-2 0 16,7 2 0-16,1 0 0 15,1 0 0-15,7 0-1 16,0 0-3-16,6 0-6 16,1 0-10-16,6 2-59 15,-1 2-3-15</inkml:trace>
  <inkml:trace contextRef="#ctx0" brushRef="#br0" timeOffset="20966.75">8683 1149 263 0,'0'0'7'16,"0"0"4"-16,0 0 4 15,0 0 0-15,0 0 3 0,0 0-1 16,0 0 2-16,0 0 0 16,0 0-8-16,0 0-3 15,0 0-3-15,0 0-1 16,3-7-2-16,-3 7 0 0,0 0-1 15,15 7 1-15,-15-7 0 16,9 13-1-16,-2-4 0 16,1-1 0-16,0 2 0 0,-1 0 0 15,3-1-1-15,-3 2 0 16,6-2 1-16,-4 1 0 16,-1 0 0-16,2 0 0 15,-3-2 2-15,-7-8-1 16,15 10 1-16,-15-10 1 0,15 0 1 15,-5 0 0-15,1-6 0 16,-2-3 1-16,1-4-1 16,3-4 2-16,-13 17-2 0,12-23 0 15,0 2 0-15,1-4-1 16,4 0 0-16,1-5 0 16,2 0-1-16,-3 1-1 15,3-3 2-15,0 4-4 16,-1-4 0-16,-1 4 0 15,1-1 0-15,-3 7 0 16,-2 0 0-16,-14 22 0 0,20-25 0 16,1 0 0-1,-21 25 0-15,0 0 0 0,0 0 0 16,0 0 0-16,0 0 0 16,0 0 0-16,0 0 0 15,1-3 0-15,5-1 0 16,-4-4 0-16,3 3 0 15,0 0-12-15,-3 0-72 0,4 0-3 16</inkml:trace>
  <inkml:trace contextRef="#ctx0" brushRef="#br0" timeOffset="88367.01">1842 4972 104 0,'0'0'2'16,"0"0"-1"-16,0 0 0 0,0 0 0 16,5 0 6-16,-5 0 5 15,0 0 1-15,0 0 2 16,7 0 1-16,-7 0 1 16,0 0 1-16,11 0 0 0,-11 0-3 15,12-3-3-15,-12 3-2 16,10 0-2-16,-10 0 1 15,13-2-2-15,-13 2 0 0,14-3 1 16,-14 3-2-16,16-3 0 16,-9 3-1-16,5-2 1 15,1 0-2-15,1 2 0 16,3-3-1-16,7 3-1 16,-3 0 1-16,4 0-1 15,5 0 0-15,0 0-1 0,2 0 1 16,3 0 0-16,8 0-1 15,3 0 0-15,9 0 1 16,3-2-1-16,11 2 0 0,5-3 1 16,11 1-1-16,9-3 0 15,5-1 0-15,10-1 1 16,12 0-1-16,3-1 1 16,10 1-1-16,-2 0 2 0,11 2-2 15,4-4 1-15,5 5 0 16,7 0-1-16,0-1 0 15,-1-1 0-15,7 4 0 0,-1-6 0 16,-1 4-1-16,2 2 1 16,-1-4-1-16,-1 1 1 15,-9 3 1-15,-2-1-2 16,-7 2 1-16,-1-3 0 16,-13 2 0-16,-6 0 0 15,-13 2 1-15,-8-3-1 0,-12 3 1 16,-10 0-1-16,-13 0 1 15,-11 0-1-15,-16 0-4 16,-15 0-7-16,-7 0-27 0,-5 0-34 16,-15 0-4-16</inkml:trace>
  <inkml:trace contextRef="#ctx0" brushRef="#br0" timeOffset="89078.54">1515 4932 129 0,'0'0'2'0,"0"0"2"16,19 0 3-16,-1 0 5 16,4-3 1-16,10 3 4 15,11-1 0-15,14 1 1 0,2-4-4 16,21 2 0-16,9 0-2 16,15-1-4-16,6-3-4 0,19 5 0 15,13-2-1 1,10-1-1-16,11 1 1 0,8 0-1 15,13-2 0-15,13 3-1 16,6-3 1-16,9 0 0 16,-8 0-1-16,14 0 2 0,3 0-1 15,-2 3 0-15,8-4 0 16,-9 2 1-16,1 2 1 16,-6-1-1-16,1 0 1 15,-11-2-2-15,-2 3-2 0,-14-1-10 16,-16 3-26-16,-9-1-29 15,-16-3-2-15</inkml:trace>
  <inkml:trace contextRef="#ctx0" brushRef="#br0" timeOffset="89902.11">1713 4830 205 0,'0'0'4'0,"0"0"1"15,8-2 3-15,1 2 1 16,9 0 2-16,5 0 0 0,9 0 0 15,7 2-1-15,16 2-1 16,10 0-2-16,11 0-2 16,11 2-2-16,18-1-1 15,14-1 0-15,13-4 0 0,9 6 0 16,18-6 0-16,8 0 1 16,12 0 0-16,5 0 1 15,14-3 1-15,7 0-1 16,6 1 1-16,10 0-1 15,-3 0 0-15,8 2-1 0,-2-3 0 16,5 0-1-16,-6-2 0 16,0 3 0-16,-6-1 0 15,-6 2-4-15,-9-3-8 16,-14 4-24-16,-8-2-33 0,-10 0-4 16</inkml:trace>
  <inkml:trace contextRef="#ctx0" brushRef="#br0" timeOffset="91349.68">1405 4900 174 0,'0'0'6'0,"0"0"3"0,17-3 6 15,1 1 3-15,5-1 3 16,11 3 1-16,8-2 1 16,13-2 1-16,14 3-4 15,9 1-5-15,15 0-5 0,14 0-2 16,15 0-2-16,7 0-2 15,18 0-1-15,14 0-2 16,11-3 0-16,15 3 2 16,4-4-2-16,6 1 2 0,11-5 0 15,8 4 0-15,6-4 1 16,1-2 0-16,0 5 0 16,1 0 0-16,0 0 0 15,2 3-1-15,-8 0 0 0,-9 2-1 16,-10-3 1-16,-5 3-2 15,-18 0-6-15,-7 3-37 16,-19-3-31-16,-19 0-4 0</inkml:trace>
  <inkml:trace contextRef="#ctx0" brushRef="#br0" timeOffset="94318.42">1688 4991 146 0,'0'0'4'15,"0"0"4"-15,-18 0 5 16,9 0 3-16,-6 0 3 0,-5 3 3 16,-2-3 2-16,-6 3 3 15,1-3-3-15,0-6-3 16,-3 1-3-16,1-2-2 15,0-8-1-15,0 3-2 0,2-4-3 16,-1 2-3-16,1-4 0 16,-1 0-1-16,1-1-2 15,-3 3 1-15,6-5-3 16,-1 1 0-16,0-2 0 16,2 0 0-16,1-3-1 15,3-2 1-15,1 2 0 0,3-7-1 16,0 4 1-16,5-3 0 15,1 3 0-15,0-4 0 16,7 3 0-16,0 2 1 0,-1-1-1 16,3-2 0-16,0 5 0 15,5-3 0-15,3 2-1 16,2-2 1-16,4-1-1 0,9 0 0 16,0 1-1-16,6-2 1 15,8 0-1-15,3 1 0 16,5 4 1-16,2-3-1 15,1 6 0-15,-2 0 0 16,4 5 1-16,-3-1-1 0,1 3 0 16,4 1 1-16,-3-1 0 15,1 0-1-15,5 2 1 16,-1 1-1-16,3 0 1 16,1-4-1-16,-1 7 1 15,5-3-1-15,0 2 1 0,3 2-1 16,4-2 1-16,-1 6-1 15,-1-2 1-15,2 2 0 0,3 1 0 16,3 0 0-16,-3 3-1 16,3-1 1-16,-1 1 0 15,0 0 0-15,1-4-1 16,2 4 1-16,-5 0-1 0,3 0 1 16,-4 0-1-16,2 0 0 15,-1 0 1-15,3 0-1 16,-1 0 1-16,2 0-1 15,3 0 1-15,2 0 0 16,1 0 0-16,2 0-1 0,1 0 1 16,2 0-1-16,-1 0 1 15,2 0-1-15,1 4 0 16,-4-4 1-16,0 4-1 16,1-1 0-16,-4 1 0 15,0 2 1-15,-3-2-1 0,-4 1 1 16,0 0-1-16,0-2 1 15,-4 4-1-15,-1-5 1 16,-1 6-1-16,-3-3 0 0,0 0 0 16,4 2 0-16,-8 1 1 15,0-3-1-15,-2 0 0 16,-3-1 0-16,-2 1 0 0,-6 0 0 16,-1-1 0-16,-4-4 0 15,-1 2 0-15,-1-2 1 16,-1 0-1-16,2 0 1 15,-1-2-1-15,-2-2 0 16,3 2 1-16,-4-1-1 0,-4-2 0 16,2 3 0-16,-10 2-1 15,1 0 1-15,-8 7 0 16,-1 2 0-16,-1 2-1 0,-4 7 1 16,2 2 0-1,-2 2 0-15,-1 7 0 0,1 4 0 16,2-2 0-16,-2 7-1 15,-1-1 0-15,-4 3 1 0,4 2-1 16,-7-3 0-16,-1 4 1 16,-3 0-1-16,-2-2 0 15,-5-1 1-15,-5-3 0 16,-2 2 0-16,0-4 0 0,-4-2-1 16,4 0-5-16,-3-12-15 15,-2 4-60-15,15 0-2 16</inkml:trace>
  <inkml:trace contextRef="#ctx0" brushRef="#br0" timeOffset="98884.58">2105 8806 213 0,'0'0'6'0,"0"0"0"0,0 0 4 16,0 0 4-16,0 0 0 16,0 0 3-16,0 0-1 15,0 0 0-15,0 0-2 0,0 0-3 16,0 0-2-16,4 6-3 15,5-2 0-15,6 1-3 16,4 3 1-16,9 1 0 16,7-4-2-16,7 5 0 0,6 0-1 15,14-2 1-15,5-3-1 16,4 1 0-16,14-2 0 16,2 1 0-16,7-3 2 0,10-2-2 15,9 0 0-15,-1 0 0 16,5 0 1-16,7 0-1 15,0 0 0-15,8-2 1 16,6 2-1-16,-1 0 0 16,4 0 0-16,4 2 0 0,2 1 0 15,4 0 1-15,3 1-1 16,1-4 0-16,-1 3-1 16,0-3 1-16,4 0 0 15,4-3 0-15,-8-1-1 16,-3-4 2-16,1-1 1 0,-10 5 1 15,-3-6 1-15,-10 3 0 16,-10-1 0-16,-7 1 0 16,-16 2 0-16,-5 0-1 0,-17 2-1 15,-12 1-1-15,-12 0-1 16,-11 2 0-16,-11 0 1 16,-10 0 1-16,-6 0 0 0,-12 0 1 15,0 0 0-15,0 0 2 16,0 0 0-16,0 0 0 15,0 0-1-15,-8 4-1 16,8-4 0-16,-20 3-2 0,8-3-3 16,-1 2-9-16,-4-2-23 15,8 3-48-15,9-3-2 16</inkml:trace>
  <inkml:trace contextRef="#ctx0" brushRef="#br0" timeOffset="100550.07">2195 9874 106 0,'0'0'1'16,"0"0"0"-16,0 0 11 0,0 0-1 15,0 0 2-15,0 0 2 16,8 8 2-16,-8-8 1 16,17 2 0-16,-7-2 1 15,0 3-8-15,0-2 1 0,5 3 0 16,7 0-1-16,0-1-4 16,13 2 1-16,-3-1-1 15,16 1-2-15,7 0 0 16,7-2-2-16,10 0 0 0,4-3 0 15,9 0 1-15,4 0-1 16,3 0-1-16,5-3 0 0,8 0 1 16,1-2-1-16,-2 4 0 15,10-5 0-15,6 1 2 16,2 3 0-16,5-1 1 16,-1 1-1-16,3 0 1 15,6 2 1-15,1 0 2 16,-3 0-2-16,1 2 0 0,2 3-1 15,4-5 0-15,1 2 0 16,1 1-1-16,4-3-1 16,-2 0-1-16,3 0 0 15,0 0-1-15,-1 0 0 0,-2-3 0 16,-3 3-1-16,-1 0 1 16,-6 0-1-16,-2 0 0 15,3 0 1-15,-6 0-1 0,0 3 0 16,-8-3 1-16,6 2-1 15,-5 0 0-15,-3 2 0 16,3-3 0-16,-8-1 0 16,0 3 0-16,1-1 0 0,-1 1 0 15,-5 0 1-15,-2-1-1 16,0-2 0-16,-6 3 0 16,4-3 0-16,-1 0 0 15,-7 0 1-15,-5-3-1 16,-2-2 0-16,-3 2 1 0,-6 1 0 15,0-2 1-15,-4-2 0 16,-8 1 2-16,-7 0 1 16,-3 1 0-16,-8-1 2 0,-7 0 0 15,-7 2 0-15,-10-2 0 16,-9 3 1-16,-6 2-1 16,-12 0-1-16,13-3 0 15,-13 3 0-15,0 0-1 0,0 0 0 16,0 0-5-16,0 0 0 15,0 0 0-15,0 0 0 16,0 0 0-16,-10-7 0 16,10 7 0-16,-12-8 0 0,12 8 0 15,-16-5 0-15,9 3 0 16,-5-1 0-16,1 3 0 16,2 0 0-16,-9 18-63 15,-1-13-24-15,-4-5-1 0</inkml:trace>
  <inkml:trace contextRef="#ctx0" brushRef="#br0" timeOffset="102034.8">2056 10884 143 0,'0'0'1'0,"0"0"-2"15,0 0 1-15,0 0 1 16,0 0 4-16,0 0 3 0,0 6 4 16,0-6 0-16,0 0 7 15,15 0 0-15,-2 0 3 16,3 0-3-16,7 0-2 15,4 0-4-15,8 0-1 0,10-3-3 16,7-4-2-16,3 3-2 16,9 0-1-16,8 0-1 15,3-4 1-15,4 3 2 16,3 0-1-16,6-2 1 16,1 1-1-16,5 1 0 0,1 1 0 15,6 0 0-15,4 0-1 16,-1-1-2-16,13 5 0 15,-2-1-1-15,3 1 0 16,2 0 2-16,1 0-2 0,1 0 0 16,2 0 0-16,3 0 1 15,-3 1-1-15,0-1 0 16,6 0 0-16,-1 0 0 0,3-1 1 16,-1-3-1-16,2 0 0 15,-4-2 0-15,5 2 0 16,0-3 0-16,-2-1 0 15,-6 1-1-15,3 1 2 0,-4-1 1 16,-8 2 0-16,0 2 1 16,-11-4 0-16,-1 4 2 15,-13 1-1-15,2-1 2 16,-10 2-1-16,-7 1-1 16,-5-4 0-16,-7 4 0 0,-9 0-1 15,-5 0 0-15,-9 0-1 16,-10-2 1-16,-4 2-1 15,-8 0 0-15,-11 0 1 0,-9 0-1 16,12 0 1-16,-12 0-2 16,0 0 1-16,0 0-1 15,0 0-1-15,0 0 0 16,0 0-3-16,-12 2-7 0,8-16-62 16,-6 21-13-16</inkml:trace>
  <inkml:trace contextRef="#ctx0" brushRef="#br0" timeOffset="104702.07">1872 11925 192 0,'0'0'0'0,"0"0"-2"16,5 0 2-16,-5 0 0 15,0 0 4-15,12 0 2 16,-12 0 0-16,13 0 4 16,-13 0 3-16,12 0 0 0,-12 0 1 15,20 0 1-15,-10 5-1 16,10-2 1-16,-3-1-2 16,8 0-1-16,2 1-2 0,3-3 0 15,5 0-2-15,0 0 0 16,0 0-1-16,2 0-4 15,3-3 0-15,-1 1 0 16,9 0-1-16,-6-1-1 0,6 3 2 16,-2-2-2-16,7-1 1 15,2 3-1-15,-1 0 1 16,5 0 0-16,1 0 0 16,2 0 0-16,2 0 0 15,0 0 0-15,1 0-1 0,-1 0 1 16,2 0-1-16,4-3 0 15,1 3 0-15,0 0 0 16,3 0 0-16,3 0 0 0,0 0-1 16,1 0 1-16,-2 3 0 15,2-3 0-15,-2 3 0 16,1-1 0-16,-2 1 0 16,2-1 0-16,-3 0 1 15,6 1-1-15,-3 0 0 0,-2-1 0 16,1 0 0-16,0 1-1 15,-2-3 1-15,-3 3 0 16,5-3-1-16,-10 0 1 0,6 0-1 16,0 0 1-16,-2 0 0 15,7 0-1-15,-7 0 1 16,4-3-1-16,-5 0 1 16,4 1-1-16,-3 0 0 15,-6-1 1-15,3 3-1 16,-3 0 0-16,1 0 0 0,-3 0 1 15,0 0-1-15,0 0 0 16,0 0 0-16,0 0 1 16,3 0-1-16,3 0 0 0,-5 3 1 15,5-3-1-15,-3 0 1 16,-3 0-1-16,2 0 1 16,1 0-1-16,-5-3 1 15,2 0-1-15,0 1 1 0,0 0-1 16,0-1 2-16,0 1-2 15,0-1 0-15,-2 0 0 16,1-1 0-16,0 1 0 16,-4 2 0-16,-2 1 1 0,0-4-1 15,1 2 0-15,4 0 0 16,-1 2 0-16,-1 0 0 16,1 0 0-16,1-3 1 0,2 3-1 15,0-3 0-15,0 3 1 16,1 0-1-16,1 0 0 15,1 0 0-15,-1 0 0 16,6 0 1-16,-3 0-1 16,0 0 0-16,0 0 0 0,0-3 1 15,1 2 0-15,-8-5 1 16,4 2 0-16,-5-1 1 16,-2 2 0-16,-2-3 0 0,0 5 0 15,-11 1 1-15,1 0 0 16,-8 0-1-16,-7 0 0 15,-2 0 0-15,-11 0 1 16,-2 0 1-16,-3 0 0 16,-12 0 1-16,11 0 0 0,-11 0 2 15,0 0-8-15,0 0 0 16,0 0 0-16,0 0 0 16,0 0 0-16,0 0 0 0,0 0 0 15,0 0 0-15,0 0 0 16,-11 0-62-16,-11-5-27 15</inkml:trace>
  <inkml:trace contextRef="#ctx0" brushRef="#br0" timeOffset="106132.19">2252 16035 398 0,'0'0'-1'0,"0"0"-3"16,0 0-2-16,0 0-1 16,13-8 0-16,-1 1 2 15,6-1 0-15,1 1 4 0,13 0 1 16,6-1 3-16,14 5 3 15,8 2 0-15,15 1 1 16,8 0-1-16,20 1-3 16,8-1 0-16,18 0-1 0,13-1 1 15,17-6-1-15,11 1 1 16,9-5-1-16,1 5 0 16,10-2-1-16,3 6 0 15,-1 2 0-15,-1 2 1 16,0 6 2-16,-2-2 1 0,5 0 0 15,2 2 1-15,-5-8 1 16,-1 0 0-16,-12 0 0 16,-6-5-1-16,-18 0-2 15,-16 0 1-15,-12 2-1 0,-20 3 0 16,-17 0-1-16,-14 0 2 16,-13 0-2-16,-10 4 1 15,-10 0-1-15,-10-2-1 16,-4 1 0-16,-15-3-1 0,-1 2 0 15,-12-2 0-15,0 0-2 16,-10 3-2-16,-5 1-2 16,-7-1-5-16,-3 4-16 0,-5 5-54 15,-7-6-4-15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3:22:25.291"/>
    </inkml:context>
    <inkml:brush xml:id="br0">
      <inkml:brushProperty name="width" value="0.05292" units="cm"/>
      <inkml:brushProperty name="height" value="0.05292" units="cm"/>
      <inkml:brushProperty name="color" value="#0070C0"/>
    </inkml:brush>
  </inkml:definitions>
  <inkml:trace contextRef="#ctx0" brushRef="#br0">1847 3574 289 0,'0'0'7'0,"3"-11"3"16,1 0 3-16,2-2 4 16,-1-1 0-16,0-1 4 0,-3-3 0 15,-2 2-1-15,0 3-6 16,-12 2-4-16,-6 7-4 16,-7 2-3-16,-5 2-2 15,-7 0-3-15,-4 5 1 16,-10 0-1-16,-1-1 0 0,-5 2 1 15,-3-4 0-15,5 3 1 16,1-2 1-16,-1 1 0 16,5 1-1-16,1 2 1 0,7 1-1 15,2 5 0-15,5-1 0 16,5 5-1-16,0 5 0 16,8 3-1-16,0 5 1 15,2 2-2-15,8 10 1 0,-1 0 0 16,1 11 0-16,7-2 0 15,-2 12 0-15,1-2 0 16,6 8 1-16,0 2 0 16,0 5 0-16,0-2 1 15,2 8-1-15,7 0-1 0,-2-3 2 16,0 10 0-16,3-2-1 16,-2 2 1-16,4 1 0 15,1 3-1-15,-6 4 2 16,5 0-2-16,-7 4 1 0,6 2 1 15,-4 2 1-15,-2 2-1 16,2 4 0-16,-5 1 1 16,6 2-1-16,-6 5 1 0,1-1-1 15,0 1 0-15,-3 3-1 16,0 4-1-16,0-2 1 16,0 2 0-16,-6 3-1 0,4 6 1 15,-3-2-1-15,-3 6-1 16,4-1 1-16,-1 3 1 15,-2 3-2-15,-4-1 1 16,4 9-1-16,-3-4-2 0,3 6 0 16,-4 2 1-16,4 3-2 15,-2-1 1-15,0 6 1 16,2-1-1-16,0 4 1 16,2 1 1-16,0 0 1 15,-3 0-2-15,-2 3 1 16,3 0 0-16,-6 2 0 0,4-2 0 15,-6 3 1-15,0-3 0 16,-2 2 1-16,2-2 1 16,0 0-1-16,-3 0 0 0,4 2 2 15,-4 6 0-15,3-6-2 16,0-2 1-16,0 3-1 16,0 1 1-16,1-6-1 0,-2 0-1 15,2-1 1-15,1-2-1 16,1 0 2-16,-1-5 0 15,3 0-1-15,1-5 1 16,4-3 0-16,5-4 1 0,-3-3 0 16,3-4 0-16,0-3-1 15,3-6-1-15,2-7 0 16,2-2 1-16,3-2-1 16,-2 2 0-16,1-5 0 15,1-6 0-15,-3-1-1 16,1-6 2-16,-3 1-1 0,0 0-1 15,0-13 0-15,-5-4-1 16,0-4 0-16,0-7 0 0,-3-10 1 16,-1-3-1-16,-2-8 1 15,-1-6 0-15,-1-10-2 16,1 0 3-16,0-9-1 16,2-4 1-16,5-4-1 0,-2-3 1 15,2-5-3-15,0-1 2 16,5-7 2-16,-5-9-2 15,12 16-1-15,-12-16 1 16,17 9 0-16,-7-4 0 16,4-3 1-16,9 1 1 15,-3 2 3-15,15-3 1 0,4 1 3 16,24-3 4-16,17 0 1 16,28 2 1-16,32 1 3 15,126 0 3-15,4-3-1 16,51-6-2-16,41-11-6 15,51-15-58-15,-413 32 47 0,470-25-66 16,-11-7-5-16</inkml:trace>
  <inkml:trace contextRef="#ctx0" brushRef="#br0" timeOffset="2133.61">5952 3401 265 0,'0'0'5'16,"0"0"4"-16,0 0-2 0,0 0 0 16,0-10 2-16,0 10 0 15,5 0 2-15,7 3-1 16,0 6-3-16,14 6-3 16,8 1 0-16,14 6 1 15,7 4 0-15,21-1-1 0,14 0 0 16,20 0 0-16,5-3-1 15,19-5-1-15,8 1 0 16,8-9 0-16,9-3-1 0,3 2 0 16,4-4 0-16,6-2 2 15,-1-2-1-15,5 3 1 16,6-1 2-16,4-2-1 16,5 0 1-16,3 0 0 0,-3 0-1 15,6 0 0-15,1 0 0 16,1 0-2-16,-5 0 0 15,-3 3 0-15,0-3-1 16,-1 2 0-16,-4 4 0 16,-8-4 0-16,-2 3-1 0,-6-3 1 15,-6 1 0-15,-3-3-1 16,-2 0 0-16,-7 0 0 16,-3 0 0-16,-7 0 0 15,-6 0 0-15,-3 0 0 0,-12 0 0 16,-2 5 0-16,-2-3 0 15,-10 1 1-15,-3 2-1 16,-2 2-1-16,-5-2 1 0,-5 3-1 16,-1-1 0-16,-8 3 0 15,-3-2-1-15,-4-1 1 16,-4 0 0-16,-6 0 0 0,-4-2 0 16,0 1 1-1,-8-4 0-15,3 0 0 16,-2 1 0-16,-3 0 1 0,0-3-1 15,0 2 0-15,1 3 0 16,-7 0 0-16,0 0 0 0,-2 8 0 16,-4 1-1-16,-5 7 1 15,0 3 0-15,-5 10-1 16,-1 6 1-16,1 12 0 16,-2 8 0-16,2 9-1 0,-6 10 0 15,5 16 2-15,4 10 0 16,-6 17 0-16,5 19 0 15,-7 13 0-15,5 14 2 16,-9 18 3-16,-3 13-1 16,1 16 0-16,-7 13 0 0,1 10 0 15,-1 9 0-15,1 12 0 16,-1 5-2-16,6 4-2 16,-2 7 2-16,5 1-1 15,-2 10-1-15,3-4 1 0,-1 6 0 16,0-1-1-16,0 1 1 15,-4 1-1-15,-2 4-1 16,-2-6 0-16,-1 1 0 0,-7-1 1 16,-1-2-1-16,-4-3 0 15,0-3 1-15,0-1-1 16,-7-5-1-16,1-9 1 16,-6-5-1-16,5-9-1 15,2-8 0-15,-2-8 0 0,0-7 1 16,1-11 0-16,1-8 1 15,1-13 0-15,1-4 0 16,1-15 0-16,-5-10 0 0,4-7-1 16,1-16 0-16,-7-7 2 15,5-4-2-15,-4-13 0 16,1-3 0-16,-3-11 1 16,5-10-1-16,-7-2-1 0,4-12 1 15,-2-5 1-15,0-5 0 16,1-12 0-16,-2-1-1 15,2-10 0-15,-1-1 1 16,2-7-1-16,0 0 0 16,4-6-1-16,-4-1 0 0,6-6 0 15,2-2 1-15,-2-3-1 16,2-2 1-16,-4-4-1 16,4 1 0-16,-2-9 0 15,-1 5 0-15,-1-3 0 0,-8 0-1 16,-1 0 2-16,-4 3-3 15,-13-1 1-15,-2 0 0 16,-11 3 0-16,-9 0 0 0,-5 0 0 16,-10-5 1-16,-8 3 0 15,-6-1 0-15,-6 1 1 16,-10-5 0-16,-6 5-1 16,-8-3 0-16,-11 0-1 15,-7 0 1-15,-8 3-2 0,-10 0 1 16,-12-2 0-16,-4 2-1 15,-12-3 2-15,-11 4 0 16,-5-4 1-16,-11 5-1 16,-8-7 5-16,-6 4-1 0,-4-2 0 15,-8 2 0-15,-4 0 0 16,-3-2 1-16,-6 1 0 16,0-2 0-16,-3 4 0 15,-2-2 0-15,-2 3 0 0,4 0 0 16,-2 1 0-16,2 5-1 15,4 3-3-15,-1-4-11 16,7-9-54-16,11 12-8 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2:41:36.38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definitions>
  <inkml:trace contextRef="#ctx0" brushRef="#br0">9338 2113 287 0,'0'0'6'15,"0"0"3"-15,0 0 4 16,0 0 3-16,-2-11 0 16,2 11 2-16,0 0 2 15,0 0-2-15,0 0-5 0,0 0-2 16,0 13-5-16,0-1-1 16,2 6-3-16,4 4 0 15,-3 3 1-15,4 0 1 0,0 2-1 16,0-5 1-16,6-2 0 15,4-7 0-15,6-6-1 16,4-7-1-16,15-12 0 16,8-16-1-16,15-9 1 15,15-17 1-15,14-6 1 0,12-9 1 16,6-6 1-16,8 4 2 16,-58 36-4-16,7-3 1 15,-7 7-3-15,10-2-2 0,-10 3 0 16,5 1 0-16,-7 7 0 15,-1-1 0-15,-4 6 0 16,-6 0 0-16,-3 5 0 16,-1-3 0-16,-10 7 0 15,2-2 0-15,-10 3 0 16,3-1 0-16,-11 4 0 0,-1 1 0 16,-8 3 0-16,0 0 0 15,-10 0-7-15,7 0-79 16,-7 0-2-16</inkml:trace>
  <inkml:trace contextRef="#ctx0" brushRef="#br0" timeOffset="42696.85">2036 4900 136 0,'0'0'2'0,"0"0"1"15,0 0 2-15,9-5 3 16,-9 5 3-16,16-3 3 0,-4 3 2 16,8-2 1-16,0 2 0 15,8-4-1-15,4 4-2 16,5-1-1-16,12 1-3 16,1-3-4-16,17-1-1 0,4-1 0 15,10-1-2-15,8-4 0 16,13 4-1-16,1-3 1 15,14 2-1-15,9-2 0 16,6 0 0-16,4 2 0 0,12 3 0 16,9-6 1-16,11 2-3 15,0-2 0-15,6 5 1 16,0-5-1-16,9 6-1 16,4-2 1-16,3 6 0 0,-9 0 0 15,8 6 0-15,4 3 1 16,1-1-2-16,-10 4-3 15,7-2-2-15,1 5-3 16,-3-8-2-16,-1 1 1 0,-11-2-1 16,-6-5-1-16,-12 2-7 15,-5 1-26-15,-17-4-16 16</inkml:trace>
  <inkml:trace contextRef="#ctx0" brushRef="#br0" timeOffset="43580.98">2225 4947 176 0,'0'0'4'0,"0"0"3"16,8-3 2-16,1 3 4 16,3 0 0-16,9 0 1 15,4 0 2-15,12 0 1 0,2 0-3 16,16 0-4-16,7 0-1 15,10 0-2-15,10 3-2 16,13-3-1-16,6 0 0 16,14 0-2-16,11-5 0 0,7 2 0 15,3 0 0-15,13-1-1 16,3-4 1-16,12 4-1 16,-1-2 1-16,12 2-1 15,1-2 0-15,6 2 0 16,11-1 0-16,-2-4-1 0,-2 8 1 15,6-2-1-15,0 1 1 16,1 0 0-16,-7 2-1 16,1 0-1-16,-6 0-3 15,0 0-6-15,-11 2-15 16,-14 0-42-16,-6 1-3 0</inkml:trace>
  <inkml:trace contextRef="#ctx0" brushRef="#br0" timeOffset="58934.93">2130 8799 70 0,'0'0'6'16,"0"0"2"-16,0 0 4 0,0 0 3 15,0 0 0-15,0 0 0 16,0 0-1-16,0 0-2 15,0 0-1-15,0 0-4 16,0 0-2-16,0 0 0 0,5 2 0 16,6-2 1-16,-2 3 3 15,7-1 1-15,1-2 0 16,5 3 0-16,-2-3-2 16,4 3-1-16,6-3 0 15,0 0-2-15,2 0-2 0,6 1 1 16,-5-1-2-16,11 0 0 15,-2 3-1-15,6-3 0 16,2 3 0-16,1-3 0 16,6 0-1-16,-3 0 0 0,7 2 0 15,-4-2 1-15,-3 0-1 16,8 0 0-16,-4 0 1 16,6 0 0-16,2 0 1 0,0 0-2 15,5 0 1-15,-1 0-1 16,3 0 2-16,-1 0-1 15,4 0 0-15,0 0-1 16,0 0 1-16,2 0 0 16,4 0-1-16,-1 0 1 0,2 0 0 15,-2 0 0-15,4 0-1 16,2 0 1-16,-2 0-1 16,4 0 0-16,1 3 0 15,2-3 0-15,0 0-1 0,4 0 0 16,6 0 0-16,-5 0 1 15,-2-3-1-15,7 1 1 16,-8-1-1-16,5 3 1 16,5 0 0-16,-4-3 0 0,-3 3 0 15,0 0 0-15,-3 0 0 16,-4 0 0-16,6 0 1 16,-8 3-1-16,-7 0 0 0,-1-1 0 15,-4-2 0-15,-8 3 0 16,-3-1 0-16,-7 1 1 15,-12-1-1-15,-1 0 0 16,-10 1 0-16,-6-1-8 16,-9 1-18-16,-5 2-35 0,0-2-2 15</inkml:trace>
  <inkml:trace contextRef="#ctx0" brushRef="#br0" timeOffset="59930.22">2242 8907 229 0,'0'0'4'0,"0"0"3"16,0 0-2-16,0 0 2 15,0 0-1-15,0 0 0 16,0 0 1-16,0 0 2 16,10 0-5-16,5 0-1 0,5 0-1 15,7 0 1-15,8 3 1 16,8-3-1-16,3 3-1 16,12-3-1-16,9 0 0 15,5 0 0-15,7 0 0 0,1 0 0 16,5-3-1-16,7 0 1 15,5 3-1-15,4-4 1 16,-4 1-1-16,8 2 1 16,-1-2-1-16,6 0 0 15,6 3 0-15,-2-2 1 0,-4-1-1 16,4 3 0-16,-2-2 0 16,2 2 0-16,8 0-1 15,-6 0 1-15,-4 0-1 16,5 0-2-16,3 0-1 0,-3 0 1 15,3 0-2-15,-3-4 2 16,-4 4-1-16,4-4 1 16,-1 4 1-16,-7-2 1 0,-5 0 2 15,1 2-1-15,-8 0 1 16,0-3 0-16,2 3 0 16,-14 0 0-16,-3 0 1 15,-3 0-1-15,-4 0 0 0,-8 0 0 16,0 3-1-16,-12-1-3 15,-11 0-2-15,-1 2-6 16,-13-4-6-16,-4 6-16 16,-6 5-23-16,-4-7-8 0</inkml:trace>
  <inkml:trace contextRef="#ctx0" brushRef="#br0" timeOffset="64830.34">11677 2463 278 0,'0'0'7'16,"0"0"5"-16,0-13 2 15,0 13 4-15,-5-12 2 0,5 12 2 16,-5-13 0-16,5 13-1 16,0 0-6-16,0 0-4 15,-10 5-4-15,10 17-2 16,0 8-1-16,3 9-2 0,-1 6 1 15,3 10 0-15,0 1-1 16,-3 9 0-16,3-3-1 16,-3-3 0-16,2-2-1 15,-2 0 1-15,0-5-1 0,-2-4 0 16,0 1 0-16,0-6 1 16,0-5 1-16,-2-3-1 15,2 0 0-15,-6-10 0 16,4 0 0-16,0-6 0 0,-1-6 1 15,3-1-1-15,0-12-1 16,-2 11 0-16,2-11-2 16,0 0-2-16,0-6-4 15,0 6-8-15,0-17-28 0,2 4-35 16,-2 1-3-16</inkml:trace>
  <inkml:trace contextRef="#ctx0" brushRef="#br0" timeOffset="65464">12857 2427 339 0,'0'0'8'0,"0"0"3"0,0 0 4 15,-5-12 2-15,5 12 0 16,0 0-1-16,-8-13 1 15,8 13-1-15,0 0-6 0,0 18-4 16,0 2-3-16,5 7-2 16,3 10 1-16,2 5-1 15,-3 8 1-15,3 2 0 16,1 0-1-16,-4 0 1 0,0 0-1 16,-2-5 0-16,1-4-1 15,-4-2 0-15,0-3 0 16,-2-4 0-16,0-4 0 15,-2 0 0-15,0-10 1 0,2 0 0 16,-3-1 0-16,-4-7-2 16,7-2-3-16,-1 0-4 15,1-10-8-15,-2 11-16 16,-8-9-48-16,10-2-2 0</inkml:trace>
  <inkml:trace contextRef="#ctx0" brushRef="#br0" timeOffset="66280.28">11431 3423 341 0,'0'0'5'0,"0"0"0"15,0 0 1-15,0 0 0 16,0 0 1-16,8-7-1 0,-1 7 2 16,7 0-1-16,4 0-4 15,14 0-1-15,3 0 0 16,15 2 2-16,4-2 2 16,11 0 0-16,7 0 1 15,7-2 0-15,11-1 1 0,-1-4-1 16,7 2 0-16,-1-2-2 15,8-1-1-15,-4 4-1 16,0-2-1-16,-2 1 0 0,-3 3-1 16,-4-1 0-16,-8 3 0 15,-5 0 0-15,-9 0 0 16,-9 3-1-16,-9-1 1 16,-13 3-1-16,-8-3 1 0,-6 2-1 15,-10-2-1-15,-13-2-2 16,0 0-5-16,0 0-9 15,0 0-34-15,-13 5-27 16,3-5-3-16</inkml:trace>
  <inkml:trace contextRef="#ctx0" brushRef="#br0" timeOffset="66530.64">12124 3441 271 0,'0'0'7'0,"0"0"2"0,16-7 2 16,5 4 2-16,7-2 2 15,11 2-1-15,14-4 1 0,11 2-1 16,10 0-18-16,4-5-36 15,7 10-25-15,-2-5-6 16</inkml:trace>
  <inkml:trace contextRef="#ctx0" brushRef="#br0" timeOffset="67746.22">11573 2474 115 0,'0'0'5'16,"0"0"2"-16,0 0 1 16,-3-10 3-16,3 10-1 15,0 0 0-15,0-12 1 0,0 12 0 16,0 0-4-16,-2-10-1 16,2 10-4-16,0 0 0 15,0 0 0-15,0 0 1 16,0-10 1-16,0 10 3 15,0 0 1-15,0 0 1 0,0 0 0 16,0 0 1-16,0 0 1 16,0 0-1-16,0 0-1 15,0-7-3-15,0 7 1 0,0 0-2 16,0 0 0 0,0 0-1-16,0 0 0 0,0 0 0 15,0 0-1-15,0 0 0 16,0 0-1-16,9-8 1 0,-1 8 0 15,7 0 0-15,2 0 1 16,8 0 0-16,5 0 0 16,4 0 0-16,14 0-1 15,-4 0-1-15,14-4 0 0,1 1-1 16,6 0 1-16,2-2-2 16,0 3 1-16,3-3 2 15,-1 0-2-15,1 0 0 16,0 3 0-16,4-5 1 15,-7 1-1-15,0 5 0 0,-3-5 0 16,1 3 0-16,-10 1-1 16,-5 0 1-16,-8-2-1 15,-9 4 0-15,-7 0 0 16,-5 0 0-16,-9 0-1 0,-12 0-3 16,13 0-8-16,-13 0-12 15,0 0-44-15,-9 6-4 16</inkml:trace>
  <inkml:trace contextRef="#ctx0" brushRef="#br0" timeOffset="68714.03">11577 2413 128 0,'0'0'6'15,"0"0"2"-15,0 0 0 16,0 0 1-16,0 0 2 0,0 0-1 16,-2-13 3-16,2 13 3 15,0 0-4-15,0 0 1 16,-2-6 3-16,2 6-1 15,0 0 0-15,0 0-2 0,0 0-1 16,0 0-5-16,0 0-2 16,0 0-1-16,0 0-6 15,0 0-9-15,0 0-28 16,0 0-26-16,0 0-3 16</inkml:trace>
  <inkml:trace contextRef="#ctx0" brushRef="#br0" timeOffset="70164.94">11577 2413 245 0,'12'-28'7'0,"-12"28"1"16,0 0 5-16,0 0 2 15,0 0 3-15,0-8 2 16,0 8 0-16,0-7 2 16,0 7-4-16,0-14-2 0,0 6-3 15,4-4-2-15,-4-3-2 16,0 0-3-16,2-2 0 16,-2-3-1-16,0-3-1 0,0 1 0 15,0-6-1-15,0 3 0 16,0-4 1-16,0 2 0 15,0-5 1-15,0 0-1 16,0-3-1-16,0 1 0 0,0-2-1 16,3 3 0-16,1 0 0 15,-1 3 0-15,-1 0-1 16,3 4 0-16,0 3 1 16,1 1-1-16,-2-3 1 15,-1 15-3-15,-1 0 0 0,1-2 0 16,-1-1 0-16,0 1 0 15,1 0 0-15,-1-4 0 16,1 2 0-16,1-1 2 16,0-3 0-16,-2 1 0 0,3-3 0 15,0 3 0-15,2-2 0 16,-4-2 0-16,5-1 0 16,-4 3 0-16,6-4-1 0,-5 1 1 15,2 2 0-15,1-2 0 16,0 2 0-16,1 0-1 15,2 1 2-15,-2 2-2 16,1-1 0-16,1-2 0 16,-2 5 0-16,3-3 0 0,-1 3 0 15,2 1 0-15,0-1 0 16,3 2 0-16,-2-1 0 16,4 1 0-16,-4 1 0 15,7-1 0-15,-3 4 0 0,1-4 0 16,-1 4 0-16,2-1 0 15,-1 0 0-15,4 2 0 16,-3-2 0-16,2 3 0 16,-2 2 0-16,2-2 0 0,-2 1 0 15,2 2 0-15,-1 4 0 16,-2-3 0-16,3 3 0 16,-1 0 0-16,-2-2 0 0,4 2 0 15,-3 2 0-15,-1 1 0 16,1 1 0-16,0 2 0 15,0 1 0-15,0-2 0 16,-3 2 0-16,1 0 0 16,4 4 0-16,-5-4 0 15,-2 0 0-15,5 4 0 0,-2-3 0 16,-3 5 0-16,-1-3 0 16,1 3 0-16,0-3 0 15,-3 2 0-15,3 0 0 16,-5 1-2-16,6-1 1 0,-4 4 1 15,0-2-1-15,1 3 1 16,-4-2 0-16,4 2-1 16,-5 1 1-16,1-4 0 0,1 4-1 15,-2 0 1-15,-1-1-1 16,-1-1 1-16,3 2 0 16,-1 2 0-16,-1-2-1 15,0 1 1-15,-2-1 0 0,1 0 0 16,-1-2 0-16,2 14 2 15,0 3 1-15,0-2 0 16,2-3-3-16,-5-2 0 16,1-3 0-16,0 2 0 0,-3-5 0 15,1-2 0-15,2 7 0 16,-2-6 0-16,-1 1 0 16,0 3 0-16,1 3 0 15,0 2 0-15,-1-1 0 16,-2 3 0-16,2-1 0 15,1 3 0-15,-1-2 0 0,1 2 0 16,-1-8 0-16,0 7 0 16,-2-7 0-16,3 1 0 0,-3-5 0 15,0 5 0-15,3-8 0 16,-3 3 0-16,0-2 0 16,0-4 0-16,0 1 0 15,3-5 0-15,-3 2 0 0,0-1 0 16,0 1 0-16,0-12-5 15,0 13-32-15,17-9-48 16,-17-4-3-16</inkml:trace>
  <inkml:trace contextRef="#ctx0" brushRef="#br0" timeOffset="71001.77">11940 1065 219 0,'0'0'6'0,"0"0"2"0,0 0 1 0,0 0 3 15,0 0 3-15,5 0 2 16,-5 0 2-16,10 0 1 0,0 0-7 16,2 0 1-16,6 0 0 15,4-2-2-15,5-3-1 16,-27 5-5-16,37-8 0 15,51-9-2-15,-38 4 0 16,14 1-1-16,8-1 0 16,8-1-1-16,9-4-1 0,10 3 1 15,5-5-1-15,9 4 1 16,6-9-1-16,8 2 1 16,2 1-1-16,5-6 0 15,3 6 0-15,5 0 1 16,-4 0-2-16,2 0 1 15,-4 2 2-15,-4-5 0 16,-8 5-1-16,-7 1 1 0,-7-2-1 16,-11 4 0-16,-6 0 1 15,-7 1 0-15,-14 8-2 16,-10-6 1-16,-7 4-3 16,-16 6-2-16,-39 4-5 15,25-2-20-15,2-1-49 0,-27 3-3 16</inkml:trace>
  <inkml:trace contextRef="#ctx0" brushRef="#br0" timeOffset="71798.69">12611 1771 259 0,'0'0'3'0,"0"0"-1"16,7 0 2-16,-7 0 3 15,13 0 3-15,0 0 3 0,1 0 1 16,6 0 3-16,3-2-2 15,9-1-1-15,8-2 0 16,6-3-1-16,12-1-3 16,6-3-2-16,11 1-2 0,-33 4-3 15,8-3 0-15,2 0-1 16,13-2 1-16,0-1-1 16,9 1-1-16,6-3 0 0,6-2-1 15,6 0 3-15,8-1 0 16,2-2-1-16,12-2 0 15,-3 2 0-15,11 0 0 16,-2-2 0-16,4 2 0 16,0-2-1-16,-7 2 1 15,-2 3-1-15,-10-2 1 0,-5 2 0 16,-10 4 1-16,-8 0 1 16,-8 3-1-16,-8 0 1 15,-15 0-1-15,-6 3 0 16,-12 1-3-16,-14 2-3 0,-6 1-6 15,-13 3-8-15,0 0-36 16,-11-1-29-16,-8 1-4 0</inkml:trace>
  <inkml:trace contextRef="#ctx0" brushRef="#br0" timeOffset="72615.95">14994 1269 341 0,'0'0'4'0,"0"0"2"0,0 0 0 0,0 0 0 16,0 0 0-16,0 0-7 16,0 0-13-16,-10 0-48 0,10 0-11 15</inkml:trace>
  <inkml:trace contextRef="#ctx0" brushRef="#br0" timeOffset="81330.64">12161 2125 302 0,'0'0'6'0,"0"0"3"0,0 0 3 16,0-6 0-16,0 6 0 16,0 0 0-16,0 0-1 15,0 0 2-15,0 6-7 16,0 14-3-16,0 5 0 0,8 12 0 16,-4 10 0-16,2 2 1 15,4 14 0-15,-3 1 1 16,3 5 0-16,0 1 0 15,-3-1-1-15,-2-5-3 16,2 1 0-16,-1-8 1 0,-3 0-1 16,-1-8 0-16,-2-2-1 15,0-10-1-15,0-2 0 16,2-7 1-16,-2-4 0 16,0-6 0-16,3-6 0 15,-3-12 0-15,2 10 0 0,-2-10 1 16,0 0 1-16,0 0-1 15,0 0 1-15,3-5-1 16,-3 5-1-16,0 0 0 0,0-13-1 16,0 13-4-16,0 0-4 15,0 0-13-15,0 8-36 16,0-8-17-16</inkml:trace>
  <inkml:trace contextRef="#ctx0" brushRef="#br0" timeOffset="83180.41">11869 2846 149 0,'0'0'8'0,"-6"-7"6"0,6 7 5 16,-3-13 7-16,3 13 2 15,-7-12 3-15,7 12 1 16,-2-12-1-16,2 12-7 0,0 0-6 15,0 0-5-15,0 0-6 16,-3 10-3-16,3 7-5 16,0 10 0-16,0 3-1 15,3 4 1-15,-1 9 1 16,-2-2-1-16,5 4 1 0,-3 0-1 16,1-3 2-16,-1-5-1 15,-2-3 1-15,4-3 0 16,-4-6 0-16,2-3 0 0,0-5-3 15,-2-7-1-15,0-10-4 16,3 12-7-16,-3-12-23 16,0 0-33-16,0 0-5 0</inkml:trace>
  <inkml:trace contextRef="#ctx0" brushRef="#br0" timeOffset="83898.83">12509 2774 334 0,'0'0'7'0,"0"0"4"16,0 0 2-16,0 0 3 15,0-10 0-15,0 10-3 16,0 0 1-16,0 0 0 0,0 5-7 16,0 10-3-16,0 5-4 15,5 2-1-15,1 10 1 16,-4 4 1-16,3 0-1 15,0 1 1-15,-1 0-1 0,1 1-1 16,1-3 2-16,-1-1 0 16,0-7 0-16,-5 1 0 15,2-3 0-15,0-6-1 16,-2 1 2-16,0-5-1 0,0 0 0 16,0-5 0-16,0-10-2 15,0 12-2-15,0-12-5 16,0 0-8-16,-7 10-18 15,7-10-44-15,0 0-1 0</inkml:trace>
  <inkml:trace contextRef="#ctx0" brushRef="#br0" timeOffset="84747.24">11743 2816 200 0,'0'0'4'0,"0"0"4"0,0 0 2 16,-3 5 2-16,3-5 1 16,0 0 4-16,0 0 1 15,3 8 2-15,-3-8-3 0,13 0-2 16,2 0-1-16,3 0-1 15,4 0-1-15,6 0-2 16,4-3-3-16,3 1-1 16,4-1-1-16,5 1-1 0,4-3 0 15,2-1-1-15,-1 0-1 16,6-2 1-16,-5 1-1 16,2 2-1-16,-5-3 0 0,-5 3 0 15,-2-1 0-15,-7 0 0 16,-7 6-1-16,-5-3 0 15,-6 1 1-15,-5 2 1 16,-10 0-1-16,9 0 2 16,-9 0-1-16,0 0 0 15,0 0 1-15,0 0-1 16,0 0-1-16,0 0-3 0,0 0-4 16,-7 0-10-16,7 0-24 15,0 0-33-15,0 0-4 16</inkml:trace>
  <inkml:trace contextRef="#ctx0" brushRef="#br0" timeOffset="85082.69">12481 2710 334 0,'0'0'8'0,"0"0"3"16,0 0 1-16,0 0 1 0,0 0-1 15,0 0-1-15,0 0 0 16,6 7 0-16,-6 3-6 16,5 12-4-16,-3 3-3 15,6 8 2-15,-1 1 0 16,4 6 0-16,1-1 1 0,-5 4-1 16,6-2 1-16,-4-3-1 15,1-1 2-15,-2-5-1 16,-3 1 0-16,-3-6 1 15,1 0 1-15,-1-5-3 0,-2-2 1 16,0 0-5-16,-2-9-6 16,-1 3-13-16,-4-7-18 15,7-7-32-15,-8 7-6 0</inkml:trace>
  <inkml:trace contextRef="#ctx0" brushRef="#br0" timeOffset="85780.7">12561 3046 263 0,'0'0'7'0,"-4"-9"6"0,4 9 2 16,-3-17 2-16,3 4 2 16,0 2 0-16,-2-3 2 15,2 2 0-15,0 2-9 16,0 10-5-16,0-10-3 16,0 10-2-16,5 7-2 0,-3 6 0 15,0 2-1-15,3 4 1 16,2 1 0-16,-1 2 1 15,1-1 0-15,1-5-3 0,-4-1-3 16,1-5-3-16,-5-10-6 16,0 0-6-16,0 0-1 15,0 0 1-15,0-10-1 16,-2-5 3-16,-3-6 5 0,-2-4 6 16,4-5 14-16,-7-2 7 15,7-3 7-15,-4 3 3 16,5 0-1-16,-5 2 3 15,4 5-2-15,-2 6-4 0,3 4-8 16,2 15-4-16,-6-10-4 16,6 10-3-16,0 7-1 15,3 11-2-15,0 4-1 16,7 10 1-16,-3 3 0 16,2 4 2-16,4 4 0 0,2-3-1 15,-2 1 2-15,1-6 0 16,-1-3 1-16,-3-7-1 15,0-5 1-15,-6-2 1 0,5-11 1 16,-9-7 0-16,0 0 0 16,0 0-1-16,0-7 1 15,-4-6-1-15,-3-7 0 16,0-3-2-16,0-9 0 0,-1 0-1 16,2-8 1-16,-1 1 0 15,2-1 0-15,0 3 0 16,1 0-1-16,1 10 1 15,3 4-1-15,-2 9-1 16,2 14-2-16,0 0 2 0,0 0-2 16,0 17 0-16,0 10 0 15,5 5 0-15,2 8 2 16,0 2 0-16,6 6 1 0,-3-2 0 16,2 2 0-16,-1-9 2 15,1-1-1-15,-3-7 0 16,-1-6-3-16,0-5-6 15,-4-9-12-15,-1 0-57 16,-3-11-1-16</inkml:trace>
  <inkml:trace contextRef="#ctx0" brushRef="#br0" timeOffset="86713.94">11865 2833 316 0,'0'0'8'0,"0"0"2"0,0 0 3 15,0 0 2-15,0 0 0 16,0 0 0-16,0 0-1 15,-2 11 0-15,2 1-7 16,0 8-4-16,2 6-3 16,4 7-1-16,4 7 0 15,-3 5 1-15,2-1 0 0,2 3 0 16,-1-2 2-16,-1-6 0 16,0-4 0-16,-2-5-1 15,-2-5 2-15,-1-8-3 16,-4-2 1-16,0-15-1 0,3 7 0 15,-3-7 0-15,0-12-1 16,0-5 1-16,0-8-2 16,0-7 1-16,0-5 0 0,0-8 0 15,-3-4 1-15,3 1 2 16,-2 2 1-16,0 3 0 16,-3 3 1-16,0 6 0 0,3 9 0 15,-1 5 0-15,1 8-2 16,2 12-2-16,0 0-1 15,0 0-1-15,0 24-2 16,2 4 1-16,3 8 1 16,2 7 0-16,0 4 1 0,1 7 1 15,-3-2 0-15,5-4 1 16,-4-6 1-16,2-5 0 16,1-10-1-16,-2-5 1 15,-2-7 0-15,-5-15 0 0,0 0 1 16,9 3-1-16,-9-13 0 15,-2-8 0-15,-1-7-1 16,-4-7 1-16,2-5-2 16,-2-5 0-16,1-4 0 0,-2-2 1 15,4 6 0-15,0 0 0 16,-1 7 0-16,0 5-2 16,2 11 0-16,0 6-1 0,3 13-1 15,0 0-2-15,-2 20 1 16,2 8 0-16,5 3 0 15,0 8 2-15,3 9-1 16,0-1 0-16,6 3-2 16,-4-3-2-16,-1-8-5 0,2-6-10 15,-4-5-28-15,1-4-26 16,-4-9-4-16</inkml:trace>
  <inkml:trace contextRef="#ctx0" brushRef="#br0" timeOffset="87080.72">11826 3307 288 0,'0'0'8'0,"0"0"1"0,0 0-1 0,0 0 2 16,0 0 0-16,0 0 1 16,9 10 2-16,7-8 1 15,9 3-6-15,7-2 0 0,12-3-1 16,11 2 0-16,10-2 0 16,6 0-2-16,7-5 0 15,4-2-2-15,2 2-1 16,-2-5 0-16,-2 4 0 0,-6-1-1 15,-7 3-1-15,-9 1-1 16,-11 0-3-16,-12 3-2 16,-10 0-10-16,-15 0-28 15,-10 0-28-15,-8 6-6 0</inkml:trace>
  <inkml:trace contextRef="#ctx0" brushRef="#br0" timeOffset="87198.98">12350 3378 257 0,'0'0'6'0,"0"0"0"16,13-2 0-16,4-10-42 15,13 10-19-15</inkml:trace>
  <inkml:trace contextRef="#ctx0" brushRef="#br0" timeOffset="98130.85">14858 556 229 0,'0'0'7'0,"0"0"4"15,0 0 5-15,0 0 2 16,0 0 3-16,0 0 1 16,0 0 1-16,0 0 1 0,0 0-5 15,0 0-4-15,0 0-4 16,0 0-2-16,0 0-3 16,0 0 1-16,0-4-5 15,0-2 2-15,0 2-1 16,0 0-1-16,12-19 0 15,0 23 0-15,-2 0-1 0,25 2 0 16,-10 4 0-16,-3-2-1 16,3 2 0-16,0-1 0 15,0 2 0-15,0 0 0 16,5 4 0-16,-6-3 0 16,1 5 0-16,-3-1 0 15,3 4 0-15,-3-1-1 0,1-3 2 16,-1 6-1-16,-1-2 0 15,-21-16 0-15,26 25 0 16,-1 0 0-16,-25-25 0 16,18 28 0-16,-1-4 0 15,-17-24 0-15,30 55 1 16,-22-36 1-16,-3 1-1 0,2-2 0 16,-5 2 1-16,1-1-1 15,-1-1 0-15,0-1 0 16,-2 0 0-16,0 3-1 15,0-2 0-15,-2 2 1 0,0-4-1 16,-3 5 1-16,2-5 0 16,-4 0 0-16,-3 0-1 15,2 0 1-15,-1-1 0 0,-4-1 0 16,3-1 0 0,-2-1 0-16,-1 4-1 0,1-4 1 15,-3-3 0-15,0 1-1 16,-3 0 1-16,6 0-1 0,-5-2 0 15,2-1 1-15,0-3 0 16,-2 5-1-16,-1-5 1 16,4 1 0-16,1 1-1 15,-4-5 1-15,4 5-2 16,1-3-1-16,0-1-1 0,-1 0-5 16,5 0-10-16,-1-2-27 15,9 0-37-15,-11 0-4 16</inkml:trace>
  <inkml:trace contextRef="#ctx0" brushRef="#br0" timeOffset="99063.48">14927 394 227 0,'0'0'6'16,"0"0"5"-16,0 0 3 15,0 0 5-15,0 0 0 16,0 0 0-16,0 0 0 16,0 0-1-16,0 2-5 0,0 3-3 15,0 0-5-15,0 0-1 16,0 0-3-16,0 23 0 15,7-20 0-15,0 3 1 16,32 16 0-16,-13-9 1 16,3-3-1-16,2 0 0 15,9 2 1-15,41 17-1 0,-28-11 0 16,7 2-1-16,2-4 0 16,7 7 0-16,4-1 0 15,6 4-1-15,1-5 1 16,3 9-1-16,7-2 1 15,-5 0-1-15,2 3 1 0,5-1-1 16,-3-1 1-16,5 3 0 16,-1-2-1-16,1 2 1 15,-5-3 0-15,1 1 0 16,-5 0 0-16,-4-1 0 0,-2-4-1 16,-6 3 1-16,-4-6-1 15,-9-2 0-15,-5 0 0 16,-5-8 1-16,-6 2 1 15,-7-4 0-15,-2-2 0 0,-10 1 0 16,-5-4-5-16,-3-3-5 16,-9-1-17-16,-8-6-52 15,5 12-3-15</inkml:trace>
  <inkml:trace contextRef="#ctx0" brushRef="#br0" timeOffset="100197.73">14999 1358 228 0,'0'0'4'15,"0"0"0"-15,0 0 1 0,0 0-1 16,0 0 2-16,0 0 0 15,0 0 4-15,5 0 1 16,-5 0-2-16,13 2 2 16,-13-2 0-16,12 7 3 0,1-4-1 15,-1 1-2-15,4 2 0 16,5-2-3-16,-1 4 0 16,5-1-2-16,5 3-2 15,2-2-1-15,5 4-1 0,3 0-1 16,7 4 0-16,-2-4 0 15,9 1 0-15,-1 1 0 16,39 13 2-16,19 2 1 16,4 2-1-16,-9-4 1 0,-1-2-1 15,-13-1-1-15,-11-4 1 16,-8-3 0-16,-13 1-3 16,-1 0 0-16,-5-1 1 15,1 0-1-15,-8 0 0 16,3 1 1-16,-5 0-1 0,-3-2 0 15,-3 1 1-15,0 4-1 16,-7-4 0-16,0 0 0 16,-7 0 0-16,2 1 0 15,-2-3 1-15,0-3-1 0,0-2 0 16,-6 2 0-16,6-4 0 16,-5 1 0-16,0-3 1 15,0 1-1-15,-5-2 0 16,-3 1 1-16,-2 0-1 0,3-3 0 15,-4 2 1-15,-9-5 0 16,16 7 0-16,-16-7-1 16,14 8 1-16,-14-8 0 15,11 2 0-15,-11-2 0 0,0 0 2 16,12 6 2-16,-12-6 1 16,0 0 0-16,0 0 2 15,0 0 0-15,0 0 0 16,0 0 0-16,0 0-2 0,0 0-2 15,0 0-1-15,0 0-1 16,0 0-3-16,0 0-8 16,-5 2-20-16,5-2-54 15,-13 0-2-15</inkml:trace>
  <inkml:trace contextRef="#ctx0" brushRef="#br1" timeOffset="127614">14934 944 174 0,'0'0'7'0,"0"0"4"16,0 0 1-16,0 0 3 15,0 0 0-15,0 0 1 16,0 0-1-16,0 0 0 16,0 0-6-16,0 0-2 15,0 0-4-15,0 0-2 0,0-6 1 16,0 4 0-16,0-6-1 16,0 6 2-16,3-5-1 15,-3 5 0-15,0-3 0 16,4-6 1-16,-4 11-1 15,0 13 1-15,0-13-1 16,0 10 0-16,3-1 0 0,-3-9 1 16,0 13 0-16,0-13-2 15,0 12 2-15,0-12-2 16,0 15 0-16,0-15 1 16,0 15-1-16,0-15 0 0,0 17 0 15,0-17 0-15,0 18 0 16,0-18 0-16,0 19 0 15,0-6 0-15,-3-1 0 16,3 4 0-16,-2-3 0 0,2 4 0 16,0 2 0-16,0 3 0 15,0 0 0-15,0 1 0 16,2 1 0-16,1 4-1 0,-3 1 0 16,2-1 1-16,2 2-1 15,-2 2 0-15,8 22 3 16,-8 10 2-16,3-1-1 15,-3-6 2-15,-2-6 0 16,0-1 0-16,0-8 0 0,-5-5 0 16,3 1-3-16,-3-4 0 15,0 1-1-15,3-6-1 16,0 4 1-16,-2-6-1 16,2-3 0-16,2 1 0 0,-3-10 0 15,3-2 0-15,0-1 0 16,0-4 0-16,0-8 0 15,0 10 0-15,0-10 1 0,0 0-1 16,0 10 1-16,0-10 0 16,0 0-1-16,0 0 0 15,0 0-1-15,0 0-3 16,0 0-2-16,0 0-4 16,0 0-6-16,0-7-12 15,0 7-34-15,0 0-17 0</inkml:trace>
  <inkml:trace contextRef="#ctx0" brushRef="#br1" timeOffset="128346.87">14738 2028 368 0,'0'0'6'0,"0"0"3"0,0 0 0 16,0 0 2-16,-4-9 0 16,4 9 0-16,0 0 0 0,0 0 0 15,0 0-5-15,0 0-2 16,12 2-2-16,-5 5-2 16,6 6 1-16,-1 2-1 15,0 0 1-15,6 2-1 0,-2 0 0 16,2-2 1-16,-2 3-1 15,1-4 1-15,-2 1-1 16,-5 0 0-16,2-2 1 16,-4-3 0-16,-1-1 0 0,-2 1-1 15,-5-10 2-15,9 13-1 16,-9-13 1-16,0 0 0 16,0 0 0-16,0 0 2 0,9 0-1 15,-9 0 0-15,4-13 1 16,1 3-1-16,2-8 0 15,1 2 1-15,2-4-1 16,2-5-1-16,4-2 1 0,-4 2-1 16,-1 3 0-16,3-6-2 15,-2 6 0-15,-3 5 0 16,0 0 0-16,-1-1 0 16,0 3 0-16,-3 3 0 15,1 1 0-15,-1 3 0 0,-5 8 0 16,5-17 0-16,-5 17 0 15,0 0 0-15,0 0 0 16,0 0 0-16,0 0 0 0,5 11 0 16,-5-4 0-16,0-7 0 15,0 20 0-15,0-20-17 16,-8 18-68-16,8-18-3 16</inkml:trace>
  <inkml:trace contextRef="#ctx0" brushRef="#br1" timeOffset="133280.39">17330 1454 185 0,'0'0'5'0,"0"0"2"15,0 0 2-15,0 0 1 16,0 0 2-16,0 0 1 15,0 0 2-15,0 0 3 0,0 0-4 16,0 0-1-16,0 0-2 16,0 0 0-16,0 0-2 15,0 0-1-15,0 0-3 16,0 0-2-16,0 0 0 0,0 0-1 16,0 0 0-16,0 0-1 15,0 0 1-15,0 0 0 16,0 0 0-16,0 0 1 15,0 0 2-15,0 0 0 0,0 0 1 16,0 0 1-16,7 0-1 16,-7 0 0-16,0 0-1 15,12 4-1-15,-12-4-1 16,11 3 0-16,-11-3-2 0,14 8 0 16,-6-6 1-16,-8-2-1 15,17 7-1-15,-7-2 1 16,0-2 0-16,0 2-1 15,-1 2 1-15,2-2 0 0,-1 3-1 16,-1-3 0-16,2 2 1 16,-1-2 0-16,-3 3-1 15,2 0 1-15,-9-8-1 16,18 14 1-16,-11-3 0 0,-7-11-1 16,16 14 1-16,-16-14 2 15,17 17 0-15,-7-2 0 16,0-3 0-16,-3-1-1 15,-2 0 1-15,1-1 0 0,-6-10 0 16,11 15-3-16,-8-5 0 16,2 0 0-16,-3 0 0 15,1 0 0-15,-1-3 0 16,-2 4 0-16,4-2 0 0,-4 3 0 16,2-2 1-16,-2 0-2 15,0 0 1-15,0 1 1 16,0-3-2-16,0 6 2 15,0-4-1-15,0-1 0 0,0 4 1 16,-2 2-1-16,-2-1 0 16,-1 1 1-16,3 0-1 15,-6 2 1-15,4-2 0 16,-1 0-1-16,-3 0 1 16,3-2 0-16,0-1-1 0,1 1 1 15,-4-4-1-15,0 1 1 16,1 0-1-16,2 2 1 15,-7-2 0-15,4-2 0 0,-2 2 0 16,1-5 0-16,-4 2-1 16,1 0 1-16,0 0-1 15,-1-1 1-15,-2 1-1 16,2-2 1-16,-1-2-1 0,-4 1 1 16,6 1-1-16,-4-2 1 15,0-3-1-15,0 0 1 16,-1 0 0-16,2 0-1 15,-3-3 1-15,-1-2 0 0,1 1 0 16,1 0-1-16,-3-5 1 16,3 1-1-16,-1 1 0 15,4 0 1-15,-2-4-1 0,7 7 1 16,-4-6-1 0,6 5 0-16,7 5 0 0,-12-12 0 15,12 12 0-15,0 0-2 16,-13-10-3-16,13 10-5 15,0 0-11-15,0-12-60 0,0 12 0 16</inkml:trace>
  <inkml:trace contextRef="#ctx0" brushRef="#br1" timeOffset="154613.37">9851 3225 299 0,'0'0'8'0,"0"0"3"0,0 0 5 16,-8-15 3-16,8 15 2 15,-8-9 2-15,8 9-1 16,-9-10 0-16,9 10-7 15,-10 10-4-15,8 8-3 0,2 13-3 16,0 4-2-16,2 9-3 16,0 3 2-16,6 3-2 15,-1-3 1-15,1-5 0 0,-1-3 0 16,0-6-1-16,-2-6 1 16,-2-7 1-16,-1-3-1 15,-2-7 1-15,0-10-2 16,0 12 0-16,0-12-1 0,-5-9 0 15,0-7-2-15,3-3 0 16,-3-11 0-16,-2-5 0 16,1-4 0-16,-1-6 0 15,0 3 1-15,0 0 0 0,-4 0 0 16,6 7 2-16,0 4-2 16,0 3 2-16,3 8 0 15,2 3 0-15,0 1 0 16,7 4 0-16,3 1 1 15,13 3 0-15,2 3 0 0,9-3 0 16,8 6 0-16,8-1 1 16,5 1-1-16,7 2 0 15,5-3 0-15,0-4 1 16,0 2-1-16,1-3 0 0,-9-2 0 16,0 3 1-16,-6-5-1 15,-6 4 0-15,-10 1 0 16,-4 1 0-16,-8 5 0 0,-6 1 1 15,-8 0-1-15,-11 0 0 16,7 14 0-16,-7 1 0 16,0 5 1-16,-3 2-1 15,-1 9 0-15,1-2-1 16,1 8 1-16,2-2-1 0,0 1 1 16,2 2-1-16,1-1 0 15,4 1 0-15,0-6 0 16,0 0-1-16,-1-5 1 15,1-3 0-15,-2-2-1 0,2-4 1 16,-2 0 1-16,-3-6 0 16,-2-2-1-16,0-10 1 15,0 14-1-15,0-14-1 16,-9 8 1-16,-1-2-1 0,1-6 0 16,-4 2-1-16,-2 0 0 15,0-2 1-15,-8 0-1 16,-1 0 0-16,-1 0 1 15,-5 3-1-15,-7-3 0 0,-3 4 0 16,-5-1 1-16,-5-1-1 16,1 1 1-16,-8-1 0 15,0-2 0-15,-1 0-1 16,3 0-2-16,6 3-5 0,1-3-12 16,9 0-58-16,9 0 0 15</inkml:trace>
  <inkml:trace contextRef="#ctx0" brushRef="#br1" timeOffset="154746.92">10019 3627 402 0,'0'0'3'0,"0"0"0"16,0 0 1-16,0 0-5 0,0 0-15 15,0 0-54-15,13 2-2 16</inkml:trace>
  <inkml:trace contextRef="#ctx0" brushRef="#br1" timeOffset="156380.68">10789 3014 292 0,'0'0'7'0,"0"0"2"0,0 0 1 16,0 0 3-16,-7 3 1 16,2 4 1-16,0 11 2 15,1 4 1-15,4 12-6 16,2 6-3-16,5 13 0 0,-2-2-2 15,8 11-1-15,-1-2-4 16,4-3 1-16,-4-5-1 16,-3-5-1-16,2-7 0 0,-4-6-1 15,-2-1 0-15,-3-14-1 16,1 1-3-16,-3-5 0 16,0-15-8-16,0 12-11 15,0-12-32-15,0 0-22 0,0-20-5 16</inkml:trace>
  <inkml:trace contextRef="#ctx0" brushRef="#br1" timeOffset="156947.47">10755 2926 240 0,'0'0'5'15,"0"0"5"-15,-8-6 2 0,8 6 0 16,0 0 2-16,0 0 2 16,8-7 0-16,2 4 0 15,7 3-3-15,3-2-2 16,5-4-1-16,-1 5 1 0,12-6-3 15,1-4-1-15,5-1 1 16,3-1-1-16,2-1-1 16,-4-4-2-16,-1 4 0 15,-5-4 1-15,-6 6 0 16,-3-1 0-16,-7 3 0 0,-7 3-1 16,-3 1 0-16,-11 6-1 15,12-1 0-15,-12 1-1 16,7 7-1-16,-5 8-1 0,3 2 1 15,-1 11-2-15,0 6 0 16,4 11 1-16,-1 8 1 16,0 3-1-16,-1 3 0 15,1 5 1-15,0 1-1 0,-2-3 1 16,-1-3 0-16,3-4-1 16,-5-3 0-16,-2-8 1 15,0-4-1-15,0-5 0 16,-2-6 1-16,-2-6-1 15,1-1-2-15,1-8-1 0,0-3-5 16,2-2-4-16,0-9-11 16,0 0-23-16,0 0-32 15,0 0-6-15</inkml:trace>
  <inkml:trace contextRef="#ctx0" brushRef="#br1" timeOffset="159746.19">11230 3083 25 0,'0'0'0'16,"0"0"1"-16,0 0 2 16,0 0 4-16,0 0 3 15,0 0 7-15,-11 4 4 0,11-4 4 16,0 0 2-16,0 0 0 15,0 0-1-15,0 0-2 16,0 0-3-16,0 0-4 0,0 0-3 16,0 0-4-16,8 7 0 15,-8-7-2-15,12 2 0 16,-2-2-1-16,1 2-1 16,1-2 1-16,-3 0 0 15,4-2 1-15,-1 0 0 0,1-3 1 16,-1-1 0-16,4 2 2 15,-2-4-1-15,2-1-1 16,0-1-1-16,0 0 0 16,1-3 1-16,1 1-2 0,-2-3 0 15,-3 1 0-15,-1-4-2 16,0 3 2-16,-1-2 0 16,-1-1-2-16,-1 0 0 15,-3 2-1-15,4-4 0 0,-3 3-1 16,0-3 0-16,1-1-1 15,2 2-1-15,-4-3 0 16,2 0 0-16,1-2 1 16,-5 3-1-16,1-4 0 0,-2 2 1 15,-3-2-1-15,0 1 1 16,0-3-1-16,0 2 1 16,0 1-2-16,0-4 1 15,0-1-1-15,0-1 0 16,0 3-1-16,0-3 0 0,2 3-1 15,0-3-1-15,1 3 1 16,-1-3-1-16,-2 5 1 16,6-5 0-16,-4 5 0 0,1-4 0 15,2 1 2-15,-1 1 0 16,1-2 0-16,2-9 1 16,2 4-1-16,0-1 1 15,-1 0-1-15,2 6 1 0,2-3-1 16,-2 3 1-16,0-2 0 15,2 9 0-15,-4 0 0 16,2-1 0-16,0 1 0 0,-5 12-2 16,-1 0-1-1,5 0 1-15,-2-2-1 16,0-1 0-16,3 1 0 0,-2 1 0 16,4 0 0-16,0 1 2 15,-1-2 0-15,1-1 0 0,1 3 0 16,1 3 0-16,-2-3 0 15,1 0 0-15,-1 2 0 16,1 1 0-16,-1 0 0 16,0 2 0-16,-4 0 0 0,0 2 1 15,-8 3 0-15,14-5 1 16,-14 5 0-16,8-2 0 16,-8 2 1-16,0 0-1 15,0 0 0-15,0 0 0 0,0 0-1 16,0 0-1-16,0 0 1 15,-6-2-1-15,6 2 0 16,-9 0 0-16,9 0 0 16,-10 0 0-16,10 0 0 0,-10 0 0 15,10 0 0-15,-8 0 0 16,8 0-3-16,-9 2-2 16,9-2-7-16,-10 10-11 15,10-10-61-15,-6 10-1 16</inkml:trace>
  <inkml:trace contextRef="#ctx0" brushRef="#br1" timeOffset="160764.1">11819 1971 281 0,'0'0'5'16,"0"0"1"-16,0 0 3 15,0 0 0-15,0 0 3 16,0 0 2-16,7 0 1 0,-7 0 2 16,18 0-4-16,-9 0-1 15,3-4-1-15,6 1-1 16,-4 1-3-16,7-1-1 15,-3-2-2-15,-2 3 0 0,0-1-1 16,-4-2-1-16,-12 5 0 16,13 0 0-16,-13 0 0 15,0 0 0-15,0 5 0 16,0-5 0-16,-13 18-1 16,3-11 1-16,3 3-3 0,-4 0-2 15,11-10-4-15,-16 13-7 16,16-13-28-16,0 0-38 15,-3 7-3-15</inkml:trace>
  <inkml:trace contextRef="#ctx0" brushRef="#br1" timeOffset="161431.44">12164 1417 301 0,'0'0'5'0,"0"0"3"0,0 0 1 16,-12-5 1-16,12 5 1 16,-16 0 0-16,4 2 3 15,-1 1-2-15,1 7-3 0,-2-3-3 16,-6 8-1-16,10-6 2 15,-26 29-1-15,-2 4-1 16,7 8-1-16,1 1 1 16,13 6-1-16,7 5 2 0,10-1-2 15,7-17-2-15,13-5 1 16,10-3 0-16,0-10 1 16,7-3 0-16,3-9 0 15,5-11 0-15,2-6 1 0,0-14-1 16,-2-5 1-16,0-8 0 15,-8-6 0-15,0 0-1 16,-8-5 1-16,-15 16-3 16,-5 0-1-16,-2-5 0 15,-1 3-1-15,-6-3 0 0,0 3 0 16,-6-3-1-16,-1 0 1 16,-7 4 0-16,-2-2 1 15,-3 3 0-15,-6 0-1 0,-2 5-1 16,-1 3 0-16,-4 4 0 15,-3 4-2-15,3 4-3 16,2 5-10-16,-20 7-33 16,5 23-35-16,18 12-2 15</inkml:trace>
  <inkml:trace contextRef="#ctx0" brushRef="#br1" timeOffset="162430.51">14614 798 304 0,'0'0'7'0,"0"0"1"15,0 0 4-15,0 0 1 16,0 0 1-16,0 0 1 15,0 0 0-15,0 0 0 16,-2-3-7-16,-2 3-3 16,-1-3-2-16,-54 13-1 0,49 2-1 15,1 4 0-15,-2 0-1 16,4 7 1-16,2 4 0 16,3-2 0-16,2 2 1 15,4 1-1-15,4 1 1 16,7-4 1-16,2 0 1 0,1-3-2 15,7 0 3-15,0-7 2 16,5-2 0-16,-2-6 2 16,2-4-1-16,-2-3 1 15,-28 0-2-15,25-16 0 0,2 4-1 16,-15-9-2-16,4-2-2 16,-9-4-2-16,-2 0 0 15,-10-1 0-15,-2-2 0 16,-11 5 0-16,1-2 0 15,-10 8 0-15,1-4-4 16,-1 8-9-16,-5 1-32 16,-15-2-39-16,47 16-3 15</inkml:trace>
  <inkml:trace contextRef="#ctx0" brushRef="#br1" timeOffset="163480.89">17275 1696 255 0,'0'0'11'0,"0"0"5"0,0 0 4 16,2-12 3-16,-2 12 0 15,0-10 3-15,0 10 0 16,-12-11 0-16,12 11-10 16,-20-8-5-16,8 5-3 15,-3 3-4-15,0 0-1 0,0 7-2 16,-2 3-1-16,1 8 0 15,7-1-1-15,-3 3 0 0,11 5 0 16,1-3 0-16,6 1 0 16,6-1 1-16,8-5 0 15,4-2 0-15,6-5 1 16,2-5-1-16,5-3 1 0,1-2 0 16,-3-2 1-16,-3-9 0 15,-2-3 1-15,-6 2 1 16,-9-8 1-16,-4-3-1 15,-11 1 1-15,0 10-2 16,-8-5 0-16,-2 6-1 0,-4-3-2 16,-4 3 0-16,0-1-1 15,-1 2-2-15,3 3 0 16,-28-5-6-16,5 9-28 16,1 3-45-16,5 3-2 0</inkml:trace>
  <inkml:trace contextRef="#ctx0" brushRef="#br1" timeOffset="168330.36">10706 3064 287 0,'0'0'10'0,"0"-10"3"16,4 0 5-16,-4 0 2 0,3-3 3 15,-1 5 2-15,-2-5 0 16,3 1 1-16,-3 12-8 16,0-11-6-16,0 11-3 15,-5 13-3-15,2 11-2 0,-1 8-1 16,4 11-2-16,-3 6 0 15,3 7 1-15,0 4-1 16,0 5 0-16,7-2-1 16,-4-7 0-16,4-2 0 0,-2-7 0 15,1-4 0-15,-4-6 0 16,-1-10 0-16,3-5 1 16,-2-6-1-16,-2-16 1 0,0 9-1 15,0-9 1-15,-7-12-1 16,1-8 1-16,-1-4 1 15,2-11-2-15,-2 0 0 16,2-9 0-16,-3 1 0 16,1-2 0-16,2-1 0 0,-2 1 0 15,4 3 0-15,-2 0 0 16,2 2 0-16,3 1 0 16,0 2 0-16,0 0 0 15,0 3 0-15,0 5 0 0,8 2 0 16,-3 5 0-16,5 2 0 15,-3 5 0-15,4 5 0 16,1 0 0-16,3 5 0 16,2 0 0-16,1 2 0 0,7 2 0 15,1-2 0-15,6 0 0 16,6 2 0-16,4-8 0 16,0 5 0-16,3-4 0 15,0 1 0-15,-5-1 0 0,0 3 0 16,-8 3 0-16,-5-1 0 15,-4 3 0-15,-6 0 0 16,-8 8 0-16,2 2 0 16,-6 5 0-16,0 5 0 0,-3 4 0 15,-2 5 0-15,0 9 0 16,0 4 0-16,0 3 0 16,0 7 0-16,-2-1 0 15,-1 5 0-15,-3-7 0 16,5-2 0-16,-1-3 0 0,-1-4 0 15,3-6 0-15,-6-6 0 16,4-4 0-16,0-4 0 0,-1-5 0 16,-2-5 0-16,5-10-5 15,-7 5-18-15,2-17-50 16,5 12-13-16</inkml:trace>
  <inkml:trace contextRef="#ctx0" brushRef="#br1" timeOffset="169396.22">11110 3107 269 0,'0'0'4'0,"0"0"2"16,0 0 0-16,0 0 1 0,0 0 3 15,5-3 0-15,-5 3 3 16,15-3 0-16,-5 3-3 16,2-3 0-16,6 1 2 15,-3-3-2-15,5 1 0 16,0-1-2-16,-1-6-1 0,0 2-2 15,3-1 0-15,-1-3 0 16,2 1-2-16,0-1 1 16,-5-1 0-16,5-4 0 15,-5 3 2-15,4-2-1 0,-4-3 2 16,0 0-1-16,-6 1 0 16,2-3 0-16,1-3-1 15,-7 2 1-15,1-2-3 16,0 3 0-16,-2-6 0 0,-2 3-1 15,-1 2 0-15,-1-5-1 16,-1 3 1-16,1 1-1 16,0-3 0-16,-1 2 1 15,1 0-2-15,-1 0 1 0,-2 0 0 16,5 1-1-16,0-4 0 16,0 6 0-16,-1-4-1 15,2-2-1-15,1 3 0 16,-2-3-1-16,2 4 1 0,-2-3 0 15,1-1-1-15,-4 3 1 16,3 1 0-16,-2 2 2 16,-1-3 0-16,0 2 1 15,1-4-1-15,-1 2 1 0,1 0 0 16,1-5 0-16,2-1-1 16,-1 3 2-16,-2 0-1 15,1 2 0-15,1-2 0 16,0 5 0-16,-3-1 0 0,4 5 0 15,1 4-1-15,-2 0 1 16,2-3 0-16,4 4-1 16,1-1 1-16,2 3-1 15,-1-4 0-15,-13 16-1 0,17-14-1 16,-4 3-1-16,-3 4 2 16,3-2-2-16,-1-1 1 15,6 3 0-15,-6-4 0 16,2 1 2-16,4 1 1 0,-4 1-1 15,0-2 1-15,-2 3 1 16,1-1 0-16,1 3 0 16,-4-2 1-16,0-1-1 15,0 4 0-15,-10 4 1 0,9-7-1 16,-9 7-1-16,0 0-1 16,0 0 1-16,0 0-3 15,0 0-2-15,0 0-4 16,-8-6-8-16,8 6-22 15,0 0-49-15,-8 3-1 16</inkml:trace>
  <inkml:trace contextRef="#ctx0" brushRef="#br1" timeOffset="170130.72">11809 2024 227 0,'0'0'6'0,"0"0"3"16,0 0 2-16,0 0 2 0,-3-10 2 16,3 10 3-16,0-7 0 15,0 7 4-15,13-11-6 16,-1 6-1-16,3-2-2 16,-1 0-1-16,4 1-2 0,1 2-2 15,4-1-2-15,2 2-1 16,0-2-1-16,-2 3 0 15,-2-1 0-15,2 0 0 0,-8 3 0 16,-2 0 2-16,-1 0 0 16,-12 0-1-16,8-2 1 15,-8 2-1-15,0 0 0 16,0 0-1-16,-6 0-1 16,6 0-3-16,-10 0-4 0,10 0-5 15,-10-2-19-15,-7-6-54 16,17 8-1-16</inkml:trace>
  <inkml:trace contextRef="#ctx0" brushRef="#br1" timeOffset="170630.22">12161 1454 299 0,'0'0'5'0,"0"0"2"15,0 0 1-15,-12-8 3 0,12 8 0 16,-18-2 2-16,6 2 1 16,-1 0-1-16,1 0-2 15,-5 2-4-15,-3 6-1 0,0 2-1 16,-12 9 0-16,-8 17 0 15,0 3-1-15,10 11-1 16,8 5 1-16,14 1 0 16,12 3 0-16,12-10 1 15,12-6-3-15,7-8 1 16,2-8 0-16,6-10 1 0,-2-4-1 16,7-13 1-16,1-8 0 15,-4-8 0-15,0-9 1 16,-3-5-1-16,-4-5 2 0,-9-5 0 15,-17 20-4-15,-2-7 1 16,-4 2 0-16,-4-2-1 16,-2 0 0-16,-6-3-1 15,-6 3-1-15,-5 2 0 0,-5 2 2 16,-8 4-1-16,0 5 0 16,-4 1-2-16,-4 5-4 15,23 8-9-15,-62 10-69 16,10 5-2-16</inkml:trace>
  <inkml:trace contextRef="#ctx0" brushRef="#br1" timeOffset="173313.45">14617 912 221 0,'0'0'8'16,"0"0"3"-16,0 0 3 16,0 0 2-16,0 0 4 0,0 0 2 15,0-11 3 1,-3-1 1-16,3 2-3 16,-2 0-3-16,2 10-3 0,-6-12-1 15,3 1-4-15,-1-1-2 16,-4 2-2-16,8 10-3 15,-7-7-2-15,-3 0-1 0,-2-1-1 16,0-2-1-16,1 10 1 16,-33 22 0-16,37-6-1 15,3-2 1-15,2 6 0 16,2 0 0-16,6 3 0 16,1-2 0-16,5-1 0 0,1 5 0 15,6-4 0-15,4-2 0 16,2-6 0-16,5 1 1 15,2-6 0-15,0-1 1 16,-2-4 0-16,-30-3 1 0,30 0 1 16,0-6-5-16,-11-6 0 15,6-2 0-15,-25 14 0 16,13-28 0-16,-1-4 0 16,-12 12 0-16,-3 0 0 15,3 20 0-15,-20-27 0 16,-5 5 0-16,4 12 0 15,-4 2 0-15,-30 4 0 0,30 4 0 16,3 12 0-16,-1 5-65 16,10 0-23-16,4 3-1 15</inkml:trace>
  <inkml:trace contextRef="#ctx0" brushRef="#br1" timeOffset="179996.89">11287 3027 140 0,'0'0'8'0,"0"0"2"0,5 0 4 15,-5 0 2-15,0 0 3 16,0 0 3-16,14 0 1 16,-14 0-1-16,0 0-4 15,11 0-3-15,-11 0-1 16,10-7-3-16,-10 7-2 0,14-16-1 16,-6 7-1-16,4-4-2 15,-3-2 3-15,7-4-2 16,-9 1 0-16,5-4 1 0,-1 0 0 15,-1-3-1-15,-3 3 1 16,-1-3-1-16,-1 0-1 16,2 3 0-16,0-7-2 0,-2 1 0 15,3-5-1-15,-1 4 0 16,0-3-1-16,-2-3-1 16,6 3 1-16,-4 0 1 15,0-1-2-15,-2 3 0 16,2 1 0-16,-1-2 0 0,1-3-2 15,1 5 2-15,-4-1-1 16,4 0 0-16,-3 1 1 16,0 0 0-16,0 1 0 15,0 0 1-15,0-2 0 16,-1 4 1-16,0-4-1 16,3-8 0-16,0 6 0 0,-2-5 0 15,2 0 0-15,4 2 0 16,-2 3 0-16,-1-1 1 15,2 2 0-15,0 6-1 0,-3 3 1 16,-2 6-3-16,3 4 0 16,-1-2 0-16,1-1-1 15,1-6 1-15,4 5 0 0,-1 0-1 16,1-6 1-16,2 3 2 16,0-2-1-16,0-1 1 15,2 3 0-15,3-4-1 16,0-2 1-16,0 3-1 15,4 0 1-15,-1-3-1 16,4 2 1-16,-2 1 0 0,3 3-1 16,2-1 1-16,-1-2 0 15,4 3-1-15,-1 1 1 16,3-2-1-16,-1 2 1 0,3 1 0 16,-2-1-1-16,5 4 0 15,0-4 1-15,-1 4-1 16,4-1 0-16,-3 0 1 0,-1 1-1 15,1 0 0-15,2 0 0 16,-2 4 1-16,-1-2-1 16,4-1 0-16,-6 3 1 15,5 0-1-15,-1 0 1 16,-2 3-2-16,1-1 1 0,-3-2 0 16,5 3-1-16,-2 0 0 15,-1 2 1-15,4-2-1 16,2 4 0-16,-3 0 0 15,0 1 1-15,-5 2 1 16,9-3-1-16,-7 3 0 0,1 0 0 16,2 0 1-16,0 0 0 15,3 0 0-15,-7 3-1 16,3-1 0-16,1 1 1 16,-1-3-1-16,-2 0 0 15,1 0-1-15,-40 0 0 16,37-3 0-16,1 1 0 0,-1-1 1 15,0-2-1-15,-2 0 1 16,2 1 1-16,-2-2-1 16,2 1 1-16,-2-2 0 15,0-2-1-15,-1 0 0 16,1 0 0-16,-5 2 0 0,2-1 0 16,-4 3 1-16,1-3-1 15,-4 4 0-15,1-4 1 16,-5 1-1-16,-1 1 1 15,-20 6 0-15,25-7 0 16,3-2 0-16,-28 9 1 16,0 0-1-16,9-6 0 15,1-1 1-15,1 3-1 0,1-1 0 16,-12 5 0-16,0 0-3 16,0 0-4-16,0 0-8 15,0 0-65-15,0 0-3 16</inkml:trace>
  <inkml:trace contextRef="#ctx0" brushRef="#br1" timeOffset="181514.05">11319 2926 225 0,'0'0'6'0,"0"0"4"0,-2-10 3 15,2 10 4-15,0-14 2 16,0 14 2-16,0-19 2 16,0 7-1-16,2-6-3 0,1 1-4 15,4 0-3-15,-5-8-4 16,3 0-2-16,2-5-1 16,2 1-1-16,-2-8-1 15,2-3 0-15,2-2-2 0,1 0 0 16,0-5 0-16,1 2-1 15,-1-5-2-15,4 1 0 16,0-1 0-16,-3 4 0 16,2-2 0-16,3 4 0 0,-6-1 1 15,3 1 0-15,2-1 2 16,-2 0 1-16,0 0-1 16,3 4 1-16,3-1 0 15,2-1-1-15,0 1 1 0,-11 25-3 16,3-5 0-16,-1 4 0 15,2 1 0-15,-2-3 0 16,6 0 0-16,-3 2-1 16,4-3 0-16,1 1 3 15,3-2-1-15,-1 2 1 0,4-2 0 16,-1 0-1-16,5-3 1 16,-3 2 0-16,7 1 0 15,-1-6 0-15,5 6-1 16,-5-6 1-16,7 7 0 0,-5-2 0 15,3 1-1-15,2 0 1 16,-3 5-1-16,4-5 0 16,-1 1 1-16,1 5-1 15,-4-2 0-15,3 0 1 0,-2 4-1 16,2 1 1-16,1-1-1 16,-3 1 0-16,-1 1 0 15,3 2 0-15,1 0 0 16,-1 0 0-16,-2 2 0 0,2-1 0 15,0 1 0-15,0 3 1 16,-1-2 1-16,3 2-2 16,-5-1 0-16,7 5 0 15,-5-5 0-15,2 2 0 0,-3 4 0 16,-1 0 0-16,4-3 0 16,-3 3 0-16,1-2 0 15,-1 2 0-15,0-3 0 16,-3 3 0-16,3 0 0 0,-5 0 0 15,3 0 0-15,-4 0 0 16,-1 3 0-16,1-3 0 16,-4 2 0-16,2 1 0 0,-4-3 0 15,2 3-2 1,-3-2 2-16,1 2 0 0,-7 0 0 16,4-2 0-16,-2 5 0 15,-1-3 0-15,0-1 0 16,1 0-1-16,-1 3 1 15,0-2 0-15,1-1 0 0,-6 0 1 16,5 1-1-16,-2-3 0 16,1 3 2-16,-2-3-2 15,0 2 0-15,0-2 0 0,0 0 1 16,-1 0-1-16,1 0 1 16,-1 0-1-16,-4-2 0 15,7-4 1-15,-6 2 0 16,-1-2 0-16,2 2 1 0,-16 4 2 15,24-15 1-15,-24 15 1 16,0 0 0-16,0 0 0 16,0 0 0-16,11-10 0 15,-4 2-2-15,2-2 0 16,2-2-3-16,-11 12 0 16,0 0-1-16,0 0-1 0,2-10-3 15,-2 0-6-15,3 0-27 16,-3-1-46-16,0-3-1 15</inkml:trace>
  <inkml:trace contextRef="#ctx0" brushRef="#br1" timeOffset="184714.22">11460 2826 35 0,'0'0'3'0,"0"0"2"16,0 0 2-16,0 0-1 15,0 0 2-15,-12 0-1 16,12 0 3-16,0 0 0 16,-9-2 1-16,9 2 1 15,-8-8 0-15,8 8 2 0,-5-12 2 16,5 12 0-16,-5-15 0 16,5 15-1-16,-5-15-4 15,5 15-1-15,-2-15-3 0,2 15-2 16,-5-13-2-16,5 13-2 15,-4-11 0-15,4 11-1 16,0-15 1-16,0 15-1 16,0-10 0-16,0 10 0 15,0-12 0-15,0 12 1 0,0-13-1 16,0 13 1-16,-2-8-1 16,2 8 1-16,0 0 0 15,-5-12-1-15,5 12 0 16,-12-7 0-16,12 7 0 0,-13-7-1 15,13 7 1-15,-12-6-1 16,12 6 0-16,-7-1-4 16,7 1-8-16,0 0-5 15,0 0-9-15,0 0-16 0,0 0-14 16</inkml:trace>
  <inkml:trace contextRef="#ctx0" brushRef="#br1" timeOffset="186183.12">11302 2651 171 0,'0'0'5'16,"0"-10"1"-16,4-4 4 15,-1 0 2-15,3-3 5 16,-4-8 1-16,5-5 1 15,-2-4 1-15,-3-6-2 0,3 0-5 16,6-7-4-16,1-2 0 16,-1-3-5-16,8-8-1 15,-3-4-1-15,7-3-1 16,0-2 0-16,4-4 1 0,3 4 1 16,-18 37-2-16,6-5 0 15,1 0 0-15,1-5 1 16,5 2-1-16,3-3-1 15,-1 2 0-15,5-1 0 0,3 0 3 16,5-3-1-16,2 1 0 16,8-6-1-16,-3 3 1 15,13-8-1-15,-4 3-1 16,12-5 1-16,2 5-1 16,1-2 0-16,9 2 0 0,5 0 0 15,1 8 1-15,4-4 0 16,6 3 1-16,2 1-2 15,1 5 1-15,3-4 1 16,2 6-2-16,5 3 0 16,4 1 0-16,-4 9 0 15,5-1 0-15,2 5 1 0,1 3-1 16,0-1 0-16,-5 4 1 16,3 1 0-16,-2 2 0 15,1 4-2-15,-1 0 1 16,1 2-1-16,-4 3 1 15,2 2-1-15,-6 0 0 16,2 0-1-16,-5 2 1 16,-3 3-1-16,-1 2 1 0,-7 0 0 15,0 4-1-15,-8-1 1 16,-1 3 0-16,-7 1 0 16,-1-1-1-16,-5 4 2 15,-6-1-1-15,-2 5 1 0,-4-1-1 16,-1-3 1-1,-8 6-1-15,1-4 1 0,-3 4 0 16,-5-1-1-16,-2 0 1 16,1 1 0-16,-41-23 0 15,39 19-1-15,33 28 0 16,-40-19 1-16,-2-6-1 16,0 8 0-16,0-5-1 0,-5 4 1 15,0-4 0-15,-1 8 0 16,-2-8 0-16,1 6 1 15,0-4-1-15,-4 3 1 0,3-3 0 16,1 5 0-16,-1-4 0 16,-2 4-1-16,3-5 1 15,3 3 0-15,0-5 1 16,-2 2-1-16,6-4-1 16,-3-1 1-16,1 0 0 0,-4-3 0 15,4 1-1-15,-3-3 2 16,-3-1-1-16,-2-2 1 15,3-1 1-15,-6-1 0 16,-2-4 0-16,0-1-2 0,-2-2-8 16,-4-2-39-16,-9-3-22 15</inkml:trace>
  <inkml:trace contextRef="#ctx0" brushRef="#br1" timeOffset="187364.21">11327 2669 221 0,'0'0'4'0,"-3"-14"4"16,1 3 3-16,2-6 3 16,0-4 1-16,2-9 2 0,5-2 1 15,1-8 1-15,7-1-4 16,-3-7-6-16,8-7-2 16,-3 1-3-16,6-8-1 15,2-7-3-15,2-5 0 0,5-3 0 16,1 2-2-16,-13 39 0 15,-2-7 2-15,8 3-1 16,-1-2 0-16,3 3 0 16,1-6 0-16,4 0 0 15,4-1 1-15,2 3 1 0,4-4 0 16,1 2 1 0,7-4-1-16,0 2 1 0,2-5 0 15,4-2-2-15,3-1 1 16,-1-2-1-16,6 2 2 15,-1 1-2-15,3 1 1 0,2-1 0 16,4 5 0-16,-1-4 0 16,5 7 1-16,0-3 0 15,5 1-1-15,0 2 1 16,2 3-1-16,1 0 0 16,5 5 1-16,4 3-2 15,0 0 1-15,5 3-1 16,1-3-1-16,7 8 1 0,2 2 1 15,1 3-1-15,4 2 0 16,0 3 0-16,3 2-1 16,0 5-2-16,0 2 2 15,0 4-2-15,5 4 1 16,-4 0-1-16,-1 2 1 16,0 8-1-16,0 0 2 0,-4 8-1 15,0 0 2-15,-1 5 0 16,-8 2-1-16,1 2 1 15,-8 3 0-15,-8 0-1 16,3 5 1-16,-6 2-1 16,-1-1 0-16,-5 4 0 15,-4 2 1-15,-3 3 1 0,-1-1-3 16,-3 6-3-16,-2-3-9 16,-5 3-26-16,-2-5-30 15,-3 1-6-15</inkml:trace>
  <inkml:trace contextRef="#ctx0" brushRef="#br1" timeOffset="211113.81">2406 4873 204 0,'0'0'2'0,"0"0"1"0,0 0-1 16,0 0 1-16,-13 0-1 15,13 0 2-15,-14 0 1 16,4 2 1-16,-2 1-1 16,-1 1 0-16,1-4 0 15,-1 3 1-15,1-3 0 0,2 1 1 16,-5-1 0-16,0 0 1 15,0 0-1-15,-3-1 3 16,1-2-1-16,-5 1 1 16,3-3 1-16,-2 0-2 0,4 0-1 15,2-5-2-15,-3 0 0 16,9 0 0-16,-3-2 1 16,1-2-3-16,1-2 0 15,3-4 0-15,-4 0 1 0,2 1 0 16,-1-4-1-16,-5 1 0 15,5-3-1-15,-2 3 1 16,2-5-2-16,2 4 1 0,1 1-1 16,2-6 0-16,1 4 0 15,4 2-1-15,-4-2 1 16,4 0-1-16,0 0 0 16,6-1 1-16,1 0-1 15,3 1 0-15,0-3 0 0,2-4 0 16,3 2-1-16,0 0 1 15,0-2 0-15,0 5 0 16,-3-2 0-16,4 0 0 16,-2 2 0-16,-1 1-1 0,-1 0 1 15,6 3-1-15,-4 0 1 16,4 5-1-16,-1-4 0 16,3 1 0-16,0 3 0 15,2 0 0-15,3 0 0 0,0 2 0 16,3-3 0-16,1 4 0 15,1-2 0-15,5 4 2 16,2-2-2-16,-2 1 0 0,4 0 0 16,4 3 0-16,-1 0 0 15,3 1 1-15,-1 2-1 16,4 1 1-16,-4-2-1 16,6 4 0-16,-3-2 0 15,1 2 0-15,1 1 0 0,1-1 0 16,0-1 0-16,1 2 0 15,4 1 0-15,-5-1-1 16,4 3 1-16,1-5 0 16,-2 5 0-16,2 0-1 0,-2 0 1 15,-2 0 0-15,1 0 0 16,-3 0 0-16,1 0 0 16,5 0 1-16,-2 3-1 15,0-1 1-15,2-2 0 0,3 3-1 16,1-3 1-16,1 2 0 15,0 1-1-15,-1-3 1 16,4 0-1-16,-2 0 0 0,-1 2 1 16,5-2-1-16,-5 0 0 15,-1 0 0-15,-2 0 1 16,0 3-1-16,3-3 0 16,-6 0 0-16,6 0 1 15,-5 0-1-15,5 0 0 0,-3 0 0 16,2 0 0-16,-1 0 1 15,1 0-1-15,0 0 0 16,-1 0 0-16,-1 0 0 16,0 0 1-16,-2 0-1 0,-1 0 0 15,6-3 0-15,-5 3 0 16,2 0 1-16,0-5-1 16,-3 3 0-16,3-1 0 15,-2-2 0-15,0 1 0 0,-6-2 0 16,6 4 1-16,-5-3-1 15,3 0 1-15,-4 0-1 16,1 1 1-16,-1-2-1 16,-1 1 1-16,2 0-1 0,-4 1 1 15,4-1-1-15,-5-4 0 16,0 7 0-16,-3-2 0 16,-3 1 0-16,2-2 0 15,-7 5 0-15,1-2 0 0,0 2 0 16,-1-3 0-16,-1 3 0 15,1-2 0-15,-1 2 0 16,-1-6 0-16,0 6 0 16,-2-2 0-16,0 2 0 0,0-2 0 15,-5 2 0-15,-3 0 0 16,-1 0 0-16,-2 0 0 16,-1 0 0-16,-4 0 0 0,4 2 0 15,-6 0 0-15,1 1 0 16,-1 0 0-16,0 2 0 15,3-3 0-15,-5 6 0 16,3-4 0-16,-3 2 0 16,2 1-1-16,-4 0 1 15,1 0 0-15,-1 6-1 0,-1-3 1 16,-2 3 0-16,1 1-1 16,-4 4 1-16,0 0 0 15,1 0 0-15,-3 5-1 16,2 5 1-16,-2 1-1 0,0 1 1 15,0 2 0-15,3 0 0 16,-1 3-1-16,0-1 0 16,3-1 1-16,1 2 0 0,-1-2 0 15,2 0-1-15,0 2 1 16,-2-1 0-16,1 4 0 16,-4-1-1-16,1-3 1 15,-3 7-1-15,0-3 1 16,0 0-1-16,0 2 0 0,-3-3 1 15,1 0 0-15,2-2-1 16,-4-5 1-16,4-1 0 16,-2-4-1-16,2-3 1 0,0 1 1 15,0-6 0-15,0 3 0 16,0-6 0-16,0-1 1 16,0-3-1-16,0-2 1 15,0-8 0-15,0 12-1 0,0-12 0 16,0 0 1-16,0 0-1 15,0 0 0-15,0 0 1 16,0 0-1-16,-10 0-1 0,10 0 1 16,0 0-1-16,0 0-1 15,-12-8-1-15,12 8-2 16,-10 0-3-16,10 0-8 16,-10 0-23-16,10 0-41 15,-9 8-2-15</inkml:trace>
  <inkml:trace contextRef="#ctx0" brushRef="#br1" timeOffset="-204966.08">4551 3346 379 0,'0'0'6'0,"0"0"1"16,0 0 2-16,0 0 0 16,0 0-1-16,0 0 0 15,0 0 1-15,0 0-1 16,2 2-5-16,-2-2-2 0,10 16-2 15,-4-7 0-15,6 2 1 16,-3 3 0-16,2-3 0 0,3 3 0 16,-2-2 0-16,6 1 1 15,-3-2 0-15,2-7 1 16,8-1 2-16,0-6 1 16,13-9 0-16,1-13 2 0,13-10 0 15,8-10 0-15,7-6 1 16,5-6-1-16,2-4 0 15,-1 5-2-15,1 2-5 16,-12 7 0-16,-5 9 0 16,-14 8 0-16,-8 8 0 15,-10 11 0-15,-8 0 0 0,-7 5 0 16,-10 6 0-16,10-1 0 16,-10 1 0-16,0 0 0 15,0 0 0-15,2 5 0 16,-2-5 0-16,3 14 0 0,-3 11-47 15,0-15-41-15</inkml:trace>
  <inkml:trace contextRef="#ctx0" brushRef="#br1" timeOffset="-187983.17">3343 3426 352 0,'0'0'3'0,"0"0"1"0,0 0 2 16,0 0 0-16,0 0 2 16,0 8 3-16,0-8-1 15,0 17 2-15,3-5 0 0,2-2 2 16,7-7 0-16,15-19 1 16,23-26-2-16,37-39 0 15,54-43-3-15,78-32-32 16,70-55-56-16,-116 85-8 15</inkml:trace>
  <inkml:trace contextRef="#ctx0" brushRef="#br1" timeOffset="-180715.41">2371 8784 252 0,'0'0'4'15,"0"0"3"-15,0 0 0 16,-7-2 1-16,7 2 0 0,-13 0 1 15,4 2 1-15,1 2 2 16,-4 0-1-16,-3 0-3 16,0 1 1-16,0 0-1 15,-3 1 0-15,4-5 2 0,-1-1-3 16,-5 3 1-16,2-3-2 16,6 0 0-16,-3-3-1 15,0-1 0-15,0-4-1 16,3-1 1-16,0-1-2 0,-1 0 0 15,3-3 0-15,1-2-1 16,-2 3-1-16,2-1 1 16,1-1-1-16,0-3 1 15,3 1-1-15,-2-1 0 0,2-3 1 16,0 3-2-16,-2-5 1 16,-1 0 1-16,8-1 0 15,-5 1 0-15,3-3 0 0,-4 0 0 16,5 0 0-16,-2-3-1 15,3 2 0-15,0 1-1 16,3-4 0-16,-2 1 0 16,5 3 0-16,1 1 0 15,-2-1 1-15,3 5-1 0,-3-3 0 16,-3 4 1-16,3 5-1 16,-3-4 0-16,1 3 1 15,-1 0-1-15,3 2 0 16,-5 1 0-16,6-1 0 0,-4 5-1 15,1-3 1-15,-1 1-1 16,-2 10 0-16,7-10 0 16,-7 10 0-16,10-12 0 15,-10 12 1-15,15-13-2 0,-5 8 1 16,1 0 0-16,3-2 0 16,1 0 0-16,2 1 1 15,4-3-1-15,0 4 1 0,7-2 0 16,-6-1-1-16,8 1 2 15,0-1 0-15,2 0-1 16,3 1 0-16,-1 2 0 16,1 0-1-16,1 0 1 15,-2 1 0-15,1 1 0 0,2 0-1 16,-2 2 0-16,-1 1 1 16,-1 0-1-16,-1 0 0 15,6 0 1-15,-3 0 0 16,-1 1 0-16,8-1 0 0,-1 3 1 15,5-3 0-15,0 0 0 16,0 0 0-16,7 0-1 16,-4 0 1-16,1-3-1 15,-6 2 0-15,4 1 0 16,-4 0 0-16,6 0 0 0,-4 0 0 16,0 4 0-16,4-4 0 15,-1 3 1-15,4-2-2 16,-3 2 1-16,1-3 0 0,0 4 0 15,3-3-1-15,-2-1 1 16,0 3 0-16,-2-1 0 16,2 3 0-16,-2-2 1 0,0-1-1 15,-3 3 0-15,0-2 0 16,0 2 1-16,1 0-1 16,-2-3 1-16,0 3 0 15,3-3-1-15,-2 4 1 16,0-4-1-16,3 3 1 0,0 0 0 15,-1 0-1-15,2-3 0 16,-2 3 0-16,-2 1 0 16,1-2 1-16,-1 1-1 15,-3-3 0-15,3 1 0 0,1-1 1 16,-3 1-1-16,-1-3 1 16,3 0-1-16,-2 0 0 15,2 0 1-15,-5 0 0 16,6 0-1-16,-4 0 1 0,2-3-1 15,-2 1 1-15,1-1-1 16,-1 3 1-16,-1-2-1 16,1 0 0-16,-2-1 0 15,-1 1 0-15,3 2 0 0,-4-2 1 16,5-1-1-16,-4 3-1 16,3-6 2-16,0 4-2 15,-2 0 1-15,3-3 1 16,-6 2-2-16,1-4 1 0,-2 5 0 15,-1-4-1-15,2 2 1 16,-4-1 0-16,-3 2 0 16,1-2-1-16,-1 3 1 15,-2-1 0-15,-1 0 0 0,-3-1 0 16,-1 4-1-16,-3-3 1 16,-5 3 0-16,1 0 0 15,-1 0 0-15,-4-1 0 16,-1 1 0-16,-3 0 0 0,0 0 0 15,-9 0 0-15,12-4 1 16,-12 4-1-16,13 0 0 16,-13 0 0-16,0 0 1 0,0 0-1 15,7-2 0-15,-7 2 0 16,0 0 0-16,0 0-1 16,0 0 1-16,0 0-1 15,0 0 1-15,0 0-1 16,0 0 1-16,0 0-1 0,5 7 1 15,-5-7-1-15,5 15 2 16,-1-2-1-16,-1-1 1 16,3 7-1-16,-2 4 1 15,1 4 0-15,-2 1 0 0,1 6 0 16,-1 4 0-16,2 0 1 16,-3 5-1-16,0-3 0 15,2 2 0-15,-4 0 0 16,2-5 0-16,-2 3-1 0,0-3 0 15,0-5 0-15,0 1 0 16,-2-4-1-16,-2-2 1 16,2-4-1-16,0-3 1 0,-1-3 0 15,1-2 0-15,2-3 0 16,0-5 1-16,0-7-1 16,0 13 0-16,0-13 0 15,0 0 0-15,0 0 1 16,0 0-2-16,0 0-2 0,0 0-12 15,0-7-56-15,0 7-8 16</inkml:trace>
  <inkml:trace contextRef="#ctx0" brushRef="#br1" timeOffset="-170564.66">4399 7743 333 0,'0'0'5'15,"0"0"0"-15,0 0 0 16,0 0 0-16,0 0 0 0,7 4 0 16,-7-4 2-16,4 9-2 15,-4-9-4-15,9 10 0 16,-9-10-1-16,12 12 1 16,0-7 0-16,4 0 0 15,-4-2 3-15,6-3-1 0,-2 0 1 16,5-3 3-16,-1-7 0 15,10-2 2-15,-3-7 1 16,8-6 0-16,4-5 0 0,6-5-1 16,5-3 0-16,2 1-3 15,0-3 0-15,-2 6-1 16,-3 2 0-16,-7 8-1 16,-10 6-1-16,-5 3 0 0,-8 5-1 15,-4 5 1-15,-13 5-1 16,0 0 0-16,0 0 0 15,0 0-1-15,0 0 0 16,0 0-1-16,0 0-8 0,2 5-27 16,-2-5-48-16,0 10-2 15</inkml:trace>
  <inkml:trace contextRef="#ctx0" brushRef="#br1" timeOffset="-165230.58">6046 3369 252 0,'0'0'3'0,"0"0"4"15,0 7-1-15,0-7 3 16,0 15 2-16,0-15 1 0,3 18 1 16,0-9 5-16,-3-9-1 15,12 10 1-15,6-12 3 16,8-11-4-16,17-22-1 16,19-14-2-16,23-17-1 15,21-13-2-15,23-16-5 16,18-6-15-16,7 4-66 0,10 2-2 15</inkml:trace>
  <inkml:trace contextRef="#ctx0" brushRef="#br1" timeOffset="-160115.09">2176 8011 259 0,'0'0'9'0,"0"0"3"16,0 0 3-16,0 0 0 16,0 0 1-16,-11 0 0 15,11 0-1-15,-7 11 2 16,4 3-7-16,3 6-5 0,-3 9-3 16,1 4 1-16,2 10-1 15,-2 3 1-15,2 3-1 16,0 3 1-16,0 0-1 15,-2 1-1-15,-1-6 0 16,3-6 0-16,0-4-1 0,0-3 1 16,-2-10-2-16,2-2 1 15,0-9 0-15,0-1-1 16,0-12 0-16,0 12-1 0,0-12-1 16,0 0-4-16,0 0-11 15,0 8-28-15,0-8-27 16,0 0-5-16</inkml:trace>
  <inkml:trace contextRef="#ctx0" brushRef="#br1" timeOffset="-149900.04">13065 10521 74 0,'0'0'2'16,"0"0"2"-16,0 0 1 0,0 0 6 16,0 0 10-16,0 0 3 15,0 0 0-15,9 0 3 16,10 0-3-16,8 0 0 0,13 0-2 16,12-3-4-16,13 0-10 15,12-1-1-15,10-4-2 16,15 4-2-16,13-4 0 15,6 3-1-15,8 0 0 16,12 0-1-16,11 0 0 0,7 0 0 16,6 5 0-16,8 0 0 15,5 0-1-15,7 0 1 16,4 5-1-16,10 0 1 16,-3 0-1-16,8 2 0 15,5 1 1-15,-8-3 0 0,-10 2-1 16,-3-2 0-16,-1 3 0 15,-18-5 2-15,-10-2-2 16,-18 5 0-16,-6-6 0 0,-16 1 0 16,-10-1-2-16,-17 0 0 15,-19 0-1-15,-16 0-4 16,-15 0-18-16,-19 0-38 0,-23 0-4 16</inkml:trace>
  <inkml:trace contextRef="#ctx0" brushRef="#br1" timeOffset="-149333.52">13038 10532 98 0,'0'0'6'0,"13"0"4"16,10 3 3-16,4 0 4 0,17-1 4 16,16 4 1-16,17-3 1 15,17-2 1-15,16 2-4 16,19 0-4-16,13-3-4 16,9 1-2-16,15-1-3 15,9 0-1-15,9 0 1 0,7 0-1 16,9 0 2-16,2 0 0 15,7 0 0-15,10 0-1 16,-3 0 1-16,5 0-2 16,-5 0 1-16,-2 0-3 0,-1 0 0 15,-1 0-1-15,-16 0 1 16,-10 0-3-16,-14 0 1 16,-13 3-2-16,-20-1 1 0,-12-2 0 15,-25 3-1-15,-25 0 0 16,-16-1-1-16,-13-2-4 15,-23 2-10-15,-25-2-14 16,-7 0-41-16,-21 3-4 0</inkml:trace>
  <inkml:trace contextRef="#ctx0" brushRef="#br1" timeOffset="-148631.06">13274 10674 108 0,'0'0'5'0,"30"-2"3"0,0-1 2 15,18 1 3-15,11-1 0 16,23-2 1-16,14-3 1 15,24 1 0-15,9 0-2 16,13-1-3-16,10 1-1 16,14-3 0-16,6 1-1 15,9 1-1-15,8-2 1 0,11 3-2 16,9 1 1-16,3 2-2 16,-8-2-1-16,7 4-1 15,0 2 2-15,-7 0-2 0,-13 0 1 16,-3 0 0-16,-13 2 0 15,-6 4-1-15,-12-4 0 16,-14 3 0-16,-8 0 0 16,-21 0-1-16,-7-3 0 0,-28 1-2 15,-11 0 0-15,-22-1-4 16,-11 0-11-16,-17-2-28 16,-8 0-24-16,-25 0-1 0</inkml:trace>
  <inkml:trace contextRef="#ctx0" brushRef="#br1" timeOffset="-147998.22">12828 10518 194 0,'0'0'0'0,"9"-3"0"16,6 3 0-16,7-2 0 15,8 0 1-15,7-1 2 16,18-2 3-16,2 3 0 16,23-3 3-16,9 0-1 15,16-3 0-15,9 3 1 0,15-2-1 16,21-1-3-16,13 1 0 16,24 2-2-16,1-2-3 15,6 0 0-15,12-1 0 0,12 0-1 16,10 4 0-16,-4-4-2 15,6 0 1-15,4-4 1 16,2 5 1-16,-1-3 0 16,2 6 1-16,-3-7 0 0,-4 8 0 15,-6-1 1-15,-20 4 0 16,-11 0-1-16,-11 1 0 16,-13 5 1-16,-23 1-1 15,-19 4-6-15,-27-10-32 0,-14 12-24 16</inkml:trace>
  <inkml:trace contextRef="#ctx0" brushRef="#br1" timeOffset="-138583.09">2270 13686 11 0,'0'0'1'0,"0"0"0"0,0 0 3 16,9-4 2-16,-9 4 3 16,13-5 2-16,-13 5 3 15,15 0 5-15,-5-3-1 16,5 3 2-16,-1 0-4 0,7 5-3 16,-1-2-1-16,6-1-3 15,-1-2-3-15,13 2-3 16,2 1 1-16,-1-3-2 15,10 0 1-15,-1 0 0 0,2 0 0 16,5 2-1-16,-1-2 3 16,1 0-2-16,-5 3 2 15,7-3-1-15,-1 0 2 16,10 3 0-16,1-1-3 0,2 1 0 16,3-2 1-16,-2 3-1 15,4-2-2-15,4 3 1 16,-6-3-1-16,2 1 2 15,1-1 0-15,-1 0-1 0,4 3 1 16,-2 0 1-16,2 1 0 16,-2-4-2-16,2 5 1 15,3-2 1-15,-1 0-1 16,5 1 0-16,-4-4-1 0,4 3 0 16,-1-5 1-16,4 0 0 15,-5 0-1-15,4 0-1 16,-2-3 0-16,-2 1 0 15,0 0 0-15,0-4 0 0,-6 4 0 16,2 2 0-16,-1-3-1 16,0 3 1-16,-2 0-1 15,0 0 0-15,2 0 0 16,-4 0-1-16,0 0 0 16,0 0-1-16,3 0-1 0,-1 0 0 15,-2 0 0-15,1 0-1 16,-3-5 2-16,2 3 0 15,1-3 1-15,-6 0 0 0,0 0 1 16,2-3 0-16,-4 1 0 16,-3 0 0-16,1 0-1 15,-10 2 2-15,2-3-1 16,-10 3 0-16,3-2 0 0,-16 2 1 16,-6-1-1-16,-3 4 2 15,-8 0 0-15,-4 2 0 16,-13 0 1-16,7-3-8 15,-7 3-13-15,0 0-29 0,-11 0-14 16</inkml:trace>
  <inkml:trace contextRef="#ctx0" brushRef="#br1" timeOffset="-137683.09">2225 13768 220 0,'0'0'1'0,"8"0"-1"0,1 0 0 16,8 0 0-16,6-2 0 16,9 0-1-16,5-4 2 0,13 1-1 15,12 0 1-15,-2 0-1 16,9 1 1-16,7-2 0 15,2 4 2-15,2-1-1 16,10 2 1-16,4-5-1 16,5 4 2-16,9-3-2 0,-3 2 1 15,20-1-1-15,4-1 0 16,6 0 0-16,5-3-1 16,6 3 1-16,3-5-1 0,5 2 0 15,5 1 0-15,0 0 2 16,2-4 1-16,-2 4 0 15,1 2-1-15,3 1 0 16,-1-2 0-16,2 2 2 0,-2-3-2 16,-1 1 0-16,2-1 0 15,2-1 0-15,-6-2 1 16,-3 3-2-16,-4-3 1 16,-11 0 1-16,4-4-1 0,-21 3 0 15,-12 0-1-15,-11 0 0 16,-6 1 1-16,-18 3 0 15,-12-1 0-15,-16 3-1 16,-11 3 1-16,-14-1-4 0,-4 1-11 16,-20 2-41-16,0 0-14 15</inkml:trace>
  <inkml:trace contextRef="#ctx0" brushRef="#br1" timeOffset="-135497.29">2230 13702 33 0,'0'0'3'16,"0"0"5"-16,0-11 4 15,0 11 1-15,0-12 3 0,0 12 3 16,0-15 3-16,-3 3-2 16,1 1 0-16,-1 3-5 15,-2-3-2-15,3-2-1 16,-3-1-3-16,0-4-2 0,-3 1-1 15,3-10 0-15,3 2 1 16,-3-5-2-16,0-2 1 16,1 0-1-16,1-7 3 0,1 1 0 15,-1-2 1-15,-3 7-2 16,4-8 2-16,0 7-1 16,-1-3 1-16,3 1-1 15,-3 3-2-15,3 0 0 16,0 1-2-16,0 3-1 0,0-4 0 15,3 3-2-15,4 2-1 16,2 2 0-16,-2 3-1 16,0-1 1-16,3 4-1 15,0 2 1-15,2 3-1 0,-2 3 1 16,-3 2-1-16,4 0 0 16,-4 5 0-16,4-2 0 15,-11 7 0-15,16-6 0 0,-6 6 0 16,-2-1 0-16,4 1 1 15,-2 0-1-15,5 0 1 16,0 0-1-16,3 4 1 16,-1-4-1-16,5 3 1 0,-2 0 0 15,5 1 0-15,-3 0 0 16,3 0 0-16,0-2 0 16,4 0 0-16,2 4 0 15,1-4 0-15,3 1-1 0,-1 1 1 16,9-1 0-16,-3 0 0 15,4-1 0-15,-4 3-1 16,2-2 2-16,4 2-1 16,0-4 0-16,2 5 0 15,-1-5 0-15,7 5 0 0,1-3 0 16,3 2 0-16,0-1 0 16,4 3 0-16,2-4 0 15,-2 3-1-15,2-2 1 0,-8 1 0 16,2 2 0-16,-1-1 1 15,-4 1 0-15,1-2 1 16,-2 8 0-16,0-7 0 16,1 7 1-16,-2-6-1 15,2 4 0-15,-1-6-1 0,-3 2-1 16,5-5 1-16,-5 1-1 16,6-3 0-16,-1 0 0 15,1 0 0-15,2 0 0 0,-2 0 1 16,-1 0-1-16,1 0 1 15,-3-3-1-15,1 1 1 16,-4 2 0-16,3-2 0 16,-8-1 0-16,9-2-1 15,-1 3 1-15,3-1-1 16,2-5 0-16,-5 4-1 0,8-4 1 16,-5 0 0-16,0-1 0 15,1 4 0-15,-4-5-1 0,6 3 2 16,-1 1 0-16,-5-1-1 15,5 0 1-15,-2-1-1 16,1 4 1-16,0-6-1 16,3 2 1-16,-4 6 0 0,-3-6-1 15,5 4 1-15,-2-4-1 16,5 3 0-16,-3 0 1 16,3 2-1-16,2-1 1 15,-3 1-1-15,0 1 1 0,-2-4-1 16,1 4 0-16,-3-3 1 15,-5 4-1-15,4-3 0 16,-9 2 0-16,6 0 2 16,-3-1-2-16,-4 0 0 15,2 3 0-15,-5-4 0 0,0 4 0 16,-6-3 0-16,-3 3 0 16,-2-3 0-16,-9 2 0 15,2-2 0-15,-5 3 0 16,-4-3 0-16,-1 3 0 0,2-2 0 15,-2 2 0-15,-1 0 0 16,0-3 0-16,3 1 0 16,0 2 0-16,5 0 0 0,-6 0 0 15,4 0 0-15,0 0 0 16,-1-4 1-16,-2 4-1 16,2 0 0-16,-4 0 0 15,-1-1 0-15,0-2 0 0,1 3 0 16,-6 0 0-16,5 0-1 15,-4 0 1-15,-8 0-2 16,12 0 1-16,-12 0 0 16,0 0 0-16,8 8 0 0,-8-8 0 15,0 21 1 1,0-8 0-16,0 10 1 0,0 2 0 16,0 7 0-16,0 5 0 15,0 0-1-15,-3 5 1 0,3-1-1 16,-2 5 0-16,2-5 0 15,-3 7 0-15,1-3 0 16,2-3 0-16,-2 3 0 16,2-6 0-16,-5 3 2 0,5-4-2 15,-5-5 0-15,3 0 0 16,-4-4 0-16,3 4 0 16,-1-8-2-16,-1-3-5 15,2 0-16-15,3-2-46 0,0-2-5 16</inkml:trace>
  <inkml:trace contextRef="#ctx0" brushRef="#br1" timeOffset="-129833.36">13612 16109 481 0,'0'0'3'0,"0"0"1"0,0 0 2 16,-12-7 0-16,12 7 0 15,-10-8-1-15,10 8-5 0,-10-4 0 16,10 4 0-16,-10 4 0 15,10-4 0-15,-4 20 0 16,1-7 0-16,3 2 0 0,0-1 0 16,3 1 0-16,4-2 0 15,5-6 0-15,3-2 0 16,4-5 0-16,-1 0 0 16,3-8 0-16,-2-3 0 15,-1-5 0-15,-7-2 0 0,3-3 0 16,-10-2 0-16,-4 1 0 15,-2 0 0-15,-11 4 0 16,-1 1 0-16,-7 9 0 16,-1 4 0-16,3 4 0 0,-2 7 0 15,1 3 0-15,6 10 0 16,2-3 0-16,6 5 0 16,3-2 0-16,6-2 0 15,7-3 0-15,5-3 0 0,7-5 0 16,8-4 0-16,0-3 0 15,0-7 0-15,5-2 0 16,-8-5 0-16,-4-3 0 16,-4-5 0-16,-6 2 0 0,-11-5 0 15,-2 5 0-15,-13 0 0 16,-3 5 0-16,-5 4 0 16,-9 8 0-16,0 3 0 15,-2 4 0-15,5 9 0 16,-1-1 0-16,9 6 0 0,1-4 0 15,14 5 0-15,-1-1-48 16,10-2-41-16,7-7-3 16</inkml:trace>
  <inkml:trace contextRef="#ctx0" brushRef="#br1" timeOffset="-128715.98">13828 15911 308 0,'0'0'5'0,"0"0"3"16,5 2 1-16,-5-2 1 15,0 0 0-15,13 5 1 16,-3-2 2-16,5-1 0 0,-5 1-4 16,13 0-4-16,3-1 0 15,12 0-2-15,9 1 1 16,8-1-2-16,12 1 0 15,12-1 0-15,13-2-1 0,12 3 0 16,16-3 0-16,6 0 0 16,19 0 0-16,9 0 0 15,14-3 0-15,11 1 0 16,4-1 0-16,12 3-1 16,7-2-2-16,9 2-1 0,0 0-3 15,10 0-3-15,-2 5 0 16,-10-3-2-16,9 6-1 15,-4-3 1-15,-13 1 3 16,-13 3 5-16,-6-1 6 0,-13 0 5 16,-12 1 5-16,-16 5 3 15,-13-6 0-15,-17 4 1 0,-17-5 0 16,-9 4-4-16,-21-4-2 16,-14-3-3-16,-14 2-2 15,-5-4-1-15,-14 1-2 16,-6 0 0-16,-11-3 0 15,0 0 0-15,0 0 0 0,0 0 0 16,0 0-1-16,0 0 2 16,0 0-4-16,0 0 0 15,0 0 0-15,-5-8 0 16,5 8 0-16,0 0 0 0,0 0 0 16,-6-10 0-16,6 10 0 15,0 0-5-15,0 0-4 16,0 0-6-16,0-7-19 15,8 4-49-15,-8 3-3 16</inkml:trace>
  <inkml:trace contextRef="#ctx0" brushRef="#br1" timeOffset="-127649.12">18985 15867 408 0,'0'0'5'0,"0"0"1"0,0 0 0 0,0 0 1 0,0 0-1 15,-6 10 1-15,4-3 0 16,-6 5 0-16,1 3-4 16,0 3-2-16,-4 4 1 0,7 3-1 15,-1-5 0 1,2 2 0-16,3-3 2 0,5-1 0 15,7-6 0-15,6-5 2 16,2-4 0-16,8-3 2 16,-4-4-1-16,3-10 2 0,-2 0-5 15,-2-8-3-15,-6-1 0 16,-4-1 0-16,-9-4 0 16,-4 1 0-16,-9 5 0 15,-9 2 0-15,-5 3 0 0,-6 7 0 16,-4 2 0-16,-4 8 0 15,3 3 0-15,-1 6 0 16,5 7 0-16,0 0 0 16,8 5 0-16,5-1 0 0,6 5 0 15,11-3 0-15,11-2 0 16,6 2 0-16,5-5 0 16,13-4 0-16,-3-5 0 15,5-2 0-15,0-6 0 16,-1-6 0-16,-12-2 0 0,3-7 0 15,-9-3 0-15,-8-4 0 16,-8 5 0-16,-2-8 0 16,-7 3 0-16,-5 4 0 0,-6 3 0 15,-7 5 0-15,4 3 0 16,-7 7 0-16,1 0 0 16,-1 13 0-16,3 1 0 15,5 1 0-15,5 10 0 0,2-3 0 16,11-3 0-16,2 6 0 15,13-4 0-15,4-5 0 16,3-3 0-16,10-2 0 16,-5-10 0-16,7-1 0 15,-2-9 0-15,-5-4 0 0,-1-6 0 16,-4-6 0-16,-4 0 0 16,-9-4 0-16,-2 1 0 15,-5 4 0-15,-5 1 0 16,-8 6 0-16,-4 4 0 0,-1 8 0 15,-7 5 0-15,6 5 0 16,-1 8 0-16,1 2 0 16,1 4 0-16,6-2 0 15,6 3 0-15,6-2 0 0,2-1 0 16,16-6 0-16,2-3 0 16,6-2 0-16,0-6 0 15,6 0 0-15,-4-10 0 0,-1-2 0 16,-7-5 0-16,-8-4 0 15,-7-1 0-15,-5 3 0 16,-9-1 0-16,-8 7 0 16,-6 1 0-16,-7 12 0 15,-7 2 0-15,5 17 0 0,-13 1 0 16,-2 10-83-16,15 10-10 16</inkml:trace>
  <inkml:trace contextRef="#ctx0" brushRef="#br1" timeOffset="-124949.64">16164 15785 277 0,'0'0'6'0,"0"0"3"0,0 0 1 15,0 0 0-15,0 0 1 16,0 0 0-16,0 0 0 16,-2 13 0-16,2-6-5 0,-3 7-3 15,1-2-2-15,2 4 2 16,-2-1-3-16,2 2 0 16,0-4-1-16,2-1-2 15,-2-12 0-15,7 12-1 0,-7-12-1 16,10 0 1-16,-10 0 0 15,10-14 1-15,-7 0 0 16,2-6 3-16,2 4 3 16,-5-5 3-16,2 6 2 0,-1 1 2 15,1 3 1-15,-4 1 0 16,0 10-1-16,0 0-2 16,0 0-2-16,0 0-2 0,-11-4-2 15,11 4-1-15,-9 4-2 16,9-4 1-16,-10 14-1 15,10-14 0-15,-6 17-1 16,6-17-1-16,-2 12-2 16,2-12-3-16,0 13-2 0,0-13-4 15,0 10-3-15,0-10 0 16,0 0-1-16,5 9-1 16,-5-9 1-16,0 0 4 15,0 0 2-15,0 0 6 16,0 0 3-16,0 0 6 0,0 0 2 15,0 0 5-15,0-4 2 16,0 4 3-16,-5-10 0 0,5 10 1 16,-12-3-1-16,0 3-1 15,-1 0-1-15,3 5-3 16,0 3-1-16,0 2-4 16,3 2-1-16,0 2-2 0,1 2-1 15,6-2-1-15,0 1 0 16,6-2 1-16,1-1 0 15,2-8 1-15,6 0 0 16,3-4 1-16,2 0 1 16,0-8 1-16,-3-2 1 0,1-5 2 15,-1-2-1 1,-7-3 1-16,-3-2-1 0,-7 0 1 16,-2 1 0-16,-6 2-2 15,-9 5-2-15,-2 6-1 0,1 5-1 16,-5 7-2-16,-4 11-5 15,10 13-23-15,2 0-53 16,5-2-2-16</inkml:trace>
  <inkml:trace contextRef="#ctx0" brushRef="#br1" timeOffset="-123264.39">13788 15708 312 0,'0'0'3'0,"0"0"3"15,-6-10 1-15,6 10 3 0,-18-12 1 16,4 9 1-16,-7 1 1 15,-4 2 0-15,-5 0-2 16,1 10-3-16,-6 7-2 16,0 5-3-16,-2 13-1 15,3-1 0-15,-2 16 0 0,9 7-1 16,0 3 1-16,4 4 1 16,8 5-1-16,10-1 1 15,5-6 0-15,11-4 0 16,13-8-1-16,8-8 1 0,8-9-2 15,10-11 1-15,7-8-1 16,5-11 0-16,5-3 0 16,3-13 0-16,-1-7 0 0,1-6 1 15,-8-10 1-15,-2-5 1 16,-10-9 0-16,-8-7 1 16,-13-9-1-16,-6-3 1 15,-13-11 2-15,-10 3-1 0,-17 3 0 16,-7 0-1-16,-9 10 0 15,-13 6-1-15,-8 18-4 16,-3 8 0-16,-11 20 0 16,-1 12 0-16,0 12 0 15,-6 16 0-15,13 13-6 16,-3 7-34-16,18 9-45 0,8 7-2 16</inkml:trace>
  <inkml:trace contextRef="#ctx0" brushRef="#br1" timeOffset="-121833.16">19111 15544 227 0,'0'0'4'16,"0"0"1"-16,-4-11 4 0,4 11 2 15,-16-17 3-15,7 6 3 16,-4 1 1-16,-2 0 1 16,-3 0-4-16,-1 5-3 15,-8 5-1-15,-3 0-3 0,-2 13-3 16,-9 4-3-16,4 7-1 16,-7 10 0-16,-2 1-1 15,5 10 1-15,1 3-1 0,2 3 1 16,1 3 1-16,10 4-1 15,-3-1 0-15,13-2 0 16,6-4 0-16,6 2-1 16,5-6 1-16,16 0 0 15,7-8 0-15,9-1-1 16,10-12 0-16,4-5 0 0,12-9 0 16,4-9 0-16,5-3 0 15,3-18 1-15,-1-4-1 16,3-6-1-16,5-11 2 0,-7-3-2 15,-6-8 2-15,-6-1-1 16,-5-7 1-16,-5-1 2 16,-12 0 0-16,-10-7 4 0,-13 3 2 15,-8 3 2-15,-7 4 2 16,-10 1-2-16,-16 7 2 16,-7 1-2-16,-10 10-1 15,-5 3-2-15,-9 9-3 0,-6 3-1 16,-4 9-2-16,-10 3-3 15,4 10-6-15,-8 0-36 16,9 7-40-16,7 6-1 16</inkml:trace>
  <inkml:trace contextRef="#ctx0" brushRef="#br1" timeOffset="-104966.12">17225 14611 154 0,'0'0'5'0,"0"0"6"15,0 0 3-15,3 0 3 16,7-3 1-16,2 3 2 16,6 0 1-16,8 0 3 0,5 0-5 15,11 0-4-15,5 0-2 16,16 0-2-16,3-3-2 15,11 2-2-15,3-2 0 16,9 0-3-16,3 1-1 16,5-1-1-16,10 1 0 15,0 0-1-15,-1-1 1 0,9 0-1 16,2-1-1-16,5-2 1 16,7 1 1-16,2 1-2 15,2-2 1-15,5 1-1 16,4 4 0-16,-1-5 0 0,1 3 1 15,-3 1-1-15,-2 2-1 16,-1 0 0-16,-1 0-2 0,-3 0 1 16,-6 0-1-16,6 2 0 15,7 1-1-15,-3 3-1 16,2-5 0-16,5 4 1 16,4-2 0-16,0-3 1 15,0 3 1-15,-2-3 1 0,0 0 1 16,-3 0 2-16,-1 0 0 15,-4 0 1-15,2 0 1 16,-2 2-1-16,-1-2 0 16,-9 2-1-16,-5 1 0 0,-5-1-1 15,-3 4 2-15,-12-2-3 16,-8-1 1-16,-12 4 0 16,-12-2-1-16,-8 1 0 15,-10 1 0-15,-12-3-5 0,-15 2-2 16,-8-2-13-16,-17-4-36 15,-3 8-15-15</inkml:trace>
  <inkml:trace contextRef="#ctx0" brushRef="#br1" timeOffset="-104016.14">17521 14650 209 0,'0'0'5'0,"0"0"1"16,0 0 1-16,0 0-1 16,7 8 2-16,-7-8 2 15,0 0 2-15,13 12 3 16,-1-7-4-16,4 0 0 16,5 0-1-16,20 1 1 0,3 0-1 15,20-1-1-15,14 1-3 16,14-5-1-16,17-1-2 0,20 0 0 15,15 0-1-15,3 0-1 16,21-1 0-16,8-5 0 16,11 3-1-16,9 1-1 15,4 0 1-15,0-2-2 16,14 3 1-16,10 1 0 0,9 0 0 16,6 0 0-16,12 0 1 15,2 0 1-15,6 1 0 16,4 5 2-16,-9-1 0 15,-16 2 0-15,-9 0 1 0,-15 4-2 16,-20-1 0-16,-18 2 0 16,-22-2-1-16,-15 0 0 15,-22-2-1-15,-13 1-1 0,-27-4-2 16,-15 3-6-16,-17-8-23 16,-14 0-37-16,-31 0-5 15</inkml:trace>
  <inkml:trace contextRef="#ctx0" brushRef="#br1" timeOffset="-102797.4">2516 15346 325 0,'0'0'-3'0,"0"0"-1"15,9 10 2-15,1-3-2 16,10 3 1-16,10 3-1 16,7-3 1-16,13 2-1 0,10-4 4 15,9 5 0-15,16-9 0 16,14 0 0-16,9 2 0 15,5-3 1-15,14-1 0 16,-1-2-1-16,24 0 0 0,4 0 1 16,10-2-1-16,5-4 1 15,10 2-1-15,2-2 0 16,13 2 1-16,8-4-1 16,1 1 0-16,8-3-1 15,0 2 1-15,1-4 0 0,11 4 0 16,9-4 0-16,3 3 0 15,4-4 1-15,7 6-1 16,0-1 1-16,5 0-1 16,15 4 0-16,-18-1 0 0,1 2 1 15,-6 1-1-15,-1-1 0 16,-12 3 1-16,2-2 0 16,-14 2 0-16,-9 0 0 0,-6-3 2 15,4 3 0-15,-21 0 1 16,-9 3 0-16,-13-1 0 15,-13 3-1-15,-10 3 1 16,-13-2-2-16,-22 5-2 16,-19 3-5-16,-8-1-9 0,-19 2-17 15,-15-5-27-15,-10 5-12 16</inkml:trace>
  <inkml:trace contextRef="#ctx0" brushRef="#br1" timeOffset="-101866.7">2431 15500 297 0,'0'0'-1'15,"0"0"0"-15,16 0-1 16,0 2 1-16,2-2-2 0,19 3 0 15,3 2-2-15,17 0-4 16,8 0 0-16,10-2-2 16,1 1 1-16,15-1 1 15,16 0 1-15,-2-3 3 0,8 0 4 16,5 0 4-16,1 0 4 16,16-3 0-16,9-3 2 15,3 5 0-15,-1-2 1 16,16-2-2-16,7 0-2 15,4 0-1-15,16 2-1 0,-5-1-1 16,5-1-1-16,8-1 1 16,6 2-2-16,6-2 2 15,0-1-1-15,0 2 1 16,-6 0-1-16,13-1 1 0,6-5 0 16,-6 4 0-16,5 0-1 15,0-1 0-15,-7-1 0 16,7 1-2-16,2-5 1 0,-7 5 0 15,0-4-1-15,-9 2 0 16,-8-2 0-16,-1 2 1 16,-2 0-1-16,-9 3 1 15,-6-1-1-15,-11 1 1 16,-9 2-1-16,-7-3 0 0,-7 3-4 16,-13 3-7-16,-10-2-13 15,-19-7-36-15,-11 11-9 16</inkml:trace>
  <inkml:trace contextRef="#ctx0" brushRef="#br1" timeOffset="-81449">2210 12314 350 0,'0'0'2'15,"-13"-5"0"-15,6 0 0 0,-7-2 0 16,-7-3 1-16,-1 2-1 16,-11-2 0-16,-4 3-1 15,-2 3-1-15,-4 4 0 16,1 1-1-16,-2 9 1 0,-4 8 0 15,6 2-2-15,2 7 1 16,3-2 0-16,7 7-1 16,0-1 0-16,8 5 1 15,2 9-1-15,5 2 0 16,3 6 1-16,2 8 1 0,0 10 0 16,2 9 1-16,1 8-1 15,2 5 1-15,-2 8 0 16,1 3 0-16,-1 10 1 15,0 5 0-15,2 5 0 0,-3 0 0 16,1 8 1-16,-3 1 2 16,3 0 0-16,-4 1 0 0,4-2 0 15,-3-6-2-15,3-5 0 16,-3 1 0-16,-2-10-1 16,-2-6 0-16,5-10 0 15,-6-9-1-15,0-5 1 16,-2-14 0-16,4-5-1 15,1-13 0-15,2-11-1 0,-2-7 1 16,7-9-3-16,0-6 0 16,0-5-3-16,5-12 1 15,-3 10-1-15,3-10 0 16,0 0 0-16,8 0 1 0,4-4 3 16,13 1 3-16,12 3 6 15,20 0 2-15,23 5 2 16,29-3 1-16,35 1 1 0,38-6-1 15,34-4-22-15,33-13-62 16,18-11-5-16</inkml:trace>
  <inkml:trace contextRef="#ctx0" brushRef="#br1" timeOffset="-70133.01">2056 12291 214 0,'0'0'0'16,"0"0"-2"-16,0 0-1 0,0 0 1 15,0 0 8-15,5 6 4 16,5-4 1-16,10 3 5 16,7-2 1-16,13-1 4 15,15 1 0-15,14-3 0 0,23 0-7 16,18-8-2-16,21-2-3 16,11-9-17-16,6 3-57 15,27-3-4-15</inkml:trace>
  <inkml:trace contextRef="#ctx0" brushRef="#br1" timeOffset="-64600.35">1442 12540 285 0,'0'0'7'0,"0"0"0"15,-12-7 4-15,2 4 3 16,-2-2-1-16,-9 2 1 15,2 1 0-15,-1 2 0 16,-3 0-4-16,-4 2-4 0,4 3-3 16,-6 5-2-16,6 0-1 15,-4 2 1-15,0 1-1 16,-1 2 0-16,1 1 1 16,3 4-1-16,-2 1-1 15,-1 1 1-15,0 3 0 0,4-1 0 16,1 6 0-16,3 0 0 15,-2 3 0-15,4 6 0 16,2 3-1-16,8 0 1 16,-3 5-1-16,7 5 1 0,3 2-1 15,0 6-1-15,3 4 1 16,7 0 1-16,2 11-1 16,6 2 1-16,4 2-1 0,0 11-2 15,3 1-6-15,0-2-12 16,2 0-50-16,8 6-4 15</inkml:trace>
  <inkml:trace contextRef="#ctx0" brushRef="#br1" timeOffset="-61533.12">5445 7635 362 0,'0'0'7'16,"0"0"2"-16,0 0 4 15,0 0-1-15,0 0 1 16,0 0-1-16,0 0 0 0,0 0 0 16,0 0-5-16,0 0-4 15,7 12-2-15,1-2 0 16,2 2 0-16,2-4 1 15,13-1 2-15,8-7 2 0,21-23 1 16,21-25 2-16,34-33-1 16,75-29 0-16,28-34-6 15,55-17-19-15,54-34-62 16,71-16-4-16</inkml:trace>
  <inkml:trace contextRef="#ctx0" brushRef="#br1" timeOffset="-39798.42">5286 12414 371 0,'0'0'2'16,"0"0"1"-16,0 0 2 15,0 0 2-15,0 0 0 0,0 0-2 16,0 0 1-16,0 17 0 16,-7 2-2-16,-6 14-1 15,-7 9-3-15,1 20 1 0,-11 17 0 16,-5 17 0-16,-8 14 0 15,-6 15 2-15,-6 17 1 16,-7 4 1-16,-3 10 1 16,-4 0-1-16,-1-2 1 15,-2 4 0-15,5-3 0 0,5-7-1 16,3-5-2-16,1 1 0 16,6-4-2-16,0-7 0 15,2-5 0-15,6-9 0 16,-4-5-1-16,7-10 0 0,-5-7-1 15,4-13 0-15,3-15-1 16,3-9-1-16,4-10-3 16,5-18-4-16,-2-13-8 0,11-19-25 15,13-7-37-15,-6-18-3 16</inkml:trace>
  <inkml:trace contextRef="#ctx0" brushRef="#br1" timeOffset="-39328.4">4068 12574 285 0,'0'0'4'0,"0"0"4"0,0 0 0 0,0 0-1 16,0 0 3 0,0 0 0-16,0 20 2 0,8 17 1 15,7 13 0-15,15 29-3 16,9 20 0-16,11 32 1 0,17 26 0 15,15 21-1-15,11 15-1 16,8 20-1-16,6 8 0 16,5 4 0-16,-2 3 0 15,-7 0 1-15,-1-5-1 16,-15-5-1-16,-7-13 0 0,-13-14 1 16,-7-15-2-16,-8-17-3 15,-8-21-3-15,-4-22 0 16,-5-23 0-16,-3-16 0 0,-5-29 0 15,3-10-12-15,-13-26-18 16,-17-12-54-16,33-12-4 16</inkml:trace>
  <inkml:trace contextRef="#ctx0" brushRef="#br1" timeOffset="-34553.83">2305 7590 213 0,'0'0'2'16,"-18"-2"4"-16,-4 2 2 0,-5 0 2 15,-8 0 3-15,-10-3 2 16,-8 3 1-16,-9-3 0 16,0 3-1-16,-3 0-4 15,3 0-2-15,-5 0-2 0,3 3-2 16,-1 2-3-16,3-3 0 16,-2 9-1-16,-1-7 0 15,6 7-1-15,-3-4 1 0,7 0-1 16,0 0 0-16,6 3 0 15,1 0 0-15,9-2-1 16,6-1 1-16,1 1-1 16,7-1 0-16,0 3-1 15,8 0 0-15,-3 3 0 0,8 1 0 16,1 3-1-16,6 6 2 16,1 7 0-16,1 7 1 15,3 5 0-15,0 9 1 16,5 4 0-16,2 10 1 0,0 7 1 15,2 1-1-15,-2 13-1 16,5 2 0-16,-4 5 0 16,2 0 0-16,-3 9 0 15,0-1 1-15,-1 9-1 0,-4 1 1 16,-2-2 2-16,0 2-1 16,0 6 2-16,0-3-2 15,-2 0 0-15,2 4 0 16,0-1-2-16,0-1 0 0,0 1 1 15,5 4 0-15,-3-3-1 16,3 7-1-16,0-6 1 16,0-2-1-16,-3 2 1 15,-2-3 1-15,5-5-1 16,-5-4 0-16,0-2 0 16,0-3 1-16,-3-5-1 0,1-3 0 15,-3-5 0-15,-2-8 0 16,2-8 0-16,-2-7-1 0,1-7 0 15,1-7 0-15,0-13 0 16,3-7-2-16,0-2 1 16,-1-11 0-16,3-4-1 0,0-2 1 15,0-3-1-15,0-10-1 16,0 10 2-16,0-10 0 16,0 0-2-16,10 7 2 15,-10-7 0-15,13 0 1 0,1 0 1 16,9 0 3-16,12 0 2 15,14 0 3-15,28 0 2 16,25 5 2-16,42 3 2 16,35-1-2-16,50 5-16 0,37-7-67 15,19-5-4-15</inkml:trace>
  <inkml:trace contextRef="#ctx0" brushRef="#br1" timeOffset="-26366.82">560 6151 255 0,'0'0'4'0,"0"0"3"0,0 0 2 16,-12 10 1 0,12-10 1-16,0 0 2 0,0 0 4 15,0 0 0-15,12 0 0 16,13-15-2-16,10-5-1 15,9-8 0-15,14-9-1 0,7-2-3 16,6-8-2-16,7-3-2 16,-4 1-1-16,3-1-2 15,-2 1 0-15,-4 4-1 0,-6 8-1 16,-8 1 0-16,-2 5 0 16,-13 12-1-16,-7 1-3 15,-8 8-5-15,-9 5-15 16,-11 13-54-16,-5 1-3 0</inkml:trace>
  <inkml:trace contextRef="#ctx0" brushRef="#br1" timeOffset="-26033.48">585 6401 279 0,'0'0'3'15,"0"0"3"-15,13-5 5 0,-1-5 1 16,15-7 4-16,8-5 0 16,9-8 2-16,16-9 4 15,5-9-5-15,12-1-2 16,5-9-3-16,5-1-1 0,0 5-4 16,0-1 0-16,-5 3-2 15,-3 2 0-15,-9 6-1 16,-5 7-1-16,-8 4-1 15,-13 9 0-15,-9 4 0 0,-5 7 0 16,-12 6-1-16,-18 7-2 16,0 0-2-16,0 5-4 15,-16 7-5-15,-6 1-14 0,-7-11-50 16,-2 13-6-16</inkml:trace>
  <inkml:trace contextRef="#ctx0" brushRef="#br1" timeOffset="-25697.28">1149 5442 312 0,'0'0'3'0,"0"0"3"16,3-7 0-16,-3 7 3 0,19-3 1 15,-3 3 1-15,8 0 2 16,6 0 0-16,10 0-3 15,4 3 0-15,4-2-1 16,9-1-1-16,0 0-2 0,8 0 0 16,-3-1 0-16,-3-4 0 15,-2 0-2-15,-7 5 0 16,-5 0 0-16,-7 7-1 16,-12 11 0-16,-8 11 1 0,-16 11 0 15,-4 14 0-15,-18 18 0 16,-7 11 0-16,-13 12-1 15,-5 10 0-15,-5 11-2 16,-5-4-8-16,11 4-72 0,-3-4-5 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2-08-06T08:42:58.045"/>
    </inkml:context>
    <inkml:brush xml:id="br0">
      <inkml:brushProperty name="width" value="0.05292" units="cm"/>
      <inkml:brushProperty name="height" value="0.05292" units="cm"/>
      <inkml:brushProperty name="color" value="#92D050"/>
    </inkml:brush>
  </inkml:definitions>
  <inkml:trace contextRef="#ctx0" brushRef="#br0">15654 15307 277 0,'0'0'6'16,"0"0"3"-16,0 0 2 0,0 0 0 16,0 0 3-16,0 0-1 15,0 0 3-15,0 0 1 16,0 0-4-16,0 0-2 16,0 0-2-16,0 0 1 0,0 0-1 15,7-5-1-15,-7 5 0 16,0 0-1-16,13-3 0 15,-13 3-1-15,12-5 0 0,-12 5 0 16,13-7-1-16,-13 7 0 16,17-12 0-16,-6 6-1 15,-4 2 0-15,-7 4-1 16,17-13 1-16,-7 6 0 16,-2 2-1-16,1-2-3 0,2 2 0 15,-2-3 0-15,-1 0 0 16,1 4 0-16,-9 4 0 15,17-13 0-15,-17 13 0 16,10-12 0-16,-10 12 0 0,19-13 0 16,-19 13 0-16,11-12 0 15,-11 12 0-15,14-13 0 16,-10 4 0-16,-4 9 0 16,12-12 0-16,-12 12 0 0,13-16 0 15,-13 16 0-15,12-14 0 16,-12 14 0-16,13-11 0 15,-13 11 0-15,10-9 0 16,-10 9 0-16,0 0 0 16,7-11 0-16,-7 11 0 0,0 0 0 15,13-9 0-15,-13 9 0 16,0 0 0-16,0 0 0 16,8-7 0-16,-8 7 0 15,0 0 0-15,0 0 0 0,0 0 0 16,0 0 0-16,0 0 0 15,0 0 0-15,0 0 0 16,0 0 0-16,0 0 0 0,0 0 0 16,0 0 0-16,0 0-19 15,0 0-67-15,12 0-4 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2:48:42.969"/>
    </inkml:context>
    <inkml:brush xml:id="br0">
      <inkml:brushProperty name="width" value="0.05292" units="cm"/>
      <inkml:brushProperty name="height" value="0.05292" units="cm"/>
      <inkml:brushProperty name="color" value="#0070C0"/>
    </inkml:brush>
  </inkml:definitions>
  <inkml:trace contextRef="#ctx0" brushRef="#br0">1313 1569 161 0,'0'0'1'0,"0"0"1"15,0 0 1-15,0 0 7 0,-2-11-2 16,2 11 2-16,0 0 0 15,0 0 0-15,10-10 0 16,-10 10 0-16,17-7-1 16,-5 4-4-16,6-2 0 0,1 3-1 15,4-3 1-15,1 2-1 16,6 1 0-16,3 0 0 16,4 2 0-16,5-3 0 15,3 3-1-15,2-3 1 16,8 3-1-16,2 0 2 0,3 0-1 15,2 3-1-15,5 0 0 16,2-1 0-16,6 0 0 16,0 3-2-16,4-2 1 15,9-1-1-15,-5 3-1 0,9-2 1 16,0-3-1-16,3 3 2 16,5-2-2-16,1-1 1 15,-2 0 0-15,5 0-1 16,6 0 1-16,-2 0 0 0,3-4 0 15,6 1 1-15,-3-4-1 16,2 4 1-16,1-4-1 16,5 2 0-16,-2-3 0 0,1 3 1 15,1-2-2-15,2-1 1 16,3 2-1-16,-3 0 0 16,0-1 0-16,3-1 1 15,0 4-1-15,3-2 1 16,-6 1-1-16,0 0 1 0,4 1 0 15,0-1 0-15,-4 5 0 16,5-5 0-16,-7 2 0 16,4 0 0-16,1 1 0 0,-3 2-1 15,0-2 1-15,4 2-1 16,-2 0 1-16,-4 0-1 16,-2 0 0-16,0 0 0 15,0 0 0-15,2 0 0 0,-5 0 1 16,2 0-1-16,-4 0 0 15,1 0 0-15,-2 0 0 16,1 0 1-16,2 0-1 16,-6 0 0-16,1 0 0 15,0 0 1-15,-5 0-1 0,0 0 0 16,-3 0 1-16,0 0-1 16,1-3 0-16,-6 1 0 15,-2 2 0-15,2-3 0 0,-7 1 0 16,0-1 0-16,-3 1 0 15,-1-1 0-15,-6-2 0 16,2 3 0-16,-7-2 1 16,0-2-1-16,-2 4 0 0,-6-4 1 15,0 2-1 1,-2-2 0-16,-4 2 0 0,-4-1 1 16,1 0-1-16,-3 0 0 15,-7 0 0-15,-1 3 0 16,-1-3 0-16,-4 2 0 15,-1-2 0-15,-6 3 0 0,-2-4 0 16,-3 4 0-16,0 0 0 16,-7 0-1-16,-2 2 1 15,-1-3-1-15,-7 3 0 0,3 0-1 16,-6 0 1-16,0 0-1 16,-4 0 0-16,-8 0 1 15,12 3-1-15,-12-3 1 0,7 9 0 16,-7 1-1-16,0-2 1 15,0 6-1-15,0-2 1 16,0 8-1-16,-7 10 3 16,2 27 0-16,-4 13 0 15,-2 9 1-15,2 10 0 16,1 4 0-16,-2 1 0 0,2 4 1 16,4-9-1-16,-4-9 1 15,6-4 0-15,2-9 1 16,0-4 2-16,0-7-1 0,0-2 0 15,0-6 0-15,0-9-1 16,2 1 0-16,1-8-1 16,-3-1-4-16,0-10-3 15,0 2-8-15,0-15-14 0,-8 0-42 16,8-8-6-16</inkml:trace>
  <inkml:trace contextRef="#ctx0" brushRef="#br0" timeOffset="1064.83">1477 1659 115 0,'0'0'5'0,"0"0"-1"15,0 0 1-15,0 0-3 16,0 0 1-16,-2-10 1 15,2 10 1-15,-3 6 1 16,-2 3-3-16,1 14 1 0,-2 4 1 16,-1 17 5-16,-1 11 1 15,0 9 0-15,1 3-1 16,0 13 2-16,2 4 2 16,-5 4-1-16,0 5 0 0,5-5-2 15,0-1-2-15,0-2 1 16,-2-7 0-16,-1-3-3 15,-2-8-1-15,3-7 0 16,2-8 2-16,-5-7-1 0,2-8 0 16,-1-10-1-16,1 0 1 15,3-7 0-15,2-8 0 16,3-12 2-16,-2 15-2 16,2-15 0-16,0 0-3 0,0 0-3 15,0 0-4-15,-3-10-11 16,1 2-22-16,0-1-36 15,2-4-6-15</inkml:trace>
  <inkml:trace contextRef="#ctx0" brushRef="#br0" timeOffset="2364.23">943 3044 184 0,'0'0'2'0,"0"0"0"16,0 0 3-16,0 0-2 16,0 0 1-16,0 0 0 15,0 0 3-15,5-2 1 0,2 2 0 16,9 0-1-16,3 0 1 16,11 0 3-16,4 2 0 15,14-2-1-15,2 2 0 0,17-2-2 16,5 0 2-16,10 0-2 15,5-4 0-15,7 1-1 16,8 1-1-16,2-6-1 16,18 3-1-16,-3-2 0 15,3 3-2-15,9-5-1 0,7 1 0 16,3 2 0-16,3-2 0 16,8 1-1-16,4 2 1 15,-2-2 1-15,10-4-1 16,3 4 1-16,3 0 0 0,8-4 1 15,-2 4-1-15,3 0 1 16,3-4 2-16,7 3-1 16,4 0-1-16,-4-2 2 15,-1-3-2-15,1 3-1 0,0-4 0 16,3 1-1-16,-8 3-1 16,-3-2 0-16,0 2 0 15,0 3 1-15,-2 2-1 0,1 0 1 16,-6 2 0-16,-1 0 1 15,4 3-1-15,-9 0 1 16,-1 0-1-16,-3 0 0 16,1 3 0-16,-11 2 0 15,5 0-1-15,-5 0 0 0,-3 0 1 16,-5 0-1-16,3 0 0 16,-4-1 1-16,-1 2-1 15,-5-6 0-15,-2 2 1 16,-10-2-1-16,-3 0 0 0,-2 0 0 15,-4-2 1-15,-8-5-1 16,-9 4 1-16,0-2 0 16,-9 2-1-16,-4-1 0 15,-8 1 1-15,-6-2-1 0,-8 3 0 16,-8-1 1-16,-3-2 0 16,-7 2 0-16,-9 1 1 15,-6 0 0-15,-4-1 1 16,-11 2 0-16,-1-3 0 15,-4 4 1-15,-13 0-1 0,10-2 0 16,-10 2-1-16,0 0-2 16,0 0-7-16,0 0-18 15,11 12-48-15,-11-12-4 16</inkml:trace>
  <inkml:trace contextRef="#ctx0" brushRef="#br0" timeOffset="167464">4882 5266 178 0,'0'0'9'0,"0"0"6"0,0 0 5 15,0 0 2-15,0 6 2 16,0-6 0-16,0 0 2 16,0 0 0-16,0 0-9 0,0 0-4 15,0 0-7-15,0 0-2 16,0 0-3-16,-3 9-1 15,3-9 0-15,7 3-1 16,1-1 2-16,4 1 0 16,5-3 2-16,6 2 2 0,7-2-1 15,2 2 0-15,5-2-1 16,10 0 0-16,1 0 0 16,6 0-2-16,4 0 1 15,6 0-1-15,3-2 0 16,5 0-1-16,5-1 1 0,5-2 0 15,2 3-1-15,4-4 1 16,6 5-1-16,2-2 1 16,4-2-1-16,2 2 0 0,-2 3 1 15,4 0-1-15,3 0 0 16,-1 0 1-16,4 0-1 16,5 0 0-16,-4 0 1 0,6 0-1 15,0-2 0-15,2-1 1 16,3-1-1-16,0-1 1 15,2-3-1-15,-6 1 1 16,7-1-1-16,-6 3 1 16,0-3-1-16,-4 4 0 0,-9-4 1 15,-1 4-1-15,-6-2 0 16,-4 3 0-16,-8 2 1 16,-11 1-1-16,-5-3 0 15,-7 3 0-15,-10 0 1 16,-6 0-2-16,-13 0 0 0,-8 0-2 15,-7 3-4-15,-10-2-8 16,-10-1-23-16,9 9-35 16,-16-5-7-16</inkml:trace>
  <inkml:trace contextRef="#ctx0" brushRef="#br0" timeOffset="168363.19">5013 5478 74 0,'0'0'6'0,"0"0"5"15,7 0 7-15,-7 0 2 0,18 0 2 16,-6 0 3-16,11 0 1 16,6 0 0-16,1 0-5 15,12 0-5-15,3 0-3 16,9 0-3-16,4-4-1 0,9 2-3 15,0 0-1-15,10-4-1 16,8 3-1-16,2-1 0 16,10 0 0-16,-1-2-2 0,8 4 0 15,11-3 0-15,-3 1 1 16,2 3-1-16,7-4 0 16,-1 3 0-16,6-1-1 15,7 3 1-15,-4-2-1 16,-2-1 1-16,4 0-1 0,-2 3 0 15,3 0 1-15,-3 0-1 16,-2-2 0-16,-10 2 0 16,7 0 1-16,-2 0 0 15,-6-2-1-15,-6 2 1 0,0-3-1 16,-9 0 2-16,-4 1-2 16,-3-5-1-16,-9-1 1 15,-6 2-1-15,-11 0 1 0,-9-5 1 16,-7 7-1-16,-9-3 1 15,-12-1 1-15,-5 6 0 16,-9-3-5-16,-17 5-7 16,7-10-16-16,-7 10-27 0,-17 0-17 15</inkml:trace>
  <inkml:trace contextRef="#ctx0" brushRef="#br0" timeOffset="169030.28">5271 5559 87 0,'0'0'6'0,"0"0"3"16,0 0 5-16,0 0 3 0,5 2 1 16,5 3 3-16,2-3 2 15,6 3 2-15,6-2-4 16,4 2-4-16,12-2-3 15,2-3 0-15,15 0-2 0,5 2-2 16,15-2-1-16,8 0 0 16,7-2-1-16,9-4-1 15,14 1 1-15,7 0-2 0,4-2 1 16,9 2-1-16,6 0-2 16,6 1 0-16,5 1-1 15,2 0 1-15,2 1-2 16,3 2 0-16,-5-3 0 0,2 1 1 15,-4 2-1-15,-5-3 2 16,-5 1 0-16,-8 0 1 16,-10-1 1-16,-9 1-1 15,-14-1 0-15,-9-2 0 16,-15 2-1-16,-12 1-3 0,-16 2-10 16,-14 10-61-16,-13-7-5 15</inkml:trace>
  <inkml:trace contextRef="#ctx0" brushRef="#br0" timeOffset="172697.71">17856 12026 370 0,'0'0'4'0,"0"0"2"16,0 0 2-16,0 0-2 0,-7-7 0 15,7 7-2-15,0 0-8 16,0 0-21-16,0 0-45 0,0 0-4 15</inkml:trace>
  <inkml:trace contextRef="#ctx0" brushRef="#br0" timeOffset="172815.15">17831 12116 358 0,'0'0'0'0,"0"0"-14"16,-2 15-47-16,2-15-8 15</inkml:trace>
  <inkml:trace contextRef="#ctx0" brushRef="#br0" timeOffset="-202832.77">1693 6988 229 0,'0'0'5'0,"0"0"3"0,0 0-1 0,0 0 0 0,0 0 2 16,0 0 1-16,18-3 2 16,-11 3 1-16,5 0-5 15,6 3-1-15,2 0 1 16,4-2 0-16,6 6 0 15,2-6-1-15,9 5-1 0,1-6 0 16,5 0 1-16,5 0-1 16,3 0-1-16,4 0-1 15,6-6 0-15,2 2-1 16,0-1-1-16,1-1-1 0,6 2 0 16,0-2-1-16,3 5 1 15,0-2-1-15,-2 0 0 16,1 1 0-16,7-1 1 15,-1 1-1-15,-3 2 0 0,1 0 0 16,1-2 0-16,-1-1 1 16,3 3-1-16,-4 0 0 15,-2 0 1-15,6 0-1 0,-5 0 0 16,0 3 0-16,-1-1 1 16,0 0-1-16,0-2 0 15,0 0 0-15,-3 0 0 16,0 0 0-16,1 0 1 0,0 0-1 15,0 0 0-15,-1 0 0 16,-2-2 0-16,3 2-1 16,-4-2 1-16,2 2 0 15,-4-3-1-15,1 0 1 16,-3 1 0-16,5-1-1 0,-5 1 2 16,0-1-1-16,2 1 0 15,-2-1 0-15,-2 1 1 16,0 0-1-16,0-1 0 15,-3 0 0-15,3 3 0 0,-3-2 0 16,-5-1 0-16,5 3 0 16,-5-1 0-16,0-3-1 15,0 4 1-15,-2 0-1 16,0-2 1-16,3 2-1 0,1-3 0 16,-3 3 0-16,4-2 0 15,-1 2 1-15,-1 0-1 16,4 0 1-16,-5 0 0 0,-2 0 0 15,7 0 0-15,-2 0 0 16,-1 0 0-16,1 0-2 16,-4 2 1-16,6-2-1 15,-4 0 1-15,-1 5-2 0,-2-5 1 16,0 4 0-16,0-3 1 16,-6-1 0-16,8 0 0 15,-2 0 1-15,5 0 0 16,-3 0 0-16,3 0 0 15,-2 0 1-15,2 0-1 0,2 0 0 16,4 0 0-16,-10 0 0 16,8 0 0-16,2 0 0 15,-4 0 0-15,3 0 0 0,-1-1 0 16,1-3 0-16,-3 4-1 16,0 0 1-16,0 0-1 15,-5 0 0-15,5 0 0 16,-2 0 0-16,2 4-2 0,0-3 2 15,0 4-2-15,3-2 1 16,-3 0 0-16,5-1 0 16,-5 0 0-16,-5 1 1 15,5-1 0-15,0 1 0 0,-2-1 1 16,2 3 0-16,-4-2-1 16,4 2 2-16,-5-3-1 15,0 3-1-15,-3 1 1 16,-1-2 1-16,-1-1-2 15,-3 1 2-15,4 3-1 0,-1 0 0 16,0 0 0-16,2 0 0 16,-3 0 1-16,0 1-1 15,2-1 0-15,1 0 0 0,-4 1 0 16,2-3 0-16,3 0 0 16,-3 2 0-16,2-2-1 15,6 1 1-15,-3-2 0 16,5 3 0-16,-2-4 0 0,2 2 0 15,0-3 0-15,-2 3 0 16,0-2 0-16,-3 0 1 16,5-2-1-16,-2 2 0 15,-1 0 0-15,1-1 0 0,0 1 0 16,-3-3 1-16,3 2-1 16,-2-2 0-16,-3 3 0 15,0-3 0-15,3 0 0 16,1 0 0-16,-1 0 0 15,-1 0 0-15,2 0 0 0,0 0 0 16,-1 0-1-16,1 0 1 16,-4 0-1-16,-2 0 0 15,4 0 0-15,-6 0 1 16,7 0-1-16,1 0 0 0,1 0 0 16,2 0 0-16,-5 0 1 15,6 0 0-15,-9 0 0 16,6 0 0-16,-8 2 0 0,0-2-1 15,1 0 1-15,0 3 0 16,-3-3 0-16,5 2-1 16,-5 0 1-16,4 1 0 15,-3-3 0-15,0 3 0 0,-1-1 0 16,0-2 0-16,2 0 0 16,-5 0 0-16,3 0 0 15,2 0-1-15,0 0 1 0,3 0 0 16,-3-5 0-16,5 5 0 15,-4-3 0-15,4 1 0 16,-2 0 0-16,-1-1 0 16,0 1 1-16,-3 2-1 15,3-3 0-15,3 1-1 16,-2 2 1-16,0 0 0 0,-3-3 0 16,4 1 0-16,-3-1-1 15,2 0 1-15,-3 2 0 16,0-5 1-16,3 5-1 0,-5-3 0 15,5 2 1-15,0-1-1 16,3-2 0-16,-3 2 1 16,2-1 0-16,1 1-1 15,-5-1 1-15,5-2 0 0,-3 4 0 16,-3-5 0-16,3 4 1 16,-1-1 0-16,1 1 1 15,2 0-1-15,-2 1 1 16,0-1 1-16,-6 3 0 0,3-2 0 15,-10 2 0-15,1 0 2 16,-11-2-1-16,-4 2 1 16,-9 0 0-16,-1 0 0 15,-8 0 0-15,-10 0-2 0,9-3-1 16,-9 3-1-16,0 0-5 16,-7 0-10-16,7 0-38 15,-20-5-22-15,3 5-6 16</inkml:trace>
  <inkml:trace contextRef="#ctx0" brushRef="#br0" timeOffset="-201147.96">1631 7910 211 0,'0'0'2'0,"0"0"0"0,0 0 2 0,0 0 2 16,0 0 3-16,10 0 2 15,0 0 2-15,0 1 0 0,10-1-1 16,2 3 1-16,3 2-2 15,9-2-3-15,1 3-1 16,13-5-3-16,4 4-2 16,2 0 1-16,9-2-1 0,4-1-1 15,4 1 2-15,7-1-1 16,3-2 0-16,1 0-1 16,11 0 1-16,-1 0 0 15,5 0 0-15,4 0 0 16,4 0-2-16,6 0 1 0,4 0 0 15,4 3 2-15,-2-3-2 16,8 0-1-16,4 2 1 16,0 1-1-16,4-3 0 15,0 0 0-15,-4 0 1 0,5 0-1 16,5 0 0-16,-7-5 0 16,-1 2 0-16,2-2 1 15,-2 3-1-15,3-1 2 16,10 3-1-16,-17-3 2 15,4 3-3-15,-8 0 0 16,-123 0 0-16,131 0-3 0,-6 0 1 16,1 0-1-16,-12-2-2 0,-4 0 1 15,9 2-1-15,-8-3 1 16,-3-2 1-16,4 3 1 16,4-1 2-16,-9-2-1 15,-1 1-1-15,4-3 1 0,-6-3 0 16,6 2 0-16,5-5 0 15,-7 6 0-15,0-5 0 16,-2 2 0-16,-2-1 1 16,6 4 0-16,2 0-1 0,-10 2 1 15,-3-1 1-15,0 2-1 16,-7 1-1-16,-3-1 1 16,-6 4 0-16,-4-3 1 15,-7 1 0-15,-7 2 0 16,-8 0-1-16,-5 0 1 0,-5 0-3 15,-10 0-4-15,0-3-7 16,-14 3-16-16,0 0-25 16,-11 0-2-16</inkml:trace>
  <inkml:trace contextRef="#ctx0" brushRef="#br0" timeOffset="-197632.63">19978 6656 357 0,'0'0'8'0,"0"0"2"0,0 0 2 0,0 0-1 16,0 0 1-16,-7 8 1 15,7-8 2-15,-6 12-3 0,6-12-5 16,-2 12-2-16,2-4 0 16,0-8-1-16,2 15 1 15,-2-15 0-15,18 6 0 0,-3-6 0 16,0-1 1-16,-1-6-1 15,4-4 1-15,-3-1-3 16,0-1-3-16,-3-1 0 16,-6-2 0-16,-4 2 0 15,-2 4 0-15,-2 0 0 0,-10 5 0 16,1 3 0-16,-6 2 0 16,0 2 0-16,-4 5 0 15,4 4 0-15,2-2 0 16,3 7 0-16,6-2 0 0,4-2 0 15,2-1 0-15,11-2 0 16,3-4 0-16,6-3 0 16,8 1 0-16,-1-3 0 15,0-3 0-15,0-4 0 0,-2 2 0 16,-5-7 0-16,-5 2 0 16,-5 0 0-16,-10-3 0 15,0 4 0-15,0 9 0 0,-20-7 0 16,2 3 0-16,-3 4 0 15,-2 6 0-15,-1 4 0 16,0 2 0-16,5 3 0 16,-1-3 0-16,8 6-23 15,7-5-62-15,5-1-4 0</inkml:trace>
  <inkml:trace contextRef="#ctx0" brushRef="#br0" timeOffset="-195689.73">20018 6161 330 0,'0'0'5'0,"0"0"3"0,-10-2 2 0,10 2 2 0,-15-11 2 15,5 6 1-15,-4 3 1 16,-2-3 0-16,2 0-4 0,-4 5-3 15,0 0-2-15,-1 0-1 16,1 5-1-16,1 2-2 16,-5 6 1-16,-1 2-2 0,4 2 1 15,-4 4 0-15,3-2 0 16,-5 6 0-16,3-3-1 16,2 2 0-16,0 1 0 15,3-1 0-15,-1 1-1 16,1 0 0-16,4-2-1 0,1-2 0 15,3 3 1-15,-2-5-1 16,4 1 0-16,0 0 1 16,-1 2-1-16,0 0 1 15,1 6-1-15,2-3 0 0,0 0 0 16,3 1 0-16,-4 1 0 16,4 1-1-16,-1-1 1 15,3-2 0-15,0 2 0 16,0 1 0-16,5-4 0 15,1 3 0-15,1-2 1 0,5 0-1 16,1 0 1-16,2-2 0 16,3 3 0-16,1-6 0 15,3 3 0-15,1-1 1 0,2 0-1 16,2-2 0-16,2-3 0 16,1 1-1-16,3-3 2 15,0-3-2-15,1 0 0 16,3 0 0-16,1-4 0 0,-1-3 0 15,0 3 0-15,1-8 0 16,1 0 0-16,-2 0 0 16,-5 0 0-16,6-8 0 0,-3 1 0 15,2-3 0-15,0-3 0 16,-4-1 0-16,1-4 0 16,3-2 0-16,-4-3 0 15,-1 1 0-15,3 0 0 16,-8 0 0-16,0-3 0 0,1 4 0 15,-3 0 0-15,-5-1 0 16,-2 0 0-16,-1-1 0 16,-3-2 0-16,4 3 0 15,-8-6 0-15,0-4 0 0,-3 0 0 16,-2 1 0-16,0-7 0 16,-3-1 0-16,-2-2 0 15,-2 2 0-15,-6-1 0 16,-1 1 0-16,-4 1 0 0,1 2 0 15,-6 1 0-15,-1 5 0 16,-4 0 0-16,1 3 0 16,-6 0 0-16,3 2 0 0,-5 0 0 15,4 3 0-15,-10 3 0 16,7-1 0-16,-1 0 0 16,-3 5 0-16,1 0 0 15,2 5 0-15,-7 0 0 16,3 3 0-16,1 2 0 0,-4 0 0 15,3 2 0-15,-1 1 0 16,5 2 0-16,-6 0 0 16,10 0 0-16,-1 0 0 15,-1 0 0-15,10 5 0 0,-1 0 0 16,1 0 0-16,4-1 0 16,14-4-8-16,-13 16-13 15,13-16-32-15,0 12-32 0,0-12-1 16</inkml:trace>
  <inkml:trace contextRef="#ctx0" brushRef="#br0" timeOffset="-194815.35">19695 6267 257 0,'0'0'6'0,"0"0"2"0,0 0 3 16,0 0-1-16,0 0 3 0,0 0-1 15,0 0 3-15,8-7 0 16,-8 7-3-16,8-10-2 16,4 2-1-16,0-4 1 15,2-3-2-15,2-3 0 0,6-4-2 16,2-10 1-16,9-2-2 16,7-8-1-16,4-5-1 15,9-8-1-15,2-1 0 16,7-10-1-16,7-3 0 0,0-2-2 15,7-7 0-15,-2 0-1 16,0-5 1-16,3-3 0 16,3-1 0-16,-1-1 1 15,1-2 0-15,-3-5-1 0,0 6 1 16,0-2 1-16,-2 1 0 16,-1 1 0-16,-2 3-1 15,0-1 1-15,0 5 0 0,-3 3 0 16,2 0 0-16,-4 4 0 15,2 3-1-15,-5 5 0 16,-1 8 0-16,-9 2 0 16,-1 5 0-16,-6 8 0 15,-8 9 0-15,-9 5 1 0,-5 6 1 16,-10 6-1-16,-3 6-1 16,-12 12 0-16,5-13-1 15,-5 13-7-15,-9 5-7 16,9-5-50-16,-16 10-11 0</inkml:trace>
  <inkml:trace contextRef="#ctx0" brushRef="#br0" timeOffset="-193832.62">20592 6747 229 0,'0'0'5'0,"0"0"3"0,0 0 4 0,5-12 2 15,-5 12 3-15,10-18 2 0,-3 4 2 16,6-3-1-16,4-5-3 16,1-3-2-16,7-5-3 15,2-5-3-15,5-3-3 16,1-1 0-16,6-5-1 15,0-3 0-15,4-3 0 0,6-2-1 16,4-5 0-16,-1-5 1 16,6-5-1-16,6 1-1 15,3-6-1-15,5-2-1 0,3-3 0 16,1-3-1-16,2-2 0 16,1 3 0-16,3 0-2 15,1 0 0-15,-7 0 0 16,2 4 1-16,-4 2 0 0,-3 0 0 15,-4 4 1-15,1 2-1 16,-6 2 1-16,-4 3 0 16,-7 4 0-16,2-3 1 15,-9 2-1-15,-4 5 0 0,0 1 0 16,-4 2 1-16,-5 4 0 16,-1 2 1-16,-5 2-1 15,0 4 0-15,-4 5 0 16,0 2 0-16,-1 0-1 15,-3 7 0-15,0 0 1 0,-5 2-1 16,-1 6 1-16,-1 2 0 16,-6 3 1-16,1 4-1 15,-5 8 0-15,0 0 0 0,3-10-1 16,-3 10-2-16,0 0-4 16,0 0-8-16,-8 5-22 15,8-5-41-15,-4 10-4 16</inkml:trace>
  <inkml:trace contextRef="#ctx0" brushRef="#br0" timeOffset="-192480.65">22133 3668 196 0,'0'0'8'0,"0"0"4"0,0 0 4 16,0 0 2-16,0 0 1 0,0 0 1 15,-5-9 0-15,5 9 0 16,0 0-7-16,7-2-4 0,3 2-3 16,8 0-3-16,1 4 0 15,8 6-1-15,8-3 1 16,5 8-2-16,2 2 1 0,4 7 0 16,5-1 0-16,1 8 0 15,3 1 1-15,3 2 0 16,-7 4 1-16,2-2-1 15,-3 2 0-15,-4-9 0 0,0 4 0 16,-9-8-1-16,-5 0 0 16,-5-7-2-16,-3-1-5 15,-3-6-9-15,-6-1-22 16,4-2-34-16,-19-8-6 16</inkml:trace>
  <inkml:trace contextRef="#ctx0" brushRef="#br0" timeOffset="-191732.65">22112 3604 200 0,'0'0'4'0,"5"-10"4"0,4 3 2 0,0-9 4 0,3-6 3 16,8-4-1-16,5-12 2 15,12-9 0-15,3-7-1 16,8-9-4-16,7-6-2 16,3-6-2-16,13-1 1 0,3-8-2 15,1-6-1-15,6-4 0 16,1-1-3-16,3 1 0 16,1-4-5-16,-1 4-1 15,0 2-1-15,-3 1-1 0,-3 7 0 16,-6 1 1-16,-4 9 1 15,-9 5-1-15,-3 6 4 16,-10 7 0-16,-8 4 0 0,-9 13 0 16,-7 9 0-16,-5 7-3 15,-18 23-6-15,12-17-6 16,-12 7-13-16,0 10-43 16,0 0-6-16</inkml:trace>
  <inkml:trace contextRef="#ctx0" brushRef="#br0" timeOffset="-191131.66">22738 4179 252 0,'0'0'7'0,"18"-22"5"0,0-6 4 0,12-5 4 0,7-13 2 16,10-12 0-16,12-13 3 15,14-15 1-15,3-4-8 16,4-2-4-16,4-4-4 15,1-5-3-15,0 2-2 0,-9-1-2 16,-1 1 0-16,-3 3-2 16,1-3-1-16,-6-1 1 15,0 1-2-15,-3 4 1 16,1 2-1-16,-6 9-1 0,1 7-4 16,-10 6 1-16,-6 10 1 15,-4 12 0-15,-10 10 1 16,-8 9-1-16,-4 5 0 15,-4 8 1-15,-4 2 0 0,-2 5-5 16,-8 10-8-16,8-13-7 16,-8 13-25-16,0 0-29 15,0 0-6-15</inkml:trace>
  <inkml:trace contextRef="#ctx0" brushRef="#br0" timeOffset="-190623.58">23596 1712 323 0,'0'0'4'0,"0"0"3"16,-3-13 1-16,3 13 2 16,0-12-2-16,0 12 3 15,0-8 1-15,0 8-2 0,5-15-3 16,-5 15-3-16,13-9-2 15,-3-1-1-15,3 4 1 16,-1 2-1-16,5-1-1 16,-2 0 0-16,8 5-1 0,-7 0 3 15,39 0 0-15,3 7-1 16,4 6 0-16,-3 6 1 16,-1 6-1-16,-4 7 0 0,-2 0 1 15,-15 3-2-15,-1 0 0 16,-7 0 0-16,1-1 1 15,-5-5 1-15,-3 2-1 16,-7-6-1-16,0-3-4 16,-8-7-6-16,4-3-13 0,-4 0-46 15,-7-12-9-15</inkml:trace>
  <inkml:trace contextRef="#ctx0" brushRef="#br0" timeOffset="-189814.88">24026 1689 347 0,'0'0'5'0,"0"0"3"0,0 0 2 16,0 0 1-16,10-5 3 15,-10 5 0-15,10-5 0 0,-10 5 3 16,20-15-6-16,-10 6 0 15,7-1-2-15,0-8-1 16,1 4-2-16,0-7 1 16,8 2-1-16,-5-6-1 15,-2 3 0-15,4-1-2 0,-4-4-3 16,3 5 0-16,-1-3 0 16,-1 0 0-16,-6 3 0 15,2 3 0-15,-4 1 0 16,-3 3 0-16,0 2 0 15,-9 13 0-15,0 0 0 0,0 0 0 16,-9 6 0-16,0 9 0 16,-3 5 0-16,-4-1-2 15,4-4 4-15,-15 34-2 0,-8-2 0 16,5 6 0-16,0-4 0 16,5-12 0-16,5-9 0 15,11-16 0-15,9-12 0 16,0 0 0-16,0 0 0 15,0 0 0-15,2-8 0 0,5 1 0 16,1-3 0-16,2-5 0 16,0 3 0-16,3-3 0 15,-1-2 0-15,0-1 0 16,-2 1 0-16,5 2 0 0,-3 1 0 16,1-2 0-16,-1-1-5 15,1 5-4-15,-4-1-9 16,2 3-38-16,-4 3-31 0,-7 7-3 15</inkml:trace>
  <inkml:trace contextRef="#ctx0" brushRef="#br0" timeOffset="-188398.91">24083 1669 388 0,'0'0'4'0,"0"0"2"0,0 0 1 15,-7-2 1-15,7 2 2 16,-16-3 0-16,7 3 0 16,-3 0 0-16,-1 3-3 0,0 1-3 15,1 9 0-15,-3 2-3 16,3 2 0-16,1 6-1 16,7 1 0-16,1 1 0 15,3 6 0-15,5-2 0 16,5-2 1-16,10 0 0 15,5-5 0-15,2-4 1 0,8-6 1 16,2-4 0-16,0-8 0 16,4-3 0-16,-7-10 1 15,1 1 1-15,-5-8 0 0,-3 1 1 16,-7-3-2-16,-7-3-4 16,-6 0 0-16,-7 0 0 15,-3 0 0-15,-9 3 0 0,-8 0 0 16,0 5 0-16,-10 7 0 15,0 2 0-15,-5 8 0 16,6 0 0-16,-8 10 0 16,7 5 0-16,2-1 0 0,6 11 0 15,0 0 0-15,9 2 0 16,6 3 0-16,4 0 0 16,6 0 0-16,6-6 0 15,7 1 0-15,4-7 0 16,2-11 0-16,5-4 0 0,1-9 0 15,-3-6 0-15,2-8 0 16,-5-5 0-16,-4 1 0 16,-3-6 0-16,-8-3 0 15,-7 2 0-15,0 1 0 0,-5 3 0 16,-12 2 0-16,-4 7 0 16,0 6 0-16,-4 7 0 15,-3 5 0-15,3 3 0 16,-2 9 0-16,5 3 0 15,2 0 0-15,4 5 0 0,4-6-14 16,7 6-15-16,5 0-46 16,0-10-13-16</inkml:trace>
  <inkml:trace contextRef="#ctx0" brushRef="#br0" timeOffset="-187799.43">24214 1088 308 0,'0'0'6'0,"0"0"4"0,0 0 0 16,0 0 1-16,0 0 0 16,0 0-1-16,0 0 1 0,0 0 0 15,0 0-7-15,3 4-5 16,-3-4-10-16,0 0-21 15,18 13-42-15,-18-13-2 0</inkml:trace>
  <inkml:trace contextRef="#ctx0" brushRef="#br0" timeOffset="-186999.12">24379 842 384 0,'0'0'4'0,"0"0"3"16,0 0 2-16,0 0 1 15,0 0 1-15,0 0 2 16,0 0-2-16,0 0 1 16,0 0-5-16,0 0-3 0,0 0-2 15,0 0-1-15,0 0-1 16,-35 27-1-16,25-12 0 15,0 2 0-15,-2 1 1 16,-1 7 0-16,-1-3 0 0,-4 0-1 16,3 6 1-16,0-2-1 15,-2 2 1-15,4-2 1 16,-1-1 0-16,-2 0-1 16,4 0 1-16,-1-5 2 0,4-3-1 15,1-2 0-15,1-2 1 16,1-3-1-16,6-10 0 15,-7 12-1-15,7-12 0 16,0 0-2-16,0 0 1 0,-2 11-2 16,2-11 1-16,0 0 0 15,9 7 0-15,0-3 0 16,3 2 0-16,0 2 1 16,5 0-1-16,1 1 1 0,-1 5 0 15,6-1 0-15,1-1-1 16,1 2 1-16,1 2-1 15,3 0 1-15,1 0 0 16,-1 1 0-16,-1-2 0 16,2 2 1-16,0-2-1 0,-3-3 0 15,-2 3 1-15,-3-2-1 16,3-1 0-16,-5-2 0 16,-3-3 1-16,-2 3-1 0,0-4 1 15,-5 2 0-15,0-4 0 16,-1-2 1-16,-9-2 0 15,11 8 0-15,-11-8 1 16,0 0-1-16,0 0 0 0,0 0 0 16,0 0-1-16,0 0 1 15,0-13-1-15,0 1 0 16,-2-2 0-16,2-7 0 16,0 1 1-16,0-7-1 15,2 0 1-15,3-3-2 0,0 0 0 16,2-1 0-16,1-2 0 15,2 2 0-15,-3 0 0 16,0 1 0-16,4 0 0 16,-4 6 0-16,3-1 0 0,-3 8-4 15,-1 1-15-15,0 2-63 16,-6 14-6-16</inkml:trace>
  <inkml:trace contextRef="#ctx0" brushRef="#br0" timeOffset="-186299.02">24078 1778 376 0,'0'0'9'0,"0"0"2"0,0-9 2 16,0 9 1-16,-2-8 1 15,2 8 1-15,-10-12-1 0,10 12 1 16,-18-8-8-1,9 8-4-15,-2 0-2 0,-1 10-1 16,2 0-1-16,0 2-1 16,5 3 0-16,3 3 0 15,2-1 1-15,2-2-1 0,8-1 1 16,5-1 1-16,3-3 0 16,3-10 1-16,0 2 1 15,4-4 0-15,-8-8 2 16,0 0-5-16,-6-7 0 15,1-1 0-15,-10-4 0 0,-2 5 0 16,-8-3 0-16,-6 3 0 16,-6 2 0-16,-5 7 0 15,3 3 0-15,-8 5 0 16,5 5 0-16,0 6 0 0,2 3 0 16,6 3 0-16,4 3 0 15,9-2 0-15,1 0 0 16,6-4 0-16,10-3 0 15,3-5 0-15,10-4 0 0,-4-2 0 16,3-7 0-16,-1-3 0 16,-4-2 0-16,-2-5 0 15,-6-1 0-15,-4 1 0 16,-8-1 0-16,-3 4 0 16,-9-1 0-16,-6 7 0 0,1 4 0 15,-5 1 0-15,-1 6 0 16,1 4 0-16,2 6 0 15,-2 4-20-15,12-9-59 0,-1 11-9 16</inkml:trace>
  <inkml:trace contextRef="#ctx0" brushRef="#br0" timeOffset="-184699.08">24120 1845 182 0,'0'0'6'0,"0"0"3"0,0 0 6 0,0 0 4 0,0 0 5 0,0 0 4 16,0 0 1-16,0 0 1 15,0 0-4-15,0 0-3 16,0 0-6-16,0-10-3 16,0 10-4-16,-10-15-3 0,1 1-2 15,-4 2 0-15,-4-6 1 16,-6-5-1-16,11 11-1 15,-3 0-1-15,-5-3 0 0,-2-5-1 16,-3-5 0-16,-7 1-1 16,-1-6 0-16,-4-2-1 15,-3-6 3-15,-4 1-1 16,-9-5 0-16,-4-3 0 16,-5-2 0-16,-8-4-1 0,-1 1 1 15,-9-7-1-15,-5 3 1 16,-1-6-1-16,-1 3 1 15,-5 0-1-15,-3 1 1 16,-5-2-1-16,-1 4 1 16,-3-3-1-16,-4 2 1 15,2 4-1-15,-1-4 0 16,3 2 1-16,0 6-2 0,-1-3 2 16,6 4-2-16,2 2 0 15,2 1 0-15,3 1 0 16,5 3 0-16,2-1 0 15,1 5 0-15,5 3 0 16,7 4 0-16,7 4 0 0,8 1 0 16,5 1 0-16,4 5 0 15,9 2 0-15,39 15 0 16,-33 0 0-16,4 0 0 16,6 0 0-16,1 0 0 15,22 0 0-15,-20 0 0 16,2 0 0-16,18 0 0 15,0 0 0-15,0 0 0 16,0 0 0-16,0 0 0 0,0 0 0 16,0 0 0-16,0 0 0 15,0 0 0-15,0 0 0 16,4 0 0-16,3 0 0 0,-2 0 0 16,27 0 0-1,-22 0 0-15,0 4 0 16,25 10 0-16,-8-3 0 0,-3-3 0 15,1 2 0-15,10 3 0 16,38 22 0-16,-27-13-2 16,5 7 2-16,6-1-2 15,5 9 1-15,10 2 0 16,5 4 0-16,7 1-1 0,5 5 0 16,6 1 0-16,2 7 0 15,5 3 1-15,2-1 0 16,4 8-2-16,-2 3 1 15,0 3 1-15,3 2-1 16,-2-1 0-16,-41-24 3 0,137 101-1 16,-24-10 0-16,-25 1 0 15,-22-9 0-15,-27-9 0 16,-16-18 0-16,-20-16 1 16,-22-26-3-16,-2-6 1 0,-5-5 0 15,-6-6 0-15,-1-8 3 16,-8-8 0-16,0-9 1 15,-8 0 0-15,-4-6 0 16,-4-7 1-16,-9-9-1 0,13 11 1 16,-13-11-2-16,0 0-2 15,0 0-2-15,0 0-2 16,0-8-1-16,0 8-5 16,-10-15-6-16,10 15-15 0,-12-7-51 15,7-3-5 1</inkml:trace>
  <inkml:trace contextRef="#ctx0" brushRef="#br0" timeOffset="-183648.86">22075 788 411 0,'0'0'5'0,"0"0"0"0,0 0 0 0,0 0 1 0,0 0 0 15,0 0-1-15,0 0 1 16,15 42 0-16,-5-20-5 16,0 0-1-16,2 5 1 15,4 4 0-15,-2 0 0 0,1 8 0 16,2-1-1-16,1 5 1 15,0-5 0-15,-4 5 0 16,4 1 0-16,1-1 1 16,-3-4-1-16,-2-2 2 0,-1-1 1 15,-6-11-1-15,1-4 1 16,-4-9 0-16,-1-1 0 16,-3-11 0-16,0 0 0 0,-7-20-1 15,-3 0 0-15,10 20-1 16,-13-29 1-16,1-4 0 15,0-3-3-15,-24-42 0 16,19 33 0-16,0 4 0 16,2-4 0-16,-3 5 0 0,2-3 0 15,3 4 0-15,13 39 0 16,-12-35 0-16,0 1 0 16,12 9 0-16,-4 0 0 15,4 25 0-15,20-23 0 16,5 0 0-16,10 13 0 15,47-11 0-15,-35 15 0 16,10-3 0-16,1 2 0 0,1 0 0 16,3 2 0-16,1-1 0 15,-4 2 0-15,1-3 0 16,0 2 0-16,-11 2 0 16,-2 1 0-16,-7-3 0 15,-40 5 0-15,31-3 0 0,2 1 0 16,-12 2 0-1,-1 0 0-15,-20 0 0 0,0 0 0 16,0 0 0-16,0 0-77 16,0 0-14-16</inkml:trace>
  <inkml:trace contextRef="#ctx0" brushRef="#br0" timeOffset="-181215.61">23221 649 456 0,'0'0'4'0,"0"0"1"0,0 0 1 16,0 0 1-16,0 0 0 15,0 0-1-15,0 0 0 16,0 0 0-16,0 0-3 16,0 0-3-16,0 0 0 0,0 0-1 15,0 2 0-15,0 4 1 16,2-2-1-16,-2 2 2 15,13 28-1-15,-6-24 0 16,1 2 1-16,-1 1-1 16,1 2 2-16,-1-5 2 15,3 2-4-15,-1 3 0 0,-9-15 0 16,0 0 0-16,0 0 0 16,0 0 0-16,0 0 0 15,0 0 0-15,0 0 0 16,0 0 0-16,0-3 0 15,3-2 0-15,-3 0 0 16,3-50 0-16,-9 31 0 16,6 24 0-16,-2-23 0 0,0 1 0 15,2 22 0-15,0 0 0 16,0 0 0-16,0 0 0 16,4-2 0-16,7 2 0 15,-1-3 0-15,-1 1 0 16,4 4 0-16,-3 9 0 15,0-5 0-15,3 4 0 0,-13-10 0 16,12 8 0-16,-2-1 0 16,0 1 0-16,4 2 0 15,-14-10 0-15,0 0 0 16,4-8 0-16,0-2 0 16,1-2 0-16,0 3 0 15,-5 9 0-15,0-14 0 0,0 5 0 16,0-2 0-16,2-1 0 15,-2 12 0-15,0 0 0 16,10 0 0-16,1 0 0 16,-2 0 0-16,1 0 0 15,3 6 0-15,1 0 0 16,-1 3 0-16,29 6 0 0,-14-9 0 16,-28-6 0-16,22 0 0 15,2-5 0-15,-24 5 0 16,0 0 0-16,0 0 0 15,9-9 0-15,0-1 0 16,1 0 0-16,3-2 0 16,-13 12 0-16,0 0 0 0,0 0 0 15,-8-8-2-15,-4 3 0 16,0 0 1-16,1-2 1 16,11 7-1-16,0 0 1 15,-5 4 0-15,0 6 1 16,1 3-1-16,-4-3 1 15,8-10 0-15,8 2 2 0,-1 0-3 16,6 2 0-16,-6-2 0 16,3-4 0-16,2-6 0 15,-4 0 0-15,4 1 0 16,-7-3 0-16,1 0 0 16,3-3 0-16,1 3-4 15,-10 10 2-15,0 0 0 16,0 0 0-16,0 0-1 0,4-4 0 15,1 1-1-15,-1 2 0 16,1-3 0-16,29-3-2 16,-24 10 1-16,3 5 0 15,-1-1 1-15,-3 3 2 16,-1-1 1-16,5 1 1 16,-6 0 1-16,-7-10 2 0,0 0-1 15,0 0 0-15,0 0 0 16,0 0 0-16,0 0 0 15,0 0 0-15,0 0 0 16,5-3 0-16,-3-1-2 16,1-2 2-16,0 2-1 15,-1-1 0-15,18-19-1 0,-18 13 0 16,0 1-3-16,4-2-21 16,6 12-56-16,0 0-2 15</inkml:trace>
  <inkml:trace contextRef="#ctx0" brushRef="#br0" timeOffset="-179465.94">14527 2721 436 0,'0'0'4'0,"0"0"2"0,0-11 3 16,0 11 1-16,0-10 1 16,0 10-2-16,0 0 1 15,0 0 0-15,7 0-4 16,0 17-6-16,4 4 0 0,3 8 0 15,4 6 0-15,-1 7 0 16,3 2 0-16,1 1 0 16,-5 1 0-16,2-1 0 15,-3-2 0-15,-6-9 0 16,-1-4 0-16,0-8 0 0,-4-4 0 16,1-5 0-16,-5-13 0 15,0 0 0-15,9-23 0 16,-5-5 0-16,1-14 0 0,5-7 0 15,3-11 0-15,1-9 0 16,1-5 0-16,7-1 0 16,-2 1 0-16,1 10 0 0,0 4 0 15,-3 15 0-15,-3 12 0 16,-5 9 0-16,0 24 0 16,-10 0-18-16,7 18-67 15,-2 7-4-15</inkml:trace>
  <inkml:trace contextRef="#ctx0" brushRef="#br0" timeOffset="-179282.09">15063 2863 447 0,'0'0'6'0,"0"0"4"16,0 0 1-16,0 0 2 0,-9-2-1 15,9 2 0-15,0-12-12 16,0 12 0-16,12-17 0 15,3 4 0-15,10 1 0 0,-3-6-2 16,5 8-83-16,1 2-2 16</inkml:trace>
  <inkml:trace contextRef="#ctx0" brushRef="#br0" timeOffset="-179133.47">14996 2970 390 0,'0'0'6'0,"0"0"2"0,-9 7 0 16,9-7 1-16,0 11 1 15,0-11 0-15,9 4 1 16,7-4-1-16,14 0-12 0,2-7-20 16,-6-5-54-16,27-4 0 15</inkml:trace>
  <inkml:trace contextRef="#ctx0" brushRef="#br0" timeOffset="-178715.97">15769 2673 435 0,'-32'0'5'0,"-10"0"3"16,5 0 0-16,-6 0 2 15,1 0 0-15,5 0 1 0,-1 0 0 16,6 0 2-16,40 0-13 16,9 4 0-16,8 1 0 15,5 5 0-15,2 5 0 0,3-1 0 16,-2 7 0-16,0 4 0 15,-5 0 0-15,-8-1 0 16,-8 4 0-16,-5-3 0 16,-7-3 0-16,-7 0 0 0,-7-5 0 15,-4-2 0-15,1-8 0 16,-3-4 0-16,-4-3 0 16,8-10 0-16,3-5 0 15,4-13 0-15,9-3 0 0,5-14 0 16,12 1 0-16,3-6 0 15,5 0 0-15,2 1 0 16,3 4 0-16,0 8 0 16,-3 5 0-16,-4 12 0 15,-6 5 0-15,1 10 0 0,-9 3 0 16,1 7 0-16,-5 5-30 16,0 7-55-16,-2 1-4 15</inkml:trace>
  <inkml:trace contextRef="#ctx0" brushRef="#br0" timeOffset="-178149.29">16130 2576 494 0,'0'0'3'0,"0"0"1"0,0 0-1 0,0 0 1 16,0 0-1-16,-8 5-3 15,0 8 0-15,1 1 0 16,-3 9 0-16,6 1 0 0,-2 9 0 16,1-1 0-16,5 0 0 15,5 0 0-15,5-9 0 16,7-4 0-16,3-6 0 0,5-8 0 15,0-5 0-15,-1-5 0 16,4-10 0-16,-3-2 0 16,-5-6 0-16,-5 2 0 15,0-7 0-15,-5 6 0 0,-6 1 0 16,-1 6 0-16,-3 7 0 16,0 8 0-16,0 0 0 15,-10 8 0-15,8 7 0 16,2 8 0-16,2-3 0 15,8 2 0-15,8 0 0 0,4-7 0 16,5-2 0-16,8-8 0 16,3-5 0-16,3-8 0 15,2-7 0-15,-3-5 0 16,-3-4 0-16,-7-6 0 0,-10-5 0 16,-8-4 0-16,-12 1 0 15,-5 1 0-15,-13 3 0 16,-6-2 0-16,-3 7 0 15,-5 8 0-15,-1 5 0 0,3 13 0 16,-2 3-50-16,10 5-38 16,1 3-2-16</inkml:trace>
  <inkml:trace contextRef="#ctx0" brushRef="#br0" timeOffset="-177049.71">15426 2554 333 0,'0'0'5'0,"0"0"4"0,0 0 1 0,0 0 4 0,0 0 1 16,0 0-1-16,0 0 0 16,0 0 0-16,0 0-4 15,0 0-4-15,7 7-2 0,4 8-1 16,6 5-1-16,3 5 0 15,8-1 1-15,4 6 0 0,-2-1 1 16,4 2-1-16,1 1 0 16,-5-5 0-16,-5 0-2 15,-4 3 1-15,-7 0-1 16,-10-5 0-16,-1 2 0 0,-6-3 0 16,-6-4 0-16,-7-1 0 15,2-1 1-15,-2-8 0 16,2-5 0-16,-1-5 0 15,3-2 0-15,-1-11 1 16,3-5 0-16,5-5 1 0,3-6 0 16,2-13 0-16,0-4-4 15,9-8 0-15,7-6 0 16,-3-5 0-16,11 1 0 0,1 0 0 16,0 7 0-16,5 7 0 15,-6 8 0-15,-2 12 0 16,-1 11 0-16,4 9-6 15,-11 10-13-15,1 5-62 0,5 7-2 16</inkml:trace>
  <inkml:trace contextRef="#ctx0" brushRef="#br0" timeOffset="-176083.53">20232 4615 273 0,'0'0'2'0,"0"0"0"0,8-4 0 0,6 4 1 0,5 0 0 0,11 9 0 16,13 0 1-16,9 4 1 16,18 6 1-16,14 12-1 15,18-1 1-15,7 11 3 16,15 6-2-16,6 8 2 0,4 4 3 16,2 8 2-16,-6 5-2 15,-11 5 1-15,-7 10 1 16,-13-1 0-16,-12 6 0 15,-9 0-2-15,-16-1-3 16,-13-4 0-16,-9-3-3 0,-13-4 1 16,-5-10-4-16,-8-9 0 15,-11-9-1-15,-3-10 0 16,0-5 0-16,-1-7 0 0,-5-10-3 16,1-4-4-16,0-5-11 15,-4 3-55-15,9-14-12 16</inkml:trace>
  <inkml:trace contextRef="#ctx0" brushRef="#br0" timeOffset="-175265">20324 4639 308 0,'0'0'7'0,"0"0"3"0,0 0 3 15,-8-3 3-15,8 3 1 16,0 0 2-16,-10-1-3 15,10 1 1-15,0 0-6 16,-3 12-3-16,6 5-3 0,5 5-2 16,2 6-2-16,2 5 0 15,5 1 0-15,1 2 1 16,4 2-1-16,-4-1 0 16,-4-7 0-16,2-3 0 15,-7-4 0-15,1-6 1 16,-4-8 1-16,-4 2-1 0,-2-11 1 15,0 0 0-15,0 0 0 16,-2-12 0-16,-4-6-1 16,-1-7 1-16,-1 0-2 0,-1-9-1 15,-2-4 1-15,4-2-1 16,-3 1 0-16,0 0 1 16,0 2 0-16,5 4 0 0,-4 3 0 15,3 8 0-15,-1 3 1 16,2 1 0-16,0 5-1 15,2 1 1-15,1 2-2 16,2 10 0-16,0-11 0 16,0 11 0-16,12-8-1 0,1 8 0 15,2-3 1-15,5 1-1 16,5-1 1-16,1 3-1 16,10-2 1-16,-4-1 0 15,2-1 0-15,2-2 1 0,-2 4-1 16,-4-3 0-16,2 0 0 15,-9 2-2-15,-4-1-3 16,-6 2-4-16,-1-2-8 16,-12 4-27-16,0 0-38 0,10-5-3 15</inkml:trace>
  <inkml:trace contextRef="#ctx0" brushRef="#br0" timeOffset="-174714.79">20786 4166 446 0,'0'0'3'0,"0"0"-1"0,0 0 0 0,-7-4 0 16,7 4-1-16,-8 4 1 0,8 7-1 15,0 1 1-15,0 6-3 16,10 1 0-16,2 3 1 16,6 3 0-16,1-7 1 15,6-2 0-15,2 0 0 0,3-9 1 16,0-5 0-16,-5-2 0 16,0-7 0-16,0-5 2 15,-8-9-2-15,-4 5 2 16,-1-7-1-16,-7 4 0 0,-3-2-1 15,-2 4 0-15,-2 5-2 16,2 12-1-16,-12-7 0 16,12 7-1-16,-11 5 0 15,11 4 0-15,0 3 0 0,6 1 1 16,9-3 0-16,2-5 0 16,7-2 1-16,6-3 0 15,0-6 2-15,2-6-1 16,1-6 2-16,2-1 0 0,-11-8 2 15,-1-4-1-15,-8-5 0 16,-10-1 0-16,-5-2-1 16,-10 1 0-16,-10 1-1 15,-7 5-2-15,-1 9 0 0,-6 8-4 16,4 10-6-16,-2 5-9 16,7 3-39-16,2 17-26 15,9 5-2-15</inkml:trace>
  <inkml:trace contextRef="#ctx0" brushRef="#br0" timeOffset="-172830.84">20087 6561 178 0,'0'0'7'0,"0"0"2"0,11 3 4 0,1-3 3 16,-3 3 3-16,2-3 2 15,1 0 1-15,4 0 1 0,-7-6-5 16,9-1-4-16,-4-5-2 16,1-1-4-16,7-6 0 15,1-3-4-15,9-10-2 0,1-3 0 16,6-10-2-16,4-2 1 16,8-10 0-16,-1-5 0 15,10-7-1-15,7-8 1 16,2-2-1-16,4-10 1 0,4-3-1 15,5-2-1-15,0-3 0 16,4-2 0-16,2-2-1 16,1-3 2-16,5-2-1 15,-2-2 0-15,0 2 1 0,3-1 0 16,-1-4 1-16,3 4 0 16,-3 2-1-16,-2-6 0 15,0 8-1-15,-2-4-2 16,-1 1-1-16,-2 2-3 15,-2-1 0-15,-4 2 2 0,-1 0-1 16,0 3 1-16,-6-4 0 16,-2 4 1-16,-8-1 2 15,5 4 2-15,-7 1 1 16,-7-2-2-16,-2 7 2 0,1 5 0 16,-3 5 3-16,1 0 1 15,-2 5 0-15,-2 3-2 16,-7 7 0-16,4 1-2 0,-7 9 1 15,-4 1 0-15,-4 8-2 16,-2-1 0 0,-4 12 0-16,-2-1 0 0,-1 8 2 15,-5 4 1-15,0 0 0 16,-4 7 0-16,1 3 1 0,-6 5-2 16,-7 10 0-16,10-10-1 15,-10 10-2-15,0 0-2 16,0 0-5-16,0 0-2 15,5 8-3-15,-5-8 0 0,0 8-2 16,0-8 1-16,0 0 1 16,0 9 2-16,0-9 4 15,0 0 3-15,0 0 2 0,0 0 2 16,0 0 3-16,0 0 0 16,0 0-1-16,10 0 0 15,-10 0-13-15,10 0-48 16,-10 0-4-16</inkml:trace>
  <inkml:trace contextRef="#ctx0" brushRef="#br0" timeOffset="-172265.62">23409 4757 453 0,'0'0'2'0,"0"0"0"0,0 0 1 0,0 0 0 0,-4-10 0 15,4 10 0-15,7-6-1 16,6 6 1-16,4 0-2 15,8 2 0-15,2 8-1 16,8 5 0-16,-1-2 0 0,1 9-1 16,1 1 1-16,-10-1 0 15,-3 3-1-15,-12-1 0 16,-4-4 1-16,-7-1 0 16,-9-1 1-16,-3-5 3 15,-2-6 0-15,-4-7 3 0,0-5 0 16,4-12 0-16,4-13-1 15,8-10-4-15,7-14-2 0,20-8 0 16,4-12-7-16,18-15-62 16,6 17-17-16</inkml:trace>
  <inkml:trace contextRef="#ctx0" brushRef="#br0" timeOffset="-169598.99">14810 2306 267 0,'0'-7'2'0,"-2"-9"6"0,-3-3 2 15,-6-3 3-15,-1-6 1 0,-8 2 4 16,-4-5 0-16,-8-1 2 16,-6 9-2-16,-2 9-5 15,-4 3-4-15,-6 11-3 16,-3 0-1-16,-4 18-3 0,1 7-1 15,-6 12 1-15,2 8 0 16,0 12 1-16,1 12 1 16,4 13 0-16,7 4 1 15,11 12-2-15,9 6 0 16,14 0 0-16,12 2-2 0,4 3 0 16,21-3 0-16,10-6 0 15,13-4-1-15,8-12 2 16,9-5 0-16,3-12-1 0,12-12 1 15,1-18 0-15,3-10-1 16,3-19-1-16,-2-8 0 16,2-23 0-16,-5-11 0 15,-5-15 0-15,-6-16 0 16,-1-14 0-16,-14-10 0 0,-7-13 4 16,-10-5 0-16,-12-17 0 15,-10 1 1-15,-15-6 1 16,-7 3-1-16,-26 4 0 0,-8 3 0 15,-19 5-2-15,-9 8 0 16,-9 18-3-16,-4 19 0 16,-10 18 0-16,-3 18 0 15,-1 30 0-15,-4 21 0 16,1 42 0-16,-1 18 0 0,19 40-26 16,6 18-57-16,21 15-2 15</inkml:trace>
  <inkml:trace contextRef="#ctx0" brushRef="#br0" timeOffset="-160998.97">22510 220 243 0,'0'0'6'0,"0"0"1"0,0 0 3 0,0 0 2 15,-14 5 0-15,1 5 2 16,-52 29 0-16,-11 16 2 0,22-12-4 16,-2 6-3-16,-4 7-1 15,0 12 0-15,1 6-2 16,4 8 1-16,6 2-2 16,36-10 1-16,-52 105 0 15,38 9-1-15,37-10-2 0,50-27 1 16,47-27-2-16,35-34 1 15,14-40-1-15,-15-46-1 16,3-11-1-16,-74-8 1 16,7-3 1-16,-3-8 2 15,6-10 1-15,-9-11 0 16,3-2 1-16,-7-13 0 0,-5-13 0 16,-11-1 2-16,-5-9 0 15,-12-4-1-15,-4-7 0 16,-20 4 0-16,-10 0-2 15,-15 3-1-15,-17 5 0 0,-25 7-2 16,-17 15-1-16,-16 15-4 16,-16 15-5-16,-2 17-18 15,-4 19-58-15,-5 27-4 16</inkml:trace>
  <inkml:trace contextRef="#ctx0" brushRef="#br0" timeOffset="-151914.73">20841 6004 330 0,'-5'-9'3'0,"-8"-6"1"0,-6-5 1 0,-9-6 2 16,-7-8 1-16,-10-5 4 15,-12 0 3-15,-10-4 0 0,-7 9-2 16,-13 6-1-16,-8 9-2 16,-4 6 0-16,-18 8-1 15,-2 7-3-15,-8 14-1 0,-4 11 0 16,-2 12 0 0,7 13 0-16,6 16 0 0,7 11-1 15,10 17 1-15,14 16-1 16,17 14-1-16,15 5-1 15,17 10-1-15,22 7 0 0,18 4 0 16,23-1-1-16,21-15 1 16,16 0-1-16,20-14 0 15,17-11 1-15,15-17-1 16,10-11 1-16,9-19-1 16,14-20-1-16,9-19 1 0,9-17 0 15,3-21 0-15,6-24 0 16,0-20 0-16,-1-22 1 15,-7-21-1-15,-2-13 1 0,-16-18 1 16,-14-10-2-16,-21-9 0 16,-19-8 0-16,-21 0 0 15,-27 2 0-15,-26 2 0 16,-24 5 0-16,-29 6 0 0,-19 6 0 16,-33 13 0-16,-27 13 0 15,-24 17 0-15,-25 20 0 16,-24 24 0-16,-26 28 0 15,-13 34 0-15,-27 35 0 0,-5 52-80 16,-11 35-8-16</inkml:trace>
  <inkml:trace contextRef="#ctx0" brushRef="#br0" timeOffset="-146748.56">5000 5326 204 0,'0'0'5'0,"0"0"2"0,0 0 4 15,0 0 2-15,0 0 3 16,-5-8 1-16,5 8 2 0,-10-22 1 15,1 5-2-15,1-1-4 16,-2-4 1-16,0 0-2 16,0-6-2-16,3 4-3 15,-3-3 0-15,3-1-1 0,-1 2-1 16,-2-2-2 0,2 0 0-16,4-2-1 0,-1 4-1 15,-1-2 0-15,4-2-1 16,-1 1 1-16,3-3-1 0,0 2-1 15,0-2 1-15,3 2-1 16,-1-2 1-16,1 2-1 16,3 3 0-16,-4-3 0 0,0 8 1 15,0 0 0-15,1 2 0 16,0 2 1-16,-1-1-2 16,3 1 0-16,0 4 0 15,0-4 1-15,5 5-1 16,-3-1 0-16,6-2 0 15,-1 2 0-15,3 1-1 0,0 1 1 16,2-3 0-16,3 3 0 16,3-3 1-16,-1 1-1 15,5 3 0-15,0 1 0 16,1-5 1-16,2 5-1 16,-5-2 0-16,7 2 1 0,-2 1-1 15,0-1 0-15,2 0 0 16,0 2 0-16,0 1 1 0,1 0-1 15,-1-1 0-15,0 3 0 16,3 0 0-16,-5 0 0 16,5 1 1-16,-3 0-1 15,1 2 0-15,1-1 0 0,3 1 0 16,-2-1 0-16,2 3 0 16,1-2 0-16,2 2 0 15,-1-2 1-15,-2 2-1 16,4 0 0-16,1-3 0 0,-3 3 0 15,6-2 1-15,0 2-1 16,0-2 0-16,2-1 1 16,3 1-1-16,1-2 1 15,2 2-1-15,1 0 0 0,-3-1 0 16,5 1 1-16,-1 0-1 16,-3-1 0-16,1 1 0 15,1-1 1-15,-4 3-1 16,2-2 0-16,-3 2 0 0,-1 0 0 15,-6 0 0-15,3 0 0 16,-3 0 0-16,2 0 0 16,0 2 0-16,2 1 0 15,4-1 0-15,0-2-1 0,-1 0 1 16,6 0 0-16,0 0-1 16,0 0 1-16,-4 0 0 15,2 0-1-15,-3-5 1 16,1 0 0-16,-1 0 0 15,-3 0 0-15,3 0 0 0,-2 0 0 16,-4 0 0-16,3 2 0 16,-4 2 0-16,1 1 0 15,-4 0 1-15,-3 0-1 0,0 4 0 16,-2 1 1-16,-8 3-1 16,1-3 0-16,-11 2 0 15,3 1 1-15,-5-1-1 16,-3-2 0-16,0-1 1 0,4 0-1 15,-2-2 0-15,4-2 0 16,0 0 1-16,-1 0-3 16,5 0-4-16,-2 0-7 15,7 0-19-15,8 3-44 16,-8-1-4-16</inkml:trace>
  <inkml:trace contextRef="#ctx0" brushRef="#br0" timeOffset="-143699.71">8692 4193 127 0,'0'0'4'0,"13"-2"1"0,-3 0 3 0,10-3 2 15,2 3 1-15,11-3 3 0,9 1 2 16,8 0 1-16,6 1-4 15,2-4-2-15,8 0-1 16,5 4-1-16,3-7-4 16,3 5-2-16,2-8-1 0,6 9-1 15,0-6 0-15,1 6 1 16,-1 0-1-16,4 0 0 16,-4 1 1-16,2 0 0 0,0 2 1 15,-3-5-2-15,1 3 0 16,-3 2 0-16,-1-2 0 15,-3 1 0-15,1 2-1 16,-2-3 1-16,0 3-2 16,0 0 1-16,-2 0 0 0,-3 0-1 15,0 0 1-15,0 0-1 16,0 0 1-16,0 3 0 16,-3-3 0-16,4 0 0 15,-6 0 0-15,0 0 0 0,0-3 0 16,-5 3 0-16,0-5 0 15,-5 5 0-15,-9-2 0 16,6-1 1-16,-9 0-1 16,4 1 0-16,4 0 0 0,-3 2 1 15,1-3-1-15,-3-2 0 16,2 2 0-16,-3 1 0 16,1 0 0-16,-7-4-1 15,-1 2 1-15,0-1 0 0,-5 2 0 16,4-1 0-16,-11 1 0 15,7 0 1-15,-3-1-1 16,-5 1 0-16,5 3 0 16,-6-2 0-16,3-1 1 0,-1 3-1 15,2-3 0-15,-6 3 0 16,6-3 0-16,-3 3 0 16,0-1 1-16,-2-5-1 15,3 6 1-15,-1-1 0 0,-2-5 0 16,2 4 0-16,-2-1 0 15,2-2 1-15,-4 5-2 16,4-2 0-16,-2-1 1 16,-1 1-1-16,-1 2 2 0,2 0-2 15,3 0 0-15,-2 0 1 16,0 0-1-16,-2 0 0 16,6 2 0-16,-5 1 1 0,2-3-1 15,-1 2 0-15,-4-2 0 16,2 5 0-16,-4-5 0 15,3 3 0-15,-1-1 0 16,0 1 0-16,-1 0 1 16,-2-2-1-16,1-1 0 15,3 6 0-15,-4-5 0 0,1 2 1 16,0 0-1-16,0 0 0 16,-5-1 0-16,2 1 0 0,1 0 0 15,0-2 0-15,-6 2 0 16,5-3 0-16,-5 3 0 15,9-2 0-15,-7 2 0 16,-1 3 0-16,11-4 0 0,-6 2 0 16,1 2 0-16,-3-2 0 15,6 2 1-15,-7 1 1 16,2 1 0-16,-5-4 1 16,4 4 0-16,-4-1 1 15,0 0 1-15,1 3 1 0,1 0-1 16,-1 1 0-16,-1 1-1 15,-2-2 0-15,1 2 0 16,0 0-1-16,-1 4 0 16,-1-5-1-16,-2 3 0 0,0 0-1 15,-2 1 1-15,1 0 0 16,1 1 1-16,-6 2-2 16,3 0 1-16,0 2-1 15,1-1 1-15,-2-4 0 0,2 6-1 16,-2-5 1-16,-1-1 0 15,1 5 0-15,-1-2 2 16,0 1-2-16,-2 1 0 16,3 0 0-16,-1 0 1 0,1 2-1 15,-1 0-1-15,0-4 0 16,3-1 0-16,-1 3 0 16,0-3 0-16,-1 0 0 15,2-2-1-15,-1 3 1 16,4-1 0-16,-2 0 1 0,-2 0 0 15,1 1 0-15,0-1 0 16,0 1 1-16,-1 2-1 16,1-6 0-16,4 1 0 15,-2 5-1-15,-2-5 0 0,2 2 0 16,1-3 0-16,-3 4-1 16,0 0 0-16,-1-1 1 0,-1 0-1 15,-1 0 1 1,-2 3-1-16,0-2 1 0,0 2-1 15,-5-3 1-15,1 1 0 16,-4 0-1-16,-2-2 1 16,0-1 0-16,-4 0-1 0,1 2 1 15,1-4-1-15,-9 1-1 16,5 4 1-16,-5-3-1 16,-4 2 0-16,0-2 1 15,-2 2-1-15,-5 0 0 0,-3-2 1 16,-4 3-1-16,-7 2 1 15,0-5 0-15,-5 3 1 16,0-4-1-16,-6 1 1 16,-1-3-1-16,-4-2-1 15,3 0 2-15,1-1-2 0,-9-2 1 16,5 2-1-16,0-5 0 16,-5 1 1-16,3 2 0 15,-1 1 0-15,-3 0 0 16,1-3 0-16,1 2 0 0,-4-4 0 15,-2 2-1-15,-5-5 0 16,-1 0-1-16,2 0 0 16,-2 0 0-16,-3-8 1 0,-1 5-1 15,5-4 0-15,0 2 1 16,3 0 1-16,-2-3 0 16,7 1 0-16,-3 2-1 15,0-2 1-15,2 0 0 16,-1 0 0-16,-4-1 0 0,0 3 0 15,-2-3 0-15,-4 1 1 16,3-1 0-16,-1-2-1 16,-1 1 1-16,0-1-1 15,4 2-1-15,-2-2 1 0,-1 3-1 16,-1 3 1-16,-1 4-1 16,1 0 1-16,-7 0-1 15,2 1 1-15,-1 6 0 0,-3 2 0 16,-2 0 1-16,-2 4-1 15,-3-6 1-15,1 5 1 16,-3-1 0-16,-4 1 0 0,3-2 0 16,0 0 0-16,-1 0 1 15,1-1-1-15,2-2 1 16,5 4-1-16,2-4 0 16,3 0-1-16,5 6 0 15,8-3-6-15,2 3-18 0,12 1-51 16,1-2-3-16</inkml:trace>
  <inkml:trace contextRef="#ctx0" brushRef="#br0" timeOffset="-116598.58">2334 8916 127 0,'0'0'2'0,"17"0"3"0,3 0 2 15,-2 0 2-15,15 0 4 16,1 0 2-16,10 0 3 16,14 0 1-16,1 0 0 15,4 0-3-15,3 0-3 0,7 2-2 16,1 0-3-16,4-2-3 15,3 5 0-15,4-2-1 16,4-1 0-16,1 0 1 16,4 1 0-16,3-3 0 0,2 0 2 15,9 0-2-15,-4 0 0 16,0 0-2-16,5 0 0 16,-1 3 0-16,3-3 0 15,6 0 0-15,0 2-1 0,-4 1 0 16,9-3 1-16,0 2-1 15,2-2-1-15,3 0 0 16,-2 0 0-16,-4 0 0 16,6 0 0-16,2 0 0 0,-2 0 2 15,-3 0-2-15,5 0 3 16,0 0-2-16,0 0 1 16,4 0-1-16,-4 0 1 15,-5-2 0-15,4 2-2 16,2 0 1-16,-2 0-1 0,-8 0 0 15,8 0-1-15,-1 0 1 16,-3 0 0-16,2 0 0 16,-1 0-1-16,-6 0 1 0,8 0 0 15,2 2-1-15,-10-2 1 16,3 0 0-16,0 0 0 16,4 0 0-16,-4 2 0 15,7-2 0-15,-5 0 0 16,-2 0 0-16,2 0 0 0,5 3-1 15,-5-3 1-15,-4 0 0 16,4 3 0-16,0-3 0 16,-2 2-1-16,-3-2 1 0,1 2 0 15,-7 1 0-15,10 0-1 16,-7-1 1-16,1 3-1 16,-5-3 0-16,-1 1 1 15,2-2-1-15,-1 3 1 0,-3-2-1 16,0 1 0-16,-5 2 0 15,4-5 1-15,-4 3-1 16,-3-2 1-16,4-1-1 0,-6 3 0 16,1-3 1-16,-4 3-1 15,-4-2 1-15,3-1-1 16,-3 0 1-16,-3 3-1 16,-2-3 1-16,3 0-1 0,-3 0 1 15,-2 0-1 1,1 0 1-16,1 0-1 0,-2 0 1 15,4-4-1-15,-6 1 0 16,3 0 1-16,-2-1-1 16,4-1 0-16,1 0 0 15,-4 1 0-15,-1 3 0 0,3-2 0 16,2 1 1-16,-2 0-1 16,5 2 0-16,-2 0 0 0,2 0 1 15,0 0-1-15,0 2 0 16,5 3 0-16,-3 0 0 15,7 0 0-15,4 4 0 16,2-3 1-16,-2 1-1 16,6 0 0-16,4-4 1 0,-1 2-1 15,5-3 0-15,0-2 1 16,-4 0-1-16,4 0 0 16,0-5 1-16,1 0-1 0,2 3 0 15,-3-3 0-15,-3-1 0 16,3 2 0-16,-2 1 0 15,-2 3 1-15,-11 0-1 16,-5 0 1-16,-7 0-1 16,-10 0 1-16,-5 3 0 0,-12 1-1 15,-13-1 1-15,-7 5-4 16,-8-6-5-16,-12 3-14 16,-3 10-49-16,-22-15-4 15</inkml:trace>
  <inkml:trace contextRef="#ctx0" brushRef="#br0" timeOffset="-115349.14">1626 9872 61 0,'0'0'4'0,"0"0"5"16,17 2 8-16,-6-2 6 0,5 2 1 15,7 1 3-15,7 0 2 16,2 2 1-16,10-4-2 16,8 5-6-16,5-4-4 15,10 3-6-15,1-2-3 16,10-1 0-16,5 0-3 0,6 2-1 15,5-3 0-15,2-1-1 16,6 3 0-16,5-1 0 16,1 1 0-16,1 2 0 0,2 2 0 15,3-2 0-15,-5 3 1 16,0-3-2-16,-3 2 0 16,-3-2-1-16,-3-3 2 15,-1 1-2-15,-5-3 1 0,-11 0-1 16,-1 0 0-16,-8-3 0 15,-8 1 0-15,-9 0 0 16,-9-1 0-16,-12 1 1 16,-9-3-1-16,-5 5 1 0,-10 0-2 15,-10 0-4-15,0 0-6 16,-8-2-13-16,-11-6-34 16,-4 8-19-16</inkml:trace>
  <inkml:trace contextRef="#ctx0" brushRef="#br0" timeOffset="-114815.49">1688 9740 174 0,'0'0'5'0,"0"0"4"0,-2-9 1 0,2 9 3 0,0 0-1 15,0 0 3-15,10-13 0 0,5 10 2 16,-1 3-3-16,14 0-5 16,1 0 2-16,19 0-1 15,9 6 1-15,11-3-2 0,10-2 0 16,14 2-1-16,10 1 0 15,5 1-2-15,13 1 0 16,-1-2-1-16,3 4-2 16,5-3 2-16,-1-3-3 15,-4 1 0-15,-3-3 0 0,-7 0 0 16,-13 0-1-16,-4-3 1 16,-11-2-2-16,-11 3-1 15,-20-3-6-15,0 5-17 16,-12 7-27-16,-9-4-21 15</inkml:trace>
  <inkml:trace contextRef="#ctx0" brushRef="#br0" timeOffset="-113465.97">1735 7949 173 0,'0'0'5'0,"0"0"7"0,0-10 5 0,0 10 0 0,0-15 0 0,0 2 2 0,-2 2 2 15,-6-4 1-15,1 2-2 16,-5 1-10-16,-6 2-2 16,-2-2 1-16,-2 6 0 15,-3 4-2-15,0 0 0 16,-2 2-3-16,-3 0-1 0,0 0 1 15,0 2-3-15,3 6 0 16,-1-1 0-16,7 5-1 16,-2 1-2-16,1 2 1 15,7 3 0-15,0 1-1 16,5 1 0-16,0 7 0 0,8 3 0 16,-1 4 0-16,3 4 1 15,0 9 1-15,5 4 0 16,5 6 0-16,0 10 0 0,5 6 1 15,-3 5 0-15,4 4 1 16,-5 8-1-16,2-1 1 16,-3 2-1-16,-5 4 0 15,0-4 2-15,-5 3-2 0,0-7-1 16,0 1 1-16,0-5-1 16,0-4 0-16,0-4 0 15,0-1 0-15,0-5 1 0,0-4-1 16,0-4 0-16,2-3-1 15,-2-6 0-15,0-3-1 16,0-7-1-16,0-1 0 16,0-10 1-16,3-6 0 15,-3-4-1-15,0-4 1 16,0-9 0-16,0-8 2 16,2 13 0-16,-2-13 2 0,0 0-1 15,0 0 0-15,0 0 0 16,0 0-1-16,0 0 1 0,0 0 0 15,5-7-1-15,-5 7 1 16,13-10 0-16,-1 3 0 16,8-1 1-16,5 1 0 15,15-3 2-15,7 0-3 16,15 0-2-16,1 2-6 0,10 1-15 16,5 7-28-16,1-2-23 15</inkml:trace>
  <inkml:trace contextRef="#ctx0" brushRef="#br0" timeOffset="-107548.95">4985 10831 58 0,'0'0'1'0,"10"0"-1"0,1 0 2 0,-11 0 1 15,21-3 3-15,-10 0 1 16,11 3 1-16,3-1 3 15,-3 1 1-15,3-4 1 16,5 4 0-16,5 0 0 0,-1 0-1 16,11 0 1-16,-5 0-1 15,4 0-2-15,9 0-1 16,-1 0-2-16,5 0-1 16,1 0-2-16,8 0-2 0,2 0 0 15,1 4-2-15,0-4 1 16,3 1 2-16,6-1-1 15,-2 3 0-15,7 0 0 16,4-2 0-16,2-1 0 16,1 3 0-16,4 2-1 0,5-5 0 15,-4 3 0-15,10 1 0 16,-4-1 0-16,3 2-1 16,1 0 1-16,6 0 0 0,4 0-1 15,4 0-3-15,8 2-6 16,-5 1-6-16,0-4-5 15,9 3-4-15,9-4-2 16,-4 2 2-16,-2-5 2 0,3 3 5 16,7-3 7-16,-10 0 8 15,2 0 7-15,-1 0 2 16,-1-3 1-16,-7 1-1 16,2 2-1-16,-10 0-4 0,-7 0-1 15,5 0 1-15,-6 0-1 16,-14 0-2-16,-5 2-6 15,-10 3-16-15,-4 5-14 16</inkml:trace>
  <inkml:trace contextRef="#ctx0" brushRef="#br0" timeOffset="-106915.85">5430 10904 283 0,'0'0'-2'0,"6"0"-2"0,5-4-7 16,17 1-8-16,0-4-1 0,21 1-2 15,10-2 3-15,16 4 2 16,7 0 4-16,10-2 6 16,8 1 7-16,9 1 9 15,10 1 4-15,5 0 1 0,-2 1-3 16,18 0-1-16,5 2-3 15,12-3-1-15,5 0-3 16,7-2-1-16,10 4 1 16,5-5-1-16,14 1 0 0,-1 0-1 15,-1 0 0-15,8 1 0 16,5-2 0-16,-8-1-1 16,-8 3 1-16,-1-2-1 0,-8 1 0 15,-1 1 0-15,1 1-3 16,-15 0-5-16,-10 1-10 15,-5 0-9-15,-7 2-12 16,-13-3-20-16</inkml:trace>
  <inkml:trace contextRef="#ctx0" brushRef="#br0" timeOffset="-106046.04">10193 10758 205 0,'0'0'0'0,"18"0"-2"0,4 0-1 15,8 0-2-15,15 0 2 16,4 0 0-16,19 0 1 0,6 0 1 15,13 0 2-15,5-2 5 16,5 2 5-16,2 0 1 16,6-3 0-16,-3 3-1 0,6-2 0 15,12 2-3-15,-7-5 0 16,8 5-2-16,5 0-4 16,6 0 1-16,3 0-1 15,6 0-1-15,3 0 0 0,3 0-2 16,5 0-1-16,-7 0-2 15,9 3 1-15,0-3 0 16,0 0 1-16,1 0 1 16,-1 0 1-16,0 0 1 0,0 0 1 15,0 0 0-15,0 0 0 16,-3 0 0-16,-1 0 1 16,-1 2-3-16,-9 0 0 0,-14-2 0 15,1 0 0-15,-8 3 0 16,-17-3-2-16,-15 2-3 15,-13-2-19-15,-7 6-27 16,-27-6-10-16</inkml:trace>
  <inkml:trace contextRef="#ctx0" brushRef="#br0" timeOffset="-105332.9">11263 10880 22 0,'13'0'3'0,"0"0"4"0,20 0 3 0,6 0 2 16,16 0 1-16,10 0 1 16,22 0 2-16,7-5 4 15,17 0-1-15,13 3-3 0,14-1-1 16,0 0-1-16,22 1-1 16,6-1-2-16,13 3-1 15,12 0 0-15,-2 0-1 16,-3 0-1-16,11 0 0 0,2 0-2 15,-8 0 1-15,-7 0 1 16,-8 0 3-16,-7 3-1 16,-7-3-2-16,-8 0-1 15,-15 0 0-15,-10 0 1 0,-12 0-1 16,-7 2-2-16,-16-2-3 16,-15 3-5-16,-11 0-12 15,-14-1-32-15,-16 0-20 16</inkml:trace>
  <inkml:trace contextRef="#ctx0" brushRef="#br0" timeOffset="-84116.26">5351 10793 205 0,'0'0'1'0,"0"0"-2"0,0 0 0 0,0 0 0 0,0 0 0 16,12-7-1-16,-1 2 0 16,10 2 0-16,-1 3 0 15,12 0 1-15,1 0 0 0,17 0-1 16,4 0 2-16,8 5 2 15,11 1 0-15,1-2 0 16,11 2 3-16,6-2 0 16,6-1 0-16,13 1-1 0,4 0 2 15,7-3-3-15,3-1 3 16,14 0-3-16,3 0-1 16,3 3 1-16,8-3-2 0,2 0 1 15,5 2-1-15,0 2 1 16,8-4-4-16,-1 0 0 15,3 1-2-15,0-1 2 16,-2 0-1-16,4 0 0 0,-10 0-1 16,1-1 0-16,-8 1-10 15,-8-6-16-15,-1 6-24 16,-19 0-3-16</inkml:trace>
  <inkml:trace contextRef="#ctx0" brushRef="#br0" timeOffset="-83115.68">5549 10949 54 0,'0'0'-2'0,"0"0"-1"0,-9 2 0 0,1-2 2 0,-2 0 0 15,-5-2 0-15,-3-3 1 16,-1-2 0-16,-6-1 7 16,3-3 6-16,-3-3 4 0,1 0 0 15,3-1 2-15,-1-3 2 16,2-2 1-16,5 1 1 16,1-3-3-16,5-3-7 0,0-5-3 15,6 1-2-15,1-4 0 16,2 1-4-16,0-6-3 15,7 1-1-15,3-3-2 16,2-1 0-16,6-1-1 0,2-3 0 16,2 5 0-16,6-2 1 15,7 1-1-15,-3 0 0 16,7 5 2-16,1 3-1 16,5 1 1-16,7 2 1 15,5 0-1-15,2 1 0 0,4 1 1 16,7 5 0-16,4-2 0 15,4 0 0-15,8 0 0 16,1 5 0-16,7-2 0 0,1 2 1 16,10 2-1-16,-5 0 0 15,13 4 1-15,7-5-1 16,-5 4 0-16,0-3 1 16,5 5-1-16,-1-2 1 0,8 7-1 15,6-5 1-15,-4 5 0 16,-1 4 1-16,6-2-1 15,8 3-2-15,-6 3-1 16,6-2 0-16,-3 2-2 0,3 0-3 16,-6 5-4-16,-5 1-6 15,-3 2-6-15,-10 9-3 16,-3-10-8-16,4 9-18 16</inkml:trace>
  <inkml:trace contextRef="#ctx0" brushRef="#br0" timeOffset="-74465.94">2654 13602 83 0,'0'0'5'0,"0"0"2"0,0 0 4 0,0 0 0 16,0 0 2-16,0 0 1 15,0 0 1-15,0 0 3 16,0 0-3-16,0 0-2 16,0 0-2-16,14 0 0 15,-14 0-2-15,14 0 2 0,-3 0-2 16,1 0-1-16,2 0-2 15,1 0-1-15,2 0 1 16,3 0-2-16,1 0-1 16,-2 0 1-16,1 0-1 0,3 0-1 15,-2 3 0-15,2 0 0 16,0-3 0-16,-1 1-1 16,2-1 1-16,1 3-1 15,-2-3 1-15,7 3-1 0,-5-3 1 16,5 0 0-16,-5 1 0 15,7-1 0-15,3 0 2 16,-3 0-2-16,3-1 1 16,-1 1-1-16,3-3 0 0,-2 0-1 15,3 2 1-15,-3-2-1 16,-5 3 0-16,2-3 0 16,-2 3 0-16,2 0 1 15,-5 0-1-15,6 0 0 0,-6 3 0 16,5 0 0-16,1-2 0 15,1 2-1-15,3 0 1 16,0-2-1-16,4 2 1 0,-2 0-1 16,3 0 1-16,-1-3-1 15,5 2 1-15,-9 0-1 16,6-2 1-16,2 4 0 16,-4-3 0-16,5-1 0 0,-2 0 0 15,6 0 0-15,3 0 0 16,-4 0 0-16,5 0-1 15,1 0 1-15,3 0 0 16,-4 0-1-16,3 0 1 16,0 0 0-16,-4-1-1 0,6 1 0 15,-7-4 1-15,7 4-1 16,-1 0 1-16,4 0-1 16,0 0 0-16,-2 0 0 15,2 0 0-15,0 0 0 0,0 4 0 16,-2-3 0-16,-1-1-2 15,3 3 0-15,1 0-2 16,-1 1 0-16,-3-4-1 16,1 3 0-16,-5 2-1 0,-3-3-2 15,-5 1-5-15,-2 2-4 16,-10-3-12-16,0 0-15 16,-5 4-24-16,-9-6-4 15</inkml:trace>
  <inkml:trace contextRef="#ctx0" brushRef="#br0" timeOffset="-73480.63">3043 13746 1 0,'54'-3'13'0,"6"1"-1"16,2-3 0-16,5 0 0 0,2 2-1 16,7-2-4-16,2 1 1 15,2-1-1-15,4 2 1 16,3 1 3-16,-2 0 2 15,5-2 2-15,2 4 4 0,-1 0 1 16,1 0-2-16,12 0 0 16,-8 0-1-16,3 0-1 15,-2 0-4-15,-1-1-3 16,-1-2-1-16,4 3 0 0,-12-2 2 16,-10-1 0-16,-2 0-1 15,-8 1 1-15,-12 2 1 16,-9 0-1-16,-14 0 2 15,-7 0 3-15,-7 0 1 0,-8 0-1 16,-10 0-2-16,0 0-1 16,0 0 0-16,-14 0-2 15,0 0-4-15,0 0-8 16,-4 0-9-16,-7 0-22 0,4 0-44 16,-4 0-5-16</inkml:trace>
  <inkml:trace contextRef="#ctx0" brushRef="#br0" timeOffset="-70316.01">17171 11095 325 0,'0'0'1'0,"0"0"1"0,0 0 0 15,0 0 3-15,0 0 3 16,7 0 1-16,3-2 2 16,3-9 3-16,6 2-1 0,8-6-1 15,8-4-1-15,18-6-2 16,4-8-3-16,19-4-1 15,16-7-2-15,12-11-1 0,19-1 0 16,11-7-1-16,18-9 0 16,6-2 1-16,17-5-1 15,9-5 0-15,7-3-1 16,15-5 1-16,8 1-1 16,7-6 1-16,5 3 0 0,5 0-1 15,2 0 1-15,-6 4 0 16,-1 4 0-16,-15 4-1 15,-3 8 0-15,-16 0 1 16,-13 6 0-16,-16 6 0 0,-13 8-1 16,-18 4 1-16,-15 6-1 15,-18 7 1-15,-19 4 0 16,-18 6-1-16,-16 8 1 16,-16 4-2-16,-9 5-2 0,-9 2-5 15,-12 8-9-15,0-11-42 16,0 11-19-16</inkml:trace>
  <inkml:trace contextRef="#ctx0" brushRef="#br0" timeOffset="-69349.34">22222 8907 404 0,'0'0'4'0,"0"0"2"16,0 0-1-16,0 0 1 0,0 0 0 15,-5 6 1-15,5-6-2 16,-13 15 1-16,6-5-4 16,0 2-2-16,-1 3 1 0,3 2-1 15,3-2 0-15,-1 2 0 16,3-5 0-16,5 4 1 15,2-9 1-15,6-5 2 0,2-2 1 16,2 0 1-16,0-7 1 16,1-5 1-16,2-3 1 15,-8-1 0-15,0 0-1 16,-1-4-8-16,-9 2 0 0,-2 1 0 16,-2 0 0-16,-5 3 0 15,-4 3 0-15,-3 5 0 16,-6 6 0-16,-1 6 0 15,2 5 0-15,-2 8 0 16,5 1 0-16,-2 2 0 16,4 3 0-16,6-3 0 0,8-5 0 15,0 1 0-15,10-6 0 16,7-4 0-16,8-8 0 16,0 0 0-16,3-8 0 0,1-2 0 15,-5-5 0-15,1 0 0 16,-2-5 0-16,-7-2 0 15,-9 3 0-15,-2 1 0 16,-5-1 0-16,-3 2 0 0,-6 0 0 16,-7 11 0-16,-2 4 0 15,-3 2 0-15,-4 7 0 16,-5 5 0-16,5 5 0 16,0 5 0-16,5 1 0 0,3-3 0 15,2 2 0-15,9-7 0 16,6-3 0-16,9-4 0 15,5-6 0-15,6-2 0 16,5-5 0-16,-1-7 0 0,10-1 0 16,-8-6 0-16,-1-1 0 15,-2 0 0-15,-9-5 0 16,-3 4 0-16,-9 0 0 16,-2 4 0-16,-7-1 0 0,-9 8 0 15,-4 3 0-15,-1 5 0 16,-4 2 0-16,-3 12 0 15,1 1 0-15,2 6 0 16,3-5 0-16,4 7 0 0,6-4 0 16,6-2 0-16,6-5 0 15,9-2 0-15,7-8-6 16,5 0-6-16,4 0-7 16,0-10-38-16,1 5-26 0,-6 2-2 15</inkml:trace>
  <inkml:trace contextRef="#ctx0" brushRef="#br0" timeOffset="-67783.58">22222 8625 299 0,'0'0'6'0,"0"0"6"16,-16-7 3-16,7 5-1 0,-4-1 0 15,-1 3 2-15,-4 0 1 16,-5 5-1-16,-1 12-5 15,-1 1-6-15,-5 9-2 16,5 3 0-16,-2 11 1 0,-2 2-1 16,11 9-1-16,-4 1 0 15,10 1 0-15,1 5-1 16,9-4 0-16,2-4 0 16,10-6 0-16,9-3 0 0,9-4-1 15,6-6 1-15,7-10 1 16,6-5 0-16,3-7 0 15,5-8 0-15,-2-2 0 16,2-2 0-16,-2-10-1 0,-4-3 1 16,-1-7-1-16,-7 2 1 15,0-10 1-15,-6-2 2 16,-6-4 0-16,-3-3 1 16,-12-8 0-16,0-2 1 0,-8-1 1 15,-3-4-5-15,-6 2-3 16,-10-1 0-16,-1 7 0 15,-7 1 0-15,-4 5 0 0,-9 7 0 16,2 2 0-16,-8 9 0 16,-3 4 0-16,-3 1 0 15,-2 10 0-15,-4 2 0 16,-3 5 0-16,1 0 0 16,-1 9 0-16,6 7 0 0,-1 3 0 15,5 4 0-15,11 4 0 16,1 0 0-16,12 3 0 15,7-1 0-15,11 4-16 16,3 1-68-16,11-4-2 0</inkml:trace>
  <inkml:trace contextRef="#ctx0" brushRef="#br0" timeOffset="-61949.22">17123 11093 250 0,'0'0'6'0,"0"0"4"16,0 0 3-16,0 0 4 15,0 0 2-15,0 0 4 0,0 0 0 16,0 0 3-16,0 0-6 15,-2-12-3-15,2-4-3 16,7-3-3-16,-1-13-3 16,8-6-2-16,3-12-1 0,8-8-1 15,5-14-1-15,5-7-1 16,4-12-1-16,9-4 1 16,2-4-1-16,7-8 1 15,-1-5-1-15,4-1 0 0,0-1 0 16,-1-5 1-16,1-3-1 15,0 1 0-15,2-8 1 16,-2-3-1-16,2-1 0 16,0-1-1-16,2 1 2 0,-4-1-2 15,2 2 1-15,-2 3-1 16,0 8-1-16,-3 2 1 16,-2 8-1-16,-4 4 1 0,-3 5-1 15,2 4 1-15,-6 6 0 16,4 3 1-16,-1 7 0 15,0 2 1-15,-2 6-1 16,-4 3 1-16,0 9-1 0,-4 2 0 16,0 9 1-16,-7 3-1 15,-3 3 1-15,-4 6-1 16,0 7 1-16,-7 0-2 16,0 4 0-16,-3 9 0 15,-5-3 0-15,3 6 0 16,-6 4 0-16,0-1 0 0,-3 4 0 15,-2 9 0-15,5-11 0 16,-5 11 0-16,0 0 0 16,0 0 0-16,2-10 0 0,-2 10 0 15,0 0 0-15,0 0 0 16,0 0 0-16,0 0 0 16,0 0 0-16,0 0 0 0,0 0 0 15,0 0 0-15,0 0 0 16,0 0 0-16,0 0 0 15,0 0 0-15,0 0 0 16,0 0 0-16,0 0 0 0,0 0 0 16,3-7 0-16,-3 7-7 15,0-9-1-15,0 9 0 16,0-13-2-16,0 13-2 16,0-17-1-16,0 9-1 15,0 8-3-15,-5-17 0 0,3 7 0 16,-1 3 0-16,3 7 3 15,-5-18 4-15,5 18 2 16,-7-17 5-16,7 17 5 16,-8-12 4-16,8 12 3 0,-7-13 1 15,7 13 2-15,0 0 0 16,-12-8-2-16,12 8 0 16,0 0-3-16,0 0-1 0,0 0-3 15,0 0-1-15,0 0-1 16,0 0 0-16,0 0 1 15,0 0 0-15,0 0 1 16,4 0 1-16,-4 0 0 0,17 0 1 16,-6 0 0-16,1 0-1 15,1 3 0-15,4-3-1 16,-2 0-1-16,0 0-1 16,2 3 1-16,5 1-2 0,1 1 1 15,7 3-1-15,-3 0 0 16,8 1 0-16,4 1 0 15,6 2 0-15,5 4 0 16,2 3 0-16,8 1 0 16,7 4 0-16,5 1 1 15,2 8-1-15,6-1 0 0,4 5 0 16,6 5 1-16,2 1-1 16,0 1 0-16,4 1 1 0,4 6-2 15,-3-1 1-15,2 4 0 16,1 3-1-16,-4 6 1 15,4-2-2-15,-3 7 1 16,0 1 0-16,-3 0 1 0,-4 6 0 16,-3-5 1-16,-6 3 0 15,-1 4 0-15,-6-6 0 16,-3-2 1-16,-9 4 0 16,-2-4-2-16,-7-5 1 0,-3 1-1 15,-5-3 0-15,-5-3 0 16,-5-6 0-16,-3-4-1 15,-4-4 0-15,-3-3 2 16,-7-7-1-16,1-6 0 0,-3-1 1 16,-5-9-1-16,-1-5 0 15,-1 0 0-15,-9-14 1 16,9 11 0-16,-9-11 1 0,0 0 0 16,0 0 2-16,0 0 1 15,0 0 1-15,0 0 0 16,0 0 1-16,0 0-5 15,0 0-2-15,0 0 0 16,0 0 0-16,0 0 0 0,0 0 0 16,0 0 0-16,0 0 0 15,2-4 0-15,-2 4 0 16,0 0 0-16,0 0 0 16,0 0 0-16,0 0 0 0,0 0 0 15,0 0 0-15,0 0 0 16,0 0 0-16,0 0 0 15,0 0 0-15,0 0 0 16,0 0 0-16,0 0 0 0,0 0 0 16,0 0 0-16,0 0 0 15,0 0 0-15,0 0 0 16,0 0 0-16,0 0 0 16,0 0 0-16,0 0 0 0,0 0 0 15,0 0 0-15,0 0 0 16,0 0 0-16,0 0 0 15,0 0 0-15,0 0 0 16,0 0 0-16,0 0 0 0,0 0 0 16,0 0 0-16,0 0 0 15,0 0 0-15,0 0 0 16,0 0 0-16,0 0 0 16,0 0 0-16,0 0 0 15,0 0 0-15,0 0 0 0,0 0 0 16,0 0 0-16,0 0 0 15,0 0 0-15,0 0 0 0,0 0 0 16,0 0 0-16,0 0 0 16,0 0 0-16,0 0 0 15,0 0 0-15,0 0 0 16,0 0 0-16,0 0 0 16,-6 0 0-16,6 0 0 0,-12 3-11 15,12-3-75-15,-18 10-3 16</inkml:trace>
  <inkml:trace contextRef="#ctx0" brushRef="#br0" timeOffset="-59199.5">22276 8632 272 0,'0'0'8'0,"0"0"4"0,0-11 6 0,0 11 1 16,-7-15 1-16,7 15 3 15,-14-18-1-15,3 8 0 16,-4 4-7-16,-2 0-5 0,-3 3-4 15,-2 3-2-15,-3 5-1 16,-3 5-1-16,1 8 0 16,-3 2-1-16,-2 5 1 0,2 4-1 15,1 2 0-15,4 5 0 16,0 3 0-16,5 4-1 16,3-1 1-16,4 3 0 15,8-1-1-15,3 3 1 16,2 0-1-16,9-3 1 0,4-1-1 15,9-3 1-15,5-6-1 16,6-4 1-16,5-5 0 16,4-3 1-16,2-10 0 15,4-5 0-15,2-4 1 0,-4-3-1 16,4-7 1-16,-1-5-1 16,-3-5 1-16,-2-6 0 15,-1-4 1-15,-6-3-1 16,0-2 1-16,-2-6 0 0,-8-4-2 15,-4-5-2-15,-2 0 0 16,-9 0 0-16,-3 0 0 16,-7 0 0-16,-2 2 0 15,-11 8 0-15,-1 3 0 0,-9 4 0 16,-4 3 0-16,-8 8 0 16,-1 1 0-16,-9 5 0 15,-1 2 0-15,-6 10 0 16,-2 1 0-16,0 7 0 0,-3 5 0 15,6 12 0-15,-1 2 0 16,2 9 0-16,8 2 0 16,3 4 0-16,7 9 0 15,8-2 0-15,7 4 0 0,7-3 0 16,8 3 0-16,4-4 0 16,8-2 0-16,10-4 0 15,11-4 0-15,1-4 0 16,6-6 0-16,6-6 0 0,0-7 0 15,6-5 0-15,-3-8 0 16,-1-2 0-16,2-7 0 16,-3-9 0-16,-2-3 0 0,-6-12 0 15,1 0 0-15,-6-7 0 16,-1-6 0-16,-11-6 0 16,-4-4 0-16,-8 0 0 15,-8 2 0-15,-2 0 0 0,-12-3 0 16,-8 10 0-16,-6 6 0 15,-10 7 0-15,-1 9 0 16,-9 1 0-16,-3 11 0 16,-1 5 0-16,-7 6 0 0,6 6 0 15,-7 5 0-15,8 11 0 16,4 3 0-16,3 11 0 16,6 3 0-16,4 3 0 15,13 10 0-15,6 4 0 16,11-1 0-16,3 5 0 0,15-6 0 15,7 1 0-15,11-8 0 16,4-5 0-16,8-11 0 16,2-6 0-16,7-7 0 0,1-13 0 15,-1-5 0-15,-4-2 0 16,3-16 0-16,-7-7 0 16,-3-7 0-16,-10-8 0 15,-4-6 0-15,-9-9 0 0,-7-2 0 16,-8-7 0-16,-5-1 0 15,-12 3 0-15,-14 3 0 16,-8 7 0-16,-7 6 0 0,-8 13 0 16,-8 6 0-16,0 11 0 15,-5 9 0-15,-1 7 0 16,6 13 0-16,2 11 0 16,11 3 0-16,7 13 0 15,7-3-21-15,15 13-64 16,15 4-4-16</inkml:trace>
  <inkml:trace contextRef="#ctx0" brushRef="#br0" timeOffset="-54965.97">17171 10944 101 0,'0'0'3'0,"0"0"2"0,5-15 2 16,-5 15 4-16,14-11 2 15,-1 0-1-15,2-2 3 0,2-1-1 16,3 2 0-16,0-9-4 15,-1 5-1-15,6-8-4 16,-2 6-2-16,6-10 0 16,-1 4 0-16,7-7 0 0,-3 1-1 15,7-3-1-15,9 2 1 16,-6-1 0-16,8-2-1 16,-5 1 0-16,0 6 0 15,-6-1-1-15,2 2 0 0,-9 3 0 16,-6 1-1-16,-1 4 1 15,0-1 0-15,3 1 0 16,-3-2-1-16,2 3 2 16,1 3 0-16,4-6-1 0,-5 2 0 15,6-4-1-15,-7 5 1 16,6-6 0-16,4 5-1 16,-6-3 1-16,4 3-1 15,-6-5 1-15,4 6 1 0,-2-5-1 16,5 0 0-16,-8 0 0 15,3-6 0-15,2 3 1 16,-2 1-2-16,2-4-3 0,-2 3 1 16,2 1 0-1,-4-1-1-15,2 1 1 0,-7-4-4 16,8 1-3-16,-2-1-10 16,6-1-30-16,3 0-4 15</inkml:trace>
  <inkml:trace contextRef="#ctx0" brushRef="#br0" timeOffset="-54549.34">18519 10065 17 0,'0'0'1'0,"22"-20"0"0,2 5 0 0,3-8 1 15,8-2-10-15,4-4-6 16</inkml:trace>
  <inkml:trace contextRef="#ctx0" brushRef="#br0" timeOffset="-53782.51">18925 9613 118 0,'0'0'5'0,"16"-16"3"0,5 3 3 0,4-7 4 0,7-1 1 16,8-10 1-16,10-1 2 0,1-10-1 15,4 5-4-15,0-2-2 16,-2-1-2-16,3 0-4 16,4-4-2-16,-5 1 0 15,3-1-1-15,1 4-1 16,0-8-2-16,1 2-1 0,2 1 0 16,0-3-1-16,-2 2-2 15,9-3 2-15,-2-1-2 16,0 0-2-16,3-1-3 15,0-2-3-15,-1-4-1 0,0 6-2 16,-7-4 0-16,3 6 2 16,-10-4 0-16,2 6 6 15,0 3 5-15,-4 4 8 0,-2 0 1 16,-5 2 2-16,3 5 0 16,-2-3-1-16,-2 7 1 15,-5 0-4-15,-8 2-1 16,-2 2 0-16,-5 5 1 0,-3 4-2 15,-11 4-7-15,-2 6-15 16,-9 6-21-16,0 0-16 16</inkml:trace>
  <inkml:trace contextRef="#ctx0" brushRef="#br0" timeOffset="-52582.68">20885 7452 252 0,'0'0'5'0,"0"0"3"0,0 0 2 15,0 0 1-15,0 0 2 16,0 0-2-16,11 6 2 16,-11-6 0-16,14 10-7 0,-7-10-12 15,9 4-40-15,-2 2-20 16</inkml:trace>
  <inkml:trace contextRef="#ctx0" brushRef="#br0" timeOffset="-52382.13">21233 7659 283 0,'0'0'6'0,"0"0"3"15,0 0 1-15,0 0 1 16,12 10 2-16,-12-10 0 15,15 8 0-15,-4-3 2 16,-2 2-10-16,1-2-8 0,5 0-11 16,-8 0-12-16,9 4-26 15,1 5-21-15</inkml:trace>
  <inkml:trace contextRef="#ctx0" brushRef="#br0" timeOffset="-52233.78">21429 7868 272 0,'0'0'6'15,"0"0"0"-15,0 0 2 16,0 0 2-16,0 0 0 16,12 2 1-16,-12-2 1 0,13 10-1 15,-13-10-9-15,17 13-10 16,-6-3-23-16,-11-10-35 16,17 15-5-16</inkml:trace>
  <inkml:trace contextRef="#ctx0" brushRef="#br0" timeOffset="-52082.92">21569 8004 288 0,'0'0'5'16,"0"0"4"-16,0 0 0 0,0 0 2 15,7 9 0-15,-7-9 0 16,0 0 0-16,17 13-8 16,-17-13-21-16,13 2-39 15,-3 6-13-15</inkml:trace>
  <inkml:trace contextRef="#ctx0" brushRef="#br0" timeOffset="-51949.35">21700 8175 293 0,'0'0'7'0,"0"0"0"0,0 0 1 16,0 0 1-16,5 7 1 16,-5-7 0-16,10 11 0 15,-10-11-6-15,20 16-23 16,-6-6-45-16,4 0-5 15</inkml:trace>
  <inkml:trace contextRef="#ctx0" brushRef="#br0" timeOffset="-51765.59">21866 8400 357 0,'0'0'5'0,"0"0"2"15,0 0 0-15,3 10 2 16,-3-10-2-16,5 12 2 15,-5-12-1-15,13 18-1 0,-13-18-11 16,14 17-19-16,-1-2-49 16,-3-3-3-16</inkml:trace>
  <inkml:trace contextRef="#ctx0" brushRef="#br0" timeOffset="-51581.86">22050 8663 290 0,'0'0'6'16,"0"0"2"-16,0 0 1 0,0 0 2 16,0 0 0-16,13 7 0 15,-13-7 1-15,12 8 1 16,-12-8-6-16,12 12-4 16,-12-12-11-16,13 15-27 0,-13-15-33 15,12 13-5-15</inkml:trace>
  <inkml:trace contextRef="#ctx0" brushRef="#br0" timeOffset="-51349.66">22225 8878 327 0,'0'0'6'15,"0"0"3"-15,0 0 2 16,0 0 1-16,0 0 2 0,0 0 0 15,9 4 0-15,-9-4 0 16,0 0-5-16,7 11-4 16,-7-11-2-16,3 10 0 0,-3-10-3 15,2 13-3-15,-2-13-4 16,0 9-12-16,0 1-36 16,0-10-20-16,0 10-5 15</inkml:trace>
  <inkml:trace contextRef="#ctx0" brushRef="#br0" timeOffset="-49733.65">22428 8682 365 0,'0'0'7'16,"0"0"4"-16,0 0 1 0,-5-10 1 15,5 10 2-15,-12-9 0 16,1 3 2-16,-1-1 0 16,-4 0-5-16,0 2-3 15,-4-1-2-15,-2 6-1 0,-4 0-1 16,2 0-5-16,-1 3 0 16,-2 5 0-16,3-1 0 15,-4 0 0-15,6 1 0 16,-4 2 0-16,6 3 0 0,1-4 0 15,-1 4 0-15,5-1 0 16,0 1 0-16,1 1 0 16,0 1 0-16,5 0 0 15,-1 0 0-15,0 3 0 0,2-1 0 16,4-3 0-16,-4 6 0 16,4-2 0-16,-5 1 0 15,5 1 0-15,-1 3 0 16,2-3 0-16,3 2 0 0,-2 0 0 15,2-3 0-15,0 4 0 16,2-3 0-16,3-2 0 16,2-1 0-16,4-3 0 15,-1-1 0-15,2 2 0 16,3-8 0-16,-1 3 0 0,2 1 0 16,1-4 0-16,-2 0 0 15,0-2 0-15,0 2 0 16,-1-2 0-16,2 0 0 0,-2 0 0 15,-2 0 0-15,4 0 0 16,-1-2 0-16,0-3 0 16,0 2 0-16,-1-2 0 15,-1 0 0-15,4 0 0 0,-5 0 0 16,4 0 0-16,-2 0 0 16,-2-2 0-16,1-1 0 15,3-2 0-15,-4 0 0 16,1-3 0-16,1 1 0 0,2-2 0 15,-4-7 0-15,2 2 0 16,4 2 0-16,-6-6 0 16,6 3 0-16,-6-2 0 15,1-1 0-15,-4 4 0 0,1-2 0 16,-2-1 0-16,-3 0 0 16,0 0 0-16,-3-3 0 15,-2 3 0-15,0-3 0 0,0 1 0 16,-5-5 0-16,3 6 0 15,-5-1 0-15,-2 2 0 16,5 0 0-16,-8 0 0 16,1 1 0-16,-2-1 0 15,0 2 0-15,-3 2 0 0,-4-3 0 16,3 0 0-16,-6 2 0 16,3-1 0-16,-1 3 0 15,-4 2 0-15,2-1 0 16,-5 4 0-16,4 2 0 15,-1-2 0-15,0 4 0 0,0-1 0 16,0 4 0-16,4 0 0 16,0 0 0-16,1 1 0 15,1 2 0-15,-1 5 0 0,4-1 0 16,-1 3 0-16,0 0 0 16,2 2 0-16,-3 1 0 15,2 2 0-15,0 1 0 0,3 1 0 16,5 2 0-16,-3 3 0 15,4 3 0-15,2-1 0 16,2 4 0-16,3-1 0 16,0 3 0-16,0-1 0 0,3-1 0 15,4 1 0-15,0-1 0 16,4 2 0-16,1-5 0 16,0-1 0-16,3-2 0 15,2 1 0-15,1-5 0 16,0-1 0-16,-1-3 0 0,1-1 0 15,1-3 0-15,-1 0 0 16,-1-3 0-16,3-1 0 16,-3-2 0-16,5-2 0 15,-4 1 0-15,2-1 0 0,-1-2 0 16,4 0 0-16,-3 0 0 16,-1-2 0-16,4-1 0 15,0-3 0-15,-4 0 0 0,4-4 0 16,-1 0 0-16,-1-2 0 15,0-6 0-15,-3 1 0 16,-1-4 0-16,2 0 0 16,-4-2 0-16,1-3 0 0,-4 1 0 15,-4-5 0-15,-1 5 0 16,-2-2 0-16,-5-3 0 16,0 5 0-16,-7-1 0 15,0 3 0-15,-6-7 0 16,1 5 0-16,-12 0 0 0,5 3 0 15,0 2 0-15,-6 1 0 16,-3 3 0-16,1 2 0 16,-1 6 0-16,-2 4 0 15,3-4 0-15,0 8 0 0,2 0 0 16,8 0-6-16,17 0-84 16,-28 8-3-16</inkml:trace>
  <inkml:trace contextRef="#ctx0" brushRef="#br0" timeOffset="-42566.18">3613 13616 74 0,'13'0'6'0,"17"-1"-1"0,17-2 3 16,17 3-1-16,12-3 4 16,20 3 1-16,8-1 1 15,26 1 0-15,4 0-5 0,-7 0-1 16,2 0-4-16,0 0 1 16,1 0-3-16,-6 0-2 15,0 0-4-15,-14 0-6 16,-4 0-10-16,-11-6-19 0,-1 6-10 15</inkml:trace>
  <inkml:trace contextRef="#ctx0" brushRef="#br0" timeOffset="-30316.28">2794 14675 35 0,'0'0'1'0,"0"0"-1"0,0 0 2 0,0 0 4 16,7 8 5-16,-7-8 1 0,10 2 4 15,-10-2 3-15,13 0 2 16,-13 0 2-16,17 0-3 15,-4 0 0-15,-1 0-3 0,3 0-4 16,0 0-1-16,5 0-4 16,-1 0 0-16,4 0-1 15,4 0-3-15,-2 0-1 16,8 0-1-16,-4 0 0 16,8 0-1-16,3 2 0 15,5-2-1-15,-1 0 0 0,4 0 0 16,7 0 0-16,-4 0 0 15,9 0-1-15,0 0 1 16,-3 0-1-16,8 0 1 0,2 0 0 16,3 0 1-16,-1-2-1 15,5 2 0-15,-1-2 1 16,4 2 0-16,3-3 0 16,-4 3 0-16,6-3 0 0,6 3 1 15,-5 0-1-15,12 0 1 16,-3 0-1-16,10-2 2 15,4 2-2-15,-1-5 1 16,-1 3-1-16,6-1 0 0,-3 0-1 16,5 3 0-16,1-2 0 15,-5 2 1-15,0-2-1 16,2 2 1-16,-6 0-1 16,1 0 0-16,4-3-3 15,-6 3-8-15,-9 0-16 0,-13 0-34 16,2 0-4-16</inkml:trace>
  <inkml:trace contextRef="#ctx0" brushRef="#br0" timeOffset="-29199.23">3671 14739 100 0,'0'0'-5'0,"18"-2"-3"15,-2-1-3-15,18 2 2 16,5-5-1-16,10 1 4 0,8-2 4 16,8 4 3-16,5-1 7 15,2-2 8-15,0 3 1 16,5-1 5-16,5 0 0 0,2 3-2 15,8 1-4-15,7-3-1 16,6 1-3-16,7-3-1 16,9 2-4-16,4-2 0 15,-5 3-2-15,11 0-2 0,-2-1-1 16,0 0-1-16,10 1 1 16,-4 0 0-16,-9 2-1 15,11 0 0-15,2 0 0 16,-2 0 1-16,-7 0-1 0,6 0 0 15,0 2 0-15,-4 3 0 16,0 0 2-16,-3 0 0 16,-12 0 1-16,5 2 1 15,4-3-1-15,-6 2 0 0,-8-1 0 16,6 2 1-16,4-1-2 16,-7-2-2-16,4 1 0 15,-13 0 0-15,-3-5 0 16,6 4 0-16,-2-4-1 0,-3 0 1 15,-7 0-1-15,2 0 0 16,-4 0 1-16,1 0-1 16,4-4 0-16,-5 2 0 15,-3 2 0-15,-3-3 0 0,1 3 0 16,2-2 0-16,-5-1 1 16,2 3-1-16,2-3 0 15,5 3 0-15,-4 0 0 16,7-1 0-16,-3 1 2 0,6-3-2 15,10 3 0-15,-5 0 0 16,0 0 0-16,-1 0 0 16,-1 0 0-16,4 0 0 15,8 0 0-15,-7 0 0 16,-1 0 0-16,3 0 0 0,-6 3 0 16,9-3 0-16,7 0 0 15,-14 0 1-15,0 0-1 16,-2-3 0-16,-6 3 0 0,2-3 2 15,-1 2-2-15,-9-5 1 16,-5 6-1-16,-2-3 1 16,-4 3 0-16,-5-2 0 15,-7 2-1-15,-7-2 0 0,-7-2 0 16,-8 4-6-16,-8-1-6 16,-10-2-16-16,-8 3-12 15,-21 0-24-15,0 0-3 16</inkml:trace>
  <inkml:trace contextRef="#ctx0" brushRef="#br0" timeOffset="-28049.35">2826 14615 321 0,'0'0'-4'0,"0"0"0"0,0 0 1 0,15-1-1 16,0-2 0-16,10 3 0 0,8 0 1 15,8 4-2-15,8 3 5 16,17 1 0-16,8 2 0 15,13-3 0-15,3 4 2 0,9-4-1 16,2 3 3-16,9-5-1 16,10 0 2-16,-1-3 0 15,-4 1 0-15,16-3 2 16,4 0-1-16,6 0 1 16,8-5-1-16,5 3-1 0,3-4 0 15,6 4-1-15,2-1-1 16,1-1 0-16,0 4-1 15,4-6 0-15,-2 4-2 16,4 0 0-16,1-4 1 0,4 4 1 16,4-3-1-16,1 0 0 15,-5-2 1-15,9 3 1 16,0-3-1-16,-2 0 2 16,0 0 2-16,-4 0-1 15,4-1 1-15,-2 1 0 0,-3 0 0 16,-5-1 0-16,-3 3 0 15,1 0-1-15,-6-3-1 0,1 3 0 16,-8 0-1-16,5 1-1 16,-5 1 0-16,-3 1-1 15,-2-1 0-15,-2 0 0 16,-1 3 0-16,-9-1-1 16,5 1 1-16,-8 0-1 0,-2-3 1 15,-1 0-1-15,-9 0 1 16,-3-1-1-16,-7-1 0 15,-2 0 1-15,-11-2-1 16,-3 1 1-16,-3 2-1 0,-10-4 0 16,0 3 0-16,-8 3 1 15,-5-4-1-15,-4 4 0 16,1 2 1-16,-15-5-1 16,-2 4 0-16,-6 1 1 0,-3 0-1 15,-4-4 0-15,-10 2 0 16,-5 2-5-16,-4-3-13 15,-9 3-59-15,-3 0-2 16</inkml:trace>
  <inkml:trace contextRef="#ctx0" brushRef="#br0" timeOffset="-13132.88">2496 15827 200 0,'0'0'-4'0,"0"0"-2"0,0 0 3 0,0 0 3 16,0 0 3-16,0 0 4 15,0-5 3-15,4 5 3 16,9 0 5-16,2 0 3 16,3 5 2-16,3-3-3 0,9 3-3 15,3 0 0-15,12-2-4 16,1-1-1-16,12 1-1 15,6-1-2-15,11-2 0 16,4 0-2-16,5 0-1 0,11-2-1 16,0-1 1-16,7 1 0 15,5-1-1-15,7-2-1 16,6 0 0-16,1 0 1 16,6 0-4-16,3-2 1 0,8-3 0 15,1 3-1-15,3-1 0 16,4-2 0-16,3 6 0 15,3-4 1-15,0 1-1 16,4 1 2-16,-4 4-1 0,-1 2 0 16,6 0 1-16,-5 0-1 15,2 0 1-15,-3 2-2 16,3 6 1-16,-2-3 0 16,4-2 0-16,1 2-1 15,-1-1 1-15,3 0-2 0,0 2 1 16,-5 2 0-16,2-4 0 15,-4 3 0-15,-5 2-1 16,-5-2 1-16,-3-2-1 16,-7 2 1-16,-3 1-1 0,-5-3 1 15,-4 0-1-15,-7-3 1 16,2 0-1-16,-9 1 0 16,-3 0 1-16,-11-1-1 15,-8 1 1-15,-7-2-1 0,-5 3 0 16,-13-2 0-16,-6 1 0 15,-3-1 0-15,-3-2 0 16,-2 0 0-16,-6 0 0 0,3 0-1 16,-1 0 0-16,-2 0 1 15,1 0-1-15,-3 0 0 16,-5-5 0-16,4 3 0 16,-2 2 0-16,-4-5 1 15,0 0-1-15,0 2 0 0,-4-2 0 16,-1 3 0-16,0-3 0 15,-2 0 0-15,-6 2 0 16,1-2 1-16,-6 0 0 0,1 3 0 16,-1-3-1-16,-3 2 1 15,-9 3 0-15,13-4 1 16,-13 4-1-16,0 0 0 16,12-6 0-16,-12 6 0 0,0 0 0 15,0 0-1-15,0 0 0 16,0 0 0-16,0 0 0 15,0 0 0-15,0 0-1 16,0 0 1-16,0 0 1 16,0 0 0-16,0 0 1 0,0 0 1 15,0 0 1-15,0 0 0 16,0 0 0-16,5-14 1 16,-5 0-1-16,-2 3-1 0,-3-9 0 15,0-5-1-15,0-2 0 16,-2-5-1-16,-4-3 1 15,4-3-1-15,-2-1 1 16,1 0 0-16,3-6-1 16,-3 4 1-16,6-2-1 0,-3 0 1 15,3 4-1-15,-1-3 1 16,-1 5-1-16,0-1 1 16,-1 2 1-16,1 1-1 15,-1 0 1-15,-2 3-1 0,2 2 1 16,-4 1 0-16,7 1 0 15,-5 1-1-15,2 5 0 16,3 2 1-16,-1-1-2 16,-1 5 0-16,0 3 0 0,2 1 0 15,-1 2 0-15,3 3 0 16,0 7 0-16,-2-15 0 16,2 15 0-16,0 0 0 0,-5-10 0 15,5 10 0-15,0 0 0 16,-7-10 0-16,7 10 0 15,-16-2 0-15,7 2 0 16,-6-3 0-16,-5 3 0 16,-5 0 0-16,-5 0 0 0,-7 0 0 15,-8 0 0-15,-7 0 0 16,-5 0 0-16,-5-5-2 16,-10 2 1-16,-5-1 0 15,-8 1-1-15,-7-4 0 0,-5 2 0 16,-7-3 1-16,-5 3-1 15,-11 0 0-15,-2 0 1 16,-7 0 1-16,-4 1-1 16,-9-2 0-16,-2 2-1 0,-3 1 1 15,-4 0 0-15,-6 1-1 16,1 0 0-16,-3 2 0 16,-3 0-1-16,3 0 1 15,-2 2 0-15,2 0-2 0,5 4 1 16,4 1-2-16,6-3 0 15,5 4-2-15,4 2 0 16,4 0 0-16,2 5-3 16,0-5 2-16,2 5 0 0,-4-3 2 15,8 3 1-15,-1-3 2 16,0 1 2-16,7-3 0 16,8-2 3-16,2-1-1 15,5-2 1-15,5-3 1 0,5-2-1 16,3 0 0-16,3 0 0 15,3-2-1-15,1-3 0 16,-3 0 0-16,1 0 0 16,2-3-1-16,2 1 1 15,1 2 0-15,4-3 0 0,-1 3-1 16,1 1 1-16,3-1 0 16,0 2-1-16,2 1 0 15,-3 2 0-15,2 0 0 0,-4 0 0 16,1 2 1-16,-1 1-1 15,-4-3 1-15,4 0 0 16,1 0 1-16,2 0 1 16,4-5 0-16,1-3 1 0,8-2 0 15,7-2-2-15,2 4 2 16,8 1-1-16,10 2-1 16,5 5-2-16,2 0 0 15,7 15-2-15,3 9 1 0,6 10-1 16,0 10 0-16,5 12 0 15,1 16 1-15,1 10 1 16,-1 9 0-16,3 9-3 16,3 7-3-16,4-3-8 0,-7 2-63 15,18 3-2-15</inkml:trace>
  <inkml:trace contextRef="#ctx0" brushRef="#br0" timeOffset="-11716.08">9952 15502 286 0,'0'0'-2'0,"0"0"0"0,13 14 2 0,-10 0 1 15,11-3 0-15,-1 7 1 16,6 5 1-16,4 4 0 0,7 0 4 15,4 3-1-15,6 2-1 16,3-1 0-16,-4 0 1 16,11-1 0-16,-8-1 1 15,11-1 1-15,-7 2 0 0,4-3 2 16,3-2 3-16,1 4 0 16,5-7 0-16,6 3-1 15,5-7-1-15,2-1-2 16,4-8 0-16,7 1-1 0,6-10-3 15,3-3-1-15,3-4-2 16,3-7 0-16,5-6 0 16,1-2 1-16,-2-5-1 15,8-3 0-15,-6-4-1 16,1-1 2-16,-4-5 0 0,-2 0-1 16,1-2 0-16,-5-2 0 15,-1-3 0-15,-2-1 0 16,-1 0 0-16,-1-5-1 0,-1-2 0 15,1-2-1-15,-5 3 1 16,-3-6 0-16,-3-1 0 16,-2-2 0-16,-5 4 1 15,-3 0 0-15,-3-4 0 0,3 4 1 16,-4 2-2-16,4-2 1 16,-5 4 0-16,1-2 0 15,2 3-2-15,-2-3 0 16,0 2 0-16,-3 3 0 15,3-2 0-15,-6-1 0 0,3 3 0 16,-4 0 0-16,0 3 0 16,0 0 0-16,-2 1 0 15,0 2 0-15,-1 3 0 16,-4-1 0-16,2 4 0 0,2 0 0 16,-6 3 0-16,5 2 0 15,-3 6 0-15,3 1 0 16,4 1 0-16,-4 2 0 15,8 3 0-15,2 0 0 0,7 2 0 16,3 2 0-16,3 0 0 16,0-1 0-16,0-1 0 15,1 5-2-15,-2-1 2 0,-11 0 0 16,-5 1 0 0,-11 5-1-16,-12 1 2 0,-6 2-1 15,-10 1 2-15,-5 1-2 16,-16 5 0-16,7-5 0 15,-7 5 0-15,0 0 0 0,0 0 0 16,0 0 0-16,0 0 0 16,0 0 0-16,0 0-5 15,0 0-2-15,0 0-2 16,-5-2-4-16,5 2-6 0,-13-5-27 16,6 5-38-16,-3-2-2 15</inkml:trace>
  <inkml:trace contextRef="#ctx0" brushRef="#br0" timeOffset="-11215.61">15583 13233 275 0,'0'0'0'0,"0"0"-1"15,0 0 1-15,0 0 8 16,9 7 3-16,-9-7 4 0,23 13 1 16,-5-2 0-16,9 0 2 15,8 1 1-15,7 3-1 16,8 1-6-16,5-4-5 0,-1-1-1 16,3 0-3-16,3-4-1 15,-10 0 1-15,-1-1-1 16,-9-3 0-16,-8-1 0 15,-11-2 0-15,-2 2 0 16,-9 1 3-16,-3 6 1 0,-7 4-1 16,-15 10 1-16,-6 8-1 15,0 12 1-15,-8 11 1 0,-12 10-1 16,2 16-9-16,-14 7-40 16,7-3-39-16,0-2 0 15</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3:00:28.779"/>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F0"/>
    </inkml:brush>
    <inkml:brush xml:id="br2">
      <inkml:brushProperty name="width" value="0.05292" units="cm"/>
      <inkml:brushProperty name="height" value="0.05292" units="cm"/>
      <inkml:brushProperty name="color" value="#FFC000"/>
    </inkml:brush>
  </inkml:definitions>
  <inkml:trace contextRef="#ctx0" brushRef="#br0">1012 3138 78 0,'0'0'4'0,"0"0"1"16,10-2 3-16,1 2 3 0,-2 0 1 15,6-3 1-15,5 3 4 16,0-2-1-16,5-1-1 15,5 1 0-15,-4-1-3 16,13 1-2-16,-7 0 1 0,12-1-3 16,6 1 0-16,2-1 0 15,5-1-3-15,5 1 1 16,5-3-1-16,6 2-1 16,1-1 0-16,8-1 1 0,3 2-2 15,1-2 1-15,7 0-1 16,6 1 0-16,0 0 1 15,5-3-2-15,11 1 0 16,-3 2 0-16,2 0 0 16,3 0 0-16,7-1-1 0,-1 2 0 15,9 1 0-15,1-4 1 16,-4 0-1-16,9-3 0 16,7-1-1-16,-5 5 2 0,1-4 0 15,5 2 1-15,6 1 0 16,0-3 1-16,2 5 0 15,2-1 0-15,3-1 2 16,5 3-2-16,2-6 1 0,1 2-2 16,5-2 0-16,4 3 0 15,5-3-1-15,-2 2 1 16,2-2-3-16,3 3 1 16,3 0 1-16,3 0-1 0,-5-1 0 15,7 0 0-15,-6 0 1 16,5 2-1-16,3 0 1 15,-3 2 0-15,-5 1 1 16,6 1 0-16,2 2-1 16,-3-3 0-16,-2 3-1 0,-1 0 0 15,-1 3 0-15,5-1 0 16,1 3 0-16,1 3-1 16,-6-3 1-16,5 4 0 15,2-1 0-15,-1 4 0 0,-1 1-1 16,0 1 0-16,-7 4-1 15,0-5 0-15,5 3 1 0,-12 1-1 16,-4 4 1-16,-2-4-1 16,-4 3 2-16,0-3 0 15,-5 1 0-15,-5-1 0 16,0 3 0-16,-2-6 0 16,-6 4 1-16,3-3-1 15,-4 2 0-15,-2-2 0 0,1 0 0 16,-2-3 0-16,-3 1 0 15,6-1 0-15,0-2 0 16,0-1 1-16,4 3-1 16,-8-6 0-16,9 1 0 0,-1 1 0 15,7-3-1-15,-5 2 0 16,4-2-1-16,4 2 1 16,2-1-1-16,6-1 0 0,-1-1 0 15,8 5 1-15,0-2-1 16,10 0 1-16,2 3-1 15,1-1 1-15,6-1 0 16,1 5-1-16,7-1 1 16,-7 0 0-16,2 4 0 0,3-4 0 15,-3-3 0-15,3 6 0 16,0-2 0-16,-3-1 0 16,-2-3 0-16,4 2 0 15,1-1 0-15,-3-3 1 16,3 3-2-16,-5 0 1 0,-5 0-1 15,4 0 1-15,-2-1-1 16,-4 0 0-16,0-1 1 16,-9-2-1-16,-1 2 2 0,-1-5 1 15,3 1 0-15,-15 0 0 16,-2-1 0-16,-6 0 1 16,-9-1 0-16,-14-2-1 0,-9 0 0 15,-16 0-7-15,-21 0-18 16,-15 0-50-16,-15 0-2 15</inkml:trace>
  <inkml:trace contextRef="#ctx0" brushRef="#br0" timeOffset="2250.54">11373 1519 204 0,'0'0'2'0,"0"0"1"0,0 0 1 16,0 0 2-16,0-11 0 16,0 11 3-16,11-10 2 15,-4 8 2-15,5-6 0 16,4 3 0-16,6-2 0 0,2-3-2 15,8 1 0-15,9-4 0 16,2-2-3-16,13 0-1 16,6 0-2-16,7-2-1 0,9 2 0 15,3-6-1-15,6 5-1 16,10-6 0-16,3 2 1 16,9 1-2-16,3-2 0 15,8 1 0-15,4 3 0 16,3 0 0-16,4-1 0 0,0 4 0 15,9-2 0-15,-1 2 0 16,-2 3-1-16,4-1 1 16,3 2-1-16,-2 3 0 15,2 0 1-15,3 2-1 0,-1 2 0 16,-1 1 0-16,0 0 0 16,3-1 0-16,-6 3 0 15,-6 0 0-15,1 3-1 0,-7 1 1 16,-2 2 0-16,-6 0-1 15,0 1 0-15,-8 4 1 16,0-1-1-16,-7 0 0 16,-5 2 0-16,-1 3 1 15,-6 0-1-15,-3-1 1 0,-5 4-1 16,-5 0 1-16,-2 1 0 16,-3 4-1-16,-3-4 1 15,-5 3-1-15,1 1 1 16,-5 2 0-16,-3-4-1 15,0 7 1-15,-5-6-2 0,-27-9 5 16,72 39-1-16,-8 0 0 16,-21-2 0-16,-11-6 0 15,-13 1 0-15,-9-3 0 0,-7-4 1 16,-14-4-4-16,1 2 1 16,-8 0-2-16,1-3 1 15,-3 5 0-15,2-3 1 16,-4 4-1-16,-1-1 0 0,-4-3 0 15,-1-1 1-15,-2 1 0 16,-5 3 3-16,-7 3 1 16,-3 4 0-1,-3-3 0-15,-8 2 0 0,-2 1 1 16,-4 7 0-16,0-5-2 16,-9 3 0-16,4-6 0 15,-7 3-1-15,1-4 1 16,-6 4-3-16,1-5 1 0,-9-3 0 15,0 3-1-15,-6 1 0 16,-3-4-1-16,-7-2 1 16,-6 0-1-16,-2 6 1 15,-9-6 1-15,-4 2-1 0,-9-6 0 16,-6 2 1-16,-5-6 0 16,-6 1-1-16,-6-2 1 15,-6-4-1-15,-2-2 1 16,-5-2 0-16,-8-3 0 15,-2 1-1-15,-5-4 0 0,-3-1 0 16,-4-3 0-16,-5-1 0 16,-1-1 0-16,-2 0 0 15,0 0-1-15,1-7 0 0,-4 2 0 16,1 0-1-16,1-1 0 16,4-2 1-16,-3 0-1 15,7-5 1-15,4 1 0 16,1-4 1-16,6-2 0 0,6-3 0 15,11 1 0-15,3-6 1 16,11 2-1-16,6-9 1 16,12-3 0-16,5-5-1 15,10 4 2-15,10-11-1 16,5 1 0-16,5-8 0 0,8 0 0 16,8-5 1-16,7-2 0 15,4-4-1-15,5-3-1 16,5-4 0-16,9-1-1 0,3-2 0 15,2-4 0-15,7 1-2 16,6-6-2-16,3 4 2 16,3 2 1-16,10-3 0 15,5-6 1-15,8 4 1 0,9-4 2 16,8 4 0-16,-19 41 0 16,5-6-1-16,4-2 0 15,7 0 0-15,2-1 0 16,8-1 0-16,6 1-1 15,4-1 1-15,8 3 2 0,6-5 0 16,8 7 0-16,5-4 0 16,5 1 0-16,10-1-1 15,-3 4 0-15,11 1-1 16,-4 1 1-16,1 6-1 0,-2 7-1 16,-9 0 0-16,-1 9-4 15,-8 6-8-15,-5 0-17 16,-15 8-49-16,0 2-3 15</inkml:trace>
  <inkml:trace contextRef="#ctx0" brushRef="#br0" timeOffset="3867.38">17479 2963 210 0,'0'0'5'16,"-11"-6"4"-16,11 6 3 0,-15-7 4 15,6 5 2-15,-1-1-1 16,0-2-1-16,10 5-2 16,-13-5-3-16,13 5-5 0,8 0-3 15,9 0-3-15,8 3-2 16,10 3 0-16,17-2 2 15,8 0 1-15,16 1 1 16,9 1 0-16,12-4 1 0,8 3 1 16,14-2-1-16,2-3 1 15,3 0 1-15,11 0-1 16,1 0 0-16,4 0 0 16,12 0-1-16,-3 0 0 15,5 0-1-15,5 0 0 0,0 2 0 16,4 0 0-16,2 0-1 15,-4 1 1-15,1 0-1 16,-4 0 2-16,4-3-1 16,-8 2 1-16,1 0 0 0,-5 1 0 15,2-3 1-15,0 0-1 16,-5 0 0-16,2 0-1 16,-2-5 0-16,-4 0 0 0,1-3 0 15,-5-2-1-15,-6-2 0 16,-4 1 1-16,-8-6-1 15,-6 3 2-15,-9-3 0 16,-7-1 0-16,-2-4 2 16,-5-1-2-16,-2-3 1 0,-6-4 0 15,-6-2 0-15,-2-9-2 16,-4-3 0-16,-6 0-1 16,-11-3 1-16,-4-1-1 15,-11-2 1-15,-6-1-3 0,-9-3-1 16,-9-1 0-16,-12 1 0 15,-4-7 0-15,-4-3-1 16,-12-2 0-16,-9-6 0 16,-9-2 2-16,9 39-1 0,0-6 0 15,-7-2 0-15,-8-1 0 16,-5-1 0-16,-9-8 0 16,-4 4 1-16,-11-6-1 15,-5 3 2-15,-13-2 1 16,-5-3 0-16,-13-2 0 0,-6-1-1 15,-16-2 1-15,-5 3 0 16,-14-4 0-16,-3 1 0 16,-6 6-1-16,-3 2 0 15,-9 4 0-15,-2 3 0 16,-8 2-1-16,-2 8 1 16,-2 2 0-16,-6 5 0 0,1 6 0 15,0 6 0-15,0 1-1 16,2 7 0-16,2 2 1 15,6 6-1-15,2 2-1 16,2 10 1-16,1 5-1 16,6 3 1-16,2 3-1 15,8 9 1-15,9 2 0 0,5 6 0 16,9 6-1-16,8 0 0 16,8 6 0-16,8 5 0 15,9 7-1-15,10 0 0 16,41-18 3-16,-98 98-1 0,29 1 1 15,30 1 0-15,27-3 0 16,26-4 1-16,16-11 2 16,13-9 2-16,12-16-1 15,16 0 1-15,9-9 0 16,16-3 2-16,9-8 1 16,17-1 0-16,8-8-3 0,18 0-6 15,-1-15-7-15,8-2-14 16,7-5-53-16,-7-6-3 15</inkml:trace>
  <inkml:trace contextRef="#ctx0" brushRef="#br0" timeOffset="4983.1">17861 2926 271 0,'0'0'-2'0,"0"0"1"15,0 4 0-15,-7 11 1 16,0 10 1-16,-9 9-1 0,2 16 1 16,-11 10 1-16,-3 14 5 15,-9 2-4-15,3 12-2 16,-9 3-4-16,5-2-5 0,-1-9-4 16,2-6-8-16,2-8-18 15,-2-8-26-15,11-6 0 16</inkml:trace>
  <inkml:trace contextRef="#ctx0" brushRef="#br0" timeOffset="5350.13">17752 3000 110 0,'0'0'3'0,"0"0"-1"0,0 0 0 16,0 0 2-16,0 0-2 15,0 0 1-15,0 0-2 16,0 0 1-16,0 0-2 16,0 0-3-16,0 4-19 0,0-4-19 15,0 13-2-15</inkml:trace>
  <inkml:trace contextRef="#ctx0" brushRef="#br0" timeOffset="5599.97">17879 2950 233 0,'0'0'5'0,"0"0"0"16,0 0-1-16,0 0 2 15,0 0 0-15,5 15 3 0,-5 8 0 16,0 13 0-16,0 9-3 15,-11 14 0-15,4 4 0 16,-3 13 0-16,-5 3-2 16,3-2 0-16,-6-2 1 0,1-9-1 15,2-3 0-15,-2-6-1 16,2-6-1-16,-2-9-4 16,4-6-6-16,-2-4-15 15,8-8-24-15,-4-6-21 0</inkml:trace>
  <inkml:trace contextRef="#ctx0" brushRef="#br0" timeOffset="8082.77">15083 788 214 0,'0'0'5'0,"0"0"3"0,0 0 3 15,0 0 2-15,0 0 4 16,0 0 1-16,0 0 3 16,-2 0 1-16,0 4-3 15,-1 2-2-15,1-2-2 16,2 2-1-16,-8 25-3 15,5-21 1-15,1 0-1 16,-3 5-1-16,5-15 0 0,0 0 0 16,0 0 0-16,0 0-1 15,2 0 1-15,6 0-4 16,44-44 1-16,-32 22-2 16,4-13-1-16,-1 3-2 0,4-6-2 15,-1 2 0-15,1 0 0 16,0-3 0-16,-3 3 0 15,1 0 0-15,-2 4 0 16,0-4 0-16,-6 12 0 16,3-5 0-16,-20 29 0 15,18-18-11-15,3 1-12 0,-21 17-36 16,0 0-27-16,0 0-3 16</inkml:trace>
  <inkml:trace contextRef="#ctx0" brushRef="#br0" timeOffset="8433.6">15095 1013 318 0,'0'0'9'0,"0"0"2"15,0 0 2-15,0 0 1 16,0 0 1-16,0 0 3 0,0 0 0 15,0 0 1-15,3-5-6 16,3-1-3-16,24-38-2 16,-16 22 1-16,4 3-1 15,-4-2-1-15,6-6-2 16,0 2-1-16,2-5 1 16,1 4-2-16,0-4-1 0,1-1 0 15,-4 5-2-15,2-2 0 16,-2 4 0-16,5 2 0 15,-10 1 0-15,2 2 0 16,-17 19 0-16,0 0-9 16,11-10-4-16,-2 0-13 15,1 2-58-15,-1-6-2 0</inkml:trace>
  <inkml:trace contextRef="#ctx0" brushRef="#br0" timeOffset="9002.54">14952 602 373 0,'0'0'6'0,"0"0"3"16,0 0-1-16,0 0-1 16,0 0 1-16,0 0 0 0,0 0-1 15,0 0 0-15,0 0-5 16,0 0-2-16,-2 2 0 16,-2 3 0-16,-5 49 0 15,9-11 1-15,0-16 1 16,0 1-2-16,7 1 1 0,-5 1 0 15,2 5 0-15,0-6 1 16,1 4-1-16,0-4 1 16,-3-2 0-16,6-5 1 15,0-1 1-15,2-7-1 0,-1-2 1 16,9-4 0-16,1-8 1 16,-19 0-2-16,20 0 1 15,1-5-1-15,9-7 0 16,-3-1 0-16,8-2-1 15,-1-2 0-15,3 2 0 16,0-5 0-16,0 5-1 0,1-4 2 16,0 1-1-16,-4 4 1 15,-2-2 0-15,-4 2 1 16,-3 3-4-16,-2-3 0 16,-23 14 0-16,24-8 0 15,1-2 0-15,-25 10 0 16,0 0-11-16,0 0-42 0,0 0-34 15,0 0-1-15</inkml:trace>
  <inkml:trace contextRef="#ctx0" brushRef="#br0" timeOffset="10134.65">15087 857 302 0,'0'0'4'16,"0"0"4"-16,0 0 3 16,0 0 0-16,0 0 1 0,0 0 1 15,0 0 2-15,0 0 1 16,0 0-3-16,0 2-2 16,-1 3-2-16,1 0 0 15,0 0-1-15,-3 0 0 16,3-2-1-16,-2 2-1 15,2 2-1-15,0-7 0 0,2-5-1 16,2 0 1-16,55-65-1 16,-45 46 0-16,4-5 0 15,-2-2-1-15,5 2 0 16,-6-3 0-16,0 2-1 16,3-3-2-16,-4 7 1 15,1-2-1-15,-15 28 0 0,15-25-1 16,-2 3 0-16,-13 22 0 15,0 0-1-15,0 0 1 16,0 8-1-16,-6 2 0 16,-24 47 0-16,-2 7 1 15,13-27 1-15,1-2 0 0,-3 0-1 16,5-1 2-16,-2 1-1 16,18-35 0-16,-17 24 1 15,-1 3-1-15,18-27-1 16,-14 21 1-16,-6-1 0 15,20-20 0-15,0 0 1 16,0-8 0-16,0-4 0 0,15-38 1 16,-5 22 0-1,4-3-1-15,2-1 1 0,-4 0 0 16,3-1-2-16,-5 5 0 16,5 1 1-16,-15 27-2 15,12-22 0-15,0 0-2 16,-12 22-4-16,0 0-12 15,0 0-63-15,-10 59-3 0</inkml:trace>
  <inkml:trace contextRef="#ctx0" brushRef="#br0" timeOffset="26016.43">15217 263 111 0,'0'0'3'0,"0"0"4"16,0 0 2-16,0 0 5 16,0 0 1-16,0 0 2 0,-14-8 1 15,1 3-2-15,3 0-2 16,-29-5-4-16,14 10-4 15,-4 0-3-15,5 5-2 16,-8 5-2-16,0 0 0 16,-8 4 1-16,-44 26 0 15,42-15 0-15,-6 8 1 0,6 3 0 16,-6 1 1-16,4 8 1 16,-1-2 1-16,5 1 1 15,8 10 2-15,2-4 1 16,5 5 1-16,8-8 1 15,9 12-1-15,8-12 0 0,4 8 0 16,12-11-1-16,14 4-1 16,3-11-1-16,12 4-1 15,6-11-1-15,11 5-1 0,9-13 0 16,0 3 0-16,8-10-1 16,1-5 0-16,3-3 1 15,0-7-2-15,5-2 2 16,-6-13 0-16,0 0 2 15,-9-8 1-15,-2-9 0 0,-4-2 2 16,-8-4-1-16,-6-9 2 16,-8-3-1-16,-10-4 0 15,-5-5 1-15,-11-3-3 16,-11-2-1-16,-8-1-2 16,-8-2 0-16,-11 3-1 15,-16 2-1-15,-8 5-1 0,-12 8-3 16,-7 4-5-16,-10 15-11 15,-8 12-58-15,-1 10-1 16</inkml:trace>
  <inkml:trace contextRef="#ctx0" brushRef="#br0" timeOffset="36917.44">2100 7085 359 0,'0'0'7'0,"0"0"5"16,0 0 1-16,-7-13 2 0,7 13 1 15,-12-5 1-15,12 5 1 16,-15-7-1-16,15 7-6 15,-12 0-4-15,12 0-2 16,-13 18-2-16,5-4-2 0,4 1 0 16,1 5-2-16,3-3 1 15,0 2-1-15,0-1 1 16,5-6-1-16,5-2 1 0,0-4 1 16,2-6 0-16,-1 0 0 15,3-8 1-15,-2-5 0 16,-3-1 1-16,-5-4-1 15,-1 1-2-15,-3 0 0 0,-5 5 0 16,-6-1 0-16,2 5 0 16,-8 8 0-16,2 0 0 15,-1 8 0-15,2 5 0 16,2-1 0-16,1 5 0 16,4 0 0-16,4-1 0 0,3-2 0 15,3-1 0-15,4-6 0 16,8-4 0-16,0-3 0 15,3-3 0-15,-4-4 0 16,4-6 0-16,-6-1 0 0,1-2 0 16,-6-1 0-16,-2 2 0 15,-5 2 0-15,-2 1 0 16,2 12 0-16,-21-7 0 16,9 7 0-16,-3 2 0 0,1 8 0 15,-2 3 0-15,2-1 0 16,4 3 0-16,-1-3 0 15,7 1 0-15,1-1 0 0,3-2-4 16,3-2-9-16,-3-8-10 16,17-6-53-16,-7 6-11 15</inkml:trace>
  <inkml:trace contextRef="#ctx0" brushRef="#br0" timeOffset="37400.4">1907 6892 380 0,'0'0'4'0,"0"0"2"0,-15-6 2 16,5 6 0-16,-2 0 2 16,-4 0 0-16,4 6 2 15,-8 0-2-15,3 7-2 0,-3 10-3 16,3 4-1-16,2 4-1 15,5 7-1-15,0 1-2 16,5 6 2-16,5 2-1 16,2-2 0-16,9-1 0 0,6-6 0 15,5-4 1-15,8-6 0 16,2-4 0-16,5-6-1 16,6-11 1-16,-1-4 0 0,5-3 1 15,-2-13-1-15,-1-7 1 16,2-5-1-16,-7-6 0 15,-2-4 1-15,-7-10 0 16,-5-2 0-16,-7-5 0 0,-13-3-3 16,-5-2 0-16,-11-4 0 15,-13 4 0-15,-8 2 0 16,-11 9 0-16,-6 6 0 16,-11 12 0-16,-2 14 0 15,-6 14 0-15,4 14 0 0,-3 21 0 16,2 20 0-16,8 18 0 15,10 14 0-15,-3 14-68 16,30 24-22-16</inkml:trace>
  <inkml:trace contextRef="#ctx0" brushRef="#br1" timeOffset="41582.92">3068 6735 383 0,'0'0'7'16,"0"0"3"-16,0 0 2 15,0 0 1-15,0 0 0 0,0 0 1 16,0 0 0-16,7 10 0 16,-7-10-7-16,2 12-3 15,-2-12-2-15,3 15-2 16,-2-2 0-16,5-4 1 0,2 0-1 15,-8-9 0-15,14 8 0 16,-6-5 1-16,0-3 0 16,1-4 1-16,-9 4-1 15,12-16 1-15,-12 4-1 16,0 0 1-16,0 2 0 0,-2 3-1 16,2 7 0-16,-17-8 0 15,4 8 1-15,1 0-2 16,3 5 0-16,-3 5 0 15,3-3 0-15,2 4 0 0,1-1 0 16,4-1 0-16,2-9-2 16,0 13-1-16,0-13-2 15,11 9-3-15,-11-9-5 16,16 3-7-16,-16-3-20 0,0 0-44 16,18 0-1-16</inkml:trace>
  <inkml:trace contextRef="#ctx0" brushRef="#br1" timeOffset="42134.24">3010 6535 319 0,'0'0'8'15,"0"0"3"-15,-13-6 3 16,4 6 3-16,-6 0 1 0,0 0 0 16,-4 3 1-16,-2 5 0 15,1 5-6-15,-3 3-3 16,9 12-4-16,-6 2-1 0,8 7-1 16,5 2-1-16,4 8-1 15,3 0 0-15,5-2-1 16,7-1 0-16,8 1 0 15,5-5 0-15,5-5 0 16,2-6 0-16,8-7 0 0,-1-4 0 16,7-8-1-16,0-6 2 15,2-7-1-15,-1-11 0 16,-5-5 1-16,3-6 0 0,-6-7 1 16,-3-5 1-16,-7-4-4 15,-4 0 0-15,-7-4 0 16,-14 1 0-16,-4-3 0 0,-2-1 0 15,-16 2 0-15,-9 3 0 16,-6 3 0-16,-4 5 0 16,-4 6 0-16,-5 9 0 15,-3 6 0-15,-1 8 0 16,1 9 0-16,-1 9 0 0,0 8 0 16,3 10 0-16,8 5 0 15,5 4 0-15,13 5 0 16,5 1 0-16,16 9-88 15,13 4-3-15</inkml:trace>
  <inkml:trace contextRef="#ctx0" brushRef="#br1" timeOffset="44950.06">876 8169 363 0,'0'0'6'0,"0"0"0"0,0 0 4 16,0 0 0-16,-8 7 0 0,8-7 0 16,-10 10 1-16,10-10 1 15,-7 15-5-15,7-15-3 16,0 16 0-16,0-16-2 15,5 12-1-15,-5-12 1 0,14 3 0 16,-3-3-1-16,-1-6 1 16,-1-1 0-16,4-5 0 15,-6-1 0-15,3-2 1 16,-8 4 0-16,-2-2 0 0,0 3 0 16,-2 0-1-16,-8 7 0 15,1 3 0-15,-4 0-1 16,1 8 0-16,-1 2-1 0,1 0 0 15,2 2 0-15,3 1 0 16,1-4-1-16,6-2 1 16,0-7 0-16,3 10-1 15,7-10 1-15,5 0-1 16,0-7 1-16,-1-3 0 16,4-2 0-16,-6 2 0 0,1-5 1 15,-3 1 0-15,-5 3-1 16,-5 1 1-16,0 10 0 15,-10-9-1-15,-3 9 0 0,-1 2 0 16,-2 5-1-16,2 1-2 16,4 2-3-16,-5 0-4 15,8 5-7-15,-1-5-19 16,-2-3-47-16,10-7-2 0</inkml:trace>
  <inkml:trace contextRef="#ctx0" brushRef="#br1" timeOffset="45416.52">732 7957 380 0,'0'0'5'0,"-7"0"1"0,7 0 2 0,-18 10 0 16,6-3 1-16,-6 5 1 15,3 3 0-15,0 10 0 16,1 2-3-16,3 11-2 16,6-1 0-16,5 7-2 0,5 6 0 15,8 0 0-15,9-1 0 16,5 0-2-16,5-4 0 16,9-6 0-16,1-6 0 0,3-8 0 15,2-8 0-15,3-12 1 16,-1-5 0-16,-2-12 0 15,0-11 1-15,-2-2 0 16,-5-9 0-16,-5-6 0 0,-6-4 1 16,-11-4-2-16,-3 2 1 15,-15-5 0-15,-8 1-3 16,-14-1 0-16,-10 2 0 16,-10 4 0-16,-8 8 0 0,-8 5 0 15,2 9 0-15,-4 10 0 16,5 12 0-16,3 2 0 15,8 12 0-15,2 7 0 16,13 3-6-16,15 9-8 16,2-5-18-16,14 3-54 0,13 2-2 15</inkml:trace>
  <inkml:trace contextRef="#ctx0" brushRef="#br1" timeOffset="45933.35">863 8095 360 0,'0'0'6'0,"0"0"3"0,0 0 1 0,0 0-2 15,0 0 1-15,0 0 0 16,3 10 0-16,7 7 1 16,5 12-4-16,7 14-3 0,13 10 1 15,12 13-1-15,5 14 1 16,13 11 0-16,4 3 1 16,1 6 0-16,4 4 0 15,1-4-1-15,-5 3 0 0,-6-9 1 16,-2-7 0-16,-7-10-1 15,-8-8-2-15,-7-12-2 16,-5-15-3-16,-5-4-4 16,-13-17-5-16,-3-9-24 0,2-9-47 15,-16-3-2-15</inkml:trace>
  <inkml:trace contextRef="#ctx0" brushRef="#br1" timeOffset="46516.27">1944 7117 365 0,'0'0'7'0,"0"0"0"0,0 0 2 0,0 0-2 0,5 2 1 15,-3 11 0-15,11 9 2 16,4 12-1-16,6 11-5 16,11 14-2-16,9 13 1 0,9 11-1 15,5 8 0-15,12 6 0 16,2-1 0-16,0 1 1 16,1-6 0-16,-2-4 0 15,-5-8 1-15,-3-4-1 0,-7-13 0 16,-6-10-2-16,-4-8-7 15,-10-12-16-15,-19-7-56 16,12-7-2-16</inkml:trace>
  <inkml:trace contextRef="#ctx0" brushRef="#br1" timeOffset="47133.58">2799 8085 314 0,'0'0'4'0,"0"0"3"0,0 0 0 0,0 0 3 0,0 0 2 16,0 0 3-16,10-7 1 16,0 0 0-16,2-1-2 15,8-4-3-15,-1-6 1 0,11-9-3 16,5-3-1-16,8-7-2 15,1-5-1-15,9-2-1 16,2-3 0-16,2-1-1 16,-6 3-1-16,2 6 0 15,-9 4-1-15,-3 6 0 0,-11 7 0 16,-5 6 0-16,-11 7 0 16,-4 3 0-16,-10 6-3 15,0 0 0-15,0 0-3 16,-10 13-5-16,-2-5-9 0,-1-8-58 15,-1 12-7-15</inkml:trace>
  <inkml:trace contextRef="#ctx0" brushRef="#br1" timeOffset="47619.39">2834 7816 391 0,'0'0'5'15,"0"0"2"-15,0 0 2 0,0 0 0 16,0-10 0-16,0 10 0 16,0 0 0-16,0 0 0 15,-8 12-5-15,6 2-2 0,-3 4-1 16,3 4 0-16,-4 3-1 16,1 0 1-16,-2 0 0 15,2-3 0-15,-5 0 0 16,2-2 0-16,3-5-1 15,-3-3 1-15,4-1-1 0,4-11 0 16,0 12 1-16,0-12-1 16,17 0 1-16,6 0-1 15,2-5 1-15,7-2 0 0,3-1 0 16,2-2 0-16,2 1-2 16,-2 0-1-16,-1 2-7 15,-6 5-21-15,5 2-51 16,-19 0-2-16</inkml:trace>
  <inkml:trace contextRef="#ctx0" brushRef="#br1" timeOffset="48266.88">1119 9510 338 0,'0'0'4'0,"0"0"3"0,0 0 2 0,0 0 3 0,0 0 1 15,0 0 0-15,0 0 1 16,0 0 2-16,8 0-4 15,2-3-2-15,5-7-2 0,2-5 0 16,8-4-2-16,2-6-1 16,6-5-1-16,4-2-1 15,0-6 0-15,3 4-1 16,-3-1-1-16,-2 6 0 0,-5-1 0 16,-3 5 0-16,-5 6 0 15,-7 6-1-15,-3 3-2 16,-12 10-3-16,8-5-4 0,-8 5-6 15,-2 8-15-15,-9-5-53 16,11-3-2-16</inkml:trace>
  <inkml:trace contextRef="#ctx0" brushRef="#br1" timeOffset="48566.43">1430 9108 391 0,'0'0'5'16,"0"0"3"-16,0 0 1 15,0 0 1-15,0 0 0 0,0 0 0 16,0 0 0-16,0 0 2 16,0 5-6-16,10-5-2 15,4 0-1-15,4 0 0 16,2 0-1-16,3 0 0 0,3-2 0 16,2-1-1-16,-3 1 0 15,-5 0-1-15,-1 2 1 16,-1 4-2-16,-8 6 1 15,-3 3-1-15,-2 5-1 16,-5-1 0-16,-3 8 0 0,-4-1-4 16,0 1-2-16,-6 0-4 15,1-5-11-15,0-13-56 16,7 5-3-16</inkml:trace>
  <inkml:trace contextRef="#ctx0" brushRef="#br1" timeOffset="49017.81">2054 8680 427 0,'0'0'2'16,"0"0"0"-16,0 0 0 15,0 10 1-15,0-10 0 16,0 0 1-16,2 10 1 0,-2-10 0 16,12 1-1-16,1-2-1 15,-1-4 0-15,4-8 0 16,-2 1 0-16,4-3 0 16,-7-2-1-16,-1-3 1 15,1 3-1-15,-11 2 0 0,0-3 0 16,-5 8 0-16,-8 6-1 15,1 1 1-15,-8 3-1 16,0 7-1-16,-2 9 1 16,0 6-1-16,4 3 0 0,1 7 1 15,1 0-1-15,9 2 0 16,7-4 1-16,3 0 0 16,12-8-1-16,7-7 1 15,3-7 0-15,9-8-2 0,1-5-3 16,3-8-6-16,-6-6-25 15,1-4-49-15,-4 2 1 16</inkml:trace>
  <inkml:trace contextRef="#ctx0" brushRef="#br1" timeOffset="50167.13">1753 6678 140 0,'0'0'2'0,"-10"8"3"0,2 2 2 16,-2 3 4-16,1 6 3 15,-4 6 1-15,-2 7 0 16,1 5 0-16,3 5 0 16,4 7-3-16,7 1-4 0,0 7-2 15,0-2-1-15,10-1-1 16,5 3 0-16,10-7-1 16,-1-1 0-16,8-9 2 0,3-5 3 15,8-6-1-15,1-7 0 16,4-6-1-16,-4-9 2 15,6-7 0-15,-2 0-1 16,3-12-3-16,-3-3-2 0,-4-6-1 16,-7-4-2-16,1 2-1 15,-5-10 0-15,-3 2-1 16,-9-5-1-16,-5 1 2 16,-7-5-1-16,-6 1 2 0,-3 0 0 15,-15-6 1-15,-7 4 1 16,-8-7-1-16,-10 3 1 15,-3 3 0-15,2 3 0 16,-4 6 0-16,-2 4-3 16,7 11-15-16,0 11-45 0,5 7-8 15</inkml:trace>
  <inkml:trace contextRef="#ctx0" brushRef="#br1" timeOffset="57150.47">1614 8135 350 0,'0'0'8'0,"0"0"5"0,0 0 3 16,0-10-1-16,0 10 2 16,0 0 0-16,0 0 0 15,-8-5 0-15,8 5-8 16,0 0-4-16,-2 10-2 0,2-10-1 16,0 13-1-16,0-5-1 15,2 2 0-15,-2-10 0 16,8 14 0-16,-8-14 0 15,12 4 0-15,-2-4 0 16,-10 0 1-16,15-10 0 0,-10 1 0 16,-3-1 1-16,1-2-1 15,-3 2 1-15,0 0-1 16,0 10 0-16,-12-11-1 16,-1 11 1-16,0 0-1 0,1 8 0 15,0 2-2-15,-3 0-3 16,7 2-4-16,1-2-7 15,5 1-19-15,9-4-49 0,-7-7-1 16</inkml:trace>
  <inkml:trace contextRef="#ctx0" brushRef="#br1" timeOffset="57566.58">1552 7929 378 0,'0'0'6'15,"0"0"1"-15,-15 0 2 16,7 0 0-16,-2 5 1 0,-5 3 1 16,0 4 0-16,1 6 0 15,-1 4-5-15,2 8-1 16,6 2-2-16,5 7-1 16,2 1 0-16,2 1-1 15,10 5 1-15,3-5-1 0,7 2 1 16,4-8 0-16,3-2-1 15,3-12 1-15,3-1 0 16,3-15 0-16,1-5-1 16,-4-5 1-16,2-13 1 0,0-9 0 15,-4-5 1-15,-3-7-1 16,-3-6 1-16,-10-5 0 16,-5 1-2-16,-9-3-2 0,-6-2 0 15,-11 2 0-15,-11 7 0 16,-7 4 0-16,-8 12 0 15,-5 7 0-15,1 15 0 16,-9 7 0-16,7 7 0 0,3 15 0 16,3 3 0-16,10 7 0 15,3-2 0-15,17 9-2 16,6 9-71-16,11-16-15 16</inkml:trace>
  <inkml:trace contextRef="#ctx0" brushRef="#br1" timeOffset="58349.87">2930 7367 417 0,'0'0'5'0,"0"0"2"16,0 0 2-16,0 0-3 15,0 0 2-15,-9 0 0 16,9 0-1-16,0 0 1 16,-3 11-5-16,3-11-2 0,0 11-1 15,0-11 0-15,0 8 1 16,0-8-1-16,10 2 1 16,-10-2 0-16,15-7 1 0,-15 7 0 15,17-18 1-15,-6 4 0 16,-6 1 1-16,-3 1 0 15,-2-1-1-15,0 6 1 16,0 7 0-16,-18-10-4 0,6 10 0 16,-3 2 0-16,3 6 0 15,-4 2 0-15,4 3 0 16,3-4 0-16,6 4-8 16,-5-6-5-16,8 4-13 0,0-3-57 15,0-8-3-15</inkml:trace>
  <inkml:trace contextRef="#ctx0" brushRef="#br1" timeOffset="58749.91">2851 7197 369 0,'0'0'5'16,"-13"0"2"-16,6 0 3 15,-2 4 0-15,-2 1 2 0,-3 5 0 16,-2 5 1-16,4 4 1 15,2 5-4-15,2 2-3 16,8 6-2-16,0 0-1 16,6 3-1-16,8 0 0 15,4-3-2-15,4-5-1 0,5-2 1 16,5-11 0-16,1-4-1 16,5-10 2-16,-1-1-1 15,0-15 1-15,-2-6 0 0,-1-7 2 16,-1-3-1-16,-6-6 1 15,-8-2-1-15,-6 1 0 16,-10-3-3-16,-6 2 0 16,-13 3 0-16,-10 3 0 0,-6 9 0 15,-7 7 0-15,-4 8 0 16,-1 8 0-16,3 7 0 16,2 9 0-16,9 9 0 0,-2 2 0 15,17 2-4-15,0-5-24 16,12 1-56-16,6-5-4 15</inkml:trace>
  <inkml:trace contextRef="#ctx0" brushRef="#br1" timeOffset="59368.51">3137 5978 324 0,'0'0'7'0,"0"0"3"16,0 0 2-16,-10-13 3 0,10 13 1 15,-8-10 0-15,8 10-1 16,-7-8 0-16,7 8-6 16,0 8-4-16,7 12-1 15,11 9-2-15,8 14-1 0,12 11 0 16,8 16 0-16,10 6 0 15,8 13 1-15,14 6-1 16,7 6 1-16,-2 6 0 16,9 1 0-16,-4 2 0 0,-4-4 2 15,1 0-1-15,-8-6 0 16,-7-2 1-16,-11-12-1 16,-5-8-1-16,-6-10-1 15,-11-14-5-15,-2-10-7 0,-13-16-14 16,-10-10-57-16,4-12 0 15</inkml:trace>
  <inkml:trace contextRef="#ctx0" brushRef="#br1" timeOffset="59534.67">4265 7531 438 0,'0'0'2'0,"0"0"1"0,0 0 0 15,-6 7-6-15,6-7-11 16,0 0-61-16,0 11-1 16</inkml:trace>
  <inkml:trace contextRef="#ctx0" brushRef="#br1" timeOffset="60449.87">3081 8457 289 0,'0'0'7'16,"0"0"2"-16,0 0 2 16,0 0 1-16,0 0 0 15,0 0 2-15,0 0 2 0,3-7 0 16,8 1-6-16,1-1-3 16,6-5-1-16,6-8-1 15,12-5 0-15,1-5-3 16,9-7 0-16,7-4-1 15,6-9 0-15,6-7-1 0,7-3 0 16,0-4 1-16,5-1-1 16,-2 3 1-16,-3 1 0 15,-5 7 0-15,-5 4 0 0,-5 5 1 16,-4 8-1-16,-16 6 0 16,-3 8 0-16,-9 2 0 15,-5 9-1-15,-7 2 2 16,-4 3-4-16,-9 7 1 0,9-3-1 15,-9 3 1-15,0 0-1 16,0 0-1-16,0 0 0 16,11 3-2-16,-11-3-1 15,0 0-4-15,0 0-10 0,0 0-30 16,0 12-26-16,0-12-3 16</inkml:trace>
  <inkml:trace contextRef="#ctx0" brushRef="#br1" timeOffset="60768.62">4027 7538 401 0,'0'0'4'0,"0"0"2"15,0 0 0-15,0 0 2 16,0 0 1-16,7-6 1 15,-7 6 0-15,20-7 1 0,-8 3-4 16,6-4-2-16,3-2 0 16,4 3-1-16,1-3-2 15,-1 5 0-15,0 2-1 16,-4 3-1-16,-1 10 1 0,-10 5-1 16,-4 6-1-16,-6 5 1 15,-6 9-1-15,-6 2 0 16,-6 2-2-16,1 2-4 0,-3-5-7 15,6 2-29-15,-4-1-40 16,4-7-2-16</inkml:trace>
  <inkml:trace contextRef="#ctx0" brushRef="#br1" timeOffset="61282.97">3254 8168 381 0,'0'0'8'0,"0"0"2"0,-11-3 1 0,11 3-1 16,0 0 1-16,-12 3 0 0,12-3 1 16,-5 14-1-16,3 3-6 15,0 3-2-15,-1 3-2 16,1 4 1-16,-4-5 0 15,1 3 0-15,0 0 0 0,-2-6-1 16,0-4 0-16,-1-5 0 16,8-10-1-16,-7 12 0 15,7-12 0-15,0 0 0 16,13-4-1-16,3-4 0 0,2 1 1 16,10-1-1-16,-2-2 1 15,6 0 0-15,2 1 0 16,0 0 0-16,-1 3 0 15,-1 4-3-15,-2-1-1 0,-3 0-8 16,-1 3-15-16,12 3-54 16,-21 0-2-16</inkml:trace>
  <inkml:trace contextRef="#ctx0" brushRef="#br1" timeOffset="61751.36">3758 8201 477 0,'0'0'2'0,"0"0"1"15,0 0-1-15,0 0 1 0,0 0 0 16,0 0 0-16,0 0 1 15,0 0 0-15,9 6-2 0,-9-6 0 16,16 0-1-16,-6 0 1 16,3-6-1-16,1-2 1 15,-3-3-2-15,-2-2 0 16,-4 1 0-16,-3-2 0 16,-2 3 0-16,0 1 0 0,-9 6 0 15,-4 4 0-15,1 0 0 16,-8 10 0-16,5 5 0 15,-3 7 0-15,4-1 0 0,1 4 0 16,3 1 0-16,8-4 0 16,2 0 0-16,2-4 0 15,8-9 0-15,5-6 0 16,10-3 0-16,-1-5 0 16,4-10 0-16,-2-7-5 0,7 0-11 15,-5-3-30-15,2-3-40 16,-5-1-2-16</inkml:trace>
  <inkml:trace contextRef="#ctx0" brushRef="#br1" timeOffset="61900.52">3900 7994 402 0,'0'0'3'15,"0"0"2"-15,0 10 1 0,0-10 0 16,0 0 1-16,10 9 2 15,-1-9-3-15,9 0-12 16,17-14-69-16,-8-9-3 0</inkml:trace>
  <inkml:trace contextRef="#ctx0" brushRef="#br1" timeOffset="68718.82">9219 16154 396 0,'0'0'6'0,"0"0"3"15,0 0 3-15,0 0 3 16,0 0 0-16,0 0 2 0,0 0 0 16,0 0 1-16,0 0-12 15,0 0-6-15,0 7 0 16,0 5 0-16,0 6 0 15,0 2 0-15,0 2 0 0,3 3 0 16,-3-3 0-16,0 3 0 16,0-3 0-16,3-4 0 15,-3-1 0-15,0-5 0 16,0-5 0-16,0-7-7 0,0 0-27 16,-11 6-53-16,11-6-4 15</inkml:trace>
  <inkml:trace contextRef="#ctx0" brushRef="#br1" timeOffset="69166.67">9071 16308 380 0,'0'0'7'0,"0"0"2"16,0 0 2-16,0 0 2 0,-11-6 2 15,11 6 0-15,0 0 1 16,0 0 0-16,0 0-4 16,0 0-3-16,0 0-1 0,11-7-8 15,1 5 0-15,3-1 0 16,2 3 0-16,3-3 0 15,8-1 0-15,2 1 0 16,-1 0 0-16,1-1 0 16,-3 4 0-16,0-5 0 0,-2 2 0 15,-2 3 0-15,-9-3 0 16,-1 3 0-16,-13 0 0 16,12 0 0-16,-12 0 0 15,0 0 0-15,0 0 0 0,0 0 0 16,0 0 0-16,-7 3 0 15,7-3 0-15,-13 3 0 16,13-3 0-16,-14 5 0 16,14-5 0-16,-15 25-75 0,15-25-19 15</inkml:trace>
  <inkml:trace contextRef="#ctx0" brushRef="#br1" timeOffset="69799.75">9018 16565 384 0,'0'0'5'0,"0"0"3"0,0 0 2 16,0 0 1-16,0 0 2 15,0 0 0-15,0 0 1 0,0 0 2 16,7 3-4-16,-7-3-3 16,13 0-2-16,-1 2 0 15,3-2-5-15,5 0-2 16,5 0 0-16,5 3 0 0,-6-3 0 15,9 2 0-15,-3-2 0 16,0 0 0-16,0 2 0 16,-6-2 0-16,-4 0 0 15,0 0 0-15,-5 0 0 0,-5 3 0 16,-10-3 0-16,10 0 0 16,-10 0 0-16,0 0 0 15,0 0 0-15,0 0 0 16,0 0 0-16,0 0 0 0,0 0 0 15,0 0 0-15,0 0 0 16,-5 0 0-16,5 0 0 16,0 0 0-16,-10-10 0 15,10 10-86-15,0 0-9 16</inkml:trace>
  <inkml:trace contextRef="#ctx0" brushRef="#br1" timeOffset="71000.25">9756 16323 381 0,'0'0'7'0,"0"0"2"15,0 0 1-15,0 0 1 16,0 0 1-16,0 0 0 15,0 0 0-15,5 1 0 0,-5-1-5 16,0 0-3-16,10 10-1 16,-10-10 0-16,15 11 0 15,-5-8 1-15,0-2 0 16,2 2 0-16,5-3 0 16,1-3 0-16,-3-1 1 0,-3-1-5 15,0-4 0-15,1 1 0 16,-3-3 0-16,-3-1 0 15,-7 2 0-15,0 0 0 0,0-2 0 16,-7 5 0-16,-5 0 0 16,-1-1 0-16,1 3 0 15,-1 5 0-15,-4 0 0 16,-1 0 0-16,-1 7 0 16,1 3 0-16,-2 0 0 0,3 2 0 15,-1 6 0-15,3-4 0 16,-2 4 0-16,5 0 0 15,5-1 0-15,5 2 0 0,-2-1 0 16,4-2 0-16,6 2 0 16,1-3 0-16,5-3 0 15,5 1 0-15,1-6 0 16,2-4 0-16,3 2 0 16,2-3 0-16,1-2 0 0,-1 0 0 15,3-2 0-15,-6-6 0 16,1 6 0-16,-6-3 0 15,1 0 0-15,-9 0 0 0,1 0 0 16,-10 5 0-16,13-7 0 16,-13 7 0-16,0 0 0 15,0 0 0-15,0 0 0 16,0 0 0-16,0 0 0 16,-5-8 0-16,5 8 0 0,-11 0 0 15,11 0 0-15,-9-8-45 16,9 8-46-16,-12 0-2 15</inkml:trace>
  <inkml:trace contextRef="#ctx0" brushRef="#br1" timeOffset="71533.5">9848 16027 403 0,'0'0'4'0,"0"0"1"0,-15-4 3 0,0 4 1 0,-3 0 2 15,-1 2 0-15,-8 3 1 16,-4 8 0-16,-3 0-2 16,0 11-3-16,-4 0-2 0,3 6-2 15,7 4-2-15,1 4 0 16,8 2-1-16,3 4 0 15,9 0-1-15,7-1 1 16,3 2-1-16,12-6 1 16,7-2 1-16,7 2-2 0,7-8 1 15,6-4 1-15,5-5 0 16,3-5-1-16,2-7 1 16,0-2-1-16,0-8 1 0,3-8 1 15,0-5-1-15,-6-6 0 16,-1-3 2-16,-4-3-3 15,-3-4 0-15,-7-3 0 16,-4-1 0-16,-8-4 0 16,-12-3 0-16,-7-6 0 0,-3-7 0 15,-16-1 0-15,-9-3 0 16,-12 2 0-16,-5 6 0 16,-10 4 0-16,-8 12 0 0,-4 11 0 15,-11 21 0-15,0 9 0 16,-1 28 0-16,-4 15 0 15,1 24 0-15,4 24 0 16,3 18-2-16,8 22-85 16,41-60-4-16</inkml:trace>
  <inkml:trace contextRef="#ctx0" brushRef="#br1" timeOffset="76156.42">1892 6579 233 0,'0'0'7'0,"0"0"3"0,-15-2 3 16,3-1 3-16,-3 3 2 0,-5-5 1 15,0 5 2-15,-8 0 0 16,-1 0-3-16,1 5-4 16,-1 10-3-16,-1 3-2 15,2 6-3-15,-4 11 0 16,2-1-2-16,0 11-1 15,3 2 0-15,3 5 0 0,4 1 0 16,5 1-2-16,2 4 2 16,13-7-2-16,0 6 2 15,13-5-2-15,4 3 1 0,13-8-1 16,2-1 0-16,10-3 0 16,3-1 0-16,3-2 1 15,6-8-1-15,0 0 0 0,6-6 0 16,-5 2 0-16,3-8 0 15,-5-3 0-15,2-7 1 16,-2-2-1-16,-1-4 1 16,-3-4-1-16,-7-4 1 0,6-4 0 15,-4-7 0-15,-3 1 1 16,-2-7-1-16,-2-4 0 16,-2-4 0-16,0-6 0 15,-2 1 0-15,-7-6-1 0,-1-4 0 16,-7-1 0-16,-1-2 0 15,-6-5 0-15,-7-7-1 16,-4 1 1-16,-7-3-1 16,-11-4 2-16,-2 0 0 15,-3 3 0-15,-8 1 0 0,-7 7 0 16,-1 4 1-16,-3 6 0 16,-6 6 0-16,1 3-3 15,-5 3 0-15,-1 7 0 0,4 6 0 16,-4 0 0-16,1 8 0 15,3 1 0-15,-1 10 0 16,6 0 0-16,1 8 0 16,-1 6 0-16,1 10 0 0,6-1 0 15,2 6 0-15,1 4 0 16,1 5 0-16,1-4 0 16,2 6 0-16,5-5 0 15,0-1 0-15,3 1 0 16,5-3 0-16,5 0 0 0,1-2 0 15,4 0 0-15,7 2-3 16,0-7-17-16,0 8-64 16,18-2-4-16</inkml:trace>
  <inkml:trace contextRef="#ctx0" brushRef="#br1" timeOffset="84916.39">1907 9460 189 0,'0'0'6'15,"0"0"1"-15,0 0 2 0,0 0 1 16,-10 0 4-16,10 0 4 16,0 0 2-16,0 0 2 15,15-7-5-15,-2 0-1 0,6-3-2 16,4-10-1-16,6-5-3 16,11-3-3-16,8-9-2 15,3-4-2-15,9-12 0 16,4-1-1-16,4-6 0 15,6-1-1-15,4-2 1 0,-5 1-1 16,-3 6 0-16,-3 1-1 16,-1 6 0-16,-15 3 1 15,2 8-1-15,-14 5 0 0,-7 6 0 16,-4 6 0-16,-6 5 1 16,-7 6 0-16,-6 3 1 15,-9 7 0-15,13-8-1 0,-13 8 1 16,0 0-1-16,0 0 0 15,-2 6-1-15,2-6-3 16,-11 11-6-16,11-11-8 16,-12 13-17-16,0-6-38 15,12-7-7-15</inkml:trace>
  <inkml:trace contextRef="#ctx0" brushRef="#br1" timeOffset="85417.34">2801 8531 302 0,'0'0'8'0,"0"0"3"0,0 0 1 16,0 0 2-16,0 0-1 15,0 0 4-15,0 0 1 16,3 6-1-16,-3-6-6 15,13 0-2-15,-4 0-2 0,3-3 1 16,4-2 0-16,0-2-2 16,5-1-2-16,-3 3 0 15,1-5-1-15,-1 3 0 0,-4 4-1 16,-1 3-1-16,-1 3-1 16,-5 9 0-16,-2 8 1 15,-5 3-1-15,0 2 0 16,-5 6 0-16,-4 1 1 0,-1 1-1 15,0-1 1-15,2 0-4 16,-1-2-2-16,4-4-11 16,-1 7-45-16,1-11-21 15</inkml:trace>
  <inkml:trace contextRef="#ctx0" brushRef="#br1" timeOffset="86600.08">1753 6513 318 0,'0'0'8'0,"-15"0"1"0,2 0 3 16,-3 0 1-16,-9 0 2 16,-3 4 1-16,-5 7-1 15,-6 3 1-15,4 8-7 16,0 11-2-16,0 9-3 0,10 10-1 16,4 10-1-16,5 7-1 15,9 7-1-15,7 7 1 16,5 1 0-16,13-2 0 15,9-1-1-15,10-6 1 0,5-6 0 16,8-10 0-16,10-12 1 16,2-7-1-16,2-13 0 15,6-9 1-15,1-14 0 0,-3-5 1 16,2-16-1-16,-1-11 1 16,-4-12 0-16,-3-7-1 15,-7-13-1-15,-5-1 1 16,-12-9 0-16,0-1-1 0,-15-2 1 15,-11-1-1-15,-12 0 1 16,-12 2 0-16,-16 3 1 16,-14 6 1-16,-8 7-1 15,-12 4 2-15,-5 10-1 0,-5 12 0 16,-5 13-4-16,0 11 0 16,2 15 0-16,-2 10 0 15,3 16 0-15,2 9 0 16,8 11 0-16,4 9 0 0,12 10 0 15,9 8 0-15,16 8 0 16,16 1 0-16,14 5 0 16,23-2 0-16,18 3 0 15,16-10 0-15,13-11 0 0,10-8 0 16,5-16 0-16,4-16-9 16,6-11-9-16,-10-16-67 15,3-15-3-15</inkml:trace>
  <inkml:trace contextRef="#ctx0" brushRef="#br1" timeOffset="101866.5">20816 3077 321 0,'0'0'8'0,"0"0"5"0,0 0 2 15,0-10 4-15,0 10 0 16,0 0 0-16,0-10 1 16,0 10 1-16,2 10-8 0,3 17-5 15,2 12-1-15,4 12-3 16,-2 7-1-16,7 17-1 15,-4 9-1-15,3 7-1 16,-5 4 1-16,2 2-2 16,-2-1 1-16,-2-5 0 0,-4 1 1 15,1-10-1-15,-5-6 0 16,0-6-1-16,0-13-1 16,3-4-5-16,-3-14-8 15,0-12-14-15,4-8-52 0,-4-19-3 16</inkml:trace>
  <inkml:trace contextRef="#ctx0" brushRef="#br1" timeOffset="102183.63">20958 3119 307 0,'0'0'7'0,"0"0"6"15,-3-15 2-15,3 15 2 16,-6-13 3-16,6 13 0 16,-4-12-1-16,4 12 1 15,0 0-9-15,-10 25-2 0,8 4-3 16,2 19-3-16,0 9-3 16,4 14 1-16,6 11 0 15,1 7 0-15,3 5 0 16,1-4-2-16,2-2 1 0,-1-5 0 15,-4-9 1-15,0-7-2 16,-2-11-4-16,-2-10-5 16,-4-10-7-16,1-8-18 15,3-13-44-15,-8-15-4 0</inkml:trace>
  <inkml:trace contextRef="#ctx0" brushRef="#br1" timeOffset="102649.76">20898 3232 282 0,'-2'-9'10'16,"2"-4"4"-16,0-2 4 15,0-3 1-15,-3-1 3 16,-3-1 1-16,4 1 0 0,-1-4 0 16,1 14-10-16,2 9-4 15,-12 0-4-15,1 21-2 16,2 9-1-16,-6 9-2 15,-2 9 0-15,-4 6 0 16,2 6 0-16,-4-3 0 0,3-2-1 16,5-8 1-16,0-7-1 15,6-8 1-15,-1-13 1 16,5-1 0-16,5-18 3 0,0 0-1 16,0 0 2-16,0-25 0 15,10-8-1-15,-3-6 1 16,6-8-2-16,2-7 1 0,2-3-1 15,-2-3 0-15,3 6-1 16,-4 1 0-16,4 9 0 16,-6 4-2-16,-2 10 0 15,0 3 0-15,0 10 0 16,-1 7 0-16,0 7 0 16,3 3 0-16,6 13 0 0,-2 9 0 15,9 12 0-15,5 4 0 16,7 7 0-16,0 4 0 15,9 6 0-15,3-6 0 0,6 8-14 16,14-10-68-16,-14-4-3 16</inkml:trace>
  <inkml:trace contextRef="#ctx0" brushRef="#br1" timeOffset="107317.81">831 8008 111 0,'0'0'11'16,"0"0"9"-16,0 0 2 0,0 0 4 15,0 0 3-15,-5-7-1 16,5 7 4-16,-10-22 1 15,0 4-8-15,-5-4-6 16,-5-10-1-16,1-5-2 0,-8-8-2 16,-6-6-2-16,-5-7-2 15,-6-4-1-15,5-2-1 16,-7-1-2-16,2 1-1 16,1 5-2-16,4 4 1 0,4 5-1 15,3 11-2-15,7 2 1 16,0 9-1-16,10 2 0 15,0 6-1-15,5 7 1 16,3 1-2-16,7 12 0 0,-11-12-2 16,11 12-2-16,0 0-6 15,0 0-6-15,0 0-11 16,11 1-50-16,-1 15-6 16</inkml:trace>
  <inkml:trace contextRef="#ctx0" brushRef="#br1" timeOffset="107983.58">1696 6842 109 0,'0'0'7'0,"0"0"7"0,0 0 7 16,0-10 6-16,0 0 2 15,0-2 6-15,0-6 1 16,-5-7 0-16,-2-7-4 0,-7-7-4 16,0-6-6-16,-4-9-5 15,-6-8-4-15,-3-3-3 16,-6-4-1-16,-2 4 0 15,-5 4-2-15,3 3-1 16,3 8 0-16,-1 9 0 16,0 6 0-16,8 8-1 0,4 7-1 15,3 5-1-15,3 6-2 16,4 0 0-16,6 5-2 16,7 4-3-16,0 0-3 0,-2 7-10 15,2 6-18-15,7 4-49 16,8 6-2-16</inkml:trace>
  <inkml:trace contextRef="#ctx0" brushRef="#br1" timeOffset="116866.64">5246 4816 341 0,'0'0'7'0,"0"0"3"0,0 0 4 16,-7-6 2-16,7 6 1 15,0 0 1-15,-10-4-1 16,10 4 0-16,0 0-6 0,0 0-3 15,-10 7-5-15,10-7-1 16,0 13-2-16,0-13 0 16,5 14 1-16,-5-14-1 0,15 11 0 15,-5-9 1-15,2-2 0 16,0-2 0-16,1-7 1 16,-1 1 0-16,1-6 0 15,-5 3 0-15,-4-7 1 0,1 5-1 16,-5 3 1-16,0 10-1 15,-17-9 1-15,4 9-1 16,-1 7 1-16,-4 3-3 16,-2 5 0-16,5 0 0 0,-2 2 0 15,5 0 0-15,2-4 0 16,5-1 0-16,5-4 0 16,0-8 0-16,12 5 0 15,0-5 0-15,4-5 0 16,-2-5 0-16,2-2 0 15,-2 1 0-15,-3 1 0 0,-2 0 0 16,-6 0 0-16,-3 10 0 16,0-7 0-16,0 7 0 0,-18 0 0 15,8 6 0-15,-4 2-3 16,1 5-1-16,-2-1-3 16,2 3-2-16,4 1-5 15,-3-4-8-15,9 3-15 16,3-8-46-16,0-7-3 0</inkml:trace>
  <inkml:trace contextRef="#ctx0" brushRef="#br1" timeOffset="117383.52">5202 4595 373 0,'0'0'4'0,"0"0"3"0,-15-3 0 16,5 3 1-16,-2 0 1 15,-6 0 1-15,-1 6 0 0,-7 1 1 16,1 5-3-16,0 7-3 16,3 4 1-16,0 7-2 15,2 3 0-15,5 6-2 16,5 6 1-16,3-3-2 0,7 7 0 15,2-2 1-15,9-2-2 16,10-6 1-16,7 0 0 16,1-8 0-16,6-4 0 15,5-12 1-15,3-7 0 16,1-8 0-16,4-6 0 0,-4-11-1 16,3-10 1-16,-2-5 1 15,-2-8 0-15,-6-5 0 16,-3-4 0-16,-9-3-1 0,-5-2 1 15,-12-1 1 1,-8-2-4-16,-8 7 0 0,-12 1 0 16,-7 10 0-16,-8 5 0 15,-8 10 0-15,-3 9 0 0,-4 13 0 16,1 4 0-16,-2 13 0 16,0 9 0-16,8 10 0 15,4-3 0-15,11 11 0 16,1-2-36-16,20 0-50 0,7-1-3 15</inkml:trace>
  <inkml:trace contextRef="#ctx0" brushRef="#br1" timeOffset="118549.84">215 11251 292 0,'0'0'3'0,"9"-14"0"0,4-4 1 16,7-4-1-16,7-13 2 15,11-15-1-15,11-9 0 16,6-10 1-16,17-18-3 15,8-10 0-15,12-14-2 0,7-10 1 16,15-15 0-16,3-9-1 16,15-13 2-16,15-13 0 15,7-12 1-15,9-10 1 16,9-8 1-16,6-6 0 16,6-12 0-16,13 1-1 0,-3 0-4 15,-4 0 0-15,4-1-1 16,1 7-2-16,-6 3 0 15,-1 9 0-15,-9 6 0 0,-4 9 2 16,-12 14 2-16,-4 10 1 16,-19 13 1-16,-14 16 1 15,-14 18 2-15,-22 12 4 16,-11 23 0-16,-14 10 3 0,-26 17-1 16,-7 12 1-16,-12 12-2 15,-8 9-1-15,-7 9-1 16,-5 10-4-16,0 0-2 15,-5 0-3-15,5 0-5 0,-12 10-2 16,10 1-7-16,2-11-9 16,-11 14-26-16,17-3-29 15,-6-11-6-15</inkml:trace>
  <inkml:trace contextRef="#ctx0" brushRef="#br1" timeOffset="119104.41">4884 5934 348 0,'0'0'7'0,"0"0"1"0,0 0 4 16,0 0 0-16,-11 0 1 16,11 0 1-16,-14 11 1 0,7-1 1 15,-6 0-7-15,5 0-2 16,4 5-2-16,1-2-1 15,3-5-2-15,0 3 0 16,0-11 0-16,15 2-1 0,0-2 1 16,-1-7 0-16,2-6 1 15,-2-1 1-15,-1-4 0 16,-1-1 0-16,-7 0 0 16,-2 2 1-16,-3 3-1 0,-3 2-2 15,-9 5-2-15,-6 7 0 16,-1 0 0-16,-4 7 0 15,1 8 0-15,-3 2 0 0,6 2 0 16,3 4 0-16,7-3 0 16,6-2 0-16,3-7 0 15,3-1 0-15,11-7 0 16,4-3 0-16,7-7 0 16,2-9 0-16,0-2 0 0,-2-3 0 15,0-2 0-15,-5 1 0 16,-6 2 0-16,-6 4 0 15,-7 0 0-15,-2 9 0 16,-14 2 0-16,-5 5 0 0,-4 5 0 16,1 5 0-16,-2 3 0 15,0 3-4-15,3 0-6 16,7 2-5-16,3-7-9 16,6 1-19-16,9-2-40 0,-3-10-4 15</inkml:trace>
  <inkml:trace contextRef="#ctx0" brushRef="#br1" timeOffset="119483.96">4861 5715 354 0,'0'0'6'0,"-12"-4"3"0,2 3 1 0,-2 1 3 16,-9 0 0-16,2 0 2 0,-6 5 0 15,-5 9 1-15,3 6-5 16,2 8-2-16,2 6-2 15,4 6-2-15,2 7-2 16,14 2 0-16,3 4-1 0,2-4-1 16,14-4 0-16,5-3 0 15,11-7 0-15,6-11-1 16,4-9 1-16,8-8 0 16,-1-7 0-16,6-17 0 15,-2-5 1-15,-2-13 0 0,-5-7 1 16,-5-5 0-16,-8-4-1 15,-8-7-2-15,-17-1 0 16,-8-1 0-16,-15 3 0 16,-15 5 0-16,-13 10 0 0,-9 8 0 15,-5 10 0-15,-5 18 0 16,-3 8 0-16,3 23 0 16,7 15 0-16,3 7 0 0,13 17 0 15,12 3-86-15,9 5-3 16</inkml:trace>
  <inkml:trace contextRef="#ctx0" brushRef="#br1" timeOffset="120567.07">416 11224 213 0,'0'0'1'0,"10"-15"1"0,2-1 1 15,8-8-1-15,5-10 1 16,12-11 1-16,3-9-2 16,17-15 1-16,12-11-1 15,9-7-1-15,4-12 1 16,10-9 0-16,5-9 1 0,14-9 1 15,13-11 3-15,4-7-2 16,1-9 2-16,14-10 0 16,12-8 0-16,7-10-2 0,13-2-3 15,0-11 0-15,1 3-8 16,6 1-7-16,7-2-5 16,-8 3-1-16,-8 5 0 0,4 6 1 15,-5 2 4-15,-4 5 2 16,-9 10 11-16,-5 5 12 15,-4 6 9-15,-13 15 2 16,-3 9 1-16,-22 12 0 0,-11 14 1 16,-16 14-2-16,-8 17 1 15,-25 9-2-15,-12 16 0 16,-11 9-1-16,-11 10-3 16,-6 11-2-16,-9 3-2 15,-3 11-3-15,0 0-2 0,-7-2-6 16,7 2-3-16,-16 7-2 15,16-7-2-15,-12 17-1 16,12-17-3-16,-10 18-2 16,10-18-4-16,-8 12-10 0,6-2-27 15,2-10-25-15,0 0-3 16</inkml:trace>
  <inkml:trace contextRef="#ctx0" brushRef="#br1" timeOffset="121383.54">5266 4600 378 0,'0'0'1'0,"0"0"-2"0,0 0-8 16,0 0-27-16,-14 5-34 15,14-5-5-15</inkml:trace>
  <inkml:trace contextRef="#ctx0" brushRef="#br1" timeOffset="122550.06">5073 6022 310 0,'0'0'7'0,"0"0"5"16,-13-5 1-16,13 5 1 15,-13-3 3-15,6 3 0 16,-3 0 0-16,0 0-1 16,10 0-6-16,-14 10-4 15,5-2-2-15,5 2-2 0,1 2 0 16,1 3-2-16,2 0 1 16,2-2-1-16,3-4 1 15,3 1 0-15,2-5 0 0,0-5 1 16,5 0 1-16,-1-10 0 15,4-3 1-15,-3-4 2 16,2 0 1-16,-7-3-1 16,-3 0 1-16,-4 0-1 15,-3 6-1-15,-8 4 0 0,-4 2-1 16,-5 8-2-16,-3 0-2 16,-2 8 0-16,2 4 0 15,3 6 0-15,-1 1 0 0,8 1 0 16,0 0-2-16,5-3 1 15,5-5-1-15,6-4 1 16,8-3 0-16,3-5 0 16,3-2 0-16,3-9 1 15,-1-3 0-15,0-3 0 0,-4 2 1 16,-9-3 0-16,-1 4-1 16,-8-2 1-16,-5 9 0 15,-10 2-1-15,-2 3-1 0,-8 2-1 16,1 7-1-16,1 3-2 15,-2 3-4-15,5 1-6 16,0-1-9-16,7-1-31 16,9 1-29-16,1-4-2 0</inkml:trace>
  <inkml:trace contextRef="#ctx0" brushRef="#br1" timeOffset="123106.6">4985 5986 358 0,'0'0'7'0,"0"0"4"15,0 0 3-15,0 0 1 16,0 0-1-16,0 0 1 0,-9 17 0 16,6-6 0-16,-1 2-6 15,3 4-4-15,1 0-2 16,0 6-2-16,0-3 0 15,1-1 0-15,11-1 0 0,-5-6 0 16,2-4 0-16,9-6-1 16,-3-2 1-16,0-10 1 15,5-2-1-15,-3-6 2 0,-1-1 0 16,-9-4 0-16,-2 1 1 16,-5-1-1-16,0 4 1 15,-10 5-4-15,-8 1 0 16,-4 8 0-16,0 5 0 0,-1 1 0 15,-2 13 0-15,3 3 0 16,0 2 0-16,7 6 0 16,3-2 0-16,4-1-6 15,6 0-4-15,2-2-2 0,5-7-5 16,7-1-5-16,0-10-9 16,8-2-28-16,5-4-21 15,-5-11-5-15</inkml:trace>
  <inkml:trace contextRef="#ctx0" brushRef="#br1" timeOffset="123432.88">5073 6003 292 0,'0'0'7'16,"-8"-6"5"-16,-2 4 4 0,-2 2 2 16,-1 0 2-16,-4 0 3 15,-3 8-2-15,-4-1 2 16,6 10-6-16,-2 3-5 0,5 5-3 16,5 1-2-16,2 2-3 15,6 5 0-15,2-7-1 16,13 2-1-16,1-3 0 0,9-9-1 15,7-5 1-15,0-9-1 16,4-2 0-16,-1-13 1 16,4-6-1-16,-7-7 1 15,-3-2 1-15,-7-7 0 16,-5 3 0-16,-11-3-3 0,-8 5 0 16,-11 5 0-16,-7 4 0 15,-15 4 0-15,-4 11 0 16,-6 6 0-16,2 6 0 15,-2 12 0-15,8 5 0 16,6 4 0-16,3 3 0 0,11 4 0 16,9-4-10-16,10 0-31 15,2-8-45-15,13-5-2 16</inkml:trace>
  <inkml:trace contextRef="#ctx0" brushRef="#br1" timeOffset="124117.01">4732 5753 389 0,'0'0'6'16,"0"0"2"-16,-10-6 1 16,10 6 0-16,-12 0 1 0,12 0 1 15,-15 2-1-15,7 2 2 16,8-4-7-16,-10 14-1 15,8-7-2-15,2-7 0 0,2 12 0 16,-2-12-1-16,18 6 0 16,-6-6 0-16,0-6 0 15,4-1 1-15,-2-5 1 16,2-6 0-16,-4 1 1 16,-8 0 0-16,5 2 1 0,-9 0 0 15,0 8-3-15,-9 2-2 16,-3 5 0-16,-6 0 0 15,2 9 0-15,-2 4 0 16,1 2 0-16,2 3 0 0,0-1 0 16,5-3 0-16,7 1 0 15,3-5 0-15,0-10 0 16,16 10-2-16,-4-7-5 0,3-3-2 16,-1-5-2-16,7-5-3 15,-7-3-7-15,2 1-14 16,-12-3-46-16,6 2-4 15</inkml:trace>
  <inkml:trace contextRef="#ctx0" brushRef="#br1" timeOffset="124500.49">4689 5581 332 0,'0'0'7'16,"0"0"1"-16,-16 0 3 0,6 0 2 15,-1 0 1-15,-3 7 1 16,-3 3 1-16,2 3 0 15,-1 7-5-15,4 2-3 16,2 3-2-16,2 2 0 0,8 0-1 16,0 0-2-16,13-4-1 15,-1-3-1-15,9-3 1 16,3-5-2-16,3-7 2 16,1-2-2-16,1-6 1 0,6-10 1 15,-3-4 0-15,1-3 0 16,-6-2 2-16,0-6 0 15,-9 2 1-15,-6-2 0 16,-7 1 1-16,-7 0-4 16,-11 8-2-16,-9-2 0 0,-8 6 0 15,-4 8 0-15,-3 7 0 16,-9 5 0-16,9 10 0 16,-2 8 0-16,6 9 0 15,6 0 0-15,9 6 0 0,9 0-12 16,9-13-49-16,12 10-26 15,10-8-1-15</inkml:trace>
  <inkml:trace contextRef="#ctx0" brushRef="#br1" timeOffset="125166.99">5038 5782 269 0,'0'0'3'16,"0"0"3"-16,0 12 0 16,-2-4-1-16,2 4 2 0,-3 0 0 15,3 3-1-15,0-3 0 16,0 3-4-16,5-2-6 15,7-3-5-15,8-5-14 16,-1-3-13-16,6 0-8 16,-4-4-2-16,6-4-2 0,-9-5 8 15,4-2 16-15,-7-4 17 16,-8 2 20-16,-2-2 19 16,-5-4 9-16,-5 2 3 15,-5 4 4-15,-10 0-8 0,-5 5-10 16,3 6-10-16,-3 1-6 15,1 3-3-15,-1 7-7 16,4 8-21-16,5 5-32 0,3 0-18 16</inkml:trace>
  <inkml:trace contextRef="#ctx0" brushRef="#br1" timeOffset="128783.76">4969 6094 88 0,'0'0'6'0,"0"0"2"0,0 0 4 16,0 0 2-16,12 3 2 15,-12-3 3-15,0 0 5 16,0 0 4-16,7 4-1 15,-7-4-2-15,0 0-2 0,0 0-2 16,2-4 0-16,-2 4 0 16,-2-24 0-16,-3 8-3 15,-10-9-3-15,0-4-2 16,-10-14 0-16,-2-4-1 16,-13-13-1-16,-7-11-3 0,-12-13-3 15,-7-8-2-15,-13-15 0 16,-8-8 0-16,-5-10 0 15,-2-6-2-15,-3 0 1 0,3 7 1 16,7 8-2-16,4 6 1 16,14 18 0-16,9 10-1 15,16 18-1-15,1 9 2 16,13 16-1-16,5 8 0 0,11 3-1 16,0 10 0-16,5 6-1 15,7 2-1-15,2 10-2 16,0 0-2-16,2 5-5 15,7 5-4-15,0 5-9 0,-4 2-21 16,-4 5-38-16,12-2-2 16</inkml:trace>
  <inkml:trace contextRef="#ctx0" brushRef="#br1" timeOffset="129400.32">5077 4567 335 0,'0'0'6'0,"0"0"3"0,-9-14 2 16,1 2 4-16,0-3 2 16,-6-8 1-16,-1-7 0 0,-8-7 1 15,1-7-5-15,-8-8-2 16,1-8-3-16,-8-4-1 15,-6-10-3-15,-2-1 0 16,2 3 0-16,-3 0-2 0,1 6-1 16,3 9-2-16,0 5 0 15,1 10 0-15,11 12 0 16,1 5 0-16,9 11 0 16,3 0 0-16,5 10 0 0,12 4 0 15,0 0 0-15,0 0 0 16,0 13-10-16,12 1-8 15,3 6-14-15,-5 5-53 16,12 5-1-16</inkml:trace>
  <inkml:trace contextRef="#ctx0" brushRef="#br1" timeOffset="129883.67">4173 4748 231 0,'0'0'9'0,"0"0"3"15,0 0 3-15,0 0 4 0,5-5 3 16,-5 5 2-16,19-11 0 16,-6 1 3-16,7-1-8 15,5-8-3-15,2-4-4 0,3-7-1 16,7-9-4-16,6-2-1 15,-4-9-1-15,9 2-1 16,-4-2-1-16,-2 3 0 16,1 8-1-16,-6 2 0 15,-9 8-1-15,-1 8 1 0,-13 9-1 16,-1 2 1-16,-13 10-2 16,0 0 0-16,0 0-1 0,0 0-2 15,-5 7-4 1,5-7-9-16,-17 15-14 0,1-7-51 15,4-3-2-15</inkml:trace>
  <inkml:trace contextRef="#ctx0" brushRef="#br1" timeOffset="130200.46">4576 4173 372 0,'0'0'5'0,"0"0"2"0,0 0-1 16,0 0 3-16,0-9 0 16,0 9 1-16,5-7 1 15,-5 7 1-15,20-15-5 0,-3 5-1 16,5-1-1-16,1 3-1 16,3-2-2-16,2-1 0 15,-1 4-1-15,-2 1 0 16,0 6 0-16,-5 0 0 0,-7 9 1 15,-4 6-1-15,-6 3 0 16,-3 10-1-16,-3 2 0 16,-6 7-2-16,-4 3-2 15,-4-1-6-15,1 2-9 16,0 2-21-16,-14-5-42 0,14 2-2 16</inkml:trace>
  <inkml:trace contextRef="#ctx0" brushRef="#br1" timeOffset="130550.05">4298 4404 369 0,'0'0'3'15,"0"0"1"-15,0 0 1 0,-9 10 2 16,7 3-1-16,0 4 1 16,-3 3 0-16,0 4 2 15,3 4-3-15,-6 1-1 16,2 4-1-16,-2 0 0 16,2-2 0-16,-4-1-1 0,0-3 0 15,3-7-1-15,-1 0-1 16,4-6 1-16,4-4-1 15,7-5-1-15,10-5 1 16,8-5-1-16,9-1-1 0,12-3-5 16,6-3-11-16,8 8-62 15,7 4 0-15</inkml:trace>
  <inkml:trace contextRef="#ctx0" brushRef="#br0" timeOffset="133532.92">4794 5705 271 0,'0'0'4'15,"0"0"2"-15,0 0 0 0,0 0 5 16,0 0 0-16,12-7 4 15,1-1 0-15,4 0 1 16,6-7-3-16,6 1-1 16,6-11-1-16,7 0-3 0,11-5-3 15,-1-4-1-15,6-8-2 16,4 2-1-16,5-2-1 16,-1 0 1-16,-1 3 0 15,-8 3-1-15,-4 7 0 0,-9 4-3 16,-12 13 1-16,-4 2-4 15,-14 7-6-15,-14 3-15 16,8 15-38-16,-10 0-12 16</inkml:trace>
  <inkml:trace contextRef="#ctx0" brushRef="#br0" timeOffset="134067.6">4873 5863 198 0,'0'0'5'0,"0"0"1"0,0 0-1 15,0 0 6-15,0 0 4 16,9 0 2-16,-9 0 1 16,14 0 2-16,-1-2-4 0,1-3 1 15,9-3-2-15,0-4-3 16,8-5-2-16,9-4-3 16,5-3-2-16,5-5 1 15,5-5-3-15,4 1 0 16,0-3 0-16,1 5-1 0,-3-2 0 15,-7 3-1-15,-3 9-1 16,-7 1 0-16,-8 7-2 16,-12 3-2-16,-5 8-3 0,-15 2-7 15,0 0-11-15,3 17-35 16,-8-7-14-16</inkml:trace>
  <inkml:trace contextRef="#ctx0" brushRef="#br0" timeOffset="134666.67">5023 6200 194 0,'0'0'8'0,"0"0"4"15,0 0 4-15,0 0 4 16,7-8 1-16,1 1 4 16,6-3 0-16,7-6 0 15,8-5-5-15,-2-3-1 0,13-6-6 16,2-2-3-16,6-6-2 16,4-1-3-16,0-2 0 15,3-1-2-15,0 3-2 16,0 2-3-16,-9 3-1 0,4 6-3 15,-5 3-3-15,-8 6-3 16,-8 4-2-16,-8 8-8 16,-9 7-21-16,-12 0-31 0,0 0-2 15</inkml:trace>
  <inkml:trace contextRef="#ctx0" brushRef="#br0" timeOffset="135266.49">4935 6064 95 0,'0'0'2'0,"0"0"2"16,0 0 3-16,0 0-1 15,0 0 2-15,0 0 3 16,0 0 2-16,0 0 2 15,6 0 0-15,-6 0-1 16,0 0 1-16,0 0 0 0,0 0 0 16,10-3-1-16,-10 3-1 15,17-17-1-15,-4 7-2 16,-1-4-1-16,13-3 0 0,7-8-2 16,3-3-2-16,5-5 0 15,4 4-3-15,4-3-8 16,-4-1-9-16,3 8-23 15,-11-1-28-15,-2 7-2 0</inkml:trace>
  <inkml:trace contextRef="#ctx0" brushRef="#br0" timeOffset="136335.35">4879 5328 234 0,'0'0'11'0,"-11"0"3"0,-1 3 2 16,-3-3 1-16,-2 5 0 0,-8 1 0 16,-5 8-2-16,-2 3 3 15,-3 8-9-15,-2 5-2 16,-1 6-3-16,1 9 2 15,3 7-1-15,1 8 1 0,11 7 1 16,2-1-2-16,10 3 0 16,7 6-1-16,11-3 0 15,14-3-1-15,6-2 0 16,9-6 0-16,10-11-1 16,3-2 1-16,7-14 0 0,3-9 1 15,-1-13-1-15,3-6 1 16,-2-9-1-16,0-12-1 15,-5-7 0-15,0-11 0 0,-6-4 0 16,-4-7 0-16,-8-8 0 16,-2-3 0-16,-10-4 0 15,-9-6 0-15,-11 0-1 16,-5-1 1-16,-17 4-1 0,-8 1 0 16,-9 6-1-16,-11 8 0 15,-5 2 1-15,-5 13-1 16,-2 7 1-16,0 10-1 0,1 9 1 15,0 6 0-15,2 1 0 16,-1 14-1-16,5 10 1 16,6 4 0-16,4 14-1 15,5 1 1-15,8 9 0 0,7 12-1 16,13 1 1-16,7 7-1 16,17 2 1-16,7 5-1 15,15-6 1-15,2-3-1 16,9-6 1-16,4-11-1 15,4-11 1-15,1-13 0 0,-4-13-1 16,0-9 1-16,-3-11 0 16,-2-12-1-16,-3-12 1 15,-7-5-1-15,-6-11 1 16,-1-6 0-16,-11-7 0 16,-10-7 0-16,-4-1 0 0,-11-7-1 15,-12 2 1-15,-14-2-1 16,-11 4 0-16,-7 10-1 15,-11 8 0-15,-6 10 0 16,-3 14 0-16,-7 9 0 0,-1 16 1 16,6 8-1-16,-1 16 1 15,5 16 0-15,8 12 1 16,12 15-1-16,13 15-4 0,17 15-8 16,18 12-67-16,22 22-5 15</inkml:trace>
  <inkml:trace contextRef="#ctx0" brushRef="#br0" timeOffset="141900.06">4916 5823 245 0,'0'0'8'0,"0"0"4"15,0 0 5-15,-7-9 4 16,7 9 2-16,0 0 2 0,-11-12 2 15,11 12 1-15,0 0-7 16,0 0-4-16,-7-10-5 16,7 10-4-16,0 0-3 15,0 0-2-15,0 0-2 0,0 0 0 16,0 0 0-16,3 5-2 16,-3-5 1-16,12 1 1 15,-12-1-1-15,17 0 1 16,-17 0-1-16,12-12 1 0,-1 5 0 15,-9-5 0-15,3 2 0 16,-2 0 0-16,-3-1 0 16,0 11 0-16,-10-11 0 15,-1 11-1-15,2 0 1 0,-3 3-1 16,-1 4 0-16,3 3 0 16,-2 2 1-16,4-2-2 15,1 0 1-15,2-3 0 0,5-7 0 16,0 14 0-16,0-14 0 15,9 0 0-15,-1 0 0 16,4-4 0-16,-2-4 0 16,-2 1 0-16,-8 7 0 15,15-15 1-15,-15 15-1 0,2-10-1 16,-2 10 1-16,0 0-1 16,-9-5-1-16,9 5 0 15,-16 8-3-15,9-1-2 16,-2 1-5-16,3 2-6 0,-2 0-9 15,8-10-19-15,0 17-34 16,0-17-4-16</inkml:trace>
  <inkml:trace contextRef="#ctx0" brushRef="#br0" timeOffset="142333.42">4859 5680 278 0,'0'0'7'0,"0"0"5"0,-7 0 1 16,7 0 5-16,-16 0 0 15,16 0 4-15,-17 0 0 16,7 5-1-16,-2 2-5 0,2 6-4 16,0-3-2-16,2 10-3 15,1-1-2-15,2 6-1 16,5 0-2-16,0 5 1 15,8-3-2-15,4 0 1 0,3-2-1 16,10-8 0-16,-1 0-1 16,8-7 1-16,-2-10-1 15,2 0 1-15,2-10-1 16,0-9 0-16,1-3 1 0,-8-6 1 16,0 1 1-16,-7-5 1 15,-7-3 0-15,-9 0 0 16,-4 3 1-16,-7 0-1 0,-13 2-1 15,-7 3 1-15,-5 8-4 16,-3 3 0-16,-4 11 0 16,1 5 0-16,3 10 0 15,5 9 0-15,0 12-5 0,13 6-14 16,2 3-64-16,13-1-2 16</inkml:trace>
  <inkml:trace contextRef="#ctx0" brushRef="#br0" timeOffset="145150.07">4873 5559 179 0,'0'0'6'0,"0"0"4"15,-7-11 2-15,7 11 3 16,-17-9 2-16,7 1 2 16,0 1 3-16,-2 0 0 15,-6 1-5-15,0 2-4 16,2 4-2-16,-5 0-1 0,4 2-3 15,-8 8-1-15,5 5 0 16,-5 2-1-16,4 10 1 16,-2 4-2-16,3 5 1 15,0 4 0-15,3 7-1 0,5 0 0 16,1 10-2-16,9-2 0 16,2 1-2-16,4 0 1 15,9-2 0-15,7 0-1 16,5-4 0-16,2-1 1 0,5-5 0 15,5-6 1-15,3-3 1 16,5-6 0-16,0-6-1 16,4-9 1-16,-1-1 0 15,-4-13 0-15,4 0 0 0,-1-13 0 16,0-7-2-16,-2-6 1 16,-5-7 0-16,0-6 0 15,-6-6-1-15,1-1 2 0,-8-7-1 16,-6-5 0-16,-7-1 1 15,-9 0-1-15,-5-4 0 16,-7 5 1-16,-16-4 0 16,-4 5 0-16,-10 5 0 15,-5 5 0-15,-6 4 0 0,-3 11 0 16,-7 5 0-16,1 7 0 16,-5 12-1-16,2 6-1 15,-2 10 0-15,0 11 0 16,-3 17 0-16,6 10 0 0,1 14-1 15,6 7-4-15,15 17-18 16,7 3-58-16,20 7-3 16</inkml:trace>
  <inkml:trace contextRef="#ctx0" brushRef="#br0" timeOffset="151349.69">5627 5892 350 0,'0'0'6'0,"0"0"3"15,0 0 1-15,0 0 3 16,0 0 1-16,0 0-1 0,0 0 0 16,0 0 1-16,0 0-5 15,0 17-3-15,5-3-2 16,2 8-2-16,6 3-1 15,-1 8 0-15,6-2 0 0,3 7 0 16,2-1-1-16,0 2 0 16,2-2 1-16,-4 0 0 15,1 1-1-15,1-4 0 16,-8-4-2-16,3-2-4 0,-6-7-5 16,1 2-13-16,-4-3-42 15,-1-8-13-15</inkml:trace>
  <inkml:trace contextRef="#ctx0" brushRef="#br0" timeOffset="151932.88">5565 5917 301 0,'0'0'9'0,"0"0"5"0,0 0 2 16,0 0 1-16,0 0 2 15,0 0 0-15,0 0-1 0,0 0 1 16,0 11-9-16,0-1-4 16,0 5-3-16,-3 2-2 15,3 5 0-15,-2 0-1 16,2 3 1-16,0-3-1 0,0 1-1 16,0-6 1-16,0-2 0 15,0-5 0-15,0-10 1 16,0 8 0-16,0-8 0 0,5-11 0 15,-3-1 2-15,0-8 0 16,6 1 1-16,-6-6 1 16,3-2 0-16,1-1-1 15,-4 3 1-15,0 3-1 16,1 2-1-16,-1 8 0 16,1-1-2-16,-3 13 0 0,2-9 0 15,-2 9 0-15,12 1-1 16,-1 7 0-16,1 1 0 15,6-1 0-15,-2 3-1 0,7-1-3 16,0-6-7-16,2 4-21 16,14-3-49-16,-19-5-3 15</inkml:trace>
  <inkml:trace contextRef="#ctx0" brushRef="#br0" timeOffset="152533.7">5149 5186 339 0,'0'0'7'0,"0"0"3"0,-2-7 4 15,2 7 1-15,0-9 0 0,0 9 0 16,-3-13 0-16,3 13 1 16,0 0-7-16,0 0-3 15,5 8-3-15,6 6-1 16,-2 4-1-16,6 7 0 16,3 2 1-16,7 5-2 15,0 3 2-15,-1 0 1 0,6 2-1 16,-5-2 1-16,0-5-2 15,0-1-1-15,-6-4-4 16,1-1-6-16,-4-8-16 0,-7-12-55 16,1 9-1-16</inkml:trace>
  <inkml:trace contextRef="#ctx0" brushRef="#br0" timeOffset="152985.69">5276 5484 343 0,'0'0'6'0,"0"0"2"0,0 0 3 16,0 0 0-16,0 0 1 15,0 0 1-15,0 0 0 0,8 8 0 16,-8-8-4-16,14 10-4 16,-1-3-1-16,2 3 1 15,3 0-2-15,-2 0-1 16,5-2 0-16,4-4 0 16,-6 4-1-16,3-6 1 0,-4 3-1 15,-1-5 0-15,0 0 0 16,-4 0 0-16,-6-7 0 15,-7 7 0-15,9-15 0 16,-9 2 1-16,-6-4 0 0,-4 0 0 16,1-1 0-16,-2 0 1 15,-1 2-1-15,5-1-1 16,-4 4 0-16,4 3-2 16,7 10-3-16,-8-7-9 0,8 7-12 15,0 0-58-15,0 7 1 16</inkml:trace>
  <inkml:trace contextRef="#ctx0" brushRef="#br0" timeOffset="153999.85">5403 5380 221 0,'0'0'4'0,"-13"0"4"0,4 8 4 0,-7 4 3 16,-1 1 4-16,0 6 1 15,-3 6 2-15,-3 4 0 16,6 16-3-16,5-3-1 16,5 1-4-16,7 8-3 0,5-1-2 15,14 5-3-15,3-5-1 16,11-4-1-16,-1 2-2 15,11-9 0-15,-2-8-1 16,4-3 0-16,3-6-1 16,-4-11 0-16,1-4 1 0,-1-7 1 15,-1-12-1-15,-3-8 1 16,-6-5 1-16,-1-7 1 16,-6-5 0-16,-4-3 1 15,-6-5-1-15,-9-4 1 0,-8 4 0 16,-3-6-1-16,-10 1 0 15,-9 0-1-15,-8-1 1 16,-7 8-2-16,-3 3 0 16,-5 6 0-16,-5 9 0 0,-2 5-1 15,6 8 0-15,-4 9 0 16,2 6-1-16,4 12 2 16,0 7-1-16,5 4 0 0,7 12 0 15,5 2 0-15,10 7 0 16,7 5 1-16,4 2-1 15,9 4 0-15,15-1 0 16,6 0 1-16,7-4-2 0,3-5-2 16,6-3 1-16,0-10-1 15,2-11-1-15,2-7 1 16,-1-9-1-16,-1-8 1 16,0-8 1-16,-2-11 0 0,-3-6 1 15,-2-7 0-15,-5-6 1 16,-3-3-1-16,-2-9-1 15,-10 3 1-15,-2-5-1 16,-8 2 0-16,-5-2 0 16,-11 0 0-16,-6 0 2 0,-11 5-2 15,-6 4 1-15,-10 5 0 16,-1 7 0-16,-8 9 1 16,2 11-1-16,-2 11-1 0,3 11 1 15,8 19 1-15,5 10-3 16,10 17-15-16,9 7-63 15,13 6-3-15</inkml:trace>
  <inkml:trace contextRef="#ctx0" brushRef="#br0" timeOffset="158666.57">4064 4503 330 0,'0'0'6'0,"0"0"4"0,0 0 1 15,0 0 3-15,0 0 1 16,0 0 0-16,0 0 1 15,0-7 0-15,0-3-5 16,12-3-4-16,1-1-2 0,-1-4-1 16,5 4-1-16,-2-2-1 15,0 4 0-15,2 2-1 16,-1 5 0-16,-2 5 0 16,-1 5 0-16,-3 8 0 0,2 6-1 15,-2 8 1-15,1 9-1 16,1 1 0-16,-2 5-1 15,-1 0-1-15,2 2-4 16,-2 4-9-16,-1-6-27 0,-1-3-38 16,1-4-3-16</inkml:trace>
  <inkml:trace contextRef="#ctx0" brushRef="#br0" timeOffset="202383.37">4193 4248 124 0,'0'0'4'0,"0"0"3"15,0 0 4-15,0 0 0 16,0 0 2-16,0 0 3 16,0 0 2-16,0 0 6 0,0 0 1 15,0 0 2-15,6 0-2 16,-6 0 2-16,7-20-2 15,-7 5 3-15,2-7-5 16,-2-7-3-16,2-9-5 0,3-8-4 16,-2-4-2-16,1-5-2 15,4-2-2-15,-3 0-1 16,3 5-1-16,-1 5-1 16,-2 8-1-16,-1 11-1 0,-4 8-1 15,4 8-2-15,-4 12-8 16,0 0-15-16,5 15-52 15,0 0-4-15</inkml:trace>
  <inkml:trace contextRef="#ctx0" brushRef="#br0" timeOffset="-208980.32">15854 15433 150 0,'0'0'4'0,"0"0"1"16,0 0 3-16,0 0 4 15,-10 3 2-15,10-3 3 0,0 0 3 16,-8 0 2-16,8 0-1 15,0 0-1-15,0 0-1 16,0 0 0-16,0 0-1 16,0 0-2-16,0 0 0 0,11 0-2 15,1 0-2-15,3 0-2 16,7 0-1-16,3 0-1 16,4 0-2-16,6 0-1 15,5 0-1-15,2-3 0 16,3 3-1-16,2 0 0 0,-1 0 0 15,8 3-1-15,-4-3-1 16,4 4 1-16,-2-1-1 16,1 0 0-16,-4-1-1 15,-2 0 1-15,3-2-1 0,-8 4 0 16,0-4 0-16,-1 0 1 16,-7 0-1-16,1 0 0 15,-5 0 1-15,2 0-1 16,-5 1 1-16,1-1-1 0,-4 0 0 15,2 0 1-15,3 0-1 16,-4 0 1-16,-1 0-1 16,2 0 0-16,-2 0 1 0,1 0-1 15,-7 0 0-15,1 0 1 16,-4 0-1-16,-3 0 0 16,-1 3 0-16,-11-3 0 15,9 0 1-15,-9 0-1 16,0 0 0-16,0 0 0 15,0 0 1-15,0 0 0 0,0 0-1 16,0 0 1-16,0 0-1 16,0 0 1-16,0 0 0 15,0 0 0-15,0 0 0 0,0 0 0 16,0 0 0-16,0 0 1 16,0 0-1-16,0 0 1 15,0 0 0-15,0 0 0 0,0 0 0 16,0 0 0-16,0 0 0 15,0 0-1-15,8-8 1 16,-8 8-1-16,2-13 0 16,-2 13 0-16,6-14-1 15,-1 2 0-15,0-3 0 0,0 2 0 16,-3-7 0-16,3 0-1 16,-3-5 1-16,3-2 0 15,-5-2 1-15,0-3-1 16,0-5 1-16,0-2 1 0,0-2-2 15,0-1 0-15,0 0 0 16,0 3 0-16,-2 1 0 16,-1 1 0-16,3 5 0 15,-2 3 0-15,-1 2 0 0,1 2 0 16,2 0 0-16,0 5 0 16,-2-3 0-16,2 4 0 15,-3-1 0-15,3 8 0 0,0-6 0 16,0 3 0-16,0 4 0 15,0-3 0-15,0 4 0 16,0 0 0-16,0 3 0 16,0 7 0-16,3-15 0 15,-3 15 0-15,0-12 0 0,0 12 0 16,2-13 0-16,-2 13 0 16,0 0 0-16,0-10 0 15,0 10 0-15,0 0 0 16,0 0 0-16,0 0 0 0,0 0 0 15,0 0 0-15,0 0 0 16,0 0 0-16,-10 0 0 16,10 0 0-16,-17 4 0 15,2 0 0-15,-5 1 0 0,-5-2 0 16,-3-1 0-16,-6 0 0 16,-3-2 0-16,-5 0 0 15,-3 0 0-15,-10 0 0 16,-2 0 0-16,-5-2 0 15,-8 2 0-15,-2-2 0 0,-5-1 0 16,3 3 0-16,-6-3 0 16,3 1 0-16,0 2 0 15,2-3 0-15,3 2 0 0,6-3 0 16,4 2 0-16,4-1 0 16,4-1 0-16,12-1 0 15,-1 2 0-15,8-1 0 16,8 1 0-16,6 0 0 0,5 0 0 15,6 1 0-15,10 2 0 16,-13 0 0-16,13 0 0 16,0 0 0-16,0 0-2 15,0 0 1-15,0 0-1 0,0 8 1 16,2 2 0-16,1 2 0 16,-1 3 1-16,4 7 0 15,-1 6 0-15,-3 1 0 16,3 8 0-16,-3 5 0 15,-2 3 0-15,0 7 0 0,0 0 1 16,0 5-1-16,-4 1 1 16,-1-2 0-16,5 1 0 15,-3 1 0-15,1-4 0 16,2-3 1-16,0-6-2 0,0-3 0 16,0-5 0-16,5-4 0 15,-5-3 0-15,0-8 0 16,2-5 0-16,1-4 0 15,-3-1 0-15,0-2 0 0,0-10 0 16,0 10 0-16,0-10 0 16,0 0 0-16,0 0 0 15,-8 0 0-15,8 0 0 0,0 0 0 16,-10-10 0-16,10 10 0 16,-5-10 0-16,5 10 0 15,0 0 0-15,-7-8 0 16,7 8 0-16,0 0 0 15,0 0 0-15,5 0-6 0,-5 0-78 16,20 0-3-16</inkml:trace>
  <inkml:trace contextRef="#ctx0" brushRef="#br0" timeOffset="-206163.12">5165 15448 203 0,'0'0'3'15,"0"0"2"-15,0 0 3 16,0 0 0-16,0 0 4 0,2 0 3 15,-2 0 2-15,10 0 1 16,-10 0-1-16,17 0 0 16,-5 0-3-16,6 2-1 15,-1-2-2-15,6 0-2 16,1 0-1-16,4 0-1 0,2 0-2 16,0 0 1-16,7 0-1 15,-3 0 0-15,4 0-1 16,2 0 0-16,2 0-1 15,0 4 0-15,6-4 0 0,1 0-1 16,1 1 0-16,2-1-1 16,0 0 1-16,3 0-1 15,-1 0 0-15,1 0 0 16,-1 0 0-16,-1 0 1 0,2-1 0 16,0 1-2-16,-4 0 1 15,4 0 0-15,0 0 1 16,0-4-1-16,2 2 0 15,-1 0 0-15,2-1 1 16,1 0-1-16,0 0-1 0,-1 2 1 16,2-2 0-16,-5 3-1 15,5 0 1-15,-9 0-1 16,1 0 0-16,1 0 1 0,-6 0-1 16,-2 3 0-16,-3-3 0 15,1 1 0-15,1-1 0 16,-2 3 1-16,5-3-1 15,-2 3 0-15,5-3 1 16,0 0 0-16,-1 3-1 0,-1-1 0 16,-2 0 1-16,2 2-1 15,-1-4 0-15,-7 1 1 16,2-1-1-16,2 3 0 0,2-1 0 16,-5-2 0-16,5 0 1 15,3 2-1-15,-4-2 0 16,2 3 0-16,-2-3 1 15,-3 0-1-15,3 0 0 16,-3 0 0-16,-5 0 0 0,-2 0 0 16,2 0 0-16,-2 0 0 15,0 0 1-15,-3 0-1 16,3 0 0-16,-3 0 0 0,3 0 0 16,-5 0 0-16,4 0 0 15,-1 0 0-15,-1 0 0 16,3 0 1-16,-3 0-1 15,1 0 0-15,2 0 0 16,-3 0 1-16,-2 0-1 0,2 0 0 16,-2 3 0-16,0-3 0 15,0 0-1-15,2 0 1 16,-2 0 0-16,-3 2 0 16,3-2 1-16,-1 0-1 15,1 3 0-15,-3-3 0 0,3 2 0 16,5-2 1-16,-5 2-1 15,2-2 0-15,0 0 0 16,1 0 1-16,0 0-1 0,1 0 0 16,-4 0 1-16,5 0-1 15,-1-2 0-15,1 0 0 16,0-1 0-16,2 3 0 0,1-2 0 16,-1 2 0-16,0 0 0 15,0 0 1-15,3 0-1 16,0 0-1-16,-3 0 1 15,2 0 0-15,2 2 1 16,-2-2-1-16,1 3 0 16,-1-1 0-16,-3 3-1 0,1-2 1 15,-2-1 0-15,1 3 0 16,-1 0 0-16,0 0 0 16,1 0 0-16,-2 0 0 0,6 0 0 15,-3 0-1-15,6-1 1 16,-4-1 0-16,5 0-1 15,2 0 1-15,-2-2 0 0,1 2 0 16,-3 0 0-16,2-3 0 16,-1 0 0-16,2 1 0 15,-3-1 0-15,0 0 0 16,4 0 0-16,0 0 0 0,0 3 0 16,0 0-1-16,-2-3 1 15,4 5 0-15,2-3-1 16,-5 2 1-16,-4-3 0 15,0 4-1-15,-2-3 1 16,3 4 0-16,1-4-1 16,-6 6-1-16,7-6 0 0,-1-2-1 15,-1 5 0-15,8-3-1 16,-6 0 1-16,4-2 0 16,-4 6 0-16,4-3 2 0,-6-1 0 15,1 3 1-15,-1-3 0 16,-3 1 0-16,1-1 1 15,-5 0-1-15,2 1 1 16,-2-3 1-16,-8 0-1 0,-1 0 0 16,-7 0 1-16,-1 0 0 15,-6 0-3-15,-12 0-6 16,0 0-30-16,0 0-39 16,-5-5-4-16</inkml:trace>
  <inkml:trace contextRef="#ctx0" brushRef="#br0" timeOffset="-205030.53">14320 15523 158 0,'0'0'12'16,"0"0"4"-16,0 0 4 16,0 0 5-16,0 0 2 15,-9-7 3-15,9 7 0 0,0 0 1 16,0 0-9-16,0 0-5 16,0 0-5-16,0 0-4 15,9-8-3-15,7 5-2 16,5 3-2-16,9-3 0 15,11 3-1-15,10-2 1 0,9 2 0 16,7-2 0-16,10-1-1 16,2 1 1-16,8-1-1 15,5 0 1-15,2 1 0 0,5 2 0 16,5-2 1-16,2-1 0 16,6 0 1-16,5 1 0 15,0 0 0-15,-3-1 1 16,3 1 0-16,-3 2-1 15,-5-3 1-15,-4 3-1 0,-11 0-1 16,-12 0 1-16,-7 3-2 16,-11-1-1-16,-9 3-4 15,-11 0-1-15,-9 0-5 16,-12-3-3-16,-10 1-2 0,-13-3-8 16,0 0-21-16,-8 8-18 15,-20-8-5-15</inkml:trace>
  <inkml:trace contextRef="#ctx0" brushRef="#br0" timeOffset="-204611.6">14608 15540 182 0,'0'0'7'0,"11"0"5"16,12 0 3-16,5 0 8 16,18 0 1-16,21 0 2 15,8-3 1-15,31 0 3 16,13 2-4-16,20-2-4 0,6-3-4 16,9 6-4-16,0-1-2 15,-10 1-5-15,-5 0 1 16,-18 0-1-16,-16 0-1 15,-23 1-1-15,-15 5 0 16,-20-3 1-16,-12-2 1 0,-12 2 1 16,-11 0-1-16,-12-3 0 15,0 0-7-15,0 0 0 16,-8 0 0-16,-4 0 0 0,-3 0 0 16,-5 0 0-16,-2 0 0 15,-3 0 0-15,-2-3 0 16,2 3 0-16,5 0 0 15,5 3-7-15,-5 16-73 0,10-16-6 16</inkml:trace>
  <inkml:trace contextRef="#ctx0" brushRef="#br0" timeOffset="-203563.85">17471 15523 277 0,'0'0'4'16,"0"0"1"-16,-10-3 4 16,10 3 1-16,-12-5 1 0,12 5 1 15,-13 0 0-15,13 0-2 16,0 0-2-16,0 0-1 16,0 0-1-16,0 0-3 15,11 0 0-15,6 0 3 0,3 0-2 16,12 0 2-16,7 0 0 15,9-3 0-15,12 1-1 16,9-3 0-16,8 0-1 16,12 0-1-16,14 0 0 15,3 0 0-15,14 0 1 0,6 0 0 16,10-2-1-16,11 4 1 16,7-2 0-16,0 5-1 15,9-2 0-15,3 2-1 0,2 0 1 16,4 0-1-16,0 2 0 15,-4-2 1-15,-6 2-1 16,0 1 0-16,-6 0-1 16,-4-3 1-16,-9 2-1 0,-8 1-1 15,-6-1 1-15,-15 3 0 16,-4 0 0-16,-21-3-1 16,-6 4 0-16,-24 1 0 15,-10-5 0-15,-16 1 1 16,-11 2-1-16,-22-5 0 0,0 0 0 15,-18 0 1-15,-12-2-2 16,-9-1-1-16,-11-4-2 16,-5 2-6-16,-8-5-15 15,-13 2-55-15,7-2-2 0</inkml:trace>
  <inkml:trace contextRef="#ctx0" brushRef="#br0" timeOffset="-201996.9">2135 16387 213 0,'0'0'1'0,"0"0"1"16,15 0 1-16,-3 0 1 15,9 0 1-15,4 0-1 0,7-3 2 16,12 3-2-16,6 0 1 16,12 0 0-16,15 0-1 15,5 0 0-15,8 0 2 0,14-3 0 16,3 1 2-1,10 0-1-15,17-1 1 0,2 3-2 16,1-5-1-16,18 5 0 16,2-2-1-16,10 0 0 0,13 2 0 15,-1-3 1-15,2 3 1 16,8-3 1-16,10 0 1 16,-5 2 1-16,4-2 2 15,4-4-3-15,-3 2 1 16,11-4-2-16,-1 1-1 0,-5-3-1 15,-5-1 0-15,-1-1-2 16,-3 1 0-16,-4-1 0 16,-7 2 1-16,-10 1-1 15,-6-2-1-15,-11 1 0 0,-3 1 0 16,-19 3 0-16,-15 4-1 16,-17 1 0-16,-16 2 0 15,-15 0-2-15,-20 2-4 0,-12 11-9 16,-8-1-62-16,-29 2-2 15</inkml:trace>
  <inkml:trace contextRef="#ctx0" brushRef="#br0" timeOffset="-139980.54">8715 9431 298 0,'0'0'7'0,"0"0"3"15,0 0 5-15,0 0 2 0,0 0 1 16,0 0 5-16,0 0-1 15,0 0 0-15,0 0-6 16,0 0-5-16,0 0-4 16,0 0-3-16,0 5-1 0,0 9-3 15,2 6 0-15,1 7-1 16,-1 6 1-16,4 4 0 16,-4 3 0-16,6 4 1 15,-4-2-1-15,1-3 0 16,0 4 0-16,0-8 0 0,3-1 0 15,-6-6 0-15,1-1 0 16,-1-8 0-16,-2-1 0 16,0-5 1-16,0-1 0 0,0-12 0 15,0 10 1-15,0-10 1 16,0 0-1-16,0 0 0 16,0 0 1-16,-7 0-1 15,7 0 0-15,-11-3-1 0,11 3-2 16,-9-5-2-16,9 5-4 15,-7-5-14-15,7 5-60 16,0 0-2-16</inkml:trace>
  <inkml:trace contextRef="#ctx0" brushRef="#br0" timeOffset="-138997.18">13612 9272 395 0,'0'0'7'16,"0"0"2"-16,0 0 1 16,0 0 0-16,0 0-1 0,0 0 0 15,3 13 1-15,-1-1 0 16,-2 5-7-16,0 7-2 16,0 9-2-16,0 4 1 0,2 8 1 15,1 5 0-15,0-2-1 16,0 2 0-16,-3 0 1 15,1-5-1-15,3-4 0 16,-4-3 0-16,0-6 0 16,-4-4 1-16,3-6-1 0,-2-7 0 15,-3-3 0-15,6-2 1 16,0-10 1-16,0 0 1 16,0 0-1-16,0 0-2 15,0 0-3-15,0 0-8 0,-9 0-33 16,9 0-37-16,-3-15-1 15</inkml:trace>
  <inkml:trace contextRef="#ctx0" brushRef="#br0" timeOffset="-132780.58">13332 9678 306 0,'0'0'5'0,"0"0"1"0,0 0 1 15,0 0 0-15,0 0-1 16,0 0 1-16,0 0 1 16,0 0 0-16,7 0-3 0,-7 0 1 15,18 3-1-15,-9 4 0 16,7-2 2-16,1 1 0 16,0 1-2-16,3 0 0 15,-5 1-1-15,2-4-1 0,-2 3-1 16,0 1-1-16,-2-1 0 15,-1 1-1-15,-2 2 0 16,-2-5 1-16,-8-5 0 16,14 12 0-16,-14-12 1 15,11 5 0-15,-11-5 1 0,0 0 0 16,0 0 1-16,0 0 1 16,0 0-2-16,0 0 2 15,0 10 0-15,0-10-1 0,-9 13 1 16,2-5-1-16,-2 0-1 15,-4 8 0-15,-4-1 0 16,-4 0-2-16,5 1 1 16,-5 0-1-16,4-4-1 0,2 3 0 15,0 0-1-15,5-3-3 16,1-5-5-16,4 3-14 16,2 5-56-16,3-15-1 15</inkml:trace>
  <inkml:trace contextRef="#ctx0" brushRef="#br0" timeOffset="-131796.12">8961 9701 366 0,'0'0'7'0,"0"0"3"0,0 0 1 15,0 0 1-15,0 0 1 16,0 0-1-16,0 0 1 16,0 0-1-16,0 0-5 0,0 5-3 15,0-5-2-15,-14 18 0 16,5-10-2-16,0 5 1 15,-3-1 0-15,-4 3-1 16,-1-2 1-16,0-1 0 16,2-2-1-16,-5 1 0 0,2-3 1 15,6 1-1-15,0-7 1 16,1 3-1-16,2-3 1 16,9-2-1-16,-13 3 0 0,13-3 0 15,0 0-1-15,0 0 1 16,0 0-1-16,0 0 0 15,0 0 0-15,8 10 1 16,4-8-1-16,1 3 1 16,4 3 0-16,3-1 0 0,2 1 0 15,-2-1 1-15,3 3 0 16,-4-2 0-16,1 1 0 16,-2 1 0-16,-4-3 1 15,-1 4-1-15,-3-4 2 0,-3 0-1 16,-7-7 1-16,12 8 0 15,-12-8 0-15,0 0 1 16,0 0-1-16,0 0 1 16,0 0-1-16,0 0-1 0,0 0-2 15,0 0-7-15,11 0-45 16,-11 0-32-16,0 0-3 16</inkml:trace>
  <inkml:trace contextRef="#ctx0" brushRef="#br0" timeOffset="-128145.89">19444 6292 201 0,'0'0'4'0,"0"0"3"0,0 0 2 15,0 0 2-15,-8-6 0 16,-4 6 2-16,3 0 0 0,-7 0 1 16,-4 3-4-16,1 5-2 15,-6 2-2-15,0 0-2 16,0 5-1-16,-1 0-1 15,0 4-1-15,-1 1 0 16,-3 5-1-16,0 0 1 0,-2 2-1 16,0 0 0-16,-1 2 0 15,-5 2 2-15,1 1-4 16,-2 5 2-16,4-2 2 0,-5 2-2 16,5 0 0-16,3 2 0 15,2 1 0-15,6 2 0 16,1-5 0-16,5 3-2 15,2 0 1-15,-2 0 0 0,3 1 0 16,2-3 0-16,1 4 1 16,3 3 1-16,-2-4-1 15,0 6 1-15,5-4 3 16,0 4-2-16,2 0 1 0,1 3-1 16,1-1-1-16,2-3 1 15,0 4-2-15,7-3 0 16,-1 0-1-16,2-2 1 0,8 2 1 15,-1 3 1-15,2-6 0 16,1 3 0-16,5-2 1 16,-5 2 2-16,8-5 0 15,-1 4 0-15,6-10-2 16,5 1 0-16,1-2 1 16,8-3 1-16,-4 1-1 0,10-6-1 15,-2-2-2-15,1-3 1 16,0-2 1-16,-3-6-1 15,3 1-1-15,-3-3 0 0,5-1 0 16,-8-4-1-16,11-2 1 16,-2-3-1-16,4 3 0 15,-2-5 0-15,-4 0 0 16,4-2 0-16,-2-3 0 0,-2 0 0 16,-3-2 1-16,-4 2 0 15,-1-5-1-15,-6 0 0 16,5-3 1-16,1 3-1 15,-4-3 1-15,3 2-1 0,-4-7 0 16,4 3 0-16,-5-1 0 16,3-2 0-16,-5-5 0 15,0 6 1-15,-3-3-1 16,1-2 1-16,-4 0-1 0,1 2-1 16,-2-3-8-16,-7 1-11 15,4-6-49-15,3 3-5 16</inkml:trace>
  <inkml:trace contextRef="#ctx0" brushRef="#br0" timeOffset="-127096.41">19464 6205 180 0,'0'0'2'16,"0"0"3"-16,15-5 1 15,2 5 2-15,6 0 1 16,9 0 2-16,5 0 1 0,11 0 0 16,6 9-1-16,0-3-2 15,6 7-2-15,2-1-1 16,-4 2-2-16,6 1-1 16,-2 5-2-16,-2 0 0 0,-3 3 0 15,-2 1-1-15,-4 1 0 16,-3 7 0-16,-1-4 0 15,-2 9 0-15,-5-5-1 0,2 11 1 16,-4 1 0 0,3 0 1-16,-8 6-1 0,10 0 1 15,-4 3 0-15,-4-3 1 16,-1 4-2-16,-6-1 1 0,2-8 1 16,-8 4-2-16,3-8 1 15,-10 5 0-15,-3 1 0 16,-2-2 0-16,2-2-1 15,-7-3 1-15,3 6-1 16,-3-7 1-16,-5 5 0 0,0-4-1 16,0-3 1-16,-2 0-1 15,-9 1 1-15,4-4 0 16,-5-2 0-16,-1 3 0 0,1-5 1 16,-4 2-1-16,0-5 1 15,-2 5 0-15,1-1 0 16,-3-7 0-16,-3 4-2 15,6-3-5-15,-8-1-15 16,0-7-41-16,8 3-6 0</inkml:trace>
  <inkml:trace contextRef="#ctx0" brushRef="#br0" timeOffset="-126262.27">19678 7338 303 0,'0'0'4'16,"0"0"0"-16,0 0 1 0,0 0 3 16,0 0-1-16,0 4 2 15,0-4 2-15,0 0 3 16,0 0-3-16,7 11 3 16,-7-11-1-16,10 0 0 15,2 0-2-15,-2-6 0 0,3 1-2 16,-1 1-1-16,-5-2-2 15,6 4-1-15,-13 2 0 16,0 0-1-16,5-10-1 16,-5 10 1-16,-12 0-2 0,4 2 0 15,-4 1-1-15,2 4-2 16,-5-4-1-16,5 2-3 16,0 2-7-16,10-7-15 0,-3 13-53 15,3-13-1-15</inkml:trace>
  <inkml:trace contextRef="#ctx0" brushRef="#br0" timeOffset="-125430.16">19620 7397 193 0,'0'0'5'0,"0"0"3"16,0 0 5-16,0 0-1 0,0 0 4 15,0 0 3-15,0 0 1 16,5 0 1-16,8-5-3 15,6-5-3-15,9-5-1 16,6 1 0-16,12-7-2 16,11-4-1-16,7-4-1 0,15 0 0 15,9-7-1-15,1 0 0 16,8-5-2-16,-3 4-1 16,-2-2-1-16,-2 9-2 0,-6 0-1 15,-14 4-1-15,-6 5-1 16,-11 4-1-16,-14 4 0 15,-4 3-1-15,-13 3-1 16,-4 3-2-16,-18 4-1 0,7-4-2 16,-7 4-2-16,-9 4-6 15,-2-2-14-15,-3 0-32 16,-2 5-15-16</inkml:trace>
  <inkml:trace contextRef="#ctx0" brushRef="#br0" timeOffset="-124796.21">19663 7374 150 0,'0'0'7'0,"0"0"1"0,10-5 4 0,-10 5 1 15,20-2 3-15,-6-1 0 16,7-1 1-16,-2 1 0 15,6 0-5-15,2-1-2 16,6 1-3-16,4-4 0 16,8 2-3-16,2-2 1 0,12-4-2 15,8-6 1-15,11 2 0 16,1-4 0-16,5 2 1 16,4-6-2-16,-1 6 0 0,5-1 0 15,-8-1 0-15,-5 6 0 16,-1 1-1-16,-9 1 0 15,-7 4-1-15,-2 2 0 16,-16 3-2-16,-12-3-2 16,-4 5-1-16,-13 0-3 0,-7 0-7 15,-8 0-12-15,0 0-21 16,-5 5-21-16</inkml:trace>
  <inkml:trace contextRef="#ctx0" brushRef="#br0" timeOffset="-124246.4">19655 7399 182 0,'0'0'3'0,"0"0"-1"15,0 0 3-15,0 0 0 16,0 0 1-16,6 0 3 0,3 0 0 15,3 3 2-15,4 2-1 16,9-1-1-16,1 4-1 16,14-3 0-16,3 2-1 15,16-2-1-15,8 3-2 0,11-5-1 16,3 2 0-16,13-3-1 16,-2 0 1-16,9 0-1 15,-5 1-1-15,1-3-6 0,-3 2-13 16,-9-2-27-16,2 0-20 15</inkml:trace>
  <inkml:trace contextRef="#ctx0" brushRef="#br0" timeOffset="-123544.98">19569 7411 224 0,'0'0'1'0,"0"0"3"0,0 0 2 0,0 0 3 15,9 6 2-15,1-1-1 16,3 4-1-16,6 4 2 16,6 1-3-16,8 2 0 15,6 3-4-15,9 4-2 16,7-1 0-16,7 3-1 0,9 0 1 16,5 0-1-16,7 1 1 15,4-1 0-15,1 3-1 16,1-4 0-16,-5 1-2 15,3-8-1-15,-7 3-3 0,-1-5-2 16,-9 2-5-16,-3-9-10 16,-12 2-13-16,-4-3-8 0,-13-1-1 15,-5-2 2-15,-16-2 1 16,-10 8-5-16</inkml:trace>
  <inkml:trace contextRef="#ctx0" brushRef="#br0" timeOffset="-122942.41">19469 7429 243 0,'0'0'3'0,"0"0"1"15,0 0 0-15,10 2 2 0,-10-2 2 16,19 13 2-16,2-3 1 16,6 2 3-16,5 5-3 15,-2 6 1-15,12 2-2 16,-5 10-1-16,11-1-1 0,-4 9-1 16,4-2-2-16,7 6-2 15,-4 3 0-15,9 4 0 16,0-3-1-16,-1 2 0 15,3 2 0-15,0-6 2 0,-4 1-2 16,-4-8-3-16,-2-2-6 16,-2-4-6-16,-7-5-19 15,-8-14-33-15,-1 5-8 0</inkml:trace>
  <inkml:trace contextRef="#ctx0" brushRef="#br0" timeOffset="-122359.42">19618 7463 224 0,'0'0'8'0,"0"0"5"0,5 5 4 0,-3 5 1 15,9 8 3-15,-2 7 2 16,7 4 0-16,5 13 2 15,2 5-7-15,7 11-6 0,0 3-1 16,4 6-3-16,-4 2-1 16,5 4-2-16,-8-4 1 15,3 0-1-15,-5-2 1 16,0-2 0-16,-6-5-2 16,-1-1 0-16,-3 0-1 0,0-6 0 15,-3-4-2-15,-2-8-3 16,-2-3-5-16,-3-6-8 15,-5-10-14-15,0-12-48 0,0-10-4 16</inkml:trace>
  <inkml:trace contextRef="#ctx0" brushRef="#br0" timeOffset="-121775.14">19569 7531 289 0,'0'0'7'0,"0"0"3"0,0 0 3 16,0-10 3-16,0 10-1 0,0 0 0 16,0 0 1-16,0 0 1 15,0 0-7-15,0 11-4 16,0 17-3-16,0 4-2 0,0 12 0 16,2 12 2-16,-2 8 0 15,0 4 0-15,0 5 0 16,0 2 0-16,-6-1 1 15,2 2 0-15,-5-4 0 16,3-4 0-16,1-4-2 16,-8-2-1-16,4-3 0 0,-1-7-2 15,-1-2-2-15,2-8-3 16,-1-5-4-16,0-8-5 16,2-6-9-16,1 2-34 0,2-15-19 15,5-10-4-15</inkml:trace>
  <inkml:trace contextRef="#ctx0" brushRef="#br0" timeOffset="-121330.11">19563 7427 198 0,'0'0'5'0,"0"0"2"0,0 0 2 0,-14 0 2 0,14 0 3 15,-18 20 1-15,6 1 1 16,0 7 1-16,-4 11-1 0,-2 8 0 16,2 10-3-16,0 10 1 15,-3 3-2-15,-4 7 1 16,-4-1-2-16,2 3-1 16,-5-2-2-16,3-1-1 0,-4-5-2 15,5-4-1-15,1-9-4 16,-2-2-1-16,4-5-3 15,6-11-4-15,-3-6-6 16,8-4-10-16,-1-10-28 0,8-1-21 16,5-19-6-16</inkml:trace>
  <inkml:trace contextRef="#ctx0" brushRef="#br0" timeOffset="-120913.5">19479 7521 273 0,'0'0'7'0,"0"0"3"16,0 0 2-16,-6 0 2 16,6 0 1-16,0 0-1 15,-12 3 0-15,12-3 1 0,-12 17-6 16,-1 2-3-16,-6 6-3 16,-1 9-2-16,-10 8 1 15,-2 6 1-15,-5 9 1 0,-6 1 0 16,1 4 1-16,-8 4 0 15,1-5 1-15,-1 1-1 16,3-2-1-16,-3-6 0 16,8-4-1-16,-1-6-2 0,6-9-4 15,5-3-3-15,0-8-5 16,9-8-5-16,4-3-19 16,3-11-38-16,16-2-6 15</inkml:trace>
  <inkml:trace contextRef="#ctx0" brushRef="#br0" timeOffset="-120446.73">19367 7619 202 0,'0'0'5'0,"0"0"7"0,0 0 1 15,0 0 4-15,0 0 0 16,0 0 0-16,0 0 1 16,-12 0-1-16,1 0-2 15,-3 6-4-15,-6 4-2 0,-5 4-2 16,-10 6-1-16,-7 0 1 16,-15 10-1-16,-10 0 1 15,-2 4-2-15,-11 7-1 16,0-5-1-16,1 1 0 15,-1-5 0-15,8 0-1 0,8-7-3 16,9 0-3-16,11-8-6 16,8-4-21-16,6-11-31 15,16 1-13-15</inkml:trace>
  <inkml:trace contextRef="#ctx0" brushRef="#br0" timeOffset="-119726.33">18351 7657 216 0,'0'0'8'0,"0"0"4"16,0 0 5-16,0 0 1 0,0 0 0 16,0 0-1-16,0 0-1 15,0 0-1-15,0 0-4 16,0 0-2-16,7-4-4 15,11 4-1-15,1 0 1 0,11 0-1 16,13 0 2-16,8 0 1 16,9 0-4-16,10-4-1 15,7-2-1-15,10-2 1 16,0 1 0-16,3-6-1 0,2 3 0 16,-3 0-2-16,-5 0-2 15,1 5-6-15,-10 0-4 16,-8 0-4-16,-5 1-7 0,-13 1-14 15,-4 3-12-15,-10-3-9 16,-3 0-16-16</inkml:trace>
  <inkml:trace contextRef="#ctx0" brushRef="#br0" timeOffset="-119030.08">18363 7478 138 0,'0'0'6'0,"0"0"6"16,0 0 3-16,0 0 6 0,0 0 0 16,-10-2 1-16,10 2-1 15,0 0 0-15,0 0-1 16,0 0-4-16,0 0-2 15,12 5-4-15,4 0-1 0,6 0 1 16,8 0 2-16,10 0-1 16,6-3-3-16,14-2-3 15,2 0 0-15,13 0-2 16,4-7 0-16,6 2-1 0,2-3 0 16,0 1 0-16,0-1-1 15,-3 1-1-15,1 2 0 16,-3-2-3-16,-4 2-1 15,-2-1-2-15,-7 2-3 0,-6 1-2 16,-9-1 0-16,-7 1-1 16,-11 1 1-16,-15-1 1 15,-3 3 1-15,-18 0 1 16,0 0 3-16,0 0-3 0,-18 5-15 16,-1-7-36-16,-1 2-6 15</inkml:trace>
  <inkml:trace contextRef="#ctx0" brushRef="#br0" timeOffset="-117213.31">20696 6909 396 0,'0'0'4'15,"0"0"0"-15,0 0 2 16,0 0 0-16,-9 7 0 0,9-7 1 15,-8 12 0-15,8-12 0 16,-5 15-2-16,5-15-2 16,0 16 0-16,0-16 0 15,22 15 0-15,-9-14 1 16,6 5-1-16,-1-6 1 0,4 0 0 16,-2-6 2-16,0 2-1 15,-3-6 1-15,-1-3-1 16,-7 1 1-16,-2-6-1 15,-7 6-2-15,0 0-3 0,-4 0 0 16,-11 2 0-16,0 5 0 16,-2 2 0-16,-6 3 0 15,1 3 0-15,2 7 0 0,0-1 0 16,5 2 0-16,5-2 0 16,5 3 0-16,5-2 0 15,0-10 0-15,8 13 0 16,7-11 0-16,4 1 0 0,4-3 0 15,0 0 0-15,2 0 0 16,-6-8 0-16,1 4 0 16,-6-7 0-16,-3 4 0 15,-9-3 0-15,-2 1 0 0,-4 0 0 16,-12 5 0-16,-1 2 0 16,-3 2 0-16,-2 0 0 15,-4 4 0-15,5 2 0 16,-2 4 0-16,5-1 0 0,11 2-12 15,-5-5-13-15,12-6-58 16,0 13-4-16</inkml:trace>
  <inkml:trace contextRef="#ctx0" brushRef="#br0" timeOffset="-116779.74">20751 6757 345 0,'0'0'8'0,"0"0"4"0,-10-4 0 0,10 4 4 15,-15-3-1-15,3 3 1 16,-1 0 0-16,-1 0 1 0,-7 3-8 16,7 7-2-16,-4 5-3 15,1 4-1-15,4 6-1 16,1 2-1-16,2 6 0 0,7-2 0 15,3 4 0 1,0 1-1-16,8-4 1 0,7-8 0 16,5-1-1-16,5-7 1 15,7-3 0-15,1-6 0 16,1-7 1-16,3 0 0 0,0-10 1 16,0-4 1-16,-7-4 0 15,-5-7 1-15,-4 3-5 16,-12-7 0-16,-4-6 0 15,-5 2 0-15,-5 2 0 16,-9 1 0-16,-7 3 0 0,-1 6 0 16,-3 7 0-16,-2 6 0 15,2 8 0-15,-2 6 0 16,2 6 0-16,2 10 0 0,4-2-14 16,1 7-71-16,13 1-2 15</inkml:trace>
  <inkml:trace contextRef="#ctx0" brushRef="#br0" timeOffset="-116196.45">20907 7179 421 0,'0'0'3'0,"0"0"2"0,0 0-1 16,0 0 1-16,0 0 0 0,-7 2 1 16,7-2 0-16,-13 10 0 15,13-10-3-15,-9 12-2 16,9-12 1-16,-8 13-2 0,8-13 1 16,0 15 0-16,0-15 0 15,12 5 0-15,-1-5 1 16,-1 0 1-16,2-3 1 15,3-6 0-15,-5 1 0 16,-3-2 2-16,1 1-2 0,-4-4 1 16,-4 1 0-16,0 1-2 15,0 11-3-15,-14-14 0 16,4 11 0-16,-5 1 0 16,0 2 0-16,0 2 0 0,0 3 0 15,3 2 0-15,-1 4 0 16,6-4 0-16,2 0 0 15,3 3 0-15,2-10-3 16,0 15-6-16,0-15-9 0,9 5-22 16,3-3-45-16,-1-2-1 15</inkml:trace>
  <inkml:trace contextRef="#ctx0" brushRef="#br0" timeOffset="-115796.74">20937 7072 389 0,'0'0'6'16,"0"0"3"-16,0 0 2 0,-12 0 0 15,2 0 2-15,0 0 0 16,-2 6 0-16,-3 1 1 16,0 2-6-16,2 7-3 0,1-2-2 15,-1 4-1-15,8 3-1 16,1 4 1-16,1-2-2 15,3-1 1-15,7 1 0 16,1-4 0-16,7-2 0 0,2-4 0 16,3-3 0-16,3-5 0 15,4-5 0-15,-5-3 2 16,5-7-3-16,-2-5 0 16,-4 1 0-16,-7-8 0 0,-3-1 0 15,-7-4 0-15,-4-2 0 16,-4 1 0-16,-9 1 0 15,-2 4 0-15,-8 3 0 16,-2 10 0-16,0 6 0 16,-2 4 0-16,3 10 0 0,1 7 0 15,3 5 0-15,6 8-5 16,-4 23-69-16,11-22-14 16</inkml:trace>
  <inkml:trace contextRef="#ctx0" brushRef="#br0" timeOffset="-114961.15">20860 7619 234 0,'0'0'4'0,"0"0"2"0,0 0 2 15,0 0 2-15,-10 9-1 16,10-9 3-16,-9 8-2 16,4 3 2-16,5-11-4 0,-13 14-2 15,13-14 1-15,-7 16-2 16,7-16 0-16,-3 9 1 16,3-9 2-16,0 0 1 0,0 0 2 15,7 3 2-15,-7-3-2 16,10-3 1-16,-10 3 0 15,15-12-1-15,-7 2-2 16,-1 0-1-16,-1-1-2 16,3-4-1-16,-4 2-1 0,0-2-1 15,-3 0-1-15,1 2-1 16,-3-2 0-16,0 3 0 16,0 2 0-16,0 10-1 15,-12-11 0-15,12 11 0 0,-12-11-1 16,12 11 1-16,-16-2-1 15,16 2 1-15,-12-3-1 16,12 3 1-16,-13 3 0 16,13-3-1-16,-12 10 0 0,12-10 0 15,-7 14 1-15,5-7 0 16,2 4-1-16,0-11 1 16,2 17 0-16,-2-17 1 15,12 10 1-15,-2-10 0 0,3 0 0 16,1-5 1-16,1 0 2 15,-3-5-1-15,2-1 1 16,-7-3 0-16,0 3 0 16,-2 0 0-16,-5-1-1 0,-3 2 1 15,3 10-5-15,-16-15 0 16,2 15 0-16,2 0 0 16,-5 0 0-16,0 10 0 15,1 0 0-15,2 2 0 0,3 1-2 16,2-2-3-16,2-2-2 15,7 3-8-15,0-12-14 16,-3 10-54-16,10-10-3 16</inkml:trace>
  <inkml:trace contextRef="#ctx0" brushRef="#br0" timeOffset="-114647.18">20885 7429 351 0,'0'0'8'15,"-10"-2"3"-15,1 2 3 0,-2 0-1 16,-3 4 1-16,-2 3 0 16,2 7 1-16,-2 0-1 15,7 3-7-15,4 3-2 0,5-2-3 16,2 2-1-16,10-4 0 16,4-1 0-16,6-5 0 15,5-4 0-15,0-4 1 0,3-2-1 16,2-8 2-16,-2-2 0 15,-2-6 1-15,-6-2 0 16,-4-2 2-16,-6-2-1 16,-9 2 0-16,-3-2 0 0,-15 2-5 15,-3 3 0-15,-7 4 0 16,-5 6 0-16,1 4 0 16,-6 3-18-16,-2 8-65 15,7 7-2-15</inkml:trace>
  <inkml:trace contextRef="#ctx0" brushRef="#br0" timeOffset="-98830.14">22756 6836 212 0,'0'0'7'0,"-9"0"2"0,-2 0 2 15,-1-1 2-15,-8 1 0 16,0-3 1-16,-6 3 0 0,-2 0 1 16,-5-3-5-16,1 3-2 15,-3 0-4-15,1 6 0 16,0-2-1-16,-5 6-1 15,2 2-1-15,-3 4-1 0,-2-1 0 16,-3 6 0-16,3 0 0 16,-3 4 0-16,-5 0 0 15,8 7-1-15,-4-8 1 16,5 11 0-16,2-6 0 0,-1 6 0 16,6 0 0-16,0 0-1 15,5 6 1-15,2-6 0 16,2 8 0-16,-3-7 0 15,6 7 0-15,-3-3 0 16,6 4 0-16,-2-3 0 0,-1 2-1 16,2 0 0-16,3-2 1 15,2 4 0-15,2-2 0 16,4 1 1-16,-1 0 0 16,4 1 0-16,4 3 0 0,2-2 1 15,0 2 0-15,2-2 1 16,4 4-1-16,1-3 1 15,0-1 0-15,4 2 0 16,1-4 1-16,2 2 0 0,-1-2 0 16,7 0-2-16,0 1 1 15,3-1 0-15,2-2 0 16,-4-3 0-16,9 7 0 0,-2-9-1 16,1 2 2-16,3-4-1 15,-2-3 1-15,8 1-1 16,0-1 1-16,1-5-1 15,3 3 0-15,3-3 0 0,2-2 0 16,1-1-1-16,1-4 1 16,-2 0-1-16,0-3 0 15,1-5 0-15,-2 1-1 16,1-5 1-16,2-1-1 16,-3 1 0-16,7-3 0 0,-4-1-1 15,1-1 2-15,3-1-2 16,-4 1 0-16,3-3 0 15,-4 2 0-15,1-2 0 16,-1 0 1-16,1 0-1 0,-4 0 0 16,3-5 0-16,1 3 0 15,1-3 0-15,-4 0 0 16,0 3 0-16,0-3 0 0,0 2 0 16,-5-1 0-16,-1 1 0 15,-1 0 0-15,2-2 1 16,-6-2-1-16,2 0 1 0,0-1-1 15,1-2 0-15,1-2 0 16,1-3 0-16,-3 2 1 16,1-6-1-16,-1 2 1 15,0-1-1-15,-2-4 1 16,-3 0-1-16,-2-2 1 16,-1-2-1-16,-1-1 1 0,-1-1-1 15,1-1 0-15,-3 1 0 16,-1-1 0-16,1-1 0 15,0 0 0-15,0 0 0 16,-3-2 0-16,-2 0 1 0,-2 0 0 16,1 0 0-16,-1-1-1 15,-4 1 0-15,1-3 1 16,-2 4-1-16,2-3-1 0,-3 1 0 16,-2 3 0-16,3-2 0 15,-1-1 0-15,-4 1 1 16,2 3-1-16,-3-1 0 15,-2-2 0-15,2 4 1 0,-1-3-1 16,-2-3 0-16,-1 3-1 16,-3 2 0-16,2-5 1 15,-2 0 0-15,0 2-1 16,-2 0 1-16,-3-1-1 0,0 1 2 16,2 0 0-16,-2 2 0 15,0 0 0-15,0 4 1 16,1-5-1-16,-1 2 0 15,-3 0 1-15,0-2-1 16,-1 4 1-16,-4-3-1 0,1 1 1 16,0 1 0-16,-1 2 0 15,-2-2 0-15,2 0 1 16,-1 2-2-16,1-2 0 0,-4 3 1 16,5 0-1-16,-4 1 1 15,4 2 0-15,-3-1-1 16,1 2 1-16,-2 3-1 0,1 0 1 15,0 1-1-15,-1-3 0 16,-2 6 1-16,3-3-1 16,-3-1 1-16,1 0 0 15,0 1 0-15,-1-1 0 0,-1 1 0 16,1 0 0 0,1 0 1-16,-6-1-1 0,6 3 0 15,-5-1 0-15,-3 2 0 16,2 0 0-16,-2 2-1 15,0-1 1-15,1 1-1 0,-1 4 1 16,0-2-1-16,2 3 0 16,-2 0 0-16,4 1 0 15,-4-2 0-15,-3 4 0 16,1 0 0-16,-3 1 0 0,0-3 0 16,-2 6-1-16,2-2 1 15,-5 2 0-15,1-2-1 16,1 2 1-16,1 0 0 15,-5 0 0-15,2 0 0 0,-3 2 0 16,4-2 0-16,-3 2 1 16,-3-2-1-16,0 0 0 15,0 0 1-15,-2 0-1 0,-3 0 0 16,-1 0 0-16,-2-2 0 16,-5 2 0-16,7 0-1 15,-7 0 1-15,2 0-1 16,1 2 1-16,2 7-1 15,4-1 1-15,-2 3-3 0,9 2-3 16,3 3-9-16,-2 12-43 16,12-9-19-16,5 2-5 15</inkml:trace>
  <inkml:trace contextRef="#ctx0" brushRef="#br0" timeOffset="-97511.2">22997 7853 378 0,'0'0'7'15,"0"0"2"-15,0 0 1 16,0 0 2-16,0 0 0 0,0 0 1 15,-4-6-1-15,4 6-1 16,0 0-6-16,0 0-2 16,0 10-2-16,4 3 1 15,-1 2-2-15,-1 3 1 16,3 3 1-16,0 4 0 0,-5 2 1 16,2-2 0-16,-2 0-1 15,0-2-1-15,0-6 1 16,-2 2-3-16,2-5 0 15,-5-6-2-15,5-8 1 0,-2 11-4 16,2-11-3-16,0 0-2 16,-5-11-2-16,5-1-1 15,0-8 1-15,0 1 1 0,0-6 0 16,0 0 5-16,0-2 4 16,0 2 3-16,0 3 5 15,0 1 3-15,0 7 3 16,0 2 1-16,0 2 0 15,0 10 0-15,0-10-2 0,0 10-2 16,0 0-3-16,0 0-2 16,0 5-1-16,2 7 0 15,1 3-2-15,1-1 0 16,-1 9 1-16,3 0-1 0,-2-1-5 16,-1 0-6-16,2 1-21 15,9-4-48-15,-14-6-1 16</inkml:trace>
  <inkml:trace contextRef="#ctx0" brushRef="#br0" timeOffset="-97013.09">22747 7991 338 0,'0'0'5'0,"0"0"0"0,0 0 1 16,0 0 1-16,0 0 4 15,0 0 2-15,9 0 1 16,3 0 1-16,8 0-3 15,5 0-2-15,8 0 1 16,1 0-2-16,6 0-2 0,3-5-1 16,3 3-3-16,-5-6 0 15,1 4-2-15,-10-1 1 16,0 2-1-16,-7-2 1 16,-6 3-1-16,-3 2 1 0,-16 0 1 15,14-3-2-15,-14 3 0 16,0 0-1-16,-9 0-1 15,-3 0-1-15,-4 0-1 0,-3 3-2 16,-8-1 0-16,-1 3 1 16,-4 0 0-16,0 5 0 15,2-5 2-15,2 2 0 16,3-1-1-16,7-2 0 0,6 1 1 16,12-5 0-16,0 0-1 15,16-5-8-15,14-12-64 16,7 9-4-16</inkml:trace>
  <inkml:trace contextRef="#ctx0" brushRef="#br0" timeOffset="-95713.18">22892 7997 288 0,'0'0'7'0,"0"0"1"0,0 0 2 16,0 0 3-16,0 0 0 15,0 0 0-15,0 0 1 16,0 0 0-16,0 0-4 0,0 0-5 16,0 0-3-16,0 0 0 15,0 0-2-15,9 0 0 16,-9 0 1-16,14 0-1 0,-1 0 1 15,1 0 1-15,7 0 0 16,6 0 0-16,3 0 0 16,5-3 0-16,4-3-1 15,9 2 1-15,1-4-1 16,8 4 0-16,3-1 0 0,7-3 0 16,0 3 0-16,0 3 0 15,5-3-1-15,0 2 1 16,3 1 0-16,2-1-1 15,-2 3 1-15,6-3-1 16,-6 3 0-16,9 0 0 0,-4 0 0 16,-6 0 0-16,-1 0-1 15,-2 0 1-15,-4 0-2 16,-9 0 1-16,-1 0 0 0,-13 0 0 16,-3 0 0-16,-9 0 1 15,-8-2 1-15,-9 0 0 16,-5-1-1-16,-10 3-1 15,0 0-2-15,0 0-5 0,0-10-13 16,-2 9-53-16,2 1-3 16</inkml:trace>
  <inkml:trace contextRef="#ctx0" brushRef="#br0" timeOffset="-90779.57">23648 7904 176 0,'0'0'6'0,"0"0"5"15,0 0 5-15,0 0 4 16,0 0 3-16,10-1 2 16,-10 1 2-16,0 0 1 0,0 0-6 15,8-9-2-15,-8 9-3 16,0 0-4-16,5-12-3 0,-5 12-1 15,2-10-2-15,-2 10 1 16,3-9-2-16,-3 9 0 16,4-13 1-16,-4 13-2 15,5-18 1-15,-5 11-2 0,3-2 1 16,-3-1-1-16,2 0-1 16,-2 0-1-16,0 0 0 15,2 2 1-15,-2 8-1 16,0-17 0-16,0 9-1 0,0-2 1 15,0 1 0-15,0-2 0 16,-2 2 0-16,0 2-1 16,-1-4 1-16,1-1-1 15,-1 2 2-15,1 0-3 16,-3 0 0-16,3-2 0 0,-3 2 0 16,2-2 0-16,-2 5 0 15,-2-4 0-15,4 1 0 16,1 0 0-16,-3 4 0 0,-2-4 0 15,3-1 0-15,4 11 0 16,-9-14 0-16,2 4 0 16,7 10 0-16,-10-18 0 15,10 18 0-15,-11-15 0 0,11 15 0 16,-12-16 0-16,12 16 0 16,-9-14 0-16,9 14 0 15,-11-14 0-15,11 14 0 16,-7-15 0-16,7 15 0 0,-12-15 0 15,12 15 0-15,-11-12 0 16,11 12 0-16,-12-13 0 16,12 13 0-16,-13-15 0 15,13 15 0-15,-12-10 0 0,12 10 0 16,-12-11 0-16,12 11 0 16,-13-11 0-16,13 11 0 15,-12-7 0-15,12 7 0 16,-13-10 0-16,13 10 0 15,-12-10 0-15,12 10 0 0,-12-10 0 16,12 10 0-16,-15-5 0 16,15 5 0-16,-10-9 0 15,10 9 0-15,-15-8 0 0,15 8 0 16,-12-5 0-16,12 5 0 16,-16-7 0-16,16 7 0 15,-14-5 0-15,14 5 0 16,-21-6 0-16,14 2 0 0,7 4 0 15,-18-6 0-15,18 6 0 16,-12-7 0-16,12 7 0 16,-16-5 0-16,16 5 0 15,-13-5 0-15,3 0 0 0,10 5 0 16,-18-4 0-16,8-2 0 16,1 4 0-16,1-1 0 15,-2-1 0-15,0 1 0 0,10 3 0 16,-15-3 0-16,8-1 0 15,-5 2 0-15,1-2 0 16,2 2 0-16,-3 2 0 16,-2-5 0-16,2 3 0 15,-1-1 0-15,0 3 0 0,1-2 0 16,0 0 0-16,3 2 0 16,-4-3 0-16,3 3 0 15,-2-2 0-15,1 2 0 16,2 0 0-16,-1 0 0 0,0 0 0 15,0 0 0-15,0 0 0 16,0 0 0-16,-2 0 0 16,0 0 0-16,1 0 0 0,-3 2 0 15,3 1 0-15,-1-1 0 16,-2 0 0-16,1 1 0 16,1 1 0-16,-1-1 0 15,1 3 0-15,0-4 0 0,-1 2 0 16,-2-1 0-16,2 0 0 15,3-1 0-15,-5 3 0 16,3-3 0-16,0 4 0 16,-1-4 0-16,2 0 0 15,-1 3 0-15,3 0 0 0,-3 0 0 16,-1 2 0-16,1-1 0 16,0 1 0-16,-4-3 0 15,2 4 0-15,-2 0 0 16,4 0 0-16,-1-4 0 0,1 4 0 15,3-4 0-15,-2 4 0 16,1-3 0-16,3 0 0 16,7-5 0-16,-15 10 0 0,15-10 0 15,-15 7 0-15,15-7 0 16,-15 12 0-16,8-5 0 16,-3 1 0-16,0 1 0 15,0-2 0-15,3 2 0 16,0-1 0-16,7-8 0 0,-18 15 0 15,18-15 0-15,-12 17 0 16,12-17 0-16,-13 13 0 16,13-13 0-16,-12 14 0 15,12-14 0-15,-16 15 0 0,16-15 0 16,-13 12 0-16,7-1 0 16,6-11 0-16,-15 14 0 15,7-3 0-15,1-3 0 0,-1 1 0 16,1-1 0-16,-1 3 0 15,4-4 0-15,-4 4 0 16,0-1 0-16,3-1 0 16,-2-1 0-16,2 2 0 15,-3 0 0-15,3 0 0 0,1-1 0 16,-4 4 0-16,4-1 0 16,-1-2 0-16,-1 0 0 15,-1 5 0-15,0-6 0 16,2 7 0-16,-2-4 0 0,-2 0 0 15,4 1 0-15,-2-3 0 16,2 0 0-16,1 0 0 16,-5 0 0-16,7 0 0 0,0-1 0 15,-3 1 0-15,2-2 0 16,-1 2 0-16,-4 2 0 16,8-5 0-16,-5 6 0 15,0-4 0-15,2 1 0 16,-1 0 0-16,-1 0 0 0,2-2 0 15,1 2 0-15,0 0 0 16,-4-3 0-16,6 3 0 16,-3 0 0-16,1-1 0 0,2 2 0 15,-2-4 0-15,2 3 0 16,0 0 0-16,0-3 0 16,0 3 0-16,-3-2 0 15,3-2 0-15,0 5 0 0,0-1 0 16,0 3 0-16,0-4 0 15,0 4 0-15,0-4 0 16,0 4 0-16,0-1 0 16,0 2 0-16,3-3 0 0,-1 2 0 15,0-1 0-15,-2 0 0 16,3 1 0-16,-1-3 0 16,4 2 0-16,-4 0 0 15,1-2 0-15,2 3 0 0,-4-4 0 16,5 2 0-16,-1-2 0 15,0 4 0-15,-2-2 0 16,4 3 0-16,-2-3 0 16,0 6 0-16,2-6 0 15,-1 7 0-15,-2-6 0 0,6 3 0 16,-3-1 0-16,2 2 0 16,0-4 0-16,-4 0 0 15,5-2 0-15,-2 3 0 0,1-3 0 16,1 2 0-16,1-3 0 15,-4 2 0-15,2-2 0 16,1 1 0-16,1 3 0 16,-2-3 0-16,1 0 0 0,1 0 0 15,1-3 0-15,1 3 0 16,-1-3 0-16,-3 3 0 16,4-5 0-16,-1 5 0 0,0-2 0 15,4-1 0-15,-7 0 0 16,7 1 0-16,-2-3 0 15,-1 1 0-15,2 0 0 16,-6 2 0-16,7-4 0 16,-4 2 0-16,1-2 0 15,-1 2 0-15,1-2 0 0,1 1 0 16,1 0 0-16,-2 0 0 16,-1-2 0-16,1 2 0 15,-1-3 0-15,1 3 0 0,-1-2 0 16,0 1 0-16,-2-1 0 15,2 0 0-15,4-3 0 16,-2 2 0-16,2 1 0 16,-2-3 0-16,0 1 0 0,2-1 0 15,-2 0 0-15,-1 0 0 16,-1 0 0-16,1 4 0 16,-1-4 0-16,0 0 0 15,4 0 0-15,-2 0 0 0,2-4 0 16,2 4 0-16,-4-1 0 15,0 1 0-15,7 0 0 16,-6 0 0-16,-1-3 0 16,2 3 0-16,1 0 0 15,-4 0 0-15,1 0 0 0,-2-2 0 16,4 2 0-16,-7 0 0 16,4-3 0-16,-1 3 0 15,-2-3 0-15,5-1 0 0,0 1 0 16,-2-2 0-16,1 3 0 15,2-3 0-15,-2 2 0 16,1-2 0-16,2 3 0 16,-4-2 0-16,2 0 0 0,-2 2 0 15,1-3 0-15,-4 2 0 16,3-1 0-16,4-2 0 16,-7 2 0-16,5-1 0 0,0-4 0 15,-1 5 0-15,-1-3 0 16,2-1 0-16,-1 1 0 15,-1 0 0-15,2 2 0 16,0-3 0-16,-5 2 0 16,3-2 0-16,-1-1 0 15,-3 2 0-15,5 0 0 0,-2-4 0 16,-3 5 0-16,4-2 0 16,-1-2 0-16,-1 1 0 15,1-2 0-15,-5 4 0 0,-7 7 0 16,15-15 0-16,-15 15 0 15,8-17 0-15,-8 17 0 16,3-12 0-16,-3 12 0 16,9-15 0-16,-9 15 0 0,10-18 0 15,-5 8 0-15,0 1 0 16,2-4 0-16,0 3 0 16,-1-1 0-16,-1 0 0 15,0 3 0-15,0-2 0 0,-5 1 0 16,0 9 0-16,9-14 0 15,-6 3 0-15,2-2 0 16,-2 4 0-16,2-4 0 16,-3 1 0-16,3-1 0 15,-3 1 0-15,1 2 0 0,-3 1 0 16,0 9 0-16,4-16 0 16,-4 7 0-16,0 9 0 15,6-15 0-15,-3 5 0 0,-3-1 0 16,0 4 0-16,0-4 0 15,0 0 0-15,0 1 0 16,0 3 0-16,0 7 0 16,2-15 0-16,-2 15 0 15,2-15 0-15,-2 15 0 0,0-13 0 16,0 13 0-16,0-9 0 16,0 9 0-16,0-13 0 0,0 13 0 15,0-12 0-15,0 12 0 16,0-14 0-16,0 14 0 15,0-11 0-15,0 11 0 16,0-10 0-16,0 10 0 16,0-10 0-16,0 10 0 15,0 0 0-15,0-12 0 0,0 12 0 16,0-7 0-16,0 7 0 16,0 0 0-16,0-13 0 15,0 13 0-15,0 0 0 0,0 0 0 16,0 0 0-16,0 0 0 15,0 0 0-15,0 0 0 16,0 0 0-16,0 0 0 16,0 0 0-16,0 0 0 0,0 0 0 15,0 0 0-15,0 0 0 16,0 0 0-16,0-7 0 16,0 7 0-16,0 0 0 0,0 0 0 15,0 0 0-15,0 0 0 16,5-10 0-16,-5 10 0 15,0 0 0-15,0 0 0 16,0 0 0-16,0 0 0 16,0 0 0-16,0 0 0 0,0 0 0 15,0 0 0-15,0 0 0 16,0 0 0-16,-5 0 0 16,5 0 0-16,-17 14 0 15,9-4 0-15,-4 0 0 0,-5 3 0 16,2-1 0-16,-3 1 0 15,1-1 0-15,2 1 0 16,3-5 0-16,-3-2 0 16,5-4 0-16,10-2 0 0,-15 11 0 15,15-11 0-15,0 0 0 16,0 0 0-16,0 0 0 16,0 0 0-16,0 0 0 15,0 0 0-15,0 0 0 0,0 0 0 16,0-3 0-16,0 3 0 15,8-10 0-15,-8 10 0 16,9-14 0-16,-1 4 0 0,-4 0 0 16,7 0 0-16,-4 0 0 15,3 2 0-15,-3-2 0 16,4 3 0-16,-11 7 0 16,12-18 0-16,-12 18 0 0,13-9 0 15,-13 9 0-15,9-5 0 16,-9 5 0-16,0 0 0 15,8 0 0-15,-8 0 0 16,12 0 0-16,-12 0 0 16,13 12 0-16,-6-5 0 0,2 6 0 15,4-1 0-15,-1 1 0 16,4 2 0-16,-3 0 0 16,4 3 0-16,-5-7 0 15,1 4 0-15,-4-2 0 0,3-4 0 16,-4 1 0-16,-8-10 0 15,13 11 0-15,-13-11 0 16,0 0 0-16,0 0 0 0,4 7 0 16,-4-7 0-16,0 0 0 15,0 0 0-15,0 0 0 16,0-6 0-16,0 6 0 16,0 0 0-16,-4-19-73 0,4 19-21 15</inkml:trace>
  <inkml:trace contextRef="#ctx0" brushRef="#br0" timeOffset="-89613.25">22712 7156 220 0,'0'0'7'0,"0"0"4"15,2 7 3-15,-2-7 3 16,3 9 3-16,-3-9 2 16,2 9 3-16,-2-9 2 0,0 0-2 15,0 0-5-15,7 5-3 16,-7-5-2-16,7-9-1 16,-2-1-3-16,1-3 0 15,1-7-3-15,1-4 0 0,1-7-1 16,2-6 0-16,3-6-2 15,6-10-5-15,1-9 0 16,3-12 0-16,6-8 0 16,4-12 0-16,2 0 0 0,3-4 0 15,-4 8 0-15,-5 3 0 16,0 13 0-16,-10 4 0 16,-3 13 0-16,-4 10 0 0,-8 8 0 15,-1 8 0-15,-1 1 0 16,-3 11 0-16,0-1 0 15,0 5 0-15,0 5 0 16,0 10 0-16,0-10 0 16,0 10 0-16,0 0 0 0,0 0 0 15,0 0 0-15,0 0 0 16,0 0 0-16,-3 10 0 16,3-10 0-16,-2 18 0 0,0-5 0 15,2 1 0-15,-5-3 0 16,5 3-31-16,5-2-56 15,-5-12-4-15</inkml:trace>
  <inkml:trace contextRef="#ctx0" brushRef="#br0" timeOffset="-81095.38">22880 7969 186 0,'0'0'3'0,"0"0"3"16,0 0 2-16,0 0 3 16,0 0 4-16,0 0 1 0,0 0 4 15,0 0 1-15,-9 0-1 16,9 0-1-16,0 0-3 15,0 0-2-15,0 0-3 16,0 0-2-16,0 0-3 0,0 0-1 16,0 0-3-16,0 0-1 15,0 0-1-15,0 0-1 16,0 0 0-16,0 0 0 16,0 0 1-16,0 0 0 15,0 0 0-15,0 0 0 0,0 0 1 16,0 0 0-16,0 0 0 15,0 0 0-15,0 0 0 16,7-10 0-16,-7 10 0 0,14-7 0 16,-3 2 0-16,3-3 0 15,7-2 0-15,4-5-2 16,5 4 1-16,7-10-1 16,2-1 2-16,11-3 0 15,5-4 2-15,7-6 0 0,3 0 1 16,2 1 1-16,-1-1 0 15,-3 3-1-15,-1 4 0 16,-7 1-1-16,-3 4 0 0,-13 4-2 16,-1 6 0-16,-11 4 0 15,-4-1 0-15,-9 5 0 16,-4 0 1-16,-10 5 0 16,15-5 0-16,-15 5 0 0,0 0-1 15,0 0 0-15,0 0 0 16,0 0-4-16,-7 8-3 15,7-8-8-15,-11 12-20 16,9-2-44-16,-8 0-2 0</inkml:trace>
  <inkml:trace contextRef="#ctx0" brushRef="#br0" timeOffset="-80013.31">22898 7969 130 0,'0'0'4'0,"0"0"0"16,0 0 2-16,0 0 2 0,0 0 3 16,0 0 2-16,-10 5 0 15,10-5 2-15,0 0-3 16,0 0 2-16,0 0-3 16,-10 2 0-16,10-2-1 0,0 0-2 15,0 0 0-15,0 0-2 16,0 0 2-16,0 0-3 15,0 0 2-15,0 0 0 16,0 0 0-16,0 0 0 0,0 0-2 16,-2-7 0-16,2 7 0 15,2-12-1-15,3 4-1 16,4-5-1-16,2-1 0 16,1-4 2-16,1-4 1 0,1-3 1 15,4-2 1-15,1-7 0 16,9-1 0-16,-3-7 1 15,5 0-1-15,4-6 1 16,-1 1-2-16,4-3 1 0,1 1-1 16,-1 0-1-16,0 0 0 15,-2 2 0-15,-3 6-1 16,-2 4-1-16,-5 5 1 16,0 7-2-16,-8 1 1 0,-2 6 0 15,-5 4 0-15,-3 6 0 16,-7 8 0-16,11-12 0 15,-11 12-1-15,0 0-1 16,0 0 0-16,0 0-1 0,0 0 0 16,0 0 0-16,0 0-1 15,-5 7 1-15,5-7-1 16,-11 15 0-16,11-15-2 16,-12 20-3-16,5-10-3 0,1 2-7 15,6-12-15-15,-17 22-49 16,10-7-4-16</inkml:trace>
  <inkml:trace contextRef="#ctx0" brushRef="#br0" timeOffset="-75680.11">23663 7483 239 0,'0'0'10'0,"0"0"5"16,0 0 2-16,0 0 4 15,0 0 2-15,0 0 0 16,0 0 2-16,0 0 2 16,0 0-10-16,-10 0-4 0,10 0-3 15,0 0-3-15,-10 10-1 16,10-10-2-16,-9 18-2 16,3-8-1-16,4 0 0 15,-3 0-1-15,5-10 0 0,0 15 1 16,0-15-1-16,2 10 2 15,-2-10-1-15,18 0 1 16,-8 0 1-16,2-9 1 0,-4 2 1 16,1-2 0-16,-1-1 0 15,-4-3-1-15,-2-2 1 16,-2 5 0-16,0-2-1 16,-4 3 0-16,-6 3-4 0,-2 3 0 15,-5 3 0-15,0 5 0 16,-1 3 0-16,0 2 0 15,4 0 0-15,-2 2-3 0,9 1-1 16,0-3-4 0,7-10-4-16,0 11-7 0,0-11-20 15,18 7-45-15,-9-7-2 16</inkml:trace>
  <inkml:trace contextRef="#ctx0" brushRef="#br0" timeOffset="-75213.21">23320 7292 410 0,'0'0'3'0,"0"0"1"0,0 0 0 15,0 0 1-15,-12 0-1 16,12 0 0-16,0 0 1 16,-5 8-1-16,5 2-2 15,0 0-2-15,0-2 1 0,5-1 0 16,-5-7 1-16,14 12 1 15,-1-12 1-15,2 0 0 16,-2 0 1-16,0-7 2 16,4-3-1-16,-8-5 1 15,3 0-1-15,-4-2 1 0,-5 1-1 16,-3-1 1-16,0 3-7 16,-7 2 0-16,-4 4 0 15,-3 5 0-15,1 3 0 0,1 3 0 16,-1 9 0-16,-2 3 0 15,8 9 0-15,-4 1-47 16,11-2-39-16,0 0-2 16</inkml:trace>
  <inkml:trace contextRef="#ctx0" brushRef="#br0" timeOffset="-65813.23">8695 9225 307 0,'0'0'9'16,"0"0"5"-16,-3-10 3 15,3 10 2-15,0 0 4 0,-2-12-1 16,2 12 0-16,0 0 0 15,-4-10-8-15,4 10-6 16,0 0-3-16,0 0-2 16,0 0-1-16,-1 10-2 0,1-10 0 15,0 15 0-15,1-5-1 16,-1-10 2-16,19 15-1 16,-9-11 1-16,3-1 0 0,1-3-1 15,1 0 2-15,3-5 0 16,-9-2 0-16,4-3 1 15,-6 2 1-15,1-2 0 16,-8 0 1-16,0 10-5 16,-8-9 0-16,1 3 0 15,-6 6 0-15,-1 0 0 0,-4 3 0 16,1 2 0-16,2 2 0 16,0 3 0-16,2 0 0 0,4 2 0 15,4-1 0-15,2-3 0 16,3-8 0-16,5 9 0 15,5-7 0-15,5-2 0 16,0 0 0-16,3-2 0 16,-4-3 0-16,6-5 0 0,-8 3 0 15,1-3 0-15,-13 10 0 16,10-15 0-16,-10 15 0 16,0-13 0-16,0 13 0 15,-20-5 0-15,8 5 0 0,-6 4 0 16,1 2 0-16,2 2 0 15,0 1 0-15,3 1 0 16,0 3 0-16,6-3-3 16,4-3-13-16,2-7-12 0,0 10-56 15,0-10-3-15</inkml:trace>
  <inkml:trace contextRef="#ctx0" brushRef="#br0" timeOffset="-65346.87">8710 9063 371 0,'0'0'7'0,"0"0"4"0,-9 0 2 15,9 0 0-15,-16 0 2 16,4 0 0-16,1 0 0 16,-5 4 0-16,0 0-7 0,2 6-2 15,-2 3-4-15,2 4-1 16,2 5 0-16,-1 6-1 15,3 2 0-15,3 4 0 16,4-2 0-16,3 5 0 16,0-5 1-16,10-2 0 15,5-3-1-15,5-9 1 0,5-1 0 16,7-9 0-16,3-3 0 16,4-5 0-16,4-10 1 15,-1-3 0-15,-2-4 0 0,-3-3 0 16,-5-2 1-16,-7-3-3 15,-5 0 0-15,-5-2 0 16,-13-2 0-16,-2 1 0 16,-10-5 0-16,-9 2 0 0,-4-2 0 15,-4 3 0-15,-5 5 0 16,-3 4 0-16,-2 1 0 16,-3 12 0-16,5 6 0 0,-2 2 0 15,7 10 0-15,-2 10 0 16,9 5 0-16,4 4 0 15,13 13-6-15,6-2-81 16,8-3-2-16</inkml:trace>
  <inkml:trace contextRef="#ctx0" brushRef="#br0" timeOffset="-64196.87">13654 9166 353 0,'0'0'7'0,"0"0"5"16,0 0 3-16,0 0 1 15,0 0 1-15,-9-3 1 0,9 3 1 16,-8 0 0-16,8 0-7 15,-9 0-3-15,9 0-4 16,0 0-2-16,-11 3-1 16,11-3 0-16,-2 12-2 15,2-12 0-15,0 13 0 0,0-13-1 16,2 16 1-16,-2-16 1 16,11 13-1-16,-11-13 0 15,17 2 2-15,-10-2-2 0,6-2 0 16,-4-5 0-16,-1-1 0 15,-3-4 0-15,3 1 0 16,-8 0 0-16,0-3 0 16,0 6 0-16,0 8 0 0,-13-13 0 15,1 13 0-15,0 0 0 16,-1 2 0-16,1 6 0 16,-6 2 0-16,6 2 0 15,1-2 0-15,4 3 0 0,2-4 0 16,3-2 0-16,2-7 0 15,4 15 0-15,6-15 0 16,3 0 0-16,1-2 0 16,4-3 0-16,-6-5 0 15,6 0 0-15,-3 0 0 0,-10 0 0 16,3-2 0-16,-8 5 0 16,0 7 0-16,-11-7 0 15,-1 7 0-15,-2 0 0 16,-7 2 0-16,6 4 0 0,-4 5 0 15,1 2 0-15,3-3 0 16,2-1 0-16,3-2 0 16,8 4 0-16,2-11-19 0,0 0-52 15,10 2-16-15</inkml:trace>
  <inkml:trace contextRef="#ctx0" brushRef="#br0" timeOffset="-63780.11">13633 9017 375 0,'0'0'9'0,"0"0"1"0,-14-3 3 0,14 3 2 15,-16-7 1-15,3 7 0 0,-2 0 2 16,-3 0 0-16,2 5-8 16,-5 5-2-16,5 10-5 15,-2 5-3-15,-3 2 0 16,7 5 0-16,1-1 0 15,3 5 0-15,6-1 0 0,4-3 0 16,4-3 0-16,9-4 0 16,7-5 0-16,7-5 0 15,8-5 0-15,2-7 0 0,8-3 0 16,2-11 0-16,0-6 0 16,4-5 0-16,-7-3 0 15,-2-2 0-15,-13-3 0 16,-3 0 0-16,-11-2 0 0,-13-3 0 15,-4-2 0-15,-16 3 0 16,-9-4 0-16,-8 7 0 16,-7 3 0-16,-6 10 0 0,-6 14 0 15,0 4 0-15,-6 14 0 16,3 14 0-16,7 9 0 16,5 3 0-16,16 9-42 15,8-3-49-15</inkml:trace>
  <inkml:trace contextRef="#ctx0" brushRef="#br0" timeOffset="-50179.97">23524 5461 303 0,'0'0'9'0,"0"0"5"0,0 0 4 16,-10-8 1-16,10 8 4 16,0 0-2-16,0 0 0 15,-10-8 0-15,10 8-8 0,0 0-4 16,8 2-4-16,2 4-1 16,6-5-1-16,5 5 0 15,4-5 0-15,7 2 1 16,3-3-1-16,2 0 0 0,-3-4-1 15,-1-3 0-15,-8-1 1 16,0 3 2-16,-8 0-5 16,-5 0 0-16,-12 5 0 15,0 0 0-15,0 0 0 0,-4 5 0 16,-12 13 0-16,-1-1 0 16,-3 2 0-16,-5 9 0 15,1 3 0-15,1 5 0 16,3-4 0-16,6 5 0 0,1-8 0 15,6 0 0-15,-1-1 0 16,4-3 0-16,4-7 0 16,0-3 0-16,0-1 0 15,0-14 0-15,9 15-30 0,-9-15-55 16,15 0-3-16</inkml:trace>
  <inkml:trace contextRef="#ctx0" brushRef="#br0" timeOffset="-49609.61">23822 5561 361 0,'0'0'9'0,"0"0"4"15,0 0 1-15,-10-2 2 16,10 2 1-16,0 0 1 0,-12-11 0 16,12 11 0-16,0-9-7 15,0 9-3-15,9-17-3 16,2 6-2-16,3 4-3 15,6 0 0-15,0 4 0 0,3 1 0 16,-3-1 0-16,-1 3 0 16,-1 8 0-16,-6 2 0 15,1 2 0-15,-8 5 0 16,-5 1 0-16,0 1 0 0,-3 1 0 16,-7 3 0-16,0-1 0 15,-9-1 0-15,1-2 0 16,-5-2 0-16,4-1 0 0,-1-2 0 15,0-3 0-15,8-2 0 16,-1 0 0-16,13-9 0 16,-10 7 0-16,10-7 0 15,10 0 0-15,5 0 0 0,3-4 0 16,6 0 0-16,1-7 0 16,5 4 0-16,-3-3 0 15,-2 0 0-15,0 2 0 16,-5 4 0-16,-5-1 0 15,4 5-16-15,-19 0-68 16,13 0-2-16</inkml:trace>
  <inkml:trace contextRef="#ctx0" brushRef="#br0" timeOffset="-49230.7">24190 5470 445 0,'0'0'6'0,"0"0"1"0,0 0 0 0,0 0 1 16,0 0 1-16,-6-6-1 15,-3 6 0-15,-3 10 0 16,-5 2-3-16,2 6-5 16,2 5 0-16,1 1 0 0,0 6 0 15,8-2 0-15,4-2 0 16,11-2 0-16,1-5 0 15,6-2 0-15,6-5 0 16,3-8 0-16,5-4 0 0,-2-1 0 16,-2-11 0-16,-3-4 0 15,0-6 0-15,-11-4 0 16,-3-2 0-16,-11-2 0 16,-5 1 0-16,-11 4 0 0,-6 5 0 15,-10 7 0-15,-5 6 0 16,-1 7 0-16,-4 2 0 15,5 11-20-15,-3 7-39 16,8-6-27-16,7 2-2 0</inkml:trace>
  <inkml:trace contextRef="#ctx0" brushRef="#br0" timeOffset="-48762.56">24217 5172 348 0,'0'0'5'0,"-17"-5"2"16,-3 3 2-16,-14-2 2 0,-4 4 2 16,-12 0 0-16,-12 6 1 15,-10 5 0-15,-2 6-4 16,-1 10-2-16,-2 7-3 16,2 8 0-16,6 8 0 0,4 5-2 15,10 6 1-15,9 6-1 16,5 3 1-16,14-1 0 15,12 0 1-15,15-2-3 16,12-2-1-16,13-8 1 0,15-3-1 16,12-9 0-16,11-8 0 15,8-10-1-15,12-7 1 16,4-13 0-16,5-7 0 16,4-12 1-16,1-10 0 15,0-8 0-15,-5-14 0 0,-5-9 0 16,-12-6-2-16,-10-8 0 15,-16-5 0-15,-15-2 0 16,-16 2 0-16,-15 0 0 16,-8 9 0-16,-23 2 0 0,-11 11 0 15,-11 11 0-15,-7 9 0 16,2 13 0-16,-2 9 0 16,5 7-4-16,10 10-8 0,9 1-18 15,16 12-56-15,15 6 0 16</inkml:trace>
  <inkml:trace contextRef="#ctx0" brushRef="#br0" timeOffset="-48330.12">24685 5442 480 0,'0'0'4'0,"0"0"-1"0,-9-6 1 16,9 6-1-16,-9 0 1 0,9 0-1 15,-12 24 1-15,7-10-1 16,2 9-3-16,0 2 0 16,3 7 1-16,3 0-1 15,2-1 0-15,3 2 2 0,-4-5-2 16,4-1 0-16,-4-10 0 16,2 0 0-16,-6-7 0 15,0-10 0-15,0 0 0 16,-6-4 0-16,-1-12 0 0,2-6 0 15,1-3 0-15,-1-7 0 16,5-2 0-16,0-4 0 16,0 1 0-16,5 0 0 0,4 7 0 15,4 1 0-15,-1 7 0 16,3 6 0-16,3 7 0 16,-1 6 0-16,0 3 0 15,1 3 0-15,-6 9-2 0,1 1 2 16,-8 6 2-16,-5 3-2 15,-20 6 0-15,-3-6-3 16,-4 12-20-16,-8-1-59 16,-7-3-4-16</inkml:trace>
  <inkml:trace contextRef="#ctx0" brushRef="#br0" timeOffset="-47147.13">19857 7379 13 0,'0'0'7'0,"0"0"6"0,0 0 4 15,0 0 3-15,-10 3 4 16,10-3 5-16,0 0 0 0,0 0 4 15,-13 0-7-15,13 0-5 16,0 0-3-16,0 0-1 16,0 0-2-16,5-8-4 15,8 3 1-15,1-4-2 0,6-1 0 16,10-5-1-16,12-5 0 16,8-4 0-16,15-4-2 15,4-7 0-15,16-2-1 0,4-5-1 16,11 3-1-16,6-4 0 15,-4 4-3-15,5 2-1 16,-8 2-1-16,-1 5-1 16,-12 6-4-16,-9 1-2 0,-10 8-3 15,-14 0 2-15,-11 8 0 16,-15 0-1-16,-9 4-2 16,-18 3-9-16,0 0-38 0,-5 3-8 15</inkml:trace>
  <inkml:trace contextRef="#ctx0" brushRef="#br0" timeOffset="-46627.59">19747 7407 159 0,'0'0'5'0,"0"0"4"0,13-5 3 16,-4 2 4-16,9 1 2 15,4-3 2-15,5-2 0 0,14-4 2 16,1 1-4-16,15-4-5 16,3-1-1-16,16-3-3 15,4-8-1-15,12-2-1 0,5-4 0 16,9 2 0-16,9-4 0 15,-3 3-1-15,-1-1-1 16,1 3 1-16,-2 7-4 16,-6-1 0-16,-2 6-2 15,-15 3 1-15,-10-1-2 0,-10 5 0 16,-13-1-2-16,-11 7-2 16,-16-2-2-16,-10 6-4 15,-17 0-4-15,0 0-10 16,-5 6-21-16,-14-2-26 0,-3 4-3 15</inkml:trace>
  <inkml:trace contextRef="#ctx0" brushRef="#br0" timeOffset="-45863.27">21029 6928 141 0,'0'0'6'15,"0"0"5"-15,0 0 2 0,0 0 2 16,0 0 1-16,8-2 1 16,-1-1-2-16,8 2 4 15,2-3-5-15,8-3-3 0,7-2-1 16,11-5 2-16,6-2-1 15,11-4 1-15,7-3-2 16,6 1 0-16,5 0-2 16,-2 0-2-16,-2 4 0 15,-7 1-4-15,-8 2 1 0,-9 5-1 16,-15 5 0-16,-7 0-1 16,-11 5 0-16,-7-2 0 15,-10 2-1-15,0 0-2 16,-13 2-3-16,-5 5-9 0,-4-1-17 15,-5-1-38-15,0 5-4 16</inkml:trace>
  <inkml:trace contextRef="#ctx0" brushRef="#br0" timeOffset="-45397.07">21193 7055 272 0,'0'0'7'0,"15"-2"2"16,2-1 5-16,3-2 2 0,18 0 3 16,9-5 0-16,11-3 1 15,8-1 1-15,1-1-6 16,7-2-4-16,2 2-3 15,-2 0-3-15,-7 0-1 0,-5 2-1 16,-7 2-1-16,-10 3 0 16,-10 0 3-16,-6 1-1 15,-12 5 0-15,-17 2 0 16,0 0 0-16,0 0 0 0,-17 7-1 16,-3 1-6-16,2 2-21 15,-1-3-55-15,-4 0-3 16</inkml:trace>
  <inkml:trace contextRef="#ctx0" brushRef="#br0" timeOffset="-40796.12">13637 11853 280 0,'0'0'6'15,"0"0"1"-15,0 0 4 16,0 0 2-16,0 0 1 0,0 0 0 16,0-10 0-16,0 10 3 15,0 0-4-15,0 0-3 16,0 0-2-16,0 0-2 15,0 0-1-15,0 0-1 16,0 0-1-16,0 0 0 0,0 0-3 16,0 0 0-16,0 0-1 15,0 0-4-15,0 0-7 16,0 0-15-16,-8-6-41 0,8 6-7 16</inkml:trace>
  <inkml:trace contextRef="#ctx0" brushRef="#br0" timeOffset="-39613.13">15583 11715 376 0,'0'0'8'0,"0"0"3"16,0-7 2-16,0 7 2 15,0-11 2-15,0 11 1 16,0-10 0-16,0 10 0 15,0 0-7-15,0 0-5 16,0 0-6-16,-5 6 0 0,2 9 0 16,3-4 0-16,0 9 0 15,0-2 0-15,0 1 0 16,0 1 0-16,3-2 0 0,2-4 0 16,-3-1 0-16,0-6 0 15,-2-7 0-15,5 10 0 16,-5-10 0-16,0 0 0 15,2-12 0-15,-2-1 0 0,0-4 0 16,0-5 0-16,0-3 0 16,-4-1 0-16,1-2 0 15,-1 3 0-15,-1 0 0 16,0 7 0-16,3 4 0 0,-1 3 0 16,3 11 0-16,0 0 0 15,0 0 0-15,-6 11 0 16,6 9 0-16,4-1 0 15,-2 6 0-15,3 4 0 16,0 7 0-16,2-4 0 0,0 0 0 16,4-2 0-16,-9-3 0 15,3-2 0-15,0-3 0 16,-5-7 0-16,2-2 0 0,-2-5 0 16,0-8 0-16,-2 10 0 15,2-10-2-15,-10 0-16 16,10 0-18-16,-7-6-48 15,-1-4-2-15</inkml:trace>
  <inkml:trace contextRef="#ctx0" brushRef="#br0" timeOffset="-39229.09">15384 11823 372 0,'0'0'6'0,"0"0"5"15,0 0 1-15,0 0 2 16,0 0 0-16,0 0 1 0,0 0 0 16,8-2 1-16,-8 2-5 15,22-5-3-15,-5 1-2 16,10 1-2-16,1-5 1 15,7 1-3-15,-1 2-2 16,3 0 0-16,-1-1 0 16,-6 2 0-16,-6 2 0 0,-6 2 0 15,-4 0 0-15,-3 0 0 16,-11 0 0-16,2 4 0 16,-2-4 0-16,-13 13 0 0,1-8 0 15,-2 4 0-15,-2 0-4 16,2-2-5-16,-6-5-6 15,10 3-21-15,10-5-46 16,-15 0-2-16</inkml:trace>
  <inkml:trace contextRef="#ctx0" brushRef="#br0" timeOffset="-38713.98">15613 11521 398 0,'0'0'4'0,"0"0"2"0,-10-9 2 15,1 4 1-15,-2-3 2 16,-6 1 0-16,-6 2 1 16,-4 2 0-16,-5 3-4 15,2 5-1-15,-7 10-2 0,0 9-2 16,3 6-2-16,2 5 1 15,8 7-1-15,4 3 0 16,8 4-1-16,4 0 1 16,8 1-1-16,8-2 1 0,9-6 1 15,12-2-1-15,4-4 0 16,4-8 1-16,10-1 0 16,0-7 0-16,6-8-2 15,-1-4 0-15,5-8 0 0,-3-2 0 16,-1-11 0-16,-3-4 0 15,-1-8 0-15,-6-3 0 16,-6-4 0-16,-5-7 0 16,-9-4 0-16,-9-8 0 0,-7-4 0 15,-7-3 0-15,-12 0 0 16,-13 1 0-16,-7 4 0 16,-5 7 0-16,-7 6 0 0,-4 11 0 15,-4 6 0-15,-2 11 0 16,1 7 0-16,1 5 0 15,5 5 0-15,2 9 0 16,8 7 0-16,2-5 0 0,20 4-73 16,5 8-15-16</inkml:trace>
  <inkml:trace contextRef="#ctx0" brushRef="#br0" timeOffset="-37228.37">15449 11816 252 0,'0'0'3'16,"0"0"-1"-16,0 0 3 0,0 0 1 15,0 0 3-15,0 0 2 16,0 0 2-16,0 0 2 15,7 3 1-15,-7-3-1 16,14 0 0-16,-5 0 0 16,8 0-1-16,5 0-2 0,8-3-3 15,9-4-2-15,14-6-1 16,7-1-1-16,16-4-1 16,14-7 0-16,17-5-2 0,15-7 0 15,12-2-1-15,13-5 0 16,14-4 0-16,13-4 0 15,15-4-1-15,4-5-1 16,16 0 1-16,12-1-1 16,13-5 0-16,10-3 0 0,7 1-1 15,7-3 1-15,14-2 0 16,3 1 1-16,10-2 0 16,-2 0 0-16,11 1-2 15,-4 2 2-15,6 0 2 0,-3 3-4 16,-4 2 1-16,-2 0 0 15,-11 1 0-15,-7 3 0 16,-13-2 0-16,-6 6 1 16,-11 0 0-16,-15 0 0 0,-16 3 1 15,-14 2 0-15,-10 6 0 16,-15 0 1-16,-17 5 0 16,-21 4-2-16,-21 5 2 0,-13 4-1 15,-23 7 1-15,-17 4 0 16,-17 6 0-16,-15-2-5 15,-10 12-12-15,-12 11-57 16,-3-8-4-16</inkml:trace>
  <inkml:trace contextRef="#ctx0" brushRef="#br0" timeOffset="-35846.27">15594 11866 236 0,'0'0'5'15,"0"0"1"-15,11 0 3 0,-11 0 2 16,25 0 0-16,-10 0-1 15,15 2 2-15,4-2 0 16,3 0-5-16,11 0 0 16,2 0-3-16,10 0 0 0,0-2-1 15,14 2 1-15,0-2-1 16,8-1 1-16,10 0-1 16,5 1 0-16,7-1 0 0,6 1-1 15,9-1-1-15,10 1 0 16,0-1 0-16,3 3 0 15,7-2-1-15,5 0 2 16,3 2-2-16,1-2 0 16,7-2 0-16,1-1 1 0,6 0-1 15,4 1 0-15,0-1 0 16,6-3 2-16,7 1-2 16,-2-3 0-16,9 3 1 15,-2-1-1-15,7-2 0 0,8 3 0 16,-2-1 1-16,-4-2-1 15,8 0 0-15,5 3 0 16,-4-3 1-16,6 3-1 16,-9-1 0-16,0 1 1 0,0-3-1 15,2 2 1-15,-4-2 0 16,-1-2 1-16,-6 5-1 16,-5-5 0-16,3 2 1 0,-2 0-1 15,-6 2 1-15,-6-2-1 16,-2 6-1-16,-8-2 0 15,-3 1 0-15,-7 3 1 16,-5-3-1-16,-7 0 0 16,-6 1 0-16,-2 0 1 0,-14-3 1 15,-8 4 0-15,-8-1 1 16,-12 1 1-16,-12 1 0 16,-11 2 1-16,-14-2 0 15,-11 2 0-15,-14-3-1 0,-5 3-1 16,-13 0-3-16,-1 0-4 15,-11 0-13-15,2 5-55 16,-9-3-3-16</inkml:trace>
  <inkml:trace contextRef="#ctx0" brushRef="#br0" timeOffset="-34964.02">20398 12081 374 0,'0'0'7'0,"0"0"4"16,0 0 2-16,0 0 1 16,0 0 2-16,0-7 1 15,0 7 0-15,0 0 0 16,0 0-5-16,8-8-5 0,-8 8-1 15,19 0-6-15,-1 3 0 16,2 2 0-16,10 2 0 16,-4 3 0-16,7 2 0 0,-3 3 0 15,-1-2 0-15,-4 3 0 16,-7-2 0-16,-3 0 0 16,-5 0 0-16,-7-3 0 0,-3 1 0 15,-11-2 0-15,-1 1 0 16,-7-4 0-16,3-2 0 15,-1-3 0-15,-3-2 0 16,5-2 0-16,2-8 0 16,6-5 0-16,4-2 0 0,6-1 0 15,7-6 0-15,5 2 0 16,7-6 0-16,1 4 0 16,5 1 0-16,4 0 0 15,-5 4 0-15,0 5 0 0,-5 3 0 16,1 1 0-16,-9 3 0 15,-1 3 0-15,-13 4 0 16,10 0-8-16,-10 0-21 0,-5 14-54 16,5-4-4-16</inkml:trace>
  <inkml:trace contextRef="#ctx0" brushRef="#br0" timeOffset="-34380.04">20674 11856 379 0,'0'0'6'0,"-8"-5"1"16,8 5 3-16,-22-12 1 0,5 1 1 15,-6 6 1-15,-4-2-1 16,-8 3 2-16,-2 1-5 16,-5 3-2-16,-1 12-3 0,1 6 0 15,-3 7-2-15,6 7 0 16,-3 5-1-16,7 6 0 16,5 5 0-16,5 5-1 15,10-2 1-15,10 2-1 16,5-1 0-16,13-3 0 0,9 1 1 15,8-9-1-15,7 0 1 16,8-8 0-16,5-2-1 16,4-9 2-16,3-7-1 15,5-5 0-15,3-8 0 0,-2-2 1 16,0-11-1-16,-1-5 0 16,-2-4 2-16,-5-10-3 15,-7-2 0-15,-9-10 0 0,-7-7 0 16,-9-6 0-16,-13-7 0 15,-10-2 0-15,-7-4 0 16,-16 4 0-16,-12 3 0 0,-10 5 0 16,-7 12 0-16,-7 7 0 15,-6 10 0-15,1 10 0 16,-7 7 0-16,2 10 0 16,7 7 0-16,2 13 0 15,5 10 0-15,6 9-80 16,17 11-8-16</inkml:trace>
  <inkml:trace contextRef="#ctx0" brushRef="#br0" timeOffset="-33452.28">21069 12123 416 0,'0'0'5'0,"0"0"2"0,0 0 0 16,0 0 2-16,0-7 0 15,0 7 1-15,15-10 0 0,-3 5 1 16,8 0-6-16,2 3-1 15,6-1-3-15,-3 1-5 16,9 2-17-16,-11 0-58 16,6 5-5-16</inkml:trace>
  <inkml:trace contextRef="#ctx0" brushRef="#br0" timeOffset="-33313.46">21050 12287 459 0,'0'0'2'0,"0"0"0"0,0 0 2 16,14 0 1-16,1 0 0 16,12-5 1-16,9-2-2 15,13 1-12-15,5-4-68 0,6-2-5 16</inkml:trace>
  <inkml:trace contextRef="#ctx0" brushRef="#br0" timeOffset="-32196.8">21648 11947 408 0,'0'0'7'0,"0"0"2"0,0 0 1 15,0 0 1-15,0 0 0 16,0 0 1-16,0 0 1 0,-5 13 0 16,5 2-6-16,0 4-3 15,0 3-1-15,0 3 0 16,3 5-3-16,1-3 0 15,1 3 0-15,0-5 0 0,1 0 0 16,-1-6-7-16,1 2-8 16,0-9-16-16,-9-1-52 15,3 0-3-15</inkml:trace>
  <inkml:trace contextRef="#ctx0" brushRef="#br0" timeOffset="-31180.36">21859 12024 220 0,'0'0'9'16,"0"0"4"-16,0 0 4 0,0 0 4 15,0 0 1-15,5 0 3 16,-5 0 0-16,0 0 3 15,0 0-6-15,0 0-5 16,0 0-3-16,0 0-2 0,0 0-2 16,0 0-3-16,0 0-1 15,0 0-1-15,0 0-2 16,0 0 0-16,0 0-2 16,0 0 1-16,0 0-1 0,7 2 1 15,-7-2 0-15,0 0 0 16,0 0 1-16,0 0 1 15,0 0 0-15,0 0 0 16,0 0 0-16,0 0-1 0,0 0-3 16,0 0 0-16,0 0 0 15,0 0 0-15,0 13 0 16,0-3 0-16,0 0 0 0,0 8 0 16,0-4 0-16,0 6 0 15,5-3 0-15,3 1 0 16,4-3 0-16,1-1 0 15,2-6 0-15,7-2 0 16,-7-2 0-16,7-4 0 0,-1 0 0 16,-4-4 0-16,-2-7 0 15,-1 4 0-15,-1-8 0 16,-5 0 0-16,-4-3 0 16,-4-4 0-16,-2-1 0 0,-5 2 0 15,-4-2 0-15,-3 5 0 16,-2 3 0-16,0 4 0 15,-5 5 0-15,1 6 0 16,3 0 0-16,-5 7 0 0,10 6 0 16,-4-3 0-16,7 5-19 15,-1 3-42-15,10-6-26 16,0-2-2-16</inkml:trace>
  <inkml:trace contextRef="#ctx0" brushRef="#br0" timeOffset="-30761.44">22172 11975 429 0,'0'0'4'0,"0"0"1"0,0 0 1 15,-9-3 1-15,9 3 0 16,-9 0 1-16,9 0-1 15,-14 11 0-15,7-3-3 16,2 9-2-16,-1-3-2 16,6 8 0-16,0-2-1 0,4-3 0 15,5 0 1-15,6 1-1 16,0-8 1-16,4-3 0 16,3-1 0-16,1-6 1 15,0 0 0-15,1-6 2 0,-6-4 2 16,-4-2 0-16,-1-3 0 15,-3-3 1-15,-5-1-4 16,-5-3-2-16,-5 1 0 0,-7 5 0 16,-1-1 0-16,-5 0 0 15,-3 6 0-15,-2 6 0 16,-1 5 0-16,4 0 0 16,-3 5 0-16,9 6-10 0,-2-1-25 15,-5 5-51-15,17-2-2 16</inkml:trace>
  <inkml:trace contextRef="#ctx0" brushRef="#br0" timeOffset="-30363.93">22487 11962 438 0,'0'0'5'0,"0"0"1"16,0-7 2-16,0 7 1 15,-9-5 0-15,9 5 0 16,-18 0 0-16,8 3 0 16,-2 6-6-16,-1 4 0 15,4 3-3-15,-1 2 0 0,4 2 0 16,4 3-1-16,2-4 1 16,6-1-1-16,6-4 0 15,6-1 1-15,1-8-1 0,8-3 1 16,-2-2 1-16,0-2 0 15,3-8 0-15,-4-3 3 16,-4 2-4-16,-4-7 0 16,-9 1 0-16,-2-6 0 0,-5 6 0 15,-10-1 0-15,-4 0 0 16,-2 4 0-16,-7 5 0 16,-4 1 0-16,2 8 0 15,-3 0 0-15,7 0 0 0,1 5 0 16,2 7-18-16,6-2-30 15,7 1-39-15,5 0 0 16</inkml:trace>
  <inkml:trace contextRef="#ctx0" brushRef="#br0" timeOffset="-29347.3">22888 11994 422 0,'0'0'7'0,"0"0"2"0,0 0 0 15,-5-10 1-15,5 10 1 16,0 0-1-16,-12-1 1 16,12 1-1-16,-11 8-5 15,6 2-3-15,3 1-2 0,-3 3 0 16,5 4 0-16,-2-3-1 15,2 0 1-15,0-5 0 16,0-3 0-16,0-7 0 16,2 12 1-16,-2-12-1 0,0 0 1 15,2-5-1-15,1-4 1 16,-3-3 0-16,2-6 1 16,1-4-2-16,-1 1 0 15,2-1 0-15,0 0 0 16,1 5 0-16,0 2 0 15,0 5 0-15,-5 10 0 0,13-5 0 16,-13 5 0-16,14 8 0 16,-7 6 0-16,0 1 0 15,7 6 0-15,-7-4 0 0,-2-1 0 16,-1 0 0-16,0-1-2 16,1-5 2-16,-5-10 0 15,0 12 0-15,0-12 2 0,0 0-2 16,0-7 0-16,0-3 0 15,2-8 0-15,3 3 0 16,0-4 0-16,-4-1 0 0,7 0 0 16,1 3 0-16,-2 2 0 15,-2 5 0-15,-5 10 0 16,9-4 0-16,-9 4 0 16,11 8 0-16,-9 7 0 15,3 3 0-15,0 3 0 0,2 3 0 16,-1-2 0-16,1 0-9 15,0-2-11-15,-2-3-31 16,2-2-34-16,4-5-2 16</inkml:trace>
  <inkml:trace contextRef="#ctx0" brushRef="#br0" timeOffset="-28846.78">23154 11955 433 0,'0'0'5'0,"0"0"1"16,0 0 2-16,0 0 0 0,0 0 0 15,0 0 0-15,0 0-1 16,0 0 1-16,0 0-4 16,0 11-3-16,0-1-1 15,2 4-1-15,1-3 1 0,1 0 1 16,1-1-1-16,3-3 0 16,-8-7 0-16,8 12 0 15,-8-12 1-15,9 0 0 16,-9 0 0-16,7-12 0 0,-1 2 0 15,1-5 0-15,1-2 0 16,-1-4 0-16,1 5-1 16,2-1 0-16,-5 4 0 15,2 1-1-15,-7 12 0 0,8-11 1 16,-8 11-1-16,7 9 1 16,-4 5-1-16,1-1 1 15,-1 4-1-15,2 3 1 16,-1-3 0-16,5-3 0 0,-5-1 0 15,1-3 0-15,-5-10 0 16,12 5 1-16,-1-5 0 16,-2-10 0-16,-1 0 0 15,2-8 0-15,2-1 0 0,-2 2 0 16,3-3 0-16,-3 5-1 16,-1 1 0-16,-9 14 1 15,18-13-2-15,-18 13 2 16,10 3-2-16,-8 9 0 0,4 2-4 15,-1 9-8-15,-1-6-24 16,4 8-45-16,-4 0-3 16</inkml:trace>
  <inkml:trace contextRef="#ctx0" brushRef="#br0" timeOffset="-28329.93">21650 12495 301 0,'0'0'9'0,"0"0"4"0,0 0 3 16,-9 0 2-16,9 0 3 15,0 0 0-15,-13 0-1 16,13 0-1-16,0 0-7 0,0 0-3 16,6 0-3-16,10 0-1 15,14 5-2-15,10-5 0 16,17 0 1-16,16 0 1 15,19-7 0-15,13-1 0 0,23-5-1 16,9-1 1-16,9-4 0 16,10 6-3-16,2-2-2 15,-8-2 0-15,-3 1 0 0,-12 3 0 16,-17 5 0-16,-13-1 0 16,-26 4 0-16,-17 1 0 15,-19 0 0-15,-13 1 0 16,-13 2 0-16,-17 0 0 15,0 0 0-15,-7-3 0 0,-8 1 0 16,5 4 0-16,-7 9-47 16,-6-11-46-16</inkml:trace>
  <inkml:trace contextRef="#ctx0" brushRef="#br0" timeOffset="-26029.97">16857 11425 373 0,'0'0'8'0,"0"0"4"16,0 0 1-16,0 0 2 0,0 0 2 16,0 0 0-16,0 0 0 15,0 0 0-15,8 5-8 16,-8-5-2-16,0 0-1 15,12 14-6-15,-2-7 0 0,-3 6 0 16,6 2 0-16,-3 5 0 16,5 0 0-16,-5 2 0 15,0 5 0-15,-2-2 0 0,-1 3 0 16,-5 1 0-16,-2 1 0 16,0-1 0-16,-7-1 0 15,0-3 0-15,-6-3 0 16,3 3 0-16,-8-6 0 0,4-1 0 15,-2-3 0-15,2-5 0 16,4 0 0-16,0-2 0 16,10-8 0-16,-12 7 0 15,12-7 0-15,0 0 0 0,0 0 0 16,0 0 0-16,0 0 0 16,0-18-84-16,0 18-5 15</inkml:trace>
  <inkml:trace contextRef="#ctx0" brushRef="#br0" timeOffset="-25463.93">17339 11458 414 0,'0'0'2'0,"0"0"0"0,0 0 1 15,-2 10 0-15,-3-2 1 16,-2 5 1-16,1 5 0 16,-1-1 0-16,2 5-2 15,0 0 0-15,3 1-1 0,2 1-1 16,2-4 1-16,5-2-2 16,3-6 1-16,6 1 1 15,-2-8 0-15,6-3 0 16,0-2 2-16,0-2 0 15,0-9 2-15,-2-1 1 16,-1-3 1-16,-4-5-2 0,-6-2 1 16,-5 0 1-16,-2-3-8 15,-2 0 0-15,-9 3 0 16,-1 0 0-16,-2 4 0 0,-4 3 0 16,0 5 0-16,-1 6 0 15,1 1 0-15,1 3 0 16,2 6 0-16,0-2 0 15,5 7-8-15,0-5-12 0,10-6-40 16,-7 15-25-16,7-5-2 16</inkml:trace>
  <inkml:trace contextRef="#ctx0" brushRef="#br0" timeOffset="-25213.12">17601 11509 511 0,'0'0'0'0,"0"0"0"16,0 0 0-16,0 0 0 0,11 5 0 15,-11-5 0-15,0 0 0 16,0 0 0-16,0 0 0 15,0 0 0-15,0 0 0 0,15-15-47 16,-15 15-42-16</inkml:trace>
  <inkml:trace contextRef="#ctx0" brushRef="#br0" timeOffset="-24730.29">17827 11380 446 0,'0'0'5'0,"0"0"1"15,0 0 1-15,0 0 1 16,-5-5-1-16,5 5 1 15,-11 0 0-15,11 0-1 0,-17 5-4 16,10 2-1-16,-4 3-2 16,2 3 0-16,2-1 0 15,-1 3-1-15,5-1 1 16,3 3-1-16,0-6 1 16,6-1 1-16,3 2-1 15,3-1 1-15,6-4 1 0,-1 2 0 16,3 0-2-16,1-5 0 15,-2 1 0-15,-4 2 0 16,0-2 0-16,-5 3 0 16,-10-8 0-16,10 10 0 0,-10-10 0 15,0 15 0-15,0-15 0 16,-18 15 0-16,4-6 0 16,-4 1 0-16,-1-2 0 0,-4-2 0 15,3 0 0-15,-4-4 0 16,3 1-14-16,-1-3-18 15,-1-5-52-15,11-1-1 0</inkml:trace>
  <inkml:trace contextRef="#ctx0" brushRef="#br0" timeOffset="-24530.29">17774 11400 455 0,'0'0'5'0,"0"0"2"0,11-7 1 0,-4-1 1 16,5 1 0-16,3-3 0 15,2-1 0-15,6 0-9 0,2 4 0 16,-6 1-46-16,6-1-38 16,5 2-2-16</inkml:trace>
  <inkml:trace contextRef="#ctx0" brushRef="#br0" timeOffset="-23962.32">18353 11462 433 0,'0'0'6'0,"0"0"2"16,0 0 2-16,3-12 1 15,-3 12 1-15,-3-10 0 16,3 10 0-16,-14-15-5 0,-2 10-7 15,-4 3 0-15,3 2 0 16,-5 2 0-16,-1 4 0 16,-1 8 0-16,4 0 0 15,-1 4 0-15,9-1 0 0,5 3 0 16,5-3 0-16,2-2 0 16,12-3 0-16,8-3 0 15,4-7 0-15,4-2 0 16,4-11 0-16,-2-3 0 0,-3-6 0 15,-2-5 0-15,0-5 0 16,-10-4 0-16,-2-6 0 16,-9-4 0-16,-1-1 0 15,-3 0 0-15,0 1 0 0,-7 4 0 16,-1 8 0-16,0 4 0 16,-1 9 0-16,-1 11 0 15,-1 8 0-15,4 15 0 16,2 10 0-16,5 9 0 0,0 6 0 15,0 12 0-15,5 0-2 16,5 5-12-16,0-9-29 16,5-5-39-16,3 0-3 15</inkml:trace>
  <inkml:trace contextRef="#ctx0" brushRef="#br0" timeOffset="-23579.31">18457 11458 303 0,'0'0'6'0,"0"0"3"0,0 0 2 15,-7 14 1-15,7-14 1 16,0 12 2-16,0-12 2 0,11 15-1 16,1-7-5-16,4-6-4 15,7-2 0-15,2-2-1 16,3-6 0-16,-3-4-1 0,0 1 1 15,-9-6 1-15,0 2 0 16,-9 1 0-16,-2 2 0 16,-5-1 0-16,-10 5 0 15,-5 6-2-15,-2 2-1 0,-3 5-1 16,0 5 0-16,-2 5-1 16,4 3 0-16,6-2-2 15,6 4 0-15,4 0 0 16,2-5 0-16,13-5 0 15,4-3 0-15,8-4 0 0,2-3 0 16,8-3-9-16,-8-7-46 16,12-2-29-16,0-5-1 15</inkml:trace>
  <inkml:trace contextRef="#ctx0" brushRef="#br0" timeOffset="-22980.22">18875 11372 422 0,'0'0'7'0,"0"0"3"16,0 0 1-16,0-15 2 0,0 15-1 16,0-10 1-16,0 10 0 15,-7-8-3-15,-4 5-10 16,-1 3 0-16,0 0 0 0,-3 7 0 16,0 3 0-16,2 1 0 15,1 0 0-15,7 1 0 16,3 1 0-16,2-3 0 15,7 0 0-15,5-4 0 0,4 2 0 16,3-2 0-16,4-2 0 16,-1 2 0-16,3 2 0 15,-6 2 0-15,2-2 0 16,-3 3 0-16,-2 3 0 0,0 2 0 16,-4 1 0-16,-3-3 0 15,0 9 0-15,-7-5 0 16,-2 1 0-16,-2 1 0 15,-11-3 0-15,-2 0 0 16,-5-4 0-16,-6-3 0 0,4-2 0 16,-2-6 0-16,2-2 0 15,1-10 0-15,9-5 0 16,5-8 0-16,7-2 0 0,3-6 0 16,11-2 0-16,6-4 0 15,5 3 0-15,3-2 0 16,-2 5 0-16,10 8-31 0,8 1-53 15,-19 4-3-15</inkml:trace>
  <inkml:trace contextRef="#ctx0" brushRef="#br0" timeOffset="-20079.99">24915 11492 440 0,'0'0'6'0,"0"0"2"16,0 0 3-16,0 0 1 16,0 0 0-16,0 0 1 0,0 0-4 15,-5-3-9-15,-4 3 0 16,9 0 0-16,-18 10 0 15,11 0 0-15,-5 0 0 16,6 2 0-16,4 3 0 16,2-3 0-16,0 1 0 0,4-6 0 15,7 1 0-15,1-3 0 16,6-5 0-16,-4 0 0 16,6-2 0-16,-5-9 0 0,0 4 0 15,0-6 0-15,-8-1 0 16,-1-2 0-16,-6 2 0 15,0 1 0-15,-6 1 0 16,-6 5 0-16,-5 1 0 16,-1 6 0-16,-4 0 0 0,5 6 0 15,-3 4 0-15,2 2 0 16,6 1 0-16,7-2 0 16,3 5 0-16,2-4 0 15,2-2 0-15,8-3 0 0,7-4 0 16,3-1 0-16,2-2 0 15,-2-2 0-15,3-6 0 16,-4 2 0-16,-3-8 0 16,-2 5 0-16,-9-2 0 0,0 2 0 15,-5-1 0-15,0 10 0 16,-19-15 0-16,1 15 0 16,1 0 0-16,-6 3 0 0,1 4 0 15,2 3 0-15,-2 2 0 16,6 1 0-16,2-4 0 15,7 1 0-15,7-10 0 16,0 15-23-16,0-2-58 16,0-13-8-16</inkml:trace>
  <inkml:trace contextRef="#ctx0" brushRef="#br0" timeOffset="-19613.54">24878 11326 425 0,'0'0'5'0,"0"0"3"0,0 0 0 0,-14-8 2 15,14 8 1-15,-16-2 1 16,7 2 0-16,-4 0 0 16,-4 2-4-16,-6 11-8 15,5 3 0-15,-3 9 0 0,3 3 0 16,-6 6 0-16,6 4 0 15,0 4 0-15,6 0 0 16,5-2 0-16,4-1 0 16,3-4 0-16,8 0 0 15,9-7 0-15,8-4 0 0,2-5 0 16,5-6 0-16,3-6 0 16,7-4 0-16,1-3 0 15,1-7 0-15,-1-7 0 16,-1-2 0-16,-5-7 0 0,0-4 0 15,-7-2 0-15,-8-4 0 16,-6-6 0-16,-2 1 0 16,-11-7 0-16,-3-1 0 0,-10 1 0 15,-8 5 0-15,-6 3 0 16,-9 5 0-16,-2 7 0 16,-9 13 0-16,2 4 0 15,-6 12 0-15,1 12 0 0,5 7 0 16,10 15-10-16,2 10-82 15,10 8-2-15</inkml:trace>
  <inkml:trace contextRef="#ctx0" brushRef="#br0" timeOffset="-17544.07">16914 11494 265 0,'0'0'3'0,"3"-7"1"16,7-4 2-16,0-3 0 15,10-4 2-15,10-4 0 16,7-5 2-16,5-3 2 0,13-4-4 15,14-1-1-15,13 1 0 16,10-4-2-16,17 7-1 16,8-5-1-16,12 7-1 15,6 1-1-15,12 6 0 0,1 8 0 16,-1 3 0-16,2 9 2 16,-4 2-2-16,-7 5 2 15,-3 10-1-15,-11 7 0 16,-8 7 0-16,-18 8 1 0,-12 11-1 15,-13-2 1-15,-16 15-1 16,-22 0-1-16,-17 8 0 16,-9 4 0-16,-15 1 0 15,-13 0-1-15,-13 4 1 0,-11-7-1 16,-8-4 0-16,-12-1 0 16,-7-9 2-16,-11-4-2 15,-11-7 1-15,-5-6 0 16,-13-2-1-16,-9-7 1 0,-8-6-1 15,-9-4 0-15,-6-7 0 16,0-7 0-16,-4-7 0 16,2-2 1-16,2-13-1 15,8-10 1-15,7-2 0 16,8-8 1-16,15-9 0 0,12 0 0 16,17-11 2-16,18 3 0 15,12-8 1-15,18-4 0 16,22-8 1-16,10 0-1 15,25-5 1-15,27-5-2 0,25-2 0 16,24-5-1-16,37 2 0 16,23 6-2-16,73 4 0 15,-17 7-3-15,25 17-10 0,11 15-66 16,11 13 0-16</inkml:trace>
  <inkml:trace contextRef="#ctx0" brushRef="#br0" timeOffset="-13647.05">24326 9525 271 0,'0'0'9'15,"0"0"3"-15,0 0 4 0,0 0 4 16,0 0 1-16,0-10 2 16,0 10 1-16,0 0-2 15,0 0-7-15,0 0-5 0,0 0-3 16,0 0-3-16,10 10-2 16,-2 2-1-16,0 2 0 15,4 4 1-15,3 5 0 16,-1-2 0-16,4 4 0 0,4 3 0 15,-4 2-1-15,4 2 1 16,1 0-1-16,-1 1 1 16,0 3-1-16,1 2 0 15,-6 1-1-15,5 4 1 16,-1-2 0-16,-5 6-1 0,2 3 0 16,-1 2 1-16,1 0-1 15,-1 0 1-15,3 2 0 16,-2 0 0-16,-6-1 0 0,0-1-1 15,0 0 1-15,1 0 0 16,-3-5-1-16,-2 0 0 16,-1-2 0-16,-2-3 0 15,2 0 0-15,-1-1-1 0,-4-8 1 16,3 4 0-16,-3-2 2 16,1 0-1-16,-3-5 1 15,0 0-1-15,0-3 1 16,2-3 0-16,-2 1-1 0,0-5 1 15,0 0-1-15,0-3 0 16,0-2-1-16,0 0 1 16,0-3-1-16,-2 1 0 15,2-3 1-15,-3 0-1 16,1 0 1-16,0-1-1 0,2 2 0 16,0-11 0-16,-5 14 1 15,5-14-1-15,-3 13 0 16,3-13 0-16,-3 7 1 0,3-7-1 15,0 0 0-15,0 0 0 16,0 0 1-16,0 10-1 16,0-10 0-16,0 0 1 15,0 0-1-15,0 0 1 0,0 0 0 16,0 0-2-16,0 0-4 16,0 0-12-16,-7-15-64 15,4 5-2-15</inkml:trace>
  <inkml:trace contextRef="#ctx0" brushRef="#br0" timeOffset="-12814.08">24289 9609 375 0,'0'0'8'0,"0"0"2"0,0 0 3 16,3-10 1-16,-3 10 1 15,0 0 1-15,5-10-1 16,-5 10 0-16,0 0-6 0,0 0-4 16,0 5-2-16,0 8-2 15,0 1 0-15,0 6-1 16,0 2 1-16,0 3 0 0,0 5 0 16,0-5 0-16,-3 2-1 15,1-3 1-15,-1 0 0 16,1-3 0-16,0-6-1 15,-1-2 0-15,0-6 1 0,3-7 0 16,-3 13 1-16,3-13-2 16,0 0 0-16,0-13 0 15,3 1 0-15,0-6 0 16,0-7 0-16,-1-1 0 0,3-7 0 16,2 1 0-16,-2-6 0 15,0 4 0-15,3 2 0 16,-3 0 0-16,-1 2 0 15,-1 5 0-15,-1 0 0 16,1 6 0-16,-3 4 0 0,0 0 0 16,0 8 0-16,0 7 0 15,0-10 0-15,0 10 0 16,0 0 0-16,10 3 0 16,-2 5 0-16,4 5 0 0,1 2 0 15,3 7 0-15,4 1 0 16,6 4 0-16,-2-2 0 15,3 2 0-15,3-3 0 16,-5 1 0-16,0-2 0 0,-2-5 0 16,1 4-17-16,-4-6-70 15,-5-3-4-15</inkml:trace>
  <inkml:trace contextRef="#ctx0" brushRef="#br0" timeOffset="-11680.21">24252 9507 198 0,'0'0'7'0,"0"0"3"0,0 0 5 16,0 0 1-16,0 0 2 15,0 0-1-15,0 0 1 16,0 0-1-16,0 0-2 15,0 0-5-15,5 0-2 16,5-2 0-16,8-6 0 0,1 4-1 16,6-4 0-16,7-2 0 15,11-2-2-15,4-1-1 16,10-1 0-16,3-4-2 16,4-1 0-16,3 1-1 0,2-1 1 15,4-1-1-15,-6 0 1 16,-2 2-1-16,-6 1 0 15,-9 2 1-15,-8 3-1 16,-10 3 1-16,-9 3 0 0,-6 4-3 16,-6-3-3-16,-11 5-4 15,0 0-10-15,2 13-40 16,-2-4-17-16</inkml:trace>
  <inkml:trace contextRef="#ctx0" brushRef="#br0" timeOffset="-10830.47">24836 11476 236 0,'0'0'7'0,"0"0"5"16,12 0 3-16,-2 0 4 0,10 0 1 15,3 0 2-15,7 0-1 16,7-4 2-16,7-6-6 15,4 2-4-15,9-2-5 16,-3 3-2-16,8-4-2 0,-2 0-2 16,2 1 0-16,0-2 0 15,-5-1 0-15,-7 3-1 16,-3 0 2-16,-7 0 0 16,-5 3 0-16,-12 0 1 0,-7-1 3 15,-2 6 0-15,-14 2-1 16,9-4 1-16,-9 4-1 15,0 0-1-15,-7 0-2 16,-1 0-3-16,-4 6-6 0,0-3-11 16,1-8-51-16,-6 5-14 15</inkml:trace>
  <inkml:trace contextRef="#ctx0" brushRef="#br0" timeOffset="-9012.52">24993 11187 316 0,'0'0'6'0,"0"0"3"16,0-11 3-16,0 11 2 0,0-8 2 15,0 8 2-15,-3-13 0 16,3 13 1-16,-8-12-4 15,8 12-4-15,-14-11-2 16,1 7-1-16,0 4-2 16,-4 0-1-16,0 0 0 0,-1 2-1 15,-1 0-1-15,-1 6 1 16,-3-1-1-16,4 3-1 16,-7 2 1-16,7 1-2 15,-4 2 1-15,-1 5 0 0,1-3-2 16,-2 0 0-16,3 5 0 15,-2-2 0-15,3 3 0 16,1 0 0-16,3-2 0 16,2 1 0-16,3 4 0 0,5 0 0 15,-2 2 0-15,9 2 0 16,0 2 0-16,3 0 0 16,7 1 0-16,0 0 0 0,8 3 0 15,-1-4 0-15,3 0 0 16,0-3 0-16,4-2 0 15,-1-2 0-15,7-5 0 16,0-2 0-16,-1-3 0 0,4-5 0 16,4-5 0-16,-5-4 0 15,8-1 0-15,2-1 0 16,-2-6 0-16,0-4 0 16,0-1 0-16,-1-1 0 15,3-3 0-15,-6-2 0 0,-2 0 0 16,-1-1 0-16,-1-1 0 15,-5-5 0-15,-2 3 0 16,-3-6 0-16,-4 5 0 16,-6-8 0-16,-5-1 0 0,-1-5 0 15,-6-3 0-15,-6 0 0 16,-4 1 0-16,-4-3 0 16,-4 3 0-16,-5 1 0 0,-4 3 0 15,1 3 0-15,-4 7 0 16,0 0 0-16,-2 6 0 15,-4 1 0-15,-1 6 0 16,2 5 0-16,-4 1 0 0,2 6 0 16,-1 0 0-16,-2 8 0 15,3 5 0-15,-2 3 0 16,-2 4 0-16,7 8 0 16,-1-3 0-16,0 5 0 15,1 1 0-15,6 7 0 0,1-1 0 16,7 7 0-16,0 2 0 15,10 0 0-15,2 1 0 16,8 3 0-16,3-6 0 16,7 4 0-16,5-8 0 0,5-4 0 15,2-4 0-15,8-2 0 16,-1-5 0-16,4-5 0 16,5-6 0-16,1-7 0 0,3-7 0 15,3 0 0-15,-3-4 0 16,6-8 0-16,-4-5 0 15,4-4 0-15,-9 1 0 0,1-4 0 16,0-1 0-16,-5 0 0 16,-5-6 0-16,-6 3 0 15,-4-4 0-15,-8-1 0 16,1-6 0-16,-6-1 0 16,-7-5 0-16,-2 2 0 0,-10-3 0 15,-4-2 0-15,-3 2 0 16,-3 4 0-16,-11 3 0 15,-1 1 0-15,-2 11 0 16,-8 0 0-16,2 7 0 16,-6 7 0-16,-1 8 0 0,-3 4 0 15,2 5 0-15,3 8 0 16,-3 9 0-16,8 5 0 16,7 9 0-16,3 0 0 0,17 15 0 15,7-3-27-15,11-1-62 16,9 5-3-16</inkml:trace>
  <inkml:trace contextRef="#ctx0" brushRef="#br0" timeOffset="-7446.31">24279 9526 317 0,'0'0'6'0,"0"0"1"16,0 0 4-16,0 0 3 0,0 0 1 15,0 0 1-15,0 0-1 16,0 0-1-16,0 0-4 16,0 0-4-16,0 0-3 0,0 0-2 15,0 0-1-15,0 0 0 16,8 6 0-16,-8-6 3 15,0 0-1-15,14 5 1 16,-6-5 1-16,5 0 1 0,-4-7 1 16,2 2 1-16,-1-2 0 15,-1-4-1-15,-4 1 0 16,-5 10 0-16,8-12-1 0,-8 12-1 16,-3-10-1-16,3 10-1 15,-12 0-2-15,12 0 0 16,-15 0-1-16,15 0 0 15,-18 10-1-15,18-10-1 16,-7 10 2-16,7-10-1 16,0 0 1-16,0 8 0 0,0-8 2 15,7 0-1-15,-7 0 1 16,16-3 1-16,-16 3 0 16,12-10 0-16,-12 10 0 0,10-12 0 15,-10 12-2-15,0 0 0 16,0-10-1-16,0 10-2 15,-8-3-1-15,8 3-3 16,-14 3-3-16,14-3-6 0,-18 10-9 16,18-10-29-16,-12 10-29 15,12-10-2-15</inkml:trace>
  <inkml:trace contextRef="#ctx0" brushRef="#br0" timeOffset="-6963.28">24322 9275 314 0,'0'0'8'0,"0"0"2"0,-8-13 3 0,8 13 3 16,-15-12 1-16,5 7 1 16,-5-2-1-16,1 4 0 0,-4 3-5 15,-4 3-4-15,2 9-3 16,-5 0-2-16,0 11 0 15,3-1-1-15,2 5 0 16,0 5 0-16,3 3-1 16,4 7 1-16,6-3-1 0,4 4 0 15,6-1 0-15,6 0 1 16,7-2 0-16,9-3 1 16,2-5-1-16,8-5 2 0,2-4-1 15,5-9 1-15,5-6 0 16,-2-5 0-16,2-6 0 15,-2-7 0-15,-2-10-2 16,-4-3-2-16,-4-8 0 16,-8-7 0-16,-4-6 0 0,-9-6 0 15,-4-6 0-15,-10-5 0 16,-5 0 0-16,-9 2 0 16,-12 4 0-16,-6 5 0 0,-7 9 0 15,-11 11 0-15,-3 15 0 16,-9 10 0-16,-2 10 0 15,-1 15 0-15,3 14 0 16,0 11 0-16,18 14-28 16,14 6-59-16,10 2-2 0</inkml:trace>
  <inkml:trace contextRef="#ctx0" brushRef="#br0" timeOffset="27269.66">18666 4845 402 0,'0'0'7'0,"0"0"4"16,0 0 1-16,0 0 2 16,11-10 1-16,-11 10-1 15,0 0 1-15,0 0-1 16,0 0-7-16,7 10-7 15,-7 5 0-15,0 7 0 16,0 3 0-16,5 7 0 0,-3 6 0 16,-2-4 0-16,5 6 0 15,-5-6 0-15,2 1 0 16,0-2 0-16,-2-8 0 0,0-4 0 16,0-6 0-16,0-5 0 15,0-10 0-15,3 10-6 16,-3-10-9-16,4-7-21 0,5-3-49 15,-6-8-2-15</inkml:trace>
  <inkml:trace contextRef="#ctx0" brushRef="#br0" timeOffset="27852.63">19082 4991 414 0,'0'0'5'0,"0"0"3"16,0 0 3-16,0-12-1 0,0 12 1 16,-9-10 0-16,9 10 0 15,-16-8 0-15,0 6-4 16,4 2-4-16,-6 8-2 0,-1 2-1 16,4 4 0-16,0 1-1 15,2 7 0-15,5 1 0 16,7-3 0-16,1 0 0 15,1-2 0-15,13-4 1 16,3-7-1-16,3-2 1 0,-1-5 1 16,6-7 0-16,-2-8 0 15,0-10 0-15,-2-2 0 16,-3-8 1-16,0-5 0 16,-6-7 0-16,-7-2-1 0,-5-6 0 15,0 6 1-15,-4 2-2 16,-7 10 0-16,-2 2 0 15,1 15 0-15,-4 12 0 16,0 8 0-16,3 22 0 0,6 9 0 16,2 6 0-16,5 7 0 15,7 9 0-15,4-4 0 16,8-2 0-16,6-2-6 16,6-3-17-16,-2-5-61 0,8-12-3 15</inkml:trace>
  <inkml:trace contextRef="#ctx0" brushRef="#br0" timeOffset="28218.68">19381 5038 343 0,'0'0'7'0,"0"0"1"16,0 0 3-16,-12 0-1 16,12 0 2-16,-12 5 0 15,12-5 0-15,-13 13 1 0,11-3-7 16,2-3-1-16,0 4-1 15,0-11-1-15,15 8 0 16,2-5 0-16,1-3-1 16,1-4 0-16,4-3 1 0,-3-6 0 15,-5 1 1-15,0-4 0 16,-8 1 0-16,-4 1 0 16,-3 4 0-16,-5 0 0 15,-11 7-1-15,0 1 0 0,-2 2-2 16,-2 5 0-16,0 5-1 15,2 0 1-15,4 4-1 16,4 6-1-16,8-7 1 16,2 4-1-16,2-3-1 15,10-3-2-15,11-1-6 0,2-8-8 16,10-7-43-16,4 4-23 16,1-7-2-16</inkml:trace>
  <inkml:trace contextRef="#ctx0" brushRef="#br0" timeOffset="28620.34">19732 4989 412 0,'0'0'3'16,"-9"0"1"-16,-3 0 1 15,1 0 0-15,-2 2 0 0,-1-2 1 16,-2 6-1-16,4-2 1 16,3 4-3-16,9-8-1 15,-3 9-1-15,3-9 0 16,7 10-1-16,3-4 1 15,6-2 0-15,-2-1-1 0,1-1 1 16,1 6 0-16,3-3-1 16,-2 0 0-16,1 5 0 15,2 3 0-15,-1 4 0 0,9 2 0 16,-1 3 0-16,-2 6 0 16,5 1 1-16,-8 1 0 15,-2 2 0-15,-11 3 0 16,-9 0 2-16,-7-3 0 15,-12-3 0-15,-11-4 1 0,-9-2-1 16,-4-9 1-16,1-4 2 16,1-7-1-16,4-9-1 15,12-10-1-15,11-12-2 0,9-4 1 16,10-7 0-16,12-9-4 16,9 2-3-16,7-3-5 15,12 3-17-15,20 4-55 16,-23 0-3-16</inkml:trace>
  <inkml:trace contextRef="#ctx0" brushRef="#br0" timeOffset="28786.06">20075 5031 478 0,'0'0'3'0,"0"0"1"0,0 0 0 16,6-3-1-16,3-2 2 15,8 0-2-15,1-4-2 0,4 4-7 16,1-8-26-16,4 3-51 16,-2 6-2-16</inkml:trace>
  <inkml:trace contextRef="#ctx0" brushRef="#br0" timeOffset="28920.56">20081 5110 450 0,'0'0'4'0,"0"0"0"0,-1 10 2 16,1-10 1-16,0 8 1 15,0-8 0-15,20 2 0 16,3-2 0-16,1-5-9 16,16 0-17-16,20-5-63 0,-8-9-4 15</inkml:trace>
  <inkml:trace contextRef="#ctx0" brushRef="#br0" timeOffset="29520.4">20828 4870 450 0,'0'0'5'0,"0"0"1"0,0 0 2 15,-3-10 1-15,3 10 0 16,-17-5 0-16,4 5 1 16,-1 0-5-16,-6 8-5 0,3 4 0 15,-1 8 0-15,6-1 0 16,-1 9 0-16,8-1 0 16,5-2 0-16,3 3 0 15,12-4 0-15,2-7 0 16,8-4 0-16,5-5 0 0,4-8 0 15,3 0 0-15,-1-8 0 16,-4-7 0-16,-5-3 0 16,-2-7 0-16,-7-2 0 15,-9 0 0-15,-9-5 0 0,-9 3 0 16,-9 4 0-16,-4 2 0 16,-3 6 0-16,-9 5 0 15,4 9 0-15,2 3 0 0,1 3 0 16,7 9 0-16,3 1-8 15,6 3-78-15,11 2-3 16</inkml:trace>
  <inkml:trace contextRef="#ctx0" brushRef="#br0" timeOffset="29903.19">21365 4944 485 0,'0'0'3'0,"0"0"3"16,0 0 2-16,0-8 1 15,0 8-9-15,0 0 0 16,-6-12 0-16,6 12 0 0,0 0 0 16,0 0 0-16,-7-10 0 15,7 10 0-15,0 0 0 16,0 0 0-16,0 0 0 0,0 0 0 15,0 0 0-15,0 0 0 16,0 0 0-16,0 0 0 16,0 0 0-16,0 0 0 15,0 0 0-15,0 0 0 0,0 0 0 16,0 0 0-16,0 0 0 16,0 0 0-16,0 0 0 15,0 0 0-15,-7-3 0 16,7 3 0-16,0 0 0 15,0 0-15-15,-8-4-21 0,8 4-51 16,0 0-1-16</inkml:trace>
  <inkml:trace contextRef="#ctx0" brushRef="#br0" timeOffset="30803.28">21641 4686 383 0,'0'0'7'0,"0"0"4"15,0 0 2-15,0 0 1 16,0 0 1-16,0-12 1 0,0 12 0 16,0 0 0-16,-13 0-6 15,13 0-5-15,-15 18 0 16,6 1-5-16,0 4 0 16,2 2 0-16,2 0 0 0,3 4 0 15,2-4 0-15,2 0 0 16,8-6 0-16,5-4 0 15,2-5 0-15,6-6 0 16,2-4 0-16,0 0 0 16,-1-7 0-16,3-2 0 0,-4-8 0 15,-3-4 0-15,-8 2 0 16,-2-6 0-16,-7 0 0 16,-3 3 0-16,-8-3 0 0,-9 3 0 15,0 5 0-15,-6 4 0 16,-4 1 0-16,2 7 0 15,-2 5 0-15,2 0 0 16,2 5 0-16,6 4 0 0,2-1 0 16,10 7-22-16,18-2-65 15,-13 1-2-15</inkml:trace>
  <inkml:trace contextRef="#ctx0" brushRef="#br0" timeOffset="31120.57">22025 4603 479 0,'0'0'3'0,"0"0"2"0,11-3 2 15,-11 3-1-15,10-2 0 0,-10 2-1 16,7 5-5-16,-7-5 0 15,10 20 0-15,-10-4 0 16,3 6 0-16,2 3 0 16,-5 0 0-16,4 3 0 0,-4-1 0 15,3-2 0-15,-1-3 0 16,1-1 0-16,-3-10 0 16,0 1 0-16,0-12 0 15,4 18-8-15,-4-18-79 0,0 0-2 16</inkml:trace>
  <inkml:trace contextRef="#ctx0" brushRef="#br0" timeOffset="31503.19">22246 4548 463 0,'0'0'2'16,"0"0"1"-16,0 0 0 0,0 0 2 15,0 0 0-15,0 11 1 16,0-11 1-16,11 7 0 16,-11-7-1-16,17 7-2 15,-7-4-4-15,2-3 0 16,6 0 0-16,-1 0 0 0,1-3 0 16,-2-4 0-16,3-4 0 15,-3 1 0-15,-3 3 0 16,-1 3 0-16,-12 4 0 0,9-6 0 15,-9 6 0-15,0 10 0 16,-6 5 0-16,-1 5 0 16,-1 5 0-16,-5 6 0 15,6 1 0-15,-2 4 0 16,-1-4 0-16,8 0 0 0,-7-5 0 16,9 1 0-16,-2-10 0 15,2-1 0-15,0-17-16 16,0 16-71-16,0-16-3 0</inkml:trace>
  <inkml:trace contextRef="#ctx0" brushRef="#br0" timeOffset="32221.32">22731 4563 457 0,'0'0'5'0,"0"0"2"15,2-12 2-15,-2 12 1 16,0 0-1-16,5-13 0 0,-5 13-4 16,0 0-5-16,0 0 0 15,0 15 0-15,-2-1 0 16,-5 7 0-16,-3-2 0 16,-5 6 0-16,-2-3 0 0,-1 3 0 15,-1-5 0-15,-1-3 0 16,2-1 0-16,6-7 0 15,2-2 0-15,10-7 0 16,0 0 0-16,0 0 0 0,0 0 0 16,22-5 0-16,-4-2 0 15,9-3 0-15,0 0 0 16,6 1 0-16,-1 1 0 16,-5-7-11-16,-7 5-75 0,1 5-2 15</inkml:trace>
  <inkml:trace contextRef="#ctx0" brushRef="#br0" timeOffset="32403.35">22763 4592 440 0,'0'0'5'0,"0"0"3"0,0 0-1 16,0 0 1-16,0 0 0 16,0 0 0-16,0 11 1 0,5-3 0 15,3 9-5-15,4 0-1 16,0 5-1-16,4 0-2 15,2 0-8-15,-2-1-23 16,2-2-51-16,2-2-3 16</inkml:trace>
  <inkml:trace contextRef="#ctx0" brushRef="#br0" timeOffset="32772.34">23104 4464 498 0,'0'0'4'0,"0"0"1"16,0-10-1-16,0 10-4 15,0-7 0-15,0 7 0 0,10-11 0 16,0 9 0-16,4 2 0 16,4 5 0-16,2 7 0 15,2 5 0-15,1 1 0 16,-1 7 0-16,-1-2 0 15,-7 2 0-15,0-4 0 0,-5-1 0 16,-7-5 0-16,-2-2 0 16,0-13 0-16,-15 7 0 15,5-7 0-15,0-7 0 0,0-10 0 16,0 1 0-16,3-3 0 16,5-6 0-16,2 2 0 15,0-2 0-15,7 6 0 16,5-1 0-16,8-5-58 0,3 15-29 15,4 0-2-15</inkml:trace>
  <inkml:trace contextRef="#ctx0" brushRef="#br0" timeOffset="33104.35">23660 4409 451 0,'0'0'3'15,"-12"-2"1"-15,-2 2 0 16,-4 0 0-16,-2 2 1 15,0 3-1-15,-5 2 0 16,0 4 0-16,5 1-4 0,6 1 0 16,7-2-1-16,4 3 0 15,3-5 0-15,10 1 1 16,2-2 0-16,3-8 1 0,4 0 1 16,2-3 1-16,-4-10 0 15,0 2 2-15,-1-3-1 16,-4-3 1-16,1 2 0 15,-8 3-2-15,2 2-3 16,-7 10 0-16,0 0 0 0,0 0 0 16,7 0 0-16,-2 7 0 15,-3 6 0-15,9 1 0 16,-4-1 0-16,5-1 0 0,6-1-4 16,0-7-7-16,6 4-14 15,6-3-58-15,-5-5-3 16</inkml:trace>
  <inkml:trace contextRef="#ctx0" brushRef="#br0" timeOffset="33619.44">24016 4396 491 0,'0'0'3'0,"0"-10"1"16,0 10 1-16,-7-16 0 0,-1 6-2 15,0 3-3-15,-4-4 0 16,-3 4 0-16,0 4 0 15,-5 3 0-15,3 4 0 16,0 10 0-16,2-3 0 16,5 7 0-16,0-3 0 0,10 2 0 15,2-4 0-15,8-3 0 16,8-8 0-16,2 1 0 16,4-6 0-16,1-6 0 0,3-9 0 15,-4-5 0-15,-3-2 0 16,-2-4 0-16,-1-8 0 15,-11 1 0-15,0-7 0 16,-7 4 0-16,0-6 0 16,-7 5 0-16,0 8 0 0,-4 4 0 15,-1 13 0-15,3 14 0 16,4 13 0-16,-1 17 0 16,6 13 0-16,6 13 0 15,6 9 0-15,2 3-6 0,9 2-78 16,4 6-2-16</inkml:trace>
  <inkml:trace contextRef="#ctx0" brushRef="#br0" timeOffset="34652.98">18629 5957 433 0,'0'0'5'15,"0"0"3"-15,-5-10 1 16,5 10 1-16,-13-7 1 16,1 7 0-16,0 0 1 0,-3 0 0 15,-2 7-12-15,-1 6 0 16,0 7 0-16,-1 3 0 16,6 3 0-16,1-1 0 0,7 2 0 15,5-2 0-15,7 0 0 16,9-10 0-16,8-2 0 15,3-9 0-15,8-4 0 16,1-2 0-16,-2-8 0 0,-1-3 0 16,-4-9 0-16,-5 0 0 15,-6-5 0-15,-8-4 0 16,-8 2 0-16,-4 0 0 16,-10-2 0-16,-6 4 0 0,-6 7 0 15,-1 8 0-15,-5 5 0 16,5 7 0-16,0 7 0 15,0 1 0-15,13 13-18 16,2 0-67-16,8-2-2 16</inkml:trace>
  <inkml:trace contextRef="#ctx0" brushRef="#br0" timeOffset="34820.75">18905 5986 460 0,'0'0'5'0,"0"0"2"15,0 0 2-15,0 0-1 16,0-8 1-16,0 8-1 16,0 0-3-16,-5-8-5 0,5 8-13 15,0 0-69-15,0 0-2 16</inkml:trace>
  <inkml:trace contextRef="#ctx0" brushRef="#br0" timeOffset="35171.91">19160 5853 486 0,'0'0'4'0,"0"0"1"0,-8-2 0 16,0-1 0-16,-5 3 1 16,1 0-6-16,-4 3 0 15,-3 2 0-15,1 5 0 16,6 2 0-16,3 6 0 0,0-4 0 15,7 4 0-15,2 1 0 16,7-1 0-16,4-1 0 16,3-2 0-16,6 2 0 15,3-4 0-15,-4-1 0 0,1-2 0 16,-5 0 0-16,0-2 0 16,-7-2 0-16,-8-6 0 15,0 16 0-15,-8-8 0 16,-5-1 0-16,-6-5 0 0,-4 6-10 15,-2-8-20-15,-7 0-53 16,11-5-5-16</inkml:trace>
  <inkml:trace contextRef="#ctx0" brushRef="#br0" timeOffset="35253.75">19045 5896 311 0,'0'0'11'0,"0"0"4"16,9-4 0-16,1 3 3 15,3-2-1-15,4-4-7 16,3-18-56-16,7 22-12 0</inkml:trace>
  <inkml:trace contextRef="#ctx0" brushRef="#br0" timeOffset="35670.49">19556 5906 476 0,'0'0'3'15,"0"0"0"-15,-12-8 1 16,1 2 1-16,-3 5-1 16,-2 1 1-16,2 0-1 0,-6 0 1 15,3 5-3-15,1 8-2 16,-1-2 0-16,7 4 0 16,5 0 0-16,3 0 0 0,2-5 0 15,9 0 0-15,7-9 0 16,-2 3 0-16,6-8 0 15,-2-4 0-15,4-5 0 16,-7-5 0-16,2-6 0 0,-4-3 0 16,-8-8 0-16,-4 0 0 15,-1-5 0-15,-1 3 0 16,-6-1 0-16,-4 12 0 16,-1 1 0-16,0 13 0 0,4 6 0 15,-2 12 0-15,10 9 0 16,0 12 0-16,0 5 0 15,12 7 0-15,1-2-14 16,10 6-14-16,-1-8-27 16,3-2-29-16,2-8-4 0</inkml:trace>
  <inkml:trace contextRef="#ctx0" brushRef="#br0" timeOffset="36204.56">19749 5916 327 0,'0'0'6'0,"0"-10"4"15,0 10 2-15,-9-15 3 0,1 8 2 16,1-4 0-16,-7 1 0 15,3 0 0-15,1 8-7 16,0 2-3-16,0 0-2 16,10 0-3-16,-13 12-2 0,13 3 0 15,0-2 1-15,6 2-1 16,4-1 1-16,4 0 0 16,6-6 1-16,5-3-1 0,5-2 0 15,5-3 1-15,2-5-1 16,-1-6 0-16,3-6 0 15,-7 0 0-15,-4-2 0 16,-9-1 1-16,-6 5-1 16,-8-5 1-16,-5 5 0 0,-5 2 0 15,-8 7 0-15,-1 3 0 16,-7 3-1-16,1 0 0 16,3 8-1-16,-1 4 0 15,6 1 0-15,5-1 0 0,1 0 0 16,6 3 0-16,4 2-1 15,5-4 1-15,6 5 1 16,5-4-1-16,0 1 0 16,4 0 0-16,-1-1 1 0,2 4-2 15,-5-3 0-15,0-1 1 16,-7 1-1-16,-6 3 1 16,-5-4 0-16,-4 2 0 15,-11-4 0-15,-4-3 1 0,-6-1 0 16,-4-3 0-16,-1 0 1 15,2-5 0-15,1-7 1 16,2-5 0-16,5-4 1 16,11-6-1-16,7-1-1 0,4-6-2 15,15-3 0-15,8 4-25 16,20-2-55-16,-12-1-5 16</inkml:trace>
  <inkml:trace contextRef="#ctx0" brushRef="#br0" timeOffset="36369.98">20353 5757 467 0,'0'0'5'0,"0"0"0"0,0 0 1 0,0 0 0 16,10 0 0-16,1-3-3 15,3-4-4-15,6 5-23 0,0-7-56 16,5 5-4-16</inkml:trace>
  <inkml:trace contextRef="#ctx0" brushRef="#br0" timeOffset="36503.58">20371 5836 448 0,'0'0'5'16,"0"0"2"-16,0 0 1 0,0 10 2 16,0-10 0-16,7 2 0 15,8-2 0-15,5 0-7 16,8-12-28-16,6 2-55 15,13-2-5-15</inkml:trace>
  <inkml:trace contextRef="#ctx0" brushRef="#br0" timeOffset="40119.68">20873 5616 387 0,'0'0'6'0,"0"0"1"15,-7-10 3-15,7 10 0 16,0 0 1-16,-11-8-1 15,11 8 1-15,-14 0 1 16,6 11-6-16,-2 1-2 16,0 5-2-16,3 5-1 15,0 3 1-15,6 1-1 0,1-1 1 16,6 3-1-16,3-8 0 16,8-2-1-16,1-4 1 15,4-7 0-15,4-4-1 0,-5-3 1 16,4-4 0-16,0-7 0 15,-5-6 0-15,-3-3 1 16,-4-5-1-16,-5-2 1 16,-8-3 0-16,0 1 0 0,-15 1-1 15,0 4 1-15,-6 6-2 16,-4 3 1-16,4 8 0 16,-4 7-1-16,4 0-3 15,2 10-8-15,6 5-32 0,6 2-39 16,5 1-1-16</inkml:trace>
  <inkml:trace contextRef="#ctx0" brushRef="#br0" timeOffset="40303.43">21238 5628 455 0,'0'0'4'0,"0"0"2"16,0 0 1-16,-2-11 0 0,2 11 0 15,0 0 1-15,-11-8-1 16,11 8-1-16,0 0-8 16,0 0-18-16,0 0-61 15,0 4-5-15</inkml:trace>
  <inkml:trace contextRef="#ctx0" brushRef="#br0" timeOffset="40785.97">21524 5504 417 0,'0'0'5'0,"0"0"3"0,0 0 1 16,0 0 0-16,-12-7 0 16,12 7 1-16,-16 0 0 15,4 0 0-15,-1 7-5 16,4 6-2-16,-3 6-2 0,3 1 1 16,4 5-1-16,5 0 0 15,0 0 0-15,5 3 0 16,8-5 0-16,4-2 0 15,3-7 0-15,6-2 0 0,1-6-1 16,-2-6 1-16,1 0 0 16,-5-7 0-16,-1-6 1 15,-6-4-2-15,-4-3 0 16,-4-3 0-16,-4-4 0 0,-4 5 0 16,-6-3 0-16,-4 0 0 15,-4 5 0-15,-1 6 0 16,-1 1 0-16,-1 8 0 0,1 3-3 15,2 4-4-15,3 3-7 16,2 8-16-16,11-1-52 16,0 1-3-16</inkml:trace>
  <inkml:trace contextRef="#ctx0" brushRef="#br0" timeOffset="41253.48">21834 5502 359 0,'0'0'10'0,"0"0"2"0,0 0 4 0,0-8 1 15,0 8 1-15,0 0 0 16,-5-10 0-16,5 10 0 15,-12 0-8-15,2 5-4 16,3 5-2-16,-1 5-2 0,0 2-1 16,3 3 1-16,1 2-2 15,4 3 0-15,4-6 0 16,9 2 0-16,2-4 0 0,5-5 0 16,-1-1 0-16,6-9 0 15,3-2 0-15,-6 0 0 16,3-10 0-16,-3-1 0 15,-4-6 0-15,-6-2 0 0,-1-3 0 16,-7-3 0-16,-4-3 0 16,-4 7 0-16,-7-2 0 15,-4 3 0-15,-5 6 0 16,1 4 0-16,-6 4 0 16,2 6 0-16,1 0 0 0,2 7 0 15,0 2 0-15,8 0-8 16,-1 1-17-16,1 3-58 15,12-4-3-15</inkml:trace>
  <inkml:trace contextRef="#ctx0" brushRef="#br0" timeOffset="42622.74">22301 5417 339 0,'0'0'7'0,"0"0"5"0,0 0 2 15,3-10 4-15,-3 10-2 16,0-9 2-16,0 9-1 16,0-14 2-16,0 14-8 0,-3-14-3 15,3 14-3-15,-7-4-3 16,7 4 1-16,-14 0-3 15,3 4 2-15,-1 4-1 16,1-1 0-16,2 6 1 0,-1-4-1 16,0 1 0-16,5 5-1 15,2-5 2-15,3 2-1 16,0 4-1-16,11-4 0 16,1 0 0-16,2-2 1 0,9 3-1 15,0-1 1-15,2 0 0 16,0-2-1-16,1 0 1 15,-1 0 0-15,-5 0-1 16,-3 0 1-16,-1-3-1 16,-7 4 1-16,-4-4 0 0,-5 2 0 15,-2 1 1-15,-9 3-2 16,2-6 0-16,-6 1 0 16,-2-1 0-16,-3-2 0 0,-1-2 0 15,5-3 0-15,-2 0 0 16,6-11 0-16,-1-1 0 15,11-2 0-15,2-10 0 16,0 5 0-16,10-3 0 0,2-3 0 16,4 3 0-16,0 0 0 15,2 4 0-15,-3 3 0 16,3 2 0-16,-6 5 0 16,-3 0 0-16,-9 8-5 0,16-10-5 15,-16 10-14-15,0 0-58 16,0 0-4-16</inkml:trace>
  <inkml:trace contextRef="#ctx0" brushRef="#br0" timeOffset="43053.56">22530 5353 392 0,'0'0'6'0,"0"0"3"0,0 0 0 0,0 0 1 16,0 0 2-16,0 0-3 16,0 0 3-16,0 0 0 15,8 6-5-15,1-6-3 0,2 0 0 16,1 0-1-16,6-3 0 15,-2-5 0-15,2 6 0 16,-3-6-1-16,0 4-1 16,-3-2 1-16,-5 4-2 0,-7 2 1 15,11 0 0-15,-11 0 0 16,0 12-1-16,0 1 0 16,0 3 1-16,-2 5 1 15,-4 1 0-15,3 0-2 16,-1 0 0-16,1 2 0 0,-3 0 0 15,6-9 0-15,-1 2 0 16,-1-4 0-16,2-1 0 16,0-12-4-16,0 17-19 0,0-17-59 15,0 0-5-15</inkml:trace>
  <inkml:trace contextRef="#ctx0" brushRef="#br0" timeOffset="43486.76">22756 5336 442 0,'0'0'4'0,"0"0"1"0,0 0 2 16,-2-13 0-16,2 13 1 0,0-10 0 15,0 10 1-15,7-17-1 16,-7 17-3-16,20-12-2 16,-5 7-2-16,2-1 0 15,-2 6-1-15,3 0 1 0,0 3-1 16,-6 7 0-16,-3 0 2 16,-2 5-2-16,-3 5 0 15,-8 0 0-15,-3 2 0 16,-2 0 0-16,-3 0 0 0,-4-3 0 15,2-1 0-15,1 2 0 16,3-10 0-16,3 0 0 16,7-10 0-16,0 0 0 15,0 0 0-15,12 0 0 16,2 0 0-16,6-10 0 0,1 0 0 16,9 0-2-16,-7 3-52 15,7-8-30-15,0 1-4 16</inkml:trace>
  <inkml:trace contextRef="#ctx0" brushRef="#br0" timeOffset="44153.18">23094 5140 366 0,'0'0'9'0,"0"0"4"0,0 0 2 15,0-10 1-15,0 10 3 0,5-10-1 16,-5 10 1-16,13-10 0 16,-3 1-7-16,2 6-7 15,3 0-5-15,4 3 0 16,4 3 0-16,2 4 0 0,-2 3 0 16,-4 5 0-16,1 0 0 15,-3 1 0-15,-7 2 0 16,-2-2 0-16,-6-2 0 15,-2-1 0-15,-5-3 0 16,5-10 0-16,-15 12 0 0,5-12 0 16,1 0 0-16,-1 0 0 15,2-8 0-15,1-4 0 16,2-1 0-16,5-3 0 16,-3-4 0-16,3 2 0 0,5-1 0 15,2 4 0-15,4 1 0 16,1 0 0-16,0 4-2 15,6 10-21-15,-4 0-62 0,6 0-2 16</inkml:trace>
  <inkml:trace contextRef="#ctx0" brushRef="#br0" timeOffset="44869.84">23509 5092 436 0,'0'0'5'0,"0"0"1"16,-3-11 1-16,3 11 0 0,-9-8 0 15,-1 2 1-15,-3 5-1 16,1 1 1-16,-6 1-5 16,4 8-2-16,-7 3-1 0,5-2 0 15,-1 7-1-15,9-4 1 16,5 1-1-16,3-1 1 15,3-7 0-15,5 3 0 16,11-9 0-16,0 0 0 16,4-5 0-16,-1-5 1 0,1 0 0 15,-6-5-1-15,1 0 1 16,-6 3 0-16,-6 0 0 0,1 2 0 16,-7 10-1-16,0-10 0 15,0 10-1-15,0 0 1 16,-8 5-1-16,8 3-1 15,-3 0 0-15,3 5-1 16,3-3 0-16,5 0-1 16,9-5 0-16,3 0 1 0,5-5-1 15,5 0 2-15,2-3 0 16,0-4 2-16,-2-3 0 16,0-2 1-16,-8 0 1 15,-7-1 0-15,-8 1 0 16,-4-1 1-16,-6 6-1 0,-6-1 0 15,-7 4 0-15,-3 4-1 16,-1 0-1-16,-1 4 0 16,2 6-1-16,4 1 1 0,3-3-1 15,7 6 0-15,2-3 1 16,3 0 0-16,10-4-1 16,5-2 2-16,5-5-1 15,3-2 1-15,1-8 0 0,3-5-1 16,-2-6 2-16,0 0-2 15,0-7 1-15,-8-1 0 16,-6-3 1-16,-4-1-1 16,-7 4 1-16,0-1 0 0,-10 5 0 15,0 8-2-15,-10 4 1 16,5 12-1-16,5 8 0 16,0 12-1-16,10 16-1 15,0 5-3-15,13 11-14 0,4 6-62 16,8 3-4-16</inkml:trace>
  <inkml:trace contextRef="#ctx0" brushRef="#br0" timeOffset="53654.34">24433 9540 184 0,'0'0'5'0,"0"0"6"16,-12-8 4-16,12 8 3 0,0 0 3 16,-12-13 3-16,12 13 1 15,-11-9 3-15,11 9-5 16,0 0-3-16,-7-7-3 16,7 7-5-16,0 0-3 0,0 0-4 15,0 0-2-15,0 0-1 16,0 4-2-16,5 8 0 15,5 1-1-15,5 5 1 16,3 4 1-16,1 0 0 0,6 5 0 16,0 3 0-16,0-3-1 15,0 8 0-15,-1-1 1 16,-1 1-1-16,4 2 1 0,-7 1-1 16,2 4 0-16,-2 0 0 15,3-1 0-15,-4 5 0 16,-1-5 0-16,-1 4 1 15,1-2-1-15,-1 1 1 16,-2-2 0-16,-3 0 0 0,-4-2 0 16,2-1 0-16,-1 1 1 15,4-2-2-15,-5-2 1 16,-1 1 1-16,0 4-2 16,-1-4 0-16,1 2 0 15,-5 1 1-15,3 0-1 0,-2 1 1 16,-1 2-1-16,3-4 0 15,-2 1 1-15,0 4 0 0,-1-1 0 16,3-2 1-16,-5 2-1 16,2-4 1-16,0 4 0 15,-2-2 0-15,0 2 0 16,0-4-1-16,-2 1 0 0,-3-3 0 16,3-1 0-16,-3-5 0 15,-3-1 0-15,3-4 0 16,-2-5 0-16,0-1-1 15,-1-3-1-15,0-5-8 16,-1-7-19-16,-7 3-48 0,16-8-3 16</inkml:trace>
  <inkml:trace contextRef="#ctx0" brushRef="#br0" timeOffset="55319.63">23660 10644 395 0,'0'0'7'0,"0"0"3"16,0-15 3-16,0 15 1 0,0-11 1 16,0 11 0-16,0-18 1 15,-2 8 1-15,2 10-8 16,-10-5-9-16,10 5 0 15,-14 0 0-15,1 0 0 0,-2 8 0 16,0 2 0-16,-2 5 0 16,2-1 0-16,-2 3 0 15,4 1 0-15,6-1 0 0,2-2 0 16,5-1 0-16,9-1 0 16,9-2 0-16,6-5 0 15,4 4 0-15,2-2 0 16,4 2 0-16,-2-3 0 15,2 4 0-15,-2-1 0 16,-8-2 0-16,-4 5 0 0,-5-1 0 16,-5 3 0-16,-5 0 0 15,-5-1 0-15,0 4 0 16,-7-3 0-16,-6-2 0 0,-2-1 0 16,-5-2 0-16,-2-5 0 15,0 0 0-15,-1-5 0 16,1-5 0-16,5-7 0 0,4-6 0 15,3-4 0-15,5-5 0 16,5 2 0-16,3-5 0 16,9 5 0-16,1-4 0 15,6 9 0-15,1-2-11 16,1 4-74-16,3 6-2 0</inkml:trace>
  <inkml:trace contextRef="#ctx0" brushRef="#br0" timeOffset="55503.18">23929 10694 498 0,'0'0'3'0,"0"0"1"0,-7-2 0 0,7 2-2 16,0 0-2-16,-3-13 0 0,3 13 0 15,0-12-19-15,-10 9-65 16,15 1-3-16</inkml:trace>
  <inkml:trace contextRef="#ctx0" brushRef="#br0" timeOffset="55869.85">24018 10549 435 0,'0'0'5'0,"0"0"2"0,0 0 0 15,0 0 0-15,-9 0 0 16,9 0-1-16,0 0 2 16,0 0 0-16,0 0-4 0,12 0-2 15,1-3 0-15,1 0 0 16,4 3 0-16,-4-5 0 16,0 2 0-16,5 0-1 0,-10 2-1 15,0 1 0-15,-9 0 0 16,12 1 0-16,-12-1 0 15,2 21 0-15,-1-9 0 16,-1 5 0-16,0 1 1 16,0 1-1-16,0 5 1 0,-1-3 1 15,-1 4-2-15,2-2 0 16,0-2 0-16,-3-5-3 16,3-1-2-16,0-3-3 0,0 1-6 15,0-13-11-15,0 0-51 16,10 0-8-16</inkml:trace>
  <inkml:trace contextRef="#ctx0" brushRef="#br0" timeOffset="56469.63">24200 10615 442 0,'0'0'6'0,"0"0"2"16,-3-12 1-16,3 12 2 15,0-16 0-15,0 7 1 0,3-1 0 16,-1-5-12-16,5 5 0 15,-2-2 0-15,4 5 0 16,-9 7 0-16,19-16 0 16,-11 14 0-16,-8 2 0 0,17 2 0 15,-17-2 0-15,12 16 0 16,-6-2 0-16,-4 4 0 16,-2 1 0-16,0 3 0 0,-2 0 0 15,-9 2 0-15,4-3 0 16,0-1 0-16,1-3 0 15,-1-1 0-15,4-7 0 16,3-9 0-16,0 11 0 16,10-11 0-16,3-4 0 15,5-3 0-15,2-2 0 0,4-7 0 16,3 7-21-16,8-7-65 16,-13 2-3-16</inkml:trace>
  <inkml:trace contextRef="#ctx0" brushRef="#br0" timeOffset="57386.02">23735 11132 478 0,'0'0'4'0,"0"0"-1"0,0 0 1 16,0 0 0-16,0 0 0 15,0 0-1-15,0 8 1 0,0 2 0 16,0 2-3-16,3 2-1 16,2 3 0-16,-3-1 0 15,3-1 0-15,0 0 0 0,3-3 0 16,-6-4 0-16,-2-8 0 15,7 12 0-15,-7-12 2 16,0 0-2-16,8-5 0 16,-8-5 0-16,0-4 0 0,0-4 0 15,0-2 0-15,0-5 0 16,0 3 0-16,0 2 0 16,0 1 0-16,2 1 0 15,0 3 0-15,2 8 0 16,-4 7 0-16,12-3 0 0,-3 3 0 15,-1 7 0-15,5 6 0 16,-4-2 0-16,4 3 0 16,-1-2 0-16,-4 3 0 15,0-5-3-15,-3 1 2 0,-5-11-1 16,4 11 2-16,-4-11 0 16,0 0 1-16,0 0 0 15,0 0 1-15,0-10 0 0,0-4-2 16,0-1 0-16,0-3 0 15,0-1 0-15,0-2 0 16,0 7 0-16,3-1 0 16,-1 3 0-16,8 4 0 0,-10 8 0 15,15-2 0-15,-5 2 0 16,-1 8-2-16,2 1 2 16,1 7-1-16,-2-5 1 0,0 7-1 15,0-4-4 1,0 4-3-16,-2-6-8 0,-1 1-16 15,7-4-51-15,-14-9-1 16</inkml:trace>
  <inkml:trace contextRef="#ctx0" brushRef="#br0" timeOffset="57935.98">24106 11046 350 0,'0'0'4'0,"0"0"1"0,0 0 1 16,0 0 1-16,2 7 0 16,-2-7 1-16,2 11 0 15,-2-11-1-15,5 9-2 0,-5-9-2 16,3 9 0-16,-3-9 1 16,0 0 3-16,0 0 2 15,0 0 1-15,0 0-1 16,0 0 0-16,7-9 1 0,-7 0-1 15,3-4-2-15,0-2-5 16,1-3-1-16,-1 6 0 16,2 0-1-16,-5 2-1 15,0 10-1-15,9-10 0 0,-9 10 2 16,0 0 0-16,11 7-1 16,-6 4 2-16,-1-2 0 15,4 4 0-15,-4-3 0 16,5-1 1-16,-9-9-1 0,12 13 0 15,-12-13 1-15,9 2-1 16,-9-2-1-16,11-2 1 16,-1-8-2-16,-6-2 1 15,4 0-1-15,2-4 0 16,0 1 0-16,-1 1 0 0,0 1 0 16,-2 3 0-16,-7 10 0 15,12-7 0-15,-12 7 0 0,0 0 0 16,5 7 1-16,-2 3-1 15,2 3-1-15,0 1 0 16,-1-1-5-16,4 1-10 16,0-1-21-16,-1-1-42 15,5-6-3-15</inkml:trace>
  <inkml:trace contextRef="#ctx0" brushRef="#br0" timeOffset="58421.52">24455 10419 372 0,'-2'-12'5'0,"0"-8"3"16,-3-5 0-16,-8-9 3 15,-2-4 0-15,-7-6 2 16,-6-1 0-16,-11-2 0 0,-1 7-4 16,-12 13-1-16,-5 9-2 15,-5 14-1-15,-10 7-2 16,-6 19 0-16,-1 12-1 15,-1 16 0-15,2 12 0 16,5 12 0-16,1 13-1 0,12 7-1 16,10 5 0-16,16 0 0 15,10 1 2-15,13-5-1 16,16 2 0-16,17-10 1 0,13-5 0 16,18-8 0-16,11-11 2 15,13-14-4-15,10-10 0 16,2-14 0-16,8-15 0 15,1-12 0-15,6-16 0 0,0-16 0 16,-7-11 0-16,-8-13 0 16,-7-6 0-16,-12-13 0 15,-13-7 0-15,-20-5 0 16,-17-7 0-16,-22-6 0 16,-21-5 0-16,-19-2 0 0,-17 3 0 15,-16 7 0-15,-12 10 0 16,-10 17 0-16,-10 17 0 15,-10 27 0-15,-2 28 0 16,-5 31 0-16,-5 36 0 0,0 40-12 16,0 33-74-16,-6 26-1 15</inkml:trace>
  <inkml:trace contextRef="#ctx0" brushRef="#br2" timeOffset="74119.71">24863 10426 398 0,'0'0'6'0,"0"0"1"16,0 0 2-16,0 0 0 16,0 0 1-16,0 0 0 0,0 0 0 15,0 0 0-15,0 0-4 16,0 0-3-16,0 0 1 15,0 0-2-15,0 0 1 0,6 8 1 16,-6-8-1-16,14 0 1 16,-14 0 1-16,18 0 0 15,-18 0-2-15,14-2-3 16,-14 2 0-16,7-11 0 0,-7 11 0 16,0-9 0-16,0 9 0 15,-9-8 0-15,-1 5 0 16,-5 3 0-16,3 0 0 0,-6 3 0 15,4 0 0-15,-2 2 0 16,4 4 0-16,0-4 0 16,4 6 0-16,8-11 0 15,-5 12 0-15,5-12 0 16,10 9 0-16,5-5 0 0,-3-3 0 16,6-1 0-1,-1 0 0-15,-2-5 0 0,0 1 0 16,-2-4 0-16,-6 0 0 15,0 2 0-15,-7-5 0 0,0 11 0 16,-5-14 0-16,-2 11 0 16,-3-4 0-16,-3 7 0 15,1 0 0-15,-3 0 0 16,8 2 0-16,-3 0 0 0,10-2 0 16,-13 11 0-16,13-11 0 15,-2 7 0-15,2-7 0 16,7 5 0-16,1-5 0 0,7 0 0 15,-2-3 0-15,1 1 0 16,-2-5 0-16,3 4 0 16,-5-2 0-16,1 0 0 15,-11 5 0-15,0 0 0 0,0-10 0 16,0 10 0-16,-6-2 0 16,-6-1 0-16,12 3 0 15,-18 13-63-15,18-13-27 16,-14 4 0-16</inkml:trace>
  <inkml:trace contextRef="#ctx0" brushRef="#br2" timeOffset="76085.99">24950 10233 393 0,'0'0'7'15,"0"0"2"-15,-3-7 2 16,3 7 2-16,-9-13 1 0,9 13 1 16,-18-12 1-16,8 4 0 15,1 2-6-15,-7 0-3 16,2 4-7-16,-4 2 0 0,1 0 0 16,2 0 0-16,-5 0 0 15,2 4 0-15,-1 4 0 16,2 0 0-16,-1-1 0 15,1 3 0-15,2 0 0 0,-3 0 0 16,1 3 0-16,2-1 0 16,3 1 0-16,-6 3 0 15,8-6 0-15,1 8 0 16,-2-4 0-16,-1 4 0 0,7 0 0 16,0-4 0-16,3 3 0 15,2 1 0-15,0 2 0 16,0-6 0-16,0 6 0 15,2-5 0-15,5 2 0 16,-2 1 0-16,3-1 0 0,2 1 0 16,0-4 0-16,2 1 0 15,1 0 0-15,1-6 0 16,2 1 0-16,3 0 0 0,3-2 0 16,-1-2 0-16,4-2 0 15,-6-4 0-15,4 2 0 16,2-2 0-16,-3 0 0 15,0 0 0-15,1-2 0 0,-3-2 0 16,-1 0 0-16,1-3 0 16,-2 4 0-16,-1-4 0 15,1 0 0-15,-1-3 0 16,-4 2 0-16,1-2 0 0,-2 1 0 16,1-7 0-16,-3 3 0 15,-3-5 0-15,1 0 0 16,-3-2 0-16,-3 3 0 15,1-3 0-15,-3-2 0 16,0 5 0-16,-5-6 0 0,3 5 0 16,-6-1 0-16,0 5 0 15,1-4 0-15,-5 0 0 16,1 4 0-16,-1-4 0 0,-3 4 0 16,-4-1 0-16,1 2 0 15,-7 4 0-15,3-4 0 16,-1 3 0-16,-4 2 0 15,2 3 0-15,3 0 0 16,-3 3 0-16,-3 2 0 0,9 0 0 16,-1 0 0-16,0 6 0 15,5 0 0-15,-2 0 0 0,4 3 0 16,-2 4 0-16,6-1 0 16,-2 5 0-16,2 4 0 15,-3 1 0-15,1 3 0 16,4 0 0-16,2 1 0 15,0 2 0-15,0-1 0 16,5-2 0-16,0 2 0 0,0-7 0 16,5 2 0-16,2-2 0 15,3-1 0-15,2-4 0 16,6-2 0-16,-3-1 0 0,4-2 0 16,2-2 0-16,4-1 0 15,0-3 0-15,-4-1 0 16,4-3 0-16,3 0 0 15,-3 0 0-15,0 0 0 16,-3-7 0-16,0 3 0 0,1-2 0 16,-6-1 0-16,3-3 0 15,-2 0 0-15,1-3 0 16,-7 1 0-16,3-5 0 0,-2-2 0 16,-1-2 0-16,-2-1 0 15,-5 3 0-15,1-5 0 16,-4 3 0-16,-2-4 0 0,0 2 0 15,-8 1 0-15,-4 3 0 16,2-4 0-16,-8 0 0 16,3 2 0-16,-4 0 0 15,-4 7 0-15,2-1 0 16,-2 5 0-16,-2 2 0 16,2 3 0-16,-7 5 0 0,6 0 0 15,-3 8 0-15,-1 4 0 16,1 4 0-16,2-2 0 15,0 11 0-15,6-1 0 0,-2 4 0 16,9 0 0-16,2-2 0 16,5 2 0-16,3-1 0 15,2-2 0-15,4 0 0 16,4-3 0-16,5-3 0 0,3 1 0 16,2-2 0-16,0-1 0 15,6-7 0-15,-1 0 0 16,-1 0 0-16,3-5 0 0,-3-3 0 15,1-2 0-15,2 0 0 16,-8-2 0-16,3-3 0 16,-2-5 0-16,1 2 0 15,-4-4 0-15,2-5 0 16,-4-1 0-16,2-2 0 0,-8 1 0 16,0-3 0-16,-4-1 0 15,0 1 0-15,-3 0 0 16,0 2 0-16,-6-3 0 15,-1 3 0-15,-5 1 0 0,0 1 0 16,-4 1 0-16,0-2 0 16,-7 1 0-16,0 3 0 15,1 3 0-15,-8-1 0 16,3 6 0-16,-8 5 0 0,5 2 0 16,0 0 0-16,-2 7 0 15,2 3 0-15,3 5 0 16,5 5 0-16,-3 2 0 0,10 7 0 15,2-2 0-15,4 3 0 16,4 3 0-16,5-1 0 16,0 2 0-16,7-4 0 15,8 2 0-15,0-4 0 16,2-3 0-16,8-3 0 0,-3-4 0 16,6-4 0-16,2-3 0 15,0-5 0-15,1-4 0 16,4-2 0-16,-5-4 0 15,3-4 0-15,-1-6 0 0,0-4 0 16,-2-2 0-16,2-2 0 16,-7-8 0-16,-2-2 0 15,-6-5 0-15,-2 5 0 16,-10-5 0-16,-3 2 0 0,-2-2 0 16,-7 7 0-16,-6 0 0 15,-4 5 0-15,-3 6 0 16,-5-1 0-16,-2 6 0 0,3 3 0 15,-4 6 0-15,1 5 0 16,-1 0 0-16,-2 8 0 16,8 9 0-16,5-2 0 15,1 7 0-15,6-5 0 16,10 8 0-16,0-7-46 0,6-4-50 16,19 4-2-16</inkml:trace>
  <inkml:trace contextRef="#ctx0" brushRef="#br2" timeOffset="78019.77">24811 11494 406 0,'0'0'4'0,"0"0"4"0,0 0 2 16,0 0 0-16,0 0 2 15,0 0 0-15,0 0 1 16,0 0 0-16,0 0-3 0,0 0-4 16,0 0-1-16,0 0-3 15,0 0-2-15,0 0 0 16,0 0 0-16,0 0 0 0,0 0-4 15,10 3-15-15,-10 9-48 16,0-12-17-16</inkml:trace>
  <inkml:trace contextRef="#ctx0" brushRef="#br2" timeOffset="78620.68">24356 9275 401 0,'0'0'5'16,"0"0"1"-16,0-10 3 0,0 10 0 16,0 0 0-16,-9-10 1 15,9 10-1-15,0 0 0 16,0 0-4-16,0 0-2 0,-3 7-2 16,3 6-5-16,10 9-11 15,-3 18-54-15,11-11-11 16</inkml:trace>
  <inkml:trace contextRef="#ctx0" brushRef="#br2" timeOffset="79086.69">24796 11514 434 0,'0'0'4'16,"0"0"2"-16,0 0 0 0,0 0 1 16,0 0-1-16,0 0 1 15,0 0-1-15,0 0-1 16,0 0-11-16,0 0-17 0,-7 0-56 16,7 0-2-16</inkml:trace>
  <inkml:trace contextRef="#ctx0" brushRef="#br2" timeOffset="80569.83">25014 11168 286 0,'0'0'9'0,"0"0"5"0,0 0 4 16,0-11 2-16,0 11 3 16,0-12 2-16,0 12-1 15,-2-13 2-15,2 13-8 0,-2-14-4 16,2 14-4-16,-5-11-2 15,5 11-2-15,-12-9-2 16,12 9 0-16,-13-5-2 0,3 1-2 16,10 4 0-16,-18-4 0 15,8 1 0-15,-1 3 0 16,-5 0 0-16,7 0 0 16,-4 0 0-16,1 0 0 0,-6 0 0 15,6 0 0-15,0 0 0 16,-1 3 0-16,3 1 0 15,-5 0 0-15,3-2 0 16,0 1 0-16,-1 2 0 0,-2-1 0 16,0 1 0-16,3 1 0 15,-1-2 0-15,1 4 0 16,0-3 0-16,1 0 0 16,1 0 0-16,1 0 0 15,9-5 0-15,-16 12 0 0,7-5 0 16,-4 0 0-16,6 1 0 15,-3 2 0-15,0 3 0 16,-3-3 0-16,1 2 0 0,5 3 0 16,-4 0 0-16,7-1 0 15,-1 2 0-15,2-2 0 16,-1 4 0-16,4 0 0 16,0-1 0-16,0 2 0 0,0-1 0 15,0 4 0-15,0-3 0 16,0 1 0-16,0 0 0 15,2 3 0-15,0-6 0 16,1 3 0-16,-1-3 0 0,1 0 0 16,-1 4 0-16,3-4 0 15,0-1 0-15,0 1 0 16,0-1 0-16,-2-1 0 16,4-2 0-16,-2 1 0 0,2 1 0 15,-1-5 0-15,1 2 0 16,-2 1 0-16,2-1 0 15,4-2 0-15,-2 3 0 16,3-1 0-16,1-3 0 0,4 2 0 16,1-4 0-16,2 0 0 15,2 2 0-15,0-7 0 16,1 0 0-16,4 0 0 16,-3-2 0-16,2 0 0 0,-1 0 0 15,2 0 0-15,-2 0 0 16,0 0 0-16,-3-4 0 15,3-2 0-15,-3 1 0 16,3-2 0-16,-5 2 0 0,2-2 0 16,1-1 0-16,-6 1 0 15,1-3 0-15,-4 2 0 16,3-1 0-16,-4-1 0 16,0-4 0-16,-1-4 0 0,-5-6 0 15,4 1 0-15,-2-8 0 16,-4 2 0-16,0-6 0 15,-3-2 0-15,1 3 0 16,-3-4 0-16,0 4 0 0,0-3 0 16,-3 6 0-16,-4-2 0 15,0 0 0-15,-6 5 0 16,1-1 0-16,-2 2 0 16,-7 2 0-16,1 3 0 0,-7 2 0 15,0 2 0-15,-6 9 0 16,1-1 0-16,-3 4 0 15,-2 1 0-15,9 5 0 16,-1 0 0-16,9 0 0 0,0 0 0 16,11 0 0-16,-4 0 0 15,13 0-30-15,0-7-63 16,0-11-5-16</inkml:trace>
  <inkml:trace contextRef="#ctx0" brushRef="#br2" timeOffset="81653.41">24354 9228 346 0,'0'0'8'0,"0"0"4"16,-2-13 5-16,2 13-1 16,-5-15 3-16,2 6 1 15,-2-1 0-15,-3-3 2 0,-1 2-8 16,-4 7-4-16,-2 0-3 15,-3 4-7-15,-4 0 0 16,3 4 0-16,-7 6 0 16,1 2 0-16,4 4 0 0,-4-4 0 15,2 5 0-15,-2-5 0 16,6 6 0-16,-1-3 0 16,3 5 0-16,-1-4 0 15,3 5 0-15,3 1 0 0,2 5 0 16,2 1 0-16,3 4 0 15,5-3 0-15,0 4 0 16,8-1 0-16,4 0 0 16,3 0 0-16,0-4 0 0,5 1 0 15,2-4 0-15,-2-3 0 16,8 0 0-16,-6-5 0 16,5-2 0-16,-2-2 0 15,2-3 0-15,3-2 0 0,0-4 0 16,0-4 0-16,-3 3 0 15,3-3 0-15,0-5 0 16,-1 3 0-16,-1-8 0 0,0-1 0 16,-4-3 0-16,1 2 0 15,-3-6 0-15,-2-5 0 16,0-1 0-16,-5-5 0 16,-3-4 0-16,-2-4 0 15,-4-4 0-15,-2 3 0 0,-4-1 0 16,-4-4 0-16,-2 8 0 15,-6-2 0-15,-6 4 0 16,1 7 0-16,-6 2 0 16,4 3 0-16,-8 4 0 0,2 3 0 15,-8 3 0-15,1 5 0 16,-2 2 0-16,-7 4 0 16,4 3 0-16,-5 7 0 15,2-1 0-15,5 6 0 0,3 2 0 16,2 2 0-16,13 9 0 15,2 2-22-15,15-10-69 16,5 0-4-16</inkml:trace>
  <inkml:trace contextRef="#ctx0" brushRef="#br2" timeOffset="84252.75">24600 10456 308 0,'0'0'6'16,"0"0"4"-16,0 0 2 15,0 0 3-15,10-7 4 16,-3 4 1-16,8-1-1 0,3-1 2 15,1-3-4-15,9 0-4 16,4-1-2-16,3 1-2 16,12-2-2-16,2 0-2 15,9-5-1-15,6 0 0 0,6-2-1 16,2 0 0-16,2-3 0 16,4 1-1-16,-4-1-2 15,-7-1 0-15,-2 5 0 16,-8 0 0-16,-10 4 0 0,-10-1 0 15,-7 6 0-15,-7 0 0 16,-11 1 0-16,-12 6 0 16,7-4 0-16,-7 4 0 15,0 0 0-15,0 0 0 0,0 0 0 16,-2-5 0-16,2 5 0 16,0 0 0-16,-12 0 0 15,12 0 0-15,0 0-36 16,-12 5-53-16,12-5-4 0</inkml:trace>
  <inkml:trace contextRef="#ctx0" brushRef="#br2" timeOffset="85170.96">24272 9329 313 0,'0'0'8'0,"0"0"3"0,0 0 2 15,0 0 2-15,-10 0 3 16,10 0-1-16,0 0 1 16,0 0 0-16,-10 0-6 15,10 0-2-15,0 0-1 16,10 5-2-16,4-5 0 0,7 0 1 16,6 0-1-16,5-5 0 15,13 0 1-15,5-5-3 16,5-3-5-16,7-1 0 15,7-4 0-15,3 0 0 0,0-1 0 16,-2 2 0-16,-3-3 0 16,-5 3 0-16,-10 2 0 15,-10 1 0-15,-7 6 0 0,-13 0 0 16,-4 3 0-16,-6 1 0 16,-12 4 0-16,7 0 0 15,-7 0 0-15,0 0 0 16,0 0 0-16,-4 4 0 0,4-4 0 15,-17 5 0-15,4 0 0 16,6 3 0-16,-11-5 0 16,-12 5-82-16,15 1-9 15</inkml:trace>
  <inkml:trace contextRef="#ctx0" brushRef="#br2" timeOffset="85719.86">24642 8607 324 0,'0'0'8'0,"0"0"4"15,-3-8 4-15,3 8 4 16,-4-18 2-16,1 9 1 0,1-5 1 16,-4 3 2-16,6 11-8 15,-7-16-5-15,7 16-8 16,-3-7-5-16,3 7 0 0,0 0 0 16,3 17 0-16,7 0 0 15,0 8 0-15,3 3 0 16,1 6 0-16,4 6 0 15,1 0 0-15,-1-1 0 0,-1 1 0 16,1-3 0-16,-4 0 0 16,-1-8 0-16,-1 2 0 15,1-9 0-15,-5-2 0 16,-4-3 0-16,-4-17-24 0,0 17-60 16,0-17-4-16</inkml:trace>
  <inkml:trace contextRef="#ctx0" brushRef="#br2" timeOffset="86203.05">24623 8928 459 0,'0'0'4'0,"0"0"1"15,0 0 2-15,0 0 1 16,0 0-1-16,0 0 1 0,0 0-1 16,0 0-1-16,0 0-6 15,0 0 0-15,12 12 0 16,-3-2 0-16,4 5 0 16,6 0 0-16,-1 2 0 0,5 0 0 15,-1-2 0-15,-2 0 0 16,2-2 0-16,-2-3 0 15,2-1 0-15,-4-4 0 16,-3 1 0-16,0-2 0 0,-5-1 0 16,-1-3 0-16,-9 0 0 15,11-3 0-15,-11 3 0 16,5-17 0-16,-5 2 0 16,0-2 0-16,0-8 0 0,-5 2 0 15,2-6 0-15,0 2 0 16,-2-4 0-16,3 6 0 15,-1 6 0-15,-1 2 0 16,4 4 0-16,-3 4 0 0,3 9 0 16,0 0 0-16,0 0 0 15,3 14 0-15,6 4-88 16,-6 2-2-16</inkml:trace>
  <inkml:trace contextRef="#ctx0" brushRef="#br2" timeOffset="86753.16">25134 10389 459 0,'0'0'4'0,"0"0"0"0,0 0 0 15,0 0 1 1,0 0 0-16,13 10 0 0,-8-2 0 15,4 6 0-15,1 3-4 16,2 8 1-16,1 5-1 16,2 2 0-16,0 5 0 0,0 4 1 15,0 0-1-15,-2-1 1 16,-1 2-1-16,-5-10 2 16,0 0-3-16,-1-8 0 15,-4-6-2-15,1-3-3 0,-3-2-10 16,0-3-56-16,0-10-14 15</inkml:trace>
  <inkml:trace contextRef="#ctx0" brushRef="#br2" timeOffset="87220.23">25124 10376 389 0,'0'0'8'0,"0"0"2"0,0 0 4 15,0 0 1-15,0 0 1 16,5-7 1-16,-5 7 0 16,0 0 0-16,0 0-9 15,0 0-8-15,5 15 0 0,-5 0 0 16,-5 7 0-16,3 1 0 16,-3 4 0-16,-2 3 0 15,1-3 0-15,-4 1 0 16,5-6 0-16,3-5 0 15,0-3 0-15,-1-4 0 0,3-10 0 16,0 10 0-16,0-10 0 16,0-7 0-16,3-6 0 15,1-6 0-15,3-3 0 0,7-11 0 16,-2 1 0-16,-3-3 0 16,7 1 0-16,-4 1 0 15,1 4 0-15,-4 7 0 16,1 4 0-16,-5 8 0 0,-5 10 0 15,13-4 0-15,-13 4 0 16,12 16 0-16,-4 0 0 16,4 3 0-16,0 9 0 15,6-4 0-15,-1 6 0 0,3-7 0 16,7 2-14-16,-4-6-75 16,-4-6-3-16</inkml:trace>
  <inkml:trace contextRef="#ctx0" brushRef="#br2" timeOffset="92670.64">24764 9633 308 0,'0'0'10'0,"0"0"6"16,0 0 1-16,0 0 3 15,0 0 2-15,0 0-1 16,0 0 1-16,0 0 0 0,0-9-10 15,0 9-3-15,0 0-3 16,2 9-2-16,-2 4-2 16,0-1 0-16,-2 4 0 0,-3 3 0 15,-2 3 0-15,2-5-1 16,-8 6 0-16,1-3 0 16,-1-2 0-16,-2-1-1 15,0-2 1-15,0-3 0 16,3-2-1-16,2-3 1 0,0-2 0 15,10-5-1-15,-15 3 0 16,15-3 0-16,0 0 1 16,13-8-1-16,-1 1 0 15,1-3 0-15,6-2 0 0,4-3 0 16,4 2 0-16,-2 3 0 16,3-2 0-16,-4 2 0 15,1 0 0-15,-5 2 0 16,-3 1 0-16,1 2 0 0,-9 2-1 15,-9 3-1-15,11-1-3 16,-11 1-8-16,0 0-19 16,9-6-50-16,-9 6-3 0</inkml:trace>
  <inkml:trace contextRef="#ctx0" brushRef="#br2" timeOffset="93003.8">24759 9626 401 0,'0'0'5'16,"0"0"2"-16,0 0 1 15,0 0 0-15,5 0 1 16,-5 0 2-16,0 0 0 0,10 12 0 15,-7-4-5-15,1 7-1 16,-2 0-2-16,4 5 1 16,1 2-2-16,-2 0 0 15,3 3-1-15,-3-3 0 16,2 1-2-16,-5-4-1 0,1 1-2 16,1-7-3-16,-1-1-5 15,3-2-10-15,-6 0-26 16,0-10-35-16,0 0-1 15</inkml:trace>
  <inkml:trace contextRef="#ctx0" brushRef="#br2" timeOffset="93255.84">24931 9654 470 0,'0'0'2'16,"0"0"2"-16,0 0 1 16,-3-8-1-16,3 8 1 0,0 0-1 15,0 0-3-15,-15-13-5 16,15 13-33-16,0 0-44 15,0 0-4-15</inkml:trace>
  <inkml:trace contextRef="#ctx0" brushRef="#br2" timeOffset="93769.57">24931 9654 473 0,'2'-62'4'0,"-2"62"1"16,-2-10 0-16,2 10 1 16,0-15-1-16,0 15 1 0,0-16 1 15,4 8-7-15,-4 8 0 16,15-11 0-16,-2 9 0 16,-1 2 0-16,0 0 0 0,6 2 0 15,-6 6 0-15,-2 2 0 16,2-3 0-16,-4 8 0 15,-3-3 0-15,-5 3 0 16,0-1 0-16,-3-1 0 0,-2 2 0 16,-2-2 0-16,0-4 0 15,0 2 0-15,7-11 0 16,-11 14 0-16,11-14 0 16,-7 11 0-16,7-11-2 0,0 0 2 15,0 12 0-15,0-12 0 16,0 0 0-16,15 10 2 15,-15-10-2-15,17 4 0 16,-7 2 0-16,-2-5 0 0,-8-1 0 16,17 15 0-16,-17-15 0 15,7 15 0-15,-7-2 0 16,0-6 0-16,-5 4 0 16,-2-3 0-16,-3 6-2 0,-5-7-1 15,-3 0-1-15,1 1-2 16,-3-3-3-16,3-5-6 15,5 0-24-15,1-3-44 16,2-10 0-16</inkml:trace>
  <inkml:trace contextRef="#ctx0" brushRef="#br2" timeOffset="94324.26">25094 9519 387 0,'0'0'8'0,"0"0"4"0,5-9 1 16,-5 9 3-16,0 0 0 16,10-13 0-16,-10 13 0 0,0 0 0 15,0 0-8-15,0 10-5 16,-8 8-3-16,1 1 0 15,5 6 0-15,-5 3 0 16,4 1 0-16,0 1 0 0,3-5 0 16,6 1 0-16,1-5 0 15,2-6 0-15,7-5 0 16,1-3 0-16,1-5 0 16,-4-2 0-16,3-2 0 15,-2-5 0-15,1-3 0 0,-7-1 0 16,-4 0 0-16,-2 1 0 15,-3-5 0-15,-5 5 0 16,-5 0 0-16,-5 2 0 16,0 6 0-16,-3-3-2 0,4 5-16 15,-4 2-38-15,4 6-30 16,4-3 0-16</inkml:trace>
  <inkml:trace contextRef="#ctx0" brushRef="#br2" timeOffset="95253.25">24958 9904 466 0,'0'0'5'0,"0"0"1"16,0 0 3-16,0 0 0 16,0 0 1-16,0 0-4 0,0 0-6 15,0 0 0-15,-8 0 0 16,8 0 0-16,-10 2 0 15,10-2 0-15,-15 10 0 16,15-10 0-16,-12 8 0 16,12-8 0-16,-12 9 0 0,12-9 0 15,0 0 0-15,0 0 0 16,0 0 0-16,0 0 0 16,0 0 0-16,0 0 0 15,7-12 0-15,3 12-16 16,3-5-72-16,-4-5-2 0</inkml:trace>
  <inkml:trace contextRef="#ctx0" brushRef="#br2" timeOffset="96436.64">25035 10015 381 0,'0'0'8'16,"0"0"1"-16,0 0 2 15,0-9 1-15,0 9 2 0,0 0-1 16,0 0 1-16,0 0-1 15,0 0-6-15,0 0-3 16,7 0-1-16,-7 9-2 16,0 4-1-16,2-6 0 0,1 5 0 15,-1-2 0-15,4 2 0 16,-6-12 0-16,2 15 0 16,-2-15-1-16,0 0 1 15,0 0 0-15,0 0 0 16,0 0 1-16,0 0-1 0,7-12 1 15,-7 2-1-15,0-5 1 16,0 3 0-16,0-3-1 16,0 2 1-16,3-1-1 15,-3 3 0-15,2 4 0 0,-2 7-1 16,5-10 1-16,-5 10-1 16,11 0 0-16,-11 0 0 15,12 9 0-15,-12-9-1 0,18 14 1 16,-18-14-1-16,12 15 1 15,-12-15 0-15,9 9 1 16,-9-9-1-16,0 0 2 16,0 0 0-16,0 0 0 0,3-6 2 15,-3 6-1-15,0-16 0 16,-3 7-1-16,1-1 1 16,2 0-1-16,0-2 0 15,0 4-1-15,0 8-1 16,0-12 0-16,0 12 0 0,0 0 0 15,10 0 0-15,-10 0-1 16,8 12-1-16,-1-2-3 16,0 0-4-16,-2 0-11 15,1-3-60-15,-6-7-1 0</inkml:trace>
  <inkml:trace contextRef="#ctx0" brushRef="#br2" timeOffset="97086.63">25216 9906 254 0,'0'0'1'0,"0"0"-1"0,0 0 1 16,0 0 0-16,0 0 1 16,0 0 1-16,0 0 0 15,0 0 0-15,0 7 1 16,0-7 2-16,0 0 0 0,0 0 0 15,5 11 1-15,-5-11 0 16,0 0 1-16,0 0 1 16,0 0-1-16,0 0-1 15,0 0 0-15,0 7 0 16,0-7 0-16,0 0-1 0,0 0 0 16,0 10-2-16,0-10 0 15,5 10-1-15,-5-10 1 16,2 10-2-16,-2-10 0 0,3 10-1 15,-3-10 1-15,0 0 1 16,3 10 2-16,-3-10 1 16,0 0 1-16,0 0 0 15,0 0 0-15,0-7 0 16,0 7 0-16,0-13-1 0,0 3-2 16,5 0-1-16,-5 0-1 15,0 10 0-15,2-13-2 0,-2 13 0 16,0 0-1-16,0 0 0 15,10-5 0-15,-10 5 0 16,7 8-1-16,-7-8 0 16,8 15 1-16,-8-15 0 15,10 15 0-15,-10-15 1 0,0 0 0 16,7 10 0-16,-7-10 1 16,0 0 0-16,5-8 1 15,-5 8 0-15,0-17 1 16,2 5-1-16,-2 1 0 0,3-1-1 15,-3 3 1-15,2-4-1 16,-2 13-1-16,6-10-1 16,-6 10 0-16,0 0 0 15,9 10 0-15,-4 3-5 0,5 7-18 16,-2-1-54-16,4 1 0 16</inkml:trace>
  <inkml:trace contextRef="#ctx0" brushRef="#br2" timeOffset="108669.52">24460 5101 282 0,'0'0'4'0,"-7"-10"2"15,-5 0 2-15,-8 0 1 16,-5-2 3-16,-12 1 1 16,-5-3 0-16,-13 3 1 0,-2 4-2 15,-13 7-4-15,-5 6 0 16,-6 8-3-16,-6 9-1 16,-3 3-1-16,-4 9 0 0,2 6 0 15,2 9-1-15,3 3 2 16,8 9 1-16,9 2 1 15,8 10 1-15,18 3 0 16,19 7 0-16,17 1-1 16,16-1 0-16,21 0-1 0,19-7-1 15,17-5 0-15,14-8-3 16,12-9 1-16,12-10-2 16,3-6 1-16,7-12 0 15,3-5-1-15,1-12 1 0,2-10-1 16,0-7 0-16,1-21 0 15,-6-11 1-15,-2-13 1 16,-3-13 0-16,-12-11 1 16,-12-8-1-16,-18-8 2 0,-15-7-2 15,-25-7 2-15,-14 1-3 16,-21 1 1-16,-27 8-1 16,-21 9 0-16,-27 10 0 15,-16 14-1-15,-23 15 0 0,-15 25-1 16,-22 23 2-16,-20 23-1 15,-7 29-2-15,-17 27 3 16,3 27-4-16,4 36-8 16,12 29-40-16,26 22-31 0,23 25-3 15</inkml:trace>
  <inkml:trace contextRef="#ctx0" brushRef="#br2" timeOffset="131085.92">24935 11226 295 0,'0'0'4'0,"0"0"4"0,3-7 3 16,-3 7 4-16,0-15 1 15,0 5 3-15,-3-2 1 16,-1 2-1-16,-5-3-2 16,0 5-3-16,-3 0-4 0,-6 5-3 15,-5 0-1-15,2 3-1 16,-7 3 0-16,-6 7-2 16,-2 5 1-16,-4 2-1 15,-4 8 0-15,4 0 0 16,5 7 0-16,0 2 0 0,6 4-1 15,7 1 0-15,4 4-1 16,9 1 0-16,3 1 0 16,6-1-1-16,8-2 0 0,9-2 0 15,5-3 1-15,6-2-1 16,6-11 1-16,4 4-1 16,7-11 1-16,-3-4 0 0,5-4 0 15,-2-4 0-15,2-5 0 16,-2 0 0-16,5-5 0 15,-6-4 1-15,1-4-2 16,-3-2 0-16,2-1 0 16,-3-5 0-16,-7-4 0 0,-1-4 0 15,-8 0 0-15,-4-9 0 16,-3-1 0-16,-8-6 0 16,-5 0 0-16,-5-1 0 15,-8 5 0-15,-6 2 0 0,-1-1 0 16,-8 10 0-16,-1 3 0 15,-6 7 0-15,0 3 0 16,0 4 0-16,3 3 0 16,-5 8 0-16,2-1 0 0,5 3 0 15,-5 0 0-15,10 9 0 16,0-1-45-16,7-2-43 16,13-6-3-16</inkml:trace>
  <inkml:trace contextRef="#ctx0" brushRef="#br2" timeOffset="131953.43">24368 9287 345 0,'0'0'5'0,"0"0"3"0,-2-12 2 16,2 12 1-16,-10-15 3 16,10 15 0-16,-20-15 0 15,6 8 1-15,-4 1-4 16,-4 4-2-16,-6 2-3 15,4 0-1-15,-1 8-1 0,-5 4-1 16,1 3-1-16,3 7 0 16,-1 5-1-16,5 3 0 15,-3 7-1-15,5 3 1 0,3-1-1 16,6 6 0-16,4-6 0 16,7 4 0-16,0-4 0 15,10-4 0-15,7-6 0 16,6-1 1-16,9-11 0 0,3-5 0 15,3-4 0-15,9-6 0 16,-3-2 1-16,4-2 0 16,-2-10 1-16,2-3 0 0,-6-2 1 15,1-6 1-15,-1-2-1 16,-10-5-2-16,-2-4-2 16,-5-8 0-16,-11-3 0 15,-4-2 0-15,-7 0 0 16,-6-2 0-16,-12 2 0 0,-7 1 0 15,-8 13 0-15,-5 5 0 16,-7 12 0-16,-5 5 0 16,-2 11 0-16,-4 3 0 15,5 19 0-15,-1 0-16 0,12 11-69 16,5 3-4-16</inkml:trace>
  <inkml:trace contextRef="#ctx0" brushRef="#br2" timeOffset="136747.36">24856 11528 321 0,'0'0'7'0,"0"0"5"16,0 0 3-16,0-11 4 0,0 11 3 15,0-10 0-15,0 10 3 16,-3-10 0-16,3 10-6 16,0 0-4-16,0 0-6 0,0 0-9 15,0 0 0-15,-12 4 0 16,4 14 0-16,1 7 0 15,-5 4 0-15,-9 12 0 16,-1 5 0-16,-8 12 0 0,-2 0 0 16,-3 9 0-16,-2 4 0 15,0-2 0-15,0 0 0 16,-4 0 0-16,7-1 0 16,-3-7 0-16,4-2 0 0,4-4 0 15,-1-5 0-15,5-6 0 16,3-7 0-16,7-7 0 15,0-3 0-15,5-7 0 16,2-5 0-16,4-3 0 16,4-12 0-16,0 10 0 0,0-10 0 15,0 0 0-15,0 0 0 16,-3-7 0-16,3 7 0 16,-3-11 0-16,3 11 0 0,-2-14 0 15,2 14 0-15,0 0-12 16,8-11-76-16,-8 11-2 15</inkml:trace>
  <inkml:trace contextRef="#ctx0" brushRef="#br2" timeOffset="138803.5">23317 12956 402 0,'0'0'6'0,"0"0"3"0,0 0 3 15,0 0 1-15,0 0 0 16,0 0-1-16,9 0 1 0,-9 0 1 16,2 12-6-16,-2 3-4 15,2 5-2-15,1 2-2 16,2 3 1-16,-1 5 1 0,-1-1-2 15,4 1 0-15,-1-3 0 16,-1-2 0-16,0-5 0 16,-3-5 0-16,0-1 0 15,1-3 0-15,-3-11 0 0,0 0 0 16,0 0 0-16,-5-8 0 16,3-9 0-16,-3-6 0 15,2-7 0-15,3-4 0 16,-2-8 0-16,2 0 0 0,2-3 0 15,3-1 0-15,5 3 0 16,5 4 0-16,2 4 0 16,6 7 0-16,-1 6 0 15,0 9 0-15,5 7 0 16,-2 6 0-16,3 12 0 0,-3 6 0 16,-6 8 0-16,1 6 0 15,1 5 0-15,-7 6 0 16,4-6 0-16,-11 5 0 15,3-8 0-15,-6-2 0 0,-2-1 0 16,2-6 0-16,-4-6-4 16,0-8-82-16,-4 3-3 15</inkml:trace>
  <inkml:trace contextRef="#ctx0" brushRef="#br2" timeOffset="138972.13">23476 13066 449 0,'0'0'2'0,"0"0"1"0,0 0 0 16,9-7 1-16,-9 7 0 15,19-4 0-15,-4-1 0 16,8 2-4-16,-4-1-13 0,11 1-66 16,2 0-2-16</inkml:trace>
  <inkml:trace contextRef="#ctx0" brushRef="#br2" timeOffset="139419.64">23998 12997 424 0,'0'0'3'0,"0"0"2"16,-9 0 2-16,-3 0 0 15,-4 0 2-15,-7 0-1 16,-1 0 1-16,-1 0 0 15,-2 3-4-15,2 5-1 16,5 2-3-16,8 0 0 16,2 2-1-16,8-2-1 0,2 2 1 15,7-2 0-15,7-5 0 16,4 2 0-16,2-7 1 16,4 0 0-16,-1-1 0 0,0-10 1 15,-3-2-1-15,-3-3 1 16,-8-9 0-16,0-3-1 15,-9-1 1-15,0-6 0 16,-6-2 0-16,-4-3 1 0,0 6-3 16,-5 2 0-16,3 7 0 15,2 2 0-15,2 9 0 16,8 14 0-16,-12-3 0 0,12 10 0 16,3 13 0-16,4 10 0 15,3 3 0-15,2 6 0 16,4 3 0-16,1 0 0 15,-2-1 0-15,7-1 0 16,-9-9-11-16,8-2-14 16,-5-1-59-16,4-14-3 0</inkml:trace>
  <inkml:trace contextRef="#ctx0" brushRef="#br2" timeOffset="139935.93">24223 13006 372 0,'0'0'6'0,"0"0"3"0,0 0 2 0,0 0 1 16,-11-10 2-16,11 10 0 15,-12-10 0-15,0 5 1 16,-1 0-6-16,-2 1-3 16,-2 3-3-16,2 1-1 0,0 1-1 15,3 5-1-15,-1 5 0 16,3 0-1-16,5 1 0 16,3 4 0-16,2-4 0 0,2 1 1 15,5-4-1-15,6-2 1 16,4-1 0-16,-2-4 1 15,0-2 0-15,0-5 0 16,0-5 1-16,-5-2 0 16,3-5 0-16,-6-8 0 0,-7-2-1 15,0-6 1-15,0-1-1 16,0-3 1-16,-7 1-1 16,-4 3 1-16,1 5 0 0,3 6-1 15,-3 3-1-15,5 8-1 16,5 11 0-16,-10 7 0 15,8 13 0-15,2 5-1 16,5 7-3-16,4 5-5 16,2 3-10-16,3-3-35 0,2 1-28 15,-2-5-3-15</inkml:trace>
  <inkml:trace contextRef="#ctx0" brushRef="#br2" timeOffset="140903.24">24297 13028 426 0,'0'0'5'0,"0"-10"2"0,0 10 2 15,0-12 1-15,0 2 1 16,-3 0 0-16,3 0 0 16,-2 0 0-16,2 10-5 0,0-10-2 15,0 10-4-15,9 0 0 16,-1 2 0-16,5 6 0 16,-4 4-2-16,7 3-2 15,-4 0 1-15,0-1-1 16,-4 1-2-16,-3-2 1 0,0-4 0 15,-5-9 0-15,0 13 1 16,0-13 1-16,0 0 0 16,0-6 0-16,0-5 0 15,2-4 1-15,3-3-1 0,5-1 1 16,0-1 0-16,2 1 0 16,3-2 1-16,-3 4 2 15,-3 2 1-15,3 6 0 0,-12 9 0 16,9-11 1-16,-9 11 0 15,0 0 0-15,-2 7-2 16,0 4 0-16,-3-1-1 16,5-1 0-16,0 4 0 0,0-3 0 15,7 0 0-15,3-5 0 16,7-3 0-16,1 1 0 16,4-3 1-16,3-3-1 15,5-1 1-15,0-7 0 16,-1-1 0-16,-1-3 0 0,-3 0 0 15,-8 0 1-15,-4 1-1 16,-6-2 1-16,-5 7-1 16,-2 9 0-16,-15-13 1 15,1 10-2-15,-8 3 0 0,4 0 0 16,-2 6-1-16,3 1 0 16,4 1 0-16,0 2 0 15,12 2 1-15,1-2-1 0,0 2 0 16,12-2 1-16,3 0 0 15,-1 3 0-15,4-1 0 16,-3-2-2-16,3 0 0 16,-6 0-2-16,-5-2 0 0,-5 0-1 15,1 1-1-15,-3-9-1 16,-8 12 1-16,-1-5 0 16,-4-4 2-16,5 2 1 15,-1-5 1-15,9 0 2 16,-13 0 0-16,13 0 1 0,0 0 1 15,6-13 0-15,6 3 0 16,3 0 1-16,7-7 0 16,3 0-1-16,5-6 1 15,2-1 0-15,-5-4 1 0,3 3 0 16,-5-2 1-16,-8 4 0 16,-4 2 0-16,-6 1-1 15,-5 5 1-15,-2 5-2 0,-9 3-1 16,-4 3-1-16,1 4-1 15,-3 0-1-15,3 6 0 16,0 7 0-16,1-1-1 16,6 5 1-16,3 1 0 0,2 2 1 15,5-1-1-15,2 1 1 16,8 2 0-16,0-5 0 16,-2 1 1-16,-4 0-1 15,-2-1 1-15,-1-2-1 16,-6-3-1-16,-8 1-1 0,-6-1-4 15,-9-5-8-15,0-2-42 16,-1 3-26-16,-3-3-1 16</inkml:trace>
  <inkml:trace contextRef="#ctx0" brushRef="#br2" timeOffset="143853.15">23058 12701 307 0,'0'0'3'0,"0"0"3"0,0-10 4 16,0 10 0-16,0-15 2 16,9 3 2-16,4-4 2 15,11-1 1-15,6-3-3 0,15-2-2 16,15-3-3-16,14 1-1 15,13-7-2-15,17 7-1 16,13-3-1-16,5 2-1 16,7 6-1-16,0-2 1 0,1 6-1 15,-1 8 1-15,-5 5 0 16,-10 2 0-16,-5 7-1 16,-7 8 0-16,-2 8 0 0,-16 3 0 15,-4 9-2-15,-11 5 0 16,-5 4 0-16,-6 4 0 15,-11 3 0-15,-7 5 1 16,-8-5-1-16,-9 6 1 16,-9-2 0-16,-3-1 0 0,-11 4 0 15,-13-4 0-15,-15 3 1 16,-9 0-1-16,-15 0 0 16,-8 0 0-16,-17-3 0 15,-10-2 1-15,-7-2 0 0,-10-6 0 16,-6-4-1-16,-7-5 1 15,1-9-1-15,-11 2 1 16,0-12-1-16,-4-3-1 16,-1-8 0-16,-3-5 0 0,2-5 0 15,-4-12-1-15,3-8 0 16,7-10 0-16,5-6 1 16,11-9-1-16,8-7 1 15,14-6 0-15,20-6 1 0,16 0 0 16,23-7-1-16,23-1 1 15,20-1-1-15,26 4 0 16,24 1 1-16,29-2 0 16,25 6 0-16,24 4 0 15,20 11 2-15,13 4-3 0,8 10 0 16,-1 8 0-16,-4 10 0 16,-21 10 0-16,-17 4 0 15,-25 8 0-15,-24 3 0 0,-26 4 0 16,-16 3 0-16,-18 0 0 15,-11-2 0-15,-19-8 0 16,10 11 0-16,-10-11 0 16,0 11 0-16,0-11 0 0,0 0 0 15,-12 7 0-15,12-7 0 16,-17 0 0-16,6 0 0 16,11 0 0-16,-22 0-3 15,10-12-80-15,2 6-6 0</inkml:trace>
  <inkml:trace contextRef="#ctx0" brushRef="#br2" timeOffset="145288.42">24223 9463 329 0,'0'0'7'16,"0"0"4"-16,0 0 3 15,0 0 3-15,0 0 2 16,0 0 0-16,0 0 3 0,0 0-1 15,0 0-5-15,0 0-4 16,0 0-2-16,0 0-2 16,0 0-2-16,0 0-6 15,0 0 0-15,0 0 0 0,0 0 0 16,0 0 0-16,0 0 0 16,-6-3 0-16,6 3 0 15,-10-7 0-15,10 7 0 0,-14-13 0 16,1 4 0-16,-4 2 0 15,-3-4 0-15,-3-3 0 16,-7 1 0-16,-2-2 0 16,-10-5 0-16,-11-2 0 15,-1 2 0-15,-11-2 0 0,-4-3 0 16,-14 3 0-16,-3-3 0 16,-11 5 0-16,-5 3 0 15,-2-4 0-15,-3 7 0 0,-2-1 0 16,-2 5 0-16,6 0 0 15,8 3 0-15,5 0 0 16,10 0 0-16,12 1 0 16,11 4 0-16,11-3 0 15,13 2 0-15,10-1 0 0,8 4 0 16,9-4 0-16,8 4 0 16,0 0 0-16,0 0 0 15,0 0 0-15,0 0 0 0,0 8 0 16,0-8 0-16,6 10 0 15,-6-10 0-15,10 18 0 16,-10-18 0-16,9 19 0 16,4-9-91-16,-13-10-1 15</inkml:trace>
  <inkml:trace contextRef="#ctx0" brushRef="#br2" timeOffset="146352.68">21020 9332 343 0,'0'0'6'15,"0"0"5"-15,-3-8 4 0,3 8 3 16,0 0-1-16,-7-12 2 16,7 12 0-16,0 0 0 15,-1-11-7-15,1 11-5 16,0 0-3-16,-2 11-3 0,2 1-1 15,0 6-1-15,3 3 0 16,4 7 0-16,1 2 1 16,1 5-1-16,1-1 1 15,5-2 0-15,-5-3 0 0,0-4 1 16,0-2-1-16,-3-3 0 16,-4-8 0-16,1-2 1 15,-4-10 1-15,3 13 0 16,-3-13 1-16,0 0 0 15,-3-8-1-15,-4-5 1 0,2-3 0 16,-2-9-1-16,-3-7 0 16,2-6-2-16,1-4 0 15,2 0 0-15,3-3 0 0,2 6 0 16,0-1 0-16,5 8 0 16,2 5 0-16,3 4 0 15,3 6 0-15,3 9 0 16,2 6 0-16,3 2 0 0,0 10 0 15,4 10 0-15,0 7 0 16,0 8 0-16,5 2 0 16,-5 8 0-16,-1 0 0 15,1-1 0-15,0-2-2 0,-4-2-1 16,-2-3-5-16,-6-7-9 16,-4-6-30-16,-2 1-36 15,-7-8-2-15</inkml:trace>
  <inkml:trace contextRef="#ctx0" brushRef="#br2" timeOffset="146502.84">21151 9562 417 0,'0'0'3'0,"0"0"1"0,0 0-1 0,5-11 1 0,-5 11-1 16,20-7 1-16,-8 0-8 15,13 5-9-15,-5 2-36 16,15-5-26-16,2 1-6 15</inkml:trace>
  <inkml:trace contextRef="#ctx0" brushRef="#br2" timeOffset="147952.81">21696 9457 354 0,'0'0'2'0,"-11"0"2"16,-3 0 1-16,-2 3 2 15,-9 2 0-15,-1 4 1 16,-2 2 0-16,-4 1-1 15,5 3-2-15,-1 3-1 16,10-4-2-16,11-1-1 0,5-1-1 16,2-5 0-16,12-1 1 15,5-6 0-15,9-6 2 16,1-3 1-16,-2-8 1 16,1-3 3-16,-3-5-1 0,0-5 2 15,-9-2-1-15,-3-5 0 16,-9 0 0-16,-2-8-2 15,-8 6-1-15,-6-3 0 0,-7 4-2 16,4 8-1-16,-3 6 0 16,1 9-1-16,8 10-1 15,2 7 0-15,6 16-1 16,3 9 0-16,5 5-1 0,5 8 0 16,5 2 0-16,7 0-1 15,0 0-1-15,6-5 0 16,-1-1 0-16,6-11-1 15,-4-9 1-15,1-1 0 0,-2-10 1 16,-6-3 1-16,2-4 2 16,-8-8 1-16,-7-2 0 15,-4-2 0-15,-5-3 0 16,-5 0 0-16,-7 5-1 16,-3 0 0-16,-4 4-1 0,-1 6 1 15,-1 2-2-15,0 5 1 16,3 5 0-16,3 0-1 15,7-1 1-15,3 1-1 16,5-10 1-16,0 13 0 0,8-13 0 16,7 0 1-16,-1-6 0 15,4-2 0-15,3-5 2 16,-7-2-1-16,1-5 1 0,-3 0 0 16,-5-2 1-16,-2-3 0 15,-5 0-1-15,-2 3 2 16,-5 0-1-16,2 2 0 15,-5 7-2-15,5 3-1 0,5 10 0 16,0 0 0-16,0 8-1 16,10 7 0-16,2 5-1 15,4 2 1-15,0 3 0 16,5 1 2-16,-4-1-1 16,0 0 0-16,-2-5-1 0,0-2 2 15,-8-6-1-15,1-1 1 16,-8-11 1-16,0 0-1 15,8 4 1-15,-8-4 0 16,0-15-1-16,0-2 1 0,0-3-1 16,0 2-1-16,0-2 0 15,0 3-1-15,0 3 0 16,2 1-1-16,-2 13 0 0,0 0 0 16,10-5 1-16,-10 5-1 15,9 10 0-15,-4-2 1 16,4 2 0-16,3-1 1 15,1-1 0-15,3-4 0 0,2-1 0 16,1 0 0-16,2-3 1 16,0-7-1-16,2-1 1 15,-3-4 0-15,-4-1 0 16,-2-4-1-16,-4 2 1 0,-2-6 0 16,-3 7 0-16,-5 2-1 15,0 2 0-15,-5 0 0 16,5 10-1-16,-16-2 0 15,7 2 0-15,-2 10-1 0,2 2 1 16,1 0-1-16,4 5 1 16,1 1 0-16,3 2-1 15,0-3 1-15,5 0 0 16,5 1 0-16,-1-4 1 0,2 2-2 16,-2-2 0-16,1-1-2 15,1-1 1-15,-7 0-2 16,-1-2 1-16,-3 0-1 15,0-10 1-15,-3 12 1 0,3-12 2 16,-15 3 2-16,15-3 1 16,-10-5 1-16,6-7 1 15,4-3 0-15,0-2 0 16,4-8 0-16,4-3 1 0,5-1-1 16,-1-6 0-16,1 3 0 15,4 0 0-15,-4-1 1 16,-5 6 0-16,3 6 0 15,-6 0-1-15,-5 9-1 16,0 12 0-16,-3-10-2 0,3 10-1 16,-14 7-1-16,7 4-1 15,-2 3 0-15,5 4 1 16,1 0-1-16,3 3 0 16,7 2 2-16,4-6-1 0,1 5 1 15,2-5 0-15,4 1-1 16,-2-3 1-16,0-1 0 15,-2 2-1-15,-5-7 1 0,-2 3-1 16,-7-4 0-16,0 2 0 16,-2 0-1-16,-8 0-2 15,-5 0-5-15,3-1-18 16,9 1-53-16,-14-3 0 0</inkml:trace>
  <inkml:trace contextRef="#ctx0" brushRef="#br2" timeOffset="148602.69">22471 9547 476 0,'0'0'4'0,"0"0"2"0,-9-7 1 0,9 7 0 15,-4-18 1-15,1 6-5 16,1-1-3-16,2 1 0 15,0 1 0-15,2-3 0 16,-2 14 0-16,13-10 0 0,-13 10 0 16,15 3 0-16,-11 7 0 15,1 5 0-15,-1 2 0 16,-4 6 0-16,0-1 0 16,0 2 0-16,-6-1 0 0,3 2 0 15,1-8 0-15,0 0 0 16,2-5 0-16,0-12 0 15,18 10 0-15,-2-10 0 16,5 0 0-16,4-12 0 0,2-3 0 16,1-5 0-16,-2-4 0 15,-3-4 0-15,-3-1 0 16,-8-4 0-16,-7 4 0 0,-8 0 0 16,-11 4 0-16,-9 2 0 15,-11 10 0-15,-4 6 0 16,-9 7 0-16,-2 5 0 15,-6 8 0-15,2 12 0 0,3 1 0 16,4 9 0 0,11 5 0-16,10-1 0 0,15 1 0 15,10-3 0-15,10-4 0 16,17-4 0-16,13-11 0 16,7-7 0-16,7-11 0 0,8-1 0 15,1-15 0-15,0-9 0 16,-7-4 0-16,-4-3 0 15,-10-3 0-15,-8-5 0 16,-13 1 0-16,-10-1 0 0,-11 3 0 16,-20 0 0-16,-8 7 0 15,-11 3 0-15,-14 12 0 16,-2 10 0-16,-4 7 0 0,-4 21-62 16,10 2-24-16,10 7 0 15</inkml:trace>
  <inkml:trace contextRef="#ctx0" brushRef="#br2" timeOffset="166036.49">7724 5281 457 0,'0'-9'-1'0,"2"-11"0"0,8-5 0 0,15-7 0 0,7-8 0 16,21-5 1-16,11-6 0 15,23-11 1-15,20 4 1 16,22-1 0-16,15 2 0 0,15-5 1 15,15 3-1-15,20-1 0 16,5 3 0-16,9 0-1 16,8 5 0-16,8 3 0 15,0 4 0-15,1 8-1 0,-3-1 1 16,-3 9-1-16,0 4 0 16,-8 3 1-16,-1 4 0 15,-6 8 0-15,3 0 0 16,-4 3 0-16,-1 5 1 0,-4 0 0 15,1 2 0-15,5 2 0 16,-3 3-1-16,3 2 1 16,0 4-1-16,0-5 0 15,2 2 0-15,0-1 0 0,-2 3-1 16,-6-2 0-16,-1-3 0 16,-11 0 0-16,-2 2 0 15,-10-3 0-15,-7 2 0 16,-6-3 0-16,-7-3 0 0,-2 0 0 15,-5-3 1-15,-6-7-1 16,-2 0 1-16,-5-2-1 16,-3-3 1-16,-1 0-1 15,-8 0 1-15,-3 3-1 0,-7-1 0 16,-8 1 1-16,-4 5-1 16,-8-1 0-16,-6 3 1 15,-8 0-1-15,-7 0 0 16,-4 5 0-16,-4-2 0 0,-9 2 0 15,-1 2 0-15,-9 3 0 16,-4 3 0-16,-3 4-1 16,-7 3 1-16,-5 0-1 15,-3 8 1-15,-4-2 0 0,0 7-1 16,-6 4 0-16,2 3 1 16,-3 3-1-16,-2 5 1 15,1 0-1-15,5 1 1 16,-3 0-1-16,4 1 0 0,3 3 2 15,-4-4-1-15,2 3 0 16,3 2 0-16,-3-1 1 16,-1 3-1-16,-6 2 0 15,-2 6 1-15,-6-2-2 16,-2 2 1-16,-2 6-1 0,-9-3 2 16,-1 5 0-16,-6-3 0 15,1 3 1-15,-3-1 0 16,3 4 0-16,-4-3 0 0,2 2 1 15,0 6-3-15,-4-1 0 16,3 2 0-16,-2-1 0 16,-3 2 0-16,0 0 0 15,2 2-1-15,2 3 0 0,-2-10 1 16,-2 5 0-16,5 2 0 16,-2 0-1-16,-1 0 1 15,3 6 0-15,1-2-1 16,-2-1 0-16,-1 0 1 0,5 0 0 15,-1-1-1-15,2-2 0 16,-2 1 1-16,2 0-1 16,2-1 0-16,4 0 1 15,0-3-1-15,3 4 1 0,-1-5 1 16,5-1 0-16,3 0 0 16,6 0 0-16,1-2 1 15,4 0 0-15,-2-3-1 16,8 4 0-16,1 0-1 0,2-1 0 15,4-4 0-15,-1-2 0 16,4-1 0-16,-2-7-1 16,3 4 1-16,-3-4 0 15,-1-1 1-15,-4-3-2 0,-2 3 1 16,-6-4 0-16,-5-4 0 16,-5 1-1-16,-2-1 1 15,-7 1 0-15,-7-3-1 16,-9-3 1-16,-4-1 1 0,-8 1-1 15,-4-2 0-15,-14-1-1 16,-2 0 1-16,-7-4 0 16,-10 3 0-16,-10-3-1 15,-3-3 1-15,-9-2 0 0,-8-1 0 16,-4-5 1-16,-9 2-1 16,-7-3 0-16,-4-3 0 15,-1-2 0-15,-7-1 0 16,2 1 0-16,-7-2 0 15,0-3 0-15,-1 0 0 0,-1-5-1 16,4 1 1-16,-3 0 0 16,-1-1 0-16,5-6 0 15,-6 1-1-15,4 3 1 0,-4-6 0 16,3 6-1-16,-6-4 1 16,3 5-1-16,1-5 1 15,-5 6 0-15,1-2 0 16,2-1 0-16,-7 5-1 0,6-2 1 15,0 3 0-15,0-1 0 16,-3-2 0-16,-1 3-1 16,8-1 1-16,-6 2 0 15,-4-3-1-15,4 1 1 0,-4 0 0 16,4-2-1-16,0 1 1 16,-1-3-1-16,-2 3 0 15,5-4 0-15,-3 3 0 16,-2-2 0-16,-3-1 0 0,6-2 0 15,-6 2 1-15,0-1-1 16,6-2 2-16,-5 4-1 16,4-4 1-16,0 2-1 15,4-3 1-15,0 1-1 0,4 0 0 16,0 4 1-16,0 1 0 16,0-2 0-16,-1 0 0 15,4 5-1-15,-3-2 1 16,-5 0 0-16,5 0 0 0,0-2-1 15,-1-2 0-15,7 0 0 16,-1-4 0-16,6-2 1 16,6 0-1-16,4-8 1 15,3-4-1-15,6-2 0 0,5-4 0 16,7-4-1-16,2 0 1 16,6-6 1-16,7 1-1 15,5-5-1-15,2-3 2 16,8-2 0-16,5-5-1 15,2-6 1-15,8 0-1 0,-2-2 1 16,6-7-1-16,0-2 1 16,7-2 0-16,-1-3-1 15,2-2 1-15,-3-4 1 0,4 1-1 16,2-6 0-16,-1-4 1 16,1 0-2-16,5-5 0 15,2-5 0-15,5-3 0 16,8-4 0-16,4-6 0 0,6-8 0 15,7 0 0-15,13-14 0 16,6-5 0-16,13-3 0 16,11-11 0-16,11-11 0 15,11-6 0-15,14-10 0 0,11-5 0 16,16-5 0-16,9-5 0 16,14-10 0-16,13-3 0 15,12-3 0-15,14-2 0 16,16 0 0-16,8 5 0 0,16 2 0 15,12 8 0-15,13 15 0 16,3 34-22-16,22-8-63 16,6 10-3-16</inkml:trace>
  <inkml:trace contextRef="#ctx0" brushRef="#br2" timeOffset="170486.7">1649 12701 304 0,'0'0'-2'0,"0"0"-2"16,0 0 1-16,7-5-2 15,3 0 2-15,10-3-1 16,10-2 1-16,2-2 0 16,17-5 1-16,6 1 2 0,7-3 2 15,5 1-1-15,6-1 0 16,1-1 1-16,3 2 0 15,2 0-1-15,8 2 2 16,3-4-1-16,4 0 1 0,3 0-3 16,10 2 3-16,2-1-2 15,11 2 0-15,6-3 0 16,-2 6 1-16,-2-4 0 0,7 0 0 16,4 1 2-16,-4 2-2 15,4 3 3-15,-7-1 1 16,-1 1 0-16,5 2-1 15,7-2 0-15,-6 2 0 16,1 3-1-16,5 2 1 0,5-3-3 16,-1 2 0-16,-2 0 0 15,-3 4-1-15,-1-1 0 16,-1 3-1-16,-2 0 1 16,-6 3 0-16,-6 1 0 0,4 4-1 15,2-4 1-15,-7 4 1 16,-1-3-2-16,-1 3 1 15,0-1-1-15,-4 1 2 16,-1 4-2-16,-12 1 1 0,-4 1-1 16,-6-2 0-16,-5 8 0 15,-9 0 0-15,-3 5 0 16,-6-3-1-16,-3 0 1 16,-4 6 0-16,0-2 0 0,-10 2-2 15,4 2 2-15,-7-2 0 16,-6 1-1-16,1 0 1 15,-10 1 0-15,-2 0 0 0,-11-3 0 16,-1 6 0-16,-6-5 0 16,-6 3-2-16,-6-4 2 15,0 5-1-15,-1-2 1 16,-7-3-1-16,-1 3 1 16,-4-3 0-16,1 1-1 0,-4-2 1 15,2 2-1-15,-6-6 0 16,-2 3 1-16,-5 0-1 15,-8-3 1-15,-5 3-1 0,-7-5 1 16,-8 2 0-16,-7-2 0 16,-5 0 0-16,-8 0-1 15,-9-2 0-15,-3-2 0 16,-10-1 0-16,-3 0-1 16,-6-3 1-16,-7 0 0 0,-8-2 0 15,-4-2 0-15,-4-1 1 16,-4 0 0-16,-9-1 0 15,-3-3 0-15,-5 4 1 0,-2-5 0 16,-2 1 0-16,-3-1 0 16,-2 0-1-16,-5-2 1 15,0 3 0-15,3-3 0 16,-6 3 0-16,1-1 0 16,-4 1-1-16,7-1 1 0,-1-2 0 15,2 3-1-15,5-1 0 16,1-2 1-16,4 0-1 15,11 0 0-15,2 0 0 16,2-5 0-16,7 0 0 0,6-3-1 16,8-4 1-16,6-1-1 15,2-3-1-15,7-1 1 16,2-4-1-16,7-4 1 0,5 2-1 16,6-2 2-16,6-8 0 15,5 0 0-15,10-1 2 16,6-1 1-16,7 0 1 15,9-1 0-15,6-1 0 16,8-1-1-16,8 1 0 0,9 2-1 16,7-2 0-16,10 0-1 15,17 0 0-15,8-3-1 16,10 2 1-16,12 5 0 16,18-4 0-16,12 1 0 0,12 7-3 15,15 0-9-15,20-11-55 16,20 17-6-16</inkml:trace>
  <inkml:trace contextRef="#ctx0" brushRef="#br2" timeOffset="174053.53">8797 13137 206 0,'0'0'1'16,"0"0"-1"-16,10 2 2 0,-10-2-1 16,20 5 0-16,-3-5 1 15,6 3-1-15,2-3 0 16,0 2 3-16,7 1-1 16,0-3 2-16,3 0 0 0,-3 0-1 15,0 0 2-15,0 0 2 16,1 0-1-16,1 0 2 15,4 0-2-15,-3 0 0 16,2 0-1-16,8 0 0 0,2 1 0 16,0 3-2-16,3 0-1 15,-1 1-1-15,4 0-1 16,-1-3 0-16,5 6 0 0,-2-3 0 16,-1 0 1-16,3 0 0 15,-2 2 0-15,5-2 0 16,0-2 3-16,-1 2 0 15,6 0 1-15,-3-3 0 16,4 1 0-16,-3 1 1 0,6-4-1 16,-2 3-1-16,-5-3 1 15,9 3-2-15,-2-3-2 16,-2 0 0-16,6 0-1 16,-3 0 2-16,3 0-2 0,2 0 0 15,-1 0 0-15,-2 0 0 16,3 0 0-16,-3 0-1 15,-3 0 1-15,1 0 0 16,-3 0-1-16,0 0 1 0,0 0 0 16,-5-3 1-16,0 3-1 15,0 0 1-15,-2-3 0 16,0 3-1-16,0 0 1 0,-3 0-1 16,0 0 0-16,-8 0 0 15,4 3-1-15,-3 0 1 16,-5 1-1-16,2-4 1 15,-5 3-1-15,5-3 1 0,-2 0-1 16,-4 0 1-16,2 0 0 16,2 0 1-16,0 0-1 15,0 0 1-15,2 0 0 16,-3-3 0-16,1 3-1 16,0-1 1-16,-4 1-1 0,4 0 0 15,-5 0 0-15,5-3-1 16,-5 3 1-16,2-3 0 15,2 3-1-15,-1 0 1 16,5 0-1-16,-2-3 1 0,2 1-1 16,-1 2 1-16,3-2-1 15,-1-1 0-15,1 1 1 16,-2 2-1-16,0 0 0 0,3 0 0 16,-7 0 0-16,4 0 0 15,-2 2 0-15,2 1 1 16,-1-1-1-16,-2 0 0 0,2-2 0 15,0 3 0-15,0-3 0 16,-2 0 0-16,-1 0 0 16,2 0 0-16,-2 0 1 15,4 0-1-15,-4 0 1 16,1 0 0-16,2 0 0 0,1 0 1 16,-2 0-2-16,2 0 1 15,-1 0 0-15,-2 0 0 16,2-3 0-16,-4 1 0 15,1 0-1-15,1 2 1 0,2-5-1 16,0 5 1-16,2-3-1 16,2 1 1-16,1 2 0 15,2-2-1-15,1 2 1 16,-3-3 0-16,1 3-1 0,-2-3 0 16,-1 3 0-16,3-2 1 15,-4-1-1-15,3 3 0 16,1-2 0-16,-2-1 0 0,7 1 0 15,-6 0 0-15,0-1 1 16,3 1-1-16,-3 2 0 16,3 0 0-16,-4-3 0 15,7 3 0-15,-1 0 0 16,3 0 0-16,2 0 0 0,0-3 0 16,-2 3 0-16,-1 0 0 15,3-2 0-15,-5 2 0 16,1 0 1-16,-1 0-1 15,0-3 0-15,0 3 0 16,0-1 0-16,0 1 0 0,-2 0 0 16,3-4 0-16,-2 4 1 15,4-2-1-15,-3 0 0 16,5-1 0-16,-5 3 0 0,3-2 0 16,4-1 0-16,-4 1 0 15,2 0 0-15,0-2 0 16,0 0 1-16,3 2-1 15,-3-1 0-15,5 3 0 0,1-3 0 16,-4 1 0-16,3 2 0 16,0 0 0-16,-2 0 0 15,-1 2 0-15,1 1 0 16,3 0 0-16,-6-3 0 0,2 5 0 16,-4-4 0-16,2-1 0 15,0 4 0-15,0-4 0 16,-4 0 0-16,0 2 1 15,0-2-1-15,-1 0 0 0,-2 2 0 16,-3-2 0-16,0 0 0 16,3 0 0-16,-3 0 0 15,-3-2 0-15,4 2 0 16,-1-2 0-16,0 2 0 0,0-4 0 16,-2 4 0-16,-3 0 1 15,1 0-1-15,-2 0 0 16,2-1 0-16,-4 1 0 0,6 0 0 15,-8-3 1-15,8 3-1 16,-6-2 0-16,4 2 0 16,-1 0 0-16,-2-3 1 15,-1 3-1-15,-1-3 0 16,1 1 0-16,2 0 0 0,-1-1 1 16,2 3-1-16,2 0 0 15,3-2-1-15,1 2 1 16,-2 0 0-16,2-3 0 15,2 3 0-15,0 0 0 0,-4 0 0 16,6 0 0-16,-2 0 1 16,2 0-1-16,6 0 0 15,1 0 1-15,-2 0 0 16,3 3 0-16,-3-1 0 0,0 3 0 16,-2 3 0-16,-6-2 1 15,1 2-1-15,-3 4-1 16,-4-2 1-16,-7 3-1 0,-1-3 1 15,-4 0-2-15,-7 0 0 16,-2 3-3-16,-7-5-6 16,-7 6-12-16,-6 12-56 15,-7-16-3-15</inkml:trace>
  <inkml:trace contextRef="#ctx0" brushRef="#br2" timeOffset="175886.01">1909 13986 238 0,'0'0'1'0,"0"0"0"0,13 0 1 15,2 0 1-15,3 3 1 16,3-3-1-16,9 2 2 15,5-2 3-15,-3 0 0 16,13-2 3-16,-5-3 0 0,3 5 1 16,1-6-1-16,0 5 2 15,6-2-1-15,-5 0-1 16,9 1 0-16,-1 2-3 16,4 0 0-16,3 0-1 15,4 0-1-15,3 2-1 0,0 1 0 16,8-3-2-16,2 3 0 15,5-3-1-15,-1 0-1 16,7 0 0-16,-1 0-1 0,0 0 1 16,0 0 0-16,5 0 0 15,-2-3 0-15,-3 0 1 16,5 1 0-16,-6 2-1 16,1-3 1-16,0 1-1 0,3 2 1 15,-6 0-1-15,0 0 1 16,-4 0-1-16,2 0 1 15,0 0 0-15,-2 0 0 16,2 0 1-16,-1 0-1 16,6 0 0-16,-2-3-1 0,2 3 1 15,2-2-1-15,3 0 0 16,-3-1-1-16,3 1 1 16,0-1 0-16,-2 1-1 0,2-1 0 15,-8 0 0-15,0 1 0 16,-2 2 0-16,-5-2 1 15,3 2-1-15,-5 0 0 16,2 0 0-16,-2 4 1 16,1-1-1-16,2 2 0 0,-2-2 0 15,4 2 1-15,-1-1-1 16,1 1 0-16,2 0 1 16,0 1-1-16,0 1 0 0,-2-5 1 15,4 6-1-15,-4-4 0 16,2 1 0-16,-3 6 0 15,3-4 0-15,-5-2 1 16,8 0-1-16,-1 3 0 16,6-4 1-16,2-1-1 0,0 4 1 15,2-7-1-15,3 5 1 16,4 1-1-16,-5-5 1 16,8 2 0-16,-5 0-1 15,0-2 1-15,-5 5 0 0,8-6-1 16,-4 0 0-16,1 0 1 15,0 0-1-15,-2-6 0 16,0 5 0-16,0-5 0 16,0 2 0-16,-3-2 0 0,3 4 0 15,-7-3 1-15,2 3-1 16,-3 2 0-16,1-3 0 16,-2 3 0-16,-3 0 0 15,2 0 1-15,-2 0-1 0,-6 0 0 16,-4 0 0-16,-3 0 1 15,-5 0-1-15,-8 3 0 16,-4-3 1-16,-5 0-1 16,-13 0 0-16,0 2 0 0,-7-2 0 15,-10 3 0-15,-3-1 0 16,-1-2 0-16,-9 0-1 16,-7 0 1-16,10 5 0 15,-10-5-3-15,0 0-1 0,0 20-9 16,-15-1-37-16,-3-4-31 15,-9-5-2-15</inkml:trace>
  <inkml:trace contextRef="#ctx0" brushRef="#br2" timeOffset="178719.3">1589 13662 95 0,'0'0'5'0,"0"0"5"16,0 0 3-16,-2-15 4 15,2 15 1-15,-6-14 4 0,1 3 4 16,0-2 1-16,1 1-4 16,-1-2-6-16,-3-4-2 15,0-4-2-15,1 0-2 16,-3-3-1-16,3-3-3 0,-3-1-1 16,0-3 0-16,0-6 0 15,2-1 1-15,1-4-2 16,2-4-1-16,3-4 1 15,2-9-3-15,2-7-2 16,8-2 0-16,5-5-1 0,2-4 0 16,3-1-2-16,5-5-2 15,3 0 0-15,4-1-1 16,0-2 0-16,5 2 0 0,-2 0 0 16,10-6 1-16,-3 4 1 15,13-3 0-15,2-4 2 16,5-2 1-16,8 2 0 15,1-3-1-15,7-2 0 16,8 3-2-16,12-6 0 0,1 5-1 16,5 0-2-16,8 1 2 15,-1 6 0-15,15 1-3 16,0 5 0-16,3 5-1 0,-2 0-1 16,4 8 0-16,6 1 0 15,0 5 1-15,2 4-1 16,-5 1 4-16,-5 5 3 15,8 5 3-15,0 1 4 0,-1 7-1 16,-6 5 3-16,6 1-2 16,1 2 1-16,-1 0 0 15,4 4 1-15,-6 1-3 16,4 1 0-16,0-1 0 0,-2-1-2 16,0 2 1-16,6 2 0 15,-7 6 0-15,4-5-1 16,-2 7 1-16,-8 6-1 15,5 2 1-15,3 5-1 16,-2 1 1-16,-7 4-1 0,3-4 1 16,4 4-1-16,-4-2 0 15,1-3 2-15,-6 3-2 16,-6-3 0-16,6-2 0 0,2 2-1 16,-14-3 1-16,-2 3 0 15,2 0 0-15,0 0-1 16,-4 3 0-16,1-4 0 0,-6-1 0 15,-6 2 0-15,-2-2 0 16,-3 1 0-16,0-1 0 16,-4 0 0-16,2-5 0 15,-7 2 0-15,-3-2 1 16,-1-1 0-16,-5-2-1 0,-5 0 1 16,-4-5 1-16,-7 4 2 15,-8-5 3-15,-5 4 3 16,-7-3 1-16,-2 3 0 15,-11 0 3-15,0 2-1 16,-12 2 1-16,-5 3 1 0,-10 10-3 16,10-12-4-16,-10 12-4 15,0 0-2-15,0 0-5 16,0 0-6-16,-2 0-17 0,2 0-45 16,-16 15-6-16</inkml:trace>
  <inkml:trace contextRef="#ctx0" brushRef="#br2" timeOffset="179236.68">9968 9309 236 0,'0'0'6'16,"0"0"2"-16,0 0-2 0,0 0 1 16,0 0 0-16,0 0 2 15,0 0 2-15,0 0 5 16,0 0-6-16,7 8 1 0,5-6 0 16,3-2 2-16,8 0 1 15,4 0-2-15,6-5-1 16,-1-2-4-16,2-1 1 15,1-2-2-15,0 3 0 0,-5-3-1 16,-5 3-1-16,-6 2 0 16,-4 5 2-16,-3 0-1 15,-7 15-1-15,-5 7 0 16,-2 10 0-16,-8 13 0 16,-2 9-1-16,-3 15-10 0,-8 8-69 15,6 0-2-15</inkml:trace>
  <inkml:trace contextRef="#ctx0" brushRef="#br2" timeOffset="184185.94">8852 8896 354 0,'0'0'7'16,"0"0"3"-16,-3-14 2 0,3 14 0 16,-10-14 2-16,3 2 1 15,-3 2 1-15,-3-3 0 16,-4 4-5-16,-3-2-2 15,-7 10-3-15,-3-2 0 0,0 3-2 16,-7 3-1-16,-2 6 0 16,-2 8 0-16,-1 6-1 15,3 4-1-15,1 9 1 16,5 0-1-16,4 11 0 0,5 0 0 16,3 7-1-16,9-1 2 15,4 4-2-15,8 0 0 16,0 0 0-16,13-3 0 15,4-4 0-15,8-8 0 0,5-5 0 16,9-8 0-16,9-6 0 16,2-3 0-16,4-10 0 15,8-8 0-15,-2-2 0 16,2-5 0-16,5-7 0 0,-2-8 0 16,0-2 0-16,-8 0 0 15,-3-6 0-15,-2 1 0 16,-4-4 0-16,-11-2 0 0,-9 0 0 15,-7-7 0-15,-5 1 0 16,-9-5 0-16,-7-8 0 16,-10-1 0-16,-10-1 0 15,-10-1 0-15,-4 1 0 16,-8 3 0-16,-9 5 0 0,-8 4 0 16,-1 10 0-16,-2 10 0 15,-5 9 0-15,-3 8 0 16,1 8 0-16,2 12 0 15,2 9 0-15,3 8 0 0,10 8 0 16,5 6 0-16,9 2 0 16,14 4 0-16,11 11 0 15,13-9 0-15,10-4-68 16,17 6-23-16</inkml:trace>
  <inkml:trace contextRef="#ctx0" brushRef="#br2" timeOffset="185520.11">13670 8882 347 0,'0'0'7'0,"0"0"2"16,0-6 4-16,0 6 4 15,-8-13 0-15,8 13 0 16,-15-14 2-16,5 6-1 0,-5 3-4 16,0 2-3-16,0 1-4 15,-2 2-2-15,-5 0-1 16,-3 7-1-16,1 4 0 15,-2 1-3-15,-1 3 0 0,0 2 0 16,-6 8 0-16,6 2 0 16,-1 0 0-16,2 8 0 15,11 2 0-15,-6 0 0 0,9 8 0 16,-1-3 0-16,11 5 0 16,2-2 0-16,2 2 0 15,9-3 0-15,1-4 0 16,11 0 0-16,-1-3 0 0,5-8 0 15,5-1 0-15,6-6 0 16,1-2 0-16,3-8 0 16,4-4 0-16,0-6 0 15,2-2 0-15,-1-5 0 16,0-5 0-16,-2-4 0 0,-3-3 0 16,-7-7 0-16,0 0 0 15,-5-3 0-15,-3-9 0 16,-2-3 0-16,-6-3 0 15,-7-5 0-15,-1-2 0 0,-6-6 0 16,-5 1 0-16,-3-4 0 16,-10 7 0-16,-6 1 0 15,-4 8 0-15,-6 7 0 0,-6 6 0 16,-9 9 0-16,-6 8 0 16,-8 12 0-16,-4 4 0 15,-2 14 0-15,-4 10 0 16,9 8 0-16,2 4-8 15,13 4-83-15,11 6-4 0</inkml:trace>
  <inkml:trace contextRef="#ctx0" brushRef="#br2" timeOffset="190520.41">6735 9530 10 0,'0'0'1'0,"0"0"1"16,0 0 1-16,0-8-1 0,0 8 3 15,0 0 2-15,-2-12 1 16,2 12 0-16,0 0 1 16,0-10-2-16,0 10 0 0,-3-10-2 15,3 10-3-15,0-8-2 16,0 8-3-16,-2-8-7 15,2 8-15-15,0-11-13 16</inkml:trace>
  <inkml:trace contextRef="#ctx0" brushRef="#br2" timeOffset="200102.68">8730 7436 401 0,'0'0'6'0,"0"0"3"16,0 0 2-16,0 0 2 15,0 0 1-15,0 0 0 0,0 0 0 16,0 0 0-16,0 0-6 16,0 0-3-16,0 0-3 15,5 8-2-15,-5-8 0 16,7 10 0-16,-7-10 0 0,18 9 0 15,-6-6 0-15,-2-3 0 16,0 0 0-16,0-8 0 16,2-1 0-16,-1-6 0 15,-4 0 0-15,-2-2 0 0,-5 0 0 16,0-1 0-16,-5 5 0 16,-11 3 0-16,0 4 0 15,-5 6 0-15,-4 0 0 16,4 6 0-16,-4 4 0 0,7 3 0 15,1 2 0-15,6 0 0 16,4-3 0-16,7 3 0 16,5-3 0-16,6-1 0 15,3-6 0-15,6-5 0 16,3 0 0-16,-1-8 0 0,5-7 0 16,-7-3 0-16,-1-1 0 15,-3-6 0-15,-6 0 0 16,-8 5 0-16,-2 3 0 0,-12 4 0 15,-6 6 0-15,-2 7 0 16,-4 0 0-16,-4 7 0 16,1 8 0-16,2 3 0 15,3-3 0-15,7 6 0 0,0-3 0 16,11 0 0-16,4-4 0 16,7 2 0-16,5-7 0 15,6-1-10-15,-4-8-18 16,9 0-12-16,-6-6-17 15,0-5-6-15,-2-2 3 0,-2-4 5 16,-6-1 15-16,-2-7 18 16,-5 3 20-16,0-5 26 15,0 5 25-15,-7 2 11 0,-1 0-3 16,-7 5-5-16,5 3-8 16,-2 7-12-16,-3 5-8 15,-2 2-9-15,-1 11-5 16,3 2-4-16,-2 7-2 0,3 3-4 15,5 7 0-15,5-2 0 16,1 6 0-16,3 0 0 16,10-2 0-16,3-2 0 15,4-4 0-15,3-6 0 0,7-3 0 16,1-10 0-16,2-5 0 16,1-7 0-16,0-11 0 15,1-8 0-15,-5-3 0 16,-5-7 0-16,-7-4 0 0,-5 0 0 15,-10-2 0-15,-7 4 0 16,-9 4 0-16,-10 8 0 16,-4 7 0-16,-8 5 0 15,3 10 0-15,-4 10 0 0,7 5 0 16,4 10 0-16,3 0 0 16,11 1 0-16,3-1-22 15,11 0-67-15,4-2-3 16</inkml:trace>
  <inkml:trace contextRef="#ctx0" brushRef="#br2" timeOffset="201269.66">8016 7386 426 0,'0'0'4'16,"0"0"0"-16,0 0 0 15,0 0 0-15,0 0 0 0,0 0 1 16,0 0-1-16,0 6 0 16,0-6-2-16,0 0-1 15,6 12 1-15,-6-12 1 16,12 5 1-16,-2-3 1 0,0-2 2 16,2 0 0-16,-3-4 1 15,3-1 1-15,0-5-5 0,-7 0-4 16,-1 0 0-16,0-2 0 15,-4 5 0-15,0-4 0 16,0 11 0-16,-16-10 0 16,4 10 0-16,-1 0 0 15,-1 0 0-15,1 8 0 16,1 5 0-16,4-2 0 0,0 4 0 16,4-2 0-16,4-1 0 15,0 1 0-15,0-13 0 16,20 14 0-16,-3-14 0 0,0 0 0 15,1-4 0-15,2-9 0 16,-3 1 0-16,0-4 0 16,-6-1 0-16,-4 1 0 15,-6 1 0-15,-1-1 0 16,-1 7 0-16,-9 1 0 0,-5 6 0 16,-2 2 0-16,-3 2 0 15,4 10 0-15,0 1 0 16,0-1 0-16,2 6 0 0,9-4 0 15,0 4 0-15,5-8 0 16,5 2 0-16,5-7 0 16,2-2 0-16,5-3 0 15,1-3 0-15,-3-5 0 0,0-1 0 16,2-1 0-16,-7-3 0 16,-2 3 0-16,-3-2 0 15,-5 12 0-15,0-17-5 16,0 17-19-16,-10 0-33 0,2 0-29 15,-2 0-2-15</inkml:trace>
  <inkml:trace contextRef="#ctx0" brushRef="#br2" timeOffset="201652.87">8087 7256 397 0,'0'0'4'0,"0"0"3"0,-5-15 3 15,5 15 1-15,-18-10 0 0,3 5 2 16,0 3-1-16,-5 2 0 16,1 7-3-16,-1 5-4 15,-1 11-1-15,4 3-3 16,2 2-1-16,5 5 0 0,3 3 0 16,7-1-1-16,3-3 1 15,9-2-1-15,8-5 1 16,5-5 0-16,7-10 1 15,3-9 0-15,2-1 1 0,0-10 1 16,3-9 1-16,-5-6 2 16,-3-5-6-16,-4-9 0 15,-9 2 0-15,-8-5 0 16,-9-3 0-16,-4 0 0 0,-16 4 0 16,-7 4 0-16,-5 7 0 15,-7 15 0-15,-7 10 0 16,-4 17 0-16,3 15 0 15,3 23 0-15,0 13-31 0,12 5-58 16,7 17-3-16</inkml:trace>
  <inkml:trace contextRef="#ctx0" brushRef="#br2" timeOffset="204703.42">14224 7310 400 0,'0'0'6'15,"0"0"2"-15,0 0 2 0,0 0 2 16,0 0 1-16,0 0 1 16,-10 0-1-16,10 0 1 15,-11 10-5-15,11-10-3 0,-12 15-2 16,10-6-2-16,-3 1-2 15,5-3 0-15,0 4 0 16,0-11 0-16,5 13 0 16,-5-13 0-16,14 1 0 0,-3-1 0 15,-1-4 0-15,2-4 0 16,-4-2 0-16,-1-1 0 16,-4-2 0-16,-3 3 0 15,0 0 0-15,-5 0 0 0,-8 3 0 16,1 1 0-16,0 4 0 15,-4 2 0-15,2 8 0 16,-2-1 0-16,7 8 0 16,-4-2 0-16,6 3 0 15,4-3 0-15,3 2 0 0,5-5 0 16,8-5 0-16,4-3 0 16,3-2 0-16,3-5 0 15,-4-4 0-15,4-7 0 0,-3 1 0 16,-6-1 0-16,-4 0 0 15,-4-1 0-15,-6 4 0 16,-6 4 0-16,-6 1 0 16,-4 7 0-16,-3 1 0 0,-4 0 0 15,3 7 0-15,1 3 0 16,1-1 0-16,5 6 0 16,5-2 0-16,4-1 0 15,4-2 0-15,0-10 0 0,16 11 0 16,-2-8 0-16,4-3 0 15,0-4 0-15,3-3 0 16,0-6 0-16,-7 1 0 16,1-1 0-16,-5 3 0 0,-5-3 0 15,-5 13 0-15,0-14 0 16,0 14 0-16,-12-4 0 16,0 4 0-16,-4 0 0 15,4 1 0-15,-3 7 0 0,0 1 0 16,7 2 0-16,-1-1 0 15,1 2 0-15,4-2 0 16,4-3 0-16,0-7 0 16,4 11 0-16,-4-11-12 0,21 0 0 15,-12-3-1-15,6-3 0 16,0-3 1-16,-3-4 1 16,-1-4 0-16,-2 3 4 15,-1-3 3-15,-6-1 3 0,-2 0 4 16,0 4 3-16,-5-1 3 15,-7 3 1-15,-1 1 2 16,1 2 0-16,-8 1-1 16,3 6 0-16,-6 2-2 15,1 0-2-15,-3 10-1 0,1 6-6 16,-6 4 0-16,0 3 0 16,3 7 0-16,4 4 0 15,0 1 0-15,11 2 0 0,5-2 0 16,7 2 0-16,7-7 0 15,14-1 0-15,3-8 0 16,8-10 0-16,6-4 0 16,4-7 0-16,2-1 0 0,-1-12 0 15,1-7 0-15,-7-2 0 16,-4-6 0-16,-9-3 0 16,-3-2 0-16,-12-1 0 15,-6 2 0-15,-6-5 0 0,-11 6 0 16,-4-1 0-16,-9 10 0 15,-3 7 0-15,-5 8 0 16,0 7 0-16,-4 9 0 16,2 7 0-16,-1 8 0 15,6 6 0-15,8-1 0 0,8 11 0 16,4-11-13-16,-1-1-76 16,33-8-5-16</inkml:trace>
  <inkml:trace contextRef="#ctx0" brushRef="#br2" timeOffset="207119.5">8260 7300 272 0,'0'0'3'0,"0"0"2"16,-7-8-1-16,-3 7 2 15,10 1 1-15,-22 0-1 16,12 0-1-16,-8 1 0 16,1 4-2-16,-2 3-2 0,3 0-1 15,1-1 0-15,-5-5 1 16,8 1 3-16,0-3-1 16,1-5 2-16,4-8 0 0,0-3 3 15,4-8 3-15,3 0 4 16,3-10 0-16,4-3-2 15,0-8 2-15,9-7-1 16,3-3 1-16,6-6-4 0,5-4-2 16,2-4-3-16,0-3-1 15,9-5-1-15,-4-5-2 16,0 1 0-16,0-1 0 16,-7 3 0-16,-5-4 0 0,-8 2 1 15,-7 2-1-15,-10-1 0 16,-2 4 0-16,-16 1 0 15,-7-1 0-15,-5 2-1 16,-4 1-1-16,-6 2 0 16,-2-2 0-16,-1 4-1 0,-1 0 1 15,1-3-1-15,1 0 1 16,3-2 0-16,4-3 1 16,5-3-2-16,5-4 1 0,10 0 0 15,5-7 0-15,10-6 1 16,7-3 0-16,11-6-1 15,7-5 0-15,5 2 1 16,5-3 0-16,4 0-1 0,1 2 2 16,0 3-1-16,-5 3 0 15,0 10 1-15,-8 2-1 16,-5 8 1-16,-5 10-2 0,-1 4 0 16,-9 11 0-16,-2 7 0 15,-3 7-6-15,-2 6-9 16,0-3-62-16,3 18-7 15</inkml:trace>
  <inkml:trace contextRef="#ctx0" brushRef="#br2" timeOffset="208155.58">14274 7283 234 0,'0'0'7'16,"-9"-12"3"-16,0 7 1 0,-3-8-1 16,-8 1 3-16,-1-5 1 15,-3-4 1-15,-1-5 2 16,-4-4-5-16,8 0-1 15,-4-8 1-15,8-3 1 16,2-6 0-16,3-6-1 16,5-3-2-16,4-7 0 0,3-3-2 15,3-9-2-15,6-6 0 16,6-3-2-16,7-6 0 16,1-4 0-16,7-3-1 0,5-4 0 15,4-3-1-15,4-3-1 16,1 6 0-16,1-7 0 15,2 6-2-15,-3-8 0 16,2 6 0-16,-4-2 0 16,-8 2 0-16,2-3 0 0,-12 6 1 15,-1 2-1-15,-8-3 2 16,-5 3 1-16,-10 0-1 16,0 5 0-16,-5-4 0 0,-9 4 1 15,0 5-1-15,-4-1 1 16,-1-6-1-16,-3 11 0 15,-1-8-1-15,-2 2 2 16,3 0-1-16,0-2 0 16,-1 2 0-16,4 0 0 0,3-3 0 15,3 1 0-15,10-4 1 16,-3 3-2-16,6-4 0 16,6-1 0-16,3 2-1 0,3 0 1 15,6 5-2-15,1 3-1 16,-1 9-1-16,-2 4 1 15,-4 13-1-15,-3 2-6 16,4 17-15-16,9 7-56 16,-20 4 1-16</inkml:trace>
  <inkml:trace contextRef="#ctx0" brushRef="#br2" timeOffset="209136.58">19417 7274 273 0,'0'0'8'0,"0"0"7"16,12-11 3-16,-12 11 6 15,12-13 1-15,-12 13 4 0,16-17-2 16,-9 8 2-16,-7 9-8 15,2-15-6-15,-2 15-5 16,-9-8-4-16,-1 8-3 16,-5 0-1-16,0 0-1 15,-3 5-1-15,4 2 0 0,3 1 0 16,2 2 0-16,9-10-1 16,0 15 2-16,9-11-1 15,10-4 0-15,12-1 0 0,2-10 1 16,4-3-1-16,5-7 1 15,0-3 0-15,-2-3 1 16,-6-1-2-16,-6-2 0 0,-13 3 0 16,-7 0 0-16,-8 9 0 15,-8 2 0-15,-12 9 0 16,-5 4 0-16,-5 6 0 16,0 7 0-16,3 6 0 15,0-1 0-15,5 5 0 16,-1-5-18-16,16-1-16 0,7 0-51 15,0-14-1-15</inkml:trace>
  <inkml:trace contextRef="#ctx0" brushRef="#br2" timeOffset="209803.09">19711 7075 230 0,'0'0'6'0,"-8"4"4"15,-2 2 6-15,-5-2 4 16,-2 4 2-16,-4-1 3 16,-1 0 1-16,-3 4 3 15,3-9-4-15,3 3-3 0,6-5-5 16,2-2-4-16,4-14-2 16,5-1-1-16,2-10-2 15,7-10-1-15,8-8-1 16,-4-6-1-16,6-9-2 15,-3-4-3-15,4-12 0 0,1-4 0 16,-1-10 0-16,-4-2 0 16,2-1 0-16,-4-4 0 15,-2 0 0-15,0-4 0 0,0 2 0 16,-3 2 0-16,-5 3 0 16,2 5 0-16,-4-3 0 15,0 3 0-15,-6 0 0 0,0 2 0 16,2 0 0-16,-3 1 0 15,5-1 0-15,-1 0 0 16,3-3 0-16,10 2 0 16,2-6 0-16,8 0 0 15,5-6 0-15,8-1 0 0,4-3 0 16,8-3 0-16,-1-2 0 16,9-2 0-16,-4 2 0 15,6-3 0-15,-3 1 0 16,-5-3 0-16,-2 5 0 0,-8 0 0 15,-2 2 0-15,-8 8 0 16,-2 0 0-16,-6 3 0 16,-1 4 0-16,-8 5 0 15,1 3 0-15,-7 5 0 0,-1 2 0 16,-1 3 0-16,-2 2 0 16,0 2 0-16,-5 4 0 15,-3-1 0-15,-2 5 0 0,1 2 0 16,-4 3 0-16,3 0 0 15,-4 8 0-15,1 4 0 16,1 7 0-16,-4 9 0 16,9 7-26-16,10 0-59 15,-6 14-5-15</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2-05T14:28:18.624"/>
    </inkml:context>
    <inkml:brush xml:id="br0">
      <inkml:brushProperty name="width" value="0.05292" units="cm"/>
      <inkml:brushProperty name="height" value="0.05292" units="cm"/>
      <inkml:brushProperty name="color" value="#0070C0"/>
    </inkml:brush>
  </inkml:definitions>
  <inkml:trace contextRef="#ctx0" brushRef="#br0">6820 10271 0 0,'24'-33'3'0,"1"1"-1"16,5-11-1-16,6 4 0 0,-1-6 0 15,6-4 2-15,1 0-2 16,-1-6 1-16,0 8 0 16,6-3-1-16,-9 8-1 0,-1 2 1 15,-3 8-2-15,-1 5-11 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3:11:23.329"/>
    </inkml:context>
    <inkml:brush xml:id="br0">
      <inkml:brushProperty name="width" value="0.05292" units="cm"/>
      <inkml:brushProperty name="height" value="0.05292" units="cm"/>
      <inkml:brushProperty name="color" value="#FFC000"/>
    </inkml:brush>
  </inkml:definitions>
  <inkml:trace contextRef="#ctx0" brushRef="#br0">7818 7816 285 0,'0'0'8'16,"-7"-10"4"-16,7 10 0 0,-20-15 3 15,5 5 0-15,-5 3-1 16,-5-1 2-16,-3 0-1 15,-4 8-7-15,0 0-4 0,0 10-2 16,-1 8-1-16,-4 12-1 16,5 7 1-16,0 10 0 15,4 10 0-15,6 4 0 16,3 9 0-16,8 3 2 0,5 3-1 16,10-5 0-16,13 3 0 15,5 1 0-15,19-6 0 16,5-4 2-16,7-3-2 15,6-8 0-15,3-2 0 0,8-7 1 16,-1-8 0-16,4-4 0 16,-1-8-2-16,2-11 0 15,1-7 1-15,-6-7-1 0,6-7 1 16,-5-13-1-16,-4-7 0 16,-1-10 0-16,-3-5 0 15,-7-8 2-15,-7-9 1 16,-7-1 0-16,-11-9 0 0,-10-4 1 15,-12-3 0-15,-8-6 0 16,-21-2-1-16,-8-3-2 16,-13 1 0-16,-8-1 0 15,-10 6 1-15,-7 4-1 0,-7 8 0 16,-6 6 0-16,-2 14 1 16,-2 14 1-16,-1 10-4 15,-4 13 0-15,-1 12 0 16,3 15 0-16,6 14 0 15,3 13 0-15,9 13-3 0,14 12 2 16,10 15 0-16,16 9-3 16,21 18-14-16,8 7-63 15,32 8-4-15</inkml:trace>
  <inkml:trace contextRef="#ctx0" brushRef="#br0" timeOffset="2483.21">7910 7818 240 0,'0'0'3'0,"-10"0"1"0,-3 0 1 16,-1-2 1-16,-4-1 3 16,-5 0 2-16,-5 3-1 15,-6 0 4-15,-3 6-3 0,-2 6 1 16,2 5 0-16,0 13-2 16,-1 5-2-16,1 12 2 15,4 4-3-15,1 12 0 16,7 9 2-16,11 9-2 15,3 1-2-15,11 2 1 0,11 2 0 16,8-1 0-16,21-3-1 16,9-6 0-16,11-11-2 15,7-6 1-15,8-9 0 0,4-8-1 16,1-14 0-16,5-6 0 16,-9-13-1-16,2-9 0 15,-4-12 0-15,-5-13 0 16,-7-7 0-16,-4-15 0 0,-8-7 0 15,-11-13 2-15,-9-5-1 16,-12-10 1-16,-14-4 0 16,-8-5-1-16,-21-3 1 15,-12 4-1-15,-16-1 0 0,-9 8-2 16,-12 14 1-16,-11 9-2 16,-4 21 1-16,-6 14-1 15,-1 20 1-15,-1 10 0 16,7 24 0-16,1 19-1 15,11 11-1-15,14 12-1 0,14 16-8 16,21 0-16-16,4 7-55 16,37-1-3-16</inkml:trace>
  <inkml:trace contextRef="#ctx0" brushRef="#br0" timeOffset="3866.68">8931 8801 284 0,'0'0'6'0,"0"0"4"16,0 0-1-16,0 0 1 16,0 0 3-16,0 0 2 15,0 0 3-15,18 0 1 16,6 0-7-16,3 0-2 0,14 0 1 15,6-2 1-15,10-1-3 16,5-1-1-16,2-6-1 16,6 2-1-16,-7-2-1 15,4 0 0-15,-11 0-1 0,-1 1-2 16,-5 0 0-16,-11 2 0 16,-6 3-1-16,-6 1 1 15,-9 1 0-15,-4 2 1 16,-14 0-1-16,0 0-2 0,0 0-1 15,0 0-5-15,-16-3-8 16,0 3-33-16,-9 0-35 16,0 0-2-16</inkml:trace>
  <inkml:trace contextRef="#ctx0" brushRef="#br0" timeOffset="4585.52">8896 8824 380 0,'0'0'7'0,"0"0"0"0,0 0 0 16,0 0 0-16,0 0 3 15,8 5 0-15,-1 2 1 0,6 0 1 16,7 6-6-16,4-1 0 16,1 2 0-16,7 4 0 15,3 0-3-15,0-1 0 16,-3-5 0-16,4 4 0 0,-2-3-1 16,-6 1-1-16,-1-3 0 15,-8-2 1-15,2-2-1 16,-7 0 1-16,-1 1 1 0,-13-8 0 15,10 5 0-15,-10-5 0 16,-6 0 0-16,-6-8-3 16,-7-2 0-16,-6-5 0 15,-5-2 0-15,-5-5 0 16,-4 2 0-16,-2-5 0 0,2 1 0 16,2 4 0-16,2-3 0 15,3 3 0-15,2 3 0 16,5 2 0-16,5 1 0 15,0-1 0-15,5 2 0 16,3 1 0-16,4 2 0 0,8 10 0 16,-12-12 0-16,12 12 0 15,0 0 0-15,-5-7 0 16,5 7 0-16,10-3 0 0,3 0 0 16,6-4 0-16,6-3 0 15,5-5 0-15,9-2 0 16,4-5 0-16,4-3 0 0,0 0 0 15,-2 0 0-15,-2 6 0 16,-9-2 0-16,-4 7 0 16,-8 3 0-16,-5 2 0 15,-7 6 0-15,-10 3 0 0,0 0 0 16,0 0 0-16,-7 0 0 16,-5 3 0-16,-4 2 0 15,2-1 0-15,-1 4 0 16,0 2 0-16,2-3 0 15,6 8-8-15,0-5-82 0,2 2-4 16</inkml:trace>
  <inkml:trace contextRef="#ctx0" brushRef="#br0" timeOffset="5238.55">9041 8418 329 0,'0'0'6'0,"0"0"2"15,-16-11 3-15,4 9 3 16,-3 0 1-16,-7-1 1 0,-5 0 0 16,-1 3 0-16,-1 6-5 15,1 4-2-15,-4 7-3 16,4 4-3-16,1 12-1 15,2 9-1-15,3 8 0 0,4 9 0 16,4 6 0-16,8 7 0 16,6 2 0-16,11-2 0 15,8-3 1-15,16-7 0 16,12-10 0-16,13-12 1 0,5-10 0 16,9-13-1-16,8-10 1 15,3-9 1-15,4-13-1 16,-1-7 0-16,-2-10 0 15,-7-5-1-15,-1-6 0 0,-9-4 0 16,-5-5-1 0,-14 0 0-16,-9-3 1 0,-14 1 0 15,-13-4-2-15,-14 0 0 16,-12-3 0-16,-20-2 0 0,-11 1 0 16,-16 0 0-16,-11 8 0 15,-12 1 0-15,-10 19 0 16,-5 14 0-16,-7 15 0 0,-3 23 0 15,-2 18 0-15,2 30 0 16,5 11 0-16,15 26-5 16,15 11-79-16,17 6-3 15</inkml:trace>
  <inkml:trace contextRef="#ctx0" brushRef="#br0" timeOffset="7883.02">8501 6089 308 0,'-5'-10'9'0,"1"-2"4"16,-6-1 1-16,-3-2 1 0,-4 0 2 16,-3 5-1-16,-8 6-1 15,-1 4 0-15,-4 12-9 0,1 20-3 16,0 12-3-16,2 19 0 15,3 16-1-15,4 13 1 16,11 12 0-16,7 13 0 16,17 8 1-16,11 1-1 0,14 6 2 15,15-5 0-15,20-11-1 16,8-7 1-16,12-11 0 16,12-16 0-16,3-15 1 15,9-10 0-15,4-20-1 0,1-13 0 16,-4-18 0-16,3-11 1 15,-16-14 0-15,-8-13 0 16,-11-18 1-16,-13-12 0 16,-15-12 1-16,-16-13 0 15,-15-12 1-15,-18-13 0 0,-12-8 0 16,-21-15 0-16,-16-8 0 16,-13 1-6-16,-19 4 0 15,-13 6 0-15,-14 14 0 16,-9 11 0-16,-8 27 0 0,-7 33 0 15,-5 30 0-15,-3 34 0 16,-5 43 0-16,4 46 0 16,-5 57 0-16,7 39-13 15,7 63-73-15,16 42-1 0</inkml:trace>
  <inkml:trace contextRef="#ctx0" brushRef="#br0" timeOffset="9851.1">6694 10208 257 0,'0'0'6'0,"0"0"2"15,0 0 3-15,0 0 3 0,-9 0 0 16,9 0 2-16,0-15 2 16,0-4 1-16,13-8-3 0,-1-13-3 15,13-14-3-15,5-17-1 16,12-12-3-16,10-19-1 15,8-14-1-15,8-15-1 16,7-11-1-16,5-11-1 16,10-14 0-16,2-3 0 0,0-11 0 15,7-5-2-15,0-5 1 16,4 0 0-16,-2-2 0 16,1 0 0-16,-2 5 0 15,-3 4 1-15,-8 9 0 0,-5 8 1 16,-7 11 0-16,-7 10-1 15,-11 13 0-15,-2 14 1 16,-12 15 1-16,-5 12 1 16,-7 13 1-16,-6 14 2 0,-10 16 2 15,-2 14 0-15,-5 8 0 16,-5 12-2-16,-5 15-1 16,0 0-1-16,0 0-2 0,0 8-3 15,0 7 0-15,-3-3 0 16,1 8-2-16,2-3-2 15,0 3-4-15,-5-5-8 16,5 0-27-16,5-1-42 16,-3-7 0-16</inkml:trace>
  <inkml:trace contextRef="#ctx0" brushRef="#br0" timeOffset="10816.84">9557 7186 254 0,'0'0'5'16,"0"0"3"-16,0 0 4 15,-7 7 2-15,7-7 4 0,0 0 1 16,-10 10 1-16,10-10 3 15,0 0-3-15,0 0-4 16,-10 6-4-16,10-6-2 16,0 0-2-16,0 0 0 0,10-8 0 15,2-7-2-15,8-10 0 16,8-7-1-16,6-18 2 16,11-9-1-16,14-15-1 0,9-15 0 15,14-15-2-15,12-10 0 16,5-8-1-16,9-6 0 15,6-1-1-15,2 0 0 16,3 1-1-16,-2 6 0 16,-4 5 0-16,-7 8-1 0,-7 13 0 15,-12 11-1-15,-12 14 1 16,-15 14 0-16,-13 14 0 16,-17 12-3-16,-13 18-6 15,-17 3-16-15,-15 13-56 0,1 9-1 16</inkml:trace>
  <inkml:trace contextRef="#ctx0" brushRef="#br0" timeOffset="11500.24">8427 6536 262 0,'0'0'5'16,"0"0"6"-16,0 0 3 16,0 0 3-16,10-8 3 15,2-5 1-15,3-10 2 0,8-9 1 16,1-12-5-16,16-11-4 15,7-14-4-15,10-10-1 16,10-18-4-16,8-8 0 16,10-6-2-16,9-7 0 0,3-4-2 15,5 1 1-15,-6 2-1 16,1 8 0-16,-10 11 0 16,-2 11 0-16,-16 12 0 15,-9 13 0-15,-12 14 1 0,-16 13 0 16,-8 8 0-16,-11 8-1 15,-6 13 0-15,-7 8-1 16,0 0-2-16,-14 1-4 0,3 12-8 16,-3 2-19-16,1 4-51 15,3 2-3-15</inkml:trace>
  <inkml:trace contextRef="#ctx0" brushRef="#br0" timeOffset="12150.23">9498 5298 348 0,'0'0'6'0,"0"0"3"16,0 0 2-16,0 0-1 15,0 0-1-15,0 0 0 0,3 5 1 16,8 8 1-16,7 5-6 15,9 4-1-15,6 6 0 16,9 1 1-16,5 3 0 16,8 5-1-16,4-2 1 15,3 2-1-15,5-3 1 0,-5-1-1 16,3 1-1-16,-3-4 1 16,-5 2-1-16,-4 0 1 15,-3-2-1-15,-8-5 0 16,-8 2 0-16,-4-7-1 0,-10-3 0 15,-3-4-2-15,-6-3-1 16,-11-10-2-16,10 7-2 16,-10-7-4-16,0 0-5 15,0 0-13-15,-13 0-34 0,13 0-21 16,-15-7-2-16</inkml:trace>
  <inkml:trace contextRef="#ctx0" brushRef="#br0" timeOffset="12650.23">10154 5980 398 0,'0'0'6'0,"0"0"2"0,0 0 2 16,0 0 0-16,0 0 2 0,7-10 0 16,3 7 0-16,3 1 1 15,-1 0-6-15,8 2-2 16,3-3-1-16,1 3-1 15,3 0-1-15,-2 0-1 0,5 5 1 16,-3-5-1-16,3 2 0 16,-2 1 0-16,-3-3-1 15,-4 0 1-15,2 0 1 0,-11-3-2 16,6 3 0-16,-11-4 0 16,-7 4 0-16,7-16 0 15,-7 7 0-15,-7-6 0 16,-3-2 0-16,-5-5 0 0,-3-6 0 15,-3 1 0-15,-2-5 0 16,-4 2 0-16,2-1 0 16,3 2 0-16,-1 2 0 15,-2 7 0-15,8-2 0 16,-1 7-17-16,18 1-69 0,-12-4-3 16</inkml:trace>
  <inkml:trace contextRef="#ctx0" brushRef="#br0" timeOffset="13201.97">9421 5222 392 0,'0'0'4'0,"0"0"1"0,0 0-1 16,-3 7 1-16,3 3 1 15,0 7-1-15,0 6 1 16,5 4 1-16,0 5-3 15,3 3-1-15,2 5 0 16,2-6 0-16,3 1 0 0,-3-6 0 16,1-6 0-16,-3-6-1 15,-3-4 1-15,-7-13-1 16,10 12 1-16,-10-12 0 0,0-8 0 16,0-6 0-16,-8-4 0 15,1-4 0-15,-2-8 0 16,-4 0-1-16,-2-4 1 15,2 2 0-15,1 0-1 0,0 2 1 16,4 2-1-16,-2 9 1 16,8 1-2-16,-1 6 1 15,3 12 0-15,3-10-1 16,6 7 0-16,12 3-1 0,6 6 2 16,5 1-2-16,10 3 0 15,8 0 0-15,10 2-7 16,5-7-33-16,6 2-44 15,7-2-3-15</inkml:trace>
  <inkml:trace contextRef="#ctx0" brushRef="#br0" timeOffset="14867.51">9657 6847 410 0,'0'0'4'0,"0"0"2"15,-13-11 2-15,3 7 2 16,-7 0 1-16,-5 1 0 15,-5 0 0-15,-6 3 1 16,-1 6-4-16,-4 5-2 0,0 9-1 16,1 5-2-16,3 7-1 15,2 8 0-15,4 7 0 16,3 3-2-16,8 7 0 0,7 0 0 16,7 0 0-16,8 0 0 15,10-3 0-15,13-4 0 16,7-11 0-16,9-5 0 15,8-14 0-15,6-5 0 16,4-9 0-16,0-9 0 0,0-12 0 16,2-8 0-16,-4-8 0 15,-7-7 0-15,-4-7 0 16,-10-2 0-16,-9 0 0 0,-7-6 0 16,-10-2 0-16,-13-1 0 15,-9 0 0-15,-10 1 0 16,-13 3 0-16,-9 3 0 15,-3 10 0-15,-6 7 0 0,-4 7 0 16,-3 14 0-16,-3 11 0 16,1 21 0-16,1 8 0 15,1 21 0-15,7 9 0 16,3 14 0-16,8 3 0 0,11 5 0 16,10 4 0-16,18-1 0 15,13-5 0-15,17-7 0 16,17-6 0-16,8-11 0 15,14-9 0-15,6-12 0 0,4-12 0 16,4-12 0-16,-9-10 0 16,1-17 0-16,-13-8 0 15,-6-7 0-15,-8-8 0 16,-16-6 0-16,-9-7 0 0,-14-1 0 16,-9-6 0-16,-7-5 0 15,-13-2 0-15,-10-2 0 16,-12 7 0-16,-3 3 0 15,-11 12 0-15,-2 5 0 0,-6 14 0 16,-6 13 0-16,0 10 0 16,1 10 0-16,2 13 0 15,0 10 0-15,4 11 0 16,7 3 0-16,8 7 0 0,11 6 0 16,10 4 0-16,17 1 0 15,12 0 0-15,18-6 0 16,18-2 0-16,13-10 0 15,11-7 0-15,11-14 0 0,3-6 0 16,9-15 0-16,-2-12 0 16,-2-15 0-16,-4-13 0 15,-5-11 0-15,-10-4 0 16,-9-7 0-16,-16 2 0 0,-17-6 0 16,-13 4 0-16,-12-3 0 15,-20 7 0-15,-14 2 0 16,-16 7 0-16,-10 9 0 15,-5 8 0-15,-6 14 0 0,-4 14 0 16,1 11 0-16,-1 21 0 16,6 11 0-16,7 10 0 15,10 12 0-15,11 5 0 16,15-2 0-16,20-1 0 0,14-2 0 16,22-7 0-16,17-6 0 15,13-9 0-15,9-11 0 16,8-16 0-16,3-4 0 0,1-11 0 15,0-14 0-15,-12-11 0 16,-7-9 0-16,-10-2 0 16,-10-8 0-16,-12-3 0 15,-14-7 0-15,-14 2 0 16,-17 1 0-16,-17 6 0 0,-11 9 0 16,-11 2 0-16,-11 18 0 15,-4 8 0-15,-1 17 0 16,1 13 0-16,1 16 0 15,11 10 0-15,13 6 0 16,12 4 0-16,22 4 0 0,10-6-26 16,19-6-61-16,27-11-3 15</inkml:trace>
  <inkml:trace contextRef="#ctx0" brushRef="#br0" timeOffset="15968.51">8432 6307 305 0,'0'0'8'0,"-5"-15"6"16,-2 2 4-16,1 1 3 15,-1-2 4-15,-6-1-1 16,1-6 1-16,-3 1 1 0,-2 8-7 16,-3-2-5-16,-5 9-5 15,3 0-6-15,-8 5-3 16,0 14 0-16,0 3 0 15,0 13 0-15,3 8 0 16,3 11 0-16,6 3 0 0,6 5 0 16,5 3 0-16,7-2 0 15,17 0 0-15,5-4 0 16,10-6 0-16,5-6 0 16,5-8 0-16,6-6 0 0,1-11 0 15,4-6 0-15,-1-11 0 16,-5-3 0-16,3-12 0 15,-6-10 0-15,-1-7 0 0,-8-4 0 16,-8-5 0-16,-8-4 0 16,-8-7 0-16,-11-2 0 15,-5-5 0-15,-18 2 0 16,-6 2 0-16,-8 3 0 0,-6 7 0 16,-6 8 0-16,1 12 0 15,-7 15 0-15,1 10 0 16,2 12 0-16,2 16 0 0,3 8 0 15,2 12 0-15,10 7 0 16,3 4 0-16,15 8 0 16,9-4 0-16,8-2 0 15,13 1 0-15,12-10 0 16,12-8 0-16,7-9 0 0,4-10 0 16,9-13 0-16,2-12 0 15,4-12 0-15,1-10 0 16,-4-16 0-16,-4-6 0 15,-3-6 0-15,-11-5 0 16,-12 1 0-16,-13-2 0 0,-14-4 0 16,-8 3 0-16,-20 0 0 15,-15 7 0-15,-7 5 0 16,-7 10 0-16,-14 11 0 0,1 17 0 16,-2 13 0-16,2 20 0 15,2 18 0-15,8 16 0 16,12 7 0-16,10 8 0 0,21 4 0 15,19 5 0-15,24-12-63 16,18-16-28-16</inkml:trace>
  <inkml:trace contextRef="#ctx0" brushRef="#br0" timeOffset="19500.37">10046 6911 176 0,'0'0'4'0,"0"0"4"16,0 0 4-16,0 0 4 0,3 11 7 15,-3-11 1-15,8 9 5 16,-8-9 1-16,10 10-2 16,-10-10 2-16,7 7-3 15,-7-7-3-15,7 11-4 0,-7-11 0 16,0 12-3-16,0-12-2 16,0 0-7-16,6 7-8 15,6-11 0-15,20-17 0 16,28-26 0-16,104-30 0 0,28-41 0 15,125-29-82-15,61-41-8 16</inkml:trace>
  <inkml:trace contextRef="#ctx0" brushRef="#br0" timeOffset="20184.48">8225 5868 458 0,'0'0'4'16,"0"0"4"-16,-9-2 2 15,9 2 1-15,-5-20 1 16,5-7-4-16,12-18-8 0,27-34 0 16,39-38 0-16,81-46 0 15,50-60-48-15,81-66-39 16</inkml:trace>
  <inkml:trace contextRef="#ctx0" brushRef="#br0" timeOffset="50216.88">16241 4924 59 0,'0'0'0'0,"0"0"2"16,0 0-2-16,-12 0 0 15,12 0 0-15,-15 0 0 16,6 4-2-16,-4-3 2 0,0 2 0 16,1-3 0-16,-3 2 0 15,0-2-1-15,2 0 5 16,3 0 4-16,-4 0 10 0,4 0 8 15,-3 0 3-15,13 0 2 16,-12-2 2-16,12 2 1 16,0 0-3-16,0-15-4 15,10 8-8-15,2 0-5 16,10-1-4-16,1-1-2 0,9 3-1 16,-4-1 1-16,9 4-3 15,-5 0-1-15,3 3 0 16,2 0 1-16,1 0-3 15,-4 3 0-15,-1 2 0 16,-1 0-1-16,-5 0 0 0,3 2 0 16,-8 1 0-16,0-4-1 15,-4 3 0-15,-3 4 0 16,-2-1 0-16,-6 0 1 0,-2-3 1 16,0 3-1-16,-5 0 1 15,0 0 0-15,-5 2 1 16,-7-5-1-16,-1 6 0 15,-6-2 0-15,-4-5-1 0,-7 4 0 16,-5-2 0-16,-2-3-1 16,-3 3 1-16,-4-6-1 15,-4 3 0-15,1-4 0 16,2-1 0-16,3 0 1 0,7 0-1 16,0 0 1-16,11-4-1 15,1 0 1-15,6-7-1 16,7 1 1-16,5-2-1 15,2 0-1-15,3 2 1 16,0-3 0-16,4 1 0 0,8-3-1 16,-3 5 1-16,6 0-1 15,3 0 1-15,4 0-1 16,6 3 1-16,4 0 0 0,5 0-1 16,3 4 1-16,5-2-1 15,4 2 1-15,1 3 0 16,-1 0 1-16,-1 0-2 15,-2 0 2-15,-7 5-2 0,-7 2 1 16,-8 0 0-16,-6 4 0 16,-9 1 0-16,-9 1 0 15,-7 1 0-15,-7 2 0 16,-7-2 1-16,-6 1-1 16,-5-3 0-16,-3 1-1 0,-7 2-1 15,-3-5 0-15,1-5-2 16,-6 1-1-16,3-2-5 15,-1-2-11-15,4-2-51 16,14 0-4-16</inkml:trace>
  <inkml:trace contextRef="#ctx0" brushRef="#br0" timeOffset="64067.51">14810 5609 250 0,'0'0'1'15,"0"0"-1"-15,0 0 2 0,0 0 0 16,-2 8 1-16,-1 3 1 16,1 3-1-16,-1 4 0 15,1 2-1-15,-1 5 2 16,0-1 0-16,1 0-3 0,-1-5 0 16,1-2 1-16,2-4 1 15,0-13 4-15,-2 14 4 16,2-14-1-16,0 0 0 0,0-12 0 15,0 0 0-15,2-11-1 16,3-1-1-16,0-4-3 16,0-1-4-16,0 1 3 15,5 3-1-15,-5 3-1 0,5 7 0 16,-3 8 1-16,5 4 0 16,2 6-1-16,2 7-3 15,2 6-8-15,-3 9-13 16,7 0-45-16,3 3-5 0</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3:16:39.208"/>
    </inkml:context>
    <inkml:brush xml:id="br0">
      <inkml:brushProperty name="width" value="0.05292" units="cm"/>
      <inkml:brushProperty name="height" value="0.05292" units="cm"/>
      <inkml:brushProperty name="color" value="#FF0000"/>
    </inkml:brush>
  </inkml:definitions>
  <inkml:trace contextRef="#ctx0" brushRef="#br0">645 7729 211 0,'0'0'4'0,"0"0"4"15,-8-5 1-15,8 5 1 16,0 0 2-16,0 0 1 0,0 0 0 15,-7-5-1-15,7 5-3 16,0 0-3-16,0 0-1 16,0 0-1-16,5-8-2 15,-5 8 2-15,17-7-2 0,-9 2 2 16,4 3-1-16,2-6 1 16,7 5-1-16,-6-4 0 15,7 2 0-15,-2-2-1 0,5 1 0 16,-3-1 0-16,5 2-2 15,1-1 1-15,-1-2 0 16,3 2 0-16,2-4 0 16,0 4 0-16,3 0-1 0,5-4 1 15,-2 3 0-15,1 2 0 16,3-2 0-16,3-1 0 16,4 1 0-16,-3 0-1 15,6-4 1-15,-3 4 0 16,6-3 1-16,-3 0-2 0,3-2 0 15,-3 2 1-15,-2 0 1 16,5 0-2-16,-6 2 1 16,3-2-1-16,3 4 1 15,-6-2-1-15,4 0 1 0,-3 3-1 16,-1 1 1-16,1-4-1 16,-3 6 1-16,3-1-1 15,-6-2 0-15,4 5 0 16,-4 0 1-16,4 0-1 0,-4-2 0 15,4 2 0-15,2 0-1 16,-6 0 1-16,6 0 0 16,-6 2 0-16,4-2 0 0,-4 2-1 15,-2 1 1 1,3 0-1-16,-3-3 1 0,1 2 0 16,-3-2-1-16,4 3 1 15,-1-1 0-15,-1 1-1 0,5-3 1 16,-2 4-1-16,0-1-1 15,-6-1 1-15,3 0 1 16,-2 4 0-16,0-1-2 16,-8 0 1-16,3-1 1 15,-3 4 0-15,-4-2 0 0,2 0 0 16,-3 2-1-16,1-1 1 16,-1 3-1-16,-1 0 1 15,-3-2-1-15,2 2 0 0,-2-3 1 16,0 4-1-16,0-3 1 15,0 2 0-15,0-2-1 16,-4 2 1-16,4-3 0 16,-6 1-1-16,3-1 1 0,-8 4-1 15,3-1-1-15,-2-2-1 16,1 0 0-16,-2 2-2 16,-1 0-2-16,-1 0-1 15,-1-2-1-15,0 2 0 0,-9-10 1 16,14 17 0-16,-14-17 1 15,10 18 1-15,-10-18-1 16,10 14 2-16,-10-14 0 16,5 17-1-16,-5-17 2 15,1 16-2-15,-1-16 3 0,6 12 0 16,-6-12 1-16,0 17 0 16,0-17 2-16,0 13-1 15,0-13-2-15,0 14-2 16,0-14-6-16,0 13-2 0,0-13-2 15,-9 12-2-15,6 1-4 16,3-13-6-16,-10 18-1 16,10-18 2-16,-12 21 1 0,12-21 4 15,-12 21 2 1</inkml:trace>
  <inkml:trace contextRef="#ctx0" brushRef="#br0" timeOffset="617.36">1519 8462 81 0,'0'0'4'0,"-17"10"7"15,2-3 3-15,-8 1 4 0,-3 2 1 16,-7-3 3-16,-7 3-1 16,-7 0 4-16,4-10-5 15,1 5-5-15,-2-5-3 16,7 2-5-16,-3-2-2 0,5 3 0 15,-2 0-4-15,5-3-7 16,-1 1-13-16,6 2-24 16,-3 0-20-16</inkml:trace>
  <inkml:trace contextRef="#ctx0" brushRef="#br0" timeOffset="2884.45">704 7747 156 0,'0'0'7'0,"0"0"6"0,-9-14 1 16,9 14 3-16,-11-9 1 16,11 9 3-16,-10-13 3 15,10 13 2-15,-10-12-7 16,10 12-2-16,-10-5-3 0,10 5 0 16,-14-5-1-16,4 5-3 15,0 0-3-15,-2 0-1 16,2 0-1-16,-3 5-1 15,1-2-1-15,-4 2 1 0,4-1-1 16,-3 1-1-16,1 0 1 16,1 1-1-16,1-1 0 15,-3 1 0-15,2 2-1 16,1-2 0-16,-3 3 0 16,3-2-1-16,-4 4 1 0,4-4 0 15,0 3-1-15,-1 2 1 16,1 1-1-16,-2-1 0 0,3-2 0 15,4 2 1-15,-6 3-1 16,3-2 1 0,0 2-1-16,0-4 0 15,0 4 1-15,1-2-1 16,1 2 0-16,-2-3 1 0,5 1-2 16,0-1 1-16,-2 1 1 15,5-2-1-15,-4-1 0 16,4 5 0-16,-1-2 0 15,3-2 0-15,-2 6 2 16,-1 0-2-16,3-3 0 0,0 1 0 16,0 0 0-16,-2 1 1 15,2 1-1-15,0-3 0 16,0 1 0-16,5-1 0 0,-3-1 0 16,3 2 1-16,3-3-1 15,-3 3 0-15,2-2 1 16,-2-4-1-16,5 4 1 0,-5-3-1 15,5 0 1-15,-3 1 0 16,6 0-1-16,-3-1 1 16,2 0 0-16,1 1-1 15,-1-5 1-15,3 4-1 0,-3 0 1 16,4-3 0-16,-2 1-1 16,4-1 1-16,-1 1 0 15,1 2-1-15,-1-6 1 16,3 3 0-16,-1 2-1 15,1-5 1-15,3 4-1 0,-3-4 0 16,4 2 1-16,-1 1-1 16,2-2-1-16,-1 2 0 15,4 1 1-15,-1 0-1 16,3-3 0-16,-3 2 0 0,3-2 1 16,0 2-1-16,0-4 2 15,-3 2-1-15,5-3 1 16,-4 1-1-16,4-1 1 0,-2 0-1 15,0 1 0-15,2 2 1 16,0-3-1-16,3 2 1 16,-3-2-1-16,3 2 0 15,0-1 1-15,2-3-1 0,1 2 0 16,-1 1 1-16,0-3-1 16,-2 0 0-16,2 0 1 15,0 0-1-15,-2 0 0 16,0 0 1-16,5 0-1 0,-5-3 0 15,-3 1 1-15,5 2-1 16,-5 0 0-16,3-3 0 16,-3 3 1-16,1 0-1 15,-1 0 0-15,2-2 1 16,1 2 0-16,-2-2-1 0,2-4 1 16,0 4-1-16,-1-1 0 15,1-2 1-15,-3 3-1 16,-2-3 1-16,2 3-1 0,-4 0 0 15,-1-1 0-15,3-3 0 16,0 5 1-16,-3-5 0 16,1 1 0-16,2-2 0 15,0 0 1-15,-1-1-1 0,-2 3 1 16,5-2-1-16,-4-1 0 16,1 6-1-16,-4-6 0 15,0 3 0-15,1-2 0 16,-5 2 0-16,-1-1 0 0,-2 2 0 15,1 0 0-15,-6-2 0 16,-1 1 0-16,-2 3 1 16,1-2-1-16,-4 3 0 15,-7 1 0-15,12-3 1 16,-12 3 0-16,13-2 0 0,-13 2 0 16,7-2 1-16,-7 2-1 15,12-3 1-15,-12 3-1 16,18-2 0-16,-11-1 0 15,4 3 0-15,-2-5 0 0,3 3-1 16,-1-1 0-16,0 0 0 16,2-1 1-16,5 1-1 15,-6-2 0-15,6 2 0 0,-4-1 0 16,4 1 0-16,0 2 1 16,-1-5-1-16,1 4 0 15,-2-4 0-15,5 2 0 0,-5-2 0 16,5 2 0-16,-1-1 0 15,-1 0 0-15,1 1 0 16,1-2 0-16,0 1 0 16,2 0 0-16,2 0 0 15,-2 0 0-15,2 0 0 16,-1-3 0-16,1 3 1 0,0-2-1 16,2 0-1-16,-2 2 1 15,-3-2 0-15,3 1 0 16,-2-1 0-16,1 2 0 0,-4 0 0 15,5-2 0-15,-3 1 0 16,-1-1 0-16,0 2 1 16,2 0-2-16,-3-3 2 15,-1 4-1-15,-1 0 0 0,-1-3 0 16,-1 0-1-16,-2 3 1 16,1-2 0-16,-5 2 0 15,3-1 0-15,-1-5 0 16,0 5 0-16,1 0 0 0,-3-3 0 15,-1 1 0-15,4 2 0 16,-3-2 0-16,0 1 0 16,-2-1 0-16,-8 7 0 15,12-9 0-15,-12 9 0 16,15-13 0-16,-15 13 1 0,10-10-1 16,-10 10 0-16,0 0 0 15,9-11 0-15,-9 11 1 16,0 0 0-16,0 0-1 0,0 0 1 15,0 0 0-15,0 0 0 16,3-6-1-16,-3 6-2 16,0 0-4-16,-7-2-8 15,7 2-51-15,0 0-19 0</inkml:trace>
  <inkml:trace contextRef="#ctx0" brushRef="#br0" timeOffset="6800.57">2026 5655 50 0,'0'0'6'15,"0"0"5"-15,0 0 4 16,0 0 5-16,0 0 6 16,0 0 1-16,-9-10 0 0,9 10 2 15,-11-4-6-15,11 4-5 16,0 0-6-16,-13-6-5 16,13 6-6-16,0 0-2 15,0 0 0-15,0 0-1 16,-9 10 0-16,1 0 1 0,8 2 1 15,3 6 2-15,-3 4 3 16,0 6 1-16,2 4 1 0,6 5 0 16,-4 10 0-16,7 2-1 15,-4 6 0-15,1 0-1 16,2 4 0-16,2 0-2 16,-4-2-2-16,-1 8 1 15,0-8 0-15,1-3 0 0,0 6 1 16,-3-9-1-16,-1 6 0 15,-1 3 1-15,-1-6 0 16,1 6 0-16,-3-6 0 16,0 0 0-16,0-1 1 0,0-1 0 15,0-2 0-15,0-3 0 16,0-5 0-16,0 0-1 16,0 3 2-16,0-1 0 15,0-4-2-15,0 1 0 0,-3-1-1 16,3 0 1-16,0-1-1 15,0-3 0-15,0-2-1 16,0-4 0-16,3 0 1 16,-1-4-1-16,0 2 0 0,1-3 0 15,3 2 0-15,-4-2 0 16,-2 0 0-16,2 0-1 16,-2 0 1-16,0-4 0 0,0 2-1 15,0-3 1-15,0 1 0 16,-2 0 0-16,2-4 0 15,0-2-1-15,0 0 1 16,0 3 0-16,0-7 1 16,0 3-1-16,0-3 1 0,0-1-1 15,0 0-1-15,0-10-1 16,-2 12-1-16,2-12-5 16,0 0-6-16,0 0-12 15,0 0-51-15,-9-4-4 16</inkml:trace>
  <inkml:trace contextRef="#ctx0" brushRef="#br0" timeOffset="7383.52">2045 5772 174 0,'0'0'0'0,"0"0"0"0,0 5 2 15,0 4 4-15,0 9 8 16,-2 4 3-16,2 13 2 16,0 13 1-16,0 10 2 0,0 11 0 15,2 11-2-15,4 9-3 16,4 8-7-16,-3 7-2 16,6-3-3-16,-1 3 0 15,-5 2-1-15,2-4 0 16,0 2 0-16,-4-2-1 0,0-8 0 15,0-2 1-15,-3-6-3 16,1-5-2-16,2-10-4 16,-2-9-3-16,-1-10-8 15,0-12-13-15,-2-8-26 0,2-8-20 16</inkml:trace>
  <inkml:trace contextRef="#ctx0" brushRef="#br0" timeOffset="8033.74">2088 5648 255 0,'0'0'7'0,"0"0"2"0,0 0 1 16,0 0-1-16,0 0 2 0,-4 5 0 15,1 9 3-15,3 11-1 16,0 11-4-16,0 15-2 16,0 13-1-16,5 13 3 15,2 14-1-15,0 12 1 0,4 3-2 16,-1 6 0-16,-1 4-1 16,2-3 1-16,-4 2-1 15,0-9 1-15,-2-4-2 16,3-2 1-16,-5-12-2 0,-1-6 0 15,1-8 0-15,1-7-2 16,-1-9 0-16,-1-9-1 16,-2-7 1-16,3-10-1 0,-3-7-1 15,0-5-2 1,0-10-2-16,0-10-6 0,0 0-11 16,-8 1-57-16,8-1-3 15</inkml:trace>
  <inkml:trace contextRef="#ctx0" brushRef="#br0" timeOffset="24917.55">5649 7468 334 0,'0'0'7'0,"0"0"4"15,0 0 2-15,0-7 1 16,0 7 2-16,-3-9 1 0,3 9 0 16,-7-10 0-16,7 10-6 15,-15-6-4-15,7 6-2 16,-4 0-1-16,0 2-2 16,-3 9 0-16,0 1-2 0,-3 3 1 15,2 5-1 1,-2 2 0-16,-3 2 0 0,9 4 0 15,0-1 0-15,7 1 0 16,0 0 0-16,5-2 0 16,5-1 0-16,8-2 0 0,1-3 1 15,9-9 0-15,4 2 0 16,3-8 0-16,5-3 1 16,-1-2 0-16,1-4 0 15,0-7 0-15,-3-1 1 0,-2-3-1 16,-5-2 1-16,-3-3 0 15,-4 0 0-15,-8-2 0 16,-3 0 1-16,-5 0-4 0,-2-6 0 16,0 6 0-16,-7-3 0 15,-2 8 0-15,-7-3 0 16,2 5 0-16,-6 1 0 16,2 5 0-16,-4 2 0 15,-3 3 0-15,-2 4 0 0,2 0 0 16,-3 0 0-16,3 4 0 15,1 1 0-15,-1 0 0 16,7 1 0-16,1 0 0 16,4 4 0-16,4 1 0 0,2-4 0 15,2 5 0-15,5-2-4 16,0 3-6-16,0-1-8 16,12 1-18-16,-3-1-49 15,7-2-2-15</inkml:trace>
  <inkml:trace contextRef="#ctx0" brushRef="#br0" timeOffset="25983.64">5381 7578 285 0,'0'0'7'0,"0"0"4"0,0 0 2 16,0 0 3-16,0 0 1 15,0 0 2-15,0-12 2 16,0 12 0-16,12-13-6 0,1 9-2 15,4-7-4-15,5 4-1 16,8-6-1-16,0 3-1 16,5 1-1-16,2 1-1 0,5 0-1 15,-3 1 0-15,1 3 0 16,-3 0 0-16,-2 4-1 16,1 0 0-16,-6 0 0 0,-4 8-1 15,-3 2 0-15,-1 0-1 16,-1 2 1-16,-7 1-1 15,-2-2 1-15,1 6 0 16,-6-3-1-16,-2 3 1 16,-5-2 0-16,0 3 0 0,-7-3 0 15,-3 1 0-15,-8 1 0 16,2-1-1-16,-9-4 1 16,-5 3-1-16,-3-3-1 15,-4-1 1-15,-5-5-1 0,2 2 0 16,-5-2 0-16,1-4 0 15,2-2 1-15,-1 0-1 16,11-2 1-16,4-7 0 16,6 0 1-16,4-4-1 0,7-1 0 15,2-2 0-15,5-1 1 16,4 2-1-16,0-4 0 16,7 2 0-16,3 2 0 15,7-3 0-15,3 3-1 0,8 1 1 16,4 0 0-16,5 4 1 15,8 2-1-15,0 0 0 16,2 3 1-16,-2 2-1 0,5 3 1 16,-6 0-1-16,-4 3 1 15,2 2-1-15,-9 3 0 16,-6 0 0-16,-5 1 1 16,-4 3-1-16,-6-2 0 15,-4 5 0-15,-8-3 1 16,-6 5-1-16,-6 1 0 0,-11 0 0 15,-4-2 0-15,-5 2 0 16,-10 2-1-16,-8-6 1 16,1-1-1-16,-6-4 0 0,-3-4 0 15,4-2 1-15,2-3 0 16,4-5 0-16,11-7 0 16,7-3 0-16,8-5-1 15,7 0 1-15,13-5 0 0,7 3 0 16,12-3 0-16,3 3-1 15,12-3 1-15,8 10-3 16,10 1-5-16,2 11-14 0,13 1-60 16,-14 2-3-16</inkml:trace>
  <inkml:trace contextRef="#ctx0" brushRef="#br0" timeOffset="27317.57">3397 7458 202 0,'0'0'3'0,"0"0"2"16,0 0-3-16,0 0 0 15,0 0 3-15,0 0 1 16,0 0 1-16,11-2 2 16,-11 2-1-16,19 0-1 15,-6 0 3-15,-1 0 2 16,8 0-3-16,-3 0 0 0,3 0-2 15,3 0-1-15,2 0-1 16,-1 0-2-16,6 0-1 0,-3 0 1 16,3 2-1-16,0-2-1 15,2 3 0-15,-2-3 0 16,7 0 0-16,1 2 0 16,-1-2 0-16,3 0 0 0,-1 0 0 15,7 0 0-15,-7-2-1 16,9 2 1-16,-9-3-1 15,1 3 0-15,3 0 1 16,-4 0-1-16,1 0 0 0,-3 0 0 16,3 0 0-16,0 3-1 15,-1-3 1-15,1 2-1 16,0 1 0-16,-1-3-1 16,2 0 1-16,3 0 1 15,-7 0-1-15,-2-3 0 0,5 1 0 16,-5-1 1-16,0 1 1 15,-1 2 0-15,-1 0-1 16,-4 0 1-16,1 0-1 16,0 0 2-16,0 0-1 0,-3 2 1 15,6 1-1-15,-1-3 0 16,-2 0 0-16,7 0-1 16,-3 0 1-16,3 0-1 15,2 0 1-15,-2 0-1 0,-3 0 0 16,3 0 0-16,-2 0 1 15,0 0 0-15,3 0-1 16,-4 0 1-16,1 0 0 0,0 0 0 16,-3 0 0-16,3 2 0 15,-6 1-1-15,4-3 1 16,-8 0 0-16,0 2 0 16,-8-2-1-16,2 0 1 0,-9 0-3 15,-10 0-9-15,0 0-45 16,0 0-13-16</inkml:trace>
  <inkml:trace contextRef="#ctx0" brushRef="#br0" timeOffset="28483.87">3576 8172 179 0,'0'0'3'0,"0"0"1"0,0 0 0 15,0 0 2-15,0 0 0 16,0 0 2-16,0 0 1 16,0 0 0-16,5 0-4 15,-5 0 2-15,13 0-2 0,-3 0 3 16,-1 0 2-16,4 0-3 15,-1 0 2-15,2 0-2 16,2-3 3-16,5 2-3 16,-1-2 0-16,4-2-2 0,-2 0-3 15,8 0 0-15,3-2 1 16,-4 4-3-16,8-2 0 16,-4 0 0-16,1 0 0 0,0 0 0 15,0 3 1-15,-1-3-1 16,-4-1 1-16,1 4 0 15,3-4 1-15,-4 2 0 16,1 0 0-16,2-5 1 16,1 2-2-16,1 3 0 0,-1-4 1 15,1 1-2-15,3 0 1 16,0 1-1-16,1-1 1 16,2-3-1-16,2 2 0 0,-2 1 1 15,5 0-1-15,-4 0 1 16,-1-2-1-16,5 0 0 15,-5 2 0-15,5-4 0 16,-3 2 0-16,3-1-1 0,-1-3 1 16,6 2-2-16,2-4 1 15,-2 5-2-15,2-5 1 16,-3 2-1-16,2 1 1 16,-1 2 0-16,-1-3 0 15,-2 7 1-15,-5-2 0 0,4-2 1 16,-7 0 1-16,10 0-1 15,-4 2 1-15,-3-2-1 16,1 5 0-16,-6-5 0 0,0 6 0 16,-7-4 0-16,-2 5 2 15,-11-2 1-15,-2 3 4 16,-3 0 2-16,-12 2 2 16,10 0 2-16,-10 0 2 0,0 0-2 15,0 0 0-15,0 0-2 16,0 0-4-16,0 0-3 15,0 0-4-15,-4 0-8 16,4 0-11-16,-9-13-48 16,9 13-11-16</inkml:trace>
  <inkml:trace contextRef="#ctx0" brushRef="#br0" timeOffset="29200.04">5686 7813 284 0,'0'0'8'0,"0"0"2"15,0 0 3-15,5 3 1 16,-5-3-1-16,0 0-2 16,0 0 1-16,7 12 1 15,-7-2-6-15,3 5-5 16,-1 2-2-16,1 6-1 0,-1 6 2 15,1 6 2-15,2 5 0 16,0 1 1-16,-3 2-1 0,-2 1 0 16,3 3 1-16,-3-5-1 15,0 0 1-15,0-1-1 16,0-7-1-16,-3-5 0 16,1-1-1-16,0-9-2 15,2-1-5-15,-5-6-5 0,5-5-4 16,0-7-14-16,0 0-42 15,0 0-6-15</inkml:trace>
  <inkml:trace contextRef="#ctx0" brushRef="#br0" timeOffset="29502.03">5703 7872 257 0,'0'0'10'0,"0"0"4"16,0 0 2-16,0 0-2 15,-9-7 2-15,9 7 0 0,0 10 1 16,0 5 2-16,2 9-9 16,0 4-4-16,3 9-1 15,0 6 0-15,1 3 1 16,-1 1-2-16,2-1-1 0,-2 2 0 15,2-6 0-15,-6-2-1 16,6-7-1-16,-4-4-1 16,1-7-4-16,-1-4-6 0,-3-6-9 15,0-12-39-15,0 10-16 16</inkml:trace>
  <inkml:trace contextRef="#ctx0" brushRef="#br0" timeOffset="30617.34">5400 8308 311 0,'0'0'5'0,"0"0"4"16,0 0 0-16,0 0 2 0,0 0 0 15,3-7 2-15,-3 7-1 16,0 0 2-16,5-13-6 16,-5 13-2-16,15-12-2 15,-2 5 0-15,3 0-1 0,5-1 1 16,-2 1-1-16,8-3 1 15,3 2 0-15,1 1 0 16,3-4 0-16,4 4 0 16,-4 2-1-16,1 0 0 15,0 0-1-15,-5 2 0 0,1-1-1 16,0 4 0-16,-1 0 0 16,-5 0 0-16,4 0 0 15,-4 0 0-15,2 0 1 16,-2 0-1-16,2 4 0 15,-5-1 0-15,-2 2 0 0,0 2 0 16,1 1-1-16,-5 2 1 16,0 0 0-16,-4 0-1 15,1 0 1-15,-3 4 0 0,-1 2 0 16,2-4 0-16,-4 5-1 16,0-1 1-16,0 1 0 15,-4-1 0-15,3 2 0 16,-6 0 0-16,2 2 0 0,-2-3 0 15,0 0 1-15,-6 0-2 16,1 3 0-16,1-5 0 16,-4 3 0-16,-1-4 0 0,1 2 1 15,-2-2-1-15,0 1 0 16,-3-3 1-16,-1 3-1 16,-2-2 1-16,0-1-1 15,-5 1 1-15,1 1-1 16,-1-1 0-16,-4-1 0 0,-3 1 0 15,0-5 0-15,-4 6 1 16,0-4-1-16,2-3 0 16,-2-2 0-16,-1 2 0 15,4-4 1-15,-1-1-1 0,3 0 0 16,-3-2 0-16,5 0 0 16,-5-4 1-16,3 0-1 15,0-2 0-15,-3-2 0 16,0 1 0-16,1 0 0 0,-4-3 0 15,1 0 0-15,0 3 0 16,0-3 0-16,4 2 0 16,3-2 1-16,-2 0 1 0,9-2-1 15,1-2 1-15,1-3 0 16,7 1 1-16,6-3 0 16,1-2-1-16,2-4 1 15,2 0-3-15,8 3 0 16,6-3 0-16,-2 1 0 0,3 7 0 15,-2-6 0-15,3 8-6 16,-1 0-2-16,3 11-9 16,-4-6-27-16,0 10-40 15,2 0-1-15</inkml:trace>
  <inkml:trace contextRef="#ctx0" brushRef="#br0" timeOffset="35900.12">5266 6666 309 0,'0'0'7'0,"0"0"6"0,0 0 1 16,3-10 4-16,-3 10 5 15,0-13-1-15,0 13 2 16,0-9 1-16,0 9-8 0,0 0-3 16,0 0-5-16,-12 9-2 15,4 9-3-15,-2 5-2 16,-2 2-1-16,-1 11-1 0,-2 1-1 16,3 6 1-16,-1-4 0 15,6-1 0-15,5 1 0 16,2-6 0-16,0-1 0 15,9-8 0-15,1-4 1 0,5-3 1 16,5-6-2-16,0-4 0 16,5-6 0-16,-1-1 0 15,2-8 0-15,-2-5 0 16,-2-5 0-16,-1-1 0 16,-7-3 0-16,-6 0 0 0,-8-3 0 15,-3 4 0-15,-11 5 0 16,-7 0 0-16,2 7 0 15,-8 4 0-15,-1 5 0 0,-2 0 0 16,3 6 0-16,-1 7 0 16,9-1 0-16,-1 6 0 15,5-3 0-15,12 3-32 16,3-4-53-16,5-6-3 0</inkml:trace>
  <inkml:trace contextRef="#ctx0" brushRef="#br0" timeOffset="36850.35">5473 6832 361 0,'0'0'9'16,"0"0"4"-16,0 0 2 15,0-10 1-15,0 10 1 16,2-12 2-16,-2 12-1 0,12-13 1 16,-1 4-8-16,3 6-5 15,4 3-1-15,-1 0-3 16,3 9-2-16,3 4 0 0,-2 2 0 16,-3 5 0-16,-1 2 0 15,-6-2 0-15,-2-2 0 16,-2-2 0-16,-4 0 0 15,-3-7 0-15,-3 1 0 0,3-10 0 16,-16 8 0-16,8-8 0 16,-2 0 0-16,0-8 0 15,3-4 0-15,1-3 0 16,4-2 0-16,2-6 0 0,5 1 0 16,3 0 0-16,-1-3 0 15,3 8 0-15,3-3-2 16,-1 5-3-16,1 5-6 15,-1 5-9-15,-12 5-32 16,14 0-33-16,-3 0-1 0</inkml:trace>
  <inkml:trace contextRef="#ctx0" brushRef="#br0" timeOffset="37400.15">5823 6814 374 0,'0'0'7'0,"0"0"3"0,0 0 1 0,0 0 1 16,0 0 0-16,0 0 1 0,0 0-1 16,0 0 1-16,0 0-5 15,0 0-2-15,2 0-2 16,-2 0 0-16,15 0 0 15,-5-3 0-15,0-1 0 16,5-3 0-16,-5-3-1 0,0 0 0 16,-2 0 0-16,-4 0-3 15,-4 3 0-15,0 7 0 16,-4-12 0-16,-7 12 0 16,-3 0 0-16,1 0 0 0,-4 4 0 15,2 6 0-15,-3 2 0 16,6 3 0-16,2 0 0 15,3 2 0-15,7-2 0 16,0-2 0-16,7 2 0 0,8-5 0 16,0-3 0-16,7-4 0 15,-2-1 0-15,5-2-11 16,-3-2-12-16,3-3-60 16,3-3-2-16</inkml:trace>
  <inkml:trace contextRef="#ctx0" brushRef="#br0" timeOffset="37800.47">6058 6711 386 0,'0'0'8'0,"0"0"2"0,0 0 3 15,0 0 0-15,0 0 1 16,0 0 0-16,0 0 2 16,0 0-1-16,3 12-6 15,5-1-4-15,-1 0-2 16,6 4 0-16,-4 5-1 0,7 0-2 15,-2-3 0-15,-4 2 0 16,3-1 0-16,-1-3 0 0,-1 0 0 16,-4-2 0-16,-2-6 0 15,-5-7 0-15,9 7 0 16,-9-7 0-16,0 0 0 16,5-9 0-16,-2-5 0 15,0-2 0-15,2-7 0 0,-1-4 0 16,4 2 0-16,-1-2 0 15,4-1 0-15,-4 3 0 16,-2 4 0-16,-1 6 0 0,-1 0 0 16,-3 15 0-16,2-10 0 15,-2 10 0-15,0 0 0 16,0 0 0-16,-2 12 0 0,-3-4 0 16,5 9-20-16,0-1-66 15,-2-4-4-15</inkml:trace>
  <inkml:trace contextRef="#ctx0" brushRef="#br0" timeOffset="43667.34">6020 8774 12 0,'0'0'1'16,"0"0"-1"-16,0 0 1 16,0 0-2-16,0 0-2 15,0 0-7-15</inkml:trace>
  <inkml:trace contextRef="#ctx0" brushRef="#br0" timeOffset="59967.21">1863 4845 287 0,'0'0'5'0,"0"0"1"0,0 0-1 16,0 0 1-16,-6 12 1 16,6 6 1-16,0 2-1 15,6 7 1-15,1 8-5 16,2 9-1-16,1 11 0 0,-2 9-1 16,4 1-1-16,-5 9 1 15,4 5-1-15,-4-2-2 16,-2-3-2-16,0-2-6 15,-5-8-15-15,0-11-31 16,2-3-15-16</inkml:trace>
  <inkml:trace contextRef="#ctx0" brushRef="#br0" timeOffset="60250.7">1939 4855 287 0,'0'0'2'0,"0"10"2"16,7 5 2-16,-7 9-1 15,9 14 1-15,-2 9 0 0,2 10 1 16,7 7-1-16,-7 12-1 15,9-1-1-15,-6 2-4 16,5-5-3-16,-4-4-7 0,-1-7-14 16,-6-16-36-16,1 2-10 15</inkml:trace>
  <inkml:trace contextRef="#ctx0" brushRef="#br0" timeOffset="60433.61">2051 5018 365 0,'0'0'3'0,"0"0"1"0,-6 5 0 15,4 8 0-15,2 10 1 16,0 10 0-16,0 20-1 16,2 13 1-16,4 16-2 15,6 20-11-15,-1 12-39 0,6 8-26 16,-3 6-4-16</inkml:trace>
  <inkml:trace contextRef="#ctx0" brushRef="#br0" timeOffset="73050.05">4206 7369 50 0,'0'0'4'15,"0"0"1"-15,0 0 5 16,0 0 5-16,0 0 8 16,4 10 3-16,-4-10 4 0,0 0 5 15,0 0 2-15,0 0 0 16,0 0-3-16,10 0-5 15,-8-10-3-15,3-9-3 16,1-3-5-16,1-14-5 0,4-3-3 16,1-11-2-16,0-1-3 15,2-2-1-15,2 1-1 16,1 5-1-16,-4 8-4 16,-1 4-5-16,-2 13-12 15,-8 10-21-15,-2 12-37 0,0 0-5 16</inkml:trace>
  <inkml:trace contextRef="#ctx0" brushRef="#br0" timeOffset="73367.19">4158 7263 30 0,'0'0'1'16,"0"0"0"-16,2 11-6 0,-2-11-17 15</inkml:trace>
  <inkml:trace contextRef="#ctx0" brushRef="#br0" timeOffset="105784.59">6305 6327 403 0,'-5'-8'1'0,"-5"-9"1"0,-2-7 1 15,-4-10 2-15,-8-5 1 16,-8-5 2-16,-9-6 0 0,-14-4 0 16,-1 8 0-16,-11 10-2 15,-13 8-1-15,-14 16-1 16,-8 17-3-16,-15 20-1 16,-7 24-1-16,-11 23 1 15,-3 23-1-15,-2 18 2 16,6 21 0-16,8 15-1 0,14 19 2 15,15 9 0-15,20 5 0 16,22 6-1-16,18 6 2 16,20-3-1-16,17-3 1 15,12-2-1-15,15-8 0 16,11 0 1-16,14-7 0 0,12-6 0 16,16-9-1-16,17-8-1 15,15-13 0-15,10-13 0 0,12-20-1 16,14-20-1-16,4-23 1 15,2-22 0-15,1-24 0 16,-1-21 0-16,-8-27 1 16,-5-19 0-16,-7-22 1 0,-6-24-1 15,-17-19 0-15,-5-19 1 16,-10-23-1-16,-17-19 1 16,-7-8-2-16,-9-14 0 15,-14-9 0-15,-11 0 0 0,-17 6 0 16,-16 7 0-16,-15 9 0 15,-19 11 0-15,-18 15 0 16,-26 14 0-16,-21 13 0 16,-17 19 0-16,-19 22 0 0,-9 17 0 15,-5 24 0 1,-3 19 0-16,6 29 0 0,9 19 0 16,18 7-73-16,17 52-13 15</inkml:trace>
  <inkml:trace contextRef="#ctx0" brushRef="#br0" timeOffset="106801.56">5211 8635 349 0,'0'0'6'0,"0"0"1"15,0 0 3-15,0 0-1 16,0 0 1-16,0 0 1 16,0 0 0-16,3 18 0 15,2 1-5-15,0 9-2 0,2 7 0 16,-2 9-2-16,2 8 0 16,2 5 0-16,-4 2-1 15,-3 1 0-15,3-4 0 16,-5-1-1-16,0-7 1 15,0-9 0-15,0-1 0 0,-3-12-1 16,1-3 1-16,0-8-1 16,2-3 1-16,0-12-1 15,0 10 0-15,0-10 0 0,0 0 0 16,0 0 1-16,0 0-1 16,0 0 0-16,0 0 0 15,0 0 1-15,0 0-1 16,0 0 0-16,0 0 0 0,7 0-1 15,-7 0 1-15,12 0 0 16,-4 0 0-16,2 0 0 16,4 0-1-16,1 0 2 0,6-3-1 15,0 1 0-15,9 2 0 16,0-5-1-16,5 3 1 16,4-3 0-16,4-3 0 15,5 3 0-15,-4 0 0 16,4-2 0-16,1 2 0 0,-6-2 0 15,0-3 0-15,0 5 0 16,-5-4 1-16,-4 3-1 16,-4-4 0-16,-5 3 0 15,-5 1 1-15,-3 2-1 0,-2-1 0 16,-5 2 0-16,-10 3 1 16,9-3-1-16,-9 3 1 15,0 0-1-15,13-7 1 0,-13 7-1 16,0 0 1-16,0 0-1 15,11-7 1-15,-11 7-1 16,0 0 0-16,0 0 0 16,9-5-1-16,-9 5 1 0,0 0 0 15,0 0 0-15,0 0 0 16,7-6 0-16,-7 6-1 16,0 0-4-16,0 0-8 15,10 0-17-15,3 0-47 0,-13 0-3 16</inkml:trace>
  <inkml:trace contextRef="#ctx0" brushRef="#br0" timeOffset="107283.12">6183 8405 355 0,'0'0'7'0,"0"0"3"0,0 0-1 16,0 0 1-16,0 0-1 15,0 10 1-15,0 1 0 0,0 10 0 16,3 6-7-16,-1 11-3 16,0 1 1-16,3 13 0 0,-2 0 0 15,-3 3 1-15,2-1-2 16,-2-5 2-16,0-1-1 16,0-6 1-16,-2-5 0 15,-1-7-1-15,1-3 0 0,-1-7 0 16,3-5-1-16,-2-3 1 15,2-12 0-15,-2 13 1 16,2-13 0-16,0 0 0 16,0 0-1-16,0 0 1 15,-5-8 0-15,5 8-2 16,-7-12-5-16,7 12-17 0,2-11-56 16,-2 11 0-16</inkml:trace>
  <inkml:trace contextRef="#ctx0" brushRef="#br0" timeOffset="109883.06">1333 9195 407 0,'0'0'6'0,"0"0"1"16,0-7 2-16,0 7 2 16,0 0-1-16,0 0 1 0,0 0-1 15,0 0 1-15,-3 5-5 16,3 12-2-16,0 8-3 15,3 2 0-15,-1 8 1 16,4 0-1-16,1 2-1 16,-2-5-2-16,2-1-3 0,-2-6-5 15,5-4-13-15,-5 1-42 16,-5-22-19-16</inkml:trace>
  <inkml:trace contextRef="#ctx0" brushRef="#br0" timeOffset="110467.31">1599 9199 389 0,'0'0'6'0,"0"0"2"0,0 0 2 16,0 0 0-16,0 0 0 16,5-4 1-16,-5 4-1 15,13 0 0-15,-4 5-4 16,8 2-4-16,-2 4-1 0,8-1 0 15,-1 2 0-15,0-1 0 16,1 0 0-16,-6-1 0 0,-2 0-1 16,-3-3 2-16,-12-7-1 15,5 10-1-15,-5-10 1 16,-12 8 0-16,0-8 0 16,-3 0-1-16,0-3 1 15,0-4-1-15,0-1 0 0,2-2 0 16,6-1-2-16,2 0-5 15,3-1-11-15,4-5-62 16,8 7-3-16</inkml:trace>
  <inkml:trace contextRef="#ctx0" brushRef="#br0" timeOffset="111033.84">1863 9200 414 0,'0'0'4'0,"0"0"2"16,0 10-1-16,0-10 2 15,-3 8-1-15,3-8 1 16,0 10 0-16,0-10 1 16,0 0-4-16,12 2-2 15,0-2 1-15,-1-8-1 0,1 1 1 16,-3-5-1-16,2 0 0 16,-4-1 0-16,-2-2 0 15,-5 8-1-15,0 7 0 16,0 0-1-16,-12-7 0 0,1 9 0 15,-1 10-1-15,5 3 0 16,-3-2-1-16,5 3-1 16,0 2-1-16,5-3-2 0,2-4-1 15,8-2-2-15,1-4-2 16,5-5 0-16,2 0 1 16,5-8 0-16,-4-2 2 15,1-7 3-15,3 0 4 0,-9-5 3 16,4 2 5-16,-10-2 1 15,-4 4 1-15,1 0 1 16,-5 4-1-16,0 3-1 16,0 11-2-16,0 0-2 15,0 0-2-15,0 13-1 0,0 2-2 16,3 0 0-16,7 3 0 16,-3-1 0-16,5-1 0 15,1-5 0-15,-1-4 1 16,1-2 1-16,4-5 1 0,-4-5 3 15,-3-4 0-15,0-4 2 16,-1-4-1-16,-1-3 1 16,0 0-2-16,-4 0 0 0,1 0-4 15,-2 8-3 1,-3 0-9-16,2 2-36 0,-2 10-37 16,0 0-2-16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3:18:45.942"/>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definitions>
  <inkml:trace contextRef="#ctx0" brushRef="#br0">1139 2829 220 0,'0'0'4'0,"0"0"4"15,0 0 1-15,0 0 2 16,0 0 1-16,0 0 2 0,0 0 0 16,18 0 0-16,1 3-4 15,11-2-1-15,2-1-2 16,13 0-1-16,7 0-3 16,11 0 0-16,3 0-1 0,11 0-1 15,3-1 0-15,10 1 1 16,4 0-1-16,1 0 1 15,6 1 0-15,3 5 0 0,6-1 0 16,2 0-1-16,10 4 1 16,2-1-2-16,0 2 1 15,10-3-1-15,6 4 2 16,1-7-2-16,3 6 0 16,8-8 1-16,-1 1-1 0,6 0 2 15,-1-3-1-15,3 3-1 16,0-2 1-16,0-1-1 15,1 0 1-15,1 0-1 16,3 3 1-16,-1-3 0 0,5 0 1 16,0 0-1-16,4 0 1 15,-1-3 1-15,3-7-1 16,3 8 1-16,-1-5-1 16,3 0 0-16,2-1 0 15,1 3 0-15,-3-5 0 0,7 2-1 16,3 3 1-16,-3-4-2 15,-5 4 1-15,6 0-1 16,-3-1 0-16,0 5 0 0,-3-2 0 16,3 3 1-16,-5-3-1 15,0 3 0-15,-1 0 0 16,-1 0 0-16,-5 3 0 16,1 1 1-16,1 2-1 15,-5 1 1-15,-2 0-2 0,-1 6 0 16,-1-1-1-16,-2-2 1 15,6 4-1-15,-7 0-1 16,-1 0 1-16,-2-4-1 0,2 0 1 16,-4-5-1-16,-1 0 0 15,-4-2 0-15,-5-3 0 16,-3 0 0-16,-3 0 0 16,-4 0 0-16,-5-3 0 15,-7-2 2-15,-4 0 0 0,-2 0 0 16,-2 4 1-16,-10-5 0 15,-2 3 0-15,-1-2 0 16,-8 2-1-16,3-1 1 16,2-6 0-16,-5 5 0 0,-4-2 0 15,-1-3 0-15,-3 0-1 16,-1 0 1-16,-3-3 0 16,-1 6 0-16,-7-3-1 15,2 1 1-15,-2-2 0 0,-5-2 0 16,-2 1 0-16,0 0 1 15,-7 2-1-15,-2-7 1 16,-8 2 0-16,2-2 0 0,-4-1 0 16,1-4 0-16,-2 2 2 15,-7-4 0-15,3-1 0 16,-6-3 0-16,4 1 1 16,-11 3-1-16,-4-6 1 0,2 5-1 15,-5-5-1-15,-1 5 0 16,-4-2 1-16,0 3-1 15,-3-1 1-15,1 0-1 16,-4-2-1-16,-1 4 0 0,-3-1 0 16,-3 1 1-16,0-1-2 15,-1 4-1-15,-1-5 1 16,-5 3 0-16,0 3 1 16,0-5 0-16,0 2 0 15,-9 0-1-15,5 3 1 0,-3-5-1 16,-5-2 1-16,-1 1-1 15,1 0 1-15,-6 3-1 16,1 0 0-16,-3 1 1 16,-1-1-1-16,-3 3 0 0,2 3 0 15,-6 4 0-15,1-3 1 16,-1 3-1-16,-4-1 0 0,-2-1 1 16,-1-1-1-16,-2 5 0 15,0-5 0-15,14 7-2 16,-2 1 0-16,0 0-1 15,-5-4 1-15,0 4-1 16,-4 0 1-16,-1-1 0 16,-4-2-1-16,2 1 4 0,-11-4-1 15,3 6 1-15,-4-3-1 16,1 0 1-16,-6 0-1 16,-1 0 1-16,-5-2 0 0,1 2 0 15,-1 0-1-15,-2-2 1 16,2 2-1-16,-4 0 1 15,2-2-1-15,-5 1 0 16,2 4 0-16,1-3 0 16,-4 1 0-16,3 1 1 0,-4 0-2 15,0-1 1-15,2-2 1 16,-6 4-1-16,1 2 0 16,1-2 0-16,-5-1 0 15,2 3 0-15,2-2 1 0,-5 2-1 16,0-1 0-16,2 2 0 15,-2 0 0-15,0-1 0 16,-3-1 0-16,2 0 0 16,0 5 0-16,-3-4 0 0,1 0 0 15,-3 3 0-15,2-4 0 16,-4 2 0-16,3 1 0 16,-4 0 0-16,1 1 0 15,-4-2 0-15,4 4 0 0,-5-6 0 16,1 3 0-16,-1 3 1 15,4-4-1-15,-6 1 0 16,3 3 0-16,-3-1-1 16,2 1 1-16,-4-4 0 0,4 4 1 15,-4 0-1-15,-1-2 0 16,4 2 0-16,-4 0 1 16,3 0-1-16,-5 0 0 15,2 0 0-15,1 0 0 16,-3 0 0-16,0 0 0 0,3 0 0 15,-5 0 0-15,2 2 0 16,0 2 0-16,-3-3-1 16,3-1 1-16,-2 6 0 0,2-5 0 15,1 2 0-15,-5 3 0 16,5-4 0-16,-4 2 0 16,4 2 0-16,-1-2 0 0,0 2 0 15,-3-1 0-15,3 2 0 16,3-2 0-16,-5 0 0 15,4 3-1-15,1-4 1 16,-3 0 0-16,3 2-1 16,0 1 1-16,-2 1 0 0,2-4 0 15,2 2 0 1,-2-1 0-16,2 0 0 0,0-3-1 16,-1 3 1-16,2 0 0 15,-1 0-1-15,2-2 1 0,4-1-1 16,-1 5 1-16,-2-4-1 15,4 2 1-15,0-3 0 16,1 1 1-16,2 0-1 16,0-2 0-16,3 2 0 0,-1 0 0 15,6-1 0-15,-4 1 0 16,4-3 0-16,-1 2 0 16,8-2 1-16,-2 0-1 15,1 0 0-15,2 0 1 0,4 0-1 16,-3 0 0-16,3 0 0 15,2 0 0-15,3-2 0 16,-3 2 0-16,6-3 0 16,-4 1 0-16,3-1-1 0,-1 0 1 15,4 2 0 1,-3-2 0-16,2 0 0 0,-1 1 0 16,4-3 0-16,-2 2 0 15,0-1 0-15,-3-1 0 16,3 2 0-16,-1-2-1 0,0 0 1 15,-2 3 0-15,0-3 1 16,-3 0-2-16,5 0 1 16,-5 2 0-16,1-2 0 0,-3 3 0 15,1-1-1-15,1 2 1 16,-4-3-1-16,3 2 1 16,-1 0 0-16,0 2 0 15,0-3-1-15,3 0 1 0,-3 3 0 16,4 0 0-16,1-3 0 15,0 3 0-15,0 0 1 16,-2 0-1-16,8 0 0 16,-6 0 0-16,3 3 0 0,0-3 0 15,2 3 0 1,0 0 0-16,1-1-1 0,-1 4 2 16,1-5-1-16,-1 4 0 15,2 0 1-15,1-2-1 16,-3-1 0-16,6 3 1 0,-6-2-1 15,6-3 0-15,-4 2 0 16,6 1 0-16,-3-1 0 16,3 0 0-16,3 1 0 0,-2 0 0 15,2-1 0-15,4 1 0 16,-4 2-1-16,6-1 1 16,-4-1 0-16,4 2-1 15,-2 3 1-15,4-4 0 16,0 4-1-16,4-1 1 0,-3 3-1 15,3 0 1-15,0 0 0 16,0 3 0-16,-1-4-1 16,1 4 0-16,-1 1 0 0,11-6 3 15,-35 19 0-15,4 0-1 16,4 1 1-16,4-4 0 16,2 1-1-16,6-3 1 15,8-2-1-15,4 1-1 16,2-5-1-16,1 2 0 0,-1 1 0 15,6 1 0-15,-1 0 1 16,-1 3-1-16,2-1 0 16,4 3-1-16,-2-1 2 15,0 1-1-15,2 2 0 0,1-2 0 16,2 5 0-16,0-5 0 16,1 1 1-16,1-1-1 15,1 0 1-15,-4 0 1 16,-1 3 2-16,2 1 0 15,-2 1 0-15,2 0 0 16,-3-5 0-16,3 4 0 16,0-7 0-16,3 6-2 0,2-6-1 15,0-2 0-15,7-3-1 16,-2 3 1-16,3-1 0 16,-1 2-1-16,3-1 1 15,-1 1 0-15,2-3 0 16,1 4 1-16,-5-1-1 0,6 1 1 15,-1-5 0-15,1 0-1 16,-1 0 1-16,6 1-1 16,-6-1 1-16,4-2-1 15,5 0 1-15,2-1 0 0,2-1 0 16,7 2 1-16,5 0-1 16,13 0 1-16,2 0-1 15,10 2 0-15,11 3-1 16,1 1 0-16,7 4 0 0,12 3 1 15,6-4-1-15,10 7-5 16,10 16-49-16,20-25-19 16,16-3-5-16</inkml:trace>
  <inkml:trace contextRef="#ctx0" brushRef="#br0" timeOffset="1150.89">652 3220 253 0,'0'0'5'15,"0"0"5"-15,12-15 3 16,3 4 2-16,8-7 2 16,7-5 2-16,4-2 1 0,11-7 2 15,7-5-4-15,1 2-3 16,6-1-4-16,-4-2-2 16,-1 4-2-16,1 1-2 15,-7 3-1-15,-9 6-1 0,-7 3 0 16,-7 7 0-16,-8 4 0 15,-4 5 0-15,-13 5 1 16,0 0 0-16,0 0-2 0,0 0-3 16,0 0-10-16,0-10-61 15,0 18-8-15</inkml:trace>
  <inkml:trace contextRef="#ctx0" brushRef="#br0" timeOffset="15383.85">15546 1802 220 0,'0'0'4'0,"0"0"2"16,0 0 2-16,0 0 4 15,0 0 2-15,0 0 2 0,0 0 1 16,0 0 1-16,0 6-3 16,0-6 0-16,0 0-1 15,0 0 1-15,0 0-3 16,14 0-1-16,-3 0 0 0,8-10 0 15,4 0 1-15,9-5-1 16,5-1-2-16,-12 5-3 16,2-3-1-16,6 1 0 15,4-4-2-15,3-1-1 16,0 1-1-16,4-1-1 0,-1-1 0 16,-4 2 2-16,3-1 0 15,-1 0-1-15,-2 4 1 16,-4-1-1-16,-3 0 0 15,-2 5-1-15,-3 0-1 0,-4 3-4 16,-6 4-8-16,-17 3-29 16,10-5-41-16,-10 5-3 15</inkml:trace>
  <inkml:trace contextRef="#ctx0" brushRef="#br0" timeOffset="15716.8">15568 1954 351 0,'0'0'4'0,"0"0"3"16,3-12 3-16,6 0 2 15,5-4 1-15,9-2 1 16,6-3 2-16,13-4 0 0,4 1-4 16,12-6-1-16,4 7-3 15,5-1-1-15,2-1-3 16,1 3 0-16,-3 2-1 0,-37 9-3 16,0 4 0-16,19-5-1 15,-26 6-8-15,-3 5-9 16,1 1-62-16,-5 0-4 15</inkml:trace>
  <inkml:trace contextRef="#ctx0" brushRef="#br0" timeOffset="26833.67">5427 13503 124 0,'0'0'6'0,"0"0"5"15,-2-7 2-15,2 7 3 16,0 0 2-16,0 0 1 15,-2-7 2-15,2 7 1 0,0 0-6 16,0 2-2-16,0-2-2 16,0 0-2-16,0 0-1 15,4 10-1-15,-4-10-1 16,0 0-2-16,0 0-2 0,0 0 1 16,0 0-2-16,-2 10-1 15,2-10 1-15,0 7-1 16,0-7 2-16,11 4 0 0,-2 2 0 15,3-1 0-15,4-2 0 16,3 0 0-16,6-2 0 16,2 2 0-16,3 0-2 15,7-2 1-15,6-1 0 0,1 3-1 16,7-3 0-16,0 0 0 16,4 2-1-16,5-2 0 15,1 0 0-15,2 0-1 16,-4 0 1-16,11 0-1 15,0-2 0-15,-1-1 0 0,6 3 0 16,4-4 0-16,0 4 0 16,4-3-2-16,1 2 2 15,4-5-1-15,1 6 1 16,3-5-1-16,2-1 2 0,-2 2-1 16,5-3 0-16,0 7 1 15,9-6-1-15,-3 2 1 16,-4 1-1-16,7 3 0 0,-1-2-1 15,7 2-1-15,5 0 1 16,-3-3-1-16,3 3 0 16,3-2 1-16,1 2-1 15,-2 0 3-15,5 0 0 0,-2 0 0 16,-8-2 1-16,6 2-1 16,1 0 0-16,-4 0 0 15,-3 0 0-15,5 0 0 16,-4-3 1-16,2 0-1 15,7 3 0-15,-7-2 0 0,-3 2 0 16,8-3 0-16,-5 1 1 16,-3-3-1-16,1 2 0 15,-11 1 0-15,-5 0 0 16,-5-1 1-16,-9 3-1 0,-5-5 1 16,-11 2-1-16,-4 3 1 15,-10-1-4-15,-9 1-6 16,-9-6-13-16,-12 1-30 0,-4 5-17 15</inkml:trace>
  <inkml:trace contextRef="#ctx0" brushRef="#br0" timeOffset="30849.86">17762 5066 274 0,'0'0'7'15,"0"0"1"-15,0 0 4 0,0 0 2 16,0 0 2-16,0 0 0 16,0 0 2-16,0 0 0 15,0 0-6-15,0 0-3 16,0 0-2-16,0 0-2 16,5-5-1-16,-5 5-1 0,20-2 0 15,-6 2 0-15,7-3 0 16,4 0 0-16,-1 1 0 15,6 2-1-15,-1 0 0 16,6-3-1-16,3 3 1 0,-1 0-1 16,5 0-1-16,1-2 1 15,6 2 0-15,0-3-1 16,5 1 1-16,-3 2-1 0,3 0 1 16,2 0-1-16,1 0 0 15,3 0 1-15,2 0 0 16,3 0 0-16,1 2-1 15,6-2 1-15,6 0-1 16,-2 0 1-16,7-2-1 0,4-1 0 16,-4-1 1-16,5-2-1 15,1 1 0-15,1 5 0 16,2-5 0-16,0 5 1 16,-3-4-1-16,5 1 0 0,-2 1 1 15,0-1-1-15,0-2 1 16,-2 2-1-16,2 2 0 15,-3-5 1-15,3 6-1 16,0-2 0-16,-2 2 1 0,-1 0-1 16,0 0 0-16,0 0 0 15,3 0 0-15,-5 0 1 16,1 0-2-16,-4 0 2 16,0-3-1-16,1 1 0 0,0-1 0 15,-1 1 0-15,-2 0 1 16,2-3-1-16,-1 2 0 15,4-2 1-15,-3 2-1 16,-2 1 0-16,5 0 0 0,-2 2 1 16,-4-3-1-16,4 3 0 15,-3-2-1-15,-3 2 1 16,3 0 0-16,-7 0 0 16,2 0 0-16,0 0 0 0,0 0 1 15,0 0-1-15,-5 0 0 16,3 0 0-16,-4 0 0 15,0 0 0-15,-7-3 0 16,-4 1 0-16,-5 2 0 0,-9-3 0 16,-4 1 0-16,-8-1 0 15,-2 0 1-15,-8 3-1 16,-6-2 0-16,-6 0 0 16,1 2 0-16,-13 0 1 0,7 0-2 15,-7 0-1-15,0 0-2 16,-7 2-6-16,-4 0-15 15,-3 1-53-15,1 0-3 16</inkml:trace>
  <inkml:trace contextRef="#ctx0" brushRef="#br0" timeOffset="31866.45">17484 5150 215 0,'0'0'5'0,"0"0"0"0,5 0 4 15,-5 0 0-15,9 0 3 16,-9 0 1-16,18 0 2 16,-6 3 1-16,1-3-3 15,9 2 0-15,-2 0-1 0,12 1-2 16,3-2-1-16,5 3-2 15,7 1 0-15,8-3-2 16,2 1-2-16,10 1-1 16,2 2 1-16,3-5-2 0,10 2-1 15,6 3 1-15,6-6 0 16,0 2-1-16,14 0 0 16,3-2 0-16,1 4 0 15,10-4 0-15,0 0 0 0,4 0-1 16,6 0 1-1,5 0 0-15,-1-4 1 0,4 2-2 16,6 0 2-16,5-4-1 16,1 3 0-16,-1 2 0 0,8-2 0 15,-2 0 0-15,2 2 0 16,3-2 1-16,-1 3-1 16,0 0 0-16,1 0 1 15,-2 0-1-15,-2 0 1 16,1 3-1-16,-2-2 0 0,-3-1 0 15,-3 3 0-15,-1-3-1 16,-7 0 1-16,-1 0 0 16,-6 0-1-16,-3-3 1 0,-11-1 1 15,-5-1 0-15,-11 0 0 16,-9 0 0-16,-10 0 0 16,-11-2 0-16,-12-1 1 15,-12 3-1-15,-5 0 0 0,-10 0-1 16,-13 3 0-16,-2-1-2 15,-9 0-6-15,-13 3-18 16,0 0-43-16,-9 0-7 16</inkml:trace>
  <inkml:trace contextRef="#ctx0" brushRef="#br0" timeOffset="32799.97">17558 4972 244 0,'0'0'5'0,"0"0"0"0,0 0 1 16,0 0 4-16,11-5 1 15,1 5 3-15,5-3 0 16,10 3 1-16,3 0-3 0,5 0-2 16,12 0-1-16,1 0-1 15,11 0-2-15,6 0-2 16,7 0-3-16,11 0 1 15,8 0-2-15,8 0 1 0,3 0 0 16,17 0-1-16,3 0 1 16,9 0-1-16,9 0 1 15,7 0 0-15,3 0-1 16,10 0 2-16,1 0-1 0,8 0 0 16,3 0-1-16,2 0 1 15,4 0-1-15,4 0 0 16,-1 0 1-16,3-3-1 15,-5-1 0-15,3 1 0 16,-3-2 1-16,2 5-1 0,-3-5 1 16,-3 3 1-16,-6 2 0 15,2 0 1-15,-3-3-1 16,-10 3 2-16,-6 0 0 0,-11 0-1 16,-4 0 1-16,-6 0-1 15,-11 0 1-15,-12 0-2 16,-11 0 0-16,-12 3 0 15,-13-3 0-15,-9 0 0 0,-19 0 1 16,-9 0 0-16,-15 0 0 16,-11 0 0-16,-9 0 0 15,0 0-1-15,0 0-5 0,-7 0-9 16,-6 10-60-16,-1-8-6 16</inkml:trace>
  <inkml:trace contextRef="#ctx0" brushRef="#br0" timeOffset="36416.93">17541 4203 354 0,'0'0'6'0,"0"0"3"15,0-12 1-15,0 12 1 16,0 0 0-16,0-9-1 0,0 9 1 16,0 7-1-16,-2 11-4 15,-1 9-2-15,0 9-2 16,3 7 0-16,0 11 0 16,0 3-1-16,0 5 1 0,6 0 1 15,-4 0-1-15,3-5 0 16,-3-5-1-16,1 0 1 15,-1-7 0-15,-2-6 1 16,2-2-1-16,1-9-1 0,-3-4-2 16,2-7 0-16,1-4-4 15,-3-13-4-15,0 0-5 16,0 0-11-16,-3-27-53 16,3 8-3-16</inkml:trace>
  <inkml:trace contextRef="#ctx0" brushRef="#br0" timeOffset="37734.4">17489 4010 262 0,'0'0'5'0,"0"0"5"0,-5-12 2 16,5 12 4-16,-5-13 1 15,5 13 0-15,-6-9 2 16,6 9 0-16,0 0-3 16,11-8-6-16,-4 8-1 0,11 0-3 15,6 0-1-15,8 0-1 16,9 5-1-16,5-5 0 16,12 3-1-16,6-3 1 15,3 0-3-15,10 0 1 16,0 0 0-16,8 0 0 0,2-3-1 15,2-2 1-15,1 0 0 16,4 1-1-16,3 1 1 16,2-5 0-16,6 3-1 0,-6 3 0 15,2-3 1-15,5 1-1 16,-1 0 1-16,2-1-1 16,8 0 1-16,2 1 0 15,0-1-1-15,3 0 1 0,6-1 0 16,1 4 0-16,-1 2-1 15,-1-4 0-15,-4 1 1 16,1 1-1-16,-2 2 0 16,-3-3 0-16,-4 1 0 0,-1 2 0 15,-2-3 1-15,1 1-1 16,2-1 1-16,-7 0-1 16,1 1 1-16,2 2-1 15,-2-2 0-15,-3-3 1 16,1 2-1-16,-3 1 0 0,-3-1 0 15,-3-2 1-15,-1 2-1 16,-3 2 0-16,2-5 0 16,-2 5 0-16,-4-2 1 15,-1 3-1-15,2 0 0 0,-2-3 1 16,3 3-1-16,-6 0 0 16,3-3 0-16,-5 3 0 15,3 0 0-15,-9-1 0 16,4-3 0-16,-7 1 0 0,0 3 1 15,-2-1-1-15,-5 1 0 16,-3 0 0-16,-1 0 0 16,-3-3 0-16,-4 3 0 15,-3 0 0-15,-7-3 0 0,-3 3 0 16,-8-1 0-16,-1-2 0 16,-6 0 0-16,-4 0 0 15,-1 2 0-15,-5-2 0 16,-1 3 0-16,1 0 1 0,-4-2-1 15,-6 2 0-15,-7 0 1 16,14 0 0-16,-14 0 1 16,0 0 0-16,8-3 0 15,-8 3 1-15,0 0-1 0,0 0 0 16,0 0-1-16,0 0-1 16,0 0 0-16,0 5-1 15,0 5 0-15,0 1 0 16,-5 7-1-16,0 10 1 0,-2 3 0 15,2 7 0-15,0 11 0 16,3 4 0-16,-4 5 0 16,6 3 1-16,0 3-1 15,0 3 0-15,0-1 1 0,0 1-1 16,0 0 1-16,-3-2 1 16,1-7 0-16,0 3 0 15,-3-4 1-15,5-5-1 0,-3-3 1 16,1-6 0-16,0-5 0 15,2 0-1-15,0-6 0 16,0-7-1-16,0-3 2 16,0-2-1-16,0-7 0 0,0-3 0 15,0-10 1-15,0 13 0 16,0-13 0-16,0 0 1 16,0 0-1-16,0 0 0 15,0 0 0-15,0 0 0 16,0 0-1-16,-10-6 0 0,10 6-1 15,-11-11 1-15,11 11-1 16,-12-4 0-16,12 4 0 16,-15-4 1-16,8 1-1 15,-5-2 0-15,-1 5 0 0,-2 0-1 16,-3 0 1-16,-4 0 0 16,-7 0 1-16,-9 0-1 15,-6 0 0-15,-11 2 0 16,0-2 0-16,-12 6-1 0,0-6-4 15,2 7-10-15,3 3-67 16,7-8-3-16</inkml:trace>
  <inkml:trace contextRef="#ctx0" brushRef="#br0" timeOffset="39666.69">3363 5900 283 0,'0'0'4'0,"0"0"4"0,0 0-1 16,0 0 0-16,-3 6 3 15,3-6 3-15,0 0 2 16,7 7 3-16,2-7-2 0,7 0-1 15,5 0-1-15,6 0-1 16,5 0 0-16,5 0-3 16,9 0-3-16,3-3-2 0,3 3-2 15,8 0-1-15,2 0 1 16,3 0-2-16,6-1 0 16,4 1 0-16,7 0 0 0,3 0 0 15,9 0 0-15,-2 0-1 16,0 0 1-16,9 0-1 15,7 0 1-15,-2 0-1 16,6 0 1-16,0 1 0 16,2-1-1-16,3 3 1 0,2 0-1 15,3-3 1-15,0 0 0 16,0 1-1-16,0-1 0 16,-1 0 1-16,1 3-1 15,0-3 1-15,0 0-1 0,0 3 1 16,-2-3-1-16,6 2 1 15,-2 1 0-15,2-1-1 16,-1 2 1-16,-4-3-1 16,4 2 1-16,-1-1-1 0,0-2 1 15,0 0-1-15,0 0 0 16,3 0 1-16,-8-2-1 16,3 2 0-16,-7-4 1 15,-4-2 0-15,-1 3 0 0,-11-2 0 16,-5 2 1-16,-7-1 0 15,-9 0 1-15,-4 1-1 16,-12-3 1-16,-10 4 0 16,-7 0 1-16,-13-3-4 0,-7 5 0 15,-8-3 0-15,-6 3 0 16,-11 0 0-16,9-4 0 16,-9 4 0-16,0 0 0 15,0 0 0-15,0 0 0 0,-8-11 0 16,8 11 0-16,0 0 0 15,0 0 0-15,-7-10 0 16,7 10 0-16,0 0 0 16,0 0 0-16,0 0 0 0,0 0 0 15,0 0 0-15,0 0-11 16,0 0-73-16,3 5-4 16</inkml:trace>
  <inkml:trace contextRef="#ctx0" brushRef="#br0" timeOffset="41066.33">11575 5985 247 0,'0'0'9'0,"12"-5"2"0,1 3 2 15,6-1 2-15,6 0-1 16,8 1 2-16,7-1 0 16,11 1 0-16,2 2-7 0,9 0-2 15,5 0-2-15,2 0-2 16,11 0 2-16,3 0-2 16,0 0-1-16,12 0 1 15,10 0-1-15,-4 0 0 16,7 0 1-16,8-5-1 0,1 5-1 15,9-5 1-15,7 3-1 16,5-4 1-16,-4 4-1 16,10-3 0-16,6 3-1 0,-1 2 1 15,7-4 0-15,-2 4-1 16,3-4 1-16,2 2 0 16,0 2 0-16,5 0-1 15,-5-3 1-15,2 1-1 0,1-1 1 16,-4 0-1-16,0 2 0 15,-2-5 1-15,-2 2-1 16,1-4 1-16,-1 1-1 16,0-3 1-16,0 2 0 0,2-2 0 15,3 3 1-15,0-1-1 16,0 1 0-16,-3-3-1 16,1 2 1-16,-6 1-1 0,-2 0 0 15,-4 0 0-15,-6-1 0 16,-7 0-1-16,-5 4 1 15,-3-1-1-15,-7 0 1 16,-4 2 0-16,-3 1 0 16,-6-1-1-16,-1 0 1 0,-7 1 0 15,1 0 0-15,-5 2 0 16,0 0 0-16,-5 0 1 16,-3 0-1-16,-2 0 0 15,1 0 0-15,-4 2 0 0,-2-2 0 16,0 0 0-16,-2 0 0 15,-1 0 0-15,-2 2 0 16,0-2 0-16,0 3-1 16,-3-3 1-16,-1 0 0 0,-1 0 0 15,2 3 1-15,-9-3-1 16,5 0 1-16,-6 0 1 16,-1 2 0-16,-3-2 1 15,-4 0 1-15,-1 0 2 0,-6 0 0 16,2 0 0-16,-5 0 0 15,-6-2 0-15,-3 2 0 16,-2-3-1-16,-2 0 1 16,-8-1-1-16,-3 4 0 0,-7-3 0 15,0 3 0-15,-10 0 1 16,0 0-6-16,0 0 0 16,0 0 0-16,-7-1 0 15,-9 1-20-15,2 1-61 16,-4 6-4-16</inkml:trace>
  <inkml:trace contextRef="#ctx0" brushRef="#br0" timeOffset="46266.86">3213 6922 173 0,'0'0'9'0,"0"0"7"15,-9 0 5-15,9 0 1 16,0 0 1-16,0 0 1 0,0 0-1 15,0 0 1-15,0 0-8 16,0 0-4-16,0 0-2 16,9 1-3-16,7-1 1 0,2 3-2 15,3-1 1-15,4-2 0 16,4 3-2-16,7 0 0 16,6-3-1-16,1 0-2 15,-5 0 1-15,11 0-1 16,-3 0 0-16,9 0 0 0,0 0 0 15,0 0-1-15,-1 0 1 16,2 0-2-16,5 0 0 16,1 0 1-16,-2-3-1 0,2 3 1 15,2 0-1-15,-2 0 0 16,3 0 1-16,3 3-1 16,-4-1 1-16,6 0-1 15,-3 3 0-15,-3-2 1 16,5 2-1-16,-3-3 1 0,1 1-1 15,-1 2 0-15,-1-3 0 16,0 1 1-16,2-1-1 16,-3 1 1-16,1 0-1 0,0-2 1 15,0 2-1-15,2 0 0 16,-3-3 1-16,3 0-1 16,0 3 1-16,0-3-1 15,6 0 1-15,-5 0-1 0,0 0 1 16,1 0-1-16,4 0 1 15,-6 0-1-15,4 0 0 16,0-3 1-16,-4 3-1 16,4-3 0-16,-4 0 1 0,4 2-1 15,-2-2 0-15,0 3 1 16,-2-3-1-16,6 1 1 16,-4-1-1-16,3 3 1 0,1 0-1 15,-2 0 0-15,0-2 1 16,3 2-1-16,-3-2 1 15,-1-1-1-15,5 3 0 16,-1-3 0-16,-2 1 0 16,0-1 0-16,-2 3 1 0,-1-2-1 15,0 2 0-15,2 0 0 16,-4 0 0-16,-1 0 0 16,4 0 1-16,-3 2-1 15,1 1 1-15,1-1-1 16,-2 1 0-16,1 0 0 0,3-1 1 15,-4-2-1-15,72 2-1 16,-64-2 1 0,-3 0 0-16,0 0 0 0,-2 0 1 15,4 0-1-15,1 0 0 16,-8-2 0-16,5 0 0 16,-1-1 0-16,2 0 0 0,-1 1 1 15,0-1-1-15,3 1 0 16,-1-1 0-16,1 3 0 15,4-2 1-15,1-1-1 16,-1 1 0-16,3-3 0 16,3 2 0-16,0-2 0 0,1 4 1 15,1-5-1-15,-2 3 0 16,2 1 0-16,-4 0 0 16,2-1 0-16,2-1 0 15,-4 4 0-15,-2-4 0 0,-3 4 0 16,0 0 0-16,5-1 0 15,-3 1 0-15,-4 0 0 16,2 0 0-16,-2 0 1 16,2 0-1-16,-2 0 0 0,4 1 0 15,-6 3 0-15,2-4 0 16,-2 2 0-16,3-2 0 16,-3 2 0-16,-2-2 0 0,1 0 0 15,-2 0 0-15,-1 0 0 16,2 0 1-16,3 0-1 15,-6-2 1-15,4 0-1 16,-2-2 0-16,1 0 1 16,3 2-1-16,-3-4 0 0,0 4 0 15,0-3 0-15,-2 3 0 16,-1-1 0-16,-1-2 0 16,4 3 0-16,-3-1 0 15,0 0 0-15,-2 1 1 0,3 2-1 16,-5-2 0-16,4 2 1 15,-4-3-1-15,-1 3 0 16,1-2 0-16,-3-1 0 16,-3 3 0-16,-1 0 0 0,-1 0 0 15,-2 0 0-15,-2 0 0 16,0 3 0-16,-3-1 0 16,3 1 0-16,-2-1 0 15,0 0 0-15,1 1 0 0,-1 0 0 16,0-1 0-16,1 1 0 15,-3-3 0-15,4 2 0 16,-3-2 0-16,-4 0 1 0,4 0-1 16,-4 0 0-16,3 0 0 15,-5 0 0-15,1 0 0 16,-5 0 0-16,-1 3 0 16,-2-3 0-16,-3 0 0 15,-2 0 0-15,-4 0 0 0,0 0 0 16,-4 0 0-16,2 0 0 15,-3 0 1-15,-4 0-1 16,1 0 0-16,-2-3 0 16,-3 3 0-16,-6 0 0 0,2-2 1 15,-11 2 0-15,9 0-1 16,-9 0 1-16,0 0-1 16,0 0 0-16,0 0 0 0,-2-13 0 15,2 13 0-15,-12-15 0 16,1 6 0-16,4-4 0 15,-3 1 0-15,2-4 0 16,-1 0 0-16,2-2 1 0,-1-1-1 16,2-5 1-16,2 0-1 15,-1 2 1-15,2-6-1 16,-1 7 1-16,-1-7-1 16,2 1 0-16,-1-4 1 15,-2 5-1-15,-1 1 0 16,2-1 1-16,-2-2-1 0,-2 3 1 15,0 0 0-15,2 0-1 16,-1 5 0-16,0 1 1 16,1-4-1-16,0 7 0 0,2-1 0 15,0 3 0-15,-1 2 0 16,4-3 1-16,-3 8-1 16,5 7 0-16,-7-16 0 0,7 16 0 15,-5-12 0-15,5 12 0 16,-2-7 0-16,2 7-1 15,0 0 1-15,-5-11 0 16,5 11-1-16,0 0 1 0,0 0-1 16,-13-8 1-16,13 8-1 15,-7-6 1-15,7 6-1 16,-16-5 1-16,7 3-1 16,-1-1 1-16,-3 1-1 0,2-1 1 15,0 3 0-15,1-2 0 16,-5 0-1-16,0-1 1 15,0 3-1-15,-2-3 0 16,-3 1 1-16,-2-1-1 16,-3 1 0-16,-5-3 1 0,-2 3-1 15,-1-1 1-15,-4-2 0 16,-2 3 0-16,-2-4 0 16,-3 2 0-16,-2 1-1 15,0 1 1-15,-2-3 0 0,-1 5 0 16,-3-3-1-16,-3 3 1 15,0-2 0-15,-1 2-1 16,-4-2 1-16,0-2 0 16,1 4 0-16,-6-1 0 0,3-2 0 15,-2 1 0-15,-2-1-1 16,2 0 1-16,-4 3 0 0,-1-2 0 16,0 2 0-16,-6-2-1 15,6-1 1-15,-5 1 0 16,1-1 0-16,-1 3-1 15,-1-2 2-15,0-3 0 16,-2 2-1-16,0 0 1 16,0-1 0-16,-4 1 0 0,1-2 0 15,-5 1 1-15,1 4-2 16,2-3 0-16,-3 0 0 16,1 0-1-16,2 2 2 0,2 1-1 15,-4 0 0-15,4-3 0 16,0 0 0-16,2 2 0 15,-5-2 0-15,2 0 1 16,-1 3-1-16,-3 0 0 0,2-2 0 16,-3-1 0-16,2 3 0 15,-1 0 0-15,2 0 0 16,0 0 0-16,0-2 0 16,-1-2 0-16,5 4 0 0,-4-1 0 15,1 1 0-15,1-3 0 16,-4 1 0-16,3 0 0 15,0 2 0-15,0-3 0 16,-3 3 0-16,2 0 0 16,3 0 0-16,0 0-1 0,1 0 1 15,6 0 0-15,-1 0 0 16,5-3 0-16,2 1 0 16,5-1 0-16,2 1 0 0,5 0 0 15,0-1 0-15,0 0 0 16,6 3-1-16,1-2 1 15,4 0 0-15,-1-1 0 16,5 0 0-16,1 3 0 0,7-2 0 16,-3 2 0-16,5-3 0 15,0 1 0-15,3 2 0 16,-3 0 0-16,3 0 0 16,-3 0-1-16,-2 5 1 0,-1-5 0 15,1 2 0-15,0-2 0 16,2 3 0-16,-2-3 1 15,4 0-1-15,1 0 0 16,2 0 0-16,5 0 0 0,0 0 0 16,1 0 0-16,6 0 1 15,-5 0-1-15,1 0 0 16,2-3 0-16,1 3 0 16,-2 0 0-16,2 0-1 0,1 0 1 15,0 0-1-15,4 0 1 16,9 0-1-16,-15 0 0 15,15 0 0-15,-10 3 0 16,10-3-1-16,-11 7 1 0,11-7 0 16,-7 15 1-16,5-2-2 15,-1 2 1-15,1 5-1 16,0 2 1-16,-1 5 0 16,3 5 1-16,0 8 0 0,0 0 0 15,0 7 1-15,5 3 0 16,-3 4 1-16,1 0-1 15,-1 1 1-15,1 1 0 16,-1-3-1-16,3 1 0 0,-2-4 1 16,4-1-1-16,-4-5 0 15,4-1 0-15,0-1 0 16,1-7 0-16,2-4-1 16,-3-1 1-16,4-5-1 0,-4-3 1 15,-2-5-1-15,2 1 1 16,-2-8 0-16,-3-2 1 15,-2-8-1-15,0 0 1 16,0 0 0-16,0 0 0 0,0-12-1 16,0-5 0-16,-4-8-2 15,-6-6-1-15,5-6-1 16,-6-5-1-16,-1-5-1 16,3-5 0-16,1-2-1 0,-2-3 1 15,0-3 0-15,0-5 1 16,3 3 1-16,2 4 1 15,0 1 0-15,3 4 1 16,-1 7 1-16,1 6 1 0,2 12-2 16,0 4 0-16,0 24 1 15,0 0 0-15,7 14 1 16,-7 20 0-16,0 11-1 0,0 15 0 16,-2 10 2-16,-1 6-1 15,3 8-1-15,0 1-1 16,0-3-2-16,5-5-3 15,0-8-1-15,0-10-3 16,-3-4-7-16,0-13-26 0,-2-13-33 16,0-4-4-16</inkml:trace>
  <inkml:trace contextRef="#ctx0" brushRef="#br0" timeOffset="47166.69">8335 6981 210 0,'0'0'4'0,"0"0"4"0,5-7 4 15,-5 7 5-15,23-11 2 16,-2 4 3-16,9-1-1 16,11 1 2-16,5 0-4 0,21 1-4 15,3 4-2-15,20 2-6 16,7 0-2-16,14 0-2 16,8 2-2-16,16 4 0 15,6-4 0-15,13 3 1 0,10-3-1 16,8-2 1-16,12 3 0 15,9-3 2-15,14 0 1 16,6-3 0-16,6-2 0 0,4 3 0 16,9 0 1-16,3-4-3 15,2 4 1-15,1-1-1 16,-1 2-1-16,1-3 0 16,-7 4-1-16,0-2 0 15,-7 2 0-15,-11 0-1 16,-2-3 1-16,-16 3-1 15,-9 0 0-15,-17 0 0 0,-11-2 1 16,-13 2-1-16,-19 0 0 16,-24 0-1-16,-15 0-1 0,-22 0-3 15,-20 0-6-15,-20 0-11 16,-25 0-40-16,-18 0-17 16</inkml:trace>
  <inkml:trace contextRef="#ctx0" brushRef="#br0" timeOffset="49250.11">5420 14611 270 0,'0'0'5'0,"0"0"3"0,0 0 1 16,0-10 3-16,0 10 1 15,0 0 2-15,16-10-1 16,-7 8 1-16,3 2-3 0,6-3-2 15,10 3-4-15,1 0-2 16,6 0 0-16,9 0-2 16,6 0-1-16,8 0 0 15,4 3-1-15,5-3 1 0,2 2-1 16,6-2 1-16,2 0 0 16,7 0 0-16,4 0-1 15,1 0 1-15,3 0 0 16,0 0-1-16,5 0 1 15,2 2-1-15,5-2 0 0,-2 0 0 16,0 0 0-16,2 0 1 16,-1 0-1-16,3 0 0 15,4 0 0-15,-6 0 1 0,3 0-1 16,-3 0 1 0,2 0-1-16,2 0 1 0,0 0-1 15,-3-2 0-15,2 0 1 16,3-4-1-16,-4-1 1 15,4 2-1-15,2-2 1 0,-8-1 0 16,2 4-1-16,-1-2 0 16,-1-1 0-16,1 2 0 15,-1-1-1-15,-5-1 0 0,0 2 0 16,2-2 0-16,-5 0-1 16,4 2 1-16,-1-3 1 15,-5 1 0-15,0-1 0 16,3 0 0-16,-5 1 0 15,0 0 1-15,0-1-1 0,-5 1 0 16,0 0 0-16,-4-1 0 16,-4 1 0-16,-4 2 0 15,-4 0 0-15,-4-3 1 16,-2 4-1-16,-8-2 2 0,-4 4-1 16,-3-3 0-16,-1 2 1 15,-10-2 1-15,2 3-1 16,-9 0 2-16,-2-1 0 15,-9 2 1-15,0 1 0 0,-12-4 1 16,2 4 0-16,-11 0-1 16,0 0 0-16,7-2-1 15,-7 2-1-15,0 0-1 16,0 0-1-16,0 0 0 0,0 0 0 16,0 0-1-16,0 0 0 15,0 0-1-15,0 0 0 16,0 0-2-16,0 0-1 15,0 0-6-15,0 0-5 0,0 0-19 16,0 0-46-16,0 0-2 16</inkml:trace>
  <inkml:trace contextRef="#ctx0" brushRef="#br0" timeOffset="50552.96">11336 13384 95 0,'0'0'3'0,"11"0"1"15,-11 0 4-15,0 0 3 16,9 5 2-16,-9-5 1 0,0 0 0 16,0 0 1-16,0 0-3 15,0 0 0-15,0 0-3 16,0 0-5-16,0 0 1 0,0 0-5 16,0 0 0-16,0 0-4 15,0 0 2-15,0 0 0 16,0 0 1-16,0 0-2 15,0 0 3-15,0 0-1 0,0 0 2 16,0 0 2-16,0 0 0 16,0 0 3-16,0 0-2 15,0 0 2-15,0 0 3 16,0 0-1-16,0 0 4 0,0 0-2 16,0 0 0-16,0 0-2 15,0 0-2-15,0 0 1 16,0 0-3-16,0 0-2 15,0 0-2-15,0 0 0 16,0 0 0-16,0 0-1 0,0 0 0 16,0 0 1-16,0 0-1 15,0 0 1-15,0 0 0 16,0 0 1-16,0 0 0 16,0 0 2-16,0 0 1 0,8-5 1 15,-8 5 3-15,9-2 1 16,-9 2-1-16,11-5 0 15,-11 5 0-15,12 0 0 16,-12 0 0-16,9 5-2 0,-3 4 0 16,-1 2-2-16,1 9 0 15,3 2 0-15,1 10-1 16,-3 7 1-16,3 8-1 0,-5 3-1 16,5 7 1-16,-7 5 1 15,-1 0 0-15,-2 3 1 16,0-1-2-16,0 0 0 15,-2-4 0-15,-3-1 1 0,-3-6-2 16,3-4 0-16,0-7-1 16,0 0-2-16,1-7 0 15,-1-11-2-15,-1 1-4 16,1-7-4-16,-1-1-9 16,5-5-29-16,1-12-28 0,-12 8-4 15</inkml:trace>
  <inkml:trace contextRef="#ctx0" brushRef="#br0" timeOffset="51733.1">2697 13432 200 0,'0'0'4'0,"0"0"2"0,8 2 0 16,4-2 6-16,5 2 1 16,8-2 0-16,5 5 1 15,10-2 1-15,12 1-5 16,2 1 0-16,21 0-2 0,4 1-4 15,11-4-1-15,10 0 0 16,6-2-1-16,9 0-1 16,9 0 0-16,10 0-1 0,-3-4 1 15,7 1-1-15,3-2 1 16,5 2-1-16,4 2 1 16,-1 1-1-16,3-4 1 0,-3 4-1 15,0 0 0-15,-3 0 0 16,-2 0-2-16,-2 0-4 15,-5 0-8-15,-4 0-25 16,-13 4-28-16,4 0-4 16</inkml:trace>
  <inkml:trace contextRef="#ctx0" brushRef="#br0" timeOffset="52166.58">7701 13444 429 0,'0'0'3'0,"0"0"-1"15,0 0 0-15,0 0 1 16,7 17-1-16,-3 11 1 0,-2 5 1 15,1 17 0-15,-3 18-1 16,2 13 0-16,-2 12-1 16,0 7-2-16,-5 2-3 15,3 2-7-15,-9-8-16 0,-14 2-53 16,13-10-3-16</inkml:trace>
  <inkml:trace contextRef="#ctx0" brushRef="#br0" timeOffset="53384.73">2565 13483 269 0,'0'0'1'0,"0"0"1"0,-13-15-1 16,13 15 3-16,-14-7-1 15,6 2 1-15,-4 1 0 16,-6-2 0-16,6 6 0 0,-8-2-1 16,-1 2-1-16,-4 0-1 15,-4 4 0-15,3 4-1 16,-4 0 0-16,-5 6 0 15,5 6 0-15,-2-4-1 16,0 6 1-16,0 0-1 0,2-3 1 16,0 6-1-16,2-2 1 15,1-7-1-15,-1 5 0 16,9-4 1-16,-2 1-1 0,9 1 0 16,0 1 1-16,7 2-3 15,-4 0 2-15,9-2-1 16,7 5 1-16,-2 2 0 15,7 1 1-15,-4 1-1 0,4-1 2 16,-3 4 0-16,9-3 0 16,-13 6 1-16,5 3-2 15,-6-7 1-15,2 4-1 16,-1-6 2-16,-2 7-2 16,-1-9 1-16,-2 5 0 0,0-7 0 15,-2 0 0-15,-1-3-1 16,-2 0 1-16,-1 0-1 15,4-2-1-15,-5-1 0 16,2-2 1-16,0-1-1 0,3-3 0 16,-1-1 0-16,1-2-1 15,2 0 2-15,0-10-1 16,0 17 1-16,0-17-2 0,12 17 2 16,-5-9-1-16,6 2 0 15,2 0 1-15,7 2 0 16,3-1 0-16,5 1 1 15,5 2-1-15,7 3 0 0,-3-4 0 16,9 7-1-16,0-3 0 16,8 2-1-16,6 6 0 15,0-4 1-15,11 1 0 16,1-7 0-16,7 2 1 16,10-6 2-16,1 1-1 0,9-10 2 15,9 3 0-15,4-5 0 16,3 0 0-16,9 0 0 15,9 0-2-15,-3-3-2 16,9-1-5-16,-2-1-11 0,-1 0-9 16,0-3-16-16,6-2-23 15,-15 1-4-15</inkml:trace>
  <inkml:trace contextRef="#ctx0" brushRef="#br0" timeOffset="54117.54">1813 14625 324 0,'0'0'0'0,"0"10"-1"15,2 2 0-15,8 21 2 16,-2 6 1-16,6 21 0 16,-1 15 2-16,4 21-1 15,3 13 2-15,-5 17 1 0,0 13 0 16,-3 7 1-16,-2 11 0 16,-8-3 1-16,-2 8-2 15,0-3 1-15,-2 4 0 16,-6-10 0-16,1-3-1 0,5-17-4 15,-3-9-3-15,5-65-6 16,-2 4-10-16,2-14-42 16,7 6-18-16</inkml:trace>
  <inkml:trace contextRef="#ctx0" brushRef="#br0" timeOffset="54616.69">4784 14831 372 0,'0'0'-1'16,"0"0"0"-16,-3 12-1 0,-1 8 2 16,4 17 1-16,-3 18 3 15,3 24 2-15,0 30 2 16,0 32 0-16,3 37 4 16,1 28 1-16,-1 28-1 0,7 18 1 15,-7-121-4-15,-1 15-1 16,-2 8 0-16,0 7-2 15,-2-9-6-15,-3 8-7 16,0-9-23-16,-1 2-51 16,2-18 1-16</inkml:trace>
  <inkml:trace contextRef="#ctx0" brushRef="#br0" timeOffset="54750.86">4765 17893 511 0,'0'0'0'16,"0"0"0"-16,0 0 0 0,0 0-76 16,0 0-14-16</inkml:trace>
  <inkml:trace contextRef="#ctx0" brushRef="#br0" timeOffset="57235.41">11478 13508 121 0,'0'0'1'0,"0"0"1"0,0 0 1 16,0-12-2-16,0 12 2 15,0 0 2-15,0 0 3 16,0-15 5-16,0 15-3 0,0 0 3 15,7-13 0-15,-7 13 4 16,3-12 4-16,-3 12 4 16,2-15-1-16,-2 15-1 0,0-14 2 15,0 14-1-15,-5-11 2 16,5 11-2-16,-9-7-6 16,9 7-5-16,-11 0-4 15,11 0-1-15,-9 10-3 0,1 7-2 16,6 5-2-16,-3 9 0 15,-1 5-1-15,4 9 1 16,-3 4-1-16,5 6 2 16,-2 2-1-16,2 1 1 15,0-2 1-15,0 1-1 0,2-2-1 16,3-6 0-16,3-2-1 16,-1-3 1-16,1-11-2 15,1-4 0-15,2-4 0 16,-2-7-1-16,3-11 1 0,1-2 0 15,-3-5 1-15,-3-2-1 16,4-6 1-16,1-9 2 16,-5-8 1-16,6-7 0 0,-3-8 0 15,-1-9 0-15,2-10 0 16,-4-7-1-16,0-3 0 16,2-2-1-16,-7-2 0 15,-2 7 0-15,0 1 2 16,0 8 1-16,-6 8 0 0,-1 7 0 15,0 7 2-15,-3 5-6 16,0 11 0-16,2 1 0 16,-1 11 0-16,-2 7 0 15,2 7 0-15,-1 18 0 0,-1 10 0 16,2 10 0-16,-1 9 0 16,-5 12 0-16,5 6 0 15,0 6 0-15,0 1 0 16,5-5 0-16,-2-2 0 0,2-5 0 15,3-3 0-15,2-9 0 16,0-8 0-16,0-5 0 16,2-12 0-16,3-4 0 0,0-10 0 15,2-8 0-15,3-7 0 16,-2-2 0-16,4-12 0 16,5-15 0-16,-7-1 0 15,6-13 0-15,-2-11 0 16,-1-6 0-16,-6-10 0 0,3-7 0 15,-5-2 0-15,-5 4 0 16,0 0 0-16,-5 7 0 16,-5 7 0-16,0 6 0 15,-2 14 0-15,-3 7 0 0,0 9 0 16,0 7 0-16,0 9 0 16,0 8 0-16,2 15 0 15,1 15 0-15,-1 12 0 16,0 13 0-16,7 9 0 0,1 13 0 15,-1 2 0-15,6 1 0 16,0-2 0-16,6-3 0 16,4-8 0-16,2-11 0 0,3-6 0 15,-3-8 0-15,4-12 0 16,-2-8 0-16,6-7 0 16,-8-7 0-16,4-8 0 15,-2-8 0-15,-1-12 0 16,-1-4 0-16,-2-14 0 0,-4-3 0 15,-4-12 0-15,-2-6 0 16,-2-1 0-16,-6 3 0 16,-7 8 0-16,2-1 0 15,-1 16 0-15,-2 4 0 0,4 12 0 16,-2 14 0-16,-2 4 0 16,4 12 0-16,2 10 0 15,0 8 0-15,5 8 0 16,1 9 0-16,4-1 0 0,0 9 0 15,7-3 0-15,0-8 0 16,11-19-63-16,-1 7-28 16</inkml:trace>
  <inkml:trace contextRef="#ctx0" brushRef="#br0" timeOffset="58816.45">11520 11683 347 0,'0'0'5'0,"0"0"4"0,0 0 3 15,0-11 3-15,0 11 1 16,0 0 1-16,-5-10 0 16,5 10-1-16,0 0-4 0,0 0-4 15,-7 21-3-15,7 4-2 16,-2 6-2-16,2 8-1 16,2 14 1-16,3 6 0 15,-3 6 1-15,3 2-1 16,-5 2 0-16,5 4 0 0,-3-7 0 15,0 3-1-15,-2-6 1 16,0-3-1-16,0-4-2 16,0-9-2-16,0-3-3 0,0-10-4 15,0-9-2-15,0-2-3 16,-2-13-7-16,2-10-5 16,0 0-5-16,-7-10-4 15,7-7-13-15,-5-18-25 0,5-2-1 16</inkml:trace>
  <inkml:trace contextRef="#ctx0" brushRef="#br0" timeOffset="59083.55">11481 11943 281 0,'0'0'8'0,"-5"-10"6"0,2 2 5 16,1-2 3-16,-4 1 3 16,1 0 1-16,5 9-2 15,-7-8 0-15,7 12-7 0,-2 17-5 16,2 10-5-16,2 15-3 15,1 12-3-15,1 9 0 16,1 10 1-16,3 5-1 16,-5-1 0-16,2 2-1 15,-3-7 1-15,0-4-1 16,-2-8 0-16,0-7 0 0,0-5-3 16,0-10-3-16,0-5-7 15,-2-10-12-15,2-15-32 16,0 4-25-16,0-16-6 0</inkml:trace>
  <inkml:trace contextRef="#ctx0" brushRef="#br0" timeOffset="59666.34">11381 12591 363 0,'0'0'7'0,"0"0"0"16,0 0 2-16,0 0 0 16,5 3 1-16,0 5 0 15,0 6 1-15,2 6-1 0,1 5-4 16,2 7-2-16,-3 6-1 16,0 6 0-16,2 0-1 15,-2 3 0-15,-5-2-1 16,3 0 1-16,-5-4-1 0,0-3 0 15,0-7-1-15,0-6-2 16,0-4-2-16,-2-6-1 16,-1-5-3-16,3-10-3 15,0 0-4-15,0 0-12 0,0-18-21 16,3 1-29-16,-3-8-3 16</inkml:trace>
  <inkml:trace contextRef="#ctx0" brushRef="#br0" timeOffset="59783.46">11441 12978 174 0,'0'0'2'0,"0"11"-2"0,0-3-9 16,0-8-35-16,-2 25-8 16</inkml:trace>
  <inkml:trace contextRef="#ctx0" brushRef="#br0" timeOffset="60816.48">11232 12827 380 0,'0'0'6'16,"0"0"4"-16,0 0 1 16,-5-11 3-16,5 11 1 0,0 0 0 15,0 0 0-15,0 0 0 16,0 0-6-16,0 0-3 15,0 11-2-15,5 6-3 16,5 1 0-16,8 6-1 16,-2 4 1-16,2 1-1 0,3 0 1 15,0 2 0-15,-1-1 0 16,1-5-1-16,-7 0 1 16,0-4-1-16,0-1 1 0,-5-3-1 15,-2-5 1-15,-1 1-1 16,-6-13 2-16,5 15-2 15,-5-15 0-15,0 0 0 16,0 0 0-16,0 0 0 0,0 0 0 16,0-8 0-16,0 8 0 15,-5-16 0-15,3 6 0 16,-2 0 0-16,2-3 0 16,0 1 0-16,2 2 0 0,0-2 0 15,0 2 0-15,0 10 0 16,4-14 0-16,-4 14 0 15,0 0 0-15,9-8 0 16,-9 8 0-16,7 4 0 16,-7-4 0-16,9 18 0 0,-4-7 0 15,1 2 0-15,-4-1-2 16,3 1 0-16,-5-5 1 16,0-8-1-16,5 10 1 0,-5-10 0 15,0 0 0-15,0 0 2 16,7-13 0-16,-2-2 1 15,3-4 1-15,-1-6 0 16,1-7-3-16,3-8 0 0,0 1 0 16,1-4 0-16,1 6 0 15,-5 2 0-15,0 5 0 16,0 6 0-16,-4 7 0 16,-2 9 0-16,-2 8 0 0,0 0 0 15,0 0 0-15,0 5 0 16,-6 11 0-16,-2 9 0 15,2 0 0-15,-4 8 0 0,-3 2 0 16,4 2 0-16,-5-2 0 16,5-4 0-16,-1-6 0 15,3-3 0-15,1-6 0 16,2-7 0-16,4-9 0 16,0 0 0-16,0 0 0 15,0-15 0-15,4 1 0 0,5-6 0 16,0-7 0-16,-2-3 0 15,4 0 0-15,-1 1 0 16,-1 1 0-16,-4 3 0 0,3 8 0 16,-3 2 0-16,-5 15 0 15,0 0 0-15,0 5 0 16,0 15 0-16,-5 5 0 16,3 7 0-16,-6 3 0 0,8 3-32 15,0 1-54-15,5-1-4 16</inkml:trace>
  <inkml:trace contextRef="#ctx0" brushRef="#br0" timeOffset="63500">11065 11147 412 0,'0'0'5'0,"0"0"3"16,0 0 1-16,4-10 2 15,-4 10 0-15,0 0-1 16,2-9 1-16,-2 9-1 0,0 0-4 16,7 4-3-16,-4 11-1 15,4 3-1-15,-2-1-1 16,3 8 0-16,1-3 1 0,-1 0 0 16,4 0-1-16,-2-4 1 15,0-6-1-15,-3 1 0 16,4-7 0-16,-11-6 0 15,12 9 0-15,-12-9 1 0,9-3 0 16,-5-4 0-16,-2-8 0 16,1 0 0-16,1-5 0 15,-4 0 0-15,3-2 1 16,-1 5-2-16,1-1 0 0,-2 6-3 16,-1 12 2-16,12-7 0 15,-12 7-1-15,12 9 1 16,-3 6 0-16,7 5 0 15,-2-2 1-15,4 1 0 0,1 1 1 16,1-3-1-16,1-4 1 16,0-1-1-16,-1-4 1 15,1-6 0-15,-7-2 1 16,4 0-1-16,-6-7 2 0,-1-3-3 16,-4-5 0-16,-5-3 0 15,1-1 0-15,-3-6 0 16,0 0 0-16,-3 3 0 15,1 0 0-15,-1 7 0 0,-1 0 0 16,4 15-9-16,0 0-76 16,2 12-2-16</inkml:trace>
  <inkml:trace contextRef="#ctx0" brushRef="#br1" timeOffset="67883.39">5222 14159 332 0,'0'0'5'16,"0"0"3"-16,0 0 2 15,0 0 3-15,0 0-1 16,0 0 2-16,9 0 0 0,-9 0-1 15,12 0-4-15,2 0-3 16,0 0-4-16,9 0-8 16,-1 0-13-16,10-7-42 15,3 7-17-15</inkml:trace>
  <inkml:trace contextRef="#ctx0" brushRef="#br1" timeOffset="68049.95">5940 14080 348 0,'0'0'3'0,"0"0"0"0,9 3 1 16,-9-3-1-16,16 6 1 16,-7-5 1-16,1 2-1 15,3 0-2-15,-3-2-6 16,3-1-10-16,3 0-14 16,0 3-31-16,1-1-14 0</inkml:trace>
  <inkml:trace contextRef="#ctx0" brushRef="#br1" timeOffset="68316.42">7073 14065 349 0,'0'0'1'0,"7"0"-1"0,3 3-4 16,3-3-8-16,4 3-14 15,5 4-37-15,1-5-8 16</inkml:trace>
  <inkml:trace contextRef="#ctx0" brushRef="#br1" timeOffset="68449.97">7629 14028 420 0,'0'0'0'0,"0"0"-4"15,15 0-14-15,3 0-25 16,4 0-30-16,6-5-6 0</inkml:trace>
  <inkml:trace contextRef="#ctx0" brushRef="#br1" timeOffset="68916.53">9563 13929 405 0,'0'0'1'0,"12"3"-1"16,0-3-1-16,8 2-2 15,0 1-2-15,5-1-7 0,4-2-12 16,1 0-31-16,3 2-20 16</inkml:trace>
  <inkml:trace contextRef="#ctx0" brushRef="#br1" timeOffset="69066.85">10246 13989 358 0,'0'0'1'15,"9"5"1"-15,1-3-1 16,3 0 0-16,6 3-4 16,2-5-7-16,4 8-11 0,2-1-22 15,-8-2-27-15,6 3-4 16</inkml:trace>
  <inkml:trace contextRef="#ctx0" brushRef="#br1" timeOffset="69184.55">10703 14071 369 0,'0'0'2'0,"0"0"-1"16,7 0 1-16,3 0-1 0,3 0-6 16,4 0-24-16,13 1-38 15,-10 5-4-15</inkml:trace>
  <inkml:trace contextRef="#ctx0" brushRef="#br1" timeOffset="69333.56">11200 14179 511 0,'0'0'0'0,"7"4"0"0,3-3-4 15,5 4-8-15,-5-3-13 16,10-6-53-16,5 4-9 15</inkml:trace>
  <inkml:trace contextRef="#ctx0" brushRef="#br1" timeOffset="73618.14">5306 14149 128 0,'0'0'6'15,"0"0"2"-15,0 0 2 0,13 0 3 16,-13 0 1-16,16 0 2 16,-5 0 2-16,1 0 0 15,1 0-4-15,-1 0-2 16,3 0 0-16,-2 0-1 0,1-4-3 15,1 0 1-15,2 0-3 16,1 0 1-16,-1-4-2 16,8 5 1-16,-2-4-3 0,2 4 0 15,2-1 0-15,3 1-2 16,5-2 1-16,-3 2-1 16,2 2 0-16,1-5 0 15,2 1 0-15,-2 3-1 16,5-3 1-16,-7-1-1 0,1 5 0 15,-2-5 0-15,1 5 0 16,1-5 0-16,-4 3-1 16,2 1 0-16,-2 2 1 15,-2-2 0-15,-1 2 0 0,5-3 0 16,-4 3 0-16,7-2 0 16,2-1 0-16,0 3 1 15,1-4-1-15,0 1 0 16,10 0 0-16,-8-2 0 0,2 5 0 15,-2-2 0-15,-2-1 0 16,4 3 0-16,-8-2 0 16,6 2 0-16,-2 0 0 15,-1 0 0-15,0-3 0 16,4 1 0-16,0 0 0 0,0 2 0 16,0-3 1-16,-1 3-1 15,2-3 1-15,-6 3 0 16,8 0 0-16,-9 0 0 0,-1 0 0 15,1 0 0-15,-1 0 0 16,1 0 1-16,0 0-1 16,5 0 0-16,-5 0 0 15,7 0 0-15,1 0 1 0,-4 0-1 16,3-2 0-16,1-1 0 16,-1 3-1-16,0-1 1 15,-2 1 0-15,0-6 0 16,-3 4-1-16,2 2 1 0,2-5 0 15,-2 2-1-15,-2 3 1 16,2-2-1-16,0 0 0 16,1-2 1-16,1 4-1 15,2-1 2-15,-1-2-2 16,-1 3 0-16,10-3 1 0,-1 1-2 16,0-1 1-16,6-2 0 15,-3 3-3-15,1 0 2 16,-2-1-1-16,5 1 1 0,0 2 0 15,-2 0 0-15,0 0 1 16,-3 0 0-16,-2 0 0 16,-1 5 0-16,1-1 0 15,-5 4 0-15,-3-3 0 0,0 3 0 16,-4-4 0-16,3 4 0 16,-5 0 0-16,3 1 0 15,4 1 0-15,-2-3 1 16,-1 1-1-16,2-1 0 0,3 1 1 15,-2-4-1-15,4 2 1 16,1-3-1-16,-7-2 0 16,6 5 0-16,-4-5 1 15,4-1-1-15,-7 3 1 0,7 0 0 16,-2-1 2 0,-3-2-3-16,2 0 3 0,-1 0-1 15,6 0 0-15,-6 0-1 16,6 0 0-16,-4 0 0 0,2 0 0 15,1 0-1-15,-4-2 1 16,1-1 0-16,-8 0 1 16,9 3 1-16,-7 0 0 0,-2 0-1 15,3 0 1-15,-2 0-1 16,1 0 1-16,-2 0-2 16,3 6 0-16,-2-4 0 15,1 1-1-15,-2 3 1 16,0-5-1-16,4 5 0 15,-2 0 0-15,3-3 0 0,-5 2 0 16,7 0-1-16,2 0 0 16,-3 0 1-16,3 3-1 15,0-6 2-15,0 0-1 16,0 2-1-16,-1 2 2 0,-3-4 0 16,-8 1-1-16,-4 0 2 15,0 0-1-15,-11-2 0 16,-3 2 0-16,-7-3 0 0,-9 0-3 15,12 3-3-15,-12-3-5 16,0 0-24-16,0 0-37 16,0 0-7-16</inkml:trace>
  <inkml:trace contextRef="#ctx0" brushRef="#br1" timeOffset="75249.88">5252 14043 89 0,'0'0'1'16,"0"0"2"-16,14 0 1 0,-4 0 8 15,8 0 1-15,-1-4 1 16,3 4 2-16,5-6 2 16,2 1 0-16,8 3-1 15,-1-1-2-15,3 3-5 0,14-2-4 16,6 2 0-16,4 0-2 15,12 0-1-15,-1 0-2 16,3 0-2-16,12 0 1 16,-3 0 1-16,5 0 3 0,5-3-1 15,6 3 0-15,0 0 2 16,6 0-1-16,-1-2 1 16,6 2-1-16,9-2-1 15,-3-1-2-15,-8 3-1 0,2-5 1 16,-1 2-1-16,-1 2 1 15,6-3 0-15,-6 2 0 16,-7 2 0-16,4-2 1 16,2 2 1-16,-3-3 0 0,6-2-1 15,-5 5 0-15,-4-2 0 16,3-5 0-16,7 4 0 16,-11-2-1-16,1 0-1 15,-5 2 1-15,-5 1-1 16,3 0 0-16,-9 2 0 0,1 0-2 15,-2 0 0-15,-2 0-2 16,-2 0 0-16,1 0-1 16,-3 0 0-16,-1 0 1 0,-2-3 0 15,-1 1 0-15,-1-3 3 16,2-1 1-16,-2 4-1 16,3-5 1-16,-3 2 0 15,1-3 0-15,-3 3 0 16,2-1 1-16,-3 0 1 0,-2 1 2 15,-2-1 0-15,0 5 0 16,-5-5 0-16,2 5 1 16,3-5-1-16,-5 1-2 15,-2 3-1-15,2-6 0 0,6 4 2 16,-4-2 2-16,3-1 3 16,-1 2 2-16,2 0-1 15,-3-3 1-15,7 6-1 16,-5-2 2-16,0-2-3 0,11 2-3 15,-4-4-2-15,2 2-2 16,4-1-1-16,5 3 0 0,-11-2 0 16,6-1 0-16,-3 0 0 15,0-1 1-15,-7 3 1 16,-4 0 2-16,-1-2 0 16,-8 2 0-16,-2 0 1 15,-11 1-1-15,-1-2 2 0,-15 1 0 16,-8 3-1-16,-1-3-2 15,-9 3-3-15,-10 2-8 16,0 0-14-16,-10-8-51 16,-2 6-6-16</inkml:trace>
  <inkml:trace contextRef="#ctx0" brushRef="#br1" timeOffset="76334.45">11699 14152 236 0,'0'0'8'0,"0"0"4"0,0 0 3 0,0 0 3 0,0 0 1 15,0 0 1-15,0 0 0 16,0 0 1-16,0 0-5 0,0 0-6 15,0 0-4-15,7-3-3 16,-7 3 0-16,16-4-1 16,-4-1 0-16,8 2-1 15,-1-4 0-15,11 2 1 0,2 0 0 16,11-3-1-16,4 1 1 16,8-1-2-16,9 1 1 15,1-3 0-15,12 2-1 16,0 0 1-16,8-1-1 15,-3 0 1-15,8 2-1 0,-7 1 1 16,0 1 0-16,-3-2 0 16,-6 4 1-16,-5-1 0 15,-7 1 1-15,-9 0-1 0,-14 1 1 16,-7-1 1 0,-9 3 0-16,-8 0-1 0,-7 0-1 15,-8 0-5-15,0 0-7 16,0-9-39-16,0 9-28 0,-11 0-4 15</inkml:trace>
  <inkml:trace contextRef="#ctx0" brushRef="#br1" timeOffset="76899.75">12522 12961 379 0,'0'0'6'0,"0"0"2"0,0 0 3 16,0 0 1-16,0 0 0 15,5-10 0-15,-5 10 0 0,0 0 0 16,0 0-4-16,0 13-4 16,0 4-3-16,-3 8-1 15,3 6 0-15,0 7-1 16,0 6 1-16,0 3 0 0,3 1 0 16,2-1 0-16,-1-3 0 15,-4-5 1-15,5-1-1 16,-2-6 0-16,0-10 0 15,-3 0-1-15,0-4-2 16,2-5-1-16,-2-13-2 0,0 12-1 16,0-12-2-16,0 0-8 15,0 0-23-15,-10 2-41 16,10-2 0-16</inkml:trace>
  <inkml:trace contextRef="#ctx0" brushRef="#br1" timeOffset="77483.45">12377 13434 361 0,'0'0'5'0,"0"0"4"16,0 0 2-16,0 0 1 0,0 0 2 16,0 0 0-16,0 0 0 15,0 0-1-15,5-2-3 16,-5 2-4-16,7 4-3 15,2 8-1-15,0 1-1 16,1 4-1-16,5 3 1 0,0 0-1 16,3 2 1-16,-2-2-1 15,-3 0 1-15,-1 0 0 16,4-8-1-16,-4 1 1 0,-7-4-1 16,-5-9 1-16,13 13 0 15,-13-13 1-15,0 0 0 16,9 5 1-16,-9-5-1 15,3-8 0-15,2-2 1 0,-1-5-1 16,2-4-1-16,1-6 1 16,3 0-2-16,3-4 1 15,-1-3-1-15,-2-1 1 16,5 4 0-16,-3 1 0 0,-5 4 0 16,4 7 0-16,-4-1-1 15,-4 8-1-15,-3 10-3 16,4-8-2-16,-4 8-8 15,0 5-21-15,0 5-50 16,-2 3 0-16</inkml:trace>
  <inkml:trace contextRef="#ctx0" brushRef="#br1" timeOffset="77849.69">12582 14028 395 0,'0'0'1'16,"0"0"0"-16,0 0 0 16,0 8 1-16,0 2 1 0,2 8 0 15,-2 7-1-15,2 4 1 16,1 5-1-16,-3 5 1 16,2 4-1-16,-2 0-2 15,0-2-3-15,0-6-2 16,0-1-6-16,0-5-14 0,0 4-43 15,0-13-8-15</inkml:trace>
  <inkml:trace contextRef="#ctx0" brushRef="#br1" timeOffset="78234.11">12561 14102 409 0,'0'0'5'0,"0"0"2"16,0 0 0-16,0 0 1 16,0 0 0-16,0 0 0 15,-2 10-1-15,-3-2 0 0,-2 7-5 16,-4-1-1-16,4 3-1 16,-5 4 0-16,-3-1 0 15,5-3-1-15,-1-5 1 16,4 1 1-16,7-13-1 0,-7 12 1 15,7-12 1-15,0 0-1 16,2-8 1-16,6-1 1 16,2-6 0-16,2-7 1 15,9 2 0-15,-5-5 0 0,0 3 0 16,1 0 0-16,-2 4 0 16,-3 3-1-16,-2 5 0 15,-10 10-3-15,15 5 0 16,-13 8 0-16,6 4 0 0,0 6 0 15,6 3-3-15,1 2-6 16,15-16-61-16,-3 16-15 16</inkml:trace>
  <inkml:trace contextRef="#ctx0" brushRef="#br1" timeOffset="82716.87">4394 14658 271 0,'0'0'3'0,"0"0"4"15,5 2 0-15,-5-2 2 0,0 0 2 16,10 8 3-16,-10-8 1 16,18 12 1-16,-6-9 0 15,8-1-1-15,2 0-3 16,15 1-1-16,3-3-2 0,12 0-2 16,11-5-2-16,8-5-2 15,9 0-4-15,5-3-8 16,6 0-35-16,9 3-32 15,-3-4-3-15</inkml:trace>
  <inkml:trace contextRef="#ctx0" brushRef="#br1" timeOffset="83983.74">20259 3854 341 0,'0'0'6'0,"0"0"2"16,0 0 5-16,-2 5 0 16,2-5 3-16,-10 12 0 15,10-12 2-15,-11 16 0 16,11-16-5-16,-9 15-2 15,9-15-2-15,-7 10-2 0,7-10 0 16,0 0 0-16,0 0-1 16,7-14-4-16,5 3-2 15,6-9 0-15,4-2 0 16,8-10 0-16,5-4 0 0,7 0 0 16,5-9 0-16,0 2 0 15,-2 7 0-15,-3-4 0 16,-2 5 0-16,-7 6 0 15,-4 6 0-15,-7 3 0 0,-10 9 0 16,-1 0 0-16,-11 11 0 16,7-10 0-16,-7 10 0 15,0 0 0-15,0 0 0 0,0 0 0 16,0 0 0-16,0 0 0 16,0 0 0-16,0 0 0 15,0 0 0-15,-3 5 0 16,3-5 0-16,-6 13 0 15,6-13 0-15,-30 7-64 0,30-7-29 16</inkml:trace>
  <inkml:trace contextRef="#ctx0" brushRef="#br1" timeOffset="84633.3">21050 2774 436 0,'0'0'6'0,"0"0"1"0,0 0 2 16,0 0 0-16,0-10 1 15,0 10-1-15,-11-1 1 16,1 1 0-16,-9 0-5 0,-1 4-5 16,-5 3 0-16,-5 1 0 15,-2 2 0-15,-1 0 0 16,4 2 0-16,-1-5 0 15,5-2 0-15,2 1 0 16,6-2 0-16,4-1 0 0,13-3 0 16,0 0 0-16,0 0 0 15,0 12 0-15,8-2 0 16,4 2 0-16,6 6 0 0,2 1 0 16,0 6 0-1,5 3 0-15,-4 1 0 0,4 3 0 16,-4 3 0-16,1-3 0 15,-5 5 0-15,0-7 0 16,-2 3 0-16,-2-4-2 0,-8-7-22 16,-7 3-59-16,2-4-2 15</inkml:trace>
  <inkml:trace contextRef="#ctx0" brushRef="#br1" timeOffset="84816.4">20756 3173 447 0,'0'0'5'0,"0"0"1"0,0 0 0 16,0-10 1-16,0 10 1 15,15-15-1-15,-3 3 0 16,4 2 0-16,5-8-9 16,4 8-11-16,0 16-58 15,5-9-11-15</inkml:trace>
  <inkml:trace contextRef="#ctx0" brushRef="#br1" timeOffset="85566.72">21109 3049 462 0,'0'0'4'0,"0"0"0"0,0 0 1 16,-8 8 1-16,8-8-1 15,-7 12 0-15,4-4 1 16,1 2-1-16,0-1-2 0,2-1-1 15,0-8 0-15,16 15 0 16,-3-11-2-16,4 1 0 16,1-5 0-16,-1-5 0 0,1-2 0 15,-3-2 0 1,-3-2 0-16,0-2 0 0,-7 1 0 16,-2 0 0-16,-3 2 0 15,0 10 0-15,0-12 0 16,0 12 0-16,0 0 0 0,-8 5 0 15,8 2 0-15,0 6 0 16,0-2 0-16,3 3 0 16,7-5 0-16,5-1 0 15,0-5 0-15,4-3 0 0,4-6 0 16,2-6 0-16,-2-4 0 16,1-5 0-16,-2-4 0 15,-1-2 0-15,-5-3 0 16,-5-5 0-16,-4-2 0 0,-7-3 0 15,0 1 0-15,-7-1 0 16,-6 6 0-16,-1 4 0 16,-2 3 0-16,-1 9 0 0,2 11 0 15,0 7 0 1,2 12 0-16,1 11 0 0,8 4 0 16,-1 7 0-16,5 3 0 15,0 0 0-15,9 6 0 16,3-9 0-16,6 0 0 0,-1-8 0 15,3-6 0-15,3-6 0 16,0-5 0-16,-2-8 0 16,-3-1 0-16,-1-10 0 15,-2-4 0-15,-3-6 0 0,1-6 0 16,-8-8 0-16,-2-3 0 16,-1-10 0-16,-2 0 0 15,-2-3 0-15,-8 3 0 0,-1 3 0 16,2 4 0-16,-1 11 0 15,-3 6 0-15,3 18 0 16,-2 5 0-16,7 17 0 16,0 11 0-16,2 7 0 15,3 2 0-15,3 7 0 0,4 0 0 16,4-1 0-16,3-6 0 16,3-2 0-16,3-10-15 15,-14-3-69-15,18-10-3 16</inkml:trace>
  <inkml:trace contextRef="#ctx0" brushRef="#br1" timeOffset="85966.68">21715 2742 372 0,'0'0'1'0,"0"0"1"0,0 7 0 0,0-7 0 15,0 18 0-15,0-18 1 16,2 17 0-16,3-7 1 15,1 0-1-15,-6-10 1 0,17 12 0 16,-7-7 2-16,2-5 1 16,-2 0 2-16,1-5 0 15,-2-4 1-15,-2-2 2 16,-2-1-1-16,-2 2 1 0,-1 0-2 16,-2-2-3-16,0 12-1 15,0 0-3-15,0 0 0 16,-7 0-3-16,4 5-1 15,3 9 0-15,0 4-1 0,3 0 2 16,2 7-2-16,5-4 1 16,0 7 1-16,2-7-1 15,1 4 0-15,-1-2 1 16,1-3-1-16,-3 0 0 0,-3-3 1 16,-5-3 0-16,-2 4 0 15,-7 0-1-15,-7-6-1 16,-9 6-3-16,-7-7-10 15,3 2-64-15,-8-1-4 0</inkml:trace>
  <inkml:trace contextRef="#ctx0" brushRef="#br1" timeOffset="86466.45">22043 3225 502 0,'0'-10'1'0,"0"10"2"0,-2-14 2 0,-1 4-5 15,-1-4 0-15,-2 3 0 16,-1 1 0-16,-5-2 0 0,-2 12 0 16,2 0 0-16,-3 4 0 15,1 9 0-15,-7 3 0 16,5 5 0-16,3 1 0 16,5 0 0-16,4 3 0 0,4-3 0 15,7-2 0-15,8-2 0 16,7-6 0-16,3-3 0 15,5 2 0-15,0-4 0 16,-4 0 0-16,2-2 0 0,-5-1 0 16,-6 3 0-16,-10-2 0 15,-7-5 0-15,4 15 0 16,-4-15 0-16,-21 14 0 16,3-3 0-16,-6-2 0 15,-1 0 0-15,0 2 0 0,-2-11-20 16,2 0-63-16,10 0-3 15</inkml:trace>
  <inkml:trace contextRef="#ctx0" brushRef="#br1" timeOffset="86933.73">22140 3042 467 0,'0'0'4'16,"0"0"1"-16,0 0-2 15,0 0 0-15,0 0-1 16,-5 7 1-16,5 8 0 0,0 4 0 15,7 9-4-15,3 5 0 16,3 4-2-16,-1 1-1 16,3 0-4-16,2-6-3 0,-1 0-7 15,-4-7-5-15,-5-7-2 16,1-6 1-16,-8-12 4 16,3 10 10-16,-3-10 10 15,0 0 7-15,-11-13 11 0,4 4 7 16,-1-7 2-16,1 7 1 15,-1-9-4-15,3 4-5 16,0 2-6-16,3-4-8 16,2 7-5-16,0-1 0 0,0 10 0 15,10-8 0-15,5 8 0 16,-1 0 0-16,4 5 0 16,5 2 0-16,-4 0 0 15,1 7 0-15,-3-4 0 16,-1-1 0-16,-7 1 0 0,0 0 0 15,-9-10 0-15,0 15 0 16,0-15 0-16,-9 3 0 0,9-3 0 16,-14-5 0-16,14 5 0 15,-13-20 0-15,10 5 0 16,1 1 0-16,2-4 0 16,0-4-23-16,11-1-61 15,5 5-4-15</inkml:trace>
  <inkml:trace contextRef="#ctx0" brushRef="#br1" timeOffset="87418.76">22473 3223 406 0,'0'0'5'0,"0"0"1"0,0 0 2 16,0 0 0-16,-5 9 2 16,5-9 1-16,0 0 2 15,0 0-1-15,12 8-3 16,-5-8-2-16,7-2 0 0,-2-4-2 15,0-6-1-15,-2-1-4 16,0-3 0-16,-3 1 0 16,-5 2 0-16,-2 1 0 15,0 2 0-15,0 10 0 0,-16-5 0 16,3 10 0-16,-2 10 0 16,1 2 0-16,1 4 0 15,1 0 0-15,3 2 0 16,5-1 0-16,4-3 0 0,10-3 0 15,5-9 0-15,5-5 0 16,5-2-5-16,1-9 2 16,8-7 1-16,-4-6-1 15,-4-5 2-15,-3-5 0 0,-3-3 1 16,-3 0 2-16,-9-6 0 16,-6 3 2-16,-4 3 0 15,-6 3-1-15,-7 5-3 16,6 7 0-16,-7 8 0 15,7 8 0-15,-4 5 0 0,5 14 0 16,8 10 0-16,0 3 0 16,5 11 0-16,6 3 0 15,3 0 0-15,2 0-19 0,0-7-39 16,2 2-25-16,-3-5-4 16</inkml:trace>
  <inkml:trace contextRef="#ctx0" brushRef="#br1" timeOffset="87533.87">22680 3220 406 0,'0'0'6'0,"0"0"2"0,0 0-1 16,0-13 0-16,0 7 0 15,4-4-3-15,4-5-11 0,6-8-58 16,1 11-11 0</inkml:trace>
  <inkml:trace contextRef="#ctx0" brushRef="#br1" timeOffset="88633.33">22910 3046 452 0,'0'0'5'0,"0"0"1"0,0 0 1 16,-9 0 2-16,0 0 0 15,0 6 0-15,-3-1 0 16,-1 5-4-16,-4 0-5 16,4 4 0-16,2 6 0 0,7 2 0 15,2-2 0-15,2 0 0 16,6 1 0-16,5-10 0 15,7-1 0-15,2-10 0 16,-1-2 0-16,4-10 0 0,-1-8 0 16,-2-5 0-16,0-3 0 15,-2-4 0-15,-6-5 0 16,-3-1 0-16,-4 5 0 16,-5-7 0-16,0 2 0 0,-7 6 0 15,-3 5 0-15,-3 8 0 16,4 8 0-16,-3 9 0 15,3 4 0-15,5 16 0 16,-1 6 0-16,5 9 0 16,0 1 0-16,5 6 0 15,3-3 0-15,1 0 0 0,3 1 0 16,2-9 0-16,0-7 0 16,-1-4 0-16,-1-8 0 0,-2-10 0 15,3 0 0-15,-6-13 0 16,2-2 0-16,0-7 0 15,0 2 0-15,-2-2 0 16,-2 2 0-16,0 3 0 0,-1 5 0 16,-2 5 0-16,-2 7 0 15,0 0 0-15,0 0 0 16,-2 4 0-16,2 6 0 16,0 5 0-16,0-3 0 0,4 3 0 15,4-2 0-15,-1-4 0 16,6-2 0-16,4-4 0 15,0-3 0-15,0 0 0 16,3-5 0-16,1-4 0 16,-4-5 0-16,-4-2 0 0,-1 1 0 15,-3 0 0-15,-6 1 0 16,-3 1 0-16,0 3 0 16,0 10 0-16,-12-13 0 0,2 13 0 15,-1 0 0-15,2 8 0 16,2 3 0-16,2 0 0 15,-1 2 0-15,3-1 0 16,3 2 0-16,9-3 0 16,3-1 0-16,6-6-2 0,3-2 2 15,2-2-1-15,7-4 1 16,0-6 0-16,-3-3 0 16,3-1 0-16,-5-1 0 15,-6-2 1-15,-3-1 1 0,-9 3-2 16,-5 0 0-16,-2 3 0 15,-7 5 0-15,-4 1 0 16,-3 6 0-16,-4 0 0 16,4 11 0-16,-7 1 0 0,7 1 0 15,3 1 0-15,3 4 0 16,4-3 0-16,4-4 0 16,0 2 0-16,8-5 0 15,5-6-2-15,1-2 1 0,6-7 1 16,-3-3 1-16,3-10 1 15,1 1-2-15,-5-6 0 16,0-3 0-16,-7-5 0 0,-4 0 0 16,-1-4 0-16,-4 1 0 15,-1 3 0-15,-9-1 0 16,3 12 0-16,-4 3 0 16,11 19 0-16,-14-3 0 0,9 20 0 15,5 13 0-15,0 12 0 16,7 3 0-16,5 5 0 15,4 0 0-15,6 1 0 16,2-7 0-16,1-1-6 16,-4-4-77-16,-1-14-2 0</inkml:trace>
  <inkml:trace contextRef="#ctx0" brushRef="#br1" timeOffset="88999.79">22612 3091 408 0,'0'0'7'0,"0"0"1"16,6-12 1-16,-6 12 1 0,16-10-1 15,0 0 1-15,1 5-1 16,3-5-4-16,12 5-30 16,0-2-53-16,8-5-2 15</inkml:trace>
  <inkml:trace contextRef="#ctx0" brushRef="#br1" timeOffset="110399.61">11598 10803 302 0,'0'0'2'0,"-9"-10"1"15,-3-2 0-15,-2-1 2 16,-6 1-1-16,-8-1 3 15,-9 1-2-15,-2 5 1 16,-11 4-1-16,-3 8-2 16,-4 10 0-16,1 15-1 0,-8 9 0 15,6 19 3-15,1 11-1 16,2 15 3-16,7 13 0 16,6 11 2-16,3 13-1 15,6 11 1-15,8 7-1 0,3 7-2 16,5-2-1-16,4 0-1 15,6-3-2-15,7-6 0 16,4-5-1-16,8-9 0 0,13-4 0 16,8-16-1-16,7-7 1 15,9-13-1-15,9-10 1 16,8-12 0-16,7-12 0 16,6-15-1-16,8-15 1 15,0-9 1-15,1-16-1 16,1-13 0-16,-3-15 0 0,-3-14-1 15,-1-13 0-15,-6-12 0 16,-3-12 0-16,-11-11 0 16,-2-12-1-16,-11-11 1 0,-6-10 0 15,-19-10 1-15,-9-8 1 16,-15-2 1-16,-15-5 0 16,-17-3-1-16,-13 6 1 15,-12 3-1-15,-15 12 0 0,-5 7 1 16,-15 20-2-16,-10 14 0 15,-7 26 0-15,-7 18-1 16,-10 33 0-16,-3 27 1 16,-2 46-1-16,-3 45 2 0,10 42-23 15,7 68-56-15,12 49-3 16</inkml:trace>
  <inkml:trace contextRef="#ctx0" brushRef="#br1" timeOffset="126133.41">16171 12903 345 0,'0'0'6'0,"0"0"2"0,-2-9 4 15,2 9 3-15,0 0 0 16,0-10 1-16,0 10 2 16,0 0 0-16,-2-10-4 0,2 10-3 15,0 0-3-15,7-12-2 16,3 4-1-16,5-2-2 15,5 0-1-15,5 1-1 16,2 0 0-16,2-2-1 0,1 3 0 16,-2 6 0-16,-3-2 0 15,-5 4 0-15,-7 0-1 16,-1 4 1-16,-12-4 0 16,10 14-1-16,-10-4 1 0,0 3 0 15,-5-1 0-15,-6 3 1 16,2-2 0-16,-3 1 0 15,-1-2 0-15,3-1-1 16,0-1 0-16,5-1 0 0,0-1 0 16,5-8-1-16,10 12 0 15,0-4 0-15,4 0 1 16,7-4-1-16,1 6 1 16,1-2 0-16,3-1 0 0,-1 0 0 15,-2 3-1-15,-3 0 1 16,-1 0 0-16,-3 0 0 15,-4 0 0-15,-5-1 0 16,-4 4 1-16,-3-1-1 0,-3-2 1 16,-9 0 0-16,-7 2-1 15,-1 1 1-15,-8-3 0 16,-4 0 0-16,-5-2-1 16,-1-4 1-16,1-4 0 0,0 0 1 15,7 0-2-15,0-4 0 16,5-4 0-16,5-2 0 15,5 3 0-15,6-6-7 16,4 3-6-16,1 1-28 16,8-1-44-16,8-3 0 0</inkml:trace>
  <inkml:trace contextRef="#ctx0" brushRef="#br1" timeOffset="126399.8">16743 12636 471 0,'0'0'4'0,"0"0"1"0,0 0 2 0,3-9 0 16,-3 9 0-16,0 0 0 16,0 0-4-16,5 4-3 15,-5 13 0-15,0 8 0 16,0 5 0-16,2 7 0 0,3 7 0 15,3 4 0-15,2-3 0 16,-3-1 0-16,0-1 0 16,6-4 0-16,-8-5-6 0,0 1-23 15,-2-7-56-15,-3-4-3 16</inkml:trace>
  <inkml:trace contextRef="#ctx0" brushRef="#br1" timeOffset="126699.92">16949 12825 453 0,'0'0'5'0,"0"0"1"15,0 0 2-15,0 0 1 16,8-6 0-16,-8 6 0 16,0 0-1-16,0 0-4 15,-8 10-4-15,-2 0 0 16,-4 5 0-16,-2 3 0 0,0-1 0 15,-2 3 0-15,3-3 0 16,2 3 0-16,8-2 0 16,3-6 0-16,4 1 0 15,8-6 0-15,8 0 0 0,-1-2 0 16,8-3 0-16,0 0 0 16,2-2-2-16,3 0-13 15,-2 16-54-15,-1-16-17 16</inkml:trace>
  <inkml:trace contextRef="#ctx0" brushRef="#br1" timeOffset="127199.98">17387 12872 470 0,'0'0'3'0,"0"0"0"0,-11-8 0 16,4 6 1-16,-7-1 0 15,-4 1 1-15,-2 2-1 0,-7 0 1 16,2 2-3-16,-5 5 0 16,5 4-2-16,0 3 1 15,5 1-2-15,6-2 1 16,6 1 0-16,8 1-1 0,3-5 0 16,11-2 1-16,9-3 0 15,0-4 1-15,4-1 0 16,3 0 0-16,-3-4 1 15,2 2 1-15,-6 0-3 0,-3-1 0 16,0 3 0-16,-8 5 0 16,3 1 0-16,-5 11 0 15,0-3 0-15,-3 8 0 0,1 0 0 16,0 6 0-16,-4-1 0 16,1 0 0-16,-5-3 0 15,0 4 0-15,-5-8 0 16,-7-3 0-16,-3-5 0 0,-8 1 0 15,2-10 0-15,-7-3 0 16,3 0 0-16,-2-16 0 16,4 0 0-16,4-9 0 15,6-11 0-15,8-3 0 0,7 0 0 16,14-3 0-16,3-1 0 16,11 4 0-16,2 7 0 15,6 2-5-15,4 7-40 16,-2 14-42-16,-8-1-2 15</inkml:trace>
  <inkml:trace contextRef="#ctx0" brushRef="#br1" timeOffset="127883.47">15842 12446 392 0,'0'0'3'16,"12"-15"1"-16,13 2 3 15,12-4 1-15,20-8 2 0,16 1 1 16,25-4 2-16,21 1-1 16,21 7-1-16,9 8-2 15,15 9-2-15,4 7-2 16,4 19-1-16,-3 12-2 0,-9 12-2 16,-6 10 1-16,-13 12-2 15,-17 6 1-15,-12 6 0 16,-15 5 0-16,-17 2 0 15,-21 4 0-15,-19-3 1 16,-17 3 0-16,-23-1 0 0,-21-4 0 16,-21-3 0-16,-25-5 0 15,-20-6 0-15,-22-7 0 16,-16-6 0-16,-21-6-1 0,-11-12 0 16,-17-7 0-16,-4-13 0 15,-11-7 0-15,-1-15-1 16,4-8 1-16,5-19-1 15,7-15 0-15,13-15 1 0,19-15 0 16,20-12-1-16,21-10 1 16,21-8 1-16,22-9 0 15,24-3 0-15,22 0 0 16,20-3 1-16,28 6 0 0,19 4-2 16,27 0 0-16,25 6 0 15,22 14 0-15,25 9 0 16,22 11 0-16,23 17 0 15,12 15 0-15,10 20 0 16,1 18 0-16,-14 27 0 0,-14 12 0 16,-12 20-9-16,-34 9-76 15,-23 11-3-15</inkml:trace>
  <inkml:trace contextRef="#ctx0" brushRef="#br1" timeOffset="129199.93">18217 13045 348 0,'0'0'7'0,"0"0"3"16,0 0 1-16,0 0 2 0,0 0 0 15,0 0 0-15,0 0 1 16,5-5 2-16,-5 5-5 15,25 0-2-15,1 0-1 16,12 0-1-16,11 0 0 0,13-5 1 16,14-2-2-16,11-3-1 15,5-2 0-15,2-4-5 16,5 4 0-16,-4-2 0 16,-3 1 0-16,-5 3 0 0,-13 0 0 15,-10 0 0-15,-11 5 0 16,-11 0 0-16,-15 3 0 15,-4-1 0-15,-14 3 0 16,-9 0 0-16,0 0 0 0,0 0 0 16,-4 0 0-16,-6 0 0 15,-1 3 0-15,-1-1 0 16,0 1 0-16,-1 2 0 16,13-5 0-16,-19 9 0 0,19-9-29 15,-6 15-59-15,6-15-3 16</inkml:trace>
  <inkml:trace contextRef="#ctx0" brushRef="#br1" timeOffset="130283.56">19990 12566 466 0,'0'0'4'0,"0"0"2"16,0 0 1-16,11-4 2 15,-11 4-1-15,0 0 0 16,12-3-5-16,-12 3-3 0,5 10 0 16,-5 5 0-16,-3 4 0 15,-4 9 0-15,0 5 0 16,-6 0 0-16,-6 9 0 16,-4-1 0-16,-2 1 0 15,-5-5 0-15,-2-2 0 0,2-3 0 16,-2-2 0-16,2-8 0 15,7-4 0-15,7-6 0 16,-1-5 0-16,9 0 0 16,8-7 0-16,0 0 0 0,14 0 0 15,6-4 0-15,8-4 0 16,9 1 0-16,5-3 0 16,5 0 0-16,3-1 0 15,2 3 0-15,-4 0 0 0,-8 3 0 16,4 0 0-16,-14 0 0 15,-6 5 0-15,-6 0 0 16,-6 0 0-16,-12 0 0 0,8 0 0 16,-8 0 0-16,0 0 0 15,-6 17-21-15,6-17-64 16,0 0-4-16</inkml:trace>
  <inkml:trace contextRef="#ctx0" brushRef="#br1" timeOffset="130749.61">20585 12711 484 0,'0'0'4'0,"0"0"0"0,0-10 2 15,0 10-1-15,-13-8 1 16,3 4-4-16,-7 4-2 16,-3 0 0-16,0 7 0 0,-10 5 0 15,8 5 0-15,-6 3 0 16,9 5 0-16,1 0 0 16,8 5 0-16,8-6 0 15,2-1 0-15,10-1 0 16,4-5 0-16,6-7 0 0,5 0 0 15,5-2 0-15,0-6 0 16,-2-2 0-16,1 0 0 0,-4 0 0 16,-5-2 0-16,-3-1 0 15,-5 0 0-15,-12 3 0 16,11-2 0-16,-11 2 0 16,0 0 0-16,0 0 0 0,0 0 0 15,-7-5 0 1,7 5 0-16,-6 0 0 0,6 0 0 15,-10 0 0-15,10 0 0 16,-13 5-56-16,13-5-34 16,-9 2-1-16</inkml:trace>
  <inkml:trace contextRef="#ctx0" brushRef="#br1" timeOffset="131201.34">20992 12722 450 0,'0'0'5'0,"0"0"3"0,0 0 2 16,7-11 1-16,-7 11 2 16,0-15 1-16,0 15-14 15,-9-18 0-15,-4 13 0 16,-2 5 0-16,-2 0 0 0,-3 10 0 15,-2 8 0-15,1 3 0 16,2 7 0-16,4 5 0 16,5-1 0-16,5 0 0 15,5-5 0-15,8 1 0 0,11-9 0 16,6-4 0-16,7-3 0 16,6-7 0-16,6-2 0 15,1-3 0-15,2 0 0 16,0-5 0-16,-4 0 0 0,-11 0 0 15,-2 0 0-15,-10 2 0 16,-3 1 0-16,-17 2 0 16,10-3 0-16,-10 3 0 15,0 0 0-15,0 0 0 0,-10 0 0 16,10 0 0-16,-12 5 0 16,12-5 0-16,-20 13 0 15,15-3 0-15,-10 0-14 0,7-4-80 16,-1 0-2-16</inkml:trace>
  <inkml:trace contextRef="#ctx0" brushRef="#br1" timeOffset="133470.62">16117 14809 348 0,'0'0'8'0,"0"0"5"15,0 0 4-15,0 0 1 16,0 0 1-16,0 0 0 0,0 0 1 16,0 0-1-16,0 9-6 15,0 9-5-15,0 7-3 16,0 7-3-16,3 5 0 16,-3 5-2-16,0 5 0 15,0 0 0-15,0 0 0 0,-3-6-2 16,0-2-8-16,-2-14-19 15,1-2-54-15,-1-5-3 16</inkml:trace>
  <inkml:trace contextRef="#ctx0" brushRef="#br1" timeOffset="133720">16087 14833 475 0,'0'0'4'0,"0"0"1"15,0 0 3-15,0 0-1 16,-5-10 1-16,5 10-4 0,0 0-4 16,8-9 0-16,9 4 0 15,8 0 0-15,7-3 0 16,8 1 0-16,7-3 0 16,6 0 0-16,3 3 0 15,-3 2 0-15,2 5 0 16,-16-5-2-16,0 5-51 0,-11 5-35 15,-13 2-3-15</inkml:trace>
  <inkml:trace contextRef="#ctx0" brushRef="#br1" timeOffset="133899.64">16241 15016 440 0,'0'0'4'0,"0"0"-1"0,-10 3 2 16,10-3 3-16,0 0 2 15,0 0 0-15,13 0 2 16,4 0-1-16,10-3-3 0,6-4-8 15,4-3 0-15,0 2 0 16,6 1 0-16,-6 3 0 16,-3 1-8-16,-9 9-52 15,-7-5-27-15,-8 6-2 0</inkml:trace>
  <inkml:trace contextRef="#ctx0" brushRef="#br1" timeOffset="134049.79">16236 15215 423 0,'0'0'3'15,"0"0"1"-15,0 0 1 16,0 8 1-16,0-8 2 0,11 4-1 16,3-4 1-16,8 0 0 15,11-2-5-15,4-8-6 16,11 3-20-16,14-8-55 0,-13-3-4 16</inkml:trace>
  <inkml:trace contextRef="#ctx0" brushRef="#br1" timeOffset="134249.9">16887 14791 485 0,'0'0'4'0,"0"0"2"15,0 0 1-15,0 0-1 16,-5-5-3-16,5 5-3 16,-5 10 0-16,3 5 0 0,2 7 0 15,0 8 0-15,-3 4 0 16,3 6 0-16,0 6 0 15,0 0 0-15,3-4 0 16,-1-2 0-16,3-4-5 16,-5 10-63-16,5-21-21 0</inkml:trace>
  <inkml:trace contextRef="#ctx0" brushRef="#br1" timeOffset="134466.31">16894 14754 500 0,'0'0'3'0,"0"0"2"16,0 0-2-16,6-5-3 15,-6 5 0-15,14-5 0 0,2 2 0 16,3 1 0-16,4 2 0 16,4 0 0-16,3 2 0 15,4 6 0-15,4 0 0 0,0 4 0 16,-6 15-57-16,-5-14-32 15</inkml:trace>
  <inkml:trace contextRef="#ctx0" brushRef="#br1" timeOffset="134633.5">16937 15071 463 0,'0'0'3'0,"0"0"-1"0,0 0 2 15,0 0 1-15,0 0 2 16,9 6 0-16,5-6 0 15,5-3 0-15,6-3-1 0,5-1-6 16,2-2-3-16,11 4-22 16,8-5-57-16,-13 0-4 15</inkml:trace>
  <inkml:trace contextRef="#ctx0" brushRef="#br1" timeOffset="134799.82">16912 15218 447 0,'0'0'2'0,"0"0"1"16,0 0 2-16,2 9 1 0,-2-9 2 16,23 6 0-16,-5-6 1 15,12 0-1-15,7 0-4 16,2-10-9-16,11-8-50 0,4 6-27 16,3-6-3-16</inkml:trace>
  <inkml:trace contextRef="#ctx0" brushRef="#br1" timeOffset="136517.04">17946 14945 304 0,'0'0'7'0,"0"0"5"0,0 0 0 15,0 0 3-15,0 0 4 16,0 0 2-16,2 7 1 16,-2-7 1-16,17 6-6 15,0-2-3-15,11-1-2 16,7-2-1-16,15-1-2 0,4 0-3 15,12 0-2-15,10-4-1 16,4-3-3-16,4-3 0 16,2 0 0-16,4-3 0 15,-7 4 0-15,-4-4 0 0,-9 6 0 16,-10-3 0-16,-11 3 0 16,-10 2 0-16,-11 0 0 15,-8 2 0-15,-10 1 0 0,-10 2 0 16,10-3 0-16,-10 3 0 15,0 0 0-15,0 0 0 16,0 0 0-16,-8 0 0 16,8 0 0-16,-7 8-28 0,7-8-58 15,-12 5-4-15</inkml:trace>
  <inkml:trace contextRef="#ctx0" brushRef="#br1" timeOffset="136749.9">19470 14507 511 0,'0'0'0'15,"0"0"0"-15,0 0 0 16,0 0 0-16,0 0 0 0,0 0 0 16,0 14 0-16,7 6 0 15,0 10 0-15,-2 10 0 16,0 1 0-16,4 12 0 15,-3 4 0-15,-1-1 0 0,4 5 0 16,-9-13-19-16,-9-3-67 16,11-8-3-16</inkml:trace>
  <inkml:trace contextRef="#ctx0" brushRef="#br1" timeOffset="136983.46">19769 14459 502 0,'0'0'3'16,"0"0"0"-16,0 0 0 0,0 0-3 16,0 0 0-16,-4 0 0 15,4 10 0-15,0 8 0 16,4 6 0-16,1 8 0 16,0 8 0-16,-2 7 0 15,2 6 0-15,0-2 0 0,-2-1 0 16,1-3 0-16,-4-7-7 15,0-3-79-15,3-10-3 16</inkml:trace>
  <inkml:trace contextRef="#ctx0" brushRef="#br1" timeOffset="137184.72">19965 14643 469 0,'0'0'3'0,"0"0"0"16,0 0 1-16,0 0 0 0,0 0 0 15,0 0 1-15,0 0-1 16,-9 12 1-16,-1 1-3 0,-3 4 0 16,6 0-2-16,-3 5 1 15,3 3-1-15,4-2 1 16,3-2-2-16,6 0 0 16,3-8-4-16,14 1-11 15,-4 8-64-15,11-22-5 16</inkml:trace>
  <inkml:trace contextRef="#ctx0" brushRef="#br1" timeOffset="137617.04">20346 14566 458 0,'0'0'1'0,"0"0"-1"0,-15 0 1 15,5 2 0-15,-5 3 1 16,0 3 0-16,-5 2 0 0,1 3 0 15,1 1 0-15,6 1 0 16,-1-1-1-16,8 4-1 16,5 0 0-16,0-6 1 15,10 2-1-15,5 1 1 0,3 0 1 16,1 0 0-16,6 0 1 16,0 0-1-16,3 0 1 15,2 0-1-15,-4 0 0 0,-1 2-1 16,0 3 0-16,-2-3 0 15,-3 5 0-15,-10 0 0 16,-3 1 0-16,-7-3 0 16,-3 1 1-16,-9-3 0 15,-13 0 0-15,-7-6 0 0,-6-4 0 16,-4-6 0-16,0-2-2 16,3-8 0-16,2-4 0 15,14-15 0-15,10-5 0 16,13-11 0-16,23-5 0 15,14-8 0-15,20 2 0 0,8-6 0 16,15 3-80-16,13 3-9 16</inkml:trace>
  <inkml:trace contextRef="#ctx0" brushRef="#br1" timeOffset="139299.97">15087 16198 427 0,'0'0'6'0,"0"0"2"0,0 0 2 16,0 0 1-16,0 0 1 15,13-7 0-15,-13 7 0 16,0 0 1-16,0 0-13 0,4 13 0 15,-4 4 0-15,0 5 0 16,-4 6 0-16,-3 6 0 16,0 3 0-16,0 2 0 15,-2 2 0-15,0-4 0 0,2-5 0 16,-3-2 0-16,1-8 0 16,3-3 0-16,3-4 0 15,-2-5 0-15,5-10 0 16,-2 11 0-16,2-11 0 15,0 0 0-15,0-8 0 0,0 8 0 16,5-15 0-16,0 2 0 16,-5 3 0-16,2 4 0 15,0-3 0-15,0 1 0 16,-2 8 0-16,0-11-9 0,0 11-20 16,9-2-55-16,-9 2-4 15</inkml:trace>
  <inkml:trace contextRef="#ctx0" brushRef="#br1" timeOffset="139850.66">15051 16168 432 0,'0'0'6'0,"0"0"0"16,0-7 3-16,0 7 0 15,0 0 1-15,3-9 0 0,-3 9 1 16,9 0 0-16,2 7-4 15,1 11-7-15,2 3 0 0,2 7 0 16,4 1 0-16,2 3 0 16,3 5 0-16,-3-5 0 15,1 1 0-15,1-4 0 16,-4-1 0-16,0-3 0 0,0-5 0 16,-5-6 0-16,-3 2 0 15,-1-7 0-15,-11-9 0 16,9 13 0-16,-9-13 0 15,0 0 0-15,5-6 0 16,-5-8 0-16,0-1 0 0,3-10 0 16,-1-7 0-16,3-5 0 15,5-5 0-15,0 0 0 16,0-1 0-16,5 2 0 16,-5 6 0-16,3 5 0 0,-1 8 0 15,-5 10 0-15,-7 12 0 16,9-5 0-16,-3 12-22 15,11 7-65-15,-17 4-4 16</inkml:trace>
  <inkml:trace contextRef="#ctx0" brushRef="#br1" timeOffset="140399.13">15534 16389 408 0,'0'0'4'0,"0"0"2"0,0 0 2 15,0 0 0-15,0 0 2 16,0 0 0-16,12 8 1 0,-12-8 0 16,12 5-4-16,-2-5-1 15,5 0-1-15,-4-3-1 16,5-2-1-16,4-2 0 16,-5-1 0-16,0-2 1 15,-5 0-4-15,-1-1 0 16,-6 0 0-16,-3-2 0 0,-5 4 0 15,-5 2 0-15,-5 1 0 16,-2 6 0-16,-5 3 0 16,1 10 0-16,2 3 0 0,1 6 0 15,6 1 0-15,3 0 0 16,9-1 0-16,4-3 0 16,11-3 0-16,5-4 0 15,10-7 0-15,0-5 0 0,7 0-2 16,-3-10 1-16,6-5 0 15,-2-5 1-15,-3 1 1 16,-3-6 2-16,-5-3-3 16,-7-1 0-16,-5-3 0 0,-8-1 0 15,-4 1 0-15,-3 0 0 16,-8 4 0-16,-1 4 0 16,1 6 0-16,-2 6 0 15,10 12 0-15,-12 0 0 0,9 18 0 16,3 6 0-16,3 6 0 15,2 8 0-15,2-2 0 16,3 9 0-16,3-3 0 16,-1-2 0-16,3-1 0 0,-5-7-33 15,-8-4-55-15,8-3-4 16</inkml:trace>
  <inkml:trace contextRef="#ctx0" brushRef="#br1" timeOffset="140549.87">15884 16379 418 0,'0'0'7'0,"0"0"2"16,0 0 3-16,0 0 1 16,-5-10 0-16,5 10 0 15,0 0 1-15,9-10-2 0,3 6-12 16,16 1 0-16,-1-7 0 16,19-9-68-16,3 8-18 15</inkml:trace>
  <inkml:trace contextRef="#ctx0" brushRef="#br1" timeOffset="141699.88">16808 16035 484 0,'0'0'1'0,"0"-10"1"0,0 10 1 0,2-13 1 15,-2 13 2-15,5-14 0 16,-5 14-1-16,5-12-5 16,-5 12 0-16,2 7 0 0,-2 12 0 15,-2 4 0-15,-8 7 0 16,-5 7 0-16,0 4 0 15,-5 7 0-15,-1-3 0 16,-4-8 0-16,-1 0 0 16,4-5 0-16,0-7 0 0,4-8 0 15,4-4 0-15,3-4 0 16,11-9 0-16,-12 11 0 16,12-11 0-16,0 0 0 15,10 0 0-15,3-3 0 0,6-5 0 16,9 1 0-16,6-3 0 15,6 0 0-15,5-4 0 0,2 4 0 16,0-5 0-16,1 2 0 16,-11 6 0-16,0-1 0 15,-9 1 0-15,-9 4 0 16,-7 1 0-16,-4 0 0 16,-8 2 0-16,0 0-11 15,-8 2-22-15,-14 0-51 0,13 1-6 16</inkml:trace>
  <inkml:trace contextRef="#ctx0" brushRef="#br1" timeOffset="142083.32">17436 16134 478 0,'0'0'4'0,"0"0"1"0,0-12 2 0,0 12 1 0,-5-18 1 15,5 18-9-15,-14-14 0 16,-2 5 0-16,4 8 0 16,-8 1 0-16,0 7 0 15,-2 5 0-15,0 6 0 0,-1 4 0 16,11 2 0-16,-1 4 0 15,6 2 0-15,4-5 0 16,3-3 0-16,10 0 0 16,5-4 0-16,6-3 0 0,5-7 0 15,2-2 0-15,1-3 0 16,4-3 0-16,-4 0 0 16,1-3 0-16,-2-3 0 15,-6-1 0-15,1-2-51 16,-6-1-37-16,-6 0-2 0</inkml:trace>
  <inkml:trace contextRef="#ctx0" brushRef="#br1" timeOffset="142416.74">17811 16097 486 0,'0'0'4'0,"0"0"2"15,11-7 2-15,-11 7-1 0,0 0-7 16,5-10 0-16,-5 10 0 16,0 0 0-16,-10 0 0 15,-3 7 0-15,-4 5 0 16,-3 6 0-16,2 2 0 16,-6 4 0-16,6 1 0 0,1 2 0 15,7 1 0-15,2-4 0 16,6-4 0-16,4-3 0 0,8-4 0 15,8-4 0-15,1-3 0 16,4-5 0-16,4-1 0 16,3 0 0-16,0-4 0 15,0 0 0-15,-5-4 0 0,5 3 0 16,-14-5-10-16,-2 0-79 16,0 0-2-16</inkml:trace>
  <inkml:trace contextRef="#ctx0" brushRef="#br1" timeOffset="142649.96">18436 16094 511 0,'0'0'0'0,"0"0"0"16,0 0 0-16,0 0 0 15,12 0 0-15,-12 0 0 16,15-2 0-16,-3 0 0 0,-2-1 0 16,7 0 0-16,0-1 0 15,5 4-3-15,16-3-86 16,-18-7-4-16</inkml:trace>
  <inkml:trace contextRef="#ctx0" brushRef="#br1" timeOffset="142804.39">18438 16191 499 0,'0'0'2'16,"0"0"0"-16,0 0 1 16,0 0 2-16,0 0-5 0,0 0 0 15,12 7 0-15,8-7 0 16,5 0 0-16,5-2 0 16,17-8-27-16,-4 3-59 15,1-9-5-15</inkml:trace>
  <inkml:trace contextRef="#ctx0" brushRef="#br1" timeOffset="144100.04">19295 15859 480 0,'0'0'4'0,"0"0"1"0,0 0 2 16,-2-10 0-16,2 10 1 0,0-10-8 15,0 10 0-15,5-15 0 16,7 7 0-16,3-2 0 15,4 6 0-15,2-3 0 0,4 3 0 16,2 4 0-16,-3 0 0 16,-1 0 0-16,-5 11 0 15,-4 2 0-15,-7-1 0 16,-3 5 0-16,-4 1 0 0,-13 1 0 16,-2 4 0-16,-5-4-3 15,0 1-1-15,-2-2 1 16,2-3 0-16,2-4 2 0,6 2 1 15,5-3 1-15,7-2 1 16,0-8 0-16,14 12 1 16,9-5-1-16,4 1 2 15,3-4-4-15,2 3 0 16,3 2 0-16,-4-1 0 0,0 3 0 16,-3 2 0-16,-6 2 0 15,-10 0 0-15,-5 1 0 16,-4 2 0-16,-8 0 0 0,-9-1 0 15,-9 0 0-15,-7 0 0 16,-7-1 0-16,-8-4 0 16,-2 1 0-16,-3-7 0 15,3 2 0-15,7-3 0 16,3-5 0-16,9 0 0 0,7-3 0 16,8-4 0-16,13 7 0 15,-10-12 0-15,10 12 0 16,5-13 0-16,-5 13-34 0,25-14-53 15,-6 6-3-15</inkml:trace>
  <inkml:trace contextRef="#ctx0" brushRef="#br1" timeOffset="144716.29">19919 16056 423 0,'0'0'7'0,"0"0"2"0,0 0 3 0,-13 0 2 15,13 0 0-15,0 0 0 16,-12-1 1-16,12 1-12 0,0 0-3 16,15 0 0-16,4 0 0 15,11 0 0-15,5 1 0 16,8-1 0-16,8 0 0 0,2 0 0 16,6 0 0-16,-4 0 0 15,-3-1 0-15,-5-2 0 16,-10-1 0-16,-2 4 0 15,-10-3 0-15,-7 1 0 16,-6-1 0-16,-12 3 0 16,10-3 0-16,-10 3 0 0,0 0 0 15,0 0 0-15,0 0 0 16,-9 0 0-16,9 0 0 16,-8 0 0-16,8 0 0 0,-16 0 0 15,16 0 0-15,-12 3 0 16,12-3 0-16,-4 16-71 15,4-16-24-15</inkml:trace>
  <inkml:trace contextRef="#ctx0" brushRef="#br1" timeOffset="145033.6">20741 15740 511 0,'0'0'0'0,"0"0"0"0,0 0 0 16,0 0 0-16,10 0 0 16,-10 8 0-16,5 6 0 15,-3 5 0-15,-2 9 0 0,3 5 0 16,-3 6 0-16,2 3 0 16,0 3 0-16,-2-1 0 15,3-4 0-15,3-2 0 16,-4-6 0-16,3-5 0 0,-3-8 0 15,6-1 0-15,-6-8 0 16,3 0 0-16,-5-10 0 16,0 0 0-16,0 0 0 15,0 0 0-15,0 0-8 0,-12-10-83 16,12-7-3-16</inkml:trace>
  <inkml:trace contextRef="#ctx0" brushRef="#br1" timeOffset="145282.84">21425 15909 511 0,'0'0'0'0,"0"0"0"0,0 0 0 16,0 0 0-16,0-5 0 15,0 5 0-15,0 0 0 0,7-8 0 16,2 5 0-16,-9 3 0 16,21-1 0-16,-12-7 0 15,11 5-20-15,-5-1-71 16,-3-5-3-16</inkml:trace>
  <inkml:trace contextRef="#ctx0" brushRef="#br1" timeOffset="145433.76">21367 15966 487 0,'0'0'2'0,"0"0"3"0,-2 10 1 16,2-10 1-16,0 11-3 16,0-2-4-16,0 3 0 15,5-2 0-15,4-3 0 16,9 1 0-16,-1-6 0 16,16 3 0-16,-1-5-76 15,10-7-15-15</inkml:trace>
  <inkml:trace contextRef="#ctx0" brushRef="#br1" timeOffset="145853.57">21983 15816 511 0,'0'0'0'0,"0"0"0"16,-14-1 0-16,14 1 0 15,-11-10 0-15,11 10 0 0,-12-10 0 16,12 10 0-16,-8-15 0 15,8 8 0-15,0 7 0 16,16-15 0-16,-4 7 0 0,3 3 0 16,4 3 0-16,2 2 0 15,1 0 0-15,-2 2 0 16,-3 5 0-16,-7 6 0 16,0-1 0-16,-7 9 0 15,-3 0 0-15,-11 2 0 16,-6 3 0-16,-5 2 0 0,-3-1 0 15,-5-2 0-15,0 0 0 16,4-5 0-16,-2-1 0 16,6-6 0-16,10-3 0 0,3 0 0 15,9-10 0 1,5 10 0-16,13-9 0 0,7-1 0 16,10 0 0-16,2 0 0 15,6-1 0-15,1-6 0 0,-2 2 0 16,-2-3 0-16,-5 0 0 15,-16-4-6-15,11 2-85 16,-17-2-4-16</inkml:trace>
  <inkml:trace contextRef="#ctx0" brushRef="#br1" timeOffset="146083.69">22267 15558 489 0,'0'0'3'0,"0"0"2"16,13 0 2-16,-13 0 0 16,8 4-7-16,3 13 0 15,-4 6 0-15,4 6 0 16,-4 8 0-16,2 7 0 16,-4 9 0-16,3-3 0 0,-8-1 0 15,5-2 0-15,-5-7 0 16,5-12-55-16,-5-2-35 0,2-6-1 15</inkml:trace>
  <inkml:trace contextRef="#ctx0" brushRef="#br1" timeOffset="146299.87">22503 15745 456 0,'0'0'5'15,"0"0"1"-15,-11 3 1 16,11-3 0-16,-17 12 1 15,10-2 0-15,-3 0 0 16,-1 5-2-16,5 2-6 0,3-2 0 16,3 2 0-16,8 1 0 15,4-3 0-15,5 0-7 16,-2-8-45-16,15-4-34 16,2-3-1-16</inkml:trace>
  <inkml:trace contextRef="#ctx0" brushRef="#br1" timeOffset="146683.43">22910 15686 489 0,'0'0'3'0,"-9"0"0"0,-4 0 1 15,-4 5 0-15,-4 2 0 16,-4 3 0-16,-4 3-4 16,-2 1 0-16,8 1 0 0,2 5 0 15,4-3 0-15,9 1 0 16,6 1 0-16,4-4 0 15,16 0 0-15,-1-1 0 16,11-1 0-16,-3 2 0 16,8-2 0-16,0-1 0 0,0 3 0 15,-1 5 0-15,-2 0 0 16,-5-3 0-16,-2 5 0 16,-4 0 0-16,-9 3 0 15,-5-3 0-15,-5-2 0 0,-7-2 0 16,-11-6 0-16,-8-3 0 15,-3 0 0-15,-3-9 0 16,-5 0 0-16,5-9 0 16,-1 0 0-16,8-8 0 0,9-8 0 15,9-5 0-15,18-7 0 16,17-12 0-16,23-6 0 16,16-10 0-16,23 0-9 15,24-1-81-15,6-5-4 16</inkml:trace>
  <inkml:trace contextRef="#ctx0" brushRef="#br1" timeOffset="156883.63">23007 15180 301 0,'0'0'4'0,"-12"-12"2"0,-4-1 1 16,-3 1 4-16,-8-2 2 15,-10-4 0-15,-11 3 3 16,-9 0-1-16,-8 11-3 0,-15 4-3 16,-8 14 0-16,-8 13-2 15,-8 9-2-15,1 12-1 16,-2 12 0-16,1 12 0 0,2 5 0 15,12 10-1-15,11-1 1 16,14 9-1-16,13 3 0 16,10-3-1-16,14 1 0 15,16-5 0-15,12-3 0 16,15-5-1-16,17-3 1 0,16-9-1 16,16-9-1-16,18-4 0 15,15-13 0-15,14-14 2 16,16-9-1-16,9-15 0 15,4-7 0-15,4-19 0 0,1-16 1 16,-2-13 2-16,-6-18 0 16,-8-7-2-16,-12-19 2 15,-10-13-1-15,-11-8 1 16,-13-16 0-16,-16-2-1 0,-22-8 1 16,-18 6-2-16,-24 1-2 15,-21 10 0-15,-29 15 0 16,-33 22 0-16,-28 17 0 15,-37 25 0-15,-24 32 0 0,-27 21 0 16,-23 34 0-16,-17 31-44 16,5 21-43-16,7 23-3 15</inkml:trace>
  <inkml:trace contextRef="#ctx0" brushRef="#br1" timeOffset="165199.65">23084 14301 334 0,'0'0'7'0,"0"0"4"0,0 0 2 16,0 0 5-16,0 0-1 15,0 0 1-15,0 0 0 16,0 0 1-16,8 0-7 0,-8 13-3 15,0 6-4-15,0 8-1 16,2 8-1-16,-2 4-1 16,2 6 1-16,1 3-1 15,-1-2-1-15,1-1-1 0,-3-5-2 16,0-3-2-16,0-8-5 16,0-1-6-16,0-11-11 15,0-4-35-15,0-4-21 16,0-9-5-16</inkml:trace>
  <inkml:trace contextRef="#ctx0" brushRef="#br1" timeOffset="165450.04">23209 14301 404 0,'0'0'3'16,"0"0"1"-16,0 0 0 15,0 0 2-15,0 10 2 16,2 2 1-16,0 8-2 0,2 7 2 16,0 5-2-16,0 7-1 15,-1 7-1-15,3 1-1 16,-6 0-2-16,2 1-2 0,-2-7-4 16,3-3-6-16,-3-7-10 15,0-13-51-15,0 7-10 16</inkml:trace>
  <inkml:trace contextRef="#ctx0" brushRef="#br1" timeOffset="166067.09">22965 14614 321 0,'0'0'7'0,"0"0"4"16,0 0 3-16,0 0 4 0,0 0 2 16,-11 0 1-16,11 0 0 15,0 0 1-15,0 0-7 16,0 0-3-16,0 0-5 16,0 0-1-16,0 11-2 15,4-1-2-15,3 7 0 0,3 3-1 16,8 5 0-16,1 0 0 15,1 5 0-15,3-3 0 16,-2 0 0-16,4-2-1 16,-4-2 0-16,-1-6 2 0,-3 0-2 15,-4-5 0-15,-4-2 0 16,-9-10 0-16,12 12 0 16,-12-12 0-16,0 0 0 0,5-4 0 15,-3-10 0-15,2-4 0 16,3-5 0-16,3-7 0 15,5-4 0-15,2-3 0 16,6-6 0-16,4 7 0 0,3 0 0 16,-3 4 0-16,1 6 0 15,-4 3 0-15,-2 9 0 16,-6 1 0-16,-7 8 0 16,-9 5 0-16,15-3-30 15,-15 3-54-15,0 0-4 16</inkml:trace>
  <inkml:trace contextRef="#ctx0" brushRef="#br1" timeOffset="171199.88">20125 14158 297 0,'0'0'6'16,"17"-17"4"-16,-7 11 4 15,-2-9 2-15,-1 0 2 16,-4-5 2-16,-3-4 1 0,-3-4 0 16,-17 6-5-16,-10 2-3 15,-12 3-4-15,-8 4-2 16,-10 9-1-16,-11 4-1 0,-6 12 0 15,-10 13 0-15,-3 9-2 16,2 9 0-16,2 8-1 16,5 14 0-16,7 9 0 15,13 8 0-15,12 12-1 0,11 3 0 16,14 2 1-16,8 5 0 16,14 0 0-16,7-5-2 15,13-2 0-15,9-11 0 16,15-7 0-16,10-9 0 15,13-13 0-15,14-7 0 0,10-13 0 16,14-16 0-16,11-4 0 16,5-17 0-16,8-17 0 15,5-8 0-15,4-14 0 0,0-16 0 16,-1-8 0-16,-8-12 0 16,-13-9 0-16,-12-4 0 15,-15-10 0-15,-18-1 0 16,-27 0 0-16,-19 2 0 0,-23 3 0 15,-20 6 0-15,-20 5 0 16,-17 10 0-16,-20 8 0 16,-14 12 0-16,-17 12 0 15,-11 12 0-15,-8 5 0 16,-2 14 0-16,0 10 0 0,5 3 0 16,9 11 0-16,16 7 0 15,19 6-19-15,24-2-68 16,18 2-3-16</inkml:trace>
  <inkml:trace contextRef="#ctx0" brushRef="#br1" timeOffset="187350.4">2295 10501 200 0,'0'0'5'16,"0"0"4"-16,0 0 1 15,0 0 1-15,0 0 1 16,0 0 1-16,0 0 0 0,0 0 0 16,0 0-4-16,0 0-3 15,0 0-1-15,0 0 0 16,0 0 0-16,5 7 1 15,-5-7 0-15,14 3 1 16,-6-1 0-16,4-2-1 0,0 2 1 16,4 1 0-16,-2-3 1 15,9 0-2-15,0 0 1 16,2 0-2-16,1 0 0 0,6 0-1 16,4-3 0-16,1 3-1 15,5-2 0-15,1 2-1 16,-1-2-1-16,4 2 1 15,4 0-1-15,3 0 0 0,-4 0 0 16,8 0 0-16,3 0 0 16,1 0-1-16,4 0 1 15,2 2 0-15,1 0 0 16,2 1 0-16,-1 0 0 0,6 0 0 16,-6-3-1-16,5 0 2 15,2 0-1-15,0 0 0 16,4-3 0-16,1 0 0 15,2-2 0-15,1 0-1 0,1 3 1 16,1-3 0-16,4 0 0 16,-1 2 0-16,1-2-1 15,4 0 1-15,1 0 0 16,7 1 1-16,0-4-2 0,-1 4 0 16,7-4 1-16,1 3-1 15,-2 0 0-15,2-1 0 16,8 5 0-16,-8-4 0 15,3 2 0-15,5 0 0 0,-3 1 0 16,0-1 0-16,0 3 0 16,1 0 1-16,0 0-1 15,-2 0 0-15,2 0 0 16,-1 0-1-16,0 0 2 0,3 0-1 16,-5 0 0-16,7 0 1 15,-3 0-1-15,1 0 1 16,-2 0-1-16,2 0 1 15,0 0 0-15,1-2 0 0,2 0 0 16,-3-3 1-16,-3 0-2 16,6-3 2-16,-4 1-1 15,1-3 2-15,-5 3 0 16,-3-4 0-16,-7 1 1 0,-5 3-1 16,-5 0 2-16,-10-1-1 15,-10 4 0-15,-7-2 0 16,-11 2-1-16,-12 1 0 15,-7-2 0-15,-10 5 1 0,-5-3-1 16,-8 3 1-16,-12 0-1 16,7 0 1-16,-7 0-4 15,0 0 0-15,0 0 0 0,0 0 0 16,0 0 0-16,0 0 0 16,0 0 0-16,0 0 0 15,0 0 0-15,0 0 0 16,0 0 0-16,0 0-12 15,0 0-19-15,9 5-54 16,-9-5-3-16</inkml:trace>
  <inkml:trace contextRef="#ctx0" brushRef="#br1" timeOffset="189033.67">11764 10476 204 0,'0'0'9'15,"0"0"6"-15,0 0 2 0,0 0 2 16,0 0 0-16,0 0 0 16,0 0-3-16,0 0 1 15,0 0-8-15,7-5-5 16,1 5-2-16,4 0-1 0,6 5 0 16,-1-3 0-16,13 1 2 15,2 2 2-15,5 0-1 16,8 0 0-16,-1-2-1 15,9 1 1-15,-1-1 1 16,6-1 0-16,0 3-1 0,5-5 0 16,-1 2-1-16,3-2 2 15,2 0-2-15,2 0 1 16,1-2-2-16,2 2 1 16,-5-2-1-16,3-1 0 15,-1 1 0-15,-2-1 0 0,-2 1-1 16,2 0 1-16,-5-1-1 15,3 0 0-15,-1 1 0 16,-2-1 0-16,1 1 0 0,-1-1 0 16,2 1 1-16,-2-1-1 15,5 1 1-15,-2 2 0 16,5-2-1-16,-1 2 1 0,5 0 0 16,2-3-1-16,2 3 1 15,7 0-1-15,0 0 0 16,5 0 0-16,1 0 0 15,4-3 0-15,4 1 0 0,3 2 0 16,3 0-1-16,-2 0 1 16,5 0-1-16,1 0 1 15,3 0-1-15,-3 0 1 16,3 2-1-16,0 1 1 16,-1 2-1-16,1-3 0 0,1 1 0 15,0-1 1-15,2 3-1 16,-3 0 0-16,-1-2 0 15,-2 0 0-15,1 1 0 16,-3-1 0-16,-3-1 1 0,0 3-1 16,-2-3 0-16,0 1 0 15,-3-3 0-15,1 3 0 16,0-3 1-16,-1 0-1 0,-5 0 0 16,0 0 0-16,3 0 0 15,-5 0 0-15,5 0 1 16,-3 0-1-16,2 0 0 15,-4 0 0-15,2-3 1 0,0 3-1 16,1 0 0-16,-1-3 0 16,-5 3 1-16,3 0-1 15,-2 0 0-15,0 0 0 16,0 3 0-16,0-3 0 16,0 3 0-16,1 0 0 0,1-3 0 15,-2 0 0-15,4 1 0 16,-7-1 0-16,5 0 0 15,-2 0 0-15,-3 0 0 0,0 0 0 16,-3 0 0-16,1 0 0 16,-5 0 1-16,-1 0-1 15,-4 0 0-15,-4-1 2 16,-8-2 0-16,-4 0 1 0,-9-2 0 16,-5 0 2-16,-13 0 1 15,-5 3 0-15,-9 2-1 16,-8-2 0-16,-10 2-2 15,9-3-1-15,-9 3-1 0,0 0-1 16,0 0-1-16,0 0 0 16,-7 0-3-16,-2 3-4 15,9-3-7-15,-21 12-24 16,9-5-45-16,-3 0 0 16</inkml:trace>
  <inkml:trace contextRef="#ctx0" brushRef="#br1" timeOffset="190549.56">2516 11521 81 0,'0'0'4'0,"0"0"2"0,-16 0 4 15,7-2 7-15,-1 2 5 16,-1-2 1-16,2 2-1 15,-5-3-2-15,5 3 2 16,9 0-3-16,-4 12-1 0,6 1-5 16,11 6-2-16,11 4 1 15,8-1 4-15,21 3 2 16,16-8-3-16,15 3 1 16,22-10-1-16,20 2 1 15,20-9-5-15,16-3-2 0,18 0-2 16,6-7-1-16,17 2-1 15,6-5-1-15,7 0-1 16,3-3 0-16,4 7 1 0,4-8 0 16,6 3 0-16,1-2 1 15,1 3 0-15,-1 2-1 16,-6-2 1-16,-1 5 0 0,-11-5 0 16,-9 5 0-16,-19 0-1 15,-14 3 0-15,-20 0 1 16,-19-1-1-16,-18 3 0 15,-27 0-4-15,-19 0 0 0,-14 0 0 16,-20 0 0-16,-12 0 0 16,-8 3 0-16,-17-3 0 15,7 2 0-15,-7-2 0 16,-5 0-2-16,-9 12-71 16,-6-12-15-16</inkml:trace>
  <inkml:trace contextRef="#ctx0" brushRef="#br1" timeOffset="191699.55">3455 9182 286 0,'0'0'4'0,"0"0"1"15,0 0-1-15,0 0 1 16,13-7 1-16,-1 7 0 0,8 0 2 16,7 0-1-16,5 3-2 15,15 0 0-15,3 4 0 16,17-4 3-16,3 5 0 16,14-4 2-16,8-2-1 0,7 0 2 15,11-2-1-15,10 0-1 16,4-2 0-16,10-3-1 15,2-2-2-15,8 2-1 0,5-5 0 16,-2 3 0-16,9-3-1 16,-6 0-1-16,2 2 0 15,-7 1-1-15,0-1 1 16,-9 4-1-16,-3-2 1 16,-13 4 0-16,-10-1 1 15,-13 3-1-15,-12 0 1 0,-18 0-1 16,-8 0 0-16,-16 0 0 15,-13 0-2-15,-8 3 1 16,-9-1-1-16,-13-2 1 0,12 3 0 16,-12-3 1-16,0 0 0 15,0 0 2-15,0 0-5 16,-5 0 0-16,-5 0 0 16,0 0-3-16,-7-5-9 0,4 5-13 15,-6 10-46-15,-4-10-15 16</inkml:trace>
  <inkml:trace contextRef="#ctx0" brushRef="#br1" timeOffset="192649.52">7326 9257 280 0,'0'0'5'0,"0"0"2"0,0 0 0 0,0 0-3 0,0 0-1 16,0 0 1-16,0 0 2 15,0 0 3-15,18-2-4 16,4 2 1-16,10 2 2 15,11 1 4-15,12-1 3 16,7 1 1-16,12-3-3 0,11 0 0 16,9 0-2-16,10 0-2 15,8 0-3-15,5 0 0 16,1 0-2-16,4 0-1 16,11 0-1-16,-2 0 0 0,5 0 0 15,4-3-1-15,9 1 0 16,3-1 0-16,4-3 1 15,8 2-1-15,2 0 0 0,3-4 0 16,6 1 0-16,0 4 0 16,2-4 0-16,2 2 1 15,5-1-1-15,2 2 0 16,-4 0 0-16,-1 0 0 0,8 0 0 16,-10 1 0-16,10 0 0 15,-8 0 0-15,3 2 0 16,0-2-1-16,0 0 1 15,2 2 0-15,-2 1-1 16,3-3 1-16,-4 3 0 0,1-3-1 16,-6 1 1-16,-1-1-1 15,-3 3 0-15,-3-6 1 16,-8 2 0-16,-13 0 0 16,-3-2 0-16,-10-1 0 0,-10-1 0 15,-8 1 1-15,-12-1 0 16,-11-1-1-16,-11 1 1 15,-11 3-1-15,-16 1 0 0,-8-2-1 16,-18 4-2-16,-7-1-4 16,-11 3-5-16,-14 0-16 15,-23 11-54-15,-3-2-2 16</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3:32:16.342"/>
    </inkml:context>
    <inkml:brush xml:id="br0">
      <inkml:brushProperty name="width" value="0.05292" units="cm"/>
      <inkml:brushProperty name="height" value="0.05292" units="cm"/>
      <inkml:brushProperty name="color" value="#FF0000"/>
    </inkml:brush>
  </inkml:definitions>
  <inkml:trace contextRef="#ctx0" brushRef="#br0">891 3101 186 0,'0'0'1'16,"0"0"-3"-16,0 0 1 15,0 0 1-15,0 0 2 0,0 0 1 16,2 6 3-16,-2-6 2 15,20 9 2-15,-3-4 5 16,6 0 1-16,9 0 0 16,3-3-1-16,9 1 0 0,1-3-1 15,10 0-4-15,2 0 0 16,5 0-3-16,3 0-2 16,-1 0-1-16,3 0-1 15,6 0-2-15,-2 0 1 16,4 0-1-16,-5 0 0 0,9 2 1 15,4-2-2-15,-2 3 1 16,4-3 0-16,2 3 0 16,-3-1 0-16,4 0-1 0,4 3 0 15,-4-2 1-15,-1 2 0 16,0-3-1-16,1 4 1 16,1-4 1-16,1 0-1 15,-1 2 0-15,6 3 1 0,-4-3 0 16,-1-1-2-16,4 1 3 15,-4 2-1-15,2-2-1 16,2 1 1-16,1 4 0 16,-6-3 0-16,3 1 0 15,0 1 0-15,2-3 0 0,1 2 0 16,-4 1-1-16,4-4 0 16,-5 2-1-16,2-5 0 15,1 5 1-15,0-6-1 16,1 2 0-16,-4-2 1 0,4 3-2 15,-4-3 2-15,4 3-1 16,-4 0 1-16,4-3-1 16,-2 0 0-16,0 1 0 0,-5 2 0 15,7 0 1-15,-5-3-1 16,3 1 0-16,0-1 0 16,0 0 0-16,0 0-1 15,0 0 1-15,-1 0 0 0,4-1 0 16,-6-5 1-16,0 5-1 15,4-2 0-15,-4-3 0 16,-1 2 0-16,-1-1 0 16,0 2 0-16,-8-4 1 15,3 1-1-15,-3 2 0 0,1-4 0 16,-8 1 0-16,3-1 0 16,-8 1 0-16,2-3 0 15,-7 1-1-15,-2-1 1 0,-3-4-1 16,-2 3 1-16,0-2-1 15,-4-2 0-15,-3 3 0 16,1-6 0-16,-1 4-1 16,-4-3 1-16,-1-1-1 0,-1-2 1 15,-10-2 0-15,3 1 1 16,-8-2 1-16,3-6-1 16,-3 4 1-16,-4-6 1 15,-1 4-1-15,-2-2 0 0,-2-1 0 16,-4-3 0-16,2 2-1 15,-7 3-1-15,1-7 1 16,-2 4-1-16,-3-5 1 16,-3 4-1-16,-2-3 1 15,0 3-1-15,0 5 1 0,-7-5-2 16,-5 5 1-16,4-1 0 16,-8 2 0-16,0 1-1 15,-5 2-1-15,-1-2 0 16,0 0-1-16,-3 0 3 0,-2 6-2 15,-3-3 1-15,5 2-1 16,-5-2 3-16,0 1 1 16,-2 4-1-16,2 0 0 0,-7-3 1 15,7 3-1-15,-7-1 1 16,2 1-1-16,-2 0 1 16,-1-1-1-16,-1 1 1 15,2-3-1-15,-3 0 0 0,-3 0 1 16,4 3 1-16,-9 0-2 15,4-3 0-15,-6 2 0 16,1 4 0-16,-4-1 0 16,1 2 0-16,0 1 1 15,-5 0-1-15,2-1 0 0,-2 1 2 16,-5 0-2-16,4-4 0 16,-1 4 1-16,-6 3-1 15,-2-4 0-15,-2 1 0 0,-4 2 0 16,38 4-3-16,-4 2 2 15,-5-4-3-15,-1 4 2 16,-4-2 0-16,-6 2-1 16,0-3 1-16,-7 1 0 0,0 1 2 15,-3-2 0-15,-4 2 0 16,-6 0 0-16,1-3 1 16,-6 4 0-16,-3-4 0 15,-3 6 0-15,-1-3-1 16,-3-3 1-16,1 6 0 15,-3-6-1-15,0 4 0 0,2 1 1 16,-2-3-1-16,1 5 0 16,-1-5 0-16,2 5 0 15,-2-2 0-15,3 0-1 0,-3 3 1 16,0-2 0-16,3 2 0 16,0 0 0-16,-3 0 0 15,2 0-1-15,1 0 1 0,1 2 0 16,-1 1 0-16,2 0 0 15,0 1-1-15,0 0 1 16,0 2 0-16,0-1 0 16,2 1-1-16,-2 0 1 15,4-1 0-15,-2 1-1 0,0-2 1 16,4 1 0-16,-2-2-1 16,3 1 1-16,2 2 0 15,0-4 0-15,4 3 0 16,-4-3-1-16,7 1 1 0,-4 2 0 15,5-3 0-15,-2 3-1 16,-29-5 4-16,-23 3-1 16,9 4 0-16,14 3 0 15,9-3 0-15,9 5 0 0,16-1 1 16,5 1-2-16,12 3-2 16,1-3 1-16,1-1 0 15,4 1 0-15,-1 1 0 16,-2-1 0-16,7 2 0 15,-2-1 0-15,2-1 0 0,2 0 0 16,4 1 0-16,1 2-2 16,4 0 2-16,-4-3 0 15,3 3 0-15,3 0-1 0,5-3 1 16,-3 3-1-16,5-1-1 16,-3 2 1-16,4-1 0 15,1-1 0-15,4 3 0 16,-4 1 0-16,1 0 0 15,2 4 1-15,-2-3 0 0,2 4-1 16,-6 1 1-16,7 1 0 16,-9 3 2-16,7 0 0 15,-2 5 1-15,-3 4-1 16,5 1 2-16,0-1-3 16,2 3 2-16,-2 0 0 15,9 4-2-15,-5-5-1 16,7-2-1-16,3 3 1 0,-1 0 0 15,3-3 0-15,0 5 0 16,3-7-2-16,2 7 1 16,4-4-2-16,3-1 2 15,4 0 1-15,4-3-2 0,2-1 1 16,5-4 1-16,1 1 0 16,4-3 3-16,2-4-3 15,1-1 3-15,3 2-1 16,-10-4 1-16,9 1 0 15,-5-2 0-15,0-5 2 0,-4 3-2 16,-1-4 0-16,-3-3 0 16,-1 2-3-16,-1 1-12 15,-5 5-47-15,3-11-12 0</inkml:trace>
  <inkml:trace contextRef="#ctx0" brushRef="#br0" timeOffset="6282.84">9011 3049 192 0,'0'0'5'16,"0"0"5"-16,0 0 2 0,0 0 2 16,0 0 3-16,0 0 1 15,0 0 1-15,-2-10 2 16,2 10-4-16,0 0-4 15,9-12-1-15,3 6-2 0,6-1-2 16,2 0-2-16,7-4-1 16,3 5-1-16,9-5-1 15,9-1-1-15,9 0 0 0,5-5 1 16,10-1-1-16,10-6 0 16,8-1 0-16,6-2-1 15,14-3 1-15,7-5-1 0,4-5-1 16,9-1-1-16,11-6 1 15,4 2-1-15,9-4 1 16,7-1-1-16,2-3-1 16,9-1-2-16,5 5 1 15,0-6 0-15,3 5 0 0,2-1 1 16,2-2-2-16,-5-1 2 16,-3-1 1-16,-6 4 2 15,-2 1 1-15,-9 3-1 16,-5 0 2-16,-12 5-1 15,-10 3 0-15,-68 23-2 0,6 1-1 16,-11 1 0-16,3-2 0 16,-7 4-2-16,-1-1 2 15,-9 1-1-15,1 5 0 0,-7 0 2 16,-2 0-3-16,-9-1-8 16,-14 5-16-16,27 3-42 15,-27 0-5-15</inkml:trace>
  <inkml:trace contextRef="#ctx0" brushRef="#br0" timeOffset="7965.59">9163 3319 155 0,'0'0'4'0,"0"0"2"16,0 0 3-16,0 0 1 15,0 0 1-15,0 0 3 16,0 0 0-16,7 0 2 0,-7 0-2 16,20-5 0-16,-8 0-2 15,5 0-2-15,8-4 1 16,0 2-2-16,7-4-2 16,1 1-1-16,9-5-1 0,5 3-3 15,6-5 0-15,1 1 0 16,6 0-1-16,7-2 0 15,2-2 0-15,3 3 0 16,6-5-1-16,1-1 1 0,0 3 0 16,6-2-1-16,-4 0 1 15,4-1-1-15,2 1 0 16,1 0 1-16,-1 0 1 16,1-6-1-16,-1 9 0 0,2-9 0 15,1 4 1-15,0-1-1 16,4 0 0-16,-2 0-1 15,0 0 0-15,0 3 0 16,-2-5-1-16,-1 6 1 16,-2-7 0-16,-3 6 0 0,1-6 0 15,0 1-1-15,-6 4 1 16,1-4 0-16,-1 7-1 16,-4-4 1-16,-1 0 0 0,3 8 0 15,-5-4-1-15,-2-2 1 16,0 4 0-16,1 4-1 15,-1-6 1-15,-2 5-2 16,1-3-1-16,0-2-1 0,-4 6 2 16,-1-3-1-16,4-1 1 15,-6 1 0-15,3 2-1 16,-9-2 2-16,1 3 1 16,1 0 1-16,-6 2-2 15,1-1 1-15,-12 4 0 0,1-1 0 16,-1-2 0-16,-11 2 0 15,-1 0 1-15,-5 5-1 16,-1-2 1-16,-7 1 0 16,-4 1 1-16,-5 0 1 0,-7 5 1 15,10-2 0-15,-10 2 0 16,0 0 1-16,0 0-1 16,0 0 0-16,0 0-1 0,0 0-1 15,0 0-1-15,0 0 2 16,0 0-3-16,9-7 0 15,-9 7 1-15,0 0 1 16,0 0-2-16,0 0 2 0,0 0-1 16,0 0 0-16,0 0 1 15,0 0-1-15,0 0 1 16,0 0 0-16,0 0 0 16,0 0 0-16,0 0-1 0,0 0 1 15,0 0-2-15,0 0 0 16,0 0 0-16,0 0-5 15,0 0-7-15,0 0-17 16,-9 0-42-16,9 0-5 0</inkml:trace>
  <inkml:trace contextRef="#ctx0" brushRef="#br0" timeOffset="9499.41">13724 1563 177 0,'0'0'5'16,"0"0"5"-16,0 0 2 15,0 0 3-15,0 0-1 16,0 0 4-16,8 6 0 0,-8-6 2 16,0 0-3-16,12 0-4 15,-12 0 0-15,13 0-2 16,-13 0-1-16,14 0-1 16,-6 0 0-16,1 0-3 0,4 0 1 15,2-4-3-15,-3 4 0 16,-1 0-2-16,6 0 0 15,1 0 0-15,-6 0-1 16,6 0 0-16,-4 0-1 0,4 4 0 16,-4-3 0-16,2 4 0 15,-4-3 1-15,2 4-1 16,-1-3 0-16,-1 1 0 16,6 6 3-16,1 0 0 15,-1-3 0-15,-6 3-1 0,-1 1 1 16,0-4 0-16,-11-7-1 15,14 14 1-15,-14-14-3 16,7 12 0-16,-7-12 0 0,10 18 0 16,-10-18 0-16,4 15 0 15,-4-5 0-15,0-10 1 16,3 15-1-16,-3-8 0 16,0-7 1-16,0 17-1 0,0-17 0 15,0 16 0-15,0-16 1 16,-3 14-1-16,3-14 0 15,-4 11 1-15,4-11 0 16,-8 14-1-16,8-14 1 16,-7 15 0-16,7-15 0 0,-11 15-1 15,11-15 1-15,-14 12-1 16,14-12 1-16,-15 15-1 16,15-15 0-16,-17 18 1 15,10-11-1-15,-4 5 1 16,4-1-1-16,-3 0 0 0,0-1 1 15,5 0-1-15,-5 0 2 16,1-2-2-16,-2-3 0 0,4 2 0 16,-3 1 0-16,-1-6 1 15,1 5-1-15,4 1 1 16,-7-3-1-16,1-1 0 16,0 2 0-16,-1-1 0 0,3-3 0 15,-6 3 1-15,2 1-1 16,-1-2 0-16,3 1 0 15,-4-2 0-15,-1 1 1 16,2-1-1-16,-2 2 0 16,-1 0 0-16,1-3 0 0,-1 4 0 15,2-4 0-15,0 0 0 16,4 1 0-16,-3-2 0 16,5-1 1-16,1 4-1 15,9-4 0-15,-18 0 0 16,18 0 1-16,-10 0-1 0,10 0 0 15,0 0 0-15,-10 0 0 16,10 0-2-16,0 0-2 16,0 0-8-16,0 0-16 0,8 0-51 15,-8 0 0-15</inkml:trace>
  <inkml:trace contextRef="#ctx0" brushRef="#br0" timeOffset="11528.36">13590 1595 38 0,'0'0'4'0,"0"0"-1"16,0 0 4-16,0 0-1 15,0 0 1-15,0 0 1 16,0 0-1-16,0 0 0 16,0 5-1-16,0-5-3 0,0 0 1 15,0 0-2-15,0 0 5 16,0 0-2-16,0 0 1 16,0 0 0-16,8 5 1 0,-8-5-2 15,0 0 1-15,0 0 1 16,12 3-2-16,-12-3 0 15,9 0-2-15,-9 0 0 16,14 0 1-16,-14 0-2 16,14 2 1-16,-7 13 2 0,6-15-4 15,-3 0 2-15,3 0-2 16,1 0 1 0,23 2 3-16,4-2-1 0,5 3 1 15,5-1-3-15,3-2 3 16,5 7-1-16,3-7-1 15,0 0 1-15,1 0-3 0,0 0 1 16,3 0-2-16,-29 0-1 16,5 0-1-16,41-1 3 15,4 1-1-15,5 0 1 16,7 0-2-16,-5 0-1 0,16 4-4 16,-1-1-2-16,5-3 0 15,-12 7-5-15,10-4-1 16,3-3 0-16,1 2-1 15,10 0 2-15,-4-2 3 0,-2 4 5 16,9-3 0-16,8-1 3 16,-1 3-2-16,-6-1 2 15,9-2 0-15,5 2 1 16,-5-2 2-16,3 3-1 16,-1 2 0-16,-4-5 0 0,-3 3 0 15,1-1 0-15,-9 1 0 16,-15-3 0-16,-1 0-1 15,-1 0 1-15,-20 0 1 16,-4 0 1-16,-13-3 4 0,-10 1-1 16,-17-1 5-16,0-2 4 15,-18 2 0-15,-7 1-4 16,-11 0-12-16,-9 2-24 0,0 0-20 16</inkml:trace>
  <inkml:trace contextRef="#ctx0" brushRef="#br0" timeOffset="12751.13">14047 2123 0 0,'0'0'1'0,"18"-3"1"15,1 3-1-15,6 0 1 0,7-1 2 16,9 1 0-16,3-4 4 16,13 4 1-16,-7 0-1 15,9 0 3-15,3-2 1 16,4 2 1-16,1 0 0 16,4 0-1-16,5 0-2 0,5 0 0 15,-1-3-1-15,5 3-1 16,3 0-2-16,4 0 0 15,2 0-1-15,2 0-1 16,-2 0 1-16,10 0-2 0,8 3 0 16,-5-1-2-16,0 2 1 15,2-4 0-15,-2 1 1 16,4-1 0-16,9 3 1 16,-6-1-1-16,-5 0 2 0,8 3-1 15,0 1 2-15,-5-2-3 16,9 2 1-16,-4 1-1 15,-7 1-1-15,1-1 0 16,6 0 1-16,-7-2-3 0,-2 1 1 16,2-2 0-16,-6 3 0 15,1-1 0-15,-1-2 0 16,-7 0 0-16,-8 0 1 16,0-2-1-16,-8 3 0 15,-7-2 1-15,-7-1 2 0,-7 1 4 16,-13-1 2-16,-5-2 1 15,-7 0 2-15,-10 0 2 16,-5 3-2-16,-8-3-1 16,-12 0-2-16,10 0-8 0,-10 0-9 15,-5 0-23-15,5 0-38 16,-17 5-5-16</inkml:trace>
  <inkml:trace contextRef="#ctx0" brushRef="#br0" timeOffset="14034.31">13679 1835 207 0,'0'0'5'0,"0"0"2"15,0 0-1-15,0 0 2 16,0 0 0-16,0 0 0 16,0 0-2-16,0 0 1 15,0 0-5-15,-2 5-2 16,2-5-1-16,0 0 0 0,0 12 1 15,0-12 3-15,0 0 2 16,10 6 4-16,-10-6 1 16,15 2 3-16,-15-2 0 0,15-2 2 15,-15 2 0-15,17-10-1 16,-17 10 0-16,10-10-1 16,-10 10-4-16,8-12-1 15,-8 12-2-15,0-10-1 0,0 10-2 16,-8-6-2-16,8 6 0 15,-15 0-2-15,15 0-1 16,-18 9 1-16,18-9-1 16,-12 8 1-16,12-8-1 0,-9 13 1 15,9-13 0-15,0 12 1 16,0-12 0-16,5 6 1 16,4-6 0-16,1 0 1 15,5 0 0-15,0-6 0 0,0-1 1 16,-3 0 0-16,-1-1 1 15,-2 4-1-15,-9 4 0 16,10-16 0-16,-10 16 0 16,0 0-3-16,-5-9 1 0,-4 9 0 15,1 0-2-15,-5 1 0 16,4 7 1-16,-4 1-2 16,1-5 2-16,4 0-1 0,8-4 0 15,-13 11 0-15,13-11 1 16,0 0 0-16,0 0 0 15,11 6 0-15,-11-6 1 16,17-4 1-16,-10-1 0 16,4 0-2-16,-11 5 1 0,9-4 0 15,-9 4-2-15,0 0 0 16,-4 0-6-16,-8 0-7 16,-2 9-23-16,2 6-40 15,-3 2-4-15</inkml:trace>
  <inkml:trace contextRef="#ctx0" brushRef="#br0" timeOffset="19301.21">13876 2088 127 0,'0'0'8'0,"0"0"5"0,-11-3 3 16,11 3 5-16,0 0 1 15,0 0 4-15,-12-8-1 16,12 8 1-16,0 0-8 15,0 0-6-15,0 0-3 0,0 0-4 16,0 0-2-16,0 0-2 16,12 4 1-16,-1 0 0 15,4-1 1-15,2 3 2 0,8-5 1 16,-1 5 0-16,6-2 0 16,3-1 0-16,5-1-2 15,-6 3-1-15,3-5 0 16,-2 4-1-16,3-3 1 15,-4-1-2-15,0 3 0 0,-2-3 1 16,-2 2-1-16,-1-2 1 16,-4 0-1-16,-2 0 0 15,-3 0 1-15,-6 0 0 16,-1 2-1-16,-11-2-2 0,14 0 0 16,-14 0-3-16,0 0-4 15,0 0-9-15,-7 8-9 16,-4-8-33-16,2 3-17 15</inkml:trace>
  <inkml:trace contextRef="#ctx0" brushRef="#br0" timeOffset="19499.8">14003 2127 239 0,'0'0'3'0,"0"0"-1"0,0 0 1 16,5 0 2-16,7 0-1 16,8 0 3-16,10 3-1 15,6-3-5-15,15 0-38 16,11 0-23-16</inkml:trace>
  <inkml:trace contextRef="#ctx0" brushRef="#br0" timeOffset="22726.05">14037 2105 172 0,'0'0'4'0,"0"0"-1"0,0 0 3 16,0 0 1-16,0 0 2 15,0 0 0-15,8 0 2 16,-8 0 1-16,13 0-1 0,-4 0-1 16,1 0 1-16,8 3-3 15,1-3 1-15,4 2-2 16,4 1 0-16,5-1-2 15,0-2 0-15,5 4-2 16,6-4 0-16,-6 0-1 0,10 0 1 16,1 0-1-16,4 0 1 15,2 0-2-15,3 0 1 16,6 0-1-16,-1 0 1 0,0 1-1 16,-3-1-1-16,-1 3 1 15,1-1 0-15,-1-2 0 16,-3 2 1-16,2-2 0 15,-3 3-1-15,6-1 1 0,-1 4 0 16,3-4-1-16,3 0 1 16,-3 1 0-16,8 0-1 15,2-1 0-15,-3-2 0 16,6 0 0-16,-5 0-1 0,1 0 1 16,0 0-1-16,-2 0 1 15,0 0 0-15,-4 5-1 16,2-3 1-16,0 1-1 15,3 0 1-15,-1-1-1 16,1 0 0-16,0 1 0 0,-1 2 1 16,3-3-1-16,-5 1 0 15,6-1 0-15,-6 1 0 16,-1 0 0-16,1 1 0 0,3-1 0 16,0-2 0-16,-3 5 0 15,4-3 1-15,-4-1-1 16,6 4 0-16,-1-5 0 15,0 2 1-15,0-1-1 0,0 0 0 16,-5 1 0-16,0 0 0 16,-2-1 0-16,-2-2 0 15,-12 3 0-15,4-1 1 16,-5 1-1-16,-1-1 0 16,-6 1 1-16,-1-1 0 0,-3-2-1 15,-7 2 1-15,1-2 0 16,-6 0 1-16,-7 0-4 15,1 0-3-15,-12 0-8 16,0 0-28-16,-9 0-29 0,0 8-1 31</inkml:trace>
  <inkml:trace contextRef="#ctx0" brushRef="#br0" timeOffset="23848.42">16063 1067 258 0,'0'0'9'16,"0"0"3"-16,0 0 2 0,0 0 2 15,0 0 1-15,0 0-2 16,0 0 0-16,0 0 0 15,0 0-7-15,0 0-3 16,0 0-4-16,0 0-1 16,0 10-1-16,4-2 2 0,4 3-1 15,-1 2 1-15,6 5-1 16,-1 1 0-16,3 1 1 16,-3 5-1-16,9 3 0 0,-5 1 0 15,2 3 0-15,-2 3 0 16,17 21 3-16,3 22-1 15,-4-4 1-15,-10 1 0 16,-4 1-1-16,-11 1 1 16,-7-5 1-16,0-5 0 0,-12 2-1 15,-4-4 2-15,-5 2 1 16,-4 7 3 0,-10-7 1-16,3-3 0 15,-4-2-1-15,-1-3-1 16,3-6 0-16,-1 1-1 0,5-9-3 15,5-8-1-15,6-5-1 16,-4-5 0-16,5-2 0 0,4-5 0 16,1-5 0-16,3-2 0 15,1-5-1-15,9-8 1 16,-13 13 1-16,13-13-3 16,-8 8 0-16,8-8 0 0,0 0 0 15,0 0 0-15,0 0 0 16,0 0 0-16,-9 0-2 15,9 0-8-15,0 0-9 16,0-13-21-16,0 13-43 16,0 0-1-16</inkml:trace>
  <inkml:trace contextRef="#ctx0" brushRef="#br0" timeOffset="24592.51">15744 2598 324 0,'0'0'8'0,"0"0"3"0,0 0 3 16,0 0 1-16,0 0 0 15,0 0-1-15,0 0 1 0,8-2 0 16,-8 2-7-16,12 15-4 16,-9 0-1-16,4 4 0 15,-2 1 0-15,0 3-1 0,-2 4 1 16,2-3-1-16,-3 4 1 15,-2-3-1-15,0-1-1 16,0-1-1-16,0 1 1 16,-2-6-1-16,-1-3 0 15,1-3 0-15,2 0 1 0,0-12 1 16,-3 13 1-16,3-13 2 16,0 0 0-16,8 0 0 15,1-6 2-15,7-2 0 16,3-3-1-16,1-6-2 15,8 2-4-15,4-8 0 0,2 3 0 16,-1 1 0-16,1-1 0 16,-1 0 0-16,-4 3 0 15,-3 5 0-15,-7-1 0 0,-6 6 0 16,0 2 0-16,-13 5 0 16,12-5 0-16,-12 5 0 15,0 0 0-15,0 0 0 0,0 0 0 16,-5 6 0-16,5-6 0 15,-11 18 0-15,4 6-41 16,2-16-44-16,5-8-3 16</inkml:trace>
  <inkml:trace contextRef="#ctx0" brushRef="#br0" timeOffset="29898.7">1967 5792 108 0,'0'0'5'0,"0"0"3"15,-5-8 2-15,5 8 2 16,0 0 3-16,0 0 0 16,-11-5 0-16,11 5 0 0,0 0-4 15,0 0-3-15,0 0-3 16,0 0-2-16,0 0-1 15,0 0 0-15,0 0 2 16,0 0 2-16,0 0 1 16,0 0 0-16,8-2 3 0,-8 2 0 15,17 0 0-15,-9-3 0 16,7 1-2-16,-3-1-2 16,3 1-1-16,0-1 0 15,0 3-3-15,0-3 0 16,0 1-1-16,-1 0 1 0,4 2-1 15,-1-3 0-15,0 3 1 16,4 0 0-16,-4-5-1 16,6 5 1-16,-3-2 0 0,1 0 0 15,4 2-1-15,-2-3 1 16,7 3 0-16,0-3 0 16,-3 3 0-16,8-3-1 0,-3 2 1 15,5 1-1-15,0-3 0 16,0 0-1-16,4 2 1 15,-7 1-1-15,8-3 1 16,-5 3 0-16,5 0-1 0,-6 0 1 16,1 0 0-16,2 0 0 15,0 0 0-15,2 0 1 16,-1 0-2-16,3 0 0 16,-4 3 1-16,11-2 1 15,-1-1-1-15,-1 3 0 0,1-3 1 16,0 0-1-16,5 0 0 15,-3 0 0-15,2 0 0 16,-1 0 0-16,-3 0 0 16,6 0 0-16,-2 0-1 0,1 3 1 15,2-3 0-15,0 0 1 16,3 1-2-16,-1-1 1 16,-1 3 0-16,0-3-1 15,1 3 1-15,-5 0-1 0,0-1 0 16,-1 4 0-16,1-5 1 15,1 4 0-15,1 0-1 16,-1-2 1-16,4 4-1 0,-4-4 1 16,5-1 0-16,-1 1 0 15,-1-1 0-15,3-2-1 16,-3 2 1-16,5 1 0 16,-5 0-1-16,8-1 1 15,-3-2-1-15,-2 4 0 0,1 0 1 16,2-2-1-16,1-2 1 15,-2 2-1-15,1 1 0 16,1-3 0-16,1 0 1 16,1 2-1-16,2-2 0 0,-6 0 0 15,5 0 0-15,-4 0 0 16,0 0 0-16,-2 0 0 16,-4 0 0-16,-1 0 0 0,-3 0 1 15,-1 0-1-15,-5 0 0 16,-4 0 0-16,1 0 0 15,-9 0 1-15,-1-2-1 16,-9 2 1-16,-7-3 1 0,-6 3-1 16,-12 0 1-16,11-2-4 15,-11 2-3-15,-16 0-6 16,0 0-22-16,-18 0-38 16,6 0-4-16</inkml:trace>
  <inkml:trace contextRef="#ctx0" brushRef="#br0" timeOffset="30582.3">2217 5886 148 0,'0'0'7'0,"17"0"2"0,1 0 3 15,9 0 1-15,8 0 3 16,8 0 0-16,13 0 2 16,12-2-1-16,3-1-4 0,7 0-2 15,6 1-3 1,6-1 0-16,6 3-2 0,8 0-1 15,1 0-1-15,5 0 0 16,6 0 0-16,1 0 0 16,7 0-2-16,9 3 1 0,-4-1-1 15,0-2 0-15,7 0 0 16,4 0 0-16,-7 0 0 16,2 3 0-16,-3-3 0 15,-10 0 0-15,-3 3 0 0,-6-1 1 16,-10 0-1-16,-13 2-3 15,-4 4-10-15,-14 8-41 16,-5-7-14-16</inkml:trace>
  <inkml:trace contextRef="#ctx0" brushRef="#br0" timeOffset="32715.54">10052 2390 358 0,'0'0'8'0,"0"0"4"0,0 0 3 15,5-7-1-15,-5 7 0 16,0 0 1-16,0 0-1 16,3 12 1-16,-6 8-6 0,-5 3-6 15,-2 3 0-15,3 4-1 16,-6 8 0-16,3-4 0 16,1 3 0-16,-2-5 0 15,4 2 0-15,0-5-1 0,2-10-1 16,0 2-1-16,3-7-4 15,-4-3-7-15,6-11-13 16,0 11-47-16,0-11-10 16</inkml:trace>
  <inkml:trace contextRef="#ctx0" brushRef="#br0" timeOffset="32948.56">10278 2352 393 0,'0'0'5'0,"0"0"0"0,0 0 2 16,-2 8 1-16,-3 1 0 15,-3 7 2-15,0 4 0 16,-4 5 1-16,4 2-5 0,-4 8 0 16,5 0-1-16,-3-1-1 15,4-1-2-15,2-6-2 16,1-3-7-16,3-6-10 15,0-8-39-15,5-3-25 0,-5-7-3 16</inkml:trace>
  <inkml:trace contextRef="#ctx0" brushRef="#br0" timeOffset="33182.83">10509 2291 360 0,'0'0'6'0,"0"0"4"16,0 5 2-16,0 5-1 0,0 5 2 16,-3 5 0-16,-4 5 1 15,0 3 0-15,-4 5-5 16,-1 4-3-16,5-2-2 16,0-1-3-16,-4-6-6 15,6-3-9-15,3-3-28 0,6-7-37 16,-4-15-3-16</inkml:trace>
  <inkml:trace contextRef="#ctx0" brushRef="#br0" timeOffset="33393.18">10665 2232 378 0,'0'0'3'0,"0"0"2"0,-2 10 1 16,-3 12 4-1,-2 3 0 1,-3 5 1-16,2 3 0 0,-2 3-2 16,1 3-8-16,4-2-9 15,-4 1-22-15,0-16-47 16,9-5-2-16</inkml:trace>
  <inkml:trace contextRef="#ctx0" brushRef="#br0" timeOffset="33599.32">10872 2170 394 0,'0'0'3'0,"0"0"0"16,0 0 2-16,2 10 0 16,0-1 0-16,-2 9 2 15,0 9 2-15,-2 1 1 16,0 1-4-16,-1 1-2 15,1 1-6-15,-3-6-9 16,3 0-23-16,6-4-43 16,-4-21-4-16</inkml:trace>
  <inkml:trace contextRef="#ctx0" brushRef="#br0" timeOffset="33816.18">11060 2108 338 0,'0'0'5'0,"0"5"1"0,0 2 2 16,0 8 1-16,0 2 1 15,0 8 2-15,-2 7 2 16,-4 3-1 0,0-3-4-16,1 0-6 15,3-4-6-15,-2-1-8 16,-3-5-14-16,5-9-33 0,2-13-20 15</inkml:trace>
  <inkml:trace contextRef="#ctx0" brushRef="#br0" timeOffset="33981.83">11262 2008 354 0,'0'0'4'16,"0"11"1"-16,0 6 2 15,0 10-1-15,-5 4 2 16,-5 2-13-16,2 17-60 16,1 5 0-1</inkml:trace>
  <inkml:trace contextRef="#ctx0" brushRef="#br0" timeOffset="52281.46">2809 8953 135 0,'0'0'6'0,"0"0"4"15,0 0 4-15,0 0 2 0,0 0 0 16,0 0 0-16,-3-10-1 16,3 10 1-16,0 0-3 15,0 0-2-15,5 0-4 0,-5 0 0 16,18 0 0-16,-4 0 3 16,9 2-1-16,2-2-2 15,5 0 0-15,4 0-3 16,8 0 0-16,8 0-2 15,5 0-1-15,3 0 0 16,4 0 0-16,7-2 1 0,0 2-1 16,9-3 1-16,1 1 0 15,3 2 0-15,5-3 0 16,5 3 0-16,2-3 0 0,3 3 0 16,2 0-1-16,6 0 1 15,4 0-1-15,-1 3 1 16,0-3-1-16,4 3 1 15,0-3 0-15,2 0 0 0,3 2 1 16,-5-2-1-16,0 0 1 16,-1 0 1-16,1 0 0 15,-5 0 1-15,0-2-1 0,-5-1 1 16,-5-2 0-16,-5 0 1 16,-5 0 0-16,-13-2-1 15,-5 1 2-15,-14 5 0 16,-7-5 0-16,-8 5-1 15,-11-2 0-15,-6 0 0 0,-9 3 0 16,-4 0 0-16,-10 0-1 16,11 0 0-16,-11 0-1 15,0 0-1-15,0 0 0 16,-8 0-5-16,0 0-8 0,-1 0-45 16,-3 0-26-16,-6 0-3 15</inkml:trace>
  <inkml:trace contextRef="#ctx0" brushRef="#br0" timeOffset="64334.35">13799 2119 68 0,'0'0'3'0,"0"0"3"15,4 0 2-15,-4 0 3 16,0 0 2-16,0 0-1 0,13 0 0 16,-13 0 1-16,0 0-3 15,0 0-2-15,12 0-1 16,-12 0-4-16,10 0 2 0,-10 0 0 15,15 0-1-15,6 0 1 16,-7 0-1-16,9 0 1 16,2 0-2-16,7 0 1 15,-2 0-1-15,9 1 0 16,1 2 1-16,3-1-2 0,-1 3 0 16,4-3 0-16,7 4 2 15,-3-6-1-15,7 2 1 16,3 0 1-16,7 1-1 15,-4 0 1-15,8-1-2 0,0 0 1 16,4 3-1-16,-1-2 0 16,2 2-2-16,0-3 0 15,2 6 1-15,-4-6-2 16,1 3 1-16,1 1 0 0,0-2-1 16,0 0 1-16,2 2 0 15,-4 1-1-15,6-2 1 16,-1 5 2-16,20-2 3 31,11 4-1-31,-4-2-1 16,4 2 1-16,-9 1 0 15,1-1-1-15,-2-4 1 0,4 1-3 16,-29-1-2-16,-3-3 0 16,-3 0 1-16,6 0-1 15,2 0 1-15,3 3-1 16,-4-1 1-16,4-2-1 15,-1 2 0-15,1-1 1 0,7 1-1 16,-8 0 0-16,1-2 0 16,-1 2 0-16,3-2-1 15,-2 2 1-15,-1-1-1 0,3-2 0 16,-2 2 0-16,-3-4 0 16,-5 3 1-16,-4-3-1 15,-2 1 0-15,-12 0 1 16,-1-3-2-16,-14 2-5 0,-11-2-19 15,-6 0-28-15,-6 0-10 16</inkml:trace>
  <inkml:trace contextRef="#ctx0" brushRef="#br0" timeOffset="65485.29">14137 1679 130 0,'0'0'0'0,"0"0"1"15,0 0 1-15,0 0 0 16,9 0 1-16,-9 0 3 0,20 0 2 15,-4 0 4 1,1-2 2-16,5 2 0 0,6 0 0 16,4 0 1-16,0 0-1 15,12-3 0-15,4 3-4 16,7-3-1-16,5 3-3 0,4 0-1 16,6 0-1-16,-1 0 0 15,8-2-2-15,2 2 1 16,1 0-2-16,7 0 1 15,1 0-1-15,2 0 1 16,6 0-1-16,1 0 0 0,4-2-1 16,1-1 1-16,5 3-1 15,-1-5 1-15,2 5-1 16,3-2 0-16,6 0 0 0,-5-1 0 16,5 3 1-16,-1-6-1 15,-4 6 0-15,8-1 0 16,-1 1 1-16,3 0-1 15,-8 0 1-15,10 1 0 16,-5 2 0-16,3 0 0 0,2 0 0 16,-2-3 0-16,-7 2-1 15,-1-2 0-15,0 0 0 16,-7 0 0-16,-5 0 0 0,-6 0 0 16,-6-2 1-16,-3 2-1 15,-13-3 1-15,-3 3-1 16,-14 0 1-16,-3 0 0 15,-11 0 0-15,-9 0-2 0,-6 0 1 16,-12 0-1-16,-2 3-4 16,-14-3-11-16,-3 9-34 15,-15-4-18-15</inkml:trace>
  <inkml:trace contextRef="#ctx0" brushRef="#br0" timeOffset="66236.56">14300 2160 192 0,'0'0'2'0,"13"0"1"16,2 5 2-16,2-5 0 0,16 5 2 15,1-4 1-15,8 5 0 16,13-1 0-16,5 1-1 15,6-2 0-15,7 3-1 16,9-1 0-16,12-2-2 16,4 1 0-16,11 0-1 15,5 0 1-15,13 0-1 0,4-2-2 16,4-1 1-16,9 1 1 16,85 2 1 15,1 2 1-31,7-2 0 15,4 3 1-15,0-4-1 16,-3 6 3-16,5-4-2 0,-4 3 0 16,-85-4 1-16,-2-2-1 15,-8 1 1-15,-7-1 0 16,-13-3 1-16,-10 2 0 0,-7-2 0 16,-13 3-1-16,-16-3 0 15,-9 0-2-15,-14 0 0 16,-11 0-1-16,-12 0 0 15,-7 0-1-15,-9 2 0 16,-8-2-2-16,-8 0 1 0,0 0-5 16,-8 8-13-16,-10-1-56 15,-8-4-3-15</inkml:trace>
  <inkml:trace contextRef="#ctx0" brushRef="#br0" timeOffset="71665.95">8621 8957 140 0,'0'0'7'0,"0"0"3"0,0 0 4 15,0 0 2-15,-10-2 1 16,10 2 2-16,0 0 1 0,0 0-1 16,0 0-7-16,0 0-3 15,0 0-3-15,0 0 0 16,12-8-2-16,-1 8-2 15,10-4 1-15,7-1-1 0,4-3 2 16,10-2-1-16,10-3 0 16,6-1 0-16,6-1 1 15,3-2-3-15,8-6 0 16,6 1-1-16,4 0 0 16,5-3 0-16,9-5 0 0,3 3-1 15,5-7 1-15,12 1 1 16,3-6 1-16,7 1 0 15,7-1-1-15,-1-3 0 16,6 2 1-16,1-2-2 0,5-3 1 16,0 3-1-16,-4 5-1 15,6-7 0-15,6 4 0 16,-4 0 0-16,-2 1 0 0,3-1-1 16,2 3 0-16,0 0 0 15,-2 0 0-15,-1 2 0 16,-6 0 0-16,3 6 1 15,-1-1 1-15,-8 5 0 0,0-2-1 16,-7 9 1-16,2 1 1 16,-9 2-1-16,-4 3 0 15,-7-1 0-15,3 6 0 16,-13 0 0-16,-1 2-1 0,-7 5 2 16,3 0-1-16,-2 0 0 15,-2 0 0-15,1 2 0 16,0 3 1-16,5-2-1 15,-2-1 0-15,1-2 0 16,5 0 1-16,-9-2-1 0,1-3 0 16,0-3 0-16,-5-4 0 15,-4-1 1-15,10-2 1 16,-13-5 0-16,-1 1 1 0,-2-6 1 16,-5 0 1-16,-2-4 0 15,-3 1 1-15,-2-3 0 16,-11 1 1-16,3-3-1 15,-4 6 0-15,-7-5-2 0,-1 2 0 16,-10 1 0-16,-3 1-1 16,-4 1 0-16,-4 4-1 15,-9 3 0-15,-4 1 0 16,-2 4 0-16,-7 5-2 16,-7 10-7-16,11-13-34 0,-11 13-29 15,0 0-5-15</inkml:trace>
  <inkml:trace contextRef="#ctx0" brushRef="#br0" timeOffset="72998.3">9055 10193 223 0,'0'0'4'15,"0"0"2"-15,0 0 2 16,5-12 2-16,0 2 1 0,1 1-1 16,3-4 2-16,3-4 0 15,6-6-3-15,-1 4-3 16,8-9-2-16,5 1-1 16,7-2 0-16,1-3-1 15,9-1-1-15,0-4 0 0,11 0 0 16,6-4 0-16,-2 5 0 15,8-4-1-15,-1 5 0 0,6-4 1 16,2 4-1-16,0 1 1 16,4 1 0-16,4 3-1 15,0-2 1-15,2 8-1 16,3-4 1-16,1 4-1 16,4 1 0-16,4 1 1 0,-5 5-1 15,-2-1 0-15,3 4 0 16,-3 1 0-16,0 3 0 15,2 3 0-15,-2-4 1 16,-3 7-1-16,1 1-1 0,-3-2 1 16,3 3 0-16,-4 0 0 15,1-1 0-15,2 0 1 16,1 0-1-16,2 3 0 0,2-1 1 16,-2-2-1-1,6 0 0-15,3-1 0 0,-4-1-2 16,0 2 0-16,0-4-1 15,-3 0 0-15,8-4 0 0,3-1-1 16,-4-1 1-16,1-3 1 16,3-1 1-16,-4-8 0 15,9 4 1-15,4-8 1 16,-4 4-1-16,-2-5 0 16,5 3 1-16,-7-5-1 0,6 2-1 15,5 3 2-15,-6-5-1 16,-3 2 0-16,4-5 0 15,-3 3 1-15,3-3-1 16,5-3 0-16,-11 5 1 0,-4-3-1 16,3-3 1-16,-11 2 3 15,-4 5-1-15,2-5 2 16,-18 7 1-16,-7-1 1 0,-10 6 3 16,-7 4 3-16,-13 1 0 15,-5 10 1-15,-12-2-1 16,-8 5 0-16,-12 7-2 15,12-7-1-15,-12 7-4 0,0 0-2 16,0 0-3-16,0 0-5 16,0 0-7-16,0 0-17 15,-9 0-48-15,9 0-3 16</inkml:trace>
  <inkml:trace contextRef="#ctx0" brushRef="#br0" timeOffset="75481.92">10422 10726 182 0,'0'0'6'15,"0"0"4"-15,0 0 2 16,0 0 1-16,0 0 0 0,0 0 0 15,0 0 1-15,0 0 0 16,0 0-5-16,5 0-3 16,-5 0-1-16,12 0 0 15,-4 0 0-15,5 0 1 16,1 0 2-16,5-2-1 0,5-3-1 16,6-1 0-16,2-1 0 15,10 0-1-15,8-5-1 16,4-1 0-16,10-4-1 15,9-3 0-15,6 1 0 0,10-9-1 16,14 3 0-16,-1-8 0 16,6 2-1-16,12-4-1 15,4-2 1-15,8-3-1 16,5 1 1-16,5-1 0 0,0-2-1 16,8-2 1-16,4 3 0 15,3 0 0-15,-1-1 2 16,9-3-2-16,-4 2 1 15,3-1-1-15,1 0 1 0,1 2-1 16,-3-3 0-16,-4 1 0 16,-1 4 0-16,-8 0 0 15,-1 1 0-15,-11 2 0 0,-7 4-1 16,-9-2 1-16,-7 6 0 16,-12-1-1-16,-8 5 1 15,-13 0 0-15,-10 3-1 16,-12 5 1-16,-13 2 0 0,-12 2 0 15,-8 6-1-15,-10 2-4 16,-6 0-8-16,-11 5-43 16,0 0-18-16</inkml:trace>
  <inkml:trace contextRef="#ctx0" brushRef="#br0" timeOffset="76681.39">10409 10737 229 0,'0'0'5'0,"0"0"3"16,0 0 2-16,0 0 0 15,0 0 1-15,0 0 3 0,-4 1 0 16,4-1 0-16,-10 0-4 16,10 0-2-16,-13 5-1 15,13-5-1-15,-14 3-1 0,6 0-1 16,-5-1 0-16,0 0-1 16,4 1 0-16,-6 2 0 15,-3-2 0-15,-3 4-1 16,-4-2 0-16,-10 2 0 15,1 3 0-15,-7 0 0 0,-1 2 0 16,-3-2 0-16,-2 5 0 16,0-2-1-16,0 2 1 15,2-1-1-15,-2 4 1 16,2-6 1-16,0 2 0 0,0-1-1 16,1 2 1-16,0 0 0 15,1-3 1-15,3 3 0 16,3-5-1-16,5 0 0 0,0 0 0 15,4 0 0-15,6-3-1 16,1-2 1-16,6-2-2 16,3-1 0-16,5-2-1 15,7 0 1-15,-10 0-1 0,10 0 0 16,0 0-1-16,0 0-3 16,0 0-2-16,0 0-4 15,0 0-7-15,0 0-28 16,0 0-30-16,0 0-5 15</inkml:trace>
  <inkml:trace contextRef="#ctx0" brushRef="#br0" timeOffset="77281.28">9465 10820 347 0,'0'0'4'0,"0"0"0"16,0 0 0-16,0 0 2 15,0 0-2-15,0 0 1 0,-5 11 0 16,-2-2 2-16,-5 4-5 16,-1 2-1-16,-4-1 0 15,-1 5 0-15,-7 4 1 0,6-5-1 16,-7 4 2-16,4 1 0 16,-5-7 0-16,5 2 0 15,2-3 1-15,5-3 0 16,0-4 1-16,3 0-1 0,12-8 0 15,-13 4-2-15,13-4 1 16,0 0-1-16,0 0 2 16,5 0-3-16,8 0 0 15,1 0 0-15,7 0 0 16,1 0 1-16,8 0-1 0,-1 3 0 16,4-1-1-16,-1 3 1 15,3-1-1-15,-5 4 1 16,2-3 0-16,-4 3 1 15,-4-5-1-15,-2 1 1 0,-5-2 0 16,1 1 0-16,-5-3 0 16,-6 3 0-16,-7-3 0 15,10 2 0-15,-10-2-2 0,0 0-5 16,0 0-9-16,2 15-54 16,-2-15-11-16</inkml:trace>
  <inkml:trace contextRef="#ctx0" brushRef="#br0" timeOffset="78398.64">15304 9411 240 0,'0'0'5'0,"0"0"5"0,0 0 1 15,0 0 2-15,0 0 1 16,0 0 0-16,0 0 0 15,0 0 0-15,0 0-4 0,10-5-4 16,1 0 0-16,3 3-1 16,6-6-1-16,5 3 1 15,3-5-1-15,9 0 0 16,1-2 1-16,11-4-2 0,5 2-1 16,6-3 0-16,10-1-2 15,2-2 1-15,7 1-2 16,3-3 1-16,0-1-1 15,3 0 0-15,0-2 1 16,-7 4-1-16,-1-2 0 0,-9 1 1 16,-6 5 1-16,-10 0 2 15,-5 2-1-15,-10-1 1 16,-9 7 0-16,-6 2 1 0,-7 1-1 16,-8-1 1-16,-7 7-2 15,0 0-1-15,0 0 0 16,0 0 0-16,0 0-1 15,0 0 0-15,0 0-1 0,0 7 0 16,0-7 0-16,0 0-2 16,-7 10-2-16,7-10-4 15,0 0-6-15,0 0-12 16,0 0-23-16,-10 8-23 0,10-8-3 16</inkml:trace>
  <inkml:trace contextRef="#ctx0" brushRef="#br0" timeOffset="79155.38">16514 8893 310 0,'0'0'4'0,"0"0"3"0,0 0 0 0,0 0 2 15,0 0 0-15,0 0 3 16,0 0 2-16,6 0 1 15,6 0-5-15,0 0-1 16,8 0-1-16,3 0-1 0,4 0-1 16,3 0-1-16,5 0-1 15,-3 0 0-15,0 0-1 16,-4 0 0-16,-1 0 0 0,-5 0 0 16,-4 0-1-16,-4 0 0 15,-3 3-1-15,-11-3 1 16,12 7 0-16,-12-7 1 15,2 13 0-15,-2-1 0 0,-2 0 1 16,-3 3 0-16,-2 5 0 16,-6-1 0-16,1 1 0 15,-1 0-2-15,-2 0 1 16,0 0-1-16,3-6-1 16,0-1 1-16,-1-1-1 0,6-1 0 15,2-2-1-15,5-9 0 16,-12 10 1-16,12-10-1 15,0 0 0-15,0 0 0 16,-1 10 0-16,1-10 1 0,0 0 0 16,0 0 2-16,0 0 0 15,0 0-3-15,0 0 0 16,0 0 0-16,0 0 0 0,0 0 0 16,0 0 0-16,0 0 0 15,0 0 0-15,0 0 0 16,0 0 0-16,0 0 0 0,0 0 0 15,0 0 0-15,0 0 0 16,0 0 0-16,0 0 0 16,0 0 0-16,0 0 0 15,-5-4 0-15,5 4 0 16,0 0 0-16,0 0 0 16,0 0 0-16,0 0-77 0,0 0-12 15</inkml:trace>
  <inkml:trace contextRef="#ctx0" brushRef="#br0" timeOffset="80548.74">15245 9894 277 0,'0'0'4'16,"0"0"2"-16,0 0 5 15,0 0 1-15,13-7 4 16,-4 2 1-16,6-3 1 0,5 3 2 16,3-5-3-16,6 2-2 15,6-1-2-15,7-4-1 16,3 2-3-16,9-6-1 16,3 3 0-16,6-8 0 0,7 0-1 15,2-3-1-15,7-3-1 16,-2 1-1-16,3 1-1 15,-3 1 1-15,-6-3-2 16,-3 8-1-16,-12 0 1 0,-8 6 0 16,-13 2 0-16,-8 1 0 15,-9 4-2-15,-6 4 0 16,-12 3 0-16,0 0 0 0,0 0 0 16,-12 3 0-16,-3 2-14 15,0 2-15-15,-5 3-54 16,-3 0-3-16</inkml:trace>
  <inkml:trace contextRef="#ctx0" brushRef="#br0" timeOffset="81148.42">15513 9706 344 0,'0'0'5'0,"0"0"2"0,0 0 2 15,0 0 1-15,0 0 0 16,-9 0-1-16,9 0 1 0,-18 7-1 16,8 1-4-16,-5 2-2 15,-4 4-2-15,-2-2 0 16,-1 6 0-16,-3-6-1 16,1 5 1-16,-1-2-1 0,0 1 0 15,0-4 0-15,4-2 0 16,5-3 0-16,0 1-1 15,6-1-1-15,10-7 1 16,-12 8 2-16,12-8 0 0,0 0 1 16,15 7 2-16,3-7 0 15,7 5 1-15,-1-5 1 16,14 2 1-16,1-2 0 16,6 3-1-16,2-3 0 0,-2 0-1 15,0 0 0-15,-3 0-1 16,-5 0 0-16,-3 0-1 15,-6 0-1-15,-10 0 0 16,-2 0 0-16,-2 2-1 0,-14-2 1 16,9 2-1-16,-9-2-1 15,0 0-3-15,0 0-7 16,-14 8-22-16,1-3-50 0,1-2-2 16</inkml:trace>
  <inkml:trace contextRef="#ctx0" brushRef="#br0" timeOffset="82000.41">9977 11155 372 0,'0'0'3'0,"0"0"-1"16,0 0 0-16,0 0 3 16,0 0-1-16,0 0 1 0,7 0 2 15,11 0 0-15,5 0-2 16,9-8 2-16,8 1 1 15,6-3-2-15,11-2-1 16,3-3 0-16,7-3-1 16,3 1-1-16,5-3-1 0,2-2-1 15,0-1-1-15,5-4 1 16,-6 0-1-16,2 4 0 16,-6-3 1-16,-3 1-1 15,-7 5 1-15,-9 0 1 16,-14 9-1-16,-3-3 1 0,-15 10 1 15,-5-2-1-15,-7 5 0 16,-9 1 0-16,0 0-1 16,0 0-2-16,-9 4-5 0,2 0-7 15,-9 3-15-15,-4-3-53 16,3 3-2-16</inkml:trace>
  <inkml:trace contextRef="#ctx0" brushRef="#br0" timeOffset="82398.77">11018 10743 333 0,'0'0'5'0,"0"0"3"0,0 0 2 0,0 0 3 0,0 0-1 15,0 0 2-15,0 0-2 16,0 0 1-16,0 0-4 16,5 0-3-16,5 0-1 0,5 0-2 15,8 0 0-15,1 0 0 16,6 3 1-16,4 0-2 16,5-1 1-16,-5 0-2 15,3 1 0-15,-4 2-1 0,-4-2 1 16,-6 4-1-16,-4 0 1 15,-8 5 0-15,-6 4 0 16,-8 2 1-16,-6 3 0 16,-9 4 0-16,-5-1 0 0,-2 6 0 15,-5-3-1-15,9 0-5 16,-4-2-8-16,9-7-33 16,4 2-35-16,5-5-3 15</inkml:trace>
  <inkml:trace contextRef="#ctx0" brushRef="#br0" timeOffset="83598.42">11575 11224 279 0,'0'0'6'0,"0"0"6"0,0-10 1 15,2 3 4-15,2-7 1 0,2 0 0 16,0-6 4-16,3 1-2 16,1-6-4-16,5 3-5 15,0-3-3-15,3-2-2 16,-1 0-2-16,5 2 0 0,6 0-1 15,-1-2-1-15,3 2-1 16,0 0 0-16,7 6 1 16,0-6 0-16,2 6 0 15,4 1-1-15,-3 1 0 0,5-1 0 16,-1 5-1-16,6 1 1 16,-3 3-1-16,3-2 0 15,2 2 0-15,5-2 0 0,-2 6 1 16,4-2-1-16,-1 2 0 15,1 3 0-15,-4-1 0 16,5 3 1-16,-4 0-1 16,-1 3 0-16,0-1 0 15,2 3 1-15,-2 2-1 0,-1 4 0 16,3-4 1-16,-4 2-1 16,4 1 1-16,-2 1 0 15,-1-2 0-15,1 4-1 16,0-6 1-16,-5 5 0 0,6-3 0 15,-3-5 0-15,2 0-1 16,-4-1 1-16,4 1 0 16,-3-4 0-16,6 0-1 0,-7-8 1 15,4 5-1-15,-2-7 1 16,-1 0 0-16,-1-2 0 16,0-1 0-16,-1-2-1 15,1 0 1-15,-1-1 0 16,-1-2 0-16,1 0 0 0,0-1 0 15,-3-1 0-15,-2 1-1 16,0-4 1-16,0 0 0 16,-1 0 0-16,-4-2 0 15,5-3-1-15,-3 3 0 0,1-2-1 16,-4 2 1-16,3 0-1 16,-1 6 1-16,0-5-1 15,-1 7 0-15,3-2 1 0,-4 4 0 16,1 0 0-16,1 4 0 15,2-2 0-15,-1-2 0 16,-1 7 0-16,-2-2 0 16,1 3 1-16,1-1-1 0,2 6 0 15,-1-3 0-15,1 5 0 16,1 0 0-16,2 0 0 16,-2 0 0-16,3 0 0 15,0 5 0-15,-2-3 0 16,0 1 0-16,-1 2 0 0,-3-2 0 15,-4-1 0-15,0 0 0 16,-5 1 0-16,-5-3 0 16,-2 2 0-16,-5-2 0 15,-3 0 0-15,-5 0 1 0,-3 0-1 16,-9 0 1-16,12-2 0 16,-12 2 1-16,0 0-1 15,0 0 0-15,0 0 1 0,0 0-1 16,0 0 0-16,0 0-2 15,0 0-3-15,0 0-6 16,7-18-49-16,-7 18-26 16,11-5 0-16</inkml:trace>
  <inkml:trace contextRef="#ctx0" brushRef="#br0" timeOffset="87416.16">2799 9334 231 0,'0'0'1'0,"10"-5"1"0,0 0 0 15,7 0 1-15,8-2-1 16,2-4 1-16,13-1-1 16,5-2 2-16,9-1-2 0,3 0 2 15,8-2 2-15,5 2 0 16,4-3 3-16,4-3 0 15,3 3 2-15,6 0 0 0,3 1-1 16,2-3 0 0,5 6-2-16,4-4-2 0,4 6-2 15,1-1-1-15,2 3-1 16,5 2 0-16,-3 1 0 0,2 2-1 16,0 3-1-1,-7-3 1-15,6 2-1 0,1 3 1 16,-6-3-1-16,-1 2 1 15,2 1 1-15,-2 0 0 0,1 0 1 16,6 0 2-16,-5 4-1 16,-6-1 0-16,4 4 1 15,-3-2-1-15,-1 2-1 16,2 1-1-16,-9 2 0 0,-7-3-1 16,-1 4 0-16,-3-2 0 15,-3 1 0-15,-6-4 0 16,-5 1 0-16,-1 0-1 15,-6 3 0-15,-6 0 0 16,-1 0 0-16,-2 0 0 0,-9 0-1 16,-1 2 1-16,-8 0-1 15,-6 4 1-15,1-2 0 16,-5-1 0-16,-5 4-1 16,-3-1 1-16,-2 2 0 0,0 0-1 15,-3-1 1-15,-1 3-1 16,-2-2 1-16,-4 2 0 15,2-1 0-15,-4 1-1 16,-1 3 1-16,-2-1 0 0,0 2-1 16,0 1 1-16,0 2 0 15,-5 1-1-15,-2-2 1 0,2 2-1 16,-8-3 1-16,1 2 0 16,-2-2 0-16,-6 1 1 15,-5-1-1-15,0 3-1 16,-6-3 1-16,-3 0-1 15,-5 0 0-15,-1-1 0 16,-7 1-1-16,-6-5 1 0,2 0-1 16,-4 5 2-16,-7-6-1 15,2 1 1-15,-5-1 0 16,-4 2 0-16,-1-4 0 16,-4 0 0-16,-9 3-3 0,0-5 1 15,-9 0-1-15,0-1 1 16,-9 2 0-16,2-1-1 15,-5-3 0-15,2-2 3 0,0-1-2 16,1-1 2-16,-1 0 0 16,0-1 0-16,0 0 0 15,3-1-1-15,-1-2 0 16,1 1-1-16,-1 0 0 0,-4-3 0 16,2 1 0-16,0 0 1 15,1-3-1-15,1 0 2 16,0 0 1-16,4 0-1 15,1-3 0-15,1 0-1 0,4-1-1 16,1-1-1-16,4 0 0 16,1 0 0-16,2-5 0 15,2 3 0-15,1-4 0 16,-1-1 2-16,9-2 1 16,1 1 1-16,2-4 0 0,4-1 0 15,4-1-1-15,4 1 1 16,1-7 0-16,7 3 0 15,2-1 0-15,0-3 0 0,9 1 0 16,0-5 0-16,5 0 1 16,0-2 0-16,7 0 0 15,2-4 1-15,6 5 0 16,2-7 0-16,5 7 0 0,3-4 0 16,4 0-1-16,3 1 1 15,5 1 0-15,3 1-1 16,4-3-1-16,8 3 1 15,1-2-1-15,5 2 0 16,7 2 0-16,4-1 0 0,2 2 0 16,6 2-1-16,5 0 0 15,4 0 2-15,6 4-1 16,2-1 1-16,12 0-1 16,4 3 1-16,3 1-1 15,6 0 0-15,5 3 0 0,3 0 0 16,5 4 0-16,4-2 0 15,0 0-1-15,1 6 1 0,4-4-1 16,0 1 1-16,2-1 0 16,4 4-1-16,0 1 0 15,-3 0 1-15,4 1-1 16,3 2 1-16,-2 0-1 0,3 3 0 16,-3-1 1-16,-1 2-1 15,3 1 0-15,3 0 1 16,0 0-1-16,-5 4 1 15,2 0-1-15,-2 2 1 0,5 1 0 16,2 1-1-16,-8 2 0 16,-1 2 0-16,2 0 0 15,0 2-2-15,-6 2 1 16,1-1-1-16,-6 2 0 0,-6 1-3 16,2 2-5-16,-10 4-7 15,-5-11-47-15,-2 12-8 16</inkml:trace>
  <inkml:trace contextRef="#ctx0" brushRef="#br0" timeOffset="101298.31">2528 11262 246 0,'0'0'0'0,"0"0"-2"0,5 0-1 16,-5 0 0-16,8 0-1 15,-8 0 0-15,19 0-4 16,-1 0 1-16,-4-3 1 0,11 3 2 16,-4 0 5-16,11-3 0 15,-5 3 3-15,13 0 1 16,-6 0 7-16,1 0-1 16,6 0 0-16,3 0-2 15,6 0 0-15,1 0 0 0,4 0-3 16,7 0-1-16,1 0-1 15,3-3 0-15,1 3-1 0,6 0 0 16,-1 0-1-16,5 0 1 16,2-2-1-16,1 2 0 15,-1 0-1-15,3 0 1 16,6 0-1-16,-6 0 0 16,6 0 0-16,0 0 1 0,-4 0 0 15,3 0-1-15,3 0 0 16,-3 0 1-16,-3 0-1 15,1-2 0-15,2-1 0 16,-2-1 1-16,-4 1-1 0,1-2-1 16,1 0 1-16,-5 2 0 15,4 1-1-15,-5 0 0 16,1-1 1-16,1 1 0 16,-2-3-1-16,0 2 1 0,0-2-1 15,0 0 1-15,-2-1-1 16,1-3 1-16,-3 1-1 15,4 1 0-15,-8-5 0 16,0 2 0-16,2-2 1 0,-4-1-1 16,-5 1 0-16,-3-3 1 15,-4-2-1-15,-2-3 0 16,-7 5 0-16,-9-7 0 16,2 4 0-16,-11 2 0 0,0-4 1 15,-10-3 1-15,2 8 1 16,-8 0 0-16,-2-2 1 15,-6 0 0-15,0-1 0 16,-4-1 0-16,-4 0-3 0,-3 1 2 16,-2-5-2-16,-5 4 0 15,-2-4 0-15,0 3-1 16,-5-2 1-16,-2 2 1 16,0 0 0-16,-4 0 0 0,3 0 2 15,-6 1-1-15,-2 1 0 16,-1-2 0-16,-2 7-1 15,-5-5 1-15,-1 0 0 16,-5 6-1-16,0-3-1 0,-2 0 1 16,-1 0-1-16,-6 1-1 15,2 1 0-15,-2-2 0 16,-2 2-1-16,3-1 0 0,-3 3 1 16,-3 3-1-16,1-3 1 15,-3 4 0-15,2 0 0 16,-2-2 0-16,0 5 1 15,-3-4-1-15,3 1 0 16,0-1 0-16,-3 1 0 0,1 0 1 16,-1-4-1-16,-2 4 0 15,0-3 0-15,0 2 1 16,-3 0-1-16,4-1 0 0,-2 2 0 16,1 2 0-16,0 1 0 15,0-2 0-15,2 1 1 16,-2 0-1-16,0 1 0 15,2 1 0-15,1 1 0 0,-3-4 0 16,2 4 1-16,1-2-1 16,-1 0 0-16,0 4 0 15,-5 0 1-15,6 0-1 16,-6 0-1-16,4 4 1 0,-10 2 0 16,7 2 0-16,0 2 0 15,0 0-1-15,2 0 1 16,1 5-1-16,2 0 1 15,4-1 0-15,6 4 0 0,-1-1-1 16,0 5 2-16,5 0 0 16,1 3-1-16,1 0 1 15,4 0-1-15,7 0 1 16,-3-1-1-16,5 1 0 16,5 0-2-16,3 3 1 15,3-2-1-15,3 1 1 0,4 3-1 16,2 3 1-16,5 1-1 15,2 1 1-15,3 2 0 16,5 0 1-16,0 3-1 0,3-2 1 16,7 1 1-16,4-2 0 15,7 0 1-15,3-2-1 16,9-5 0-16,9-1 0 16,5-7-2-16,8 1-7 0,12-11-31 15,10-1-33-15,6-4-5 16</inkml:trace>
  <inkml:trace contextRef="#ctx0" brushRef="#br0" timeOffset="102934.43">8163 8105 117 0,'0'0'10'0,"0"0"0"15,7-2 4-15,-7 2 2 16,23-10 2-16,-5 5 0 0,9-5 1 16,6 0-1-16,4-2-7 15,12-1-4-15,8-4-1 16,11-1-3-16,6-4-3 15,3-5-2-15,18 2 1 16,7-5 0-16,9 1-2 0,6-3 2 16,12-1 1-16,7-3 0 15,17-5 1-15,3 5 3 16,12-7-1-16,7 4-1 0,13-9 0 16,12 5 1-16,1-3 0 15,-2 4-1-15,15-2-1 16,4-1-2-16,-2 8-1 15,5 1-2-15,-7 5 2 0,-3-1-1 16,6 9 0-16,1-4 0 16,-7 8 1-16,-4 4 1 15,-4-2 1-15,-12 4 0 16,-5-2 0-16,-2 2 0 0,-22 4 0 16,-11 2-1-16,-16-1-1 15,-24 3-4-15,-8-3-10 16,-11 8-17-16,-28 0-26 15,-6 0-3-15</inkml:trace>
  <inkml:trace contextRef="#ctx0" brushRef="#br0" timeOffset="103816.59">8347 8407 106 0,'0'0'2'0,"0"0"1"0,10-12 3 16,0 7 3-16,5-3 0 15,5 1 4-15,5-5 1 16,10-1 1-16,2-1-2 0,15-4 0 16,0 3-3-16,16-5-1 15,6 0-3-15,11-1-4 16,4-2 0-16,13-2-3 15,-1 0 2-15,16-4 0 16,12-1 0-16,6 1-1 0,1-3 1 16,18-1 0-16,8-4 1 15,6 2 0-15,19 1-2 16,-4-1 1-16,2 1-1 0,13-1 1 16,4 3 1-16,1-1 1 15,6 3 2-15,-2-2 0 16,-7 2 0-16,12 0 0 15,-1 1-1-15,-7 2-1 16,-8-4 1-16,-2 7-2 0,-7-1 0 16,-6 5 0-16,0 1-1 15,-19 2 1-15,-13 4 0 16,-7 1 1-16,-13 4 2 0,-16 3-1 16,-13 1 0-16,-15 1 0 15,-13 3-1-15,-13 0-5 16,-11 0-6-16,-18 3-15 15,0 6-27-15,-30-9-17 0</inkml:trace>
  <inkml:trace contextRef="#ctx0" brushRef="#br0" timeOffset="104681.52">8335 8113 202 0,'0'0'4'0,"0"0"3"0,0 0 0 16,0 0-3-16,0 0 1 16,0 0-1-16,0 0 2 15,0 7 0-15,5 5-4 0,0 1 1 16,2 3-2-16,1 2 2 16,2 2-1-16,-1 0-7 15,2-2-11-15,1-4-17 16,0 4-25-16,-4-8-5 15</inkml:trace>
  <inkml:trace contextRef="#ctx0" brushRef="#br0" timeOffset="104866.36">8570 8151 81 0,'0'0'2'0,"0"0"-7"15,4 10-16-15,-4-10-17 16</inkml:trace>
  <inkml:trace contextRef="#ctx0" brushRef="#br0" timeOffset="105298.2">8919 8063 329 0,'0'0'-1'0,"0"0"-15"0,0 0-27 0,12 5-23 15,-2-5-4-15</inkml:trace>
  <inkml:trace contextRef="#ctx0" brushRef="#br0" timeOffset="105448.72">9163 7979 372 0,'0'0'-4'0,"0"0"-8"0,4 0-14 15,6 7-42-15,3-7-6 16</inkml:trace>
  <inkml:trace contextRef="#ctx0" brushRef="#br0" timeOffset="105598.41">9488 7928 289 0,'0'0'0'0,"0"0"-3"16,-6 0-9-16,6 0-20 16,10 0-31-16,1-4-2 15</inkml:trace>
  <inkml:trace contextRef="#ctx0" brushRef="#br0" timeOffset="105765.12">9940 7796 300 0,'0'0'-8'0,"0"0"-26"16,12 0-29-16,1-3-3 0</inkml:trace>
  <inkml:trace contextRef="#ctx0" brushRef="#br0" timeOffset="105915.03">10239 7731 345 0,'0'0'-14'0,"7"10"-35"15,2-4-20-15</inkml:trace>
  <inkml:trace contextRef="#ctx0" brushRef="#br0" timeOffset="106070.6">10511 7727 341 0,'0'0'-13'15,"-2"-8"-36"-15,2 8-20 16</inkml:trace>
  <inkml:trace contextRef="#ctx0" brushRef="#br0" timeOffset="106551.58">11719 7541 204 0,'0'0'-33'0,"0"0"-21"15</inkml:trace>
  <inkml:trace contextRef="#ctx0" brushRef="#br0" timeOffset="106898.34">10798 7585 408 0,'0'0'-8'16,"0"0"-6"-16,0 0-17 16,0 0-40-16,12 0-6 0</inkml:trace>
  <inkml:trace contextRef="#ctx0" brushRef="#br0" timeOffset="107068.11">11289 7563 401 0,'0'0'-6'0,"0"0"-6"0,0 0-13 15,8 12-35-15,1-12-15 16</inkml:trace>
  <inkml:trace contextRef="#ctx0" brushRef="#br0" timeOffset="107248.19">11478 7513 433 0,'0'0'-4'16,"0"0"-5"-16,0 0-6 15,0 0-31-15,5 8-29 0,7-8-5 16</inkml:trace>
  <inkml:trace contextRef="#ctx0" brushRef="#br0" timeOffset="107414.89">11809 7478 456 0,'0'0'-4'0,"0"0"-5"0,0 0-11 15,2 5-58-15,15-2-1 16</inkml:trace>
  <inkml:trace contextRef="#ctx0" brushRef="#br0" timeOffset="107579.81">12286 7382 462 0,'0'0'-4'0,"0"0"-7"15,0 0-19-15,12 10-49 0,-4-8-1 16</inkml:trace>
  <inkml:trace contextRef="#ctx0" brushRef="#br0" timeOffset="107735.62">12678 7374 467 0,'0'0'-6'0,"0"0"-7"16,0 0-26-16,8 12-40 15,7-9-2-15</inkml:trace>
  <inkml:trace contextRef="#ctx0" brushRef="#br0" timeOffset="107898.68">13028 7427 472 0,'0'0'-4'0,"0"0"-5"0,0 0-9 16,8 15-35-16,5-13-28 16,1-2-3-16</inkml:trace>
  <inkml:trace contextRef="#ctx0" brushRef="#br0" timeOffset="108015.12">13212 7360 429 0,'0'0'-10'0,"0"0"-19"0,-9 4-46 16,9-4-2-16</inkml:trace>
  <inkml:trace contextRef="#ctx0" brushRef="#br0" timeOffset="124866.14">1735 12287 205 0,'0'0'2'16,"0"0"2"-16,0 0-1 15,0 0 3-15,0 0 1 0,0 0 0 16,0 0 2-16,0 0 1 16,0 0-3-16,13 0 3 15,-3 0 0-15,3 0-1 0,1 2 0 16,6 0-1-16,0-2 0 16,7 3 0-16,0-3-1 15,10 0-1-15,6 0-1 16,-1 0-1-16,8 0 0 15,-3-3-1-15,7-1 0 16,-1 1-1-16,1-4 0 0,1 2-1 16,2-2 1-16,3 4-1 15,0-4 0-15,4 4 1 16,-2-2-2-16,5 3 1 0,0 2 1 16,-5-4-1-16,9 3 0 15,-7 1-1-15,-2 0 1 16,5 0-1-16,-2 0 0 15,2 0 0-15,-1 0 1 0,0 0-1 16,3 1 1-16,-2-1 0 16,0 0-1-16,2 0 1 15,4 0 0-15,-4 0 0 16,1-4-1-16,3 2 1 0,-7 0-1 16,4-1 1-16,-1 1-1 15,-4-1 1-15,-3 0-1 16,6-1 0-16,-2 1 1 15,1 0-1-15,0-4 0 0,-2 5 2 16,2-6-2-16,-5 3 0 16,6 0 0-16,-11 1 0 15,-3 1 1-15,-2 0-1 16,-2-1 0-16,0 1 0 0,-5 0 0 16,-1 3 0-16,-4-1 0 15,-5-2 1-15,-3 0-1 16,-8 1 1-16,4-1-1 15,-13 1 2-15,-3 2 0 0,-12 0 1 16,13-4-4-16,-13 4-4 16,0 0-11-16,0-11-20 15,0 11-34-15,-17-3-6 0</inkml:trace>
  <inkml:trace contextRef="#ctx0" brushRef="#br0" timeOffset="125868.08">1748 12403 195 0,'0'0'6'0,"0"0"3"0,0 0 2 15,0 0 1-15,0 0 0 0,5 0 1 16,-5 0 0 0,0 0 1-16,9 0-2 0,-9 0-3 15,18 0-2-15,-6 0-1 16,6 0 2-16,6 0 1 15,5 0-1-15,8 0 0 16,2 0-2-16,3 0-1 0,6-2 1 16,4-1-1-16,2 3-1 15,3-5 1-15,3 5-2 16,-3-2-1-16,10 0 0 0,4-1 0 16,0 0 0-16,3 1-1 15,2-1 0-15,0 1 0 16,2 2 0-16,0-3 0 0,2 1 0 15,-1 2 0-15,1 0 0 16,3-2 1-16,0 2-1 16,4-3 0-16,-4 1 1 15,1 2-1-15,4-2 1 0,-2 2-1 16,1 0 0-16,-7 0 0 16,5 0-1-16,-2 0 1 15,-3-3 0-15,5 3-1 16,-6 0 1-16,3 0-1 15,-5-3 1-15,0 0 0 16,-4 3-1-16,6-1 0 0,-7-2 1 16,-5 0-1-16,0 1 0 15,-4-3 0-15,-2 0 1 16,-2 3-1-16,-6-3 1 0,-3 0-1 16,-3 2 0-16,-4-2 1 15,-9 3-1-15,-2-1 1 16,-9 1-1-16,-1 2 1 15,-7-3-1-15,-3 3 0 0,-12 0-1 16,10 0-2-16,-10 0-4 16,0 0-7-16,0 0-17 15,0 0-33-15,-15 3-13 16</inkml:trace>
  <inkml:trace contextRef="#ctx0" brushRef="#br0" timeOffset="126817.96">1700 12522 111 0,'0'0'7'0,"0"0"4"0,0 0 4 16,13 0 4-16,-3 0 0 16,-3 0 3-16,9 0 1 0,0 0 1 15,7 0-5-15,0 0-3 16,9-2-3-16,5 2-2 15,2-4 0-15,9 3-2 16,2-5-2-16,4 5 0 0,3-2-2 16,6-2 0-16,1 0-1 15,-2-3-1-15,13 4 1 16,4-4-3-16,1 3 2 0,2-1-1 16,5-2 1-16,2-1-1 15,1 8 0-15,2-5 1 16,-3 2 1-16,6-1-1 15,-1 2 0-15,0 1 0 0,3-2 0 16,3 0-1-16,-1 4 0 16,5-2 0-16,-1 0-1 15,-2-1 0-15,1 0 0 16,0 1 0-16,0-1 0 0,2 3 0 16,-10 0-1-16,1 0 1 15,2 0 0-15,-8 0 1 16,1 0-1-16,-1 0 1 15,-4 0 0-15,-3 0-1 16,-3 0 0-16,-1-2 0 0,-9-1 1 16,-2 1-2-16,-8-1 1 15,-3-1 0-15,-12 1-1 16,-4-2 1-16,-8 0 1 0,-7 2 1 16,-8-1-2-16,-7-1-2 15,-10 5-3-15,5-12-7 16,-5 12-13-16,-18-11-22 15,-8 2-30-15,0 1-6 0</inkml:trace>
  <inkml:trace contextRef="#ctx0" brushRef="#br0" timeOffset="128648.28">1709 11501 242 0,'0'0'5'0,"0"0"4"15,0 0 1-15,0 0 3 16,0 0 0-16,0 0-1 15,0 0 2-15,-9 6 2 16,9 6-5-16,-2 6-3 0,2 11-3 16,0 6 0-16,0 9 0 15,2 8-2-15,4 8 0 0,-1 4-2 16,2 5 1-16,-2 1 0 16,0-4 0-16,0 2 2 15,0-1-1-15,-2-6 1 16,-1-1 0-16,1-8 0 15,-3-5 0-15,0-2 0 0,0-11 1 16,0-4-2-16,-3-8 1 16,3-4-2-16,-2-7 0 15,2-11-1-15,0 0-2 16,-8-4-1-16,3-13 0 0,0-6-2 16,0-6-1-16,-2-11-1 15,-4-2 1-15,4-7 0 16,0-4 1-16,2-3 1 15,-3-1 0-15,1-3-1 16,2 2 3-16,2 5 0 0,1-4 1 16,-3 7 0-16,0-2 1 15,2 5 0-15,-2 2 3 16,-2 4-1-16,5 3 0 0,-1 3 1 16,0 6-1-16,3 4 0 15,0 2-1-15,0 6 0 16,6 4-2-16,1 4 0 15,3 2-1-15,0 2 0 0,8 2 0 16,1-2 1-16,6 5-1 16,5 0 1-16,4 0 0 15,9 2 0-15,4 1 1 16,6 2 0-16,1-2-1 0,10-1 1 16,-2-2 0-16,11 3-1 15,1-3 1-15,1 0-1 16,6-3 0-16,2 3 1 15,2-2-1-15,-2-1 0 16,4 1 0-16,-2-1 0 0,2 0 1 16,3 1-1-16,-5 2 0 15,-2-2 1-15,4-3 0 16,-2 2-1-16,0 1 1 0,-1-3 0 16,3 2 0-16,1 0 0 15,-2-1 0-15,1 1-1 16,-3 3 1-16,1-1-1 15,-3-3 0-15,-3 2 0 0,-4 2 0 16,-3 0 0-16,-4 0 0 16,1 0 0-16,-4 0 0 15,-3 0 0-15,-3 0 1 0,3 0-1 16,1 0 0-16,-7-3 1 16,7 2-1-16,-4-6 1 15,-2 6-1-15,0-5 0 16,-2 5 1-16,-5-5-1 15,-6 3 0-15,1 2 0 0,-10-6 0 16,-2 6 0-16,-12-2 0 16,4-1 0-16,-4 1 1 15,-7 0-1-15,-1-1 1 16,-4 1 0-16,-9 3 1 0,15-5 1 16,-15 5 0-16,11-5 1 15,-11 5 0-15,0 0-1 16,0 0 1-16,4-10-1 15,-4 10 1-15,0 0-1 0,0 0-1 16,3-10-1-16,-3 10 1 16,0 0-1-16,0 0-1 15,0 0-1-15,0 0-1 0,0 0 0 16,0 10 0-16,0 0 0 16,0 7 0-16,2 5 0 15,3 12 2-15,0 5 0 16,2 5 0-16,1 11 1 15,0 1 0-15,2 7 0 0,-3-1-1 16,1-1 1-16,-4-1-1 16,-1-3 2-16,-3-3-1 15,0-4-1-15,0-3 1 16,0-7 0-16,0-3 0 0,-3 0 0 16,1-9 0-16,2-2-1 15,-2-6 1-15,-1-2-1 16,3-6 1-16,-2-2 0 0,2-10 1 15,0 9 0-15,0-9 1 16,0 0 0-16,0 0 0 16,0 0-1-16,-3-7 1 15,3 7-2-15,-2-14-1 0,0 4-4 16,2 10-13-16,-3-20-62 16,3 9-3-16</inkml:trace>
  <inkml:trace contextRef="#ctx0" brushRef="#br0" timeOffset="186598.28">6260 12312 258 0,'0'0'1'0,"0"0"0"16,-12 0 1-16,12 0 1 16,0 0 2-16,-7-8 3 15,7 8 0-15,0 0 4 0,-5-10 0 16,5 10-1-16,0 0-1 15,0 0 0-15,0 0 0 16,9-3-1-16,1 3 0 16,4 6-4-16,12-1 0 15,1-3 1-15,16 3-1 0,1 0-2 16,11-3-1-16,2 4 0 16,9-4 0-16,2 1-1 15,-1 2 2-15,10-5-1 16,2 2 1-16,-1 1 0 0,7-1-1 15,2-2 1-15,5 2 0 16,7-2 1-16,5 0-1 16,3 0-1-16,2 0 0 0,6 3 0 15,-5-3 0-15,5 2 2 16,2 1-3-16,-4 0 1 16,-7-3 1-16,11 0 1 15,-5 0 0-15,2 0 0 16,0-3 0-16,1-2 0 0,-4 0 0 15,1 0 0-15,-3-2-1 16,-9 4 0-16,-8 1-1 16,-13-1 0-16,-12 0 0 15,-10 3 0-15,-16 0 0 0,-9 0 0 16,-13 0 1-16,-6 0 0 16,-13 0 1-16,10 3 0 15,-10-3 0-15,0 0-1 0,0 0-3 16,0 0 0-16,0 0 0 15,0 0 0-15,-6-3 0 16,6 3-34-16,6 0-50 16,-6 0-3-16</inkml:trace>
  <inkml:trace contextRef="#ctx0" brushRef="#br0" timeOffset="187798.45">11527 12299 332 0,'0'0'-4'0,"0"0"0"16,6 0-1-16,6 0 1 15,3 0 0-15,10-2 1 0,4-1 0 16,8 0 1-16,6 1 4 15,10 0 0-15,-2-1 2 16,11 1 0-16,3 2 2 16,5-5-1-16,4 3 0 0,0-1-1 15,6-4 0-15,0 4 0 16,4-1-1-16,1 1-1 16,4-2-1-16,-1 5 0 15,-1 0-1-15,5 2 1 0,2 1-1 16,2 0 1-16,6 4-1 15,-3-7 0-15,-1 7 1 16,4-7-1-16,-1 0 1 16,1 0-1-16,8 3 0 15,-9-3 0-15,4 0 0 0,-1 0 1 16,0 0-1-16,4 0 0 16,0 0 0-16,-3 0 1 15,-3 0-1-15,3 0 0 16,-1 0 1-16,0 0-1 0,1 0 0 15,-5 0 0-15,-2 0 1 16,5 0-1-16,-7 0 0 16,-1 0 0-16,4 0 0 15,-7 0 0-15,0-3 0 0,-5 3 0 16,0-3 0-16,2 3 0 16,0-3 0-16,1 2 1 15,-1 1-1-15,1-3 0 0,-1-1 0 16,3 4 0-16,-2-3 1 15,4 3-1-15,-2 0 0 16,-2 0 0-16,-3 0 0 16,-1 0 0-16,1 4-1 0,-2-4 1 15,-3 3 0-15,2-3 0 16,-4 0 0-16,0 0 0 16,-1 0 1-16,-2-3-1 15,-3-1 0-15,-2 4 0 0,1-8 1 16,-2 8-1-16,-4-6 0 15,0 5 1-15,1 1-1 16,-3 0 0-16,-1 0 0 16,-4 0 1-16,0 0-1 0,-11 0 2 15,-3 0-1-15,-5 0 1 16,-9 0-1-16,-7 1 0 16,-5-1-5-16,-8 0-7 15,-12 0-16-15,0 0-41 0,-16 6-4 16</inkml:trace>
  <inkml:trace contextRef="#ctx0" brushRef="#br0" timeOffset="189115.09">2029 13166 356 0,'0'0'-2'0,"0"0"-1"0,0 0-1 15,0 0 2-15,14 0 0 16,-1 0 0-16,5 0 0 16,8-2 1-16,9 2 2 0,3-3 4 15,11 3 0-15,4 0 0 16,6 0 1-16,3 0 0 16,10 5 2-16,1 0-2 15,6 2 1-15,8-2-3 16,3 3 0-16,9 2-1 0,8-3 0 15,4-1-1-15,6 1-1 16,5-2 1-16,6-1-1 16,4 5 1-16,10-8-1 15,-4 5 0-15,3-1 0 0,-2-1 0 16,2 2 1-16,1-2 0 16,-1 2 1-16,1 1-1 15,1-2 1-15,-2-1 0 16,1-1-1-16,4 2 0 0,-2-3 0 15,3-2-1-15,0 0 0 16,-1 0 1-16,-2 0-2 16,0 0 0-16,1 0 1 0,-4 0 0 15,-2 0-1-15,2 0 1 16,-1 0-1-16,-4 0 1 16,1-2-1-16,-5 2 1 15,-1-2-1-15,-4-1 1 0,-10 0-1 16,0 1 0-16,-8 2 1 15,-2-2-1-15,-5 2 0 16,-8-3 1-16,-5 3-1 16,-6-2 0-16,-9-4 1 15,-12 5-1-15,-7-2 0 0,-10 0 1 16,-10 2-1-16,-11-2 1 16,-6 3 2-16,-9 0 0 15,-9 0 1-15,11 0 0 0,-11 0 0 16,0 0 1-16,0 0-1 15,0 0-3-15,0 0-2 16,0 0-5-16,0 0-5 16,-5-8-18-16,5 8-52 0,0 0-2 15</inkml:trace>
  <inkml:trace contextRef="#ctx0" brushRef="#br0" timeOffset="190297.79">14516 13275 3 0,'0'0'0'16,"0"0"2"-16,0 0 5 16,0-7 8-16,0 7 9 0,0 0 6 15,0-15 4-15,0 15 1 16,0 0 3-16,0-10-2 16,0 10-4-16,0 0-8 15,0 0-7-15,0 0-5 16,0 0-2-16,0 0-2 0,0 0-3 15,0 0 0-15,11-4-1 16,-11 4 0-16,23-6 0 16,-4 6-1-16,8-3 0 0,6-1-1 15,12 1 0-15,9-2 0 16,3 3-1-16,16-3 0 16,8 2 1-16,9-2-2 15,4 3 3-15,13-1-2 16,4 1 1-16,9-3 0 0,9 5 0 15,6-2 0-15,-1-4 0 16,10 6 0-16,3-2 2 16,3-2 0-16,2-2 0 0,2-1 1 15,3 2 0-15,0-1 0 16,4 2 0-16,3-1-1 16,-5 0-1-16,2 0 0 15,-3 3-2-15,-8-1 0 16,-3-2 0-16,-7 3 1 0,-11 2 0 15,-12-3 1-15,-9 3 0 16,-7-5 2-16,-13 5 0 16,-13-5 2-16,-8 3-1 15,-14-3 1-15,-14 3-1 0,-7-1-1 16,-9-3-1-16,-11 6-4 16,-12 0-3-16,0 0-6 15,0 0-13-15,-23-16-59 16,-5 16-1-16</inkml:trace>
  <inkml:trace contextRef="#ctx0" brushRef="#br0" timeOffset="191182.17">1867 14311 121 0,'0'0'1'0,"0"0"1"16,-7-10 3-16,7 10 6 15,0-15 1-15,5 6 6 16,5-2 1-16,12 4 3 15,8 1 1-15,7 6 0 0,16 0-1 16,9 13-2-16,14 2-3 16,19 10 1-16,22 5-3 15,16-1-1-15,19 1 0 16,27-5-1-16,23-5-4 0,16-11-1 16,24-4-1-16,8-5-2 15,11-14 1-15,3-4-1 16,3-4 1-16,-3-3 1 0,-3 0 0 15,-5 1 0-15,-10-4 1 16,-2 3-1-16,-11 4-1 16,-6-2-1-16,-11 6-1 15,-18-1 0-15,-14 7-2 16,-20 0 0-16,-22 5-1 0,-23 2 0 16,-25 4-2-16,-24 3-4 15,-23-2-12-15,-19 12-65 16,-26 2-3-16</inkml:trace>
  <inkml:trace contextRef="#ctx0" brushRef="#br0" timeOffset="205382.09">11202 2032 242 0,'0'0'9'0,"0"0"4"0,0 0 5 15,0 0 2-15,0-11 2 16,0 11 0-16,0 0 1 0,0-13 0 16,0 13-10-16,0 0-4 15,0 0-5-15,0 6-2 16,0 12-2-16,0-2-1 16,0 9 0-16,0 0 0 0,-2 4 1 15,2-1 2-15,-2-1-1 16,2-4 0-16,0-1 1 15,0-5-2 1,-3-4-1-16,3-13-1 16,0 14-4-16,0-14-9 15,0 0-41-15,0 0-21 16</inkml:trace>
  <inkml:trace contextRef="#ctx0" brushRef="#br0" timeOffset="212283.41">1939 17036 93 0,'0'0'2'0,"0"0"9"16,-12-5 4-16,12 5 8 15,0 0 5-15,-13-10 2 0,13 10-1 16,0 0 0-16,-5-13-4 15,5 13-5-15,0 0-7 16,0 0-4-16,0 0-4 0,7 5-1 16,4 3 0-16,1-3 1 15,8 2 1-15,0 3 0 16,12-2 0-16,0-1 1 0,11-3-2 16,1 2-1-16,6-1 1 15,4-3-2-15,1 3 0 16,7 1 0-16,-2-2 0 15,8 1-1-15,1 0 0 16,0 0-1-16,1 0 1 0,2 0 0 16,5-2-1-16,3 2 1 15,-1-3 0-15,3 0 0 16,3-2 0-16,2 0 0 16,3 3-1-16,2-3 0 15,-2 0 0-15,6 1 0 0,3-1 0 16,-2 0 0-16,0 0 0 15,3 0 1-15,1-1-1 0,3-2 1 16,3-1-1-16,0-1 1 16,-1-1-1-16,2 2 0 15,-7-2 0-15,1 4 1 16,3-3 0-16,-9 5-2 16,-1 0 2-16,-3 0 0 0,2 0 0 15,1 0 1-15,4 0 0 16,-5 0 0-16,1 0 1 15,5 0 0-15,-4-3 0 16,1 1 0-16,2 2 1 0,-4-3-2 16,-3 2 1-16,-3-2-1 15,-4 0 0-15,-3 2-1 16,-5-3 0-16,-6-1 0 0,-5 3 0 16,-6-4 0-16,-2 2 0 15,-10 0 0-15,-4-2 1 16,-6 1 0-16,-8 0 1 15,-8 0-4-15,-4 3 0 16,-11-3 0-16,-7 5 0 16,0 0 0-16,7-13 0 0,-7 13 0 15,-5-9 0-15,5 9 0 16,-21-8 0-16,5 5 0 16,-9 3-12-16,-19 0-74 0,7 5-2 15</inkml:trace>
  <inkml:trace contextRef="#ctx0" brushRef="#br0" timeOffset="-211279.61">20038 14358 111 0,'0'0'4'15,"0"0"5"-15,7 0 7 0,-7 0 1 16,15 2 5-16,-2-2 1 16,4 4 3-16,8-4 0 15,0 1-2-15,12 2-4 0,0-1-7 16,10 0-1-16,4 3-3 16,2-5-2-16,7 6-2 15,5-2-1-15,3 4-2 16,6-3-1-16,0 3 0 15,3-1 0-15,3 0 0 0,-1 4 0 16,4-4-1-16,-5 2 0 16,5 1 1-16,-1 0-1 15,-1 0 1-15,2 2-1 16,2 1 1-16,-4 1-1 0,4 2 0 16,-1-2 1-16,3 4-1 15,-3 2 1-15,3-1-1 16,0 5 1-16,-2-6 0 15,2 3 0-15,-6 1-1 0,7 0 2 16,-6 0-5-16,-3 3 1 16,-1-5-1-16,-5 0-1 15,5-1-1-15,-4 4 1 16,-3-6 0-16,-2 4 0 0,3-4 1 16,-5-3 1-16,5 1 1 15,-2 0 0-15,-6 0-3 16,1-5-5-16,-3-3-5 15,0 1-6-15,-7-5-13 0,-7-2-19 16,1-1-15-16</inkml:trace>
  <inkml:trace contextRef="#ctx0" brushRef="#br0" timeOffset="-208915.39">20112 14387 205 0,'0'0'7'0,"0"0"4"15,-5 0 4-15,5 0 1 0,0 0 1 16,0 0 0-16,-12 0 1 16,12 0 0-16,0 0-7 15,-10 0-4-15,10 0-2 0,-10 0-3 16,10 0-1-16,-18 0 0 15,11 3-1-15,-7 0 1 16,1-1 0-16,-2 3-1 16,0-3 1-16,-2 1 0 15,-1 0-1-15,1-3 1 0,0 0-1 16,-1 0 0-16,3 0 1 16,1 0-1-16,1 0 0 15,3 0 0-15,0 0 1 16,0 0-1-16,10 0 1 0,-12 0-1 15,12 0 0-15,0 0 1 16,-11 0-1-16,11 0 1 16,0 0-1-16,0 0 1 0,0 0-1 15,0 0 1-15,0 0 1 16,0 0-2-16,0 0 1 16,0 0 1-16,0 0-1 15,0 0 1-15,0 0 0 16,0 0 1-16,6 2-1 0,-6-2 0 15,10 2 2-15,-10-2-1 16,17 3 0-16,-2-2-1 16,-4 3 0-16,8-2 0 0,1 3 0 15,4-2-1-15,4 1 0 16,1-1 0-16,1 1 0 16,5 4 0-16,-3-3 0 15,4 0-1-15,-1 2 1 0,-1 1-1 16,1 0 1-16,-3 1-1 15,5-3 0-15,-2 4 1 16,-1-3-1-16,1 0 1 16,1 0 0-16,-2 1-1 15,3 2 1-15,-2-3 0 0,2 4 0 16,-2 1-1-16,1-2 1 16,-2 2-1-16,0 4 0 15,1-5 1-15,0 3-1 0,2-1 0 16,1 3 1-16,-1-1-1 15,5-3 0-15,-5 1 1 16,6-2-1-16,-1 4 0 16,-3 3 0-16,4-6 1 0,-3 6-2 15,2-4 1-15,-2 4 0 16,2-5 0-16,0 1 0 16,-2 1 0-16,4-3 1 15,-1 3-1-15,7-2 1 16,-5-1 0-16,1 0-1 15,2 1 1-15,-1-1-1 0,1 1 1 16,-2-1 0-16,2 1-1 16,-6-2 1-16,5 3-1 15,-2-6 1-15,2 5-1 0,-2-1 0 16,1 1 1-16,2-3-1 16,0 0 1-16,3 2-1 15,-1 0 1-15,-2-2-1 0,6 3 0 16,-4-3 0-16,0 0 0 15,1 3 1-15,0-5-1 16,-1 2 0-16,-1-2 0 16,1 2 0-16,-1 0 1 15,3-2-1-15,1-4 0 0,-7 4 0 16,7-3 1-16,-3 0-1 16,-1 0 0-16,1 0 0 15,-1-4 0-15,-1 3 0 16,2 0 0-16,-3-1 0 15,3 0 0-15,-4 0 0 0,5-3 1 16,-5 1-1-16,4-1 0 16,0 0 1-16,-3 0-1 15,3 0 0-15,-1 0 0 0,4 0 1 16,-3-1-1-16,-1-2 0 16,3-3 0-16,1 5 1 15,-2-6-1-15,2 1 0 0,-1 1 1 16,0-2-1-16,-2 2 1 15,0-3-1-15,-6 3 0 16,4-2 0-16,-6 2 0 16,0-3 2-16,-4 3-2 15,-4-3 0-15,-1 4 0 0,4-3 2 16,-5-3-1-16,-2 2 0 16,0-2 0-16,2 3 1 15,-5-6 0-15,1 4-1 16,-3-4 1-16,-6 1 0 0,3 1 0 15,-1 0-1-15,-4 1 1 16,3-3-1-16,0 1 1 16,-3 2-1-16,1-3 0 15,-1 4 0-15,-4-4 0 0,-1 1 1 16,0 2-2-16,-4-2 2 16,-1 2-1-16,-2-3 0 15,2 3 0-15,-2 0 0 16,-2 0 0-16,0 0-1 15,-1 1 1-15,-2-1-1 0,0 10 0 16,3-15 0-16,-3 15-1 16,-5-13 0-16,5 13 0 15,-16-6 0-15,4 2-2 0,-6 2 0 16,-1-3 0-16,-8 5 0 16,-5-2 1-16,-11-1-1 15,-4 1 1-15,-5-1-1 16,-6 3 2-16,-6-2 0 15,-6 0 1-15,-2-1 0 0,-2 3 0 16,2-3-1-16,-3 3-1 16,1-3-1-16,2 3-1 15,-1-2 0-15,6 2 0 0,0 0-2 16,8 0-1-16,4 0 1 16,11 0 1-16,1 2 0 15,15 1 0-15,7 3 0 16,3-4-3-16,11 0 0 0,7-2-12 15,-5 17-36-15,5-17-17 16</inkml:trace>
  <inkml:trace contextRef="#ctx0" brushRef="#br0" timeOffset="-207698.38">20209 15299 214 0,'0'0'5'0,"0"0"4"0,0 0 2 16,0 0 2-16,0 0 3 15,11-8 1-15,-2 8 2 16,1 0 2-16,8 0-4 15,2 0-4-15,2 0-2 16,7 0-1-16,6-2-2 16,2 0-2-16,8-6-3 0,5-2-1 15,-3 0 0-15,10-1-1 16,3-4 0-16,2 0 0 16,0-1-1-16,3-1 1 0,-1 3-1 15,-2-3 1-15,1 0-1 16,-4 3 0-16,-1-1 1 15,4 0-1-15,-3-1 1 16,3-2 0-16,-2 0-1 0,5-4 0 16,-3 2 1-16,0 4-1 15,-2-5 0-15,-3 2 1 16,-5-2-1-16,0 3 0 0,-2 0 0 16,-1 0 0-16,3-4 0 15,-4 3-1-15,4-6-1 16,-5 2 0-16,8-2-1 15,-3 0 1-15,3-2-1 16,-1 2 1-16,-1-2-1 0,3 2 2 16,-3-2 0-16,2 0 1 15,-1 2 0-15,0-3 0 16,-4 4 0-16,3-4 0 16,2 3-1-16,-6-1 1 15,8-4 0-15,-2 0-1 0,2 1 1 16,5-4 0-16,1 4 0 15,1-3 0-15,3-1 1 16,0 3 0-16,0 1-1 0,-5 1 1 16,2 1 0-16,-6 3 0 15,-3 2 0-15,4-1-1 16,-1 3 0-16,1 1 0 16,3-1 0-16,3 0 0 15,2-1 1-15,0 2-2 0,5 2 1 16,-7-1 0-16,-3 6 1 15,-2-3 1-15,-6 5 0 16,0-1 1-16,-1 2 0 16,-9 1 2-16,4 1-1 0,-9 3 1 15,1-2-1-15,-2-1 0 16,-8 5 0-16,-9-3-2 16,-6 3 0-16,-2 2-4 0,-13 0-8 15,0-8-54-15,-5 10-11 16</inkml:trace>
  <inkml:trace contextRef="#ctx0" brushRef="#br0" timeOffset="-206231.4">20172 15240 167 0,'0'0'5'0,"0"0"0"0,-5 5 0 16,-4-1 2-16,9-4 2 15,-18 10 0-15,10-3 3 16,-5-1-3-16,4-1-3 0,-6 2 0 15,5-2-2-15,10-5 1 16,-17 13-3-16,6-8 0 16,2 2-1-16,9-7 0 0,-19 8-1 15,19-8 0-15,-11 7 0 16,11-7-1-16,0 0 0 16,-10 3-1-16,10-3 1 15,0 0 2-15,0 0 0 16,0 0 2-16,0 0 0 15,10 7 1-15,-10-7 1 16,15 2-1-16,-3 3 0 0,0-2 0 16,6 2-2-16,2 0 1 15,2-1 2-15,8 4 2 16,-3-3-1-16,6 2 2 0,-1-2-1 16,11 3 2-16,-9-6-2 15,6 4-2-15,2-6-1 16,1 0-1-16,3 0 0 0,-3 0-2 15,6-3 0-15,-1-5-1 16,7 3 1-16,-1-4 0 16,1 1-1-16,-1-2 0 15,1 1 0-15,4-2 0 0,-4 2 1 16,0-1-1-16,-3 2 1 16,-3-2-1-16,6 0 1 15,-5-1-1-15,5-3 1 16,-1 3 0-16,1-6-1 0,2 6 1 15,1-7 0-15,-1 4 0 16,3-4 0-16,-6 0-1 16,5 2 1-16,-2 1 0 15,1-5 1-15,1 2-2 0,-1 2 0 16,4-2 0-16,-5-2 1 16,0 0-1-16,3-2 0 15,0 2 0-15,0-2 0 16,-7 0 0-16,5-1 0 0,-1 1 0 15,3 2 0-15,-5-5 0 16,-2 5 2-16,4-7-2 16,-1 3 1-16,3-4-2 15,-1 0 1-15,-6 3 0 16,4-1-2-16,-1 1 2 0,0 0-1 16,0 3 1-16,-2 0 0 15,3 3-2-15,0-5 2 16,2 5 0-16,0-1 0 0,1 0 0 15,-1 3 0-15,-1-1-1 16,3-1 1-16,2 1 0 16,-3 1-1-16,6 2 1 15,0-3-1-15,1 4 1 16,4-1 0-16,1 0-1 0,-1 3 1 16,0-1 0-16,7 4 0 15,-5-1 1-15,2 3 0 16,-4 1 0-16,2-1 2 15,-5 4 1-15,-2 1 0 16,-8-3 0-16,-4 3 2 0,-9-1-2 16,-5 1 1-16,-9-1 1 15,-5 0-4-15,-9-1-7 16,-16 4-25-16,12-8-39 0,-19 1-6 16</inkml:trace>
  <inkml:trace contextRef="#ctx0" brushRef="#br0" timeOffset="-205715.33">24490 13783 297 0,'8'-3'4'0,"7"1"1"0,5 0 2 0,5-1 1 16,7 1 0-16,8-1 2 16,4 1 1-16,9 0 0 0,-3 2 0 15,-1 0-4-15,3 0 2 16,1 4-2-16,-2 1 0 15,2 2-1-15,-1 2-1 16,-3 2 0-16,-6 3-2 0,-1-3 0 16,-7 7 0-16,-8-3-2 15,-2 1 0-15,-8 4 0 16,-4 0 0-16,-9-2 0 16,2 2 1-16,-6 2-1 15,0 0 2-15,-6 0-2 16,-5 1 1-16,-2-3-1 0,-10 4 1 15,-1-1-1-15,-6-4 0 16,-4 1 0-16,-7-2 0 16,-3-4 0-16,-3 1-1 0,4-2 2 15,-2-4-2-15,5-1 1 16,1 2-5-16,2-5-6 16,5 5-17-16,16-6-51 0,-11 2-1 15</inkml:trace>
  <inkml:trace contextRef="#ctx0" brushRef="#br0" timeOffset="-205012.39">24575 14011 260 0,'0'0'9'0,"0"0"4"0,5-13 3 0,-5 13 1 15,0-9 1-15,0 9-1 16,-10-12 1-16,-2 6-1 16,-6 4-7-16,-2-1-5 15,-10 3-4-15,-2 0 0 0,-5 3-1 16,-3 5 1-16,-5-1 0 16,1 3 0-16,-4-1 0 15,1 6 1-15,0 0-1 16,7 0-1-16,3 2 0 15,7 1-1-15,10-1 0 0,8 3 0 16,10-3 0-16,2-2 1 16,12 2 0-16,8-3 0 15,12-3 2-15,5-3 1 0,5-3-2 16,13-5-3-16,2 0-2 16,13-3-2-16,2-4 0 15,10-6-1-15,-2-5-1 16,4 4-1-16,-2-8 0 15,5 4 3-15,-13-4 2 0,-1 3 2 16,-6-1 4-16,-15 2 2 16,-5 8 4-16,-15-5 2 15,-5 5 2-15,-11-2-2 0,-4 3 1 16,-14-2-2-16,-16 2-2 16,-4-1-4-16,-8 0-3 15,-10 0 0-15,-7 2-1 16,-10 3 1-16,-6 0-1 0,-3 4 1 15,-6 1 0-15,-3 0-2 16,-2 4-2-16,5 6-5 16,2-5-15-16,-4 7-49 15,19 6-3-15</inkml:trace>
  <inkml:trace contextRef="#ctx0" brushRef="#br0" timeOffset="-204298.62">24168 14933 324 0,'0'0'7'0,"0"0"0"15,0 0 3-15,-8-6 0 0,-2 4 1 16,-2 2 0-16,-6 0 1 15,-4 0-1-15,-5 2-6 0,-8 8-1 16,-3 0-1-16,3 5-1 16,1 6-1-16,2-2 1 15,7 3-2-15,5 3 1 16,5-3-1-16,12 3 0 16,8 0 1-16,13-5-1 0,10-3 1 15,4 0 0-15,12-7 0 16,4-5 0-16,11-2 0 15,4-3 0-15,3-6-1 16,-1-2 1-16,2-9 0 0,-3 1 1 16,-6-4 2-16,-6-2 3 15,-12-3 0-15,-11 5 1 16,-8-5-1-16,-14 3 0 16,-7 4 0-16,-20 7-2 0,-8 0-1 15,-4 5-3-15,-7 5-5 16,-6 2-8-16,-2 10-33 15,-3-1-37-15,8 2 0 16</inkml:trace>
  <inkml:trace contextRef="#ctx0" brushRef="#br0" timeOffset="-203081.58">22294 14856 387 0,'0'0'5'16,"0"0"3"-16,0 0 1 15,0-10 2-15,0 10 1 0,0 0 1 16,0 0 0-16,-7-10 0 15,7 10-5-15,0 0-3 16,0 0-2-16,0 0-1 16,-7 5-1-16,7-5-2 0,0 10 1 15,0-10 0-15,0 10 0 16,0-10 0-16,8 7 1 16,0-4 0-16,2-3 0 15,3 0 0-15,-3 0 1 16,3-5 0-16,-4 0 1 0,-2 0 0 15,-7 5 0-15,10-13 0 16,-10 13-1-16,0-12-2 16,0 12 0-16,-5-8 0 15,5 8 0-15,-17-2 0 0,7 2 0 16,0 0 0-16,1 6 0 16,-2-2 0-16,11-4 0 15,-12 10 0-15,12-10 0 0,-2 13 0 16,2-13 0-16,7 4 0 15,2-1 0-15,2-3 0 16,3 0 0-16,4 0 0 16,-6-3 0-16,6 1 0 15,-6-3 0-15,1-3 0 0,-3 3 0 16,-10 5 0-16,7-11 0 16,-7 11 0-16,-2-9 0 15,2 9 0-15,-17-4 0 16,4 4 0-16,-2 0 0 0,0 4 0 15,0 5 0-15,0-5 0 16,3 3 0-16,1 1 0 16,11-8 0-16,-9 12 0 0,9-12 0 15,0 0 0-15,9 5 0 16,2-5 0-16,6 0 0 16,1-5 0-16,2 1 0 15,-3-4 0-15,1 3 0 0,-4-3 0 16,-1 2 0-16,-13 6 0 15,7-11 0-15,-7 11 0 16,-13-7 0-16,-1 7 0 16,-4 0 0-16,-4 0 0 15,2 7 0-15,-3 0 0 0,2 1 0 16,3-1 0-16,8 3-7 16,0-2-18-16,-5-1-58 15,15-7-4-15</inkml:trace>
  <inkml:trace contextRef="#ctx0" brushRef="#br0" timeOffset="-196548.3">22759 15266 71 0,'0'0'20'0,"0"0"5"0,0 0 2 16,0 0 3-16,0 0 3 15,0 0 1-15,2 6-1 16,-2-6 1-16,0 0-16 0,11 0-3 16,-11 0-3-16,12 5-2 15,-3-5-1-15,7 6-1 16,0-6 0-16,7 1 0 0,5 2-2 16,1-1 0-16,8-2 0 15,0 2-2-15,6-2 0 16,-3 0-1-16,4 3-1 15,-1-3-1-15,4 0 0 0,-2 0 0 16,-3 0-1-16,3 0 0 16,-1 0 1-16,2-3-1 15,-5 1 1-15,1 2-1 16,-1-2 1-16,-4-1 0 0,2 3 1 16,-2 0 1-16,0 0 1 15,2 0-1-15,0 0 1 16,3 0 0-16,-2 3-1 15,5-3 0-15,0 4-1 0,4-1-1 16,-4 2-1-16,4 0 0 16,-3 0 1-16,-2 0-1 15,-2-1 0-15,1 2 0 16,-2-1 1-16,0-2-1 0,-4-3 1 16,2 0-1-16,1 0 1 15,-2 0 0-15,4-3-1 16,-5-4 1-16,5 3-1 15,1-2 0-15,1-2 1 16,-1 1-1-16,-1-1 0 0,-1 3 0 16,2-2 1-16,-1-1-1 15,-2 1 1-15,0 0-1 16,2 0 1-16,-5 0 0 0,4-1 0 16,-4 0 0-16,0 1 0 15,0-3 0-15,0 2 0 16,-5-2 1-16,4 0 0 15,-6 2 1-15,-4-3 1 16,1-4-1-16,-2 2 2 0,1-2-1 16,-6 1 0-16,1-6 0 15,0 2-2-15,-1 1-2 16,-6-3 0-16,2 0 0 16,-4 1 0-16,-3-1 0 0,2 0 0 15,-6 3 0-15,-3-3 0 16,3 3 0-16,-5 1 0 15,0-1 0-15,0 0 0 16,0 2 0-16,-7-2 0 0,-4-1 0 16,4 1 0-16,-5 0 0 15,-4-1 0-15,0 1 0 16,-2-1 0-16,-5 4 0 0,6-1 0 16,-3-3 0-1,1 6 0-15,-6 2 0 0,5-1 0 16,0 0 0-16,0 1 0 15,2 3 0-15,-1-1 0 16,-1 4 0-16,2-4 0 0,-1 3 0 16,1 2 0-16,-12-2 0 15,3 3 0-15,-3-3 0 16,-5 0 0-16,-4 2 0 16,-1 2 0-16,-5-5 0 0,-2 3 0 15,4-1 0-15,-1 1 0 16,-1 1 0-16,3 2 0 15,5-3 0-15,0 0 0 0,5 3 0 16,-6 0 0-16,5 0 0 16,-1 0 0-16,-1 0 0 15,0 0 0-15,1 0 0 16,-1 3 0-16,0 0 0 0,0-1 0 16,0 1 0-16,3-3 0 15,-3 4 0-15,1-1 0 16,-1-3 0-16,-2 6 0 15,-1-2 0-15,-2 1 0 16,-2 0 0-16,0 2 0 16,0 1 0-16,-8 0 0 0,5 4 0 15,-2-2 0-15,2 1 0 16,-1 0 0-16,0 3 0 16,2-1 0-16,-1 2 0 0,3-3 0 15,2 3 0-15,2-1 0 16,1 4 0-16,-2 2 0 15,4-5 0-15,-3 7 0 16,4 1 0-16,-3-1 0 0,2 3 0 16,0 0 0-16,1 4 0 15,4-1 0-15,2-1 0 16,3 0 0-16,5 0 0 16,3 1 0-16,2-6 0 15,8 0 0-15,2 0 0 16,2-3 0-16,3-1-3 0,3 2-35 15,17-2-49-15,-13-6-3 16</inkml:trace>
  <inkml:trace contextRef="#ctx0" brushRef="#br0" timeOffset="-196195.66">23122 15346 444 0,'0'0'3'0,"0"0"1"0,0 0 0 16,0 0 1-16,-5 10 1 16,-8 2 0-16,1 6 0 15,-9 2 1-15,0 3-3 0,-4 3-1 16,-5 4 0-16,-2 1-1 16,-1-3-2-16,4-3-2 15,1-1-6-15,5-3-13 16,3-19-59-16,7 11-5 0</inkml:trace>
  <inkml:trace contextRef="#ctx0" brushRef="#br0" timeOffset="-195979.79">23554 15363 466 0,'0'0'1'16,"0"0"1"-16,0 0 1 15,-3 10 1-15,-6 0 1 0,-4 5 1 16,-7 5 0-16,-4 2 1 16,-9 6-1-16,-1 2-1 15,-9-1-5-15,6-2 0 16,0 1-7-16,7-4-13 0,2 16-58 16,15-28-9-16</inkml:trace>
  <inkml:trace contextRef="#ctx0" brushRef="#br0" timeOffset="-195764.44">23954 15324 487 0,'0'0'1'16,"0"0"1"-16,0 5 2 16,-7 9 1-16,-6 4 0 0,-4 4 2 15,-8 7-7-15,-7 5 0 16,-6 3 0-16,-4 3 0 15,5-5 0-15,-1-4 0 0,9-4 0 16,1-5-28-16,6-9-58 16,22-13-4-16</inkml:trace>
  <inkml:trace contextRef="#ctx0" brushRef="#br0" timeOffset="-195581.59">24381 15341 459 0,'0'0'3'0,"0"0"4"0,0 13 1 16,-10-1 1-16,-2 5 1 16,-11 6 0-16,-1 7-5 0,-9 2-5 15,-7 2 0-15,1 1 0 16,-6-6 0-16,10 7 0 16,3-11 0-16,12-9-87 15,3-3-2-15</inkml:trace>
  <inkml:trace contextRef="#ctx0" brushRef="#br0" timeOffset="-195431.69">24846 15404 511 0,'0'0'0'16,"-7"12"0"-16,-9 1 0 16,-3 4 0-16,-4 5 0 15,-2 3 0-15,-2 5 0 16,-5-4 0-16,4 9 0 0,6-10-81 15,2-7-8-15</inkml:trace>
  <inkml:trace contextRef="#ctx0" brushRef="#br0" timeOffset="-194548.26">24272 12936 387 0,'0'0'5'0,"0"0"-1"0,0 0 2 16,0 0 0-16,0 0 3 15,13 0 1-15,-4 5 1 0,9 5 1 16,1 7-3-16,9 5 0 16,2 6-1-16,7 4 0 15,1 5-2-15,4 8-1 16,-1 1-2-16,-1 6-1 0,3 3 0 16,-6 7 1-16,-3 2-1 15,-6 1 0-15,2 6 0 16,-8-2-2-16,-5 4 0 15,1-1 0-15,-8 0 0 0,-3-1 0 16,-1-1 0-16,-6-1 0 16,0-7 0-16,-6-5 0 15,-1-5 0-15,2-2 0 16,-7-13 0-16,1-5 0 16,4-10 0-16,-1-2 0 0,4-8 0 15,4-12 0-15,0 0 0 16,-11-10-10-16,11-3-25 15,9-8-52-15,-9-4 0 0</inkml:trace>
  <inkml:trace contextRef="#ctx0" brushRef="#br0" timeOffset="-193881.18">24326 12943 384 0,'0'0'6'0,"0"0"3"0,0 0 2 0,0 0 3 16,0-10 0-16,0 10 0 15,0 0 0-15,0 0 0 16,0 0-5-16,-7 13-3 0,5 5-3 16,-3 4-2-16,-2 2-1 15,1 3 1-15,1 2 0 16,0-4-1-16,1-2 0 16,-2 0 1-16,3-11-1 15,1-2 1-15,2-10 0 0,0 0 0 16,0 0 1-16,0 0-1 15,8-15 2-15,-3-7-3 16,2-3 0-16,0-6 0 0,1-5 0 16,2-4 0-16,-3 6 0 15,1-6 0-15,0 6 0 16,-6 4 0-16,1 3 0 16,2 7 0-16,-5 10 0 0,0 10 0 15,2-11 0-15,-2 11 0 16,17 18 0-16,-4 7 0 15,4 2 0-15,5 5 0 16,8 3 0-16,5 5 0 0,2-1 0 16,1 4 0-16,-1-6-8 15,-2 2-79-15,4 1-3 16</inkml:trace>
  <inkml:trace contextRef="#ctx0" brushRef="#br0" timeOffset="-192948.53">24607 14189 333 0,'0'0'7'0,"0"0"3"15,0 0 3-15,0 0 3 0,0 0 2 16,0 0-1-16,0 0 0 16,-7-6 1-16,7 6-7 0,0 0-2 15,0 0-2-15,5 8-2 16,-5-8 0-16,15 18-1 16,0-5 0-16,0-1-1 15,2 6 1-15,8-4-1 0,-5 3 0 16,2 1-1-16,0 2 0 15,1-5-2-15,-9-1 0 16,4 1 0-16,-8-3 0 16,-1-2 0-16,-9-10 0 15,9 15 0-15,-9-15 0 0,0 0 0 16,0 0 0-16,0 0 0 16,0 0 0-16,0-15 0 15,2 3 0-15,-2-5 0 16,0-2 0-16,3-6 0 0,-1 2 0 15,3-2 0-15,0-2 0 16,3 0 0-16,4 2 0 16,0 3 0-16,1-2 0 15,-1 5 0-15,0 2 0 0,1 5 0 16,-4-1 0-16,2 4 0 16,-11 9 0-16,15-7 0 15,-6 11 0-15,2-1-64 16,-11-3-29-16</inkml:trace>
  <inkml:trace contextRef="#ctx0" brushRef="#br0" timeOffset="-176348.51">13307 17219 101 0,'0'0'1'16,"0"0"3"-16,0-10 1 0,0 10 1 16,2-10 0-16,-2 10 1 15,13-12 0-15,-3 2 0 16,2 2 3-16,5-2-2 15,9-1-3-15,3 0 4 0,6-1-1 16,7-1 1-16,6 1 1 16,6-1-1-16,3 1 1 15,18-2-1-15,10 1 0 16,3-2-4-16,8 3 2 16,12-5-3-16,7 1-1 0,9 0 1 15,3 0-2-15,2-1-1 16,0 2-1-16,8 0 1 15,6 0 0-15,-3 2 0 16,0 2 0-16,5 3-1 0,5 4 1 16,-1-4 0-16,0 6 0 15,-5 2 1-15,5 0 2 0,-2 0-1 16,2 4 1-16,-2 4 0 16,-4 2 1-16,-1 1-2 15,3 6 2-15,-9-3-2 16,0 5-1-16,-6 4 0 15,2-1 0-15,-13 3-1 16,-10 3 0-16,-4 1-1 0,-9-1 0 16,-8 4-1-16,-12-2 1 15,-44-13-3-15,3 2 1 16,-5 1 0-16,2 2 0 16,-7 3 0-16,0-3 0 0,0 6 0 15,-2 1 0-15,-6-1 1 16,-2 4 1-16,2 1 0 15,-4 3 0-15,-6 4 1 16,-2-3-2-16,-5 10-1 0,0 3 2 16,-5-6-1-16,-8 6 1 15,-4-8 0-15,-8 7 0 16,-2-5-2-16,-8 2 4 16,-4-4-2-16,-7 6 1 15,-5-9 1-15,-4 3-2 16,-7-8 0-16,-5 7 0 0,-3-12-2 15,-9 5 2 1,-1-6-1-16,-5-4 1 0,-3 1 0 16,-7-5 0-16,-7 2-2 15,-2-2 1-15,-11-5 0 16,-4 2-1-16,-3-1 0 16,-10-4 0-16,-1 1-1 15,-9-2-1-15,-9 3 3 16,-4-6-1-16,-4 3 1 15,-5-4 1-15,0-2-1 0,-7-3 1 16,4 1 1-16,3-3 0 16,3 0 1-16,2-7 3 15,7-1 0-15,3-5-1 16,5-1 0-16,5-1 1 16,7-2-2-16,2-3 1 0,11-5-1 15,11 0-3-15,8-7-2 16,8-1-3-16,10-6 3 15,13-8-3-15,9 3 1 16,12-11 0-16,11 6-1 16,7-6 0-16,15 0 4 0,10-3 1 15,13 0-1-15,25 4-2 16,59-68-23-16,59 1-33 16,27 9-4-16</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3:36:32.507"/>
    </inkml:context>
    <inkml:brush xml:id="br0">
      <inkml:brushProperty name="width" value="0.05292" units="cm"/>
      <inkml:brushProperty name="height" value="0.05292" units="cm"/>
      <inkml:brushProperty name="color" value="#FF0000"/>
    </inkml:brush>
  </inkml:definitions>
  <inkml:trace contextRef="#ctx0" brushRef="#br0">1674 4997 154 0,'0'0'5'15,"0"0"3"-15,14 0 2 16,-2 0 0-16,11 0 3 0,4 0 1 15,18 0 3-15,10 0 2 16,7-6-5-16,10 1 0 16,10-2-3-16,12 0 1 15,11-1-2-15,11-2-3 0,3 5 1 16,8-2-3-16,9 1 0 16,12-1-1-16,6 0 1 15,5 5-1-15,9-7 1 16,7 8-1-16,9-5-1 15,2 5 1-15,3 1-3 0,4 0 1 16,6 4-1-16,2 3 0 16,1 1-1-16,-4 6 0 15,4-1 1-15,2-1-1 0,-1 4 1 16,1-4 0-16,-5-3 0 16,-2 4 1-16,-6-6-1 15,2-2 1-15,-6 0 2 16,-6-5-1-16,-9 0 2 0,-8-5-1 15,-10-2 2-15,-7 0-1 16,-16-4 2-16,-16 4-2 16,-14 0 1-16,-14 0-1 15,-20-3-1-15,-12 4 1 0,-13-1-4 16,-12 5-1-16,-10-1-6 16,-10 1-12-16,-10 2-58 15,-10 2-3-15</inkml:trace>
  <inkml:trace contextRef="#ctx0" brushRef="#br0" timeOffset="1733.93">8738 3359 289 0,'0'0'4'0,"0"0"2"16,0 0 0-16,0 0 1 16,0 0 2-16,0-11 0 15,0 11 2-15,16-11 1 16,2 3-2-16,4-2 0 0,9-5-2 16,6-4 1-16,9-2-2 15,9-5-1-15,10-5-2 16,8-3-1-16,10-6-1 15,7-4 1-15,15-6-1 0,6-1 0 16,4-7-1-16,11-1 0 16,8-4 0-16,8 0 0 15,2-5 0-15,11 4-3 0,-4 2 2 16,8-1-3-16,2 0 0 16,3 4 0-16,-2 1 0 15,2 7 1-15,-3-1-1 16,0 2 1-16,2 3 0 15,-4 0 2-15,-5 2 1 0,-8 6-1 16,0 1 1-16,-9 4-1 16,-3 6 1-16,-12 3 0 15,-10 8-1-15,-8 5 0 16,-7 5 1-16,-12 1-1 16,-11 6 0-16,-9 0 0 0,-11 3 0 15,-8 4-1-15,-7 0-1 16,-12 4 0-16,-6-1-1 15,-9 5-1-15,-3 2-1 0,-6 3-1 16,-3 0-1-16,-5 2-1 16,-2 0-1-16,-11 1 1 15,3-2-1-15,-7-1 2 16,-6 3 0-16,-2-1 2 0,-7-4-1 16,-4 6 2-16,-10-4 2 15,-3 5 1-15,-6 0 2 16,-5-1 1-16,-4 6 1 15,-7-3-1-15,-7 6 2 0,1-6-1 16,-5 7 0-16,-2-4 0 16,-3 7-1-16,-6-4-1 15,-1 1 0-15,-2 4 0 16,-1-4 0-16,-5 6-1 16,3-8 1-16,-8 5-1 0,-1-5 1 15,2-1-1-15,-1 0 0 16,-1-1 0-16,3 3-1 0,-5-2 0 15,2 4 0-15,0-3 0 16,4 5-1-16,-3-2 1 16,0 5-1-16,3-5 2 15,-3 4-2-15,5-2-1 16,1-2-1-16,4 2-3 0,-3-5 0 16,8 6-2-16,-7-12 0 15,8 7 0-15,1-9 1 16,0 7 0-16,3 1 1 15,0-5 2-15,-2 0 2 0,2 1 1 16,3-2 0-16,2-1 1 16,7-3 0-16,1-1 1 15,6-6 0-15,6-4 1 0,8-1-1 16,6-2 1-16,9-1 1 16,7-4 1-16,7-3-1 15,5 0 0-15,7-3 0 16,9-4-1-16,4-3 0 15,5 0 0-15,7-4 0 0,8-4 1 16,7-4 0-16,8-1 1 16,8-6-1-16,6 1 0 15,9-3-2-15,6-2-5 16,1-1-12-16,12-6-28 0,2 8-16 16</inkml:trace>
  <inkml:trace contextRef="#ctx0" brushRef="#br0" timeOffset="3282.87">13160 1820 108 0,'0'0'6'16,"0"0"3"-16,0 0 6 16,0 0 2-16,0 0 5 15,0 0 2-15,0 0 2 0,-10-10 0 16,10 10-5-16,-12-2-3 15,12 2-5-15,-18 2-2 16,9 4-2-16,1-2-4 0,-5 2 0 16,-1 3-1-16,1 0 0 15,1-1-1-15,-1 7 1 16,1 3-1-16,0-3 0 16,1-1-1-16,2 6 0 0,1-5 0 15,1 3-1-15,1 2 1 16,4-6-2-16,0-4 0 15,2 3 1-15,2-1 1 16,6-2-1-16,4 0 0 0,0 0 0 16,3 0 0-16,3-5 0 15,2 2 0-15,2-1 0 16,6 1 0-16,2-3 1 16,0-1-1-16,2-3 0 0,5 0 0 15,0 0 1-15,11 0-2 16,-4-7 1-16,8-3 0 15,6-5-1-15,9 0 1 16,4-10-1-16,9-3 1 16,7-1 0-16,8-6 0 0,6 1 0 15,6-1 0-15,10-2 1 16,4-3-1-16,8 5 1 16,-62 18-4-16,11-3 1 15,4 3-1-15,13-5 1 0,-3 2-1 16,14-2-1-16,1-2 1 15,11 3-2-15,2-4 4 16,10 2 0-16,-1-1 0 16,10 2 0-16,-2-2 1 0,10 0-1 15,-9 0 0-15,9 2 0 16,-3-1 1-16,-7 1-1 16,-8 1 0-16,-10 5 2 15,-7 1-1-15,-10 1-1 16,-12 1-4-16,-12 2-6 0,-7 4-29 15,-15 0-34-15,-6 0-4 16</inkml:trace>
  <inkml:trace contextRef="#ctx0" brushRef="#br0" timeOffset="4416.09">13065 1840 164 0,'0'0'5'0,"0"0"2"15,16-7 3-15,4 1 2 16,-3-1 2-16,13-5 2 15,12-2-1-15,8-2 0 0,9-1-2 16,3-3-4-16,10 0-2 16,-36 13-5-16,11-5-1 15,0-3-2-15,9-1 0 16,2 4 0-16,4-5 0 0,0 0 0 16,11 0 1-16,-2-1 2 15,12-2 0-15,0-2 2 16,7 0 2-16,2-1-1 0,5-2 0 15,3 1-1-15,9-1 1 16,-4 0 0-16,3 1-1 16,-4 2-2-16,1-1 0 15,-1 1 0-15,1 3-1 16,-3 1 0-16,-1 0 0 16,0 1 0-16,-7-1-1 0,-2 6 1 15,-4-3-1-15,0 6 1 16,-1-2 1-16,-7-1-2 15,-1 5 2-15,-4-4-1 16,-4 4 0-16,-1 0 1 0,-3 2 0 16,-5-3-1-16,-5 3 0 15,0 0 0-15,-4 1 0 0,-4-2 0 16,1 3-1-16,-8 2 1 16,1 1-1-16,-6-3 1 15,0 3-1-15,-7 0 1 16,2 0 0-16,-2 0 0 15,-5 0-1-15,-1 0 1 16,-3 0-1-16,-2 3 1 0,4 1-1 16,-9 2-1-16,4-4 1 15,-3 4 0-15,2-2 0 16,-2-2 1-16,0 6-1 16,-3-3 0-16,4 0 0 0,-4 0 1 15,1-1-1-15,-1 4 0 16,-3-3 1-16,7 2-1 15,-7-2 0-15,5 3 0 0,-2-4 0 16,-5 4 0-16,3-3 0 16,-10-5-1-16,15 11 1 15,-15-11 0-15,9 9 0 16,-9-9 1-16,3 7 1 0,-3-7-2 16,-3 13 3-16,3-13-1 15,-16 10 0-15,5-5-2 16,-1 0-7-16,-2 0-24 15,3 0-39-15,-7-1-6 16</inkml:trace>
  <inkml:trace contextRef="#ctx0" brushRef="#br0" timeOffset="5282.96">13177 2001 271 0,'0'0'8'0,"0"0"1"0,0 0 2 0,0 0 1 15,0 0 1-15,0 0-1 16,5-2 0-16,-5 2 0 16,0 0-6-16,0 0-1 15,0 0-4-15,0 0 2 16,0 0-1-16,0 0 1 0,0 0 2 15,13 0-1-15,-13 0 1 16,17-8 0-16,-7 1 1 16,0 2 0-16,0-3 0 0,-10 8 0 15,13-12 0-15,-13 12-1 16,0 0 0-16,0 0-1 16,0 0-2-16,-6-5 0 15,6 5-2-15,-17 8 0 16,7-3 0-16,0 2-1 0,10-7 1 15,-12 10 0-15,12-10-1 16,-5 12 1-16,5-12 1 16,0 0-1-16,8 5 1 0,-8-5 0 15,9-5 0-15,-9 5 1 16,13-12-1-16,-13 12 1 16,7-15-1-16,-7 15-1 0,0-10 1 15,0 10-2-15,0 0-1 16,-13-5-5-16,13 5-12 15,-16 17-42-15,11-9-19 16</inkml:trace>
  <inkml:trace contextRef="#ctx0" brushRef="#br0" timeOffset="6583.22">16882 1124 245 0,'0'0'6'0,"0"0"0"0,0 0 4 16,0 0 1-16,0 0 0 15,0 0 2-15,-10-10 0 16,10 10 2-16,-9-1-5 0,9 1-2 16,-13-4-2-16,5 4-2 15,-1 0 0-15,-2 0-1 16,2 4-2-16,-1-3 1 15,-3 4-2-15,1 3 0 0,0-3-2 16,1 2 2-16,4 3-1 16,-2-2 1-16,0 4 0 15,2-2 0-15,2 0 0 16,3 0 0-16,2 2 0 0,0-2 1 16,2 0 1-16,6 0-1 15,0 0 0-15,6 0 0 16,1-2 0-16,0 0 0 15,8 1-1-15,-4-5 1 16,6 1-1-16,7 2 0 0,3-4 0 16,2 3 0-16,6-2 0 15,3-2 1-15,7 4-1 16,2-4 0-16,9 0 0 0,3 1 0 16,5 0 0-16,8-3 0 15,5 2 0-15,2-2 0 16,7 3 0-16,5-3 0 15,5 0-1-15,4 2 1 16,3 3 0-16,3-4 0 16,8 3 0-16,0 4 0 0,5-3 0 15,2 2-1-15,3 3 1 16,-3 2 0-16,7 0 0 16,1 1-1-16,0 2 1 0,5 2 1 15,-6 0-1-15,1 0 1 16,-3 3 0-16,-49-7 2 15,170 23-1-15,-27 2 2 16,-29-7-1-16,-35 0 0 0,-32-12 0 16,-37 2-3-16,-28-9-6 15,-39-2-15-15,-9-10-49 16,-12 5-5-16</inkml:trace>
  <inkml:trace contextRef="#ctx0" brushRef="#br0" timeOffset="7833.19">16828 1089 228 0,'0'0'5'0,"0"0"3"0,12-4 2 0,-2 2 2 0,3 2 2 16,4-3-1-16,3 0 2 15,5 1-1-15,5 2-3 16,4-2-4-16,3-1-2 15,5 3-1-15,11 0-3 0,4-3 1 16,8 3-1-16,4 0 0 16,4 0-1-16,3 3 0 15,4 0 1-15,6 1-1 0,1-1 0 16,3 2 0-16,2 2 0 16,0-4 1-16,2 1 1 15,0 2-2-15,3 2 1 16,3-4 1-16,-3 0-1 0,-2 5 0 15,-4-2-1-15,4 0 0 16,-3 1 0-16,0-1 0 16,-3 3 0-16,3 0-1 15,-5 0 1-15,-3 0-1 16,3-1 1-16,-2 2 0 0,2 1 0 16,-6-2 0-16,-1 5 0 15,-2-2 0-15,-4-2 0 16,0 3 0-16,-4-3 0 15,2 1 0-15,-10 4 0 0,3-4 0 16,-8 1-1-16,-2-1 1 16,-4-2 0-16,0 2-1 15,-10 0 1-15,2 1 0 16,-6-1 0-16,0 0 0 0,-7-2 0 16,0 0 1-16,-5 0-1 15,0-3 0-15,-3 3 1 16,-2-2-1-16,0-1 1 15,-3 1 0-15,1 0 1 0,-1-4-1 16,-2 1 1-16,0 3-2 16,-2-3 0-16,-1-1 0 15,1-1 1-15,-4 4-1 16,3-4 0-16,-3 2-1 0,2 2 1 16,-3-2 0-16,2 0 0 15,0 1 1-15,-10-6-1 16,14 6 0-16,-14-6 0 0,13 10 2 15,-13-10-2-15,12 11 1 16,-12-11-1-16,13 7 1 16,-13-7 0-16,10 7-1 15,-10-7 1-15,0 0 0 0,10 11 1 16,-10-11 0-16,0 0 1 16,0 0 2-16,3 14 1 15,-3-14 0-15,-3 0 1 16,3 0-1-16,-15 0-1 15,2 0-2-15,4 3-3 0,1-3-3 16,8 0-5-16,-17 0-2 16,17 0-3-16,-15 0-12 15,5 0-17-15,10 0-34 16,-15 4-3-16</inkml:trace>
  <inkml:trace contextRef="#ctx0" brushRef="#br0" timeOffset="8619.9">17004 1244 272 0,'0'0'8'0,"0"0"2"0,0 0 3 16,0 0 1-16,0 0 1 16,0 0 0-16,0 0 1 15,0 0 0-15,0 0-6 0,0 0-4 16,0 0-3-16,0 0-1 15,-5 0-2-15,5 0 1 16,0 0 0-16,0 0 0 16,0 0 1-16,0 0 0 0,0 0 1 15,10 2 0-15,-10-2 1 16,13 0 1-16,-13 0 1 16,14 0 0-16,-3 0 0 15,-11 0 1-15,12-5-2 0,-12 5 0 16,12-5-1-16,-12 5-2 15,10-5 0-15,-10 5-1 16,0 0-2-16,0 0 1 0,0 0-1 16,0 0 1-16,0 0-1 15,-2-3 1-15,2 3-3 16,-13 0-3-16,13 0-5 16,-7 5-15-16,7-5-54 15,0 0-3-15</inkml:trace>
  <inkml:trace contextRef="#ctx0" brushRef="#br0" timeOffset="11217.37">8566 3403 221 0,'0'0'4'0,"0"0"3"16,0 0 0-16,0 0 0 15,-13 0 3-15,13 0 3 16,-15 0 1-16,6 0 1 15,-6 0-3-15,0 0 1 0,0 0-2 16,-2 0 0-16,-6 0-2 16,6 0-1-16,-6 0-2 15,-2 0-2-15,-2 6 0 16,-9-6-2-16,5 4 0 16,-8 1 1-16,-1 0-1 0,-9 0 0 15,4 2 0-15,-5 1 0 16,-3 0 0-16,2 1 0 15,-4-1 0-15,-2 1-1 0,-3 2-1 16,-2-1 0-16,-3-3 1 16,1 5-1-16,-3-4 0 15,-4-1 0-15,0 0 0 16,1 0 1-16,-2-1 0 0,-2-4-1 16,-2 4 1-16,2-2-1 15,-2-1 1-15,-2 0-1 16,2-2 1-16,-4 2-1 15,2-3 0-15,2 0 0 0,2 0 1 16,-1 0-1-16,0 0 0 16,3 0 0-16,0-4 1 15,3 1-1-15,2-1 0 16,-4 1 1-16,5-3 0 16,1 1 0-16,-2 1 0 0,0-2 0 15,3-1 1-15,2 2-1 16,0 1 1-16,-1-4 0 15,4 3-1-15,1 0 1 0,1 0 0 16,0 3-1-16,3-4 0 16,-1 4-1-16,3 2 1 15,-3-2-1-15,5 2 0 16,1 0 0-16,-2 0 0 0,5 0 0 16,1 0 0-16,-3 2-1 15,6 0 1-15,0 4 0 16,-2 1-1-16,1 1 0 15,3 2 1-15,-2-1-1 0,5-2 0 16,-3 3 1-16,0 1-1 16,8-1 0-16,-2-6 0 15,4 1 1-15,2 3 0 16,3-3 0-16,3 5-1 16,4-5 0-16,4 5 0 0,2-4 1 15,1 5-1-15,6-2 0 16,0-1 0-16,5 5 0 15,0-4 1-15,0 4-1 16,3-3 0-16,1 0 0 0,7 1 0 16,-1 3 0-16,2-3 0 15,3-1 0-15,2 5 0 16,1-2 0-16,2 2 0 16,2 0 0-16,3-4 0 0,2 3 0 15,5 0 1-15,3-1-1 16,1-1 1-16,10 1 0 15,-1-4 0-15,2 2 1 16,6-2-1-16,3-2 1 0,-1 2-1 16,2-3 1-16,3 2-1 15,-3 2 0-15,5-5 0 16,5 0 0-16,-2 0 0 16,4 0 0-16,4-3 0 0,1 4 0 15,1-5 0-15,1 2 0 16,2 0-1-16,-1-2 1 15,-3 2 0-15,3 0 1 0,-3-3-1 16,-2 3 0-16,3-3 0 16,-3 2 0-16,3-2 0 15,-3 3 1-15,3 0-1 16,1-3 0-16,2 0 1 0,-1 0-1 16,0 0 1-16,2 0-1 15,-1-6 1-15,-4 4-1 16,3-4 0-16,-5 3 1 15,0-4-1-15,0 3 0 16,-5-1 0-16,0-3 0 0,-2 3 0 16,-7 1 0-16,8-4 0 15,-4 3 1-15,-2 0-1 16,-1 0 0-16,-4 1 0 16,0 0 1-16,-6 2-1 0,-1-1 0 15,-1 1 0-15,-5-1 1 16,0-1-1-16,-2 2 0 15,2-6 0-15,-4 2 0 0,-1 2 1 16,-3-3-1-16,1 2 0 16,-3 0 0-16,1-3 1 15,0 1-1-15,-7 2 0 16,4-3 1-16,-2 1-1 16,-1 0 0-16,3 0 1 0,-5-4-1 15,2 4 0-15,1-3 0 16,-4 0 0-16,6 0 1 15,-3 0-1-15,1-3 0 16,-1 4 0-16,-2-1 1 0,5-5-1 16,-5 5 0-16,0-2 1 15,-1-1-1-15,1 1 0 16,-5-3 1-16,-3 2-1 0,3 2 0 16,-2-3 1-16,-6 3-1 15,-2-2 1-15,0 1 0 16,-5-1 0-16,5 2 1 15,-8-3 1-15,1 0-1 16,-3-1 1-16,0 0 0 0,-3 2 0 16,-4 1 0-16,0 0-1 15,-4-4 0-15,-1 7 0 16,0 1-1-16,-6 1 0 16,0 2 0-16,-1-5 0 0,1 6 0 15,-4-2 0-15,5 1 0 16,-3-2 0-16,1 2 0 15,-2 1-1-15,6-5 1 16,0 7 0-16,3-3 0 0,2 3-1 16,0-3-2-16,10 5-4 15,-9-2-7-15,9 2-13 16,0 0-51-16,4 7-1 16</inkml:trace>
  <inkml:trace contextRef="#ctx0" brushRef="#br0" timeOffset="11815.89">8628 3539 247 0,'0'0'7'0,"0"0"2"0,0 0 1 16,0 0 4-16,-7-1 2 16,7 1 2-16,0 0 0 0,0 0 0 15,-10-11-4-15,10 11-5 16,0 0-1-16,0 0-3 16,0 0-2-16,0 0-1 15,0 0 0-15,0 0 2 0,0 0 0 16,7 0 2-16,-7 0 0 15,10-10 1-15,-10 10-1 16,13-15 0-16,-6 5-1 16,0 3-2-16,-7 7 0 0,13-17 0 15,-13 17 0-15,5-16-1 16,-5 16 0-16,0-11 0 16,0 11 0-16,-5 0 0 15,5 0-1-15,-18 0 0 16,9 5 0-16,1 1-1 0,-2 2 0 15,10-8 0-15,-10 13 0 16,10-13-3-16,0 9-8 16,5-18-55-16,5 13-14 0</inkml:trace>
  <inkml:trace contextRef="#ctx0" brushRef="#br0" timeOffset="15833.01">6687 4350 305 0,'0'0'8'0,"0"0"3"0,0 0 3 16,-9-8 2-16,4-4 3 16,-2-3 1-16,1-9 1 15,3-8 1-15,3-6-6 16,0-14-2-16,5-8-3 0,11-11-1 15,4-8-2-15,6-11-1 16,10-6-1-16,6-1-3 16,2-5-3-16,11 4 0 0,0 0 0 15,5 9 0-15,2 5 0 16,-5 12 0-16,-2 10 0 16,-8 12 0-16,-8 14 0 15,-7 8 0-15,-9 11 0 0,-8 7 0 16,-15 10 0-16,0 0 0 15,3 18 0-15,-8-3 0 16,-8 7 0-16,1 0 0 16,-6 3-4-16,1-3-17 15,2-3-35-15,0-1-31 0,0-5 0 16</inkml:trace>
  <inkml:trace contextRef="#ctx0" brushRef="#br0" timeOffset="16118.81">7078 2927 341 0,'0'0'7'15,"0"0"4"-15,0 0 3 0,-5-11 1 16,5 11-1-16,0-15 2 16,0 5 1-16,7-5-1 15,0-3-6-15,9 1-4 16,3 0-2-16,5 0-1 0,2 2-1 15,0 2-1-15,1 5 0 16,-8 8 0-16,1 3-1 16,-8 15 1-16,-4 6-1 15,-3 13 0-15,-5 6 0 16,0 6 0-16,0 1-3 0,10 1-11 16,3 17-64-16,13-26-3 15</inkml:trace>
  <inkml:trace contextRef="#ctx0" brushRef="#br0" timeOffset="22332.31">2926 16605 129 0,'0'0'7'0,"0"0"4"16,0 0 1-16,0 0 2 16,-4-10 1-16,4 10 0 15,0 0 1-15,0 0-2 0,0 0-5 16,0 0-5-16,0 0 1 16,0 0 0-16,0 0 2 15,0 0 1-15,8-5 1 0,1 0 0 16,5 0 3-1,4-5-2-15,3-2 1 0,7-6-2 16,2-4-2-16,13-8 0 16,3-7-1-16,9-5-1 15,7-8 0-15,4-7-1 0,12-8 1 16,3-4-2-16,12-7-1 16,1-4 1-16,5-6 0 15,6 2 0-15,-1-6 0 16,9 1 0-16,-5-2 0 15,9 2 1-15,0-3-1 0,-2-2 2 16,-1 2-1-16,3 0 1 16,2-2 0-16,-2 2 0 15,-1 1 0-15,-2 4-1 0,3 0 1 16,-4 4-3-16,-6 6 0 16,-5 5 0-16,-8 6-1 15,-8 8 0-15,-8 8 0 16,-14 10 1-16,-11 7-1 15,-16 8 1-15,-7 7-1 0,-10 5-1 16,-8 6-1-16,-12 7-2 16,0 0-3-16,0 0-9 15,0 10-12-15,-7 0-38 16,-7 12-16-16</inkml:trace>
  <inkml:trace contextRef="#ctx0" brushRef="#br0" timeOffset="23949.91">3013 16442 150 0,'0'0'5'16,"0"0"-1"-16,0 0 1 15,0 0 1-15,0 0 1 16,-5 4 1-16,5-4 0 0,-5 10 2 16,5-10-2-16,-8 20 0 15,5-10-3-15,-1 2 3 16,1-2-2-16,1 3-1 16,-1 2-1-16,1-1 0 0,0 1-3 15,2 0 0-15,0 7-1 16,0-7 1-16,0 2-1 15,7-4 1-15,-2 4-2 16,2-7 2-16,2 0 1 0,0-5 0 16,3-1 1-16,3 0-1 15,-5-2 1-15,5 0 0 16,0-2 2-16,2 0 1 16,0 0-1-16,3-4 1 0,1-6 1 15,3-1-1-15,6-3-1 16,-1-4-1-16,8-2 0 15,-1 1 0-15,6-6-1 16,-3 0-1-16,7 0-1 0,-4 0 0 16,3 1 0-16,2-3 1 15,-6-1 0-15,7-1-1 16,0-3 1-16,1-2-1 16,3 1 1-16,-3-3 0 15,2 4 0-15,-2-5 1 0,5 0-1 16,-3 0-1-16,-1-2 1 15,-4 4 0-15,4-5 0 16,-1 3 0-16,-3-2 1 0,4-2 1 16,1 2-3-16,-1-1 4 15,3 4-1-15,-2-7 0 16,2 6 0-16,-1-2 0 16,0 1-2-16,-4 1 0 0,1 2 0 15,-2 1-1-15,-2-3 0 16,2 1-1-16,0 3 1 15,0-3-1-15,4 2 0 16,-5-1 0-16,2-2 0 0,-1 2 0 16,5 3 1-16,-8-1-1 15,2 2 1-15,-2-2-1 16,1 1 1-16,-3 3-1 16,-2-4 1-16,0 3-1 0,-5 1 0 15,2-3 0-15,2 5 1 16,-4-3-1-16,1 1 0 15,-2-2 1-15,3-1-1 16,-4 5 0-16,4-2 1 0,-5 1-1 16,2-5 0-16,-4 11 0 15,0-2 0-15,-2-1 0 16,-3 5 1-16,-3 0-1 16,-5 2 0-16,-1 2 0 0,-4 1 0 15,-3-3 1-15,2 1-1 16,-2-1 0-16,4 4 0 15,-3-6-1-15,4 5 1 0,0-2 0 16,-2 2 0-16,1 2-1 16,-4 1 1-16,1 2 0 15,-5 0 0-15,3 0 0 16,-3 3 0-16,-3-3 1 16,3 2-1-16,-5-1 1 0,2-2-1 15,-2 2 1-15,0-3-1 16,0 2 1-16,0 0 0 15,-2 2 0-15,-1-2 0 16,3 10 0-16,-7-15-1 16,7 15 2-16,-10-17-1 0,10 17-1 15,-12-10 1-15,12 10 1 16,-18-11-1-16,11 10 1 16,-5-4-1-16,1 5-1 0,-2-5 2 15,2 5-1-15,-5-3-1 16,2 3 0-16,-1-2 0 15,3 2 0-15,-2 0 0 16,3 0 0-16,1 0-3 0,10 0-9 16,-13-5-4-16,13 5-25 15,7 0-34-15,-7 0-5 16</inkml:trace>
  <inkml:trace contextRef="#ctx0" brushRef="#br0" timeOffset="24915.93">6052 14080 177 0,'0'0'4'0,"0"0"3"16,0-12 5-16,0 12 1 16,6-3 3-16,5 3 1 15,4-1 1-15,4 1 1 16,6 0-1-16,8 0-4 0,-1 0-2 15,13 1-1-15,2-1-3 16,8 0-1-16,2 0-1 16,7 0 0-16,3 0-1 15,5 0-1-15,6 0-1 0,-2 0 1 16,4 0 1-16,10 3-2 16,-3-3 1-16,7 3 0 15,3-2-1-15,6 2 0 0,8 0 0 16,1-1-1-16,-1 1-1 15,7-1 1-15,3 2 0 16,3-4-1-16,7 1 1 16,-6-1-1-16,-1 0 0 15,5 0 1-15,-2 0-1 0,0 0 0 16,-5-1-1-16,2-3 1 16,-8 2-1-16,2-1 0 15,3-2 1-15,-5 2-1 16,-3 2 1-16,1-2-1 0,-5 0 0 15,4 2 1-15,-7 1-1 16,-2-3 0-16,-6 0 1 16,-6 3-1-16,-4 0 0 15,-3 0 1-15,-8-3-1 0,-7 3 0 16,-8 0 1-16,-5 0-1 16,-4 0 0-16,-9 3 0 15,-5-3-3-15,-4 0-4 16,-10 0-4-16,-5 0-6 0,-8 0-21 15,-12 0-36-15,-7 0-5 16</inkml:trace>
  <inkml:trace contextRef="#ctx0" brushRef="#br0" timeOffset="26632.92">6266 14336 166 0,'0'0'1'0,"0"0"2"0,0 0 0 16,0 0 1-16,-6 0 1 16,6 0 5-16,0 0 0 15,0 0 2-15,9 0 1 16,2 3-1-16,7-2-1 0,1 2-2 16,11-3 1-16,-1 3-2 15,9 1-1-15,0-4-1 16,6 3 3-16,0-1-1 15,3 3 0-15,4-1 1 16,-2-4-2-16,4 1 0 0,-1-1-2 16,4 3-1-16,4-3-2 15,2 0 0-15,4 0-1 16,-4 0 1-16,5 0-1 0,0-3 1 16,2 3-1-16,4 0 0 15,-4-1 0-15,3 1 0 16,-5 0 0-16,8 0 0 15,-6 0-1-15,0 4 2 0,0-4-1 16,0 0 2-16,-2 2-1 16,2 0 0-16,0-2 0 15,2 3 1-15,0-3-1 16,-4 0 1-16,6 0-1 16,-4 0-1-16,0 2 0 0,-2-2 0 15,-2 0-1-15,-1 3 1 16,4-3-1-16,-3 3 1 15,1-3 0-15,-3 2-1 16,4-2 0-16,-5 0 1 0,0 0-1 16,0 2 1-16,-5-2-1 15,5 3 1-15,-2-3 0 16,2 0-1-16,-2 0 1 0,-3 0-1 16,3 3 1-16,-6-3-1 15,3 0 0-15,-4 2 1 16,-6-2-1-16,7 0 0 15,-4 0 0-15,0 0 0 0,-3 2 0 16,1-2 0-16,-4 3 0 16,-2-3 0-16,1 0 0 15,-9 0 0-15,1 0 0 16,2 2 1-16,-7 1-1 16,2-3 0-16,-4 3 0 0,-1-1 0 15,-2 0 0-15,5 1 1 16,-7-3-1-16,3 1 0 15,-6 3 0-15,5-4 0 16,0 0 1-16,-1 2-1 0,-1-2 0 16,0 0 0-16,-1 0 0 15,-3 0 0-15,2 2 1 16,-3-2-1-16,-2 0 0 16,-4 0 0-16,4 0 0 0,-2 0 0 15,-2 0 1-15,1-2-1 16,-2 0 0-16,3 2 0 15,-4-5 0-15,1 2 0 16,1-1 1-16,1 1-1 16,-4-2 0-16,3 0 0 0,-1 0 1 15,-2 2 0-15,1-1 0 16,-3-2 0-16,-7 6 1 16,11-9-1-16,-11 9 1 0,6-13-1 15,-6 13 0-15,8-16 0 16,-8 5 0-16,0 1-1 15,0-2 1-15,3-1-1 16,-1 1 0-16,-2 4 1 16,4-1-1-16,-4-2 1 0,2-1 0 15,-2 5 1-15,0 7 1 16,0-15-1-16,0 15 1 16,-2-15 0-16,2 15 1 0,-9-17-2 15,1 7 1-15,4-1 1 16,-3 3 0-16,-1-5 0 15,-2 1 0-15,1-1-1 16,-2 3 0-16,-3 0 0 0,-2-1-1 16,2 2-1-16,-2 0-1 15,2 2 0-15,-6-2 1 16,4 7-1-16,-1-3 0 16,3 5-5-16,-1-5-12 0,0 5-62 15,2 0-2-15</inkml:trace>
  <inkml:trace contextRef="#ctx0" brushRef="#br0" timeOffset="28266.93">3114 16664 138 0,'0'0'6'0,"0"0"2"16,0 0 5-16,13 0 2 15,-3 3 2-15,10-3 2 16,8 2 0-16,0 1 1 0,15-3-6 16,-1 0-3-16,8 0-4 15,-1 0-2-15,6 0-2 16,2 0-1-16,-2 0-1 15,7 0 0-15,-4 2 0 0,6-2 1 16,6 2 0-16,-1-2 0 16,8 0 1-16,-2 0-1 15,2 3 1-15,0-1-1 0,5 1 3 16,0 0-1-16,0 2 1 16,-3-4 1-16,4 7 0 15,3-3 0-15,-4-2 0 16,5 1 0-16,1 1 0 15,-2-2-1-15,1-1-1 16,0 4-1-16,3-4 0 0,-6 0 1 16,6 1-2-16,-4-1 0 15,4 1 0-15,-3 2 0 16,-1 0 0-16,2-2 0 0,-3 1 0 16,1 1-1-16,6-2 0 15,-7 2 0-15,-1-3 0 16,3-2 0-16,-5 3-1 0,-1-3 1 15,1 3-1-15,1-3 1 16,-3 0 0-16,2 0 0 16,-1 0-1-16,-3 0 0 15,-2 0 1-15,2 0-1 16,-6 1 1-16,3 2-1 0,-4 1 1 16,1-1 0-16,-5 5 0 15,3-5 0-15,-3 1 0 16,3 2 1-16,-3-2-1 15,-1-1 0-15,0 2-1 0,1-3 1 16,0 0 0-16,-5 1 0 16,0 0-1-16,-5-3 1 15,5 4 0-15,-7-1 0 16,-2 0-1-16,1-1 1 0,-2 1-1 16,-3-1 1-16,4-2 0 15,-1 0-1-15,-3 2 0 16,4 1 1-16,-1-3-1 0,-3 0 0 15,1 3 1-15,-5-3-1 16,0 4 0-16,-3 2 1 16,-2-4 0-16,0 2 0 15,-6 2 1-15,1-2-1 16,0 2 2-16,-3-2-1 16,0 1 0-16,-2 0-1 0,2 0-4 15,-4-2-6-15,-4 0-14 16,-5-3-54-16,-8 0-2 15</inkml:trace>
  <inkml:trace contextRef="#ctx0" brushRef="#br0" timeOffset="31215.92">3567 16394 185 0,'0'0'9'0,"0"0"2"16,9 0 4-16,-9 0 1 16,16 0 4-16,-2 0 1 0,4 3 0 15,1-1-1-15,6-2-6 16,3 3-3-16,6-3-2 16,7 2-2-16,1-2-3 0,0 2-1 15,3 1 0 1,4-3-1-16,1 3 0 0,3-1 0 15,-2-2-1-15,2 3 1 16,1-2-1-16,1 3 0 16,7-4 2-16,3 0-1 15,-1 0 0-15,3 0-1 0,3 2 0 16,2-2 1-16,-2 2-1 16,1-2 0-16,5 3-1 15,-7-1 0-15,3 3 0 16,0-3 1-16,-2 3-1 0,1 0 0 15,1-2 1-15,1 2 0 16,-2-5 1-16,2 3 0 16,4-3 1-16,-3 0-1 0,1-3 1 15,-1-2-1-15,0 2 0 16,1-3 0-16,-5 2-1 16,0-3 0-16,-3 5 0 15,-3-3-1-15,-4 5 1 16,0-2-1-16,-5 2 1 15,-2-4-1-15,-2 4 1 0,1 0 0 16,-5 0 0-16,3-1 0 16,-4 1 0-16,2 0 0 15,-1-3 0-15,-2 3 0 0,4 0 0 16,-4 0 0-16,2 0-1 16,1 0 1-16,-2 0-1 15,2 3 1-15,0-2-1 16,-6 3 1-16,4-4-1 0,2 2 0 15,0-2 1-15,1 0-1 16,1 2 1-16,1-2-1 16,2 0 0-16,-1 3 1 0,1-3-1 15,-2 2 0-15,-1-2 1 16,3 3-1-16,-4-1 0 16,-1 0 0-16,1-2 0 15,-2 0 0-15,6 0 0 16,-4 4 0-16,-4-4 0 0,4 1 0 15,1-1 2-15,-3 3-2 16,1-3 0-16,-4 2 0 16,-1-2 0-16,-4 3 0 0,3-3 0 15,-1 0 0-15,-7 0 0 16,1 3 0-16,0-3 0 16,-6 2 0-16,4-2 0 15,-1 0 0-15,-2 3 0 16,-5-1 0-16,2-2 0 0,-2 5 1 15,-1-3-1-15,-1 1 1 16,-3 2 0-16,0 0 0 16,-3-3 0-16,0 1 0 0,3-1-1 15,1 1 1-15,-2-1-1 16,1-2 1-16,0 0-1 16,-3 3 1-16,3-1-1 15,-5-2 0-15,0 3 0 16,0 0 1-16,0 1-1 15,-3-1 1-15,-1-2 0 0,-4 3-1 16,3 1 1-16,0-3 0 16,2 1-1-16,-2 1 1 15,0-1-1-15,2 0 1 0,-2-2 0 16,3-1-1-16,-3 6 1 16,2-6 0-16,-2 3 0 15,0-3 0-15,-3 2 0 0,6-2 0 16,-6 2 1-16,3-2-1 15,5 2 1-15,-3-2-1 16,-1 3 0-16,1 0-1 16,0-3 1-16,1 2-1 15,-1 0 1-15,-5 1-1 0,-7-3 0 16,16 5 0-16,-16-5 1 16,12 7-1-16,-12-7 1 15,10 10-1-15,-10-10 1 16,15 15-2-16,-10-8 2 15,2 1-1-15,-1 2 1 0,1 0-1 16,0 0 0-16,-2-1 0 16,-3 2 1-16,-2-11 0 15,9 14 0-15,-7-3-1 0,0-2 1 16,-2 1 0-16,0 0 0 16,0 0 0-16,-2 2 0 15,-3 1 0-15,2-1 0 16,-2 0 0-16,-2-2 0 15,0 5 0-15,-1-5 0 0,-2 0 0 16,0 2 0-16,-3-1 0 16,-2-1 0-16,4 0 0 15,-5-4 0-15,-4 1 0 0,3 2 0 16,2-1 0-16,-2-4-1 16,-1-2 1-16,1 3-1 15,-3-2 1-15,8 0-1 16,-1-3 0-16,3 2 1 15,10-2-1-15,-12 0 0 0,12 0 1 16,0 0-2-16,0 0 1 16,0 0-1-16,0-5 0 0,0 5 0 15,0 0 0-15,5-10 1 16,-5 10-1-16,10-8 0 16,-10 8 1-16,15-4-1 15,-15 4 1-15,7-3 0 16,-7 3 1-16,0 0-1 0,0 0 0 15,10-6 0-15,-10 6 0 16,0 0 0-16,0 0 0 16,0 0 0-16,7-8 0 15,-7 8 0-15,13-11 1 0,-1 4-1 16,-1-3 0-16,3-2-1 16,4 0 1-16,-1-1 0 15,6-2 0-15,-4 1 0 16,-2-4-1-16,4-2 1 15,0 0 1-15,0-4 0 0,-1 1-1 16,2-4 1-16,-2-1-1 16,2-1 1-16,6-1-1 15,-4 3 1-15,1-5-1 16,2 4 0-16,-4-3 0 0,2 1 1 16,-1-3-1-16,1 3 1 15,-3-1 0-15,-1-2-1 16,3 2 1-16,-4 0 0 0,3-1-1 15,2 0 1-15,-1 0-1 16,1-3 0-16,3 5 0 16,-3-5 0-16,1 4 0 15,2-3-1-15,0 1 1 0,-4 3 0 16,1-1 1-16,0 0-1 16,-5-1 1-16,4 4 0 15,-6-4-1-15,1 2 1 16,4 1 0-16,-8-1 0 0,2 1 1 15,-1-5-2-15,-2 3 0 16,4 3 0-16,0-1 0 16,-4-1 0-16,4 1 0 15,-1-1 0-15,1 2 0 16,-2 1 0-16,5-2 0 0,-7 1 0 16,4 1 0-16,-6-1 0 15,6-1 0-15,-6 2 0 16,3-4 0-16,-3 5 0 15,4-4 0-15,-2 3 0 0,-1 0 0 16,-1-3 0-16,4 2 0 16,-2 4 0-16,-2-3 0 15,3 4 0-15,-3-1 0 0,4-1 0 16,-6 2 0-16,3 2 0 16,-4-2 0-16,-2-2 0 15,5 5 0-15,-3-2 0 16,0 0 0-16,1-2 0 15,0 5 0-15,0-1 0 0,0 1 0 16,0 4 0-16,0-2 0 16,-3-1 0-16,0 6 0 15,-1-3 0-15,-1 2 0 16,0 1 0-16,0-1 0 0,-3 2 0 16,0-2 0-16,0 3 0 15,5 0 0-15,-5 0 0 16,0 0 0-16,-2 10 0 15,5-14 0-15,-5 14 0 0,3-10 0 16,-3 10 0-16,0 0 0 16,0 0-5-16,0 0-3 15,0 0-10-15,-5 3-16 0,-18 4-52 16,14 2 0-16</inkml:trace>
  <inkml:trace contextRef="#ctx0" brushRef="#br0" timeOffset="32466">10593 14472 280 0,'0'0'5'0,"0"0"5"0,0 0 0 0,0 0 2 15,0 0 1-15,0 0-2 16,5-3 1-16,-5 3-2 16,0 0-3-16,-2 8-4 0,-3 2-3 15,0 0 0-15,-2 4-1 16,-1 2 0-16,1 3 2 15,-3 1-1-15,-3 3 0 16,3-1 1-16,1 0-1 0,-2 0 0 16,-1 6 0-16,0-2 0 15,-1 2 0-15,1-1 0 16,1 2 0-16,-3 5 0 0,-4-5 1 16,6 3-1-16,-6-2 0 15,4-3 1-15,-1 0 0 16,-2 0 0-16,1-4 0 15,2 2-1-15,2-4 1 16,-1-1 0-16,1 0 0 0,-1 1 1 16,3-3-1-16,0 3 0 15,-3-2 0-15,4 2 0 16,-1-2 0-16,-1 2 0 16,2-3-1-16,-1 3 1 0,-3-4-1 15,-1 3 1-15,3-1 0 16,-3 1 0-16,4-2 0 15,-5 2 0-15,5-3 0 16,-3 2 0-16,4 2-1 0,-1-4 0 16,0 1 1-16,-3-3-2 15,1 1 1-15,2 1 0 16,-2 0 0-16,2-1 0 16,-3 3 0-16,1-1 0 0,-3 0 0 15,3 1 0-15,-4 1 0 16,4-1 0-16,-2 2 0 15,1 0 0-15,-2-2 0 16,2 1 1-16,1-1 0 16,-1-1 0-16,1 1 1 0,0-1-1 15,-1 2 1-15,3-3-1 16,-3 0 0-16,1-2 0 16,0 3 0-16,-1-1-1 0,1 3 1 15,0-3 0-15,-3 2 1 16,5 2 0-16,-3-4 0 15,1 2 0-15,3 2 1 16,-2-2-1-16,-1-4 0 0,2 0 0 16,-3-1-1-16,1 2 0 15,-1-2 0-15,4 1 0 16,-3 1-1-16,1-2 0 16,-1 1 1-16,-6-2-1 0,6-1 0 15,-3 3 0-15,0-1 0 16,0-1 0-16,1-1 1 15,-1 0-1-15,4-2 1 16,2 1 0-16,-3-1-1 0,6 0 2 16,-6-1-2-16,7 1 1 15,-5 0-1-15,0 0 2 16,3 0-1-16,0 2 1 16,-4-2 0-16,4 2 0 0,0-4 1 15,-1 4 0-15,0-1-1 16,3-2 1-16,0 1-1 15,-2-3 0-15,7-7-1 16,-7 16 0-16,7-16 0 0,-11 15-3 16,11-15-4-16,0 0-9 15,0 0-43-15,-7 0-23 16,7 0-4-16</inkml:trace>
  <inkml:trace contextRef="#ctx0" brushRef="#br0" timeOffset="33800.81">6066 14333 210 0,'0'0'6'0,"0"0"7"16,0 0 1-16,0 0 3 16,0 0 3-16,0 0 1 15,0 0 2-15,0 0 0 0,5-5-4 16,-5 5 0-16,0 0-5 16,0 0 0-16,0 0-1 15,0 0-1-15,0 0-1 16,0 0-1-16,0 0-1 15,0 0-3-15,0 0 0 0,0 0-3 16,0 0 0-16,0 0-2 16,0 0-1-16,0 0 0 15,0 0-1-15,0 0 1 0,0 0-1 16,0 0 1-16,0 0-1 16,0 0 2-16,0 0-1 15,0 0 0-15,0 0 1 16,0 0-1-16,0 0 0 15,0 0-1-15,0 0-3 0,0 0-11 16,7 25-61-16,-7-25-8 16</inkml:trace>
  <inkml:trace contextRef="#ctx0" brushRef="#br0" timeOffset="34916.31">3266 16461 229 0,'0'0'5'0,"0"0"4"15,0 0 5-15,0 0 3 16,0 0 4-16,0 0 0 15,0 0 3-15,-10 2 1 16,10-2-3-16,0 0-4 0,-7 0-3 16,7 0-3-16,0 0-2 15,-13 3-2-15,13-3-1 16,0 0-1-16,-7 0 0 16,7 0-1-16,0 0-1 0,0 0-2 15,0 0 0-15,0 0-2 16,0 0-4-16,0 0-7 15,2-12-51-15,-2 12-21 16</inkml:trace>
  <inkml:trace contextRef="#ctx0" brushRef="#br0" timeOffset="35949.35">10673 14261 399 0,'0'0'5'0,"0"0"2"15,0 0 2-15,0 0 1 16,0-12 2-16,0 12 0 16,0 0 0-16,0 0 0 0,0 0-4 15,0 0-3-15,0 0-2 16,0 0-1-16,0 0-2 16,0 0 0-16,0 0-1 15,0 0 1-15,0 7-1 0,0-7 1 16,5 10 1-16,-5-10-1 15,15 3 1-15,-5-3 0 16,-10 0 1-16,15-3 0 16,-2 1 0-16,-4-6 2 0,-9 8 0 15,10-10-4-15,-10 10 0 16,5-12 0-16,-5 12 0 16,0-10 0-16,0 10 0 0,-10-5 0 15,10 5 0-15,-14 0 0 16,14 0 0-16,-18 0 0 15,18 0 0-15,-12 13 0 16,12-13 0-16,-11 14 0 16,11-4 0-16,0 0 0 15,0-10 0-15,11 12 0 0,1-9 0 16,2-1 0-16,4-2 0 16,0 0 0-16,1-5 0 15,-3 0 0-15,-3-2 0 0,-1 0 0 16,-8-3 0-16,-4 10 0 15,3-15 0-15,-3 15 0 16,-5-7 0-16,-9 7 0 16,3 0 0-16,-9 5-10 0,-10 9-77 15,13-1-2-15</inkml:trace>
  <inkml:trace contextRef="#ctx0" brushRef="#br0" timeOffset="36999.81">9276 16718 330 0,'0'0'7'0,"0"0"3"0,0 0 3 16,0 0 3-16,0 0 2 15,0 0-1-15,0 0 2 0,0 0 1 16,0 0-6-16,6-5-4 16,-6 5-2-16,0 0-1 15,0 0-1-15,0 0-2 16,0 0-1-16,0 0 0 0,0 0-1 16,0 0 0-16,0 0 0 15,0 0-2-15,0 0 0 16,0 0 0-16,0 0 0 15,0 0 0-15,0 0 0 16,0 0 0-16,0 0 0 0,0 0 0 16,0 0 0-16,0 0 0 15,-6 5 0-15,6-5 0 16,0 0-2-16,0 0 2 0,0 0 0 16,0 0 0-16,0 0 2 15,0 0-4-15,0 0 2 16,0 0 0-16,0 0 2 15,0-7-2-15,0 7 0 0,8-14 0 16,-8 14 0-16,10-16 0 16,-10 16 0-16,10-14 0 15,-10 14 0-15,0 0 0 16,0-11 0-16,0 11 0 0,-5-2 0 16,5 2 0-16,-15 0 0 15,5 5 0-15,10-5 0 16,-15 8 0-16,15-8 0 15,-10 9 0-15,10-9 0 16,-5 8 0-16,5-8 0 0,0 0 0 16,8 0 0-16,-8 0 0 15,17 0 0-15,-7-5 0 16,0 0 0-16,0 0 0 0,-10 5-2 16,7-5-8-16,-7 5-24 15,11 3-52-15,-17-3-1 16</inkml:trace>
  <inkml:trace contextRef="#ctx0" brushRef="#br0" timeOffset="38766.37">3333 16476 179 0,'0'0'2'0,"0"0"6"16,0 0 5-16,0 0 4 15,-11 3-1-15,11-3 5 0,0 0 3 16,-11 4-1-16,11-4-2 16,0 0-4-16,-13 10-3 0,13-10-3 15,-9 12-1-15,9-12-3 16,-5 13-3-16,5-13-1 16,0 15 0-16,0-15 0 15,2 7-1-15,-2-7 1 0,7 3 0 16,-7-3 0-16,12 0 1 15,-12 0 1-15,13-7-1 16,-13 7 1-16,8-15 0 16,-8 15 0-16,4-16-1 15,-4 16-1-15,0-14 1 0,0 14-1 16,-8-10-1-16,8 10 0 16,-11-5 0-16,11 5-1 15,-18 0 0-15,11 5 0 16,-4-3-1-16,11-2 1 15,-14 10-1-15,14-10 0 0,-12 11 0 16,12-11 0-16,0 0 0 16,-2 8 0-16,2-8 0 15,4 0 1-15,-4 0-1 0,15-1 1 16,-6-5 0-16,5-1-1 16,-5 0 1-16,-2-1 0 15,4 1 0-15,-11 7 0 16,10-15-1-16,-10 15 2 0,2-13-1 15,-2 13-1-15,0 0 1 16,-12-6 0-16,5 6-1 16,-4 0 0-16,-3 1 1 15,-2 4-2-15,2 3 1 16,0-3-1-16,3 2 1 16,-1-2-1-16,12-5-2 0,-16 8-3 15,16-8-14-15,23 5-62 16,-13-5 1-16</inkml:trace>
  <inkml:trace contextRef="#ctx0" brushRef="#br0" timeOffset="40582.94">6022 14296 207 0,'0'0'12'16,"0"0"1"-16,0 0 6 15,0 0 2-15,0 0 4 0,0 0 0 16,0 0 1-16,0 0 1 15,0 0-7-15,0 0-5 16,0 0-4-16,0 0-3 16,0 0-2-16,0 0-1 0,-6-3-2 15,6 3 0-15,0 0-2 16,-7 8 1-16,7-8-1 16,-7 13-1-16,7-13 1 0,-10 19-1 15,10-19 0-15,-11 13 0 16,11-13-1-16,-5 7 1 15,5-7-1-15,0 0 1 16,0 0 1-16,0 0 1 0,0 0 0 16,5-3 2-16,-5 3-1 15,9-10 1-15,-9 10 0 16,5-14 0-16,-5 14-1 16,0-18-1-16,0 18 1 15,-3-10-2-15,3 10 1 0,-11-7-1 16,11 7 0-16,-7-2-1 15,7 2 1-15,-9 0-1 16,9 0 0-16,-13 9 0 16,13-9-1-16,-3 13 1 0,3-13-1 15,0 12 1-15,0-12 0 16,8 10 0-16,4-10 1 16,0 0-1-16,4 0 1 15,-4-5-1-15,6-2 1 16,-4 0 1-16,-6 1-1 0,1-1 0 15,-9 7 0-15,3-12 0 16,-3 12 0-16,0 0-1 0,-4-6-1 16,-7 6-4-16,6 10-11 15,-4 15-65-15,4-13-4 16</inkml:trace>
  <inkml:trace contextRef="#ctx0" brushRef="#br0" timeOffset="42601.76">3900 16630 268 0,'0'0'6'16,"0"0"5"-16,0 0 4 0,0 0 0 16,0-11 3-16,0 11 0 15,0 0 1-15,0 0 0 16,0 0-8-16,-7 11-2 0,-4 3-4 15,-1 4-1-15,-7 4-2 16,1 5-1-16,-7 8 1 16,-7 5-1-16,-1-3 2 15,1 2-4-15,2-2-4 0,1-2-10 16,3-1-26-16,-6-9-34 16,23 0-5-16</inkml:trace>
  <inkml:trace contextRef="#ctx0" brushRef="#br0" timeOffset="42868.39">4225 16741 372 0,'0'0'0'16,"0"0"-1"-16,0 0 2 15,-7 10 2-15,7-10 0 0,-12 20 0 16,1-4 3-16,-6 8-2 16,-3 5 2-16,-5 1-1 15,-3 2-1-15,-1 0-4 16,2 2-8-16,0-6-17 0,-1-3-47 16,15-10-5-16</inkml:trace>
  <inkml:trace contextRef="#ctx0" brushRef="#br0" timeOffset="43065.98">4804 16717 441 0,'0'0'0'0,"-2"14"1"0,-8 1-1 0,-1 0 0 16,-3 7 0-16,-4 6 1 15,-2 1-1-15,-2 5 0 16,-3-2-4-16,3 1-5 0,2-8-13 16,-2-3-55-16,12-4-2 15</inkml:trace>
  <inkml:trace contextRef="#ctx0" brushRef="#br0" timeOffset="43282.99">5465 16733 440 0,'0'0'1'0,"-15"15"-1"0,3-2 1 16,-6 5 0-16,1 4 0 15,-8 0 0-15,0 7 0 16,-2 3-2-16,-1-4-9 0,9-6-29 15,4 0-40-15,-3-6 0 16</inkml:trace>
  <inkml:trace contextRef="#ctx0" brushRef="#br0" timeOffset="43499.85">6036 16676 451 0,'0'0'2'0,"-20"17"-1"16,6-1 1-16,-7 4 0 15,2 5 0-15,-8 1 0 16,-1 9-1-16,-1 0-1 0,1-4-7 16,11 0-14-16,1 1-49 15,5-12-10-15</inkml:trace>
  <inkml:trace contextRef="#ctx0" brushRef="#br0" timeOffset="43701.89">6553 16701 444 0,'0'0'1'0,"-9"10"1"0,-4 0 0 16,-4 5 1-16,-1 3 0 15,-5 8 0-15,-4 2 0 0,-3 4-2 16,0-2-8-16,9-1-24 16,8-1-48-16,-7-8-2 15</inkml:trace>
  <inkml:trace contextRef="#ctx0" brushRef="#br0" timeOffset="43899.91">6968 16741 460 0,'0'0'1'0,"-15"13"-1"16,2-4 0-16,1 8 1 16,-2 4-1-16,-4 3 0 15,-2 3-1-15,-2 5-9 0,0-1-17 16,-8-7-52-16,18 1-1 15</inkml:trace>
  <inkml:trace contextRef="#ctx0" brushRef="#br0" timeOffset="44082.75">7471 16912 440 0,'0'0'1'0,"-18"10"-1"16,6-1-2-16,-6 2-11 15,3-11-58-15,0 12-5 16</inkml:trace>
  <inkml:trace contextRef="#ctx0" brushRef="#br0" timeOffset="44303.17">8096 16798 459 0,'0'0'0'0,"-9"7"1"15,9-7-1-15,-21 13-3 0,12-4-3 16,-9 4-2-16,-1 5-2 15,-6-3-3-15,0-1-10 16,7 5-48-16,-1-8-11 16</inkml:trace>
  <inkml:trace contextRef="#ctx0" brushRef="#br0" timeOffset="44466.76">8508 16808 491 0,'-4'4'1'16,"-16"7"2"-16,-7 9 0 16,-10 7 1-16,-6 7-1 0,-6 9-3 15,-6 11-18-15,25-22-63 16,-7 3-3-16</inkml:trace>
  <inkml:trace contextRef="#ctx0" brushRef="#br0" timeOffset="46467.07">4560 14397 200 0,'0'0'4'0,"0"0"2"0,-12-10 5 15,12 10 4-15,-17-12 5 16,4 5 4-16,0-3 2 16,-1-1 2-16,-1 4-3 15,5 0 2-15,10 7-7 0,-12-10-3 16,12 10-5-16,0 0-2 15,7 3-3-15,11 4-2 16,4 3-1-16,8-3-1 16,8 8 0-16,6 0 0 0,8 0-1 15,5 2 1-15,8 5 0 16,0 3 0-16,4 5 0 16,3 8-1-16,-2 6 0 15,2 6 0-15,-5 6-1 0,0 11 0 16,-5 3 0-16,0 4 0 15,-12 10 0-15,-4 3 1 16,-3 0 1-16,-8 0 0 16,-5-6 0-16,-8-2 2 15,-9-4-5-15,-1-10 0 0,-7-7 0 16,-2-8 0-16,-1-8 0 16,-2-7 0-16,0-5 0 15,0-5 0-15,0-11 0 0,-2 1 0 16,2-5 0-16,0-10 0 15,-3 12 0-15,3-12 0 16,0 0 0-16,0 0 0 16,0 0 0-16,-10 3-4 0,10-3-9 15,0 0-15-15,-10-22-55 16,8 15-4-16</inkml:trace>
  <inkml:trace contextRef="#ctx0" brushRef="#br0" timeOffset="47033.91">5485 15676 401 0,'0'0'5'0,"0"0"2"0,0 0 3 15,-3-10 2-15,3 10 0 16,0 0 1-16,-2-10 0 15,2 10 0-15,0 0-4 0,5 5-3 16,2 2-2-16,8 6-2 16,0 4 0-16,5 0 0 15,0 3-2-15,5 5 0 16,-3-4 0-16,1 0 0 0,-3 1 0 16,-1-4 0-16,-4-6 0 15,-3 2 0-15,1-5 0 16,-5-2 0-16,-8-7 0 15,12 4 0-15,-12-4 0 0,7-7 0 16,-6-2 0-16,4-9 0 16,0 3 0-16,-5-8 0 15,7-2 0-15,-2-1 0 16,2-4 0-16,-1 6 0 0,1-1 0 16,0 0 0-16,0 2 0 15,-2 3 0-15,3 6 0 16,-5 1 0-16,1 6 0 15,-4-5-9-15,0 12-77 16,-4-14-3-16</inkml:trace>
  <inkml:trace contextRef="#ctx0" brushRef="#br0" timeOffset="47903.08">4427 14328 332 0,'0'0'6'0,"0"0"3"15,0 0 3-15,0 0 4 16,0 0 2-16,0 0 0 16,0 0-1-16,0 0 1 0,0 0-5 15,4 2-4-15,-1 8-3 16,4 3-2-16,1 2-1 16,-1 7-2-16,3 0 0 0,3 0 1 15,-3 2-1-15,2-5 0 16,-2 1-1-16,-3-6 1 15,1 2-1-15,-6-7 1 16,-2-9 0-16,3 16 1 0,-3-16 1 16,0 0-1-16,0 0 1 15,0 0 0-15,0-16-1 16,-3 4 1-16,-2-8 0 0,-2-2-3 16,2-6 0-16,-5-4 0 15,0 0 0-15,0 2 0 16,0 0 0-16,0 1 0 15,3 5 0-15,2 0 0 16,-3 5 0-16,1 7 0 16,4-1 0-16,3 13 0 0,-2-10 0 15,2 10 0-15,0 0 0 16,5-2 0-16,8 2 0 16,-1 7 0-16,8 5 0 15,6 1 0-15,4 4 0 0,13 6 0 16,0-6 0-16,23-2-56 15,4 7-31-15,7-9-2 16</inkml:trace>
  <inkml:trace contextRef="#ctx0" brushRef="#br0" timeOffset="49468.89">9701 14991 150 0,'0'0'7'0,"0"0"5"0,0 0 6 16,0 0 4-16,0 0 1 15,0 0 3-15,0 0 2 16,0 0 0-16,0 0-4 0,0 0-5 15,0 0-3-15,0 0-1 16,0 0-2-16,8 0-2 16,6 0-1-16,1 0-2 15,8 6 0-15,4-1-2 0,6 1 0 16,6 0-3-16,-1 2-1 16,7 2-1-16,1-1 1 15,2 4 0-15,2 1-1 16,-3 2 0-16,5 6 0 0,-3 3 0 15,4-2 0-15,-1 8-1 16,1 4 1-16,-2 3 0 16,-2 3-1-16,5 3 2 0,-3 6-2 15,-1 3 2-15,-1 1-2 16,-6 0 1-16,1 3 0 16,-3-5-1-16,-6 0 1 15,-3-2-1-15,-7-6 0 16,-6-4 1-16,-1-3-1 0,-4-10 1 15,-3 1 0-15,-6-7 0 16,-3 0-1-16,-2-6 0 16,0-1 0-16,0-3-3 15,0-11-3-15,-5 14-6 0,5-14-12 16,-15 6-57-16,15-6-1 16</inkml:trace>
  <inkml:trace contextRef="#ctx0" brushRef="#br0" timeOffset="50467.78">9798 15024 341 0,'0'0'4'0,"0"0"4"0,0 0 2 0,0 0 3 15,0 0 2-15,-5-8-1 16,5 8 1-16,0 0 0 15,0 0-4-15,0 0-2 16,0 6-3-16,0 4-2 0,0-1-2 16,3 7 0-16,-1-5 0 15,3 9 0-15,1 0-1 16,1 1 0-16,-2-7 0 16,0 4 0-16,-1-4-1 0,1-2 1 15,-1-1-1-15,-4-11 1 16,2 12 0-16,-2-12 1 15,0 0 0-15,0 0-1 0,0 0 1 16,0 0 0-16,-6-10 0 16,1-5-1-16,1-2 1 15,-4-5-2-15,4-1 1 16,-4-4-1-16,0-1 1 0,3 1 0 16,-2-2 1-16,2 4 0 15,-5 3 0-15,5 2 1 16,-2 2 0-16,2 4-1 15,0 5-2-15,0-2 0 0,5 11 0 16,-6-13 0-16,6 13 0 16,0 0 0-16,-2-8 0 15,2 8 0-15,0 0 0 16,5 0 0-16,-5 0 0 0,15 0 0 16,-3 0 0-16,1 0 0 15,4 0 0-15,1 0 0 16,1 0 0-16,4 0 0 15,1 0 0-15,2 0 0 0,4 0 0 16,-3 0 0-16,3-1 0 16,2-2 0-16,-4 1 0 15,-2-3 0-15,-1 2 0 0,-2 1 0 16,-5-3 0-16,-4 2 0 16,-4 1 0-16,-10 2 0 15,13 0 0-15,-13 0 0 16,0 0 0-16,0 0 0 15,0 0 0-15,0 0 0 16,0 0 0-16,0 0 0 0,0 0 0 16,0 0 0-16,0 0 0 15,0 0 0-15,-5-5-86 16,5 5-4-16</inkml:trace>
  <inkml:trace contextRef="#ctx0" brushRef="#br0" timeOffset="52266.75">8742 13835 260 0,'0'0'5'16,"0"0"2"-16,0 0 3 15,0 0 0-15,-9-8 0 0,9 8 2 16,0 0 2-16,-13-5 1 16,13 5-4-16,-12 0-2 15,12 0 0-15,-16-1-2 0,16 1 1 16,-17 0-3-16,10 0-1 15,-6 0 0-15,1 0-2 16,-1 0-1-16,-1 0 0 16,-2 0 0-16,2 0-1 0,-4 0 0 15,-1 0 0-15,1 0 1 16,1 0-1-16,2 0 0 16,0 0 0-16,0-3 1 15,3 3-1-15,-1-3 0 0,3 2 0 16,3-2 0-16,7 3 0 15,-13-6 1-15,13 6-1 16,-14-2 0-16,14 2 0 16,-16-3 0-16,16 3 0 15,-14-3 0-15,4 2 1 0,10 1-1 16,-15-6 0-16,5 6 0 16,3-1 0-16,-6-2 0 15,3-3 0-15,0 4 0 0,-5 0 0 16,1-1 0-16,-4-4 0 15,3 5-1-15,-2-4 1 16,-1 4 0-16,-1-1 0 16,1-2 0-16,1 0 0 0,-1 3 0 15,-2-3 0-15,3 0 1 16,-3-3-1-16,3 1 0 16,-3 2 0-16,2-3 1 15,4 2-1-15,-4-5 1 0,3 4-1 16,-3 0 1-16,2-1 0 15,-2 1 0-15,-2 0 0 16,-2 1 0-16,4-1 0 16,-7 4-1-16,6-2 1 15,-6 3-1-15,7 0 0 0,-4-1 1 16,2 0-1-16,2 0 0 16,-1-1 1-16,-1 1 0 15,3-1 1-15,-1-1-1 0,0 0 2 16,4 3-1-16,-6-6-1 15,5 0 1-15,-3 6 0 16,4-3 0-16,-4 0 0 16,1 0 0-16,0 0 0 0,-1-3 0 15,1 4 0-15,-1 0-1 16,1-2 2-16,-3 1-1 16,3-1-1-16,-3 5 0 15,0-2 0-15,3 0 0 16,-6 2 1-16,3-2-1 0,-2 3 0 15,2-3 0-15,2 3 1 16,0-3-1-16,4 3 0 16,-3 0 0-16,4-2-1 15,1 2 1-15,0 0 0 0,-1 0 0 16,1-2 0-16,1 2 0 16,-1 0 1-16,3 0-1 15,-2 0 1-15,2-3 0 0,9 3 0 16,-15-2 0-16,15 2 0 15,-13-3 0-15,13 3 0 16,0 0-1-16,-9-4 0 16,9 4 0-16,0 0 0 0,0 0-1 15,0 0 1-15,0 0-2 16,0 0 0-16,0 0-1 16,0 0-4-16,0 0-8 0,9 0-29 15,2 2-41-15,-2 3-1 16</inkml:trace>
  <inkml:trace contextRef="#ctx0" brushRef="#br0" timeOffset="53218.58">6993 13533 247 0,'0'0'7'0,"0"0"6"16,-12-12 2-16,12 12 4 15,-5-13 1-15,5 13 2 16,-6-12 0-16,6 12 3 15,0-15-8-15,0 15-4 0,0 0-4 16,0 0-2-16,0 0-2 16,13 0-1-16,-13 0-1 0,15 12-1 15,-7-2 0-15,2 1 1 16,-1 3-1-16,7-2-1 16,-4 3 0-16,1-2 0 15,-1-4 0-15,-5 1 0 16,2-2 0-16,-9-8-1 0,16 13 1 15,-16-13 0-15,0 0 0 16,10 8 0-16,-10-8 1 16,0 0 0-16,0 0-1 15,0 0 1-15,-8-7 0 0,8 7-1 16,-14-19-1-16,3 4 0 16,2 0 1-16,-1-2-1 15,-5-1 1-15,3-2-1 16,-1 4 0-16,1-2 1 15,2 0 1-15,-3 4-1 0,6 2 1 16,0 1 0-16,-2 2 0 16,9 9 0-16,-9-16 0 15,9 16-1-15,0 0 0 0,0-9 0 16,0 9 0-16,7 0 0 16,6 0 0-16,-1 0-1 15,6 0 1-15,3 0 1 16,7 0-1-16,2 2-1 0,0-2 1 15,2 3 0-15,-2-1 0 16,-1 0-1-16,-1 1 1 16,-3-3-1-16,-2 3 0 15,2 2-4-15,-9-5-18 0,-4-3-61 16,16-2-4-16</inkml:trace>
  <inkml:trace contextRef="#ctx0" brushRef="#br0" timeOffset="59383.95">3542 17192 238 0,'0'0'1'15,"0"0"-1"-15,0 0 1 16,20-5-1-16,-10-1 1 16,7 2 0-16,5 0 0 15,5 0 0-15,3 2 0 0,7 0 1 16,6-1 1-16,2 0-1 16,2 3 2-16,2-3 0 15,11 3 2-15,-5 0 0 0,9 0 2 16,-2 0-2-16,-2 0 1 15,9-1 0-15,7 1-1 16,-5 0-1-16,9 0 0 16,2 0 0-16,0 0-2 0,0 0 0 15,3 1 0-15,-4 2 2 16,-1 3 0-16,-1-2 1 16,1 1 0-16,-3 0 0 15,3 3 1-15,-3-3-1 16,2 0-1-16,3-3-1 0,0 3-1 15,0 0-1-15,0-2-1 16,0-1 0-16,-2-2 0 16,2 3 0-16,-1-1 0 15,-3-2 0-15,-2 3 1 0,-1-3 0 16,0 2 1-16,-6-2-1 16,4 0 0-16,-6 2 1 15,2-2-1-15,-2 0-1 0,-5 0 0 16,2 3 0-16,-2-3-1 15,-2 0 1-15,0 0 0 16,-3 0-1-16,-4-3 0 16,-1 3 0-16,-3-2 1 0,-1 2-1 15,-10 0 1-15,9 0-1 16,-8 0 0-16,3 0-1 16,1 0 0-16,-1 0 0 15,-3 0 0-15,-4 0 0 16,5 0 0-16,-5 2-1 15,2-2 2-15,-7 0-1 0,2 3 1 16,-2-1 0-16,-3-2 1 16,1 0-2-16,-3 3 2 15,-1-3-1-15,-1 0 0 0,2 0 0 16,-5 0 0-16,4-3 0 16,-2 1-1-16,-1-1 1 15,0-1 0-15,2-1-1 0,-5 2 0 16,1 1 0-16,-1-1-1 15,-1-2 0-15,1 5 0 16,-4-2 0-16,4 2-2 16,-5-3 1-16,4 3 1 15,-5 0-2-15,1 0 1 16,-5-2 1-16,4 2 0 0,-12 0 2 16,14-3-1-16,-14 3 1 15,15-5 1-15,-15 5-1 16,13-5 0-16,-13 5 0 15,14-7 0-15,-14 7 0 0,13-3 0 16,-13 3 1-16,12-1 0 16,-12 1 0-16,11-6 0 15,-11 6-1-15,0 0 1 0,7-2 0 16,-7 2-2-16,0 0-4 16,0 0-7-16,0 0-16 15,7 0-40-15,-7 0-5 16</inkml:trace>
  <inkml:trace contextRef="#ctx0" brushRef="#br0" timeOffset="65869.92">9103 9228 250 0,'0'0'3'16,"0"0"0"-16,0 0 4 0,0 0 2 16,0 0 2-16,0 0 1 15,0 0-1-15,0 0 1 16,0 0 1-16,0 0-2 16,5 2 0-16,9 0-2 15,6 4 0-15,8-1-1 0,9-1 1 16,11 0-1-16,5 0-4 15,15 1 0-15,4-3-2 16,13 4 0-16,1-5-1 0,6 5 0 16,3-5-1-16,7 5 1 15,4-1 0-15,-1-3 0 16,2 3-1-16,5 0 1 16,5 0 0-16,1 3 0 15,12-1 0-15,-1 3 0 0,5-2 0 16,6 1 1-16,5-1-1 15,7 0 0-15,0-4 0 16,4 1-1-16,-2-2 1 0,4-3 0 16,-4 0 0-16,2 0 0 15,-2-3 0-15,0 1 0 16,-5-4 1-16,-3 2 0 16,-8-1 2-16,-7 0-1 0,-4 0 1 15,-13 3 0-15,-10-2 1 16,-9 0 0-16,-8 4 0 15,-16 0-1-15,-6 0 0 16,-13 0-2-16,-10 0 0 0,-8 0 0 16,-15 3-1-16,-1-3 1 15,-9 1-2-15,-9-1 0 16,0 0-3-16,7 0-9 0,-7 0-19 16,0 0-49-1,0 0-1-15</inkml:trace>
  <inkml:trace contextRef="#ctx0" brushRef="#br0" timeOffset="66652.07">15789 9362 265 0,'0'0'1'0,"0"0"0"16,0 0-1-16,5 0 2 16,5 0 2-16,3-3 3 15,8 0 0-15,4 3 3 0,12 0-1 16,13 0 0-16,8 0 2 15,16 6-2-15,13-5-2 16,10 2-2-16,13 2-2 0,14-2 0 16,5-1-1-16,13-2 2 15,12 0 0-15,7 3 2 16,10-3-2-16,10 0 1 0,12 0 2 16,3 0-3-16,10 0 1 15,5 2-3-15,2 0 1 16,1 3-2-16,-3-5 0 15,3 3 0-15,-3 5 0 16,-7-6 0-16,2 3 0 16,-14-3 0-16,-11 1 2 0,-10-3 2 15,-12 2 0-15,-14-2 1 16,-19 0 0-16,-19 0 1 16,-18-2-2-16,-18-1 0 0,-19 3-4 15,-12-2-4-15,-19 2-8 16,-21 0-17-16,-5 7-47 15,-32-4-5-15</inkml:trace>
  <inkml:trace contextRef="#ctx0" brushRef="#br0" timeOffset="67717">1649 10287 290 0,'0'0'2'16,"0"0"-1"-16,5 3 4 16,4 0-1-16,9-1 1 15,4 0 0-15,13-2 2 0,9 0 3 16,19 0-2-16,8-2 0 15,14-3 0-15,10-3 0 16,12 1 0-16,12 3-1 16,6-2-2-16,6-2 1 0,5 4-2 15,1 0-1-15,9 1 0 16,3 0 0-16,-2 0-1 16,0 1 1-16,-6 2 0 0,1-2 2 15,-14 2-1-15,-3-3 2 16,-12 3-1-16,-12-2 1 15,-14-1 0-15,-7 3 0 16,-18-4-2-16,-10 4 0 16,-14-3-1-16,-12 3-1 0,-8 0-4 15,-18 0-13-15,0 0-64 16,-12 5 0-16</inkml:trace>
  <inkml:trace contextRef="#ctx0" brushRef="#br0" timeOffset="70199.78">9182 10087 29 0,'0'0'-10'0,"-10"3"-6"16</inkml:trace>
  <inkml:trace contextRef="#ctx0" brushRef="#br0" timeOffset="70867.7">9062 10082 93 0,'0'0'1'0,"0"0"-4"0,0 0 0 15,0 0-3-15,0 0 1 16,0 0 4-16,-2 5 2 0,2-5 4 16,0 10 2-16,0-10 8 15,2 10 5-15,-2-10 4 16,11 12-1-16,-1-5-2 16,5-1-3-16,2 1-3 0,3-2-1 15,8 0-6-15,4-3-2 16,5 1-1-16,2 2 3 15,12-5 0-15,6 0 0 16,3 0-1-16,6 0 1 0,-1 0-1 16,9 0-1-16,4 0 0 15,0 0 0-15,7-2-3 16,-2-1 0-16,6 0 1 16,1-1 0-16,6-1 0 0,1 2 0 15,10-2-1-15,2 3 0 16,3-4 0-16,2 4-1 15,5-5 0-15,3 2 1 16,5 0-1-16,4-2-1 16,7 1 1-16,-2-1-1 0,8 2 2 15,1-2-2-15,6 1 1 16,1 2-1-16,0-2 0 16,8 2 1-16,-1 2-1 15,0-4 0-15,3 4 1 0,2 0-1 16,3-1 1-16,4 0-1 15,0 1 0-15,4-1 0 0,-2 1 0 16,8 2 1-16,-5 0 0 16,2 0 0-16,-7 0 2 15,0 0 0-15,4 0 0 16,-9 0 1-16,0 2-1 16,-6 1 1-16,-1-3-1 0,-5 2 0 15,-7-2-1-15,-4 0-1 16,-12 0 1-16,-6 0 0 15,-13 0-2-15,-16 0 1 16,-6-2 1-16,-12-1-1 0,-16 1-1 16,-13 0 0-16,-12 2-2 15,-10-3-3-15,-9 0-5 16,-18 3-7-16,-10 0-13 16,-18 3-27-16,-19 0-23 0,-12 1-4 15</inkml:trace>
  <inkml:trace contextRef="#ctx0" brushRef="#br0" timeOffset="71584.02">9627 10394 267 0,'0'0'-3'0,"0"0"-3"0,7 0 2 16,5 0 1-16,11 0 1 16,5 0 3-16,16 0 1 15,8 0 1-15,18-5 6 16,12 0 1-16,17 0 1 0,8-2 0 15,18 3-1-15,8-2-1 16,14 1 1-16,10-1-2 0,9 2 0 16,7 1 0-16,12 2 0 15,9-2 0-15,12-3-2 16,5 6 0-16,15-2 0 16,6 0-1-16,9 2-1 15,7 0-1-15,6 0 0 0,4 0-1 16,1 2 0-16,-4 0 0 15,-2 4-1-15,1-3 0 16,-6 1 1-16,-4 0-1 16,-10-1 1-16,-4 0 1 0,-10 2 2 15,-10-3 0-15,-11-2 1 16,-12 0 2-16,-16 0-2 16,-14-2 2-16,-16-3-1 15,-14-1-1-15,-20-2 0 0,-13 2-2 16,-24-1 1-16,-13-1-1 15,-18 1-1-15,-9 2 0 16,-9 2-2-16,-21 3-2 0,0 0-3 16,-30-2-7-16,-5 7-14 15,-13 5-57-15,-16 0-1 16</inkml:trace>
  <inkml:trace contextRef="#ctx0" brushRef="#br0" timeOffset="75117.78">3263 15847 215 0,'0'0'0'15,"-12"-3"-1"-15,-5 3 0 16,0 0-1-16,-6 3 2 0,-2 2 2 16,-7 2 4-16,-3 6 0 15,1 1 4-15,-1 6 2 16,6 0 3-16,-4 12-2 0,3 3 2 16,-6 7-2-1,10 4-2-15,-4 4-1 0,3 7-2 16,4 3-1-16,0 2-1 15,9-3-1-15,7 3-3 16,1 0 2-16,6 3 0 0,8-6-2 16,6 3 1-16,9-3-2 15,7 1 2-15,7-6 0 16,2-2 1-16,9-7-2 0,5-1 0 16,5-4-1-16,8-8 2 15,1-2-2-15,4-10 0 16,1-5-1-16,6-5 1 15,-7-5-1-15,7-10 1 16,-6-10-1-16,-1-8 1 0,0-9-1 16,-4-9 0-16,-5-7 0 15,0-6 0-15,-10-5 1 16,-3-4-1-16,-14-1 2 0,-10-3 0 16,-9 2 1-16,-14 2-1 15,-4-2 2-15,-19-4 1 16,-4 6 0-16,-5 1 1 15,-7-4-1-15,-5 1 0 16,-3 3 1-16,-1 3 2 0,-1 3-1 16,2 8 0-16,-6 1-2 15,-3 5 0-15,-4 6 0 16,4 7 1-16,0 10-4 16,-4-2 0-16,1 9 0 0,0 10-2 15,5 2 0-15,-3 10 0 16,5 7 0-16,-1 7-1 15,1 7 0-15,2 3 0 16,4 8 0-16,-2 6 1 0,5 2-1 16,1 4 1-16,3 3-1 15,1-4 0-15,10 5 0 16,1-1 0-16,7 0 0 16,1-5 0-16,9-1 0 15,8 4-1-15,2-5 1 0,14 4 1 16,4-1 0-16,4-2 1 15,8 1-1-15,6-5 1 16,4-2-1-16,6-5 2 0,3-7-1 16,4-9 0-16,3-4-1 15,6-8 0-15,-2-5 1 16,8-7-1-16,-6-5 0 16,4-7 0-16,-4-8-1 0,-2-2 1 15,-2-6-1-15,-6-6 0 16,-1-1 0-16,-3-9 0 15,33-50 1 1,-53 42 1-16,0-11 0 0,-10 2 0 16,-4-6 1-16,-12-1 0 15,-4-1-1-15,-17-2 0 16,-8-2 0-16,-8 7 0 16,-4 4 0-16,-7 5 0 15,-4 5 0-15,-6 8 0 0,-4 6 0 16,-4 9 1-16,0 8-1 15,-7 5 0-15,-1 3-1 16,-1 8 0-16,-4 5 0 0,-2 12-1 16,1 10 0-16,5 6 0 15,-4 12 0-15,10 6-1 16,8 9-1-16,7 10-6 16,12 4-11-16,15-7-47 0,14 15-17 15</inkml:trace>
  <inkml:trace contextRef="#ctx0" brushRef="#br0" timeOffset="76317">3326 15847 383 0,'0'0'0'0,"0"-8"0"0,-4 0-2 0,4-4 2 16,0-1 2-16,-4 2 0 15,-3-4 0-15,-3 3 1 16,-10 2 1-16,-5 2 0 15,-2 8 1-15,-8 8-1 0,-4 4 1 16,-7 5-1-16,-4 8 0 16,1 5 0-16,-3 2-1 15,3 7 1-15,3 6-1 0,-4-1 1 16,8 6-4-16,3 4 2 16,2 7-2-16,7 2 0 15,5 5 1-15,7-1-1 0,11 6-1 16,7 5 2-16,5-1 1 15,10 4 0-15,13-4 1 16,4-5-1-16,7-1 1 16,6-6 0-16,5-8 1 15,9-12-2-15,6-8 1 0,4-12-1 16,9-11 0-16,3-14-1 16,1-6 0-16,6-13 0 15,-1-13-1-15,-4-12 1 16,-3-11-2-16,-4-7 1 15,-10-9 1-15,-3-9-1 0,-18-4 1 16,-7-7 1-16,-8-4 0 16,-14 1 1-16,-12 0-1 15,-11 0 1-15,-13 9 0 0,-15 3 0 16,-7 12 0-16,-12 7 0 16,-4 11-1-16,-13 10 0 15,-5 10 1-15,-5 12-2 16,-8 10 0-16,-6 10-1 0,-3 8 0 15,-1 14 0-15,0 10-1 16,2 13 0-16,5 4 1 16,8 11-1-16,10 9-1 15,10 3 1-15,12 9-1 0,18 4 1 16,14 9-2-16,15 0 2 16,10 0 1-16,20-3 0 15,15-6 1-15,14-8 0 16,9-8 0-16,14-12 0 15,4-15 1-15,16-7-2 0,3-15 0 16,4-10 0-16,0-10-1 16,1-10 0-16,-3-10 0 15,-1-9 0-15,-9-9 1 16,-5-10-1-16,-4-8 1 0,-16-8 0 16,-5-5 0-16,-12-14 0 15,-13-3 1-15,-12-6 0 16,-11-2 1-16,-14 0-1 15,-9 3-1-15,-19-2 1 0,-9 11 1 16,-10 9-1-16,-13 12 0 16,-5 12 0-16,-9 7-1 15,-6 13 2-15,-7 14-1 16,-5 7-1-16,-2 12 0 0,-5 12-1 16,-3 13 0-16,5 12 0 15,1 12 1-15,4 12-1 16,9 14 0-16,14 11-1 15,9 6 1-15,20 14-1 0,16 6-1 16,21 3-2-16,11-8-8 16,31-2-20-16,23-10-51 15,16-14 1-15</inkml:trace>
  <inkml:trace contextRef="#ctx0" brushRef="#br0" timeOffset="77484">3758 15498 219 0,'0'0'-3'16,"0"0"2"-16,0 0 5 16,-3-5 5-16,3 5 7 0,0 0 5 15,0-10 3-15,0 10 1 16,0 0 2-16,0-8 0 15,0 8-2-15,0 0-8 16,0 0-5-16,-4-10-5 16,4 10-2-16,-16-11 0 0,4 0 0 15,-2-2 0-15,-4 1 0 16,-2-2 0-16,1-4 0 16,-7-2 0-16,-3 0-1 15,-1-2-1-15,-5 0 1 16,-8-1-1-16,-1-1-1 0,-6 2 0 15,-6-1-1-15,-4 3 1 16,-8 1-1-16,-4 2 1 0,3 4-1 16,-6 5-1-16,1 4 1 15,4 4 0-15,0 0 0 16,8 7 0-16,6 0-1 16,3 4 1-16,10 0-1 15,6 3 1-15,7-3-1 0,11-1 0 16,1 0 0-16,9 0-1 15,-2 0 1-15,11-10 0 16,-7 11 0-16,7-11 0 16,0 11-1-16,0-11 1 0,7 10-2 15,-7-10-2-15,16 3-3 16,-7-2-8-16,-9-1-14 16,20-14-51-16,-8 11-4 15</inkml:trace>
  <inkml:trace contextRef="#ctx0" brushRef="#br0" timeOffset="77787.09">2682 14980 435 0,'0'0'1'0,"0"0"1"16,-7 0-1-16,7 0 0 15,-10 0 0-15,10 0 1 0,-20 7 0 16,5-3 1-16,-2 9 0 15,-4-1 0-15,-6 6 0 16,-5 0 2-16,-5-2-1 16,2 4 1-16,-7-2-1 0,4-1 0 15,3-4-1-15,3-2 0 16,10 0-2-16,2-4 1 16,20-7-2-16,-2 15 1 15,16-8-1-15,24 6 0 16,16 2 1-16,24 5-2 0,14 10-2 15,19 4-11-15,19 6-67 16,18 7-3-16</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4-08-10T08:55:18.920"/>
    </inkml:context>
    <inkml:brush xml:id="br0">
      <inkml:brushProperty name="width" value="0.05292" units="cm"/>
      <inkml:brushProperty name="height" value="0.05292" units="cm"/>
      <inkml:brushProperty name="color" value="#FF0000"/>
    </inkml:brush>
  </inkml:definitions>
  <inkml:trace contextRef="#ctx0" brushRef="#br0">19845 4367 509 0,'0'0'0'15,"0"0"0"-15,0 0 0 16,0 0 0-16,0 0 2 0,-9-7-2 15,9 7 0-15,0 0 0 16,0 0 0-16,0 0 0 0,0 0 0 16,0 0 0-16,0 0 0 15,0 10 0-15,0 0 0 16,4-1 0-16,3 7 0 16,0-2 0-16,3-2 0 15,0 3 0-15,0-2 0 0,2-4 0 16,4 1 0-16,0-7 0 15,2-3 0-15,12-13 0 16,2-11 0-16,23-18 0 0,14-20 0 16,21-20 0-16,15-17 0 15,26-18 0-15,10-11 0 16,11-1 0-16,5 5 0 16,-8 8 0-16,-13 12 0 15,-17 17 0-15,-18 18 0 0,-25 16 0 16,-23 16 0-16,-14 10 0 15,-19 7 0-15,-8 8 0 16,-12 12 0-16,7-8 0 0,-7 8 0 16,0 0 0-16,0 0 0 15,0 8 0-15,0-8 0 16,-14 20 0-16,7-5 0 16,-9-5 0-16,4 4 0 15,-5 6-2-15</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2-05T14:47:22.143"/>
    </inkml:context>
    <inkml:brush xml:id="br0">
      <inkml:brushProperty name="width" value="0.05292" units="cm"/>
      <inkml:brushProperty name="height" value="0.05292" units="cm"/>
      <inkml:brushProperty name="color" value="#00B050"/>
    </inkml:brush>
  </inkml:definitions>
  <inkml:trace contextRef="#ctx0" brushRef="#br0">982 10256 152 0,'0'0'5'0,"0"0"3"0,0 0 1 0,0 0 1 16,0 0-1-16,0 0-1 15,0 0 1-15,0 0 1 16,0 0-3-16,10 0-4 15,-10 0 0-15,16 0 0 16,-4-6 2-16,5 2 0 0,6-4 2 16,1 1-1-16,11-8 0 15,3 0 0-15,11-7 0 16,8-3-2-16,10-5 1 16,6-4-2-16,8-9 0 0,6 2 1 15,10-7-2-15,13-6 0 16,1-1-1-16,6-4 1 15,12-3-1-15,8-3 1 16,2-1-1-16,8-1 2 0,2-3 1 16,7 1 1-16,-2-3 1 15,5 0-1-15,-5 3 1 0,3-3 0 16,-1 0-1-16,0 6-1 16,-6-2 0-16,-10 6-2 15,1 3 0-15,-4 5 0 16,-15-1 0-16,-5 3 0 15,-13 10 1-15,-8 0-1 0,-11 7 0 16,-8 5 0-16,-15 5 1 16,-15 6 0-16,-7 4 5 15,-10 8 0-15,-10-1 1 16,-7 6-1-16,-13 2 1 0,14-3 0 16,-14 3-1-16,0 0-2 15,0 0-4-15,-7 0-1 16,7 0-1-16,-13 5 0 15,13-5 0-15,-14 5 0 0,14-5 1 16,-13 5-1-16,13-5 0 16,-12 2-1-16,12-2-3 15,0 0-2-15,0 0-8 0,-10 6-10 16,10-6-26-16,0 0-27 16,0 0-4-16</inkml:trace>
  <inkml:trace contextRef="#ctx0" brushRef="#br0" timeOffset="1666.54">904 10216 234 0,'0'0'6'0,"0"0"1"16,-11-3 1-16,11 3 2 16,-12-2-1-16,12 2 0 15,-13 0 0-15,3 0-2 16,10 0-4-16,-9 13-3 15,4-4-1-15,2 4 0 0,3 2-1 16,0 2 0-16,0 0 2 16,5-5 0-16,5 3 1 15,0-3 1-15,0-3 3 16,2-8 2-16,0-1 1 0,4 0 3 16,0-10 0-16,0 1 1 15,1-6 0-15,-2-2 1 16,-3-2-1-16,1-5-1 15,-8 5-2-15,-5-1 0 0,0 0-1 16,-2 3-2-16,-8 2-1 16,-3 3-2-16,-4 7-1 15,-1 0-1-15,0 5-2 0,2 5-1 16,-2 7 1-16,3 5-1 16,0 5 2-16,3 6-2 15,2-3 2-15,8 3-7 16,4 1-18-16,22-4-52 15,-1-9-4-15</inkml:trace>
  <inkml:trace contextRef="#ctx0" brushRef="#br0" timeOffset="2736.84">5246 8343 224 0,'0'0'6'0,"0"0"3"0,-10 0 3 16,10 0 2-16,-17 0 0 15,9 0 0-15,-4 3 0 16,0 1 1-16,2 3-7 16,-5 2-3-16,7 0-2 0,1 4-3 15,4-1-1-15,3 1 1 16,0-4 2-16,3 1 1 15,-3-10 2-15,22 15 3 0,-11-12 2 16,11-3 2-16,-2-6 1 16,-1-1 0-16,4-8 0 15,-1 0 0-15,-2-4-3 0,-3 1 0 16,-2-3-2-16,-7 0-1 16,-6 1-1-16,-2 3-2 15,-10 5-1-15,-5 2-1 16,-7 4-1-16,-3 6 0 15,-8 6-1-15,4 4-1 16,-5 10 1-16,8-3 0 0,1 5 0 16,8 0 1-16,5-2-1 15,4 3 1-15,8-8 0 16,13-7 0-16,4-2 0 0,8-6 0 16,7-2 0-16,3-8 0 15,3-7 0-15,-2-4 0 16,-1-1-1-16,-5 0 1 15,-9 0 0-15,-5-1-1 0,-13 9 1 16,-3-2-1-16,-17 9 0 16,-3 7-2-16,-5 3-4 15,-8 7-8-15,6 4-38 0,-5 11-29 16,7-1-4-16</inkml:trace>
  <inkml:trace contextRef="#ctx0" brushRef="#br0" timeOffset="3567.23">1003 10204 144 0,'0'0'5'0,"0"0"2"16,-13 2 2-16,13-2 2 15,-17 7-1-15,6 1 0 16,2 2 1-16,-3-1 1 0,1 7-6 16,4-4-1-16,0 2-3 15,4 1 0-15,3-2-1 16,0-1 2-16,0-2 2 0,0-10 4 16,17 11 2-16,-4-14 1 15,-1 0 2-15,4-4 2 16,-2-5 1-16,-4-1-2 15,0-5-1-15,0 5-2 0,-5-5-2 16,-5 2-2-16,-3 4-1 16,-9 5-3-16,2 2-1 15,-7 5-1-15,-1 0-2 16,1 8 1-16,-6 1-2 0,6 4 1 16,2 4 0-16,3 1-1 15,-3-2 1-15,8 2 0 16,2-3-4-16,2-2-8 15,3-2-16-15,5 3-29 16,-5-14-19-16</inkml:trace>
  <inkml:trace contextRef="#ctx0" brushRef="#br0" timeOffset="4100.57">819 9996 239 0,'0'0'3'0,"-13"0"2"15,13 0 1-15,-19 3 0 16,1-2 2-16,-2 6-2 16,-2 4 1-16,2 1-1 0,-8 5-3 15,11 8 0-15,-5 3-3 16,4 6-2-16,6 1 1 15,0 12 0-15,0-6 0 16,6 9 1-16,1-3 0 0,5 0 0 16,0 1 1-16,10-9 3 15,3-2 1-15,9-6 1 16,7-7 2-16,4-9 0 0,10-5 3 16,-2-10-1-16,12-2 1 15,-4-14-2-15,6-3 0 16,-5-6-3-16,-3-7-1 15,-3-1 1-15,-6-3-1 16,-3 1-1-16,-8-4 1 0,-4-1-1 16,-14 2 1-16,-1-6 0 15,-8 4 0-15,-5-3-1 16,-13 2 0-16,-6 1-1 16,-6 1 0-16,-7 6-1 0,-4 5-1 15,-3 9 1-15,-6 7-2 16,-1 7 0-16,5 5 0 15,-4 3-2-15,8 9 1 16,3 8 0-16,7-1 1 0,1 9-2 16,14-6-8-16,12 3-28 15,10-3-40-15,12-7-3 16</inkml:trace>
  <inkml:trace contextRef="#ctx0" brushRef="#br0" timeOffset="4882.8">5261 8011 231 0,'0'0'4'0,"0"0"4"16,-18-10 2-16,9 10 1 16,-6-2-1-16,-7 2 1 0,-1 0 1 15,-4 9 0-15,-3 7-5 16,0 6-1-16,0 10-1 16,3 8 1-16,0 10 2 0,7 1 1 15,0 9-1-15,13-7 2 16,2 8-1-16,5-7 1 15,12-4-2-15,10-9-2 16,11-3-1-16,6-13 0 0,11-8-1 16,3-4 0-16,4-13 1 15,2-3 0-15,0-12-1 16,4-7 1-16,-9-6-2 16,1-1 0-16,-8-11 2 0,-4 3 0 15,-11-7 0-15,-4-1-1 16,-19-7-1-16,-6 2 1 15,-14-5-2-15,-13 4 0 16,-16-2-2-16,-12 12-2 16,-10 6 0-16,-7 8 1 0,-4 11 0 15,-1 16 0-15,-3 11 1 16,7 12 0-16,5 8-2 16,8 11-10-16,10 3-65 15,18 8-3-15</inkml:trace>
  <inkml:trace contextRef="#ctx0" brushRef="#br0" timeOffset="11301.5">1062 17548 48 0,'0'0'0'0,"0"0"1"0,0 0 2 0,0 0 2 16,0 0 2-16,0 0 3 15,0 0 0-15,0 0 3 16,10-2 5-16,-10 2-3 16,7-4 1-16,-7 4-3 15,16-8 1-15,-9 5-1 0,5-4-3 16,3 1 0-16,5-1-1 15,-3 0 1-15,31-18 0 16,4-5-1-16,5 1 1 16,7-4 0-16,1-6-1 0,5 2 0 15,-3-1-2-15,0 4-1 16,0-1-2-16,2 4 0 16,4-7-1-16,1 3-2 15,1-3 0-15,4 2 1 0,-1-4-2 16,3 1 1-16,4-4 1 15,0-1-1-15,2-1 0 16,1-2 0-16,4 2-1 16,0 1 1-16,8-4 1 15,7 0 0-15,-8 2-1 0,8-3 1 16,0-3 0-16,0 0 1 16,6-5-2-16,9-2 1 15,-7-1-1-15,4-1 1 16,3-2-1-16,-3-1 1 0,6 2-1 15,1 0 0-15,-6-3 1 16,1 8-1-16,-2-5 1 16,1 8-1-16,-9 0 0 15,-1-3-1-15,-6 8 1 0,-7-1 0 16,-8 6-1-16,-6-1 0 16,-9 8 0-16,-11-1 1 15,1 6 0-15,-7 5 0 16,-7 2 1-16,-6 0 0 0,-3 5-1 15,-7 2 1-15,-6 7 0 16,-2-2 0-16,-8 6 0 16,-3-1 1-16,-5 3 1 15,-10 5 0-15,12-5 0 0,-12 5 2 16,0 0-2-16,0 0 0 16,0 0 0-16,0 0-1 15,0 0-1-15,0 0-1 16,0 0 0-16,0 0-1 0,0 0 0 15,0 0 1-15,0 0-1 16,0 0 0-16,0 0 0 16,0 0 0-16,0 0 0 15,0 0 0-15,0 0 0 16,0 0 0-16,0 0 0 0,0 0 0 16,0 0 0-16,0 0 0 15,0 0 0-15,0 0 0 16,0 0 0-16,0 0 0 0,0 0-1 15,0 0 1-15,0 0 0 16,0 0 0-16,0 0-1 16,0 0 0-16,0 0 0 15,0 0 0-15,0 0-1 0,0 0 0 16,0 0-1-16,0 0 1 16,0 0 1-16,8 0 0 15,-8 0-1-15,15 0 2 16,-3 3 0-16,3 2 0 15,5-3 1-15,0 4-1 0,5-2 0 16,0 1 0-16,7 3 1 16,3 0 1-16,6-1 0 15,7-2 0-15,5 1 1 0,5 2 0 16,8 2-1-16,3-3 1 16,8 1-1-16,3 2-1 15,2 2 0-15,2-2 0 16,3 8-1-16,0-3 1 0,5 2-1 15,-4 4 0-15,8-2 0 16,-4 1 1-16,7 1-1 16,-2 2 0-16,5 2 1 0,2 0-1 15,8 2 1-15,2 0 0 16,1-2 0-16,4 4-1 16,-2-6 1-16,0 4 0 15,1 1-1-15,4-3 0 16,-2-1 0-16,-1 4 0 15,-2-3 0-15,2-4 0 0,3 2 1 16,0-1-1-16,0-2 0 16,-4-1 1-16,1 1-1 15,3-2 1-15,-7-3-1 0,-1 0 1 16,-5-4 0-16,-4 0 0 16,-1-1 0-16,-5-3 1 15,-7 0-1-15,-5-1 1 16,-2-2 1-16,-11 1 0 0,-7 0-1 15,-5-2 1-15,-12-1 1 16,-5 1-1-16,-10 0 0 16,-5-3 0-16,-11 2 0 15,-3-2 0-15,-7 2 0 0,-9-2-1 16,12 0 1-16,-12 0-1 16,0 0 1-16,0 0-1 15,0 0 0-15,0 0-3 16,0 0-5-16,-9 0-5 0,-1 0-21 15,-3 0-50-15,-17 0-1 16</inkml:trace>
  <inkml:trace contextRef="#ctx0" brushRef="#br0" timeOffset="12716.5">1095 17558 110 0,'0'0'4'16,"0"0"3"-16,0 0 1 0,0 0 1 15,0 0 1-15,0 0-1 16,0 0 1-16,0 0 0 0,0 0-5 16,0 0-1-1,0 0-3-15,-5 10 0 0,5-10-3 16,-3 15 0-16,3-15 0 16,0 10 4-16,0-10 2 15,0 15 5-15,0-15 6 0,0 15 2 16,0-15 1-16,8 10 3 15,-8-10 0-15,0 0-2 16,14 7-2-16,-14-7-5 16,10-3-2-16,-10 3-3 0,10-14-1 15,-5 3-1-15,0 3 1 16,-3-5-3-16,1 3 0 16,-1-3-2-16,-2 3-1 0,0 3 0 15,0 7 0 1,-5-13-1-16,5 13 0 0,-9-4 0 15,9 4 0-15,-17 0 0 16,17 0 0-16,-8 8 1 16,8-8 1-16,-7 14 0 0,7-14 1 15,-3 12 0-15,3-12 0 16,0 15 2-16,0-15-2 16,0 0 1-16,10 5-1 0,-10-5 1 15,15-2-1-15,-15 2 1 16,17-10-1-16,-17 10 0 15,13-15 0-15,-8 8-1 16,0-4 0-16,-5 11-1 16,2-14 0-16,-2 14-1 15,-2-12 0-15,2 12-1 0,-13-6 1 16,13 6-1-16,-17-2 1 16,7 2-1-16,0 0 0 15,0 2 1-15,3 4-1 16,-4-2 1-16,11-4 1 0,-12 10 0 15,12-10 0-15,-5 15-1 16,5-15-4-16,0 10-9 16,0-10-17-16,10 10-26 0,-10-10-17 15</inkml:trace>
  <inkml:trace contextRef="#ctx0" brushRef="#br0" timeOffset="13283.72">990 17308 307 0,'0'0'0'0,"0"0"0"0,0 0-1 16,0 0-1-16,0 0 0 15,-10 0 0-15,10 0-1 16,0 0-1-16,0 0 1 15,0 0 0-15,-7 15 2 0,7-15-2 16,-5 17 1-16,5-3 0 16,-3-1 0-16,0 7 0 15,3-1 1-15,0 5 0 16,0 0 0-16,0 1 2 16,3 5 1-16,3-5 2 0,1 4 0 15,0-1 1-15,8-1 3 16,0-3-1-16,3-1 0 15,-2-1 1-15,12-10 1 16,-8 1 0-16,8-6-2 0,-1-2 1 16,-1-5 1-16,2-5 2 15,-1-5-1-15,-2 0 1 16,-2-9 0-16,-1-3-1 0,-17 4 1 16,25-41-1-16,-13-5-2 15,-10-1-1-15,-7 3-2 16,-14 2 0-16,-9 9-1 15,-4 6-1-15,2 23-2 16,-4 4-1-16,4 8-1 0,-5 5 0 16,3 5-1-16,-1 5 0 15,3 10-1-15,0 3 2 16,1 7-1-16,4 1 0 16,10-8-8-16,2 2-10 15,8-3-34-15,0 5-26 0,8-6-4 16</inkml:trace>
  <inkml:trace contextRef="#ctx0" brushRef="#br0" timeOffset="14366.37">11147 15979 309 0,'0'0'3'0,"0"0"2"15,0 0 3-15,0 0 0 0,0 0 2 16,0 0-1-16,-4-8 2 16,4 8 0-16,0 0-4 15,0 0-2-15,0 0-4 16,0 0 0-16,0 0-2 0,-8 9 0 16,8 4 0-16,0-1-1 15,0 1 2-15,5 2 1 16,0-3 1-16,0-1 1 0,2-2 1 15,4-4 0-15,1-2 1 16,1-3 1-16,-1-3 0 16,2-5 0-16,-1-2-1 15,-1-2 0-15,1-3-1 16,-1 2 0-16,-7-3 0 16,-3 0-2-16,1 4 0 0,-6 2-2 15,-4 0 0-15,-2 5 0 16,-7 0-2-16,2 3 0 15,-2 2 0-15,2 0 0 0,-4 2 0 16,6 3 1-16,5-2 1 16,7-3-1-16,-11 8 2 15,11-8-1-15,0 0 1 16,0 0 1-16,5 7-1 0,-5-7 0 16,13 0 1-16,-13 0-1 15,7 0 0-15,-7 0 0 16,0 0-1-16,0 0-1 15,0 0 0-15,0 0-1 0,-7 0 0 16,-4 0-1-16,-3 7-3 16,2-2-2-16,-6 2-4 15,0-1-8-15,6 1-19 16,5 5-23-16,7-12-18 0</inkml:trace>
  <inkml:trace contextRef="#ctx0" brushRef="#br0" timeOffset="14783.3">11223 15725 311 0,'0'0'2'0,"-23"-2"1"0,3 2 0 0,-5 0 1 16,-3 0-1-16,-4 0 1 0,-5 7-1 15,-3 3 1-15,3 8-2 16,3 1 0-16,0 9 1 15,8 6 0-15,1 4 2 16,2 3 1-16,14 7 2 0,2 1 2 16,7 1 0-16,16-3-1 15,12-3 0-15,11-2 0 16,16-7-1-16,10-7-2 0,10-9-2 16,9-4 1-16,3-10-1 15,-3-5-1-15,-1-5 1 16,-9-13 2-16,-14-4 1 15,-14-10 0-15,-10-7 1 16,-19-8-1-16,-15-6 0 0,-9-1 0 16,-16 0-1-16,-16-1-3 15,-11 8-1-15,-10 10-1 16,-7 9 0-16,-5 14-1 0,-5 10 0 16,3 12-6-16,2 5-15 15,-13 14-63-15,38 2-3 16</inkml:trace>
  <inkml:trace contextRef="#ctx0" brushRef="#br0" timeOffset="17683.21">11095 15750 182 0,'0'0'3'15,"0"0"-1"-15,-10-2 1 0,10 2 2 16,-16-5 1-16,3 2 0 16,-4 3 1-16,-4 0 0 0,-4 0 1 15,0 8-2-15,-2 2 1 16,-1 5-3-16,-4-1 0 15,2 8-1-15,-2 3-1 16,8 3 0-16,-3 2-2 0,6 4 0 16,5 1-1-16,7 6 2 15,7 2 1-15,9-4 1 16,16 4 0-16,2-7 0 16,7 5 1-16,3-8 2 0,12 3 0 15,-5-9-1-15,11-3 2 16,-4 0-1-16,1-7 0 15,5-5-1-15,-4-2 1 16,9-3 1-16,0-4-3 0,-1-3 1 16,-5 0-1-16,2-3 0 15,-1-7 0-15,-8-2 1 16,0-4 1-16,-9-3 2 16,-4-3 2-16,-4-3 2 0,-3-3-2 15,-6-5 0-15,-7-5 0 16,-2-1 0-16,-4-7-3 15,-5 2-1-15,-3 0-1 16,-3-3 0-16,-7 2-1 0,-5 7 0 16,0-1 0-16,-7 5 0 15,-8 4-2-15,-4 10 0 16,-4 0-1-16,-11 10 0 16,-6 8-1-16,-10 2-1 0,-2 10 1 15,-3 7-1-15,-2 8 0 16,5 2-4-16,5 3-10 15,15 5-64-15,12-3-3 16</inkml:trace>
  <inkml:trace contextRef="#ctx0" brushRef="#br0" timeOffset="19818.14">664 13679 147 0,'0'0'0'0,"13"0"-1"0,7 3-1 0,-1-1 1 15,14 0-1-15,7 1 1 16,12-1-2-16,7 1 2 15,12 0 0-15,0-1 1 16,26 2 1-16,5 0 0 16,17 0 3-16,0 1-2 15,25 0 4-15,8-3 2 0,10-2 4 16,4 0 1-16,13 0 2 16,2-4 1-16,10 1-1 15,6-2 1-15,-1 1-1 0,-7 0-4 16,6 0-2-16,5 2-3 15,-6-4-2-15,0 1 0 16,-14-4 2-16,0 1-2 0,-8-4 0 16,2-1 1-16,-17-2 1 15,-9 1 1-15,-13-1-2 16,-18-2 1-16,-9 6-2 16,-16-1 0-16,-14 2-1 15,-22 0 1-15,-14 3 0 0,-11 4-1 16,-22 1-1-16,-9 2-6 15,-9 0-17-15,-22 15-40 16,-53 2-11 0</inkml:trace>
  <inkml:trace contextRef="#ctx0" brushRef="#br0" timeOffset="20200.25">600 14943 285 0,'0'0'0'0,"5"0"-2"16,12 2 1-16,13 0 2 0,10-2 5 16,17 3 5-16,17-1 1 15,23-2 4-15,23 0 1 16,24 0 3-16,18-2 1 16,14-1-3-16,15-4-5 15,10 0-3-15,10 1-3 0,8-1-1 16,2 0-2-16,3 2-2 15,-3 1 0-15,-2 0-7 16,-1 4-26-16,16 4-46 16,-26 0-3-16</inkml:trace>
  <inkml:trace contextRef="#ctx0" brushRef="#br0" timeOffset="21500.23">20728 10781 131 0,'0'0'2'0,"0"0"-2"16,0 0 0-16,-14-10 0 0,1 3 0 15,-1 4 0-15,-9-2 1 16,-1 2 2-16,-7 3 0 16,-4 0 1-16,-6 3 2 0,1 7 0 15,-10 5 0-15,0 4 2 16,-2 6-1-16,0 5 0 15,2 9-2-15,3-1 0 16,4 8 1-16,9 9-1 16,6-3 2-16,9 10 0 0,8-2 1 15,11-1 0-15,9 1 2 16,6-4 3-16,21-5 0 16,9-8 0-16,10 0 0 0,7-9-1 15,7-4-2-15,11-7 1 16,4-7-3-16,3-5-1 15,5-5-2-15,3-6 0 16,-1-11-1-16,3-2 0 16,-3-13-1-16,-4-1 1 0,-6-14 0 15,4-1 0-15,-19-11 3 16,-9-1-2-16,-10-7 2 16,-11-8-3-16,-16 2 1 15,-9-8-1-15,-11 1 0 0,-13-1-1 16,-17 4 0-16,-13 5-2 15,-20 3-1-15,-15 6 2 16,-21 10-1-16,-19 12-1 0,-24 13 0 16,-17 14 0-16,-21 13 0 15,-12 23 0-15,-6 21-7 16,-10 25-41-16,-11 48-24 16,3 12-4-16</inkml:trace>
  <inkml:trace contextRef="#ctx0" brushRef="#br0" timeOffset="26589.46">1424 17591 44 0,'0'0'1'0,"0"0"2"16,0 0 0-16,0 0 1 15,10-5-1-15,-10 5 2 16,16-3-1-16,-6 3 2 0,5-2-2 16,-1 0 0-16,9-1-2 15,-1 0 2-15,8-2-2 16,2 0 0-16,10 0 2 16,1 1-2-16,9-7-1 15,2 4 2-15,6 0-2 0,2-1 3 16,10 1-3-16,-15-3 1 15,97-13 2-15,9-6-1 16,-5 1 1-16,-6 4 0 16,-4-1 2-16,-6 0 0 0,-8 5 2 15,-24 3 0-15,2 2 1 16,-5 3 0-16,7-1 0 16,3 1 0-16,-6 0 0 15,4-1-1-15,4 1-1 16,-4 0 0-16,9-3-3 0,5 2 0 15,-2-2 0-15,-8 1-1 16,8-1 1-16,4 0-2 16,-9 2 0-16,4 1-1 15,-6-2 0-15,-8-2 0 0,2 4 0 16,3-1 0-16,-3 1 1 16,-7 0-1-16,7-3 0 15,-6 2-1-15,3 1 1 16,11-2 0-16,-5 1 0 0,-9-2 0 15,9-2 0-15,3 1 0 16,-8 2 0-16,7-1 0 16,-12 0 0-16,-6 1-1 15,2-4 2-15,-6 6-2 0,2-1 1 16,0-5 0-16,-1 4-2 16,1-8 1-16,0 7 1 15,-2-4-1-15,2-1 0 16,6 2 0-16,-11-2 0 0,-2 3-1 15,-2-1 1-15,-7 9 1 16,5-7-1-16,2 4 0 16,-4-5 0-16,-6 7 1 15,-1-2-1-15,3 1 0 0,-3 0 1 16,1 3-1-16,0-2 1 16,-6-2-1-16,-2 2 1 15,3 3-1-15,-6-4 1 16,-2-1-1-16,-7 4 1 0,2-4-1 15,-7 2 1-15,-6-2-1 16,-2 4 0-16,-2-1 0 16,-2-1 1-16,-6 2-1 15,8 3 0-15,-5-2 0 0,-6 2 0 16,3-2 0-16,-7 1 1 16,5 2-1-16,-8-4 0 15,3 1 0-15,-5 1 1 16,-2 0-1-16,4 0 0 0,-5 2 0 15,3-2 1-15,-2 2-1 16,4-1 2-16,-10-1 0 16,6 2 0-16,-6-2 1 15,3 2 0-15,-2-1 0 0,1 2 0 16,1 0 1-16,0 3-1 16,2-4-1-16,5 1 0 15,3 2 0-15,-2-5-1 16,1 4 1-16,-4-3 1 0,1 1 0 15,-10 3 1-15,2-5 0 16,-18 6-3-16,7-4-10 16,-7 4-26-16,-7-5-31 15,-11 5-2-15</inkml:trace>
  <inkml:trace contextRef="#ctx0" brushRef="#br0" timeOffset="28600.51">1275 17209 31 0,'0'0'4'16,"0"0"2"-16,0 0 3 0,0 0 4 15,-12-10 0-15,12 10 0 16,0 0 0-16,0 0 1 15,5-10-3-15,6 10-4 16,-2 0-4-16,9 0-2 0,11 0 2 16,4 0-1-16,9 0 1 15,-2 0 0-15,10-2-1 16,2 2 2-16,4-3-1 16,-3-2 1-16,-1 3-2 15,6-2 1-15,5-2 1 0,0 4-2 16,4-7 2-16,0 2-1 15,7 0 1-15,4 0-1 16,-2-3 2-16,9-3-2 0,2 3 0 16,0-2 1-16,-2 2-1 15,1-2 1-15,-1-2-1 16,2 1 0-16,-5 1 1 16,-3-1-2-16,4-5 0 0,1 8 2 15,0-4-1-15,3 1-1 16,0-1 0-16,5-2-1 15,12 2 2-15,-4 1-2 16,-3-1 0-16,7-2 0 16,-5 2 0-16,9 2 0 0,4-3 0 15,-6 0 0-15,-2-2 1 16,4 2-2-16,-4-5 2 16,1 5-2-16,3-5 1 15,-3 0 0-15,-1 1 0 0,-2 3-1 16,-3-1 0-16,4 2 1 15,1 1 0-15,-8 1 0 16,-1 2 0-16,-1-2-1 0,-4 3 1 16,1-3-1-16,-6 1 0 15,0 2 1-15,0-2-1 16,-6-1 0-16,3 2 0 16,-1 0 0-16,-1-2-2 15,-6 1 1-15,4 2-1 16,-4-2 0-16,1 0 0 0,-3 1-1 15,-3 2 2-15,1-1 0 16,-3 0 0-16,0 0 1 16,3-1 1-16,-6 2-1 0,-2-1 0 15,6 0 1-15,1 3-1 16,-2-4 0-16,-2 1 1 16,2 4-1-16,-3-2 0 15,-2-2 0-15,0 3 1 0,-4-3-1 16,-1 2 0-16,0-2 0 15,1 3 0-15,-1 0 2 16,0-1-2-16,-3 1 0 0,6-3 0 16,-8 2 1-16,1-2-1 15,-4 0 0-15,-4 3 0 16,2-3 0-16,-4 2 0 16,-2 2 0-16,-3-2 0 15,6 1 0-15,4-2 0 0,-8 0-1 16,2-3-1-16,-3 4 2 15,3-4 0-15,-1 2 0 16,1-2 0-16,-3 5 0 16,4-7 2-16,1 10-1 0,-1-3 0 15,4-1 0-15,-2 1-1 16,4-1 1-16,1 3 0 16,0-3 0-16,4 1 1 15,-4-2-1-15,5 3 1 0,-1 2 1 16,3-3-1-16,-2-1 0 15,-5 3 0-15,8-3-1 16,-12 1 3-16,7-1 1 16,-4-2 2-16,1 0 0 15,-2 3 1-15,-4-3 0 0,0 3 0 16,-1-4 0-16,4 4-2 16,-7 0-2-16,-5 0-2 15,2-1 0-15,-5 3-1 0,-5-2 0 16,-1 4 0-16,-5 1 0 15,-5 2 0-15,-5-3-1 16,-11 3-1-16,11-2-1 16,-11 2-3-16,0 0-14 0,-8 10-34 15,-9-3-17-15</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3:38:16.834"/>
    </inkml:context>
    <inkml:brush xml:id="br0">
      <inkml:brushProperty name="width" value="0.05292" units="cm"/>
      <inkml:brushProperty name="height" value="0.05292" units="cm"/>
      <inkml:brushProperty name="color" value="#FF0000"/>
    </inkml:brush>
  </inkml:definitions>
  <inkml:trace contextRef="#ctx0" brushRef="#br0">8273 7422 156 0,'0'0'2'16,"-7"0"1"-16,-6 5-1 15,13-5 1-15,-23 9-2 16,16-1-20-16,0 4-29 0,2 0-1 16</inkml:trace>
  <inkml:trace contextRef="#ctx0" brushRef="#br0" timeOffset="3607.08">7731 6077 221 0,'0'0'3'16,"0"0"1"-16,0 0 3 0,0 0 3 15,0 0 2-15,10 0 3 16,0-4 1-16,2 3 1 15,6-2-1-15,5-2 0 0,5-2-2 16,8-6-3-16,11 3 0 16,5-10-3-16,15 3-1 15,11-8-2-15,8-2-1 0,11-5-1 16,15-3-1-16,5-2-2 16,12-7 1-16,12 0-1 15,12-9 0-15,10 1 0 16,6-3 1-16,12-7-2 15,8 5 0-15,13-7 0 0,2 2 1 16,6 0 0-16,6-2 0 16,0-3 1-16,11 3-1 15,-4-1 2-15,7 0-1 16,-2-1 0-16,-2 1 1 16,-8 3 0-16,1 1 1 0,0-4 0 15,-5 8 0-15,-11 0-1 16,-6 2 2-16,-14 3 0 15,-6 9-1-15,-5-3 1 0,-26 5 0 16,-7 3 0-16,-15 8 1 16,-12 3-1-16,-12 2 0 15,-18 6 1-15,-19 4-2 16,-10 2 1-16,-13 6-1 0,-10 3-1 16,-13 0 0-16,-6 2-1 15,-11 2 1-15,0 0 0 16,0 0-1-16,-6 6 0 15,6-6-3-15,-12 1-5 0,12-1-7 16,-20 15-31-16,20-15-36 16,-15 10-2-16</inkml:trace>
  <inkml:trace contextRef="#ctx0" brushRef="#br0" timeOffset="5007">7676 6039 338 0,'0'0'8'0,"0"0"3"16,-2-12 3-16,2 12 1 0,-8-13-1 15,8 13 0-15,-14-7 0 16,6 4 1-16,-2 3-9 15,3 6-3-15,-4 4-2 16,4 4-2-16,2-1 1 0,5 1 0 16,0-2-1-16,5 1 1 15,8-1 0-15,-1-6 2 16,4-1 0-16,0-5 0 16,5 0 1-16,0-8 1 15,-3-2 0-15,0-2 2 0,-5-3-1 16,-2-2 1-16,-3 2-1 15,-8 0 0-15,0 5-1 16,-8 3-1-16,-4 2 0 0,-6 5-3 16,-1 8 0-16,-6 3-1 15,0 4 0-15,2 3 0 16,4-1-1-16,1 3 1 16,6-3 0-16,5-2 1 0,7-5-1 15,0-10 1-15,17 10 0 16,0-10 0-16,5-2 0 15,1-9 0-15,4-1 0 16,1-5 2-16,-8 0 0 0,2-3-1 16,-9-1 1-16,-4 5-1 15,-6 0 1-15,-3 4-1 16,-8 6 0-16,-7 5-1 16,1 1 0-16,-7 10-3 0,0-1-1 15,-2 11-2-15,3-2-1 16,3 1-4-16,-1 1-2 15,8 0-2-15,0-5-4 16,10-3-3-16,0-4-3 0,0-8-5 16,18 5 3-16,-6-5 2 15,6-7 1-15,-2-4 4 16,5-1 6-16,-6-8 11 0,-5-4 7 16,-1 1 8-16,-1-1 5 15,-8 1 4-15,0 1-1 16,-5 2 3-16,-5 3-3 15,1 4-2-15,-9 8-2 16,1 5-4-16,-6 0-2 0,1 10-3 16,-1 7-1-16,-1 3-2 15,1 8-1-15,1 1-1 16,5 6 0-16,6 0-1 0,6-1-1 16,5-1 1-16,5 1 0 15,11-9 0-15,5-3 2 16,7-7-1-16,10-5 1 15,1-5 1-15,5-5 0 16,2-12 0-16,3-4 1 0,1-8 1 16,-6-1-1-16,-1-7 1 15,-6-3 0-15,-5-2 0 16,-9-2-1-16,-11-3-1 16,-7-1 0-16,-10-1-2 0,-14 2-2 15,-11 7 0-15,-11 3 0 16,-3 12 0-16,-6 5 0 15,-1 13 0-15,-2 7 0 16,1 17 0-16,7 8 0 0,5 4-2 16,5 8-4-16,18 3-10 15,1 4-55-15,22-6-13 16</inkml:trace>
  <inkml:trace contextRef="#ctx0" brushRef="#br0" timeOffset="6323.34">14557 4104 326 0,'0'0'3'0,"0"0"1"0,-13 9 0 0,1-2 0 15,2 2 0-15,-5 4 1 16,3-1 0-16,-4 3 0 15,7 0-2-15,-1-1 0 16,8-3 2-16,2-2 1 16,0-9 1-16,16 10 1 0,0-10 1 15,3 0 2-15,1-7 1 16,1-3 0-16,-5-5 0 16,5 1-1-16,-9-4-1 0,-8 0-1 15,1 1-2-15,-5 1-2 16,-7 2-1-16,-5 3-2 15,-3 2-2-15,-9 9 0 16,1 0 0-16,0 6-2 0,1 5 1 16,2 2 0-16,5 2 0 15,3 0-1-15,10 0 2 16,2-5-1-16,7-1 0 16,11-3 1-16,0-3 0 15,10-3 0-15,2-5 0 0,2-3 1 16,1-4 0-16,-6-1-1 15,1-2 2-15,-8 0-1 16,-6 0 0-16,-7 1 0 16,-7 2 0-16,-4 2-1 0,-11 4 0 15,-5 2 0-15,-1 4-1 16,-8 0-1-16,5 7-1 16,-8 0-3-16,9 5-2 15,-2-2-2-15,7 0-2 0,4 0-2 16,6 1-2-16,8-11 1 15,0 0 2-15,14 0-1 16,5 0 5-16,2-11 0 16,2 1 4-16,4-7 4 0,-6 0 3 15,0-3 2-15,-8-2 2 16,-1 0 2-16,-10 2 3 16,-2 0-1-16,-6 2 0 15,-6 7-1-15,-9 2-1 0,-6 9-2 16,-3 3 1-16,-2 9-4 15,-1 9-1-15,-1 5 1 16,2 6-1-16,4 8 0 16,5-1-1-16,11 4 1 0,8 0-1 15,4-4 0-15,9-4 1 16,14-3-1-16,9-10 1 16,8-4 0-16,10-11 1 15,1-7 0-15,6-3 0 16,1-9 2-16,-3-10-1 0,-3 0 1 15,-10-11 0-15,-7-1 1 16,-8-9-1-16,-11 1-1 0,-12-7 2 16,-4 2-6-16,-17-3 0 15,-13 8 0-15,-12 10 0 16,-11 10 0-16,-6 9 0 16,-8 13 0-16,0 15 0 15,-6 15 0-15,6 12 0 16,10 0-2-16,14 5-39 0,17 4-43 15,14 5-2-15</inkml:trace>
  <inkml:trace contextRef="#ctx0" brushRef="#br0" timeOffset="10423.64">8730 10233 207 0,'0'0'3'0,"0"0"1"0,0 0 6 15,0 0 5-15,3-5 2 16,4 3 2-16,3 0 3 0,5-4 0 16,2 4 1-16,5-3-3 15,8 0-3-15,0-5-3 0,10-3-4 16,0-1-1-16,9-4-2 16,11-7-2-16,7-4 0 15,10-3-2-15,5-5 0 16,12-5 0-16,9-3-2 15,8 0 1-15,11-4 0 0,4-5 0 16,9-2-1-16,6 0 1 16,11-1-1-16,4-5 1 15,11-3-1-15,4 4 0 16,8-6 1-16,0-1 0 0,8 2-1 16,-1 5 0-16,3-2 0 15,-6 1 0-15,-1 3 1 16,-8 4-1-16,-8 2 0 15,-1 2 0-15,-11 4 1 16,-15 6-1-16,-10-1 1 0,-10 9 0 16,-17 3 0-16,-15 3 1 15,-15 4-1-15,-12 3 1 16,-16 8 0-16,-11 5 1 0,-11-4 1 16,-10 7-1-16,-2-1 1 15,-10 5-1-15,0 0-1 16,0 0-3-16,0 0 0 15,0 0 0-15,0 0 0 0,0 0 0 16,0 0 0-16,0 0 0 16,0 0 0-16,0 0 0 15,0 0 0-15,0 0 0 0,0 0 0 16,0 0 0-16,0 0 0 16,0 0 0-16,0 0 0 15,0 0 0-15,0 0 0 16,0 0 0-16,0 0 0 15,0 0 0-15,0 0 0 0,0 0 0 16,0 0 0-16,0 0 0 16,0 0 0-16,0 0 0 15,0 0 0-15,0 0 0 16,0 0 0-16,11 0 0 0,-11 0 0 16,0 0 0-16,12 0 0 15,-2 2 0-15,5-2 0 16,-1 6 0-16,6-5 0 15,5 8 0-15,3-2 0 0,2 0 0 16,11 6 0-16,2-1 0 16,6 1 0-16,9 4 0 15,3-1 0-15,9 5 0 0,10-2 0 16,12 6 0-16,0 3 0 16,10-2 0-16,5 5 0 15,2-1 0-15,8 4 0 16,4 1 0-16,-1 0 0 15,2 2 0-15,7 0 0 0,0-1 0 16,0 1 0-16,3 1 0 16,-5-3 0-16,-1 0 0 15,-1-6 0-15,-6 3 0 0,-9-4 0 16,-4 1 0-16,-9-4 0 16,-8-2 0-16,-7-1 0 15,-10 0 0-15,-7-7 0 16,-15-3 0-16,-8 1 0 15,-15-3 0-15,-2-3 0 0,-10-2 0 16,-8-2 0-16,-7-3 0 16,0 0 0-16,0 0 0 15,0 0 0-15,0 0 0 0,-2-6 0 16,2 6 0-16,-17-9 0 16,4-6-71-16,-2 7-18 15</inkml:trace>
  <inkml:trace contextRef="#ctx0" brushRef="#br0" timeOffset="11440.9">8634 10163 375 0,'0'0'6'0,"0"0"2"0,0 0-1 16,-6 0 0-16,6 0 0 15,-10 0 0-15,10 0 1 0,-9 16-1 16,6-4-5-16,3 1-2 16,0 1 1-16,3-4 0 15,4 0 1-15,7-2 0 16,2-1 1-16,3-7 0 0,1 0 2 15,0-4 0-15,0-7 1 16,-3 1 0-16,-2 0 0 16,-2-4 0-16,-6 3 0 15,-5-1-1-15,-2 2 0 16,-2 2-2-16,-10 4-1 0,-6 4 0 16,1 3-1-16,-3 4-1 15,-4 7 0-15,3 4-1 16,4 2 1-16,-3-3-1 15,8 6 1-15,7-3-1 0,5-8 1 16,2 0 0-16,10-5 0 16,6-4 0-16,4-3 0 15,3-8 0-15,0-4 1 0,0-2 0 16,2-2-1-16,-4-3 2 16,-9 1 0-16,1-2-1 15,-7 3 2-15,-5 0-3 16,-3 6 0-16,-8-1 0 15,-5 8 0-15,-4 1 0 0,-3 3 0 16,-7 10 0-16,4 3 0 16,-1 1 0-16,-1 6 0 15,5 0-3-15,5-3-2 0,2 2-3 16,9-2-2-16,1-10-4 16,3-7-7-16,7 6-10 15,6-6-14-15,2 0-26 16,5-6-13-16</inkml:trace>
  <inkml:trace contextRef="#ctx0" brushRef="#br0" timeOffset="11822.71">8757 10072 304 0,'0'0'7'0,"0"0"5"0,-5-17 2 16,5 17 4-16,-17-18 3 0,4 11 1 16,-1-3-1-16,-8 2 0 15,1 8-5-15,-1 0-6 16,0 8-3-16,-1 9-3 15,4 3-2-15,-2 10-1 16,9 2-1-16,2 6 0 0,7 1 0 16,3-2 0-16,5 1 0 15,10-6 1-15,8-3 0 16,1-10-1-16,6-6 1 0,8-8 0 16,-1-5 1-16,8-7 0 15,-3-8 0-15,0-7 1 16,-5-3-1-16,-2-1 3 15,-10-8-1-15,-5 2 1 16,-8-2-3-16,-12-3-2 0,-7 0 0 16,-11-1 0-16,-9 6 0 15,-10 2 0-15,-7 8 0 16,-7 9 0-16,-3 11 0 0,2 7 0 16,2 17 0-16,3 10 0 15,9 14 0-15,8-5 0 16,21 9-49-16,9 2-38 15,18-6-2-15</inkml:trace>
  <inkml:trace contextRef="#ctx0" brushRef="#br0" timeOffset="13239.85">16842 9518 406 0,'0'0'5'0,"0"0"1"15,-4-11 2-15,4 11 2 16,-5-10 1-16,5 10 0 0,-11-12 0 16,11 12 0-16,-12-5-4 15,12 5-3-15,-9 0-1 16,9 0-2-16,-6 13-1 16,6-13 0-16,3 17-1 0,7-8 1 15,-2-2 1-15,9-1 0 16,0-1 1-16,5-5 0 15,-1 0 0-15,-2-5 0 16,1-5 1-16,-6 0-1 0,-5-2 1 16,-2-3-3-16,-7-2 0 15,0 2 0-15,-7 0 0 16,-9 3 0-16,-3 2 0 16,-7 5 0-16,2 2 0 0,-4 3 0 15,1 10 0-15,2 0 0 16,6 5 0-16,3-1 0 15,7 3 0-15,6-1 0 16,3-1 0-16,10-2 0 0,8-5 0 16,3-2 0-16,7-3 0 15,2-3 0-15,2-5 0 0,3-6 0 16,-8-1 0-16,1-5 0 16,-11 2 0-16,-5-3 0 15,-7-1 0-15,-5 5 0 16,-7-2 0-16,-7 4 0 15,-9 4 0-15,-7 6 0 16,-2 2 0-16,-5 5 0 0,2 7 0 16,2 9 0-16,4-2 0 15,4 1 0-15,5-1 0 16,8 2 0-16,9-6 0 16,6-1 0-16,6-6 0 0,12-1 0 15,0-7 0-15,9 0 0 16,0-4 0-16,7-9 0 15,-4 1 0-15,-3-6 0 16,-6 0 0-16,-4 1 0 0,-10-2 0 16,-5 1 0-16,-10 1 0 15,-7 2 0-15,-8 7 0 0,-8 3 0 16,-2 5 0-16,-4 3 0 16,4 7 0-16,-2 10 0 15,7 2 0-15,3 3 0 16,7 0 0-16,10-1 0 15,5 1 0-15,13-5 0 0,11-5 0 16,6-5 0-16,2-8 0 16,11-2 0-16,-1-5 0 15,-1-7 0-15,0-5 0 16,-6-7 0-16,-8 3 0 0,-13-6 0 16,-6 2 0-16,-8-2 0 15,-18 2 0-15,-9 5 0 16,-12 5 0-16,-6 5 0 15,-4 10 0-15,-2 0 0 16,4 15 0-16,5 0-5 0,17 0-54 16,6 12-27-16,6-2 0 15</inkml:trace>
  <inkml:trace contextRef="#ctx0" brushRef="#br0" timeOffset="19735.34">640 12661 311 0,'0'0'0'0,"0"0"0"0,0 0-1 16,0 0 0-16,17-5 0 15,-7 2-1-15,13 3 0 16,9 0-1-16,5 0 1 0,15 0 1 16,5 0 0-16,13 3 1 15,14-1 1-15,9 1 1 16,13 2 1-16,6-5 0 16,18 2 1-16,1-2 1 15,18 0 1-15,10 0-1 0,7 0 2 16,13-2 0-16,10-3-1 15,5 2 0-15,7-2 0 16,15 5 1-16,0-2-3 0,1 2 0 16,-5 0-2-16,-2 0 0 15,2 2 0-15,-9-2-1 16,-9 0 2-16,-3-2 0 0,-17-5 0 16,-10-3 1-16,-10-3 0 15,-10-1 1-15,-17-4 1 16,-15 1-1-16,-20 4-1 15,-17-2-3-15,-16 11-8 0,-19 4-42 16,-23 1-25-16,-17-1-4 16</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3:38:40.358"/>
    </inkml:context>
    <inkml:brush xml:id="br0">
      <inkml:brushProperty name="width" value="0.05292" units="cm"/>
      <inkml:brushProperty name="height" value="0.05292" units="cm"/>
      <inkml:brushProperty name="color" value="#FF0000"/>
    </inkml:brush>
  </inkml:definitions>
  <inkml:trace contextRef="#ctx0" brushRef="#br0">2267 9725 227 0,'0'0'5'0,"0"0"3"0,-2 6 3 15,2-6 0-15,0 0 1 16,0 0 1-16,0 9-1 15,0-9 0-15,0 0-5 0,0 0-1 16,0 0 0-16,12 0-1 16,3-5 0-16,7-2 1 15,10-8 0-15,9-8 1 0,15-6 0 16,14-8 1-16,14-11-4 16,8-6 1-16,16-11-1 15,6-9-1-15,15-5-1 16,7-7 1-16,9-4-1 15,6-6 0-15,11-6-1 16,7-4 1-16,4-3-1 0,11 1 0 16,0-2 0-16,3 1-1 15,1 2 0-15,2 5 0 0,-7 4 1 16,1 1-1-16,-10 7 2 16,-2 3-1-16,-11 9 1 15,-7 3 1-15,-15 6-1 16,-9 8 2-16,-14 3 0 15,-14 9-1-15,-14 6-1 0,-19 7 1 16,-14 3-1-16,-11 11 2 16,-14 5-3-16,-12 1-1 15,-9 9-6-15,-9 7-7 0,-4-2-34 16,-14 11-29-16,-12 8-5 16</inkml:trace>
  <inkml:trace contextRef="#ctx0" brushRef="#br0" timeOffset="2416.8">2342 9718 71 0,'0'0'3'0,"0"0"1"16,-12-3 6-16,12 3 2 16,-21 3 3-16,9 7 0 15,-1 2 3-15,-6 5-1 16,6 6-2-16,-5-6-1 0,6 11-5 15,-5-6-3-15,4 3-2 16,6-3-2-16,-2-3-1 16,4-1 2-16,-1 2-3 15,3-3 0-15,1 1 0 0,2-1 1 16,2 0-1-16,7-5 1 16,-4 1 0-16,4-1-1 15,1 3 1-15,3-5-1 16,-1 2 1-16,1-5-1 15,-1 1 0-15,2 2 0 0,-1-3 0 16,4-1 1-16,-1-1-1 16,6 0 2-16,-3-3-1 15,6 1 0-15,-3-1 0 16,11 0 1-16,-3-2-1 0,5 0 1 16,4 0 1-16,2 0-1 15,3-4 0-15,6 1 1 16,-1-2 2-16,0-2 0 15,10 1-1-15,-6-1 2 0,2 2-1 16,7-2 0-16,-2 0 0 16,7 1-3-16,3 2-1 15,2 1 1-15,2 0 0 0,4 1-1 16,4 2 1-16,-1 0 0 16,11 0-2-16,-5 0 1 15,-2 2 1-15,7 1-2 16,-2 0 0-16,6 0 1 15,-4 1-1-15,5-4 1 0,5 0 0 16,3 3 1-16,-1-3 0 16,5 0 0-16,0-3 0 15,3 3 0-15,3-3 0 0,-6-1 1 16,-5 4-1-16,3 0 1 16,2 0 1-16,-2 0-1 15,-5 0 0-15,3 0 0 16,-6 0 0-16,3 0-1 15,5 0 0-15,-10 0 1 0,2 0-2 16,-7 0 1-16,0 0 0 16,-8 3 0-16,-2-3 0 15,-7 0 2-15,-8 0 1 0,-3 0 1 16,-4 0 0-16,-5 0 0 16,-6-3 1-16,1-3-1 15,-6 4-1-15,-1-1 0 16,-1-1-2-16,-5 1 0 0,1-1-1 15,2 1 0-15,-8 0 0 16,5 0-1-16,-7 1 0 16,2 0 0-16,-2-3 0 15,0 0-1-15,-3 0 0 0,1 0 1 16,-3-2-1-16,0-1 1 16,-1-2-1-16,1 0 1 15,0-2-1-15,0-1 1 16,-6 1-1-16,4-2 0 15,-3-4-1-15,3-1 1 0,-2-1 0 16,0-5 0-16,-5 2-1 16,2-6 2-16,-3-4-1 15,0 1 0-15,-3-3 1 0,1-2-1 16,-6-3 1-16,5 1-1 16,-3 0 0-16,-2-2 1 15,2 4-1-15,-1-2 0 16,0-3 1-16,-1 7-1 0,0-5-1 15,-2 1 2-15,1-3-1 16,-2 0 1-16,-1 0-1 16,-1 2 1-16,1-5-1 15,-1 3 0-15,-2-2 1 0,0 4-2 16,0 0 1-16,0 1 0 16,-2-1 0-16,-1 3 0 15,1 2 0-15,-1 1-1 16,-1-3 1-16,-2 4 0 15,4-4 0-15,-3 2 1 0,0 1-1 16,-2 2 0-16,2-1 1 16,-3-1-1-16,1 2 1 0,-1-1 0 15,1 4-1-15,-1-1 0 16,-4 3 1-16,5-3 0 16,-4 3-1-16,4-4 1 15,-5 2 0-15,4-2-1 0,-2 2 0 16,-2 2 0-16,1 0 0 15,2 0 0-15,2-1 0 16,-7 1 1-16,5 0-1 16,-3 0 0-16,1-1 0 0,2 2 0 15,-3-2 1-15,1 2-1 16,-1-2 1-16,5 3 0 16,-6 1 1-16,3-1 0 15,3 0-1-15,-7 0 1 16,8 0-1-16,-4-3 1 15,-1 6-1-15,2-3 1 0,-3-2-1 16,1 6 1-16,2-4-1 16,-1 2 1-16,-3 1 0 15,1-1 0-15,0 1 0 0,1 2 0 16,2-2-1-16,1 2 0 16,0-2-1-16,-1 0 0 15,-1-3 0-15,3 5 0 0,-1-5 0 16,0 3 0-16,-1 2 0 15,2-2 0-15,-4 2 1 16,4 0-1-16,-3 2 1 16,2 1-1-16,1 2 0 0,-1 1 1 15,-1-1-1-15,1 3 0 16,-2-1 0-16,0 1 1 16,0 2-1-16,3-2 1 15,-5 2-1-15,1 0 0 16,0 0 1-16,3 2-1 0,-3-2 0 15,4 3 0-15,-3-1 0 16,1 2 0-16,-2 0 0 16,1 1 0-16,-3 0 0 15,-1 1-1-15,2 0 1 0,-6 3 0 16,0 1-1-16,-1 0 1 16,-1 0-1-16,-3 5 1 15,4 2 0-15,-6-3-1 0,0 6 1 16,-3 1-1-16,3 1 0 15,-1 1 1-15,1 2-1 16,-3-1 0-16,6 1 1 16,-4 4-1-16,3-1 1 0,0-1 0 15,0 1 0-15,7-4 0 16,-5 4-1-16,4-3 1 16,0-3-3-16,4 1-3 15,3-4-8-15,5 2-33 16,3-1-32-16,2-1-3 0</inkml:trace>
  <inkml:trace contextRef="#ctx0" brushRef="#br0" timeOffset="3249.62">2693 9826 381 0,'0'0'5'0,"0"0"-1"0,-11-1 2 16,11 1 0-16,-14 0 1 16,5 4 0-16,9-4 0 15,-19 15 1-15,12-8-4 0,1 4-1 16,4 1-2-16,2 1 0 15,0-1 0-15,5-5 0 16,5 0 0-16,2-4 0 16,4-3 0-16,0 0 0 15,2-10 1-15,-1 0 1 0,-2-4 0 16,2-6 0-16,-1 2 1 16,-7-1 0-16,-4-2 1 15,-5 4-2-15,0 5 1 16,-10 2-2-16,-6 5 0 15,-9 2 0-15,-3 6 0 0,-2 5-2 16,0 6 1-16,1 5-1 16,1 2 1-16,6 1-3 15,7 3-5-15,2-6-15 0,-9-1-59 16,27-3-2-16</inkml:trace>
  <inkml:trace contextRef="#ctx0" brushRef="#br0" timeOffset="4050.42">7085 7422 365 0,'0'0'4'0,"0"0"-1"0,-12 0 1 16,5 0 0-16,-9 5 1 16,4 2-1-16,-1 3 0 15,-1 0 1-15,7 2-4 16,3 0 0-16,4 3-1 15,4-5 2-15,8-5 0 0,8-2 1 16,-1-3 0-16,8-5 2 16,-1-2 0-16,-1-6 2 15,-4-5 1-15,2 2 0 0,-5-2 0 16,-6 1-1-16,-8-1 0 16,-4 1-1-16,-7 4-1 15,-7 4-1-15,-9-1-2 16,-2 7-1-16,-2 3-1 15,-3 3 0-15,2 7-1 0,1 2 1 16,5 5-1-16,7-4 0 16,3 4 1-16,1 0-2 15,9-1 1-15,4-7-2 16,9 2-1-16,1-5 0 0,3-1-2 16,0-2-2-16,5-3-5 15,-3 0-5-15,-2 0-15 16,0 0-46-16,-5 0-2 15</inkml:trace>
  <inkml:trace contextRef="#ctx0" brushRef="#br0" timeOffset="4850.14">7572 9619 366 0,'0'0'6'0,"0"0"1"0,-10 0 2 16,10 0 1-16,-13 7 1 0,4 0 0 16,-1 6 1-16,2-1-1 15,1 6-4-15,2-4-2 16,3 7-2-16,2-7-1 15,2 1-1-15,3-2 0 0,4-4 0 16,4-3 1-16,2-6 0 16,-2-3 0-16,-1-5 0 15,6-6 1-15,-6-4 0 16,-5-1 0-16,1-1 0 0,-6-3 0 16,-2 4 0-16,-2 1 0 15,-8 5 0-15,-2 4-1 16,-6 6-1-16,1 3 0 15,-3 8-1-15,3 4 0 16,4 5 0-16,-2 1 0 0,2 2 0 16,9-3-1-16,-1 1 1 15,5-8 0-15,9 0 0 16,4-9 0-16,2-1 0 0,5-7 1 16,3-5-1-16,-2-8 0 15,4 1 0-15,-5-4 1 16,-7 1 0-16,-6 0 0 15,-5 4-1-15,-2 5 0 0,-12 6 1 16,-6 7-2-16,-3 5-3 16,-2 13-10-16,-4 14-64 15,10-7-7-15</inkml:trace>
  <inkml:trace contextRef="#ctx0" brushRef="#br0" timeOffset="7917.67">7257 7013 308 0,'0'0'4'0,"0"0"1"0,-7-13 2 16,7 13 0-16,-11-9 1 15,4 2 1-15,-3 1 1 16,-5 2 1-16,0 4-3 15,-3 0-2-15,-4 10-2 0,0 2 0 16,-8 8-1-16,0 2-3 16,-8 3 0-16,4 6 0 15,-3 2 0-15,0 3 1 16,0 4-1-16,2-2 0 0,10-1 0 16,5-2 0-16,5-1-1 15,9-3-5-15,6-7-14 16,4-12-46-16,13 3-8 15</inkml:trace>
  <inkml:trace contextRef="#ctx0" brushRef="#br0" timeOffset="8717.25">6935 7163 198 0,'0'0'4'0,"-7"-2"-1"0,-5 2 1 0,1 0 2 16,-3 2 2-16,-1 9 2 15,-4-1 2-15,-6 7 1 16,7 8-1-16,-6 2-1 0,4 3 0 16,2 0-3-1,1 7-1-15,4-5-3 0,6 5-2 16,4-2-1-16,3-6-1 15,5 4 0-15,8-7-1 16,6 2 0-16,2-6 1 0,6 1 1 16,0-6 0-16,8-2 1 15,2-5 0-15,0-6 2 16,4 2-1-16,-2-6 0 16,5-6-1-16,-1-2 1 0,3-9-2 15,0-1-1-15,1-5 0 16,5-6-1-16,3-6-1 15,10-5 1-15,4-7-1 16,5-11 1-16,11-3 2 0,2-8 4 16,10-6 2-16,2-3 1 15,13-5 1-15,-2-1 0 16,4-3 2-16,3 1-1 0,-3 4-3 16,6 0-3-16,-1 0-1 15,-5 6-2-15,-7 4-1 16,-3 5 0-16,-7 7-3 15,-10 9-3-15,-10 6-4 16,-15 10-8-16,-13 13-17 0,-19 5-37 16,-7 6-5-16</inkml:trace>
  <inkml:trace contextRef="#ctx0" brushRef="#br0" timeOffset="9383.52">7115 7017 200 0,'0'0'6'0,"18"-14"4"15,3-5 5-15,15-9 4 0,3-10 2 16,23-8 1-16,10-15 3 15,25-9 0-15,10-10-3 16,15-9-4-16,7-3-4 0,13-7-1 16,6-4-3-16,10 0-2 15,3-3-1-15,-2 0-1 16,2 2-2-16,-2 4 0 16,0 1-1-16,-10 7-3 0,-7 6 0 15,-13 9 0-15,-12 6-1 16,-18 10 1-16,-14 10 0 15,-18 8 0-15,-17 12 1 16,-13 8 0-16,-12 8 0 16,-13 6-1-16,-12 9 0 0,0 0-4 15,-7 4-4-15,-6 11-10 16,-4 0-22-16,-6 5-40 16,-4 7-3-16</inkml:trace>
  <inkml:trace contextRef="#ctx0" brushRef="#br0" timeOffset="9685.99">9115 6192 335 0,'0'0'6'16,"7"-8"3"-16,4-5 1 16,10-5 4-16,7-7 2 15,15-9-1-15,3-6 2 0,17-7-1 16,6-5-4-16,10-5-4 16,2 0-1-16,5 0-3 15,-1 5-3-15,-5 5-4 0,-6 4-6 16,-5 12-14-16,-9 11-55 15,-15 5-2-15</inkml:trace>
  <inkml:trace contextRef="#ctx0" brushRef="#br0" timeOffset="10627.8">7546 9543 313 0,'0'0'5'15,"0"0"3"-15,-6-8-1 0,6 8 2 16,-16-10-1-16,4 4 1 16,-4 2 2-16,-7 1 0 15,3 3-3-15,-5 0-3 0,-3 7-1 16,2 4-1-16,1 6-1 15,-3 5 0-15,6 3-1 16,1 5-1-16,9 2-1 16,8 2 0-16,4 4 0 15,4-1 0-15,14 2-1 16,12-1 1-16,5-1 0 0,9-3 0 16,8 4 1-16,8-3 0 15,7-1 0-15,5-1 2 16,10 1 0-16,8 3 1 15,4-2 0-15,10 2 0 0,8 0 0 16,3 5 0-16,1 3 1 16,9-3 0-16,-1 5 1 15,0 0 0-15,3 3 1 0,-5 1 0 16,-3 1-1-16,-5-2 1 16,-3 0 0-16,-4-1-1 15,-10-1-1-15,-5-4 1 16,-5-1-1-16,-12-4 1 0,-5-4 0 15,-16-6-1-15,-7-7-1 16,-10 1 0-16,-7-8-2 16,-10-3-1-16,-7-7-3 15,-13-5-5-15,0 0-6 16,0 0-8-16,-20 0-30 0,5-15-32 16,-7-2-4-16</inkml:trace>
  <inkml:trace contextRef="#ctx0" brushRef="#br0" timeOffset="11332.76">7460 9432 239 0,'0'0'5'0,"0"0"4"0,13-8 2 16,-3 2 2-16,10 1 2 16,1 0-2-16,15 0 1 15,6 3 2-15,8 2-7 16,6 2-1-16,10 11-3 15,3 7 0-15,4 1-1 0,6 12 2 16,4 3 1-16,2 10 3 16,5 6-1-16,2 5-1 15,4 2 0-15,4 8 0 0,-7 0 1 16,13 2-1-16,-7 0-2 16,-2-2-1-16,-3-2 1 15,1 2 1-15,-1-3 1 16,1 1-2-16,2-1-1 0,0-2 0 15,-3 0-1-15,3 0-1 16,4-3-1-16,-3-2-1 16,1-2 0-16,-7-2-1 15,-2-10 1-15,-4 1-1 16,-6-3 1-16,-6-5 1 0,-8-6-1 16,-10-2 1-16,-11-6-1 15,-5-7-1-15,-14 1 0 16,-5-10-3-16,-11 2-3 15,-10-8-4-15,0 0-6 0,-20 0-14 16,3-18-41-16,-3 11-15 16</inkml:trace>
  <inkml:trace contextRef="#ctx0" brushRef="#br0" timeOffset="11426.99">10402 10987 282 0,'0'0'1'0,"0"0"-3"15,-7-13-8-15,7 13-29 16,-11-7-24-16</inkml:trace>
  <inkml:trace contextRef="#ctx0" brushRef="#br0" timeOffset="12999.32">2392 9637 286 0,'0'0'6'15,"0"0"1"-15,0 0 2 16,0 0 4-16,7-6 3 16,-7 6 1-16,0 0 1 0,0 0 1 15,0 0-5-15,0 0-3 16,-12 10-3-16,-4 0-2 15,0 0-4-15,-7 3-1 16,-9 1 0-16,-1 9 0 0,-4-2-1 16,-5 4 0-16,-8 3 1 15,-4-1-1-15,-6 8 0 16,-9 2 0-16,-7 0-1 0,0 7 1 16,-9-3-1-16,-2 6 1 15,-5 0-1-15,0 2 0 16,0-2 1-16,-2 3 0 15,-1 1-1-15,1-4 2 0,-3 3-1 16,3 0 1-16,2 2-1 16,0-5 0-16,0 0 0 15,12 0 0-15,1-5-1 16,7 3 0-16,7-11 0 0,5 1 1 16,9-4-1-1,8-5 1-15,6-4-1 0,2 3 1 16,8-4-1-16,2-5-1 15,5-1 1-15,3 0-1 16,-2-3 0-16,8 1 0 0,1-1-1 16,2-1 1-16,3-5 0 15,5-6 0-15,-5 18 0 16,5-18 0-16,-2 17 0 16,2-17 0-16,0 15 0 0,0-15-1 15,0 14 0-15,0-3-1 16,2-4-1-16,1 3-1 15,2 0 0-15,-5-10 0 16,10 15 0-16,-10-15 0 0,17 15 0 16,-4-10 0-16,-6 2 0 15,5-1 0-15,4-5 1 16,1 5-2-16,3-5 1 0,3-1 2 16,4 0 1-16,1 0 1 15,8-1 1-15,-1-6 0 16,12-2 1-16,-5-3 1 15,5-3 1-15,6-2 0 16,2-5 0-16,7-3-1 0,5-10 0 16,4 1 0-16,5-3 0 15,2-6 0-15,7-4 0 16,0-1 1-16,6-2-2 0,4-3 3 16,0 1 1-16,4-2-2 15,2-1 1-15,2-4-1 16,1 0 0-16,0 1 0 15,6 2 1-15,-6 2-2 0,-2 1 1 16,0 3-1-16,-6 5 1 16,-1 3 0-16,-1 5 0 15,-10 5-1-15,-6 3 0 16,-3 1 0-16,-9 3 0 0,-8 8 0 16,-6 2-1-16,-12 2 1 15,-8 7-1-15,-9-2 2 16,-9 6 0-16,-3 2 0 15,-11 0 0-15,0 0 2 16,0 0-3-16,0 0 1 0,0 7-1 16,0-7 0-16,0 0-2 15,0 0 0-15,-9 0-1 16,9 0 2-16,0-7-1 0,0-3 1 16,0 2 1-16,0-4 1 15,0-4 0-15,0-3 1 16,0-1 2-16,0 1 2 15,0-9-1-15,-4 3 0 16,-6-7 1-16,-5 3-1 0,-2-1 0 16,-8 0-2-16,-5 3-1 15,-2 4-2-15,-8 5-7 16,-3 10-19-16,-1 8-50 0,-6 1-2 16</inkml:trace>
  <inkml:trace contextRef="#ctx0" brushRef="#br0" timeOffset="15915.25">14914 11776 505 0,'-7'-14'0'0,"-12"-9"-1"0,-15-8 1 16,-3-15-1-16,-22 2 0 15,-11-8 0-15,-19-5 0 16,-22-2 0-16,-15 17 1 0,-10 12 0 15,-16 16-1-15,-18 14-1 16,-23 16 0-16,-12 26-1 16,-27 18-2-16,-9 22-1 0,-17 16-1 15,-11 24 1-15,-2 19 2 16,1 15 2-16,14 21 1 16,10 11 2-16,22 19 1 15,20 12 1-15,33 13 1 16,25 11 0-16,26 3-1 15,28 4-1-15,30 0-1 0,27-4-1 16,31-6 0-16,29-5-1 16,32-10-4-16,33-12-3 15,28-7-2-15,31-13-4 0,30-7 1 16,23-15 1-16,21-11-1 16,28-13 3-16,13-14 4 15,8-13 7-15,17-14 3 16,4-22 6-16,10-12 2 0,1-12 0 15,-1-19 2-15,-5-18-1 16,2-21-3-16,-6-16-2 16,-6-30-3-16,-10-27-3 15,-7-25-3-15,-7-29 1 0,-16-27-2 16,-12-27 2-16,-20-23 1 16,-17-27 1-16,-20-16-1 15,-28-18 2-15,-21-14 1 16,-31-16-2-16,-27-1 1 15,-29-9-1-15,-27 4 1 0,-31-1 0 16,-32 10 1-16,-35 10-1 16,-34 8 1-16,-33 16-4 15,-45 9 0-15,-35 23 0 0,-43 22 0 16,-37 31 0-16,-41 30 0 16,-43 44 0-16,-37 43 0 15,-35 58-6-15,-27 59-79 16,-42 53-1-16</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3:38:58.392"/>
    </inkml:context>
    <inkml:brush xml:id="br0">
      <inkml:brushProperty name="width" value="0.05292" units="cm"/>
      <inkml:brushProperty name="height" value="0.05292" units="cm"/>
      <inkml:brushProperty name="color" value="#FF0000"/>
    </inkml:brush>
  </inkml:definitions>
  <inkml:trace contextRef="#ctx0" brushRef="#br0">4454 5095 385 0,'0'0'2'0,"0"8"1"0,0 4 1 16,0 3 3-16,2 10 0 16,6-1 2-16,7 6 1 15,11-5 3-15,20-15 0 16,28-22 1-16,40-48-2 0,53-56 1 16,67-65 0-16,111-65-7 15,68-60-6-15,111-49-70 16,82-34-15-16</inkml:trace>
  <inkml:trace contextRef="#ctx0" brushRef="#br0" timeOffset="580.55">7754 11625 509 0,'7'-14'2'16,"23"-19"-2"-16,37-31 0 0,47-42 0 15,105-56 0-15,61-58 0 16,104-32-53-16,134-84-29 16</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946.47601" units="1/cm"/>
          <inkml:channelProperty channel="Y" name="resolution" value="1676.0614" units="1/cm"/>
          <inkml:channelProperty channel="F" name="resolution" value="1.41944" units="1/deg"/>
          <inkml:channelProperty channel="T" name="resolution" value="1" units="1/dev"/>
        </inkml:channelProperties>
      </inkml:inkSource>
      <inkml:timestamp xml:id="ts0" timeString="2024-01-27T08:52:26.358"/>
    </inkml:context>
    <inkml:brush xml:id="br0">
      <inkml:brushProperty name="width" value="0.05292" units="cm"/>
      <inkml:brushProperty name="height" value="0.05292" units="cm"/>
      <inkml:brushProperty name="color" value="#FFC000"/>
    </inkml:brush>
  </inkml:definitions>
  <inkml:trace contextRef="#ctx0" brushRef="#br0">11884 12143 332 0,'0'0'-22'16,"0"0"-41"-16,-12 3-3 15</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3:39:13.339"/>
    </inkml:context>
    <inkml:brush xml:id="br0">
      <inkml:brushProperty name="width" value="0.05292" units="cm"/>
      <inkml:brushProperty name="height" value="0.05292" units="cm"/>
      <inkml:brushProperty name="color" value="#FF0000"/>
    </inkml:brush>
  </inkml:definitions>
  <inkml:trace contextRef="#ctx0" brushRef="#br0">8712 8011 329 0,'0'0'4'15,"0"0"2"-15,-7-12 3 0,5 1 1 16,-9 2 2-16,4-1 1 16,-5-2 0-16,-6 2 1 15,-3-1-4-15,0 4-1 16,-1 2-3-16,-6 5-1 0,1 0-1 16,-5 5-1-16,-3 5 0 15,0 5-2-15,1 5 1 16,-6 0 0-16,2 8-1 15,1-1 1-15,0 5-1 0,0-3 0 16,2 4 0-16,8-1 0 16,-3 2 0-16,7 1 0 15,1 2 0-15,5 3 0 16,-1 2-1-16,6 2 0 0,1 0 0 16,7 4 1-16,4 2 0 15,8-3 0-15,6 2-1 16,9-1 1-16,7-6 1 15,7 2 0-15,2-4 0 0,9-3 0 16,1-5 0-16,7-2-1 16,5-5 1-16,3-8-1 15,6-5 1-15,3-4-1 16,3-6 0-16,-1-4 0 0,2-10 0 16,-2-6 0-16,-1-4 0 15,-5-7 0-15,-1-7 0 16,-6-6-1-16,-8-5 1 0,-6-2 1 15,-6-8 0-15,-12 0-1 16,-5-7 0-16,-11-4 0 16,-8-4 0-16,-6 1 0 15,-16-2 0-15,-3 3-1 16,-11 2 1-16,-8 6-1 0,-6 3 1 16,-9 7 0-16,-9 7-1 15,-7 10 0-15,-11 8 1 16,-14 10-2-16,-3 13 1 15,-18 8-1-15,-3 21 2 0,-6 12 0 16,2 20 1-16,5 14-2 16,11 16 0-16,15 15-2 15,23 22-20-15,27 7-60 16,24 3-2-16</inkml:trace>
  <inkml:trace contextRef="#ctx0" brushRef="#br0" timeOffset="3184.33">5711 11787 229 0,'0'0'5'16,"-8"-3"4"-16,8 3 3 0,-9-6 4 15,9 6 1-15,-12-4 1 16,12 4 0-16,-13-5-2 16,13 5-4-16,0 0-3 15,0 0-4-15,13 0-1 16,3 3-3-16,9-1 0 0,10 2-1 16,7 2 1-16,13-1 1 15,9-2-1-15,9-1 0 16,11-2 0-16,8 0 0 15,8 0 0-15,11-2 0 0,9-3 1 16,4 0-1-16,13-1-1 16,6 2 1-16,9-1 0 15,7 0-1-15,8 0 1 16,4 5 0-16,8-3-1 0,6 3 1 16,7 0-1-16,3 0 1 15,6 0-1-15,0 0 1 16,11 0-1-16,1 0 0 15,-2 0 0-15,-5-3-1 0,3 1 1 16,5-4-1-16,-11-3 0 16,4 0-1-16,-16-4 1 15,-10 1 0-15,1-5 0 0,-6-4 1 16,-19 4-2-16,-10 0 0 16,-21 0-3-16,-15-5-4 15,-10 9-9-15,-14-1-23 16,-29 0-29-16,-7 10-4 15</inkml:trace>
  <inkml:trace contextRef="#ctx0" brushRef="#br0" timeOffset="4937.56">5673 11841 286 0,'0'0'3'15,"0"0"0"-15,0 0 1 16,0 0-2-16,0 0 1 0,-15-8-1 16,15 8 0-16,-19 0 0 15,2 6-2-15,-3 3-1 16,-3 1 1-16,4 3 0 15,-4 2 0-15,1 5 1 16,-1-1-1-16,6-1 0 0,-1 4 1 16,6 0-1-16,3 0-1 15,0-2 1-15,5 8-1 16,1-7 1-16,3 7 0 0,0-3 0 16,3 5 1-16,1-1 0 15,7-1 2-15,-2 4-1 16,4-3 2-16,4 4 1 15,4-4-1-15,3 1 1 0,3-3 1 16,1-4-1-16,11 2 0 16,2-3 0-16,3-3-1 15,4-1 1-15,6-1-1 0,3-2 1 16,0-2-2-16,7-1 0 16,1-2 0-16,-1 0 1 15,7-1-1-15,3-3 0 16,-1 4 0-16,3-3-1 15,2 0 1-15,1 0-2 0,-2 1 1 16,0 0 0-16,3-1 0 16,-1-2-1-16,0 3 1 15,4-4 0-15,-2-1-1 16,0 2 1-16,8-3 0 16,-2-2-1-16,1 0 0 0,4 0 0 15,-2 0 0-15,2-2 0 16,0-1 0-16,0-2 0 15,2 1-1-15,0-4 1 16,1 3 0-16,-3-5-1 0,0 5 1 16,0-3-1-16,3-1 1 15,-1 1-1-15,-5 0 0 0,6 2 1 16,-6-2-1-16,3 3 0 16,-3-2 1-16,3 2-1 15,-5-1 0-15,-2 2 0 16,2-1 0-16,-3 0 0 15,-2 0 1-15,1 2-1 0,-7-1 0 16,-1 1 0-16,2 0 0 16,-5 2 0-16,0-2 0 15,0 0 0-15,-5 1 1 16,1 2-1-16,-4-3-1 16,-2 3 1-16,-2-2 0 0,-4-2 0 15,-1 4 0-15,-1-1 0 16,0-5-1-16,-5 5 1 15,1-2 0-15,-6-5-1 0,0 4 1 16,-1-4-1-16,0 1 0 16,-6 1 0-16,-1-1 0 15,5-2-1-15,-4 0 1 16,-4 2 0-16,4 0 1 0,-5 2-1 16,-1-5 1-16,3 6 0 15,0-7 0-15,1 4 0 16,-3 0 0-16,1-4 0 15,-1 4-1-15,2 0 0 0,-4-1 1 16,3 1-1-16,-4-1 0 16,-4 1 1-16,0-3-1 15,-2 2 1-15,0 1 0 16,-2-3 0-16,2 2 1 16,-3-1-1-16,-1-1 1 0,-1 0 0 15,-3 0 0-15,0-5-1 16,4 6 2-16,-6-4-1 15,-1 1 1-15,1-1-1 0,-3 1 2 16,0-1-1-16,-3-1 1 16,1 2 0-16,-1-6-1 15,-4-2 1-15,-1 3 0 16,3-5 0-16,-5-3 1 0,2 2-1 16,-2 0 1-16,0-3 0 15,0-2 1-15,-4 5 0 16,1-8 0-16,-2 4 0 15,-2-1-1-15,-4 1 0 0,4 0-1 16,-2 2 1-16,-3-5-1 16,-4 6 1-16,2-3-1 15,-9 4 0-15,1 0-1 0,-6 4 0 16,-4 2-2-16,-8 7 0 16,1 2 0-16,-9 4 0 15,1 4 0-15,0 0-2 16,-1 2-15-16,-6 15-55 15,11-9-12-15</inkml:trace>
  <inkml:trace contextRef="#ctx0" brushRef="#br0" timeOffset="6400.61">8324 11933 287 0,'0'0'6'16,"0"0"4"-16,0 0 1 15,-2-11 3-15,2 11 1 16,-7-7 2-16,7 7 2 0,-12-12 2 16,4 6-7-16,-4 2-2 15,0 0 0-15,-4 1-5 16,2-2 0-16,-4 2-2 15,4 3-2-15,-4 0 0 0,1 0-1 16,0 3 0-16,4-1 0 16,0 4-1-16,-4-2 0 15,4 3 0-15,1 1 0 0,-2 2 0 16,3 0 0-16,-1-1 0 16,1 7 0-16,-1-3 0 15,3 8 0-15,-2 0 0 16,-1-3 0-16,2 8 1 0,0-1-1 15,3-1-1-15,2 1 1 16,-2 0 0-16,1-1-1 16,3 4 1-16,1-3-1 15,2-3 1-15,0 3-1 0,0-1 0 16,2-1 1-16,7-1 0 16,-2 0-1-16,0-2 1 15,3 0 0-15,5 0 0 16,0-3 0-16,0 4 0 15,2-5 0-15,1-1 0 0,2-1 0 16,-3-3 0-16,5 2 0 16,1-6 0-16,-1 0 0 15,5-2 0-15,-2-5 0 0,3 2 0 16,1-2 0-16,-1 0 0 16,9-2-1-16,-5-6 1 15,3 4-1-15,-5-3 1 16,2-1-1-16,-2-2 0 15,2 3 0-15,-5-4 0 0,1 1 2 16,-3-2-2-16,-3 2 0 16,3-5 0-16,-3 1 0 15,-1-1 0-15,-2-3 0 0,-1-4 0 16,-4 3 0-16,-1-6 0 16,-1-3 0-16,-2 1 0 15,-3-3 0-15,1 0 0 16,-6 1 0-16,1 1 0 0,-3-1 0 15,0 1 0-15,-5 4 0 16,-3-1 0-16,-2 3 0 16,1 1 0-16,-9 2 0 15,1-2 0-15,-1 5 0 16,-6-1 0-16,-1 4 0 0,0-2 0 16,-7 3 0-16,2-1 0 15,-3 4 0-15,-1-4 0 16,-1 6 0-16,-3-1 0 15,6 1 0-15,-3 0 0 0,3 5 0 16,1-7 0-16,5 7 0 16,4 2 0-16,2-3 0 15,2 1 0-15,6 2 0 0,3 0 0 16,9 0-22-16,0 0-64 16,0 0-3-16</inkml:trace>
  <inkml:trace contextRef="#ctx0" brushRef="#br0" timeOffset="8766.99">7522 11866 84 0,'0'0'9'16,"0"0"5"-16,0 0 6 0,0 0 4 16,0-13 4-16,0 13 0 15,0 0 1-15,0-7-1 16,0 7-8-16,0 0-6 16,0 0-7-16,0 0-3 15,-5 12-3-15,5 2-1 16,-2 4-1-16,2 2 2 0,-3 5 0 15,3 2 2-15,0 5 0 16,0-2 1-16,5 5-1 16,0-3 1-16,3 10 0 0,2 0 0 15,8 1 0-15,-2 1 0 16,5 1 0-16,-2 1 0 16,4 2 0-16,-1-2 0 15,1 2 1-15,7-3-1 16,-9 2 0-16,3-6 0 0,5 4-1 15,3-4 1-15,-2-5-2 16,-3-2 1-16,3-2-1 16,0-1-2-16,-2-6-2 0,-4-3-6 15,1-7-5-15,-8 2-18 16,3-15-38-16,2 6-6 16</inkml:trace>
  <inkml:trace contextRef="#ctx0" brushRef="#br0" timeOffset="9617.54">8921 11708 243 0,'0'0'6'0,"0"0"0"15,0 0 1-15,0 0 1 16,0 0 4-16,5 10 1 0,2-2 0 15,4 9 3-15,-2 4-4 16,9 7-1-16,-1 6 2 16,8 4-1-16,0 6-1 0,5-2-3 15,3 8-2-15,-7-6 0 16,4 3-2-16,-5-2-1 16,0-3-1-16,-5 0-1 15,-5-3 0-15,-2 1-1 0,-1-7 1 16,-3-1-1-16,2-5-1 15,-4 0-2-15,3-9-4 16,-8-7-6-16,6 0-10 16,-8-11-9-16,0 0-40 0,0 0-7 15</inkml:trace>
  <inkml:trace contextRef="#ctx0" brushRef="#br0" timeOffset="10233.89">8961 11668 82 0,'0'0'5'0,"0"0"1"15,0 0 2-15,0 0 4 16,0 0-1-16,0 0 2 16,0 0 4-16,0 0-2 0,-5-10-3 15,5 10 0-15,0 0-2 16,0 0-1-16,0 0 0 16,-5-8-3-16,5 8-1 15,-2-10-1-15,2 10 0 16,-2-12-1-16,2 12-1 15,-3-10-1-15,3 10-1 0,-8-10-2 16,8 10-2-16,0 0-8 16,-12-5-12-16,12 5-25 15,-7 0-10-15</inkml:trace>
  <inkml:trace contextRef="#ctx0" brushRef="#br0" timeOffset="11085.98">8976 11501 253 0,'0'0'4'15,"-8"-12"7"-15,3-1 1 16,-7-1 0-16,-3-5 5 15,-4-12 3-15,-6-1 1 16,-3-8 0-16,-4 1-3 0,-3-6-5 16,-5 1-3-16,0-6-1 15,-2-2-4-15,-3 0-3 0,-1-3 0 16,-9-4 0-16,-5-1 0 16,-2 0 0-16,-3-6 1 15,-2 0 0-15,1-4 1 16,-2 1-1-16,1-3 1 0,2-2-1 15,3-1 0-15,2 0 1 16,1 1-1-16,5 3-1 16,1-1 2-16,3 3-1 15,6 4-1-15,-1 3 0 0,3 5 0 16,7 5-1-16,5 5-1 16,3 10 0-16,4 5 0 15,6 10-4-15,2 4-4 16,15 18-3-16,-10-10-8 15,10 10-19-15,10 23-43 0,3-2-4 16</inkml:trace>
  <inkml:trace contextRef="#ctx0" brushRef="#br0" timeOffset="11684.34">7503 11725 236 0,'0'0'9'0,"-7"-10"4"16,-2-4 7-16,0-2 2 15,-4-9 2-15,-7-7 0 16,0-7 2-16,-7-11 1 0,-3-10-8 16,-5-4-5-16,-4-5-5 15,-9-6-3-15,-1-9-2 16,-3 0-1-16,-8-7-1 15,0-2 1-15,0 2-1 0,0 0 0 16,7-2 0-16,-2 6 0 16,4 6 1-16,5 4-1 15,3 8 0-15,4 10-1 16,7 4 0-16,4 10-3 0,1 11-1 16,10 6-8-16,4 12-4 15,8 5-10-15,5 19-53 16,18-1-4-16</inkml:trace>
  <inkml:trace contextRef="#ctx0" brushRef="#br0" timeOffset="12734.32">7908 11739 195 0,'0'0'2'0,"0"0"2"0,-10 0 0 16,10 0 4-16,-15 0 1 15,5 0 1-15,-3 4 1 0,1 2 1 16,-6 4 0-16,4 3-1 16,-4 2-1-16,1 7 1 15,2-3-3-15,-2 6-2 16,-1 3 0-16,6 1 0 0,-4 1-2 15,2 2 0-15,3 4-1 16,2-7 0-16,2 8 0 16,-1-8 0-16,6 11-1 15,0-2 2-15,-2-1-1 0,4 3 0 16,4-4 1-16,3 4 0 16,0-3 0-16,3 6 0 15,3-10 0-15,1 5 2 16,4-7-1-16,1 5 0 15,6-1-1-15,0-3 1 0,5-3 0 16,0 1-1-16,5 0 0 16,2-5 0-16,3 0-1 15,2-3 0-15,0-5-1 16,1 1 1-16,3-6-1 0,0-5 0 16,-2 0 0-16,4-4 0 15,-7-3-1-15,4 0 1 16,0 0 0-16,-1-7-1 0,2-3 1 15,-5-1 0-15,5-3-1 16,-9-4 1-16,2-1-1 16,-4-3 1-16,0 0 0 15,-6-3 0-15,-1 0 1 0,-3 0 1 16,-5 2 1-16,-5 3 0 16,-2 4 0-16,-6 1 0 15,-2 5 0-15,-3 0 0 16,-2 10-1-16,0-12-2 15,0 12-1-15,0-7 0 0,0 7-2 16,0 0-3-16,-10-3-6 16,10 3-15-16,-17-3-58 15,17 3 0-15</inkml:trace>
  <inkml:trace contextRef="#ctx0" brushRef="#br0" timeOffset="13717.58">9478 12143 275 0,'0'0'5'0,"0"0"1"16,0 0 1-16,0 0 2 16,-7-10 0-16,7 10 1 15,0 0-1-15,7-2 1 0,7 2-2 16,2 0-1-16,3 0-1 15,6 2 2-15,5 1-2 16,5 0-1-16,5 1 3 0,0-4-1 16,7 3-1-16,0-3 0 15,3 0-1-15,1 0 0 16,4 0 0-16,3-3-1 0,1 1 0 16,3 0-1-16,-2-4-1 15,2 4-1-15,0-1 1 16,-4 1-2-16,-1-1 1 0,-8 1-1 15,1-1 1-15,-8 3-1 16,-8 0 0-16,-1 0 1 16,-8 0-1-16,-7 0 1 15,-4 0 0-15,-7 0 1 16,-7 0 0-16,0 0-1 16,11 0 1-16,-11 0-1 0,0 0-1 15,0 0-1-15,0 0-1 16,-5-7-3-16,5 7-3 15,0 0-5-15,-10-8-5 16,10 8-21-16,0 0-37 0,0 0-3 16</inkml:trace>
  <inkml:trace contextRef="#ctx0" brushRef="#br0" timeOffset="14118.54">10526 11980 306 0,'0'0'5'0,"0"0"2"0,0 0 2 0,0 0 2 16,0 0 1-16,8 0 3 15,1 0 0-15,4 3 3 16,4-2-6-16,3 5 0 0,8-2-3 16,2 2-1-16,4-2-3 15,-4 1-1-15,5-2 0 0,-5 1-3 16,-5-1 0-16,-5 2 0 16,-6 0-1-16,-4-2 1 15,-10-3 0-15,8 17 0 16,-10-9 0-16,-9 4 1 15,-1 0 0-15,-9 1 0 16,-1 1 0-16,-8 4-1 0,-2-3-1 16,0-3-5-16,2 6-12 15,-2 4-59-15,4-12-4 16</inkml:trace>
  <inkml:trace contextRef="#ctx0" brushRef="#br0" timeOffset="15000.81">6223 12258 223 0,'0'0'6'16,"0"0"0"-16,-6-6 4 0,6 6 0 16,0 0 1-16,0 0 1 15,0 0 2-15,0 0 3 16,8 3-2-16,5 0-3 16,2 4-1-16,7-6-1 0,10 8 1 15,3-7-3-15,7 3 0 16,6-5-5-16,7 0-1 15,-2 0 1-15,7 0-1 0,0-3 0 16,-5-1 0-16,12 1 0 16,-5-4 0-16,-1 4 0 15,-1-1 0-15,0 1-1 16,0 0 1-16,-8 3-1 0,1 0 1 16,-14 6-1-16,-2-2 0 15,-7-1-1-15,-7 4 1 16,-6-2 0-16,-4 0-1 15,-13-5 1-15,8 5 0 16,-8-5-2-16,0 0-1 0,0 0-4 16,0 0-4-16,-3 2-9 15,3-2-18-15,-18-2-37 16,8-1-3-16</inkml:trace>
  <inkml:trace contextRef="#ctx0" brushRef="#br0" timeOffset="15634.31">6379 12116 223 0,'0'0'7'0,"0"0"6"0,3-10 4 0,-3 10 5 0,0 0 1 16,0 0 1-16,2-8-1 15,-2 8 1-15,0 0-5 16,0 0-8-16,-10 5-4 0,3 3-3 16,-8 2-2-16,0 0-1 15,-5 2-1-15,1 1 1 16,-4-1 0-16,1 1 0 16,1-4 0-16,0-2 1 15,0 1 0-15,5-1 2 16,0-4-1-16,4 0 1 0,1-1 0 15,11-2 0-15,-11 0-1 16,11 0 0-16,0 0-2 0,0 0 0 16,0 0 0-16,7 2-1 15,8 4 0-15,4 1 0 16,4 3 1-16,6 0 0 16,7 1 1-16,1 5-1 0,1 1 0 15,-1-2 1-15,-3 3-1 16,-1-4 1-16,-4-4-1 15,-3 0 1-15,-10 0-1 16,0-3 0-16,-4-1 0 0,-3-2 0 16,-9-4-1-16,13 5-5 15,-13-5-8-15,10 0-38 16,-10 0-29-16,7 0-3 0</inkml:trace>
  <inkml:trace contextRef="#ctx0" brushRef="#br0" timeOffset="22732.81">14279 11562 378 0,'0'0'6'0,"0"0"2"0,0 0 2 15,0 0 2-15,0 0 1 16,0-11 0-16,0 11 1 16,0 0-1-16,0 0-4 15,0 0-2-15,0 20-4 0,0 0-1 16,-3 7-1-16,1 8 0 16,2 9 0-16,-4 6 1 15,4 4 0-15,0 9-1 16,0-2 2-16,0-2 0 0,0 4-1 15,0-4-1-15,0-4 1 16,-5-4-1-16,1-5 0 16,-1-5-1-16,-2-3 2 0,0-9-2 15,-4-6 0-15,4-4 0 16,-1-5 0-16,4-3 0 16,4-11 0-16,-11 13 0 15,11-13 0-15,0 0 0 0,-10 0 0 16,10 0-3-1,-7-7-1-15,7 7-2 0,-8-17-2 16,3 11-5-16,0-4-8 16,3-3-18-16,-4 1-43 15,6 0-2-15</inkml:trace>
  <inkml:trace contextRef="#ctx0" brushRef="#br0" timeOffset="24050.82">14236 11497 235 0,'0'0'8'0,"0"0"5"15,0 0 3-15,0 0 4 0,0 0 2 16,0 0 2-16,0 0 0 16,0 0 4-16,0 0-10 15,0 0-3-15,0 0-5 16,0 0-3-16,0 0-2 0,6 4-1 16,-6-4 0-16,16 3-2 15,0-3 1-15,5 0 0 16,7 3 0-16,4-1 0 0,5-2-1 15,6 0 0-15,1 0 0 16,4 0-1-16,1 0 0 16,-1 0 0-16,7 0 0 0,0 0 0 15,-2-5 0-15,7 2 1 16,2 1-1-16,0-5 0 16,5 2 0-16,1-3 0 15,-1 5 0-15,2-1 0 16,1 0 0-16,-6 0-1 15,2 2 1-15,-2-1 0 0,-2 3-1 16,-2 0 1-16,-4-1-1 16,-3-3 0-16,-8 4 0 15,-3 0 1-15,-5-3-1 0,-7 3 0 16,-5 0 1-16,-8 0-1 16,-4 0 1-16,-6 0 1 15,-7 0 0-15,0 0 0 16,0 0 0-16,0 0 0 15,0 0 0-15,0 0 0 0,0-8 1 16,0 8-3-16,0 0 0 16,-10-6 0-16,10 6 0 15,0 0 0-15,-10-3 0 0,10 3 0 16,0 0 0-16,-8 6 0 16,8-6-2-16,-7 19 2 15,2-4 2-15,-2 10-2 16,-1 4 0-16,1 9 0 15,0 2 0-15,2 7 0 0,-6 1 0 16,4 5 0-16,0 2 0 16,2 0 0-16,0 3 0 15,-1-4 0-15,-1 2 0 16,2 1 0-16,-2-5 0 0,2 0 0 16,-4-5 0-16,8-3 0 15,-4-4 0-15,-2-5 0 16,2-5 0-16,0-5 0 0,-3-6 0 15,5-2 0-15,-1-2 0 16,4-5 0-16,-3 0 0 16,3-10 0-16,-2 10 0 0,2-10 0 15,0 0 0-15,0 0 0 16,0 0 0-16,0 0 0 16,0 0 0-16,0 0 0 15,-12 5 0-15,12-5 0 0,-8 3 0 16,8-3 0-16,-15 0 0 15,2 0 0-15,1 0 0 16,-2 0 0-16,-7 0 0 16,-1-3 0-16,-8 0 0 15,-7 1 0-15,0-3 0 0,-13 0 0 16,-5 0 0-16,-7 0 0 16,-5-2 0-16,-7 4 0 15,-4-4 0-15,-3 5 0 16,1-4 0-16,0 2 0 15,3 4 0-15,6-3 0 0,3 0 0 16,5 2 0-16,6-2 0 16,6 0 0-16,6 3 0 0,5-2 0 15,6-1 0-15,6 3 0 16,8-2 0-16,3 2 0 16,7 0 0-16,0-4-17 15,10-4-39-15,0 8-32 0,0-16 1 16</inkml:trace>
  <inkml:trace contextRef="#ctx0" brushRef="#br0" timeOffset="26167.55">15769 11966 242 0,'0'0'7'0,"0"0"1"0,0 0 3 16,0 0 0-16,10-4 2 16,-10 4-2-16,13-4 2 15,-1 1 0-15,5 3-5 0,4-2-3 16,-4 2-2-16,10 0 0 15,5 0 0-15,10 0 0 16,6-3 0-16,9 3 0 16,10 0 0-16,6 0-1 0,15 0 2 15,9-3-3-15,8 1 0 16,12-3 0-16,5 2-2 16,14-1 1-16,5 1-1 0,11-5-1 15,4 1 0-15,6 0 1 16,4 2-2-16,4-2 2 15,1 0 0-15,1-1 0 16,-4 3 0-16,-7 0 1 16,-1 0 1-16,-10 3-1 0,-8-1 0 15,-12 0 0-15,-15 3 0 16,-11 0 1-16,-13 0-2 16,-18 0-8-16,-18 0-11 15,-18 0-46-15,-12 0-4 16</inkml:trace>
  <inkml:trace contextRef="#ctx0" brushRef="#br0" timeOffset="27150.16">12718 11915 184 0,'0'0'4'0,"0"0"4"15,0 0 3-15,9-1 3 16,2 1 1-16,-1 0 3 16,8 0-1-16,1 0 0 0,6 0-2 15,2 1-5-15,8 2-1 16,3-1-3-16,6 0-1 16,5-2-2-16,1 0 0 0,12 0-1 15,0 0 0-15,8 0-1 16,3-2 0-16,-2 0 0 15,3-2 0-15,2 4-1 16,-5-6 1-16,1 4-1 16,-2 2 1-16,-3-3-1 0,-5 0 0 15,-2 0 0-15,-4 3 1 16,-6-1-1-16,-4 1 1 16,-7-3 0-16,-2 0 0 15,-9 3 0-15,-3-1 1 0,-5-2-1 16,-8 3 0-16,-3 0 0 15,-9 0 0-15,11 0 0 16,-11 0 1-16,0 0 1 16,0 0 1-16,0 0 0 0,0 0 1 15,0 0 0-15,-6 4-2 16,6-4-9-16,0 0-20 16,-21 13-42-16,21-13-5 15</inkml:trace>
  <inkml:trace contextRef="#ctx0" brushRef="#br0" timeOffset="28250.66">14987 11922 266 0,'0'0'6'0,"0"0"5"16,0 0 2-16,0 0 2 16,2-7 3-16,-2 7 0 15,0 0 3-15,0-9 1 0,0 9-6 16,-5-6-2-16,5 6-3 15,-15-3-3-15,15 3-2 16,-15 0-1-16,15 0-2 16,-17 11-1-16,17-11-2 0,-15 17 0 15,9-7 0-15,2 2 0 16,4 1-1-16,0-3 1 16,0-10 1-16,15 14 0 15,-3-7 0-15,3-4 0 0,2-3 1 16,1 0 1-16,-3-4 1 15,5-3 0-15,-9-4 1 16,0 1 0-16,-3 1 0 0,-6-4 0 16,-2 3 0-16,0-2-1 15,-7 2-1-15,-4-1-1 16,-3 7 0-16,-2 1-1 16,-3 3-1-16,-1 0 0 15,3 7-1-15,-1 4 0 0,4 1 1 16,3 1-1-16,4-1 0 15,5-2 1-15,2 1 0 16,0-11 0-16,20 17 1 16,-6-16-1-16,6-1 1 0,0 0 0 15,2-1 0-15,1-7 0 16,-7-1 1-16,0 3-2 16,-6-4 0-16,-5 0 0 15,-3 0 0-15,-2 0 0 16,0 10 0-16,-17-14 0 0,1 8 0 15,2 3 0-15,-3 3 0 16,-3 0-2-16,5 9-7 16,0-1-5-16,7 0-18 0,1 3-50 15,2-1-3-15</inkml:trace>
  <inkml:trace contextRef="#ctx0" brushRef="#br0" timeOffset="29100.53">14987 11922 285 0,'0'0'4'0,"0"0"3"0,0 0 2 0,0 0 2 0,0 0 2 16,-5 0 3-16,5 0 1 16,0 0 4-16,0 0-5 15,-13-14-1-15,13 14-1 16,-7-15 0-16,-1 3-2 0,0-5-2 15,-4-4-2-15,0-3 1 16,-8-8-2-16,0-4 0 16,-4-3 0-16,-4-13-2 15,-4-2-1-15,-4-8-4 0,-3-6 0 16,-1-5 0-16,-5-2 0 16,-4-7 0-16,1 1 0 15,-3-3 0-15,-2 2 0 16,6 1 0-16,-2-2 0 0,1 4 0 15,4 2 0-15,7 3 0 16,-1 1 0-16,8 3 0 16,0 2 0-16,6 4 0 15,4 5 0-15,-3 6 0 0,6 4 0 16,-1 12 0-16,4 2 0 16,-2 7 0-16,7 6 0 15,2 10 0-15,1 5 0 16,6 7 0-16,-7-10 0 0,7 10 0 15,0 0 0-15,0 0 0 16,0 0 0-16,0 0 0 16,0 0 0-16,0 0 0 15,0 0 0-15,0 0 0 0,0 0 0 16,0 0 0-16,0 0 0 16,0 0 0-16,0 0 0 15,0 0 0-15,0 0 0 0,0 0 0 16,0 0 0-16,0 0 0 15,0 0 0-15,0 0 0 16,0 0 0-16,0 0 0 16,0 10-73-16,4-10-17 0</inkml:trace>
  <inkml:trace contextRef="#ctx0" brushRef="#br0" timeOffset="32919.26">16247 11697 205 0,'0'0'9'0,"0"0"5"0,0 0 1 15,0 0 1-15,0 0 3 16,0 0-2-16,-6 0 0 15,6 0 0-15,0 0-11 16,0 0-4-16,0 0-1 16,0 0-1-16,0 0-1 0,10 11 0 15,0-10 1-15,5 2 1 16,5 3 1-16,7-2 1 16,8 0 0-16,8 3 0 15,6-6-2-15,3 2 1 16,8-3-1-16,4 0 0 0,6 0 0 15,2 0-1-15,0-3 1 16,0-2-2-16,-2 5 1 16,-3-4 0-16,-5 4-1 0,-8-3 0 15,1 3 0-15,-10 0 1 16,-10 0 0-16,-3 0 0 16,-9 0 2-16,-2 0 0 0,-8 0 1 15,-3 0 2-15,-10 0 2 16,0 0-1-16,7 0 2 15,-7 0-1-15,0 0-2 16,0 0 0-16,-7-4-1 0,7 4-2 16,-7-6 0-16,7 6-2 15,-13-3-2-15,13 3-3 16,0 0-5-16,-10-1-9 16,10 1-7-16,0 0-20 15,0 0-28-15,0 0-4 0</inkml:trace>
  <inkml:trace contextRef="#ctx0" brushRef="#br0" timeOffset="33383.3">17293 11611 250 0,'0'0'6'0,"0"0"5"16,0 0 3-16,0 0 1 16,0-10-2-16,0 10 2 15,0 0 0-15,9 0 0 0,-9 0-6 16,21 0-3-16,-7 2-4 15,4 1 0-15,3 2 1 16,4-5-1-16,3 4 0 0,-1-1 1 16,-4 0-2-16,-1 1 0 15,-2 4-1-15,-5-2 0 16,-3-2 0-16,-12-4 0 16,10 15 1-16,-10-15 0 0,-5 17 1 15,-7-7 0-15,1 2 1 16,-3-1-1-16,-1-1 1 15,-2-2-2-15,4 5 0 16,-2-3-1-16,3 0-2 16,2 0-6-16,10-10-7 0,-12 13-19 15,12-13-37-15,-3 12-4 16</inkml:trace>
  <inkml:trace contextRef="#ctx0" brushRef="#br0" timeOffset="34000.68">16549 11611 301 0,'0'0'5'0,"0"0"2"0,0 0 1 0,0 0 0 16,0 0-2-16,0 0 1 16,-7-5 0-16,-1 5 0 15,-2 9-5-15,-2-3-2 0,-5 6 0 16,2-2 1-16,-5 0 0 15,0-1 0-15,-4 4 0 16,3-3 2-16,-3 0-2 16,1-4 2-16,3 5-2 0,1-4-1 15,1 3-1-15,3-2 0 16,5-1-1-16,10-7 1 16,-3 13 1-16,3-13-2 15,16 12 2-15,-2-7 2 0,9-3-1 16,4 0 3-16,8 4-2 15,3-6 0-15,6 5 0 16,-4-5 0-16,4 5-1 16,-6-5 0-16,-1 5-7 0,-5-3-14 15,-4 18-44-15,-11-18-7 16</inkml:trace>
  <inkml:trace contextRef="#ctx0" brushRef="#br0" timeOffset="35000.23">13791 11242 266 0,'0'0'6'0,"0"0"3"0,5 0 2 16,-5 0 3-16,0 0 1 16,10-10-1-16,-10 10 2 15,13-13 2-15,-13 13-7 16,12-18-1-16,-5 10-3 15,6-9-2-15,4 3-1 0,3-5 0 16,0-2-1-16,5-6 0 16,2 3-1-16,5-6-1 0,-2 1 1 15,6-2-1-15,-2-1 0 16,6 2 0-16,2-2 0 16,3 2-1-16,6-2 1 15,-1 7 0-15,3-1-1 0,-2 3 1 16,4 3 0-16,-5 2 0 15,-3 6-1-15,-6 3 0 16,-4 4 0-16,0 2 1 16,-12 1-1-16,0 2 0 0,-6 0 0 15,-1 0 0-15,-6 0 0 16,1 0 2-16,-13 0 0 16,12 0 1-16,-12 0 1 15,0 0 1-15,0 0 0 16,0 0 0-16,0 0 0 15,0 0-1-15,0 0-1 0,0 0-2 16,0 0-2-16,0 0-4 16,0 0-6-16,0 0-10 15,0 0-34-15,0 0-25 0,0 0-5 16</inkml:trace>
  <inkml:trace contextRef="#ctx0" brushRef="#br0" timeOffset="35385.86">14706 10562 334 0,'0'0'5'0,"0"0"3"0,0 0 2 0,0 0 1 16,0 0-1-16,10-6 2 15,-10 6-1-15,9-3 1 0,-9 3-5 16,16 0-2-16,-7 0-1 16,3 0 0-16,4 0-1 15,1-3 1-15,3 3-1 0,0-1 0 16,-1-2-1-16,2 0-1 16,-6 3 0-16,-1 0-1 15,-6 3 1-15,0 7-1 16,-8 2 1-16,0 2-1 0,-6 4 1 15,-1 1 0-15,-5 5 0 16,-1 0 0-16,-2-2-2 16,2 2-4-16,-1-4-4 15,4 0-12-15,0 1-36 16,2-5-21-16,1-3-5 0</inkml:trace>
  <inkml:trace contextRef="#ctx0" brushRef="#br0" timeOffset="36083.94">13752 11081 267 0,'0'0'6'0,"0"0"6"0,2-13 2 0,-2 13 3 16,8-12 3-16,-8 12 0 0,4-13 3 16,-4 13 0-16,5-10-7 15,-5 10-4-15,0 0-4 16,0 0-4-16,0 0 0 15,5 10-2-15,-2 0-1 0,-3 8-1 16,0-4 0-16,3 8 1 16,-3 1 0-16,2-3 0 15,-2-1 0-15,3-1-1 16,-3-1 1-16,0-4-1 0,0-6 1 16,0-7-1-16,0 13 1 15,0-13-1-15,0 0 1 16,0 0 0-16,0 0 1 15,12-3-1-15,3-5 1 0,4 1 0 16,-1-3 1-16,10 0 0 16,-3 0-1-16,4 0 1 15,-5 0-1-15,-1 6 1 16,-4-2 0-16,-3 2-1 0,-6 0 0 16,0 3-1-16,-10 1 0 15,0 0 0-15,0 0 0 16,0 0 0-16,0 0-2 15,0 0-6-15,0 0-46 0,7 12-29 16,-7-12-1-16</inkml:trace>
  <inkml:trace contextRef="#ctx0" brushRef="#br0" timeOffset="44550.42">5190 13585 143 0,'0'0'0'16,"0"0"-2"-16,12-13 1 0,0 9-1 16,3-6 1-16,8-2 1 15,4-9 3-15,10 7-1 16,7-6 2-16,9 0 1 0,-1 1 2 15,20 1 1-15,5-2 2 16,7 5-1-16,8 3-1 16,10-3 0-16,5 2 0 15,15-2-1-15,10 4 0 16,5-4-2-16,4 2-1 0,20-7-1 16,4 6 1-16,14-6-1 15,12-1-1-15,-2 2 0 16,4-1 1-16,9-2-2 0,11 2 0 15,1 5 0-15,3-3 0 16,1 4-1-16,-9 3 1 16,17 3-1-16,0 2 0 15,3 1 1-15,4 5-1 16,-2 0 1-16,0 5-1 0,3 5 0 16,-6 5 0-16,4 2 0 15,-4 8 0-15,3 4 0 16,-5 1 0-16,-5 7 0 15,-2 1 0-15,-6 6 0 0,-1-1 0 16,-11 6 0-16,-2 5 0 16,-20 0 0-16,-11 9 1 15,-5 2 0-15,-15 4 1 0,-9 5 0 16,-7 3-2-16,-16 2 1 16,-11 8 0-16,-5-1-1 15,-10 6 1-15,-12 5 0 16,-6 0-1-16,-10 2 0 0,-12 8 0 15,-13-6-2-15,-9 0-2 16,-15 1 0-16,-13-4 0 16,-16 4-1-16,-21 3 2 15,-10-10-1-15,-18-2 2 16,-9-2 0-16,-15-2 1 0,-15-7 2 16,-9 3 2-16,-13-6-2 15,-3-3-1-15,-16-3 1 16,-6 0-1-16,-13-5 1 15,-10 1 0-15,-13-4 1 0,-8-2-1 16,-10 0 0-16,-13-8 1 16,-8 4-1-16,-8 0-2 15,-10-2-3-15,-9 2-1 0,0-4-4 16,-8 4-1-16,-8-6-1 16,-7-2 1-16,-2-6-2 15,-8-3 3-15,-4 0 2 16,-4-7 2-16,-6-1 3 15,2-6 0-15,0 0 0 0,-3-9 0 16,8-2 0-16,2-7 1 16,10-7 0-16,3-3 1 15,13-16 0-15,3 0 1 16,11-12 1-16,13-7 2 0,9-9-1 16,13-3 3-16,10-10 4 15,15-7 3-15,4-8 3 16,20-3 1-16,11-4 1 15,17-8 2-15,13 1 0 0,12-8-2 16,19-3-5-16,15 1-2 16,14-6-3-16,21 2-1 15,6-6-1-15,18 1-2 0,16-3-3 16,7-3 0-16,20 1-1 16,19 0 0-1,10-2-2-15,17-5 0 0,13 2 0 16,16 0-2-16,15 1 2 15,15 7 0-15,7-1 1 16,8 3 2-16,17-1 1 0,8 9 0 16,14 0 1-16,17 9 0 15,9 3 0-15,7 3 1 16,23 5-1-16,18 14-2 0,15 2 0 16,14 10-3-16,20 14-11 15,13 15-51-15,21-1-8 16</inkml:trace>
  <inkml:trace contextRef="#ctx0" brushRef="#br0" timeOffset="45867.19">15722 14353 162 0,'0'0'0'0,"20"-7"0"16,5 1 2-16,12-1 4 15,13-3 1-15,12-5 1 16,7 3 2-16,21-3 0 0,14 3 1 16,0-1 1-16,5 3-4 15,13-2 0-15,0 5-3 16,15-4-1-16,12 4-2 15,3 0 0-15,12 2 0 0,2-1 1 16,8 2-1-16,10 4 1 16,12 0-1-16,1 2 1 15,-8 6 0-15,11 2 0 0,0 5 0 16,5 4-1-16,4 4 0 16,-5 2-1-16,-14 7 1 15,5 0-1-15,-1 8 2 16,-12 4-3-16,-14 1 1 15,-9 9 1-15,-7-1-2 16,-15 8 1-16,-6 5-2 0,-14 4 1 16,-20 2-2-16,-7 5 1 15,-9 2-1-15,-24 0 1 0,-14 11-1 16,-19-8 1-16,-15-1-1 16,-20 2 1-16,-17-2 1 15,-23-2 0-15,-19-2 1 16,-16-6 0-16,-27-3 1 15,-13-1 1-15,-14-6 0 0,-19-7 1 16,-12 2-1-16,-15-9-1 16,-11-3 0-16,-6-10 0 15,-11 2-1-15,-8-11-1 0,-6-11 0 16,-8-2 1-16,-2-5-1 16,-8-7 1-16,0-1 0 15,-6-12 1-15,6-5 0 16,0-4 1-16,6-5 1 15,4-5 0-15,10-11 0 0,17 2 0 16,5-4-1-16,15-7 1 16,12-3-1-16,16-6 0 15,12-6 0-15,17-3 0 0,11-2 0 16,14-9 0-16,13-4 1 16,16-4 2-16,15-5-1 15,20 0 0-15,18-8 2 16,25-2-3-16,23-2 0 15,44-3 0-15,27 2-1 0,47 1-1 16,38 6-1-16,44 11-1 16,29 5-8-16,33 15-46 15,21 22-17-15</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3:40:22.09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F0"/>
    </inkml:brush>
  </inkml:definitions>
  <inkml:trace contextRef="#ctx0" brushRef="#br0">22244 5593 338 0,'0'0'7'0,"0"0"3"0,0 0 3 0,0 0 3 15,-10 0 0-15,10 0 0 16,0-9 2-16,7-2 0 0,11-1-5 16,7-2-4-16,10-6-2 15,9-8 0-15,9-1-4 16,9-5-1-16,0 5-1 15,2-2 0-15,-1 3-2 0,-9 1-3 16,-3 9-2-16,-12 1-6 16,-7 12-4-16,-15-3-21 15,-17 8-46-15,0 11-2 16</inkml:trace>
  <inkml:trace contextRef="#ctx0" brushRef="#br0" timeOffset="266.64">22145 5806 330 0,'0'0'7'0,"0"0"4"0,13-2 3 16,-1-8 5-16,10-2 1 16,8-9 0-16,7-4 2 15,16-4-1-15,3-5-6 16,12-4-4-16,1 1-4 0,3-2-2 15,-3 2-3-15,2 1 0 16,-12 10-2-16,-10 1 0 0,-8 7-2 16,-9 6-3-16,-13-1-5 15,-6 11-10-15,-13 2-35 16,-8 8-30-16,-13-1-2 16</inkml:trace>
  <inkml:trace contextRef="#ctx0" brushRef="#br0" timeOffset="666.73">22179 5254 375 0,'0'0'5'0,"0"0"3"16,0 0-2-16,9-10 1 16,-9 10 1-16,4 5 0 15,-4 7 1-15,-2 11 0 0,-9 6-2 16,-1 11-1-16,-5 7 0 16,-7 6 1-16,-2-2 0 15,-1 6 0-15,-3-7-1 0,0-2 0 16,5-4-2-16,3-8-2 15,5-1 0-15,6-7 0 16,11-4 1-16,16-9-1 16,16-3 0-16,20-4 1 0,22-6-1 15,23 1 0-15,23-1-2 16,22 1 0-16,7 2-7 16,7 7-36-16,1 10-40 15,-10 8-3-15</inkml:trace>
  <inkml:trace contextRef="#ctx0" brushRef="#br0" timeOffset="1584.13">22388 13637 399 0,'0'0'2'0,"0"0"1"0,0 0 3 15,0 0 0-15,12-3 2 0,1 3 0 16,2 0 1-16,7 0 0 15,11 0 0-15,9 0-3 16,5 7-1-16,6 6-2 16,6 2 0-16,1-2-1 0,5 4 0 15,-6-2-1-15,1 2 1 16,-6-5-1-16,-2 1 0 16,-6-3-1-16,-4-3-1 0,-5 0-4 15,-8-1-2-15,-4-3-4 16,-4-2-4-16,-9 2-13 15,-12-3-29-15,0 0-24 16,0 0-5-16</inkml:trace>
  <inkml:trace contextRef="#ctx0" brushRef="#br0" timeOffset="2332.89">22430 13533 333 0,'0'0'0'0,"0"0"1"0,0 0 0 15,0 0 2-15,0 0 3 16,0 0 1-16,6 13 2 16,1 1 3-16,3 3 0 15,5 14 0-15,0-5-1 16,5 12-2-16,2-7-2 0,0 9-1 15,1-7-2-15,-1-1-2 16,0-5 1-16,-4-7-3 16,-4-3 0-16,-2-5 0 0,-3-2 0 15,-9-10 0-15,13 8-2 16,-13-8 2-16,-9-11-1 16,2 0 0-16,-5-7 1 15,-6-4-1-15,4-7 0 16,-9-4 1-16,1-4-1 15,-1 3 1-15,4-1 0 0,-1 0 2 16,3 6 0-16,1 1 1 16,2 6-1-16,1 3 2 15,6 1 0-15,2 2 1 0,2 7-1 16,1-4-1-16,2 3 1 16,10 1 1-16,4 1-1 15,13 0 0-15,11-4 0 0,16 0 0 16,19-8 0-16,17-2-2 15,14-8-14-15,2 3-67 16,26-5-5-16</inkml:trace>
  <inkml:trace contextRef="#ctx0" brushRef="#br1" timeOffset="148867.92">4727 5318 325 0,'-10'0'1'15,"-9"-7"0"-15,-14-1 0 0,-12-2 1 16,-12-2-1-16,-10 0 2 16,-19-5 0-16,-12-3 0 15,-8 5-1-15,-14 1 0 16,-7 6-2-16,-14 2-2 0,-18 6-3 16,-11 3-1-16,-10 12-1 15,-20 5-1-15,-4 9 0 16,1 8 3-16,-6 8 3 15,5 7 5-15,6 8 3 16,9 7 2-16,12 12 2 0,16 5-2 16,17 13 2-16,12 7-4 15,18 10-1-15,17 2-2 16,12 11-2-16,18 1-1 0,21 1 0 16,11 5 0-16,17-8-1 15,18-4 1-15,18 0 0 16,17-4 0-16,18-11 0 0,20-6 1 15,24-7 0-15,15-10 2 16,22-7 0-16,15-10 0 16,20-12 1-16,17-14 0 15,18-8 0-15,10-9 0 16,12-11 1-16,8-10-1 16,3-3 0-16,2-16-1 0,0-8-2 15,0-5 1-15,-9-14-1 16,0-7 0-16,-15-7-1 15,-9-12 0-15,-6-7 0 16,-19-7 0-16,-10-8 1 0,-19-6 2 16,-15-5 2-16,-21-6 0 15,-22-11 1-15,-16-2 0 0,-26-13 0 16,-22-3 1-16,-25-4-1 16,-18 0-1-16,-32-3-2 15,-21 8-1-15,-22 7 0 16,-24 13-2-16,-19 11 0 15,-21 21-1-15,-19 18 0 0,-18 14-2 16,-19 27-2-16,-17 17-3 16,-12 26-6-16,-9 18-8 15,0 27-56-15,0 16-2 16</inkml:trace>
  <inkml:trace contextRef="#ctx0" brushRef="#br1" timeOffset="149967.12">12157 4563 301 0,'-8'-10'1'0,"-5"-5"0"0,-12-7 0 16,-7-6 1-16,-12-1 0 15,-14-6 2-15,-13 0 1 16,-14-1 2-16,-12 8 1 15,-10 8 0-15,-13 13 0 0,-9 7-1 16,-12 22 1-16,-10 12 0 16,-14 21-3-16,-6 12 0 15,-3 24-1-15,-10 16-2 16,2 25 1-16,1 9 0 16,-3 25 2-16,4 14 1 15,7 21 0-15,8 16 0 0,8 17 0 16,6 13 2-16,11 14-2 15,13 9 0-15,19 3-2 16,23 6 0-16,15 2-1 0,20 1 1 16,23-7-1-16,19-8-1 15,23-6 1-15,20-11-1 16,25-10 0-16,22-15-1 0,17-17 0 16,20-19-1-16,21-21 1 15,19-17 2-15,12-22 0 16,18-20-1-16,12-25 2 15,11-20-1-15,9-19 0 0,9-23 1 16,7-22-1-16,1-14-3 16,1-29 0-16,1-21 0 15,1-18 1-15,-4-14-1 16,-11-21 1-16,-2-11-1 16,-14-16 0-16,-6-12 2 0,-15-13 0 15,-15-14-1-15,-15-10 0 16,-12-23-1-16,-20-11 0 15,-18-22 0-15,-18-13 0 16,-15-13 0-16,-19-14 0 0,-15-4 1 16,-12-7 0-16,-21-2-1 15,-11 0 1-15,-26 7-2 16,-9 8 1-16,-23 9-1 0,-24 8-1 16,-25 17 1-16,-25 18-1 15,-23 24 1-15,-24 38 0 16,-30 32 0-16,-25 42-2 15,-31 49-2-15,-20 55-8 16,-24 47-30-16,-7 50-40 16,0 31-1-16</inkml:trace>
  <inkml:trace contextRef="#ctx0" brushRef="#br1" timeOffset="158251.93">15449 5884 212 0,'0'0'8'16,"0"0"1"-16,-11-11 2 15,2 11 1-15,-3-5 2 0,-4 5 1 16,-5 0 1-16,-2 5-1 16,-2 8-5-16,-3 7-2 15,-1 2-3-15,-1 13-1 0,-5 9-2 16,3 10 0-16,0 11-1 15,-1 6 0-15,1 7 0 16,7 3-1-16,0 11 3 16,11-4 2-16,3 5 0 15,9-6-1-15,2-3 1 0,8-2-1 16,4-5 0-16,6-6-1 16,1-9 1-16,11-2-3 15,2-9 1-15,5-4 0 16,6-6 1-16,4-10-1 15,7-3 1-15,1-11 1 0,5-2-1 16,0-11-1-16,-3-4 0 16,5-8 1-16,-2-10 0 0,-6-2-1 15,-2-5 0-15,-4-5 1 16,-1-5 0-16,-6-6 0 16,-3-7 0-16,-5-2 1 15,-8-4-2-15,-4-7 2 16,0-4 0-16,-9-2-1 0,-2-3 0 15,-7-1 0-15,-3-1 0 16,-3 0 1-16,-5 3-1 16,-6 1 0-16,-4 5 0 15,-4 1 0-15,-5-1-1 16,-1 4 1-16,-6 5-2 0,-1-1 1 16,-6 8-2-16,-3 5 1 15,-1 5-1-15,-4 7 0 16,-1 9 0-16,-3 4-2 15,2 9 1-15,-3 5 1 0,5 3-1 16,3 7 0-16,0 5-1 16,7 5-3-16,4 6-5 15,8 7-10-15,6 7-31 0,12 0-28 16,4 5-5-16</inkml:trace>
  <inkml:trace contextRef="#ctx0" brushRef="#br1" timeOffset="159413">15300 7532 233 0,'0'0'7'0,"0"0"3"0,0 0 3 16,0 0 2-16,0 0 0 15,-5-4 1-15,5 4 0 16,0 0 0-16,-13 0-6 0,13 0-3 15,-10 10-3-15,1 2-1 16,4 5 1-16,-8 6-2 16,3 6 2-16,-1 6 0 15,2 8 2-15,2 3 0 0,-3 7 0 16,2 6 1-16,1 0-1 16,4 3 1-16,1 5 0 15,-5 0 0-15,4 5 0 16,1-3 0-16,-2 4-2 15,2 3 0-15,0-2 0 0,2 1 0 16,0-6-1-16,2 1-2 16,6-7 0-16,4-1 0 0,0-1 0 15,6-10 0-15,2-4 0 16,4-2-1-16,1-3 0 16,5-5-1-16,-2-5 1 15,2-4 0-15,4-6 0 16,-2-7-1-16,1-5 1 15,-3-8 0-15,2-2 0 0,-2-6 0 16,-1-8 0-16,-1-8 0 16,2 0 0-16,-5-6-1 15,2-6 1-15,1-3-1 0,-3-8 0 16,-1-2 0-16,-2-3 0 16,-1-4 0-16,-2-5 0 15,-1-6 0-15,-6-2 0 16,1-2 0-16,-6-5 0 0,0-1 0 15,-4 1-1-15,-3-1 1 16,0 4-1-16,0 4 0 16,-8 2 0-16,-1 4 0 15,-4 4-1-15,1 1 2 0,-6 5-1 16,-6 4 0-16,1 0 1 16,-2 3-1-16,-2 1 1 15,-3 8 1-15,0 6-1 0,-2 4 0 16,2 1 1-16,0 7-1 15,-2 3 0-15,0 4 0 16,2 3 0-16,0 0 0 16,5 2-1-16,1 2-1 15,4 1-1-15,2 2-3 0,6 0-4 16,0 0-7-16,12 0-10 16,-9 15-36-16,9-15-19 15</inkml:trace>
  <inkml:trace contextRef="#ctx0" brushRef="#br1" timeOffset="160066.64">15429 7468 272 0,'0'0'3'0,"0"0"2"16,0 0 0-16,0 0-1 15,0 0 7-15,0 0 0 16,7 0 2-16,-7 0 0 0,22-2-3 15,-10-3-1-15,9 0 3 16,4-4-1-16,7-4-2 16,5-2-4-16,6 0 1 15,6-3 0-15,6-1 0 0,0-1-2 16,7 1 0-16,-2-4-2 16,2 3 1-16,-5 2-2 15,-3 4 0-15,-4-1 0 16,-6 3-1-16,-1-1 1 15,-8 3 0-15,-6 4 0 0,-8 0 0 16,-4-1 0-16,-5 4 2 16,-12 3 0-16,13-2 0 15,-13 2-1-15,0 0 1 0,0 0-1 16,0 0-1-16,-7 0-3 16,7 0-4-16,-14 2-5 15,5-2-8-15,9 0-14 16,-20 10-24-16,10-4-23 0</inkml:trace>
  <inkml:trace contextRef="#ctx0" brushRef="#br1" timeOffset="160889.21">16192 7203 244 0,'0'0'7'0,"0"0"2"0,0 0 5 15,0 0 4-15,2 6 1 16,-2-6 2-16,0 0 0 15,0 0 1-15,0 0-5 0,7 9-6 16,-7-9-5-16,0 0-2 16,3 10-1-16,-3-10-2 15,4 21-1-15,2-3-1 16,2 7 1-16,-1 8 0 0,5 2 1 16,-2 9-1-16,5 4 1 15,2 3 0-15,4 3 1 16,0-4 0-16,5 4 0 15,-1-2 1-15,2-2 2 16,0 3 0-16,-3-4-1 0,2-3 1 16,-6 4 0-16,2 0 0 15,-7-5-1-15,0 2 0 16,-3-10-1-16,-5-1 0 0,-3-1-1 16,3-2 0-16,-4-5 0 15,-1-1 0-15,-2-5-1 16,0 3 1-16,0-1-1 15,0 1 0-15,-2 5 0 0,-1-4-1 16,0 5 0-16,-1-4 0 16,3 1-1-16,-2-4 1 15,3 1 0-15,-4 0-1 16,4-5 2-16,-3 2-1 16,1-3 1-16,-1 2-1 0,-1 1 1 15,1-2-1-15,-5 2 1 16,1-3-1-16,0 4 1 15,-6-3 0-15,3-1-1 16,-7 4 1-16,2-3 0 0,-6-2-1 16,2 3 1-16,-3-1-1 15,-3-3 1-15,0 2-1 0,-5 2 1 16,1-4-1-16,-1 1 0 16,-3-1 1-16,0-3-1 15,4 4 1-15,-4-3-2 16,4 2 1-16,-1 1-1 15,3-3-1-15,0 0 1 0,-1-1-1 16,6-1-1-16,-3-1 1 16,3-5-1-16,2 4-2 15,0-7-2-15,0 2-3 16,3-4-14-16,2 6-52 16,0-8-4-16</inkml:trace>
  <inkml:trace contextRef="#ctx0" brushRef="#br1" timeOffset="161684.63">15528 7424 120 0,'0'0'13'0,"0"0"4"0,0 0 6 16,15-5 2-16,0 3 4 16,10-8 3-16,5 0 1 15,9-5 3-15,11-3-11 16,5-2-4-16,5-2-3 0,4-3-5 16,3 2-2-16,2-2-3 15,-2-3-4-15,-1 6-1 16,-11 0-2-16,-1 1 1 15,-13 9-2-15,-5-3 1 16,-8 8 0-16,-12 2-1 0,-1-1 2 16,-15 6-2-16,0 0 1 15,10 0 0-15,-10 0 0 16,0 0 0-16,-4 3 0 0,4-3-3 16,-18 8-4-16,18-8-8 15,-19 0-20-15,10 0-42 16,9 0-4-16</inkml:trace>
  <inkml:trace contextRef="#ctx0" brushRef="#br1" timeOffset="163167.68">15461 5851 187 0,'0'0'6'15,"0"0"3"-15,0 0 3 0,0 0 3 16,-7 2 2-16,7-2 2 16,0 0 0-16,-12 3 0 15,12-3-3-15,0 0-4 16,-11 3-3-16,11-3-1 0,0 0-1 16,0 0 1-16,0 0 0 15,13 0 0-15,4 0 0 16,6-6-1-16,6 1 0 15,6-2-2-15,11-5 0 16,5-3-2-16,4-5-1 0,4 3-1 16,1-6 1-16,2 4-1 15,-2-5 0-15,-3 8 0 16,-9-1 0-16,-4 2 0 0,-10 5 1 16,-6-1 0-16,-9 7 1 15,-6-3-1-15,-13 7 1 16,0 0-1-16,0 0 0 15,0 0 0-15,-8-6 0 16,-1 6-1-16,9 0-1 0,-17 0 0 16,17 0 1-16,-13 0-1 15,13 0 1-15,-5-2-2 0,5 2 0 16,0 0 0-16,-10 0-1 16,10 0 0-16,0 0 0 15,-10 0-2-15,10 0 0 16,0 0 1-16,0 0 0 15,-7 5 0-15,7-5 0 0,0 0 1 16,0 0 1-16,0 0 0 16,2 10 2-16,-2-10-1 15,13 7 1-15,-3 1 1 16,-1-1 0-16,4 3 1 16,4 5-1-16,1 3 1 0,-1 4-1 15,3 2 0-15,-3 4 0 16,5 6 0-16,1 1 0 15,0 5-1-15,1-1-1 0,1 3 0 16,-5 2 0-16,5 4 0 16,-8-1 0-16,3 3 0 15,-2-1-1-15,-1 3 1 0,-8 0 0 16,0 0 1-16,-5 0-1 16,-1 1 0-16,-3-6 0 15,0 1 0-15,-5-2 1 16,-3-2-1-16,1-4 0 0,-3-3 0 15,-2-5 1-15,-4 0-1 16,4-2 0-16,2-5 1 16,0-3-1-16,1-3 0 15,-2-1-1-15,1-1-2 16,3-2-2-16,-2-2-4 0,3-1-5 16,-6-1-12-16,2-1-20 15,7-2-30-15,-7 0-6 16</inkml:trace>
  <inkml:trace contextRef="#ctx0" brushRef="#br1" timeOffset="163349.97">16281 7040 278 0,'0'0'5'0,"0"0"2"0,0 0 0 15,0 0-1-15,0 7-1 0,0-7-11 16,0 0-52-16,0 0-2 16</inkml:trace>
  <inkml:trace contextRef="#ctx0" brushRef="#br1" timeOffset="168734.19">11711 13102 98 0,'0'0'6'0,"0"0"1"0,0 0 4 16,0 0 1-16,0 0 2 16,0 0 0-16,0 0 2 0,0 0 2 15,-9-5-2-15,9 5 0 16,0 0-2-16,0 0 0 15,0 0-1-15,0 0 0 16,0 0 0-16,-5-7-4 0,5 7-1 16,0 0-3-16,0 0 0 15,0 0-3-15,0 0 0 16,0 0-2-16,0 0 0 0,0 0 0 16,0 0 0-16,-8-10 0 15,8 10-1-15,0 0 0 16,0 0-2-16,-4-11-7 15,4 11-9-15,0 0-8 16,-8-14-8-16,8 14-9 0,-8-12-12 16,8 12-13-16</inkml:trace>
  <inkml:trace contextRef="#ctx0" brushRef="#br1" timeOffset="169650.99">11581 12928 39 0,'0'0'15'15,"0"0"0"-15,-11-7 1 0,11 7 3 16,-13-5 1-16,13 5 5 15,-12-13 3-15,5 4 2 16,7 9-9-16,-9-16 1 16,9 16 0-16,-7-12 4 0,7 12-1 15,0 0-2-15,-4-7 0 16,4 7-2-16,0 0-3 16,0 0-2-16,0 0-2 0,0 0-6 15,0 0-2-15,0 0-2 16,-5 7-1-16,5-7-1 15,0 16-1-15,0-7 0 16,2 3 1-16,1 4 0 0,1-2 0 16,7 4 1-16,-4-1-1 15,5 1 0-15,1 2 0 16,-1-4-1-16,4 5 1 16,-2-5-1-16,2 2 1 0,-2 2-1 15,-2-5 0-15,4 2 1 16,-2-2-1-16,1 0 0 15,-3-1 0-15,6 2 0 16,-6-4 0-16,4 3 0 16,0-1 0-16,-2-1 0 0,0-1 0 15,1 1-1-15,-4-1 1 16,8-2 0-16,-7 0 0 16,0 0-1-16,4 0 1 15,-2 0 0-15,2-3-1 0,-7 3 1 16,7 1 0-16,-2-3-1 15,-4 1 1-15,5-2-1 16,-1 0 1-16,-1-2 0 0,-1 0 0 16,4 0-1-16,-2 0 1 15,-1-3 1-15,2 1-2 16,-2 2 0-16,1-5 0 16,1 3 0-16,0-1 0 0,-1-2 0 15,2 0 0-15,2 0 0 16,-4 0 0-16,4 0 0 15,1-2 0-15,-1-1 0 16,-1-2 0-16,3 2 0 16,-5-4 0-16,5 2 0 0,-2 0 0 15,-3-2 0-15,4-1 0 16,-2-2 0-16,3-1 0 16,1 0 0-16,-5-3 0 15,7-1 0-15,-3-1 0 0,-3-1 0 16,3 0 0-16,-3-4 0 15,1 2 0-15,-4 2 0 16,2-3 0-16,-4 0 0 16,-2 1 0-16,0 1 0 0,-5 3 0 15,2-2 0-15,-5 2 0 16,4 3 0-16,2-1 0 16,-8 1 0-16,4 2 0 0,-4 10 0 15,8-15 0-15,-8 15 0 16,4-15 0-16,-4 15 0 15,0 0 0-15,0-7 0 16,0 7 0-16,0 0 0 0,0 0 0 16,0 0 0-16,0 0 0 15,0 0 0-15,-7 5 0 16,-10 5-46-16,4 0-45 16,1-1-2-16</inkml:trace>
  <inkml:trace contextRef="#ctx0" brushRef="#br1" timeOffset="170895.93">12005 13382 378 0,'0'0'8'0,"0"0"2"15,0 0 3-15,0 0 1 16,9-3 2-16,-9 3 1 0,0 0 1 16,11-4 0-16,-11 4-6 15,0 0-5-15,0 0-7 16,0 0 0-16,0 0 0 16,0 7 0-16,0-7 0 15,-2 15 0-15,2-5 0 0,0-1 0 16,2 2 0-16,3-4 0 15,5 0 0-15,-3-2 0 16,5-3 0-16,-2 2 0 0,6-4 0 16,-4-6 0-1,0 1 0-15,-2-2 0 0,0-3 0 16,-3 0 0-16,-4-2 0 16,-3-1 0-16,0 1 0 15,-5 0 0-15,-5 1 0 0,-3 4 0 16,-1 0 0-16,-2 4 0 15,-3 3 0-15,4 0 0 16,0 7 0-16,2 3 0 0,1 2 0 16,3 1 0-16,0 2 0 15,9-2 0-15,0 2 0 16,6-3 0-16,6-2 0 16,0-2 0-16,6-4 0 15,-3 1 0-15,7-5 0 0,-4-3 0 16,-1-3 0-16,3-5 0 15,-6 4 0-15,2-5 0 16,-6-1 0-16,-6-2 0 16,0 0 0-16,-4 1 0 0,-4 1 0 15,-5 1 0-15,-1-1 0 16,-8 6 0-16,1 5 0 16,-5 2 0-16,-1 4 0 15,1 8 0-15,2 4 0 0,2 3 0 16,2 3 0-16,5 1 0 15,1-3 0-15,10-2 0 16,0-2 0-16,10-1 0 0,3-5 0 16,1-2 0-16,9-6 0 15,-3-2 0-15,2 0 0 16,-2-7 0-16,3 0 0 16,-6-4 0-16,-2-1 0 0,-3-1 0 15,-5 1 0-15,-3-1 0 16,-4-1 0-16,-4 2 0 15,-3-1 0-15,-5-1 0 16,-3 5 0-16,-5 2 0 16,0 7 0-16,-2 0 0 0,-6 7 0 15,7 6 0-15,-5 5 0 16,9 1 0-16,0 4 0 16,4-4 0-16,10 4 0 15,3-3 0-15,0-6 0 0,16-1 0 16,1-5 0-16,3-4 0 15,7-4 0-15,-2 0 0 16,5-10 0-16,-3 1 0 0,2-7 0 16,-6 2 0-16,-3-6 0 15,-8 1 0-15,1-1 0 16,-13-3 0-16,0 3 0 16,-8-3 0-16,-4 7 0 0,-6 0 0 15,-1 4 0-15,-6 5 0 16,-2 7 0-16,6 0 0 15,-3 10 0-15,7 2 0 0,0 3 0 16,8-1 0-16,2 4 0 16,7-3 0-16,7 0 0 15,4-2 0-15,8-4 0 16,-1-6 0-16,14-1-69 16,1 1-23-16,-1-3-2 15</inkml:trace>
  <inkml:trace contextRef="#ctx0" brushRef="#br1" timeOffset="177068.08">14146 7136 192 0,'0'0'1'0,"0"0"0"0,0 0-1 16,0 0 2-16,0-7 5 15,0 7 2-15,6-7 1 16,4 4 0-16,4 1 0 0,9-5 1 16,2 0 1-16,12-7-3 15,2 0-3-15,14-4-2 16,9-1-1-16,5-3-1 0,8-3 1 16,3-5-2-16,3 3 2 15,3-5-1-15,-2-1-1 16,0 3 0-16,-4 1 1 15,-4-1-1-15,-5 5 1 0,-4 4-1 16,-8 4 0-16,-14 3 3 16,-4 4 3-16,-14 8 2 15,-10-1-1-15,-15 3 0 16,0 0 0-16,0 0-1 16,0 0 1-16,-8 5-4 0,-5 0-9 15,6 0-10-15,-2 3-24 16,9-8-30-16,-16 17-4 15</inkml:trace>
  <inkml:trace contextRef="#ctx0" brushRef="#br1" timeOffset="177901.93">14187 8878 245 0,'0'0'1'0,"0"0"0"16,0 0 3-16,0 0-1 15,4-7 3-15,6 2 2 16,5-5 2-16,7 3 1 15,5-9 1-15,8 2 0 16,13-6 2-16,9-3-2 0,10-2 0 16,5-4-2-16,5-3 1 15,10-3 0-15,5-2-2 16,0-3-1-16,-2 3 0 16,-4 0-3-16,-4 5 0 0,-4 3-1 15,-9 4 0-15,-9 2-3 16,-9 6 0-16,-8 7 0 15,-13-1 0-15,-5 4 0 16,-8 3-1-16,-6 4 1 0,-11 0-1 16,0 0 1-16,0 0-1 15,0 0-3-15,0 4-10 16,0-4-30-16,-13 16-30 0,13-16-5 16</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3:40:33.356"/>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F0"/>
    </inkml:brush>
    <inkml:brush xml:id="br2">
      <inkml:brushProperty name="width" value="0.05292" units="cm"/>
      <inkml:brushProperty name="height" value="0.05292" units="cm"/>
      <inkml:brushProperty name="color" value="#7030A0"/>
    </inkml:brush>
    <inkml:brush xml:id="br3">
      <inkml:brushProperty name="width" value="0.05292" units="cm"/>
      <inkml:brushProperty name="height" value="0.05292" units="cm"/>
      <inkml:brushProperty name="color" value="#00B050"/>
    </inkml:brush>
  </inkml:definitions>
  <inkml:trace contextRef="#ctx0" brushRef="#br0">11359 5470 392 0,'0'0'5'15,"0"0"3"-15,0 0 0 0,0 0 2 16,0 0 1-16,0 0 0 16,0 0 0-16,0 0 0 15,0 8-4-15,0-8-3 0,-3 11-1 16,3-11-1-16,0 18-1 15,0-11 1-15,0-7 0 16,12 15 0-16,1-13 1 16,2-2 0-16,5-4 0 15,-1-6 0-15,2-3 0 0,-1-2 0 16,-6-2 0-16,2-5-3 16,-7 2 0-16,-6 3 0 15,-3 2 0-15,-5 1 0 16,-7 3 0-16,-6 5 0 15,0 6 0-15,1 0 0 0,-3 9 0 16,3 3 0-16,2-2 0 16,3 5 0-16,1-3 0 0,6 3 0 15,3-2-22-15,4-2-62 16,11-3-2-16</inkml:trace>
  <inkml:trace contextRef="#ctx0" brushRef="#br0" timeOffset="1884.52">11465 5494 188 0,'0'0'6'0,"0"0"5"15,0 0 3-15,0 0 2 16,0 0 3-16,0 0 0 15,8-8 1-15,-8 8 2 0,5-7-5 16,-5 7-4-16,12-12-2 16,-1 5-2-16,-2-6 0 15,1 1-2-15,3-3 0 0,2 2-1 16,2-6-1-16,-2 1-1 16,5-1 1-16,-3-1-1 15,3 0 1-15,0 0-1 16,0-2 2-16,2 0-1 15,3-1 1-15,0-2-2 0,-3 1 0 16,5 2-1-16,-3-6 0 16,5 6-1-16,-2-3 0 15,-2 3 0-15,3-6 0 0,-2 6-1 16,-2 0 0-16,2-1 1 16,2-2-1-16,-4 3 0 15,2 3 0-15,-2-3 0 16,1-3-1-16,0 3 0 0,-2-3 0 15,1-3 0-15,3 6 0 16,-2-6 0-16,0 7-1 16,-5-7 1-16,4 7 1 15,0-4 0-15,0 0-1 0,-4-2 1 16,4 2-1-16,-1 0 1 16,2-5-1-16,-2 6 1 15,1-4-1-15,-2 1 1 16,1-1-1-16,0 0 1 15,-2 7 0-15,2-4-1 0,0 1 1 16,-4 3 0-16,1-1-1 16,3 0 1-16,-1-1-1 15,-4-1 0-15,6 2 1 0,-1-1-1 16,-2-2 1-16,2 5-1 16,0-2 1-16,-7 8 0 15,2-7 0-15,-3 6 0 16,-2 4 0-16,-4 0 1 15,-1 1-1-15,-8 10 1 0,10-14 0 16,-10 14 0-16,5-12 0 16,-5 12 0-16,0 0-1 15,7-13 1-15,-7 13 0 0,0 0-1 16,0 0 0-16,0 0 0 16,0 0 0-16,0 0-1 15,-5 0 1-15,5 0-1 16,0 0 0-16,-9 2 0 15,9-2 0-15,0 0 0 0,-8 8 1 16,8-8-1-16,0 0 0 16,0 0 0-16,0 0 0 15,0 0 2-15,0 0-2 0,0 0 0 16,0 0 0-16,0 0 0 16,0 0 0-16,0 0 0 15,0 0 0-15,-10 0 0 16,10 0 0-16,0 0 0 15,-10 5 0-15,10-5 0 0,-7 7 0 16,7-7-2-16,-10 16 2 16,10-16 0-16,-5 14 0 15,5-6 0-15,0 2-1 0,0-10 1 16,5 14 1-16,-5-14-1 16,15 8 0-16,-8-8 2 15,3 0-2-15,0-3 0 16,0-2 0-16,2-5 0 0,-1 0 0 15,-4 1 0-15,0-4 0 16,-5 1 0-16,-2 2 0 16,0-3 0-16,-7 1 0 15,0 5 0-15,-8 5 0 0,3-4 0 16,-4 6 0-16,-1 6 0 16,0-2 0-16,2 11 0 15,0 0 0-15,0 3 0 16,5-4 0-16,2 4 0 0,6-2 0 15,2-3 0-15,5 2 0 16,10-10 0-16,-3 3 0 16,6-6 0-16,0-2 0 15,6-2 0-15,-4-6 0 0,-1-2 0 16,-1-5 0-16,-6 1 0 16,1-2 0-16,-8-2 0 15,-2 2 0-15,-3 1 0 16,-8 0 0-16,-5 5 0 15,1 0 0-15,-8 7 0 0,1 3 0 16,-1 0 0-16,-3 9 0 16,1 0 0-16,2 3 0 15,5 3 0-15,0 1 0 0,10-5 0 16,3 0 0-16,7-7-50 16,7 9-37-16,3-4-2 15</inkml:trace>
  <inkml:trace contextRef="#ctx0" brushRef="#br0" timeOffset="4650.56">11349 5541 157 0,'0'0'5'0,"0"0"4"0,-13-2 4 15,13 2 0-15,0 0 2 16,0 0 0-16,0 0 1 16,0 0 3-16,0 0-4 0,0 0-3 15,0 0 0-15,13-5-2 16,2 5 2-16,-6 0-2 15,9 0 0-15,-4 0-1 16,9 0-1-16,-3 0-2 0,8 0 0 16,-1-3-2-16,-1 3 0 15,5-2-1-15,2 0-1 16,1-3 0-16,1 5-1 16,2-3 0-16,-2 1 0 0,4 2 0 15,-3 0-1-15,6 0 1 16,-3-3-2-16,4 3 1 15,1 0 0-15,4 0 0 16,1 0 0-16,-1-3 0 0,3 3 0 16,-1-2 0-16,5-3 1 15,-6 3-1-15,1-1 1 16,3 1-1-16,-2-1 0 16,4-2 1-16,-2 2-1 0,-1 1 0 15,2 0 1-15,-1-1-1 16,2 2 1-16,-6-3-1 15,1 2 1-15,2 0-1 0,-8-4 1 16,7 3-1-16,-10 2 0 16,5-5 0-16,-2 6 0 15,-2-1 0-15,1 1 0 16,-1 0 0-16,-3-3 1 16,2 3-1-16,0-3 0 0,-6 1 0 15,0 2 0-15,3-3 0 16,-4 1 0-16,3-2 0 15,-4 3 0-15,4-2 1 16,-5 1-1-16,5 0-1 0,-4-1 2 16,4 3-1-16,-2-2 0 15,0-4 0-15,-3 6 0 16,3-2 1-16,-3 2-1 16,0-2 0-16,3 2 0 0,-5 0 0 15,-1 0 0-15,-3 0 0 16,1 0 0-16,0 2 0 15,-2-2 0-15,3 0 0 16,-7 2 1-16,5-2-1 0,-1 0 1 16,0 0 0-16,0 0-1 15,-4 0 1-15,2 0 1 16,0 0-1-16,-2-2 0 16,1 2 0-16,2-2 1 15,-4-1 0-15,4 0-2 0,-4 3 2 16,3-2-1-16,-4 0 0 15,1 2 1-15,0 0-1 16,-5-3 1-16,7 3-3 0,-7 0 3 16,0 0-2-16,0 0 1 15,-2 0 0-15,-1 0-1 16,-3 0 0-16,4 0 0 16,-13 0 2-16,12 0-2 0,-12 0 0 15,13 0 0-15,-13 0 0 16,10 3 0-16,-10-3 1 15,0 0-1-15,0 0 0 16,10 0 0-16,-10 0 1 0,0 0 0 16,0 0 0-16,0 0 0 15,0 0 0-15,0 0 0 16,0 0-1-16,0 0-2 0,0 0-5 16,0 0-7-1,0 0-26-15,0 0-37 0,0 0-3 16</inkml:trace>
  <inkml:trace contextRef="#ctx0" brushRef="#br0" timeOffset="5582.99">14599 5135 222 0,'0'0'6'0,"0"0"4"0,0 0 2 0,0 0 2 15,0 0 3-15,0 0 1 16,0 0 2-16,0 0 1 16,0 0-4-16,0 0-1 0,0 0-3 15,0 0-3-15,0 0-3 16,0 0-1-16,0 0-3 16,0 0-1-16,0 0-2 15,0 0 0-15,0 0-1 16,0 0 1-16,4 0-1 0,-4 0 2 15,14 5-1-15,-7 3 2 16,4-1-1-16,0 3 0 16,-1 0 1-16,4 1 0 0,2 0-1 15,-2 1 1-15,3 1-1 16,0-1 1-16,2-2 0 16,-4 2 0-16,2 1 0 15,-2-3 0-15,0 2 1 0,0-2-2 16,-3 0 1-16,0 0-1 15,4-3 1-15,-4 3-1 16,1-2 0-16,-6-3 0 16,3 0-1-16,-10-5 1 15,15 7-1-15,-15-7 1 0,0 0 0 16,7 4 0-16,-7-4 1 16,0 0 0-16,0 0 0 15,0 0 0-15,0 0 1 0,0 0-2 16,0 0-2-16,0 0-3 15,0 0-3-15,0 0-6 16,0-11-18-16,0 11-49 16,-9-3-3-16</inkml:trace>
  <inkml:trace contextRef="#ctx0" brushRef="#br0" timeOffset="6367.47">14574 5101 238 0,'0'0'6'0,"0"0"5"15,0 0 4-15,0 0 2 0,0 0 3 16,0 0 0-16,-10-6 1 16,10 6 0-16,0 0-6 15,0 0-4-15,0 0-3 0,0 0-3 16,5 8-1-16,4-1 0 16,2 3 0-16,3 0 0 15,2 5 1-15,3 0 0 16,4 0 0-16,2 2-1 0,-3 0 0 15,0 1-1-15,-2-1-1 16,1-2 0-16,-2-2 0 16,-1 1 0-16,-2-4 0 15,-3-3-1-15,2 1 0 16,-4-1 0-16,1-4 0 0,-3 2-1 16,-9-5 1-16,13 2-1 15,-13-2 1-15,0 0 0 16,0 0 0-16,0 0 1 0,0 0 0 15,0 0 0-15,0 0 0 16,0 0 0-16,0 0-2 16,0 0-4-16,0 0-4 15,0 0-7-15,0 0-28 0,0 0-39 16,0 0-4-16</inkml:trace>
  <inkml:trace contextRef="#ctx0" brushRef="#br0" timeOffset="7233.6">14892 5356 378 0,'0'0'7'0,"0"0"1"16,0 0 2-16,-4-5 1 0,4 5 0 16,-13-3 2-16,13 3-2 15,-12-2 1-15,12 2-5 16,-14 0-3-16,14 0-3 0,-12 10 0 16,12-10-2-16,-7 17 2 15,7-6 1-15,0-11-1 16,3 16 0-16,-3-16 1 15,16 10 1-15,-2-5 0 16,-2-5 1-16,3 0-1 0,-3-2 1 16,2-1-2-16,-2-4 2 15,1-1-1-15,-4-3 0 16,-5 0-1-16,-1 1-2 0,-3-2 0 16,0 3 0-16,-7 1 0 15,-4 0 0-15,-1 3 0 16,-3 5 0-16,0 0 0 15,0 0 0-15,0 5 0 16,2 3 0-16,4 0 0 0,-1 3 0 16,5 2 0-16,5-3 0 15,0-1 0-15,5 1 0 16,7-2 0-16,4-4 0 0,3-1 0 16,3-3 0-16,-1 0 0 15,4-5 0-15,-1-2 0 16,-4-3 0-16,0 0 0 15,-8-2 0-15,-5-1 0 0,-5 1 0 16,-2 2 0-16,-4 0 0 16,-8 0 0-16,-3 5 0 15,-5 2 0-15,-2 3 0 16,-3 6 0-16,0 3 0 0,5 4 0 16,-2 2 0-16,6-1 0 15,2 4 0-15,7-4 0 16,7 1 0-16,2-5 0 15,8 3 0-15,5-8 0 16,4-4 0-16,4-1 0 0,2 0 0 16,2-8 0-16,-5-3 0 15,1 1 0-15,-3-5 0 16,-8 1 0-16,-5-4 0 16,-7 4 0-16,-3-1 0 0,-6 2 0 15,-5 6 0-15,-9 2 0 16,0 5 0-16,1 0 0 15,-2 7 0-15,1 1 0 0,5 7 0 16,4-3 0-16,7 3 0 16,3-2 0-16,8 3-18 15,5 2-59-15,8-8-10 16</inkml:trace>
  <inkml:trace contextRef="#ctx0" brushRef="#br0" timeOffset="9666.86">11476 5436 260 0,'0'0'9'0,"0"0"5"16,0 0 5-16,0 0 3 15,0 0 2-15,-11-8 3 0,11 8 1 16,0 0 0-16,-12-8-8 15,12 8-6-15,-9 0-5 16,9 0-3-16,-9 15-3 16,2-3-1-16,1 2-1 0,3 4-1 15,-2 0 1-15,2-1 0 16,3 0 0-16,0-4 0 16,5-3 0-16,5-3 0 15,5-4 1-15,-5-3-1 0,4-3 1 16,-1-4 0-16,-1-3 0 15,1-3 1-15,-6-4-1 16,-2 0 1-16,-5-1-1 0,0-1-2 16,-5 1 0-16,-8 1 0 15,-1 5 0-15,-4 4 0 16,1 3 0-16,-5 5 0 16,-1 0 0-16,4 10 0 15,-4 0 0-15,5 5 0 0,2 0 0 16,4 5 0-16,3-8 0 15,5 3 0-15,4-1 0 16,7-3 0-16,11-2 0 16,2-4 0-16,3-2 0 0,8-3 0 15,1-8 0-15,0-1 0 16,0-6 0-16,-2 2 0 16,-5-3 0-16,-7-1 0 0,-7 1 0 15,-5-1 0-15,-6 2 0 16,-6 2 0-16,-7 3 0 15,-7 4 0-15,-6 2 0 16,-3 4 0-16,1 8 0 0,-2 7 0 16,0-1 0-16,4 9 0 15,3-2 0-15,3 2 0 16,8-5 0-16,7-1 0 16,5-2 0-16,5-5 0 15,12-7 0-15,6-3 0 0,2 0 0 16,2-8 0-16,1-4 0 15,1-4 0-15,-1-1 0 16,-9 1 0-16,-6-1 0 16,-3 1 0-16,-10 1 0 0,0 2 0 15,-10 6 0-15,-5 2 0 16,-6 5 0-16,0 0 0 16,1 2 0-16,-1 8 0 15,7 5-8-15,4 6-35 0,10-2-42 16,3-5-2-16</inkml:trace>
  <inkml:trace contextRef="#ctx0" brushRef="#br0" timeOffset="10867.22">14937 5269 379 0,'0'0'6'0,"0"0"0"16,0 0 3-16,0 0 0 0,-5-8 0 15,5 8 2-15,-18 0-1 16,6 0 1-16,-2 5-4 16,-4 2-2-16,-3 6-2 0,5 4-1 15,0 1-1-15,2 3 1 16,3 0 0-16,9 4-1 16,2-6 1-16,5 2-1 15,10-7 1-15,5 1 0 16,2-8 1-16,8-1-1 0,0-6-1 15,2 0 1-15,4-10 1 16,-10-3 1-16,1 1 0 16,-6-6-1-16,-7 4 0 15,-8-5 1-15,-4 2-2 16,-4-2-2-16,-11 7 0 0,-2-1 0 16,-7 6 0-16,-3 4 0 15,-5 3 0-15,2 5 0 16,1 5 0-16,5 8 0 15,2-4 0-15,6 4 0 0,3 2 0 16,9-5 0-16,2-3 0 16,13-2 0-16,1-3 0 15,6-4 0-15,2-3 0 0,3 0 0 16,0-10 0-16,3 3 0 16,-3-6 0-16,-9 1 0 15,0-3 0-15,-9 0 0 0,-2 1 0 16,-5 1 0-1,-7 1 0-15,-9 4 0 0,-1 3 0 16,-5 2 0-16,-3 3 0 16,1 8 0-16,1 2 0 15,8 5-11-15,-2-6-16 0,10-3-52 16,7 6-10-16</inkml:trace>
  <inkml:trace contextRef="#ctx0" brushRef="#br0" timeOffset="12699.85">12941 4013 331 0,'0'0'9'0,"0"0"2"16,-12-3 1-16,12 3 3 16,-19-1 1-16,19 1-1 0,-15-3 0 15,4 3 1-15,11 0-9 16,-15 4-2-16,11 6-2 15,-2 2-1-15,6-2-1 0,0 3-1 16,0 2 1-16,8-3 0 16,-1-2-1-16,6-3 1 15,-1 1 0-15,6-8 0 16,-3 0 1-16,2 0 1 0,-2-11 1 16,0 3-1-16,0-7 0 15,-8 5 1-15,1-5 0 16,-8-1 0-16,0 7-1 15,-11-4-1-15,2 6 0 16,-9 5-1-16,1 2 0 16,-5 0-1-16,0 9 0 0,7 4 0 15,-1-1 0-15,4 3 0 16,7-2-1-16,2-1 1 16,6-2 0-16,4 0 0 15,8-9 0-15,3 2 1 0,2-3-1 16,2-4 0-16,-5-6 1 15,8-2-1-15,-13-1 1 16,2-2 0-16,-5 2 0 0,-6-2-1 16,-3 7 1-16,-6-3-1 15,-3 5 1-15,-6 2-1 16,0 4 0-16,-5 0-1 16,2 4-1-16,1 2-1 0,0 5-3 15,2-3-2-15,4 3-3 16,2-4-4-16,4 3-8 15,5-10-15-15,0 0-26 16,0 0-18-16</inkml:trace>
  <inkml:trace contextRef="#ctx0" brushRef="#br0" timeOffset="13049.62">12961 3874 292 0,'0'0'7'0,"0"0"2"15,-4-10 4-15,4 10 1 0,-18-10 1 16,8 5 1-16,-5 1 3 15,-2 1 0-15,-3 3-6 16,0 4-2-16,-2 9-3 16,2 5-1-16,-2 1-2 0,4 8 0 15,0 3-2-15,6 2 0 16,7-1-2-16,3 1 1 16,4-5-1-16,13 1 1 15,5-10-1-15,10-5 1 0,0-5 0 16,9-4 0-16,-3-4 1 15,8-9-2-15,-4-4 1 16,-6-2 0-16,-1-5 0 0,-11-2 0 16,-2 0 0-16,-15-6 0 15,-5 3-1-15,-5-1 1 16,-17 1-1-16,-3 2-1 16,-5 9 0-16,-2 4 0 15,-5 10-1-15,0 4-1 0,4 19-9 16,3 2-35-16,5 5-36 15,10 7-1-15</inkml:trace>
  <inkml:trace contextRef="#ctx0" brushRef="#br0" timeOffset="18983.34">14601 5138 5 0,'0'0'13'0,"2"-8"5"0,-2 8 3 16,0 0 7-16,0 0 5 0,0 0 4 16,0 0-4-16,0 0-1 15,0 0-3-15,0 0-3 16,0 0-3-16,0 0-6 15,0 0-3-15,0 0-3 0,0 0-1 16,0 0-1-16,0-10 0 16,0 10 0-16,0 0 0 15,0 0-1-15,0 0 0 16,0 0 0-16,-9-10-2 0,9 10-1 16,-10-5 0-16,10 5-2 15,-13-4 1-15,13 4-1 16,-19-6 1-16,11 2 0 15,-4 1 1-15,0-1-1 0,-1-2 1 16,3-1-2-16,-3-1 1 16,1 1 0-16,2-1-1 15,0-4 0-15,-2 2 0 16,-4-2-1-16,4 4 1 0,-1-4 0 16,-3 4-1-16,-1-1 0 15,-1-4-1-15,-2 3 1 16,0 3-1-16,3-1 0 0,-6-2 0 15,4 1 0-15,-6-1 0 16,2 3 0-16,1-4 0 16,-3 1 0-16,3 1 0 15,-4-1 0-15,2-2-1 16,2-1 1-16,-1 1-1 0,1-1 1 16,-3 1-2-16,1-3 1 15,-1 0-1-15,0 3 1 16,0-4 0-16,5 2-1 15,-7-4 1-15,7 4 0 0,-5-4 0 16,5 0 0-16,0 2 1 16,-3-1-1-16,4-1 0 15,-3 0 1-15,1 2-1 16,1-1 1-16,3 0-1 0,-3 3 1 16,-2-1 0-16,5-2 0 15,-1 5-1-15,-1 0 1 16,6-1 1-16,-7 1-2 15,2-3 0-15,4 2 0 0,-1-2 0 16,0 3 0-16,0-2 0 16,0 0 0-16,2 3 0 15,1-2 0-15,0 1 0 0,-1-1 0 16,4 1 0-16,-4 0 0 16,1 1 0-16,2 1 0 15,-5-1 0-15,5 0 0 16,-5 4 0-16,3-3 0 15,2 0 0-15,-1 2 0 16,-1-2 0-16,3 0 0 0,-2 1 0 16,1 2 0-16,-2-6 0 15,-1 3 0-15,4-2 0 16,-7 2 0-16,4-2 0 0,0-1 0 16,-1 1 0-16,1 2 0 15,2-2 0-15,-5 4 0 16,1-2 0-16,3 0 0 15,2 0 0-15,-4 1 0 0,1 0 0 16,0 2 0-16,1-2 0 16,4 0 0-16,-3 2 0 15,-3 3 0-15,13 4 0 0,-14-15 0 16,14 15 0-16,-13-10 0 16,13 10 0-16,-5-10 0 15,5 10 0-15,0 0 0 16,0 0 0-16,-10-10 0 15,10 10 0-15,0 0 0 16,0 0 0-16,0 0 0 0,0 0 0 16,0 7 0-16,3 6 0 15,1 4-47-15,9-9-42 0,2-1 0 16</inkml:trace>
  <inkml:trace contextRef="#ctx0" brushRef="#br0" timeOffset="27403.58">12219 5596 356 0,'0'0'7'16,"0"0"3"-16,0 0 3 16,0 0 1-16,0 0 1 15,0 0 1-15,0 0-1 0,0 0 1 16,0 0-6-16,0 0-3 16,0 0-3-16,-3 13-1 15,-4-1-1-15,-1 8 0 0,-4-1-1 16,0 3 1-16,-4 3 0 15,2-3 0-15,-2 2-1 16,4-5 1-16,-1-5-1 16,1 2 0-16,5-7 0 0,1 2-2 15,6-11-1-15,-7 9-3 16,7-9-4-16,0 0-8 16,0 0-23-16,5-8-42 15,3 1-2-15</inkml:trace>
  <inkml:trace contextRef="#ctx0" brushRef="#br0" timeOffset="27671.21">12527 5561 412 0,'0'0'5'0,"0"0"2"0,0 0 0 15,0 0 1-15,-5 12 1 16,-7 1-1-16,1-1 2 16,-1 6-1-16,-6-3-5 15,-2 7-1-15,-1 0 0 0,3-2-2 16,-3 0 1-16,7-3-1 16,2 0-2-16,4-5-2 15,-2-1-5-15,8-4-9 16,2-7-25-16,0 0-39 0,5 10-2 15</inkml:trace>
  <inkml:trace contextRef="#ctx0" brushRef="#br0" timeOffset="27934.67">12828 5544 360 0,'0'0'9'15,"0"0"3"-15,0 0 1 0,0 0-1 16,0 0 1-16,0 0 2 16,-6 3-1-16,1 4 1 15,0 10-7-15,-7 0-4 16,2 4-1-16,-5-2 1 0,3 6-1 16,-3-5-1-16,3 2-1 15,1-7-3-15,1 0-3 16,3-4-7-16,2 2-15 15,5-5-53-15,0-8-2 16</inkml:trace>
  <inkml:trace contextRef="#ctx0" brushRef="#br0" timeOffset="28172.92">13113 5522 375 0,'0'0'6'16,"0"0"2"-16,0 0 0 0,0 0 2 16,0 9 0-16,-5-1 1 15,0 1 0-15,0 4 1 16,-5 7-5-16,0-3-1 16,-3-2-2-16,4 0-2 0,2 5-5 15,-6-8-11-15,13-12-59 16,-12 7-6-16</inkml:trace>
  <inkml:trace contextRef="#ctx0" brushRef="#br0" timeOffset="28418.19">13516 5494 373 0,'0'0'5'15,"0"0"4"-15,-8 8 1 16,0-1 0-16,-4 6 1 16,0 1 1-16,-3 1 0 0,-5 5 0 15,3 0-4-15,-1 0-4 16,3-6 0-16,0 3-2 16,5 0-4-16,1-9-9 15,6 3-28-15,3-11-40 0,0 0-3 16</inkml:trace>
  <inkml:trace contextRef="#ctx0" brushRef="#br0" timeOffset="28584.65">13812 5445 354 0,'0'0'4'0,"0"9"3"16,-9 4 3-16,0 4 1 0,-9 6 0 15,-1 9 1-15,-4 2-2 16,-7 6-13-16,-22 7-65 16,28 3-3-16</inkml:trace>
  <inkml:trace contextRef="#ctx0" brushRef="#br0" timeOffset="36035.93">14989 7342 221 0,'0'0'3'0,"0"0"3"0,0 0 2 16,0 0-1-16,7-2 3 16,-7 2 1-16,10 0 2 15,-10 0 0-15,18 0-2 0,-7 0-3 16,8 0 2-16,8 0-3 16,5 0 0-16,8 0-1 15,7 0-1-15,13 0 0 0,5 0-1 16,6 0-1-16,12-2 1 15,4-4-1-15,10 2 0 16,4-2-1-16,6 4 0 16,5-3 0-16,5 0-1 0,7 0 1 15,0 3-1-15,3-4 0 16,4 4-1-16,4-2 1 16,-6-2 0-16,7 6-1 15,-9-4 0-15,-3-3 0 0,1 4 0 16,-6-1 0-16,-8 0 0 15,-9-3 0-15,-5 4 0 16,-12-4 2-16,-5 2-2 16,-13 5 1-16,-10-5 0 15,-15 5 1-15,-10-3 2 0,-7 3 0 16,-7 0 0-16,-8 0 0 16,-10 0-3-16,0 0-6 15,0 0-8-15,-16 0-25 16,-1 0-35-16,2 3-5 0</inkml:trace>
  <inkml:trace contextRef="#ctx0" brushRef="#br0" timeOffset="36989.14">14912 7347 275 0,'0'0'9'0,"0"0"4"15,0 0 3-15,-5-9 3 16,5 9 1-16,-7-8 2 16,7 8 0-16,-12-8-1 15,3 6-8-15,0 2-4 16,-3 5-4-16,3 2-3 0,0 5-2 16,2 1 0-16,2 4-1 15,1 1 1-15,4-1-1 16,6-2 1-16,1-1 1 15,8-3 0-15,3-4 0 0,4-5 1 16,0-2 1-16,5-4 0 16,-2-6 2-16,1-3 1 0,-4-1 0 15,-7-1 0-15,-6-5-1 16,-5 2 1-16,-4 1-1 16,-7 5-2-16,-2-1-1 15,-5 4-1-15,-6 3-1 0,-1 6-1 16,0 0 1-16,3 8-2 15,-2-1 1-15,10 6 0 16,3-4 0-16,4 1 0 16,3 0 1-16,8-2 0 15,12-2 0-15,4-6 0 0,6 0 1 16,4-9-1-16,2 0 1 16,-1-1 1-16,-3-2-2 15,-7-4 1-15,-6 1-1 16,-8 3 1-16,-11 0-1 0,-6 3-1 15,-11 6 1-15,-10-1 0 16,-3 8-1-16,-7 6-1 16,2 4-3-16,1 8-10 15,0 1-24-15,16 4-44 0,12 0-1 16</inkml:trace>
  <inkml:trace contextRef="#ctx0" brushRef="#br0" timeOffset="37820.1">18249 7226 371 0,'0'0'7'0,"0"0"3"15,0 0 1-15,0 0 1 0,-13-5 2 16,13 5-1-16,-17-3 1 16,7 3 0-16,0 0-6 15,-2 6-3-15,-1 3-1 16,3-1-2-16,3 4-1 15,-1 1 0-15,8-1 0 0,0 2 0 16,3-3 0-16,7 1 0 16,2-5 0-16,4-1 0 15,3-2 2-15,3-4-1 0,1-2 2 16,0-6 0-16,-4-1 1 16,-4-4-5-16,0-2 0 15,-8-3 0-15,-7 4 0 16,-3-3 0-16,-8-1 0 0,-12 6 0 15,-2 3 0-15,-5 0 0 16,-2 7 0-16,-3 2 0 16,3 2 0-16,4 7 0 15,7 0 0-15,3-2 0 0,6 6 0 16,10-3 0-16,2-10 0 16,2 14 0-16,10-11 0 15,0 2 0-15,3-3 0 16,0-2 0-16,-5 0-19 0,0-2-67 15,-10 2-2-15</inkml:trace>
  <inkml:trace contextRef="#ctx0" brushRef="#br0" timeOffset="39434.54">14982 7332 264 0,'0'0'6'0,"0"0"3"16,0 0 2-16,5 0 4 0,-5 0 3 15,9-2 2-15,-9 2 2 16,18-15 5-16,-8 5-7 16,4-7-1-16,2-4-2 15,4-5-2-15,1-6-3 0,5-8-3 16,1-7-1 0,8-8-2-16,2-9-1 0,6-8-1 15,3-10 0-15,9-7-4 16,5-5 0-16,3-11 0 15,10 3 0-15,5-10 0 0,0 0 0 16,0-7 0-16,2 3 0 16,-1-3 0-16,1 2 0 15,-6-2 0-15,1 5 0 0,-6 0 0 16,-4 8 0-16,-1 4 0 16,-6 6 0-16,-3 6-2 15,-9 9 1-15,-6 6 2 16,-2 14-1-16,-11 3 2 15,-3 12-2-15,-6 5 0 0,-6 9 0 16,-1 8 0-16,-6 7 0 16,-3 5 0-16,-2 2 0 15,0 10 0-15,0 0 0 0,0 0 0 16,0 0 0-16,0 0 0 16,0 0 0-16,0 0 0 15,0 4 0-15,0-4 0 16,2 10 0-16,-2-10-2 15,0 0-3-15,0 0 0 0,8 8 1 16,-8-8 0-16,0 0 1 16,0 0 1-16,7-3 1 15,-7 3 0-15,1-9 1 16,-1 9-1-16,0-16 1 0,5 7 1 16,-3-1-1-16,-2 0 1 15,0 0 0-15,2 0 1 16,-2 0 0-16,0 10 0 15,0-13 1-15,0 13-1 0,0 0 0 16,-9-4 0-16,9 4-1 16,-11 4 0-16,6 9 0 15,-2 2-1-15,-1 3-1 0,3 1 1 16,3-2 0-16,2 1 0 16,0-1 0-16,2-2 0 15,-2-15 0-15,18 9 0 16,-1-9 1-16,1-1-1 0,-1-12 1 15,0-4 0-15,1-1 1 16,-6-2 1-16,-2-5-3 16,-4 3 0-16,-4 0 0 15,-4 4 0-15,-9 6 0 16,-1-1 0-16,-6 9 0 0,-1 4 0 16,-1 3 0-16,-5 7 0 15,8 1 0-15,-1 7 0 16,6-1 0-16,4 3 0 15,5-2 0-15,3 0 0 0,6-7 0 16,11-5 0-16,1-6 0 16,6 0 0-16,1-6 0 15,0-5 0-15,0-6 0 0,-5 1 0 16,-6-1 0-16,-6 1 0 16,-8 7 0-16,0 9 0 15,-17-8 0-15,-3 8 0 0,-3 12-13 16,-1 1-42-16,6 4-32 15,0 0-1-15</inkml:trace>
  <inkml:trace contextRef="#ctx0" brushRef="#br0" timeOffset="40983.67">16741 4498 215 0,'0'0'7'16,"0"0"3"-16,0 0 2 0,0 0 2 16,0 0 0-16,-11 0 1 15,11 0 0-15,0 0 0 16,0 0-3-16,-2 5-2 0,2-5-2 16,18 13 1-16,2-8 0 15,9 0 0-15,7 0 1 16,13-2-2-16,8-2-2 15,12-1 0-15,6 0-3 16,7-1 0-16,10-2-1 0,5-2 0 16,7-3 0-16,3 6-1 15,2-5 0-15,8-1 0 16,3 3 0-16,2 0 0 16,-1 2 0-16,-2 1-1 0,0 0 1 15,-4 0-1-15,-5 2 1 16,-6-4 0-16,-5 2-1 15,-7-1 0-15,-3-2 1 0,-9 3-1 16,1-3 1-16,-5 1-1 16,-5-2 1-16,-6 2-1 15,-3 1 0-15,-12-5 0 16,-6 6 1-16,-11-3 0 16,-6 5 1-16,-9-5 2 0,-6 2-1 15,-12 3 0-15,0 0 1 16,0 0-1-16,0 0 0 15,0 0-1-15,-5-2-1 16,5 2-1-16,0 0 1 0,-10 0-1 16,10 0 0-16,0 0 0 15,0 0 0-15,0 0 0 16,0 0 0-16,0 0 0 16,-8 2 0-16,8-2 0 0,0 0 0 15,0 0 0-15,0 0 0 16,0 0 0-16,0 0 0 15,0 0 0-15,0 0 0 16,0 0-1-16,0 0 1 0,0 0 0 16,0 0 0-16,0 0 0 15,0 0 0-15,0 0 0 16,0-2 1-16,0 2-1 16,0 0 0-16,0 0 1 0,0 0 0 15,0 0 0-15,0 0 1 16,0 0 0-16,0 0 1 15,0 0-1-15,0 0 1 16,0 0-1-16,0 0-1 0,0 0 0 16,-9 0 0-16,9 0 0 15,-17 17-1-15,9-6 0 16,-1-1 0-16,6 1 0 0,0 3 0 16,3-8 0-16,0-6 1 15,10 13 0-15,-1-11-1 16,9-2 1-16,-3-2 0 15,2-6 0-15,4-1 1 16,-7-2-1-16,2-3 1 0,-4-4-1 16,-5 4 1-16,-5 1 0 15,-2-2-1-15,-9 5 0 16,-3 3-1-16,-9 4 1 16,1 3-1-16,-4 3 0 0,1 7-1 15,3 2 0-15,3 3 1 16,-1-2 0-16,9 3 0 15,6 0-1-15,3-2 1 16,12-6 1-16,6-1-1 0,4-4 1 16,3-3-1-16,5-5 1 15,-3-2 0-15,3-5 0 16,-5-3 0-16,-6-1 0 16,-3-1 0-16,-9 2-1 0,-7 0 1 15,-2 5-1-15,-10 0 0 16,-6 6 1-16,-2 4-2 15,0 0 1-15,-2 8-2 16,4 0 0-16,1 5-3 0,5 2-3 16,-1-2-9-16,11 4-19 15,2-2-48-15,2-2 0 16</inkml:trace>
  <inkml:trace contextRef="#ctx0" brushRef="#br0" timeOffset="41867.26">19705 4411 339 0,'0'0'6'0,"0"0"2"15,0 0 1-15,0 0 2 0,0 0 1 16,-5 8-1-16,5-8 1 15,-13 15 1-15,4-1-6 16,-1 4-2-16,-3 2-2 16,-2 7 1-16,0 2-2 0,-2 5 1 15,-3 1-1-15,1 7 1 16,-4-1-1-16,0 1 1 16,1 0-1-16,0 6 0 0,-3-4 0 15,7 0-1-15,-7 3 0 16,6-2-1-16,-1 0 0 15,3-1 0-15,-3 1 0 16,0 1 1-16,3 0-1 16,-4-2 0-16,3 1 3 0,-1 0-1 15,-1 2 1-15,-5 0-1 16,4-3 1-16,3 3 0 16,-5-2 0-16,6 0-1 15,-3-1-1-15,1-4 1 0,1 2-2 16,4-5 1-16,-2 2 0 15,-2-1 0-15,-1-2-1 16,4-3-1-16,-2 2 1 16,-3 0 0-16,5-1-1 0,-3 1 1 15,-2-3-1-15,3 3 0 16,-3-3 1-16,3-3 0 16,-1 7 0-16,-2-7 0 0,3 3 0 15,-3-2 0-15,3-1 0 16,2-1 0-16,0 2 1 15,0-2-1-15,3 1 0 16,-1-4 0-16,1-2-1 16,2 5 1-16,-5 0 0 0,5-1-1 15,-5-3 1-15,3 6-1 16,-4-5 1-16,4 2-1 16,-2 1 1-16,0-3-1 15,3 1 1-15,-5-1 0 0,2 3-1 16,1-6 1-16,1 3 0 15,0-3 0-15,-1 5-1 16,-1-5 1-16,3 3 0 0,-1 0 0 16,0-5 0-16,1 4-1 15,-1 4 1-15,-1-6 0 16,1 1 0-16,0-2 0 16,-1 0 0-16,1-2 0 0,-3 2 1 15,3-7-1-15,0 1 1 16,1-2-1-16,1-5 1 15,1 1-1-15,9-9 0 0,-11 12 0 16,11-12-2-16,0 0-3 16,-9 8-9-16,9-8-18 15,0 0-49-15,0 0 0 16</inkml:trace>
  <inkml:trace contextRef="#ctx0" brushRef="#br0" timeOffset="42534.63">15720 7478 374 0,'0'0'10'15,"0"0"1"-15,0 0 3 0,0 0 1 16,5-4-1-16,-5 4 1 15,0 0-1-15,0 14 1 16,-11 4-9-16,-6 7-4 16,-1 1-1-16,-7 9-1 0,-4 5 0 15,-2 0 0-15,3 1 0 16,-2-1 0-16,5-7-2 16,1-3-4-16,11-5-7 15,0-11-16-15,10-1-55 16,3-13 0-16</inkml:trace>
  <inkml:trace contextRef="#ctx0" brushRef="#br0" timeOffset="42733.57">16130 7407 435 0,'0'0'4'0,"0"0"2"15,0 0 0-15,0 2 0 16,-6 8-1-16,-4 5 2 15,-7 5-1-15,-1 2 0 0,-7 5-4 16,-1 1-1-16,-1 1-1 16,2 1-2-16,-1-7-7 15,9 0-15-15,5-5-56 0,4-8-3 16</inkml:trace>
  <inkml:trace contextRef="#ctx0" brushRef="#br0" timeOffset="42933.48">16463 7378 412 0,'0'0'3'0,"0"0"1"0,-9 19 2 16,-3-7 0-16,-2 8 1 16,-4 5-1-16,-4-1 1 15,-2 9 0-15,1-3-2 16,-2 1-4-16,7-3-8 15,-1-6-15-15,1-1-57 0,13-5-2 16</inkml:trace>
  <inkml:trace contextRef="#ctx0" brushRef="#br0" timeOffset="43136.24">16813 7397 420 0,'0'0'4'0,"0"0"3"15,-10 12 0-15,-3 1 2 16,1 7-1-16,-6 1 2 0,-1 2-1 16,-6 2 1-16,2-4-5 15,4 4-2-15,-1-7-4 16,7-1-6-16,1-9-7 0,12-8-30 16,0 0-39-16,20 0-2 15</inkml:trace>
  <inkml:trace contextRef="#ctx0" brushRef="#br0" timeOffset="43319.25">17171 7372 436 0,'0'0'3'15,"0"0"2"-15,-3 6 2 16,-7 2 0-16,0 5 0 16,-5 2 1-16,0 5-1 0,-7 0 0 15,3 2-2-15,1-2-3 16,0 0-5-16,6-4-7 15,0-3-12-15,12-1-60 16,0-12-2-16</inkml:trace>
  <inkml:trace contextRef="#ctx0" brushRef="#br0" timeOffset="43468.03">17387 7335 453 0,'0'0'3'15,"0"0"1"-15,0 0 0 0,-8 9-1 16,-2 4 1-16,-4 8 0 15,-4 3 0-15,-7 3-1 16,-5 2-7-16,3 12-18 16,3-2-59-16,-9-2-1 0</inkml:trace>
  <inkml:trace contextRef="#ctx0" brushRef="#br0" timeOffset="43884.64">15670 7436 427 0,'0'0'4'0,"0"0"-1"16,0 0 1-16,-3 16-1 0,-1-2 1 15,-1 6-1-15,-8 10-2 16,1 14-17-16,-11 3-62 16,-2 7 0-16</inkml:trace>
  <inkml:trace contextRef="#ctx0" brushRef="#br1" timeOffset="95621.56">1064 2975 140 0,'0'0'6'16,"0"0"3"-16,15 0 5 0,3 0 5 15,0 0 3-15,16 0 1 16,4 0 1-16,13-2 1 16,11-1-5-16,11 3-4 15,11-5-2-15,5 0-5 0,14 0-3 16,6 2 0-16,15-1-1 15,8 1-1-15,4-2-1 16,14 3 2-16,11 2-2 16,8-3-1-16,14 3 1 0,7 0-2 15,4 0 1-15,12 0 1 16,13 0-1-16,4 0-1 16,8 0 1-16,7 0-1 15,6 0 0-15,8 0 0 16,6 0 0-16,5 0 0 15,3-2 0-15,10-1 0 0,-3 0 0 16,9 2-1-16,2 1 1 16,8-3 0-16,3 3 0 15,-4 0 1-15,6 0-1 0,-1 3 0 16,3-2 0-16,-9 2 1 16,-2 5-1-16,-7-1 0 15,-8 0 0-15,-11 4 0 0,-15-1 0 16,-13 5 1-16,-14-3-1 15,-15 2 1-15,-19-1 0 16,-19 2-1-16,-21-3-2 16,-22 1-2-16,-14-3-6 15,-32 0-4-15,-20-3-10 0,-24-5-30 16,-20 3-21-16,-26-2-5 16</inkml:trace>
  <inkml:trace contextRef="#ctx0" brushRef="#br1" timeOffset="96394.58">1300 3131 268 0,'13'0'4'0,"9"2"3"0,11 1 1 16,16-1 3-16,18-2 1 0,16 3 2 16,24-3 0-16,24 0 1 15,10 0-3-15,11-5 0 16,17-3-2-16,15-1-3 0,12-2-1 16,18-1-1-16,5-2-1 15,12-1-1-15,15 2 0 16,7-2-1-16,8 3 0 15,12-1 0-15,10 3 0 16,6 1-1-16,6 4 1 0,4 3-1 16,8-4 0-16,4 3 0 15,0 3 0-15,2 0 0 16,-3 3 0-16,2 3 0 16,-4-2 0-16,0 4 0 0,-8-4 0 15,-2 5 1-15,-10-8 0 16,-4 2 0-16,-16 0 0 15,-7-3 1-15,-19 0 0 16,-19-3-1-16,-20 0 1 0,-22-4-1 16,-22 0 0-16,-19 2 0 15,-30 0-1-15,-24-3-3 16,-24 5-7-16,-22-1-16 0,-30 4-52 16,-10 0-2-16</inkml:trace>
  <inkml:trace contextRef="#ctx0" brushRef="#br1" timeOffset="97234.59">1057 2886 219 0,'0'0'2'0,"0"0"2"0,15-10 1 0,-3 7-1 15,8-7 2-15,13 5-1 16,1-4 2-16,21-1 0 16,10-3 1-16,12 3-1 0,12 1 1 15,18-2 2-15,13 2-1 16,13-1 0-16,17 2 0 16,11-4 0-16,8 4-2 15,15-2-2-15,5 3-1 16,9-4-1-16,11 7 0 0,15-3-1 15,7 1 0-15,8 2-1 16,3 2 1-16,18 2 0 16,2 0 0-16,12 0-1 0,4 0 2 15,3 0-3-15,9 0 1 16,4 0 2-16,4-3-2 16,5-2-1-16,8 3 1 15,-1-4 0-15,8 1 0 0,1 3-1 16,6-3 1-16,-2 4-1 15,0-3 0-15,-2 4 1 16,-6 0 0-16,-4 0 0 16,-15 5 0-16,-11 2 0 0,-22 4-6 15,-6 1-19-15,-9 5-42 16,-39-7-5-16</inkml:trace>
  <inkml:trace contextRef="#ctx0" brushRef="#br1" timeOffset="103270.29">893 5346 349 0,'0'0'3'0,"0"0"1"16,0 0 0-16,0 0 2 0,0 0 3 15,7-10 2-15,6 5-1 16,4-5 1-16,6 2-1 15,4-7 0-15,8-2 1 16,7-3-4-16,5-5 0 16,6-2 0-16,4-4-1 15,2-5-1-15,1 3 0 0,5-9-1 16,-3 6 0-16,0-1 0 16,-5 4-1-16,-3 1-1 15,-3 3 0-15,-7 7 0 0,-7-1 0 16,-7 8-1-16,-8 3 0 15,-1 4 0-15,-9 1 0 16,-12 7-1-16,10-4 1 0,-10 4-1 16,0 0 0-16,0 0 0 15,0 0-1-15,0 0-2 16,-6 4-2-16,6-4-2 16,-14 13-8-16,14-13-16 0,-10 12-54 15,2-8 0-15</inkml:trace>
  <inkml:trace contextRef="#ctx0" brushRef="#br1" timeOffset="103650.98">1601 4736 368 0,'0'0'7'0,"0"0"3"0,0 0 0 15,0 0 2-15,0 0 0 16,0 0 0-16,7-4 1 16,2 1 1-16,0 0-6 15,8-1-1-15,6 1-3 0,4-2 1 16,3 0-1-16,2 0 0 16,5 0-1-16,1 0 0 15,-3 3-1-15,-3-1-1 0,-7 3 0 16,-3 8-1-16,-7 4 2 15,-7 5-1-15,-6 8 0 16,-4 2 0-16,-6 5 0 16,-7 3 0-16,1 0 1 15,-4-1 0-15,3-1-2 0,2-3 0 16,1-6-2-16,7-3-3 16,3-5-6-16,2-16-44 15,7 15-32-15,-7-15-1 0</inkml:trace>
  <inkml:trace contextRef="#ctx0" brushRef="#br1" timeOffset="105168.26">212 5955 345 0,'0'0'9'0,"0"0"2"15,0 0 3-15,0 0 2 0,-4 0-2 16,4 0 0-16,0 0 1 16,-5 8-1-16,5 1-9 15,0 4-2-15,2 5-3 0,3 1 0 16,0 3 0-16,0 3 0 15,5 0 0-15,-3-3 0 16,3-2 1-16,-3 0-1 16,-1-5 1-16,1-2 0 15,-4-6 0-15,-3-7 1 0,2 9-1 16,-2-9 1-16,0 0 0 16,-5-12-1-16,0-1 1 15,-3-3-1-15,1-2 0 16,-3-7 0-16,1-2 0 0,-2-1 0 15,4 3 0-15,2 0 0 16,3 4 0-16,2 3 0 16,0 1 0-16,2 4-1 15,-2 13-1-15,19-14 1 0,-6 14 0 16,2 0 0-16,0 6 0 16,2 2 0-16,1 7 0 15,2 3-1-15,-3-1 1 16,-2 2-2-16,-3 2 1 15,-2-4 0-15,-2 1 0 0,-3-6-1 16,-5 3 1-16,0-15 1 16,0 10 0-16,0-10 1 15,-7 0 0-15,7 0 0 0,-13-15 1 16,8-1-1-16,-2 0 1 16,2-7-1-16,2 0 0 15,-1-2 0-15,4 4 0 0,4-4-1 16,6 8-1-1,-5 3 0-15,7 1 1 0,-1 5-1 16,1 6 0-16,0 2 0 16,3 2 1-16,-1 8-1 15,2 5 1-15,-4 0 1 0,6 7-2 16,-4-2-1-16,-1 2-1 16,-1-3-2-16,-1 4-5 15,-4-8-9-15,3 0-24 16,-1-6-40-16,-9-9-1 0</inkml:trace>
  <inkml:trace contextRef="#ctx0" brushRef="#br1" timeOffset="105501.99">637 5900 336 0,'0'0'3'0,"0"0"1"16,0 0 0-16,-9 6 0 0,9-6 1 15,-6 17 1-15,6-6 1 16,0 2-1-16,0 0-2 16,0 2 0-16,11 0 0 15,-2-8 1-15,3 0-1 0,6-7 1 16,0 0 1-16,1-1 0 16,1-5 1-16,-5-6 1 15,3-3 0-15,-9 2 0 16,2-4-2-16,-11 5 1 15,0-3-2-15,-11 0 0 16,-3 3-3-16,-4 2 0 0,1 2-3 16,-3 6-2-16,0-1-5 15,2 6-12-15,1 7-38 16,5 0-23-16,1 0-4 16</inkml:trace>
  <inkml:trace contextRef="#ctx0" brushRef="#br1" timeOffset="105969.19">697 5711 401 0,'0'0'6'0,"-2"-6"2"15,2 6 2-15,0-10-1 16,0 10 0-16,0 0 0 0,0-10 0 16,0 10 0-16,2 10-6 15,8 5-2-15,-1 7-1 16,7 3 0-16,-3 2 1 15,6 5-1-15,1 0 1 16,-5-2-1-16,0-2-1 0,-3-6 1 16,0-3 0-16,-6-3 0 15,1-7 0-15,-7-9 1 16,5 8-1-16,-5-8 2 16,0 0 0-16,-2-5 0 0,-1-5 0 15,-2 0-1-15,3-5 1 16,-4 0-1-16,6 0 1 15,0 1-1-15,0-1 0 16,0-3 0-16,3 8-1 0,5-2 1 16,1 2-2-16,3 5 1 15,1 1-1-15,-1 1 1 16,4 0-1-16,-2 3 1 16,2 3 0-16,-7 4 0 0,1 3 0 15,-5 2 0-15,-5 1 1 16,0-1-1-16,-5 3 1 15,-2 0-1-15,-3-1-1 16,-1-3-2-16,2 1-4 0,-3-2-7 16,12-10-32-16,-11 15-37 15,11-15-3-15</inkml:trace>
  <inkml:trace contextRef="#ctx0" brushRef="#br1" timeOffset="106167.35">1045 5777 454 0,'0'0'3'0,"0"0"0"0,0 0-1 15,0 0 1-15,7 7-1 16,-7-7 1-16,8 18 0 16,-1-9 1-16,1 2-4 0,-1 3-1 15,1-4-5-15,4 5-11 16,-5 5-47-16,3-13-18 15</inkml:trace>
  <inkml:trace contextRef="#ctx0" brushRef="#br1" timeOffset="106418.19">1064 5547 414 0,'0'0'6'0,"0"0"3"0,-4-11 1 15,4 11 0-15,0 0-1 16,-6-12 0-16,6 12 1 16,0 0 0-16,10 7-7 0,-2 6-1 15,2 7-2-15,5 4 1 16,-3 4 0-16,6 1 1 16,-1 4-2-16,1-4-3 0,-4 3-5 15,-1-7-15-15,-13-3-59 16,12-2-2-16</inkml:trace>
  <inkml:trace contextRef="#ctx0" brushRef="#br1" timeOffset="106601.22">1291 5670 428 0,'0'0'5'0,"0"0"1"0,0 0-1 16,0 0 1-16,9 0 0 15,-9 0 0-15,13 10 1 16,-1-2-1-16,-2 4-7 16,3-1-7-16,-1 6-37 0,3 0-36 15,-3-5-2-15</inkml:trace>
  <inkml:trace contextRef="#ctx0" brushRef="#br1" timeOffset="106794.26">1392 5432 454 0,'0'0'3'0,"0"0"1"15,0 0-1-15,0 0 0 0,0 0-1 16,0 4 1-16,6 7 0 16,1 3 1-16,3 4-5 15,5 7-4-15,0 0-11 16,4 0-37-16,1 5-28 0,3-5-3 15</inkml:trace>
  <inkml:trace contextRef="#ctx0" brushRef="#br1" timeOffset="106934.55">1534 5536 269 0,'0'0'2'0,"0"0"1"15,0-9-2-15,0 9-5 16,-2-13-18-16,2 13-39 15,5-12-3-15</inkml:trace>
  <inkml:trace contextRef="#ctx0" brushRef="#br1" timeOffset="107301.35">1599 5470 338 0,'0'0'5'0,"0"0"2"16,0 0-1-16,2 8 1 0,-2-8 2 15,3 11-1-15,-3-11 1 16,10 15 0-16,-10-15-4 15,15 18-2-15,-1-11 1 0,4-5 1 16,2-2-1-16,2 0 0 16,0-7 0-16,1-6 0 15,0-1-1-15,-2-5 1 16,-3-5-2-16,-8 2-1 16,-3 0 1-16,-7 0 0 0,0 1-1 15,-2 7 1-15,-6 3-1 16,8 11-2-16,-14-4 3 15,14 4-2-15,-11 18 1 16,11-4 0-16,0 6-1 16,5 3 1-16,8-1 0 0,-1 4 1 15,4-1-1-15,0 0 1 16,2 0-1-16,-1-2 0 16,-2-1 0-16,-5 0-1 0,-5 0-2 15,-2 1-6-15,-9-4-16 16,-8 2-55-16,-4 2-2 15</inkml:trace>
  <inkml:trace contextRef="#ctx0" brushRef="#br1" timeOffset="111984.34">543 6607 340 0,'0'0'6'0,"0"0"2"0,0 0 1 15,-11 4 2-15,2 2 0 16,-1 0-1-16,0 7 1 16,-5 2-1-16,3 0-5 0,-3 3-3 15,5 1 0-15,-1 3-2 16,4-2 1-16,5-2-1 16,2-3-1-16,2-3 1 15,5-2 1-15,4-6 0 0,4-4 1 16,-2-4 1-16,3-8 1 15,2-6 1-15,-6-7 1 16,6-3 1-16,-8-3 0 16,-1-8-1-16,-3-1 0 0,-6-6-1 15,0 2-1-15,-13-3 0 16,1 8-1-16,-6 4-1 16,4 5 0-16,-4 8-1 15,1 10-1-15,7 9 1 16,10 3-1-16,-10 19-1 0,10 6 0 15,7 8 1-15,4 3-1 16,6 7-1-16,3 0-5 16,-3-2-7-16,10-1-25 0,1-10-44 15,-6-3-2-15</inkml:trace>
  <inkml:trace contextRef="#ctx0" brushRef="#br1" timeOffset="112301.65">692 6517 363 0,'0'0'3'16,"0"0"2"-16,-2 5 0 0,2-5 0 15,-6 18 1-15,1-5 0 16,5-2 0-16,0 2 1 16,0 2-3-16,5-3-1 15,6-5-1-15,3 1 1 16,2-5 0-16,3-3 0 15,-1-3 0-15,2-5 1 0,-3-4 0 16,-2-1 0-16,-3-6 0 16,-5 5 0-16,-2-4 0 0,-5 0 0 15,-2 1-2-15,-8 7 0 16,-2 4-1-16,-6 2-1 16,4 4-2-16,-4 0-3 15,6 10-8-15,-6-3-14 0,-2 3-51 16,18 2-4-16</inkml:trace>
  <inkml:trace contextRef="#ctx0" brushRef="#br1" timeOffset="112518.2">838 6244 423 0,'0'0'4'0,"0"0"3"0,0 0 0 16,0 0 0-16,0 0 0 15,0 9 0-15,0 3 1 0,0 8 0 16,8 4-4-16,2 3-2 16,2 10-1-16,6-1 1 0,-4 3-1 15,6-2-1-15,3-3-3 16,-4 0-3-16,-1-10-6 16,2 3-17-16,0-9-54 15,-7-6-1-15</inkml:trace>
  <inkml:trace contextRef="#ctx0" brushRef="#br1" timeOffset="112685.53">904 6547 381 0,'0'0'6'16,"0"0"2"-16,0-15 0 0,4 8 1 15,4-8 0-15,1 2 1 16,7-4-1-16,-2-4-3 15,11 3-25-15,15-2-57 16,-20 0-3-16</inkml:trace>
  <inkml:trace contextRef="#ctx0" brushRef="#br1" timeOffset="113002.35">1027 6057 448 0,'0'0'5'16,"0"0"2"-16,-5-13 0 15,5 13 1-15,0-10 1 16,0 10 0-16,8-7-1 16,4 4 2-16,10 3-10 0,9 10 0 15,1 3 0-15,10 4 0 16,0 10 0-16,3 3 0 15,-1 10 0-15,-6 4 0 0,-5 5 0 16,-12 8 0-16,-8 1 0 16,-13 1 0-1,0 5 0-15,-18-3 0 0,-1-3-7 16,-14-5-21-16,-16-4-58 16,12-2-3-16</inkml:trace>
  <inkml:trace contextRef="#ctx0" brushRef="#br1" timeOffset="113387.71">254 6413 390 0,'0'0'5'0,"0"0"1"0,0 0 1 16,-12 0 0-16,12 0 1 15,-12 21 1-15,-1 1 0 16,4 7 0-16,1 8-4 16,2 10-1-16,6 11-1 0,4 3 0 15,8 4-1-15,13-1 0 16,7-4-1-16,12-3-1 16,14-16-10-16,17-3-70 15,6-11-1-15</inkml:trace>
  <inkml:trace contextRef="#ctx0" brushRef="#br1" timeOffset="117850.69">4362 4042 161 0,'0'0'3'0,"0"0"3"0,0 0 1 16,0 0 2-16,-5-7 2 15,5 7 1-15,0 0 2 16,0 0 2-16,0 0-3 16,0 0-3-16,0 0-1 15,0 0 2-15,0 0-1 0,0 0-2 16,7-7 1-16,5 2-1 15,-1-2 1-15,1-3-1 16,6-1 0-16,8-6-1 16,2 0 0-16,-1-8 2 0,8 5-1 15,0-9 0-15,7-1 2 16,0-3-1-16,-2 1 0 16,0 0-1-16,2 3-1 15,-2-4-1-15,-2 3-2 0,-2 5 0 16,-3 1-3-16,-3 1 1 15,0 4 0-15,-3-4 0 16,-2 4 0-16,-1 1-1 0,4 1 1 16,-6-3 0-16,-1 6-1 15,-2 0 1-15,-4 5 0 16,-8 1 0-16,3 7 1 16,-10 1 0-16,0 0 0 0,0 0-1 15,0 0 1-15,0 0-1 16,0 0-1-16,-7 1 0 15,7-1-1-15,-12 8-2 16,1-3-3-16,2-1-6 16,-3 0-18-16,-2 3-50 0,2 3-3 15</inkml:trace>
  <inkml:trace contextRef="#ctx0" brushRef="#br1" timeOffset="118468.13">4392 3817 377 0,'0'0'6'0,"0"0"0"16,0 0 0-16,0 0-1 15,0 0 1-15,0 0 0 16,0 0 0-16,2 11 0 0,-2 0-4 15,0 4-2-15,-4 5 1 16,1-2 0-16,-3 4 1 16,1 0-1-16,-2 1 0 15,0-4 1-15,0 1-1 0,-1-5 0 16,0 2 1-16,4-2-2 16,-4-5 0-16,8-10 1 15,-8 12-1-15,8-12 0 0,0 0 1 16,0 0-1-16,8 3 1 15,4-3 0-15,0-5 1 16,9-3-1-16,6-1 1 16,3-1 0-16,5-2 0 0,2-1 0 15,0 1 0-15,6 3-1 16,-6 1 0-16,-3-3 0 16,-1 6 0-16,-6-2 0 15,-2 5 0-15,-2-1 0 0,-6 3-1 16,-4-5 1-16,-6 5-1 15,-7 0-2-15,9 0-2 16,-9 0-8-16,0 0-31 16,13-5-36-16,-13 5-3 0</inkml:trace>
  <inkml:trace contextRef="#ctx0" brushRef="#br1" timeOffset="119595.71">5473 3366 357 0,'0'0'8'0,"0"0"2"16,0 0 2-16,0 0 0 15,0 0-1-15,-5 5 0 0,5 6 0 16,-3-2 0-16,3 9-6 16,0-1-3-16,0 5-2 15,-3 0-1-15,3 3 1 0,-2 0-1 16,-1-6 1-16,-2-1-1 16,3-4 1-16,-1-3-1 15,3-11 1-15,-7 12 0 16,7-12 0-16,0 0 1 15,-4-15 0-15,1 3 2 0,3-9 0 16,0 0 0-16,0-6 2 16,0 2-1-16,3-2 1 15,-1 4 0-15,0 1-2 16,3 5 0-16,0 6-2 16,-5 11 0-16,12-7-1 0,-1 7 0 15,-2 7-1-15,7 4 0 16,1 1 0-16,3 3 1 15,-1 2-1-15,-1-2-1 16,4 2 1-16,-5-4-1 0,1-1 0 16,-6-2 0-16,1-3 0 15,-3-4 1-15,-10-3 0 0,9 0 2 16,-9 0 0-16,3-5 1 16,-3-5-1-16,0-3 2 15,-3-4 0-15,1 0-1 16,-3-3 0-16,3 3-1 15,-4-3 0-15,5 5-1 16,1 1-2-16,0 3-6 0,0 11-14 16,0 0-58-16,7-7 0 15</inkml:trace>
  <inkml:trace contextRef="#ctx0" brushRef="#br1" timeOffset="119934.42">5817 3423 350 0,'0'0'3'0,"0"0"1"0,0 0 1 0,-6 11-1 16,6-11 2-16,-3 14 0 0,3-14 1 15,0 18-2-15,0-18-1 16,9 14-2-16,1-12 1 15,3-2 0-15,-1 0 0 16,1-2 1-16,2-5 1 16,-3-3 2-16,-1-2 0 0,-2-4 1 15,-6 2 0-15,-3-4-1 16,-3 6 0-16,-4-3-1 16,-6 5-3-16,-1 6-1 15,-4-1-2-15,6 5-5 0,-3 0-10 16,5 0-41-16,0 9-24 15,5 1-2-15</inkml:trace>
  <inkml:trace contextRef="#ctx0" brushRef="#br1" timeOffset="120349.89">6232 3426 401 0,'0'0'4'0,"0"0"0"0,0 0 1 16,0 0-1-16,-12 8 1 15,12-8 0-15,-7 9 1 0,7-9-1 16,-5 13-3-16,5-13 0 16,5 12-1-16,-5-12 0 15,17 8 0-15,-4-7 0 0,4-1 0 16,-4-4 0-16,1-3 1 16,-1 0 0-16,-1-6 0 15,-5 2 1-15,-2 2 0 0,-1-1-1 16,-4 10 1-16,-11-15-1 15,-1 10 0-15,-3 3-1 16,-2 2-1-16,-1 2-3 16,4 5-5-16,-4-4-11 15,6-6-51-15,12 3-9 0</inkml:trace>
  <inkml:trace contextRef="#ctx0" brushRef="#br1" timeOffset="120568.3">6416 3177 429 0,'0'0'4'0,"0"0"1"15,-5 4-1-15,5-4 1 0,-2 20 0 16,2-2 0-16,0 3 1 16,2 9-1-16,7 7-3 15,-1 0-2-15,5 5-4 16,3 0-5-16,-4 3-15 0,3 2-55 15,-3-10-2-15</inkml:trace>
  <inkml:trace contextRef="#ctx0" brushRef="#br1" timeOffset="120719.11">6399 3582 402 0,'0'0'5'0,"0"0"1"0,-2-12 1 15,2 12 0-15,2-21 1 16,6 10 0-16,7-2 0 0,-3-7-7 16,15 0-46-16,-1 8-31 15,1-2-3-15</inkml:trace>
  <inkml:trace contextRef="#ctx0" brushRef="#br1" timeOffset="120946.11">6630 3205 454 0,'0'0'3'0,"0"0"-1"15,0 0 2-15,0 0 0 16,0 14 1-16,0-1 0 16,6 7 0-16,1 5 1 15,3 2-3-15,-1 8 0 0,7-1-3 16,-7-1-5-16,2 2-12 15,-4 12-48-15,3-20-18 16</inkml:trace>
  <inkml:trace contextRef="#ctx0" brushRef="#br1" timeOffset="121119.28">6795 3357 400 0,'0'0'6'0,"0"0"1"15,0 0 1-15,0 7-1 16,0-7 1-16,4 18 0 16,-1-6 0-16,2 3-3 15,-5-1-14-15,7-3-39 0,1 7-29 16,-2-4-3-16</inkml:trace>
  <inkml:trace contextRef="#ctx0" brushRef="#br1" timeOffset="121477.33">6944 3354 398 0,'0'0'3'0,"0"0"0"16,-4 5 1-16,4-5 0 0,0 14 0 16,0-3 0-16,0 1 1 15,0 1-1-15,6-1-1 16,-1-2-2-16,-5-10 1 15,7 10 1-15,-7-10-2 0,10 0 2 16,-10 0 1-16,13-13 1 16,-8 1 0-16,0-6 1 15,-1 2 0-15,1-4-1 16,1 2 0-16,-1 1-2 0,0 2 0 16,-3 5-2-16,-2 10-1 15,0 0 0-15,10 0 0 16,-8 10-1-16,4 7 1 15,-1 2-2-15,2-1 0 16,0 5-3-16,4-6-4 0,1 3-11 16,-5-5-35-16,8-5-26 15,-3-2-2-15</inkml:trace>
  <inkml:trace contextRef="#ctx0" brushRef="#br1" timeOffset="121667.53">7174 3123 369 0,'0'0'7'16,"0"0"4"-16,0 0-1 0,0 0 0 16,0 8 1-16,0 2 1 15,5 5 0-15,0 10 0 16,1-1-7-16,2 9-2 0,1 4-2 16,4 0-4-16,-4-3-6 15,6 4-17-15,0-6-51 16,-5-10-3-16</inkml:trace>
  <inkml:trace contextRef="#ctx0" brushRef="#br1" timeOffset="121852.41">7319 3275 387 0,'0'0'4'15,"0"0"0"-15,0 0 2 0,0 0 0 16,-11 2 1-16,11-2 1 15,0 15 1-15,0-5-1 16,4 2-3-16,3 3-1 16,0 0-5-16,3-5-8 0,3-16-63 15,-1 10-4-15</inkml:trace>
  <inkml:trace contextRef="#ctx0" brushRef="#br1" timeOffset="122152.16">7522 3153 421 0,'0'0'3'16,"0"0"1"-16,-14 8 0 15,4-3 2-15,-1 5-2 0,-1 5 2 16,-1-1-1-16,1 6 1 16,3-3-3-16,6 4-1 15,3-5 0-15,3 4-1 0,4-5 0 16,10-2-1-16,1-3 1 15,2-5-1-15,1-1 0 16,1 2 0-16,2-4 0 16,-8-2 1-16,0 3 0 15,-9-3 0-15,-7 0 1 0,0 9 1 16,-5-2-1-16,-9 4 0 16,-6-1-5-16,-1 2-35 15,-4 5-42-15,1-2 0 16</inkml:trace>
  <inkml:trace contextRef="#ctx0" brushRef="#br1" timeOffset="122920.52">6685 5034 403 0,'0'0'5'0,"0"0"3"15,0 0 2-15,0 0 2 16,-5-11-2-16,5 11 2 15,0 0 0-15,0 0 0 0,0 13-5 16,0 4-3-16,5 6-2 16,2 4-1-16,4 2 0 15,1 6 0-15,1 2-1 16,-1 1 1-16,0-7-2 16,1 2-1-16,-4-5-3 0,1-3-5 15,-4-6-16-15,-17 3-56 16,11-9-4-16</inkml:trace>
  <inkml:trace contextRef="#ctx0" brushRef="#br1" timeOffset="123300.95">6673 5011 407 0,'0'0'4'0,"0"0"3"16,0 0 0-16,-7-13 0 15,7 13 0-15,-13 0 1 0,13 0-1 16,-15 18 1-16,5 0-4 16,5 7-2-16,-5-3-2 15,3 7 1-15,1-4-1 16,-1 0 0-16,4-6 0 0,0-3 0 16,3-7 1-16,0-9 0 15,0 0-1-15,8 0 1 16,-3-12 0-16,1-5 0 15,1-8 1-15,0 0 0 16,-2-8 0-16,2 4 0 16,2 0 1-16,-5 1-1 0,1 8 1 15,0 1-1-15,0 6 0 16,-5 13-1-16,0 0 0 16,15 7 0-16,-5 9-1 0,3 4-1 15,4 1-2-15,8 12-6 16,-3-6-28-16,6 10-47 15,2-2 1-15</inkml:trace>
  <inkml:trace contextRef="#ctx0" brushRef="#br1" timeOffset="124034.7">6487 5836 394 0,'0'0'7'0,"0"0"1"15,0-13 2-15,0 13 0 0,0 0 0 16,-11-4 1-16,11 4-1 15,-10 4 1-15,8 14-7 16,-1 0-2-16,3 4-1 16,0 3 0-16,0-1 0 0,0 3 0 15,0-6 0-15,0-7-1 16,3-2 1-16,-3-12 0 16,0 0-1-16,0 0 1 0,0 0-1 15,5-18 1-15,-5-1 0 16,0-3-1-16,0-3 1 15,0-3-1-15,0 4 0 16,0 2 0-16,0 2 0 16,0 5 0-16,0 15-1 0,2-9 1 15,-2 9 0-15,18 12 0 16,-4 0 0-16,4 5-1 16,7 1 2-16,-1-1-1 15,-1-4 0-15,4-1 1 0,-2-5-1 16,-2-1 1-16,-4-6-1 15,-3 0 1-15,-4-7 0 16,-5-4 0-16,-1 1 0 0,-4-2 0 16,-2-3 0-16,-2 2 0 15,-9-4-1-15,4 2 1 16,-3 1-1-16,0 1-2 16,2 3-6-16,1 3-10 0,7 7-62 15,0 0-4-15</inkml:trace>
  <inkml:trace contextRef="#ctx0" brushRef="#br1" timeOffset="124334.7">6802 5786 365 0,'0'0'6'0,"0"0"0"15,0 0 3-15,0 11-2 16,0-11 2-16,0 14 0 15,0-3 0-15,0-4 1 0,0-7-6 16,12 14 1-16,1-11-2 16,-1-3 1-16,1 0-1 15,1 0 0-15,2-7 1 0,-4-3-1 16,-3 0 0-16,0-5 0 16,-5 3 0-16,-4-3 0 15,0 5 0-15,-4-3 0 0,-9 4-1 16,1 0-1-16,-1 8-2 15,-4 1-4-15,6 0-7 16,-1 7-17-16,-2 5-52 16,10 1-1-16</inkml:trace>
  <inkml:trace contextRef="#ctx0" brushRef="#br1" timeOffset="124800.36">7257 5703 400 0,'0'0'5'0,"0"0"1"16,-11 0 1-16,11 0 1 15,-14 4 0-15,2 4 0 0,1 2 0 16,0 0 1-16,5 0-5 16,4 4-1-16,2-4-2 15,0-2 1-15,7-1-1 16,5-7-1-16,6 0 1 15,-4 0 0-15,4-7-1 0,-1-3 2 16,1-3-1-16,-4-5 0 16,-3 4 1-16,-4-3-1 15,-5 0 0-15,-2 2 1 0,-7 2-1 16,-6 3-1-16,-4 2 1 16,0 1-1-16,-5 6-1 15,4 1-4-15,0 0-8 16,6 1-30-16,12-1-38 15,-9 3-2-15</inkml:trace>
  <inkml:trace contextRef="#ctx0" brushRef="#br1" timeOffset="125017.59">7346 5385 456 0,'0'0'3'15,"0"0"0"-15,0 0 2 16,0 0-2-16,0 0 1 15,-8 10 1-15,8 2 0 16,0 6 0-16,0 4-2 0,11 9-1 16,-4 2 0-16,11 4 0 15,-5 1 0-15,8 1-4 0,-1-1-2 16,0-3-4-16,-3-5-8 16,1-1-19-16,4-9-47 15,-7-5-3-15</inkml:trace>
  <inkml:trace contextRef="#ctx0" brushRef="#br1" timeOffset="125167.11">7416 5692 362 0,'0'0'8'0,"0"0"-1"16,0 0 3-16,0 0-1 0,7-12 0 16,6 5 1-16,-1-1-4 15,8 2-25-15,4-5-53 16,6 1-4-16</inkml:trace>
  <inkml:trace contextRef="#ctx0" brushRef="#br1" timeOffset="125634.23">7885 5586 427 0,'0'0'5'0,"0"0"2"15,-10-8 0-15,10 8 2 16,0 0-1-16,-11 0 1 16,11 0 0-16,0 15 0 0,0 3-5 15,14 5-1-15,0 2-1 16,6 4 0-16,5 0-1 16,1 3 0-16,-5-4-1 15,7 1 0-15,-11-1 0 16,0-3 0-16,-9-3-1 0,-5-3 0 15,-3 1 0-15,-11-5 0 16,-6-3 0-16,-3 1 0 16,-5-6 0-16,-1 1-2 0,1-5-1 15,-3-3-4-15,8 0-8 16,-1-13-19-16,3 1-46 16,10-3-2-16</inkml:trace>
  <inkml:trace contextRef="#ctx0" brushRef="#br1" timeOffset="125934.21">8166 5628 428 0,'0'0'4'0,"0"7"2"16,0 0-1-16,-3 4 1 16,1 1 1-16,-2 3-1 15,4 3 1-15,0-5 1 0,0 5-5 16,6-8 0-16,5 0-1 15,3-5 0-15,4-5-1 16,1 0 1-16,4-7-1 16,-5-4 0-16,-4 0 0 15,-2-3 0-15,-4 3 0 0,-5-4 1 16,-3 0-2-16,-11 4 1 16,-1 0-1-16,-2 4-1 15,-6 1-3-15,-1 6-3 16,2 0-6-16,4 6-19 0,7 1-51 15,1 0-1-15</inkml:trace>
  <inkml:trace contextRef="#ctx0" brushRef="#br1" timeOffset="126118.01">8407 5584 429 0,'0'0'2'0,"0"0"1"16,-5 7-1-16,5-7 1 16,0 18 0-16,5-11-2 15,2 11-6-15,-5-4-25 0,9 1-46 16,-1 0-3-16</inkml:trace>
  <inkml:trace contextRef="#ctx0" brushRef="#br1" timeOffset="126617.54">8506 5554 340 0,'0'0'2'16,"0"0"1"-16,0 7 0 16,0-7 0-16,11 12 1 0,-4-1 0 15,0-2 2-15,3-1-1 16,0 2-2-16,0-5 0 15,-1-4 1-15,2 3 1 16,-4-4 0-16,1-4 1 0,-1-4 0 16,3-5 1-16,-5 1 1 15,2-6-1-15,1 0-1 16,-3 1 0-16,0 0-2 16,-2 5 0-16,-1-1-2 0,-2 13-1 15,0-10-1-15,0 10 1 16,0 0-1-16,5 10-1 15,2 0 1-15,1 0 0 16,-1 3 0-16,4-4 0 0,6 1 0 16,-3-7 0-16,4 0 0 15,-3-3 1-15,5-6-1 16,-8-4 1-16,0-4 0 16,-4-1-1-16,-1-1 2 0,-4-3 0 15,-1-1-1-15,-2 1 1 16,-5 1-1-16,-2 0 0 15,2 4-1-15,2 6 1 16,3 8-1-16,0 0-2 0,0 6 2 16,8 10-1-16,-1 2-3 15,11 4-7-15,-3 0-15 16,0 3-51-16,2-2-3 0</inkml:trace>
  <inkml:trace contextRef="#ctx0" brushRef="#br1" timeOffset="127018.34">8968 5479 258 0,'0'0'4'0,"0"0"0"0,0 0 2 16,0 0 4-16,11-9 3 16,-11 9 1-16,14-17 3 0,-4 4 2 15,3 1-2-15,-1-3 4 16,1 0-3-16,-1 1-1 15,-5-3-2-15,1 6-3 16,-5 1-1-16,-3 10-4 0,0 0-1 16,0 0-2-16,-13 0-2 15,5 5-2-15,1 7 1 16,0 3-1-16,4-1 1 16,0 4 0-16,3 0-1 15,3-1 0-15,5-1-1 0,4-3 2 16,3-3-3-16,0 3 2 15,3-6-1-15,-7 0-1 16,-1-1 2-16,1 1-1 16,-11-7 0-16,7 10 0 0,-7-10-1 15,-7 10 0-15,-4-7-3 16,-3 6-6-16,-6-4-19 16,-15 2-48-16,12 1-2 0</inkml:trace>
  <inkml:trace contextRef="#ctx0" brushRef="#br1" timeOffset="127800.93">8119 4313 266 0,'0'0'5'0,"0"0"5"16,0 0 1-16,0 0 4 0,0 0-1 15,0 0 1-15,0 0 2 16,0 0 3-16,0 0-4 16,7 0-4-16,5 0-1 15,6-3-1-15,5-4 1 16,9-4-1-16,5-1-1 0,7-5-1 15,6-5-1-15,2-3-1 16,6-2-1-16,-4 0-1 16,1 2-2-16,-5 2 0 15,-6 4 0-15,-9 2-1 0,-5 6 0 16,-10 4 0-16,-8 2 0 16,-12 5-1-16,13-2 1 15,-13 2-3-15,-8 2-1 0,8-2-6 16,-22 10-10-16,9-10-54 15,-4 5-10-15</inkml:trace>
  <inkml:trace contextRef="#ctx0" brushRef="#br1" timeOffset="128266.32">8170 4157 381 0,'0'0'7'15,"0"0"0"-15,0 0 1 0,0 0-1 16,0 0 1-16,0 0-1 16,0 0 1-16,-4 12 0 15,-1 3-5-15,-2 4-2 16,-3 1 0-16,2-2 1 15,-2 0-1-15,-2 1 1 0,2-5 0 16,0-1-1-16,0-1 1 16,0-4 0-16,10-8 0 15,-15 10-1-15,15-10 1 16,0 0-1-16,0 0 0 0,0 0 1 16,7-5-2-16,9 0 1 15,1 3 0-15,3-1-1 16,5 0 1-16,1 1 0 0,7 2-1 15,-1 0 1-15,1 2 0 16,-1 1-1-16,3 0 1 16,-7 2 0-16,-1-1 0 15,-5-1-1-15,-2 2 0 16,-8 0-1-16,3 0-3 0,-15-5-5 16,16 10-14-16,-2-6-57 15,-14-4-1-15</inkml:trace>
  <inkml:trace contextRef="#ctx0" brushRef="#br1" timeOffset="128944.49">9195 3887 366 0,'0'0'8'0,"0"0"3"0,-8-5 0 0,8 5 2 16,-12 0 1-16,12 0-1 15,-15 7 1-15,9 2 0 16,4 11-6-16,2 3-3 15,0 4-3-15,8 6 0 16,4 1-1-16,6-2 0 0,-1 0 0 16,1 1 0-16,-4-8 0 15,4-3-1-15,-4-5 1 16,2-2 0-16,-7-5 0 16,-9-10 1-16,10 5 0 0,-10-5-1 15,0 0 1-15,0-13-1 16,0 1 1-16,0-5-1 15,0-8 0-15,0 3 0 0,0-2-1 16,0-1 0-16,2 2 0 16,4 3 0-16,3 5 0 15,2 8 0-15,-1 1-1 16,2 6 1-16,-2 13-1 16,5-1 1-16,-3 6-1 0,6 1 1 15,-4 1 0-15,2 2-2 16,1-1-1-16,1-4-4 15,-4 1-7-15,1-9-14 0,-10 1-55 16,7-3 0-16</inkml:trace>
  <inkml:trace contextRef="#ctx0" brushRef="#br1" timeOffset="129150.71">9584 4040 426 0,'0'0'4'0,"0"0"1"16,0 0 1-16,6 5 0 0,-6-5 1 15,10 20-1-15,-5-10 1 16,2 4 0-16,3 4-6 16,0-4-7-16,0 4-14 0,7 0-59 15,-5-9-2-15</inkml:trace>
  <inkml:trace contextRef="#ctx0" brushRef="#br1" timeOffset="130500.23">9910 3992 326 0,'0'0'5'0,"0"0"3"16,0 0 1-16,-12-7 1 15,2 6 1-15,-2 1 0 0,-4 0 1 16,-1 1 0-16,0 6-6 16,0-1-2-16,4 5-2 15,3-3 0-15,5 3-1 0,3-1 1 16,2-10-1-16,5 12 0 16,9-7 1-16,-1 0-1 15,4-2 1-15,6-3 0 16,-1 2 0-16,-3-2-1 0,6 5 1 15,-2 0-1-15,0 2 1 16,-2 7-1-16,2 4 1 16,-3 0-2-16,-3 4 1 15,1 3-1-15,-6-1 0 0,1 1 1 16,-8 3-1-16,-5-4 0 16,0-1 1-16,-11-1 0 15,-3-2-1-15,-9-5 1 16,1-4 0-16,-5-3 0 15,0-5 0-15,-1-3 0 0,5-4 0 16,1-13 0-16,9-2 0 16,4-6 0-16,7-8 0 15,2-5 0-15,7-5-1 0,5-1-1 16,3-6-1-16,5 4-1 16,-5-7-1-16,-3 6 0 15,1 2 0-15,-8 4 0 16,-3 6 1-16,-2 6 1 15,0 6 3-15,-7 6 2 0,2 4 0 16,5 13 0-16,-10-5 1 16,10 5 0-16,-5 18 0 0,5 1 0 15,7 6-2-15,1 4 0 16,2 4-1-16,2 2 0 16,6-6-1-16,-4 1 1 15,4-5-1-15,-1-7 1 16,-2-2 0-16,0-10 0 15,0-2 0-15,2-4 0 0,-5-2 0 16,-1-8 1-16,-2-3-1 16,-1-1 1-16,0-1-1 15,-1-2 0-15,-5 2 0 0,-2 2-1 16,3 2 0-16,-3 11 0 16,0-9 0-16,0 9 0 15,0 0-1-15,2 9 1 16,-2-9-1-16,8 11 1 0,-8-11-1 15,12 16 1-15,-12-16 0 16,18 12-1-16,-6-10-2 16,0-2-1-16,1 0-3 15,2 0-5-15,0 0-7 0,-1-2-24 16,12-1-38-16,-13-2-1 16</inkml:trace>
  <inkml:trace contextRef="#ctx0" brushRef="#br1" timeOffset="131218.21">10393 3896 338 0,'0'0'7'16,"0"0"3"-16,0 0 1 0,0 0 2 16,0 0 0-16,0 0 1 15,0 0 1-15,-4 2 0 16,4-2-6-16,0 0-2 15,8 0-2-15,-8 0 0 16,17-11-1-16,-4 1 0 0,-1-3-1 16,0 3 0-16,-3-2 0 15,-5 2-1-15,1-2 0 16,-5 12-1-16,0-7 0 0,0 7 0 16,-18 0-1-16,6 4 0 15,-2 7-1-15,3 3 1 16,-1 3-1-16,7 1 0 15,3-1 0-15,2 1-3 16,7-7-4-16,8 2-8 0,3-11-16 16,2-2-49-16,10 0-2 15</inkml:trace>
  <inkml:trace contextRef="#ctx0" brushRef="#br1" timeOffset="131485.18">10658 3785 387 0,'0'0'5'16,"0"0"2"-16,0 0 1 15,0-10 0-15,0 10 0 16,0 0 0-16,7-2 1 0,-7 2 0 16,16 4-5-16,-4 7-2 15,1 1-1-15,1 2 0 16,0 7 0-16,-1 1-2 16,-3 3-2-16,-2-3 0 15,-5 0-1-15,-3-2 0 0,-3 0 1 16,-7-10-1-16,0-1 1 15,-1-6 1-15,4-3 2 16,7 0 1-16,-12-20 0 16,10 3-1-16,2-2 1 0,0-4-6 15,9 1-22-15,12 4-47 16,-12 1-3-16</inkml:trace>
  <inkml:trace contextRef="#ctx0" brushRef="#br1" timeOffset="132034.57">9841 4709 436 0,'0'0'4'0,"0"0"1"0,0 0 1 16,2-10-1-16,-2 10 1 0,0 0 0 15,8 10 1-15,-4 0 1 16,4 10-5-16,0 2-1 16,1 3 0-16,3 2-1 15,6 0-1-15,-1 0 1 0,-1-4-2 16,-2-3 0-16,-3-6 1 15,-2-2-1-15,-9-12 1 16,5 11 0-16,-5-11 0 16,-10-3 0-16,1-7 1 0,-7-2 0 15,2-6 0-15,-2-1 0 16,0-9-1-16,0 5 1 16,7-8-1-16,1-1 0 15,5 4 0-15,3-1 0 16,6 4-1-16,5 0 0 0,5 8 1 15,8 5 0-15,-3 5-1 16,1 4 1-16,-5 3-1 16,3 10 0-16,-8 2 0 15,-4 5-1-15,-3 3 2 0,-5 3-1 16,-2-1-1-16,-9-3-1 16,2-1-5-16,-7-3-8 15,9-8-34-15,-5 6-30 0,12-13-5 16</inkml:trace>
  <inkml:trace contextRef="#ctx0" brushRef="#br1" timeOffset="132384.4">10276 4560 368 0,'0'0'5'0,"0"0"5"0,-11 0 0 16,1 6 1-16,-4-2 1 15,-1 4 1-15,-2 2-1 0,-3 2 1 16,2-1-5-16,6 6-4 16,2-6-1-16,8 3-1 15,2-6-1-15,0-8 0 16,12 11-1-16,2-9 1 0,2-2 0 16,1-7 0-16,0-3 0 15,1 0 1-15,-1-2-1 16,-2-3-1-16,0 0 1 15,-6 5 0-15,2 0 0 0,-11 10-1 16,10-9 0-16,-10 9 0 16,9 0 0-16,-9 0-1 15,7 16-2-15,4-3-4 0,-11-13-9 16,20 0-54-16,-8 6-12 16</inkml:trace>
  <inkml:trace contextRef="#ctx0" brushRef="#br1" timeOffset="132551.07">10457 4493 414 0,'0'0'3'16,"0"0"1"-16,0 0 1 16,0 8 0-16,0-8 2 0,5 17-3 15,2-7 1-15,0 3-4 16,10 1-16-16,-4 1-62 15,0-7-1-15</inkml:trace>
  <inkml:trace contextRef="#ctx0" brushRef="#br1" timeOffset="132850.4">10571 4459 355 0,'0'0'6'16,"0"0"3"-16,0 0-1 0,0 0 2 15,0 0 0-15,0 0 0 16,10-5 1-16,0 5 0 16,4 7-6-16,2 0-2 0,2 7 0 15,-5-5-2-15,3 6 0 16,-1-3-2-16,-8-2 1 16,0 0-1-16,-7-10 1 15,0 10 0-15,0-10 1 0,0 0 1 16,-4-7 1-16,-1-6 2 15,0 1 0-15,0-6-1 16,3 2 1-16,2-5-2 16,0 4-3-16,0-3-13 0,9-8-63 15,1 16-4-15</inkml:trace>
  <inkml:trace contextRef="#ctx0" brushRef="#br1" timeOffset="133167.26">10959 4253 428 0,'0'0'4'16,"-5"3"2"-16,-2 0-2 15,-6 4 3-15,-2 0 0 0,0 4 0 16,-2-3 0-16,-1 10 1 16,4-3-4-16,1 2-2 15,8 1 0-15,3-4-1 0,2 1 0 16,2 0-1-16,8-5 0 15,5-3 0-15,2 1 0 16,3-3-1-16,0-3 1 16,2 3-1-16,-4-2 1 15,0 0-1-15,-4-3 1 0,-4 1-1 16,-10-1 1-16,0 0 0 16,2 13 1-16,-4-6-1 15,-13 1-2-15,-3 2-5 16,-1-5-22-16,-17 7-53 15,16 3 1-15</inkml:trace>
  <inkml:trace contextRef="#ctx0" brushRef="#br1" timeOffset="179335.28">14212 3907 284 0,'0'0'5'0,"0"0"4"16,-4 9 0-16,4-9 5 15,-5 10 0-15,5-10 3 0,-4 15 2 16,4-15 1-16,-5 15-4 16,5-15-2-16,0 0 0 15,0 0-1-15,0 0-2 0,7-8 1 16,8-12-1-16,11-14-1 15,2-11 0-15,15-6-1 16,10-13-9-16,3-11 0 16,14-13 0-16,4-3 0 15,-2-5 0-15,6 7 0 0,-7-4 0 16,-4 12 0-16,-9 6 0 16,-6 17 0-16,-12 8 0 15,-9 14 0-15,-10 15 0 16,-9 6 0-16,-12 15 0 15,0 0 0-15,0 0 0 0,-14 10 0 16,-2 12 0-16,-5 13-67 16,-4-1-23-16</inkml:trace>
  <inkml:trace contextRef="#ctx0" brushRef="#br1" timeOffset="179751.36">14261 4063 342 0,'0'0'7'0,"0"0"3"0,0-8 4 16,0 8 1-16,7-23 1 0,4 7 2 15,3-8 1 1,9-7 0-16,4-9-4 0,10-7-4 16,3-6-1-16,10-3-1 15,2-6-3-15,8-7-6 16,0-1 0-16,2 1 0 0,0-3 0 16,-6 3 0-16,-2 4 0 15,-3 6 0-15,-9 6 0 16,-7 9 0-16,-6 7 0 15,-8 8 0-15,-9 8 0 16,-4 12 0-16,-8 9 0 0,0 0 0 16,-4 0 0-16,-8 7 0 15,0 13 0-15,-10 7-50 16,-3 8-37-16,-5 2-3 0</inkml:trace>
  <inkml:trace contextRef="#ctx0" brushRef="#br1" timeOffset="180284.21">14164 3637 379 0,'0'0'6'0,"0"0"2"16,0-10 2-16,0 10 1 0,0-8 0 15,0 8 2-15,0 0-2 16,0 0 2-16,5 10-5 16,-3 9-3-16,1 11-2 0,-1 5 0 15,1 7-1-15,-3 6 0 16,0 1-1-16,-3-3 0 15,-2-1 0-15,-2-3 0 16,0-4-1-16,0-8 1 0,1-8 0 16,3-5 1-16,3-2 0 15,0-15 2-15,17 7 0 16,4-8 0-16,12-8 0 16,4-6-4-16,7-1 0 0,8-4 0 15,2-5 0-15,5 0 0 16,-5 0 0-16,-4 3 0 15,-6 0 0-15,-6 4 0 16,-8 0 0-16,-11 9 0 16,-4 2 0-16,-6 2 0 0,-9 5 0 15,0 0 0-15,0 0 0 16,0 0 0-16,0 0 0 16,0 10 0-16,0-10 0 0,-1 15 0 15,1-15-77-15,0 12-14 16</inkml:trace>
  <inkml:trace contextRef="#ctx0" brushRef="#br1" timeOffset="191066.29">16579 344 305 0,'0'0'5'0,"0"0"2"15,0 0 1-15,0 0 0 16,0 0 1-16,0 0 1 15,0 0 1-15,0 0 2 16,0 0-5-16,0 3-2 0,0 2 0 16,0-1-1-16,-8 48-1 15,-1-22 0-15,2-2-1 16,-2 1-1-16,0 9 0 16,-6 46 1-16,7-34-1 15,1 2 0-15,-3 4 0 0,3 3 0 16,-1 6 0-1,3-1 1-15,-2 6-1 0,2-36 2 16,-2 110 0-16,-4-10-1 16,2-5 0-16,-1-5 0 0,-3-10 0 15,-1-10-1-15,-2-10 1 16,4-15-3-16,-3-2 2 16,-2-5 1-16,-1 3 0 15,1-6 1-15,-1 0 0 16,1-3 0-16,0 1 1 0,-1 3 0 15,1-5-2-15,2-2-1 16,-2 1-2-16,4 2 1 16,-4-9-1-16,-1 1 0 15,3 0 0-15,3-1 0 16,-3-1-1-16,0 4 0 0,3-5 1 16,0 2 1-16,-4 0-1 15,4 0 0-15,-3-6-1 16,1 4 1-16,-2-3 0 0,2 0-1 15,-4 0 1-15,3 0 0 16,-2 2-1-16,2-3 2 16,-3 0-1-16,4 2 0 0,-4-1 1 15,0-1-1-15,-3 2 0 16,5-3 1-16,-1-1-1 16,0 0 0-16,0-1 0 15,-1 0 0-15,2-1 0 16,4 3-1-16,-2-3 1 0,1 3-1 15,-1-3 1-15,1 0-1 16,1 0 1-16,-1-3 1 16,-2 2-1-16,3-2 0 15,-1 0 0-15,-1 1 0 0,1 0 1 16,1-1-1-16,-4 0-1 16,2 4 0-16,-2-6 1 15,3 5 0-15,2-3 0 16,-4-1-1-16,3 1 1 15,-1-1 2-15,-2 1-1 0,-1 1 1 16,3-1 0-16,-5 0 1 16,1 6-1-16,-3 0 1 15,-1 5 0-15,-3-4 0 0,2 6-3 16,-8-2 0-16,2 2 0 16,-1-1 0-16,-4-1 0 15,1 0 0-15,-3-3 0 16,1 0 0-16,-1 5 0 15,-3-1 0-15,3 2 0 0,-2-1 0 16,0 2 0-16,-2 3 0 16,-2-2 0-16,2 4 0 15,-1 0 0-15,-2 2 0 0,0 0 0 16,5 3 0-16,-6 5 0 16,6-1 0-16,-3 0 0 15,3 5 0-15,3-2 0 16,0 9 0-16,2-2 0 0,2 5 0 15,4-2 0-15,6 1 0 16,-3-1 0-16,6 1 0 16,2-3 0-16,3-2 0 0,4-5 0 15,0-8 0-15,1-4 0 16,1-8 0-16,2-8 0 16,0-2 0-16,-2-15 0 15,6-4 0-15,-3-12 0 16,1-3 0-16,2-13 0 0,0 0 0 15,-10 0 0-15,10 0-82 16,-9-24-7-16</inkml:trace>
  <inkml:trace contextRef="#ctx0" brushRef="#br1" timeOffset="197466.19">11237 6517 378 0,'0'0'7'0,"0"0"0"16,0 0 1-16,-5 11 1 15,5-11 0-15,-2 19 1 0,-1-6 0 16,3-1 0-16,0 2-4 15,3 2-3-15,2-4 0 16,4 1 0-16,7-6 1 16,0-2-1-16,5-5 2 15,6-5 0-15,1-6 0 0,-1-5 2 16,-1-9-1-16,4-4 0 16,-5-9 1-16,-4-7-7 15,-1-4 0-15,-11-6 0 16,-6 0 0-16,-3 1 0 0,-3 6 0 15,-10 0 0-15,-1 8 0 16,2 8 0-16,-6 10 0 0,0 9 0 16,-1 8 0-16,4 5 0 15,0 8 0-15,-1 8 0 16,7 12 0-16,4 5 0 16,3 6 0-16,2 5 0 15,7 4 0-15,5-2 0 0,6 2 0 16,2-4 0-16,4-5 0 15,1-1 0-15,0-8 0 16,5-5 0-16,-5-7 0 16,0-11-20-16,-13 0-64 15,16-5-2-15</inkml:trace>
  <inkml:trace contextRef="#ctx0" brushRef="#br1" timeOffset="197683.71">11773 6403 476 0,'0'0'5'0,"0"0"1"0,0 0 1 0,0 0 1 16,-5-7-1-16,5 7-5 16,0 0-2-16,5-5 0 15,8 5 0-15,-1-2 0 16,4 2 0-16,-2 0-4 15,2 0-81-15,3 2-2 0</inkml:trace>
  <inkml:trace contextRef="#ctx0" brushRef="#br1" timeOffset="197833.11">11731 6522 408 0,'0'0'4'0,"0"0"1"15,0 0 3-15,0 0 0 16,8 3-1-16,2-3 1 15,2 0 0-15,6 0-3 0,6 0-21 16,4 0-58-16,4-6-5 16</inkml:trace>
  <inkml:trace contextRef="#ctx0" brushRef="#br1" timeOffset="198333.41">12085 6339 456 0,'0'0'5'0,"0"0"2"16,0 0 2-16,-4-15 0 15,4 15 1-15,0-15 0 16,0 8-5-16,0-3-5 16,6 0 0-16,1 0 0 0,5 3 0 15,1 2 0-15,4-1 0 16,1 5 0-16,-1 1 0 15,-2 0 0-15,-3 1 0 16,-1 6 0-16,-6 4 0 0,-3-1 0 16,-2 5 0-16,-2-1 0 15,-3 2 0-15,-6-1 0 16,2-1 0-16,-1 2 0 0,2-2 0 16,-2 1 0-16,3 0 0 15,2-3 0-15,-1 2 0 16,6-3 0-16,0 2 0 15,9-4 0-15,0 0 0 16,3-3-2-16,1 1 2 0,4-4 0 16,1 4 0-16,0-4 0 15,-4 4 0-15,-2-2 0 16,-1 1 0-16,-11-6 0 0,7 14 0 16,-7-3 0-16,-12-3 2 15,-6 0-2-15,-7 2 0 16,-5 3 0-16,-2-1 0 15,-7 1 0-15,-1-7-6 16,2 7-8-16,-4 2-42 0,10-7-28 16,5-3-1-16</inkml:trace>
  <inkml:trace contextRef="#ctx0" brushRef="#br1" timeOffset="199016.53">11267 7127 375 0,'0'0'8'0,"0"0"2"0,2-10 3 15,-2 10 2-15,0-13 2 16,0 13-1-16,0-10 0 15,0 10 1-15,0 0-7 16,0 0-3-16,10 13-3 0,-4 4-1 16,1 6-3-16,-2 4 0 15,4 2 0-15,0 4 0 16,-2-2 0-16,-5-1 0 16,3 1 0-16,-5-5 0 15,0-2 0-15,-2-5 0 0,-6-2 0 16,-2-2 0-16,-2-6 0 15,-4 0 0-15,2-4 0 0,-6-3 0 16,3-2 0-16,-2 0 0 16,1-5 0-16,-2 0 0 15,4-5 0-15,4 0 0 16,-3 0-11-16,5 0-8 16,10 10-52-16,-7-15-14 0</inkml:trace>
  <inkml:trace contextRef="#ctx0" brushRef="#br1" timeOffset="199383.38">11223 6948 405 0,'0'0'7'0,"0"0"1"0,0 0 2 16,0 0 1-16,0 0 1 0,0 0 0 15,-12-2 1-15,12 2 1 16,0 0-8-16,0 0 0 15,0 0-3-15,0 0 1 16,0 0-4-16,0 0 0 16,0 0 0-16,6-10 0 0,-6 10-6 15,0 0-9-15,15-5-47 16,-15 5-22-16,7 3-3 16</inkml:trace>
  <inkml:trace contextRef="#ctx0" brushRef="#br1" timeOffset="199633.05">11602 7169 444 0,'0'0'4'0,"0"0"1"0,0 0 2 16,8-8 0-16,-8 8 0 16,15-9 0-16,-8 4 0 0,5 2 1 15,-1 1-7-15,3 2-12 16,-4-3-34-16,5 3-38 16,2 3-2-16</inkml:trace>
  <inkml:trace contextRef="#ctx0" brushRef="#br1" timeOffset="199785.29">11602 7278 395 0,'0'0'5'15,"0"0"3"-15,0 0 0 0,0 0 2 16,5 0-1-16,5 0 1 16,3-4 0-16,4 4-2 15,-2-11-13-15,12-9-68 16,3 15-7-16</inkml:trace>
  <inkml:trace contextRef="#ctx0" brushRef="#br1" timeOffset="200333.6">12081 7053 473 0,'0'0'4'0,"0"0"2"16,-4-8 0-16,4 8 1 15,-8-13 1-15,8 13-1 0,-7-12-7 16,7 2 0-16,0 10 0 16,3-14 0-16,6 10 0 15,4 0 0-15,2 4 0 16,2 0 0-16,0 0 0 0,4 0 0 15,-1 4 0-15,-3 4 0 16,-2 1 0-16,-8-2 0 16,3 2 0-16,-8-2 0 15,-2 3 0-15,0 3 0 0,-7-1-2 16,-3-1 1-16,0-3 0 16,0 3 0-16,3-1 0 15,0 0 1-15,7-10 0 16,-6 12-1-16,6-12 0 15,2 15 1-15,7-12 0 16,0 4-1-16,3 0 1 0,1-1 0 16,-1 1 0-16,4 0 0 15,-7 0 0-15,1 2-1 16,-10-9 1-16,13 14 0 16,-13-14-1-16,-2 15 1 0,-9-10 0 15,-4 0-1-15,-2 0 1 16,-5 0 0-16,-5-1 0 15,-1-4-2-15,-7 3-2 0,6-3-7 16,1 0-18-16,6-3-53 16,1-4-2-16</inkml:trace>
  <inkml:trace contextRef="#ctx0" brushRef="#br1" timeOffset="200966.23">12787 6086 372 0,'0'0'7'0,"0"0"5"0,0-13 2 0,0 13 2 15,-2-14 2-15,-1 4 2 16,1 0 0-16,-1 0-1 15,3 10-6-15,0 0-13 16,0 0 0-16,-9 15 0 0,9 5 0 16,0 10 0-16,2 2 0 15,1 8 0-15,4-3 0 0,0 4 0 16,1-3 0-16,0-3 0 16,-1-8 0-16,-2-2 0 15,-1-8 0-15,-1-2 0 16,-3-5 0-16,0-10 0 0,0 0 0 15,0 0 0-15,0-15 0 16,-3 0 0-16,3-5 0 16,0-2 0-16,0 0 0 15,0-1 0-15,6 1 0 16,1 4 0-16,3 6 0 16,5 5 0-16,-3 4 0 0,3 3 0 15,0 8 0-15,3 2 0 16,-1 5 0-16,1-1 0 15,-1 4 0-15,0-1 0 0,-5 1 0 16,4-2 0-16,-6-3 0 16,2 2-28-16,3-2-57 15,-8-6-3-15</inkml:trace>
  <inkml:trace contextRef="#ctx0" brushRef="#br1" timeOffset="201166.01">13177 6200 477 0,'0'0'4'0,"0"0"1"0,0 0 1 15,0 0 1-15,5-12 0 16,-5 12-2-16,10-7-5 16,1 1 0-16,-2 4 0 0,8 0 0 15,-4 2 0-15,7-5-63 16,-3 5-24-16,1 5 0 15</inkml:trace>
  <inkml:trace contextRef="#ctx0" brushRef="#br1" timeOffset="201319.34">13175 6322 428 0,'0'0'7'0,"0"0"2"16,0 0 1-16,0 0 1 15,0 0 0-15,5-5 0 0,-5 5 0 16,18-8 0-16,-4 8-9 15,3-2-5-15,3 2-19 16,13-3-60-16,-6-2-3 16</inkml:trace>
  <inkml:trace contextRef="#ctx0" brushRef="#br1" timeOffset="201649.37">13580 6094 441 0,'0'0'4'0,"0"0"3"15,0 0-1-15,-12 0 1 16,12 0 0-16,-15 10 1 16,7 0 0-16,-1 4 0 15,1 1-4-15,3 8-3 0,2-1 1 16,3 3-1-16,0 2 1 16,8-7-1-16,9-1 0 15,4-1 0-15,3-6 1 0,5-4-2 16,1-6 0-16,3-4 0 15,-4-6 0-15,1-12 0 16,-5 3 0-16,-7-8 0 16,-11-2 0-16,-7-5 0 0,-3 3 0 15,-14-2 0-15,-8 7 0 16,-10 4 0-16,-2 8 0 16,-2 12 0-16,-6 0-34 15,2 14-50-15,4 6-3 16</inkml:trace>
  <inkml:trace contextRef="#ctx0" brushRef="#br1" timeOffset="204385.31">8625 7603 351 0,'0'0'7'0,"0"0"4"0,-4-11 1 15,4 11 3-15,0 0 0 16,-8-12-1-16,8 12 0 0,0 0-1 16,0 0-6-16,-7 5-3 15,7 10-2-15,0 0-2 16,0 5-1-16,0 2 0 16,0 0 2-16,0 3-1 0,0-2 0 15,0-7 1-15,3-1-1 16,-1-2 1-16,-2-3 0 15,0-10 0-15,0 10 1 16,0-10 0-16,0 0 0 0,0-5 0 16,0-3 0-16,0-4 1 15,0-5-1-15,2-3 0 16,1-5 0-16,2 0 0 16,-1 3 0-16,4-3 0 0,-3 3-1 15,5 4 0-15,0 4 0 16,0 2-1-16,2 9 0 15,0 3-1-15,6 3 1 16,-3 9-1-16,0 2 1 0,2 7-1 16,1 1 1-16,-3 0 0 15,-5 0-1-15,-1 1 1 16,-2-1 0-16,-1-5 0 16,-6-2 1-16,0-3-1 0,0-4 0 15,0-8 1-15,-10 12 0 16,10-12-1-16,-18 0 1 15,18 0 0-15,-12-12 0 16,7-3 0-16,5-5 0 0,0-2-1 16,0-3 1-16,7 0 0 15,3-1-1-15,3 1 1 16,-1 4 0-16,1 4-1 16,0 7 0-16,4 3 0 0,-3 7 0 15,-1 3 0-15,4 6 0 16,-4 8-1-16,-1 4 1 15,1 1 0-15,-1 2-1 0,-2 1 1 16,-3 0 0-16,1-3 0 16,-3-2-2-16,2-3-1 15,-2-2-3-15,0-5-7 16,3 0-21-16,14-3-50 0,-12-1-1 16</inkml:trace>
  <inkml:trace contextRef="#ctx0" brushRef="#br1" timeOffset="204651.54">9222 7677 461 0,'0'0'3'0,"0"0"2"16,0 0 0-16,0 0 0 16,0 0 1-16,8-8-1 0,-8 8 1 15,12-8-1-15,-2 6-5 16,2 2-5-16,-2-5-10 16,10 4-38-16,-3 1-31 15,-2 0-3-15</inkml:trace>
  <inkml:trace contextRef="#ctx0" brushRef="#br1" timeOffset="204801">9225 7731 344 0,'0'0'6'0,"0"0"2"0,0 0 3 16,0 0 3-16,7 0 0 16,0 0 1-16,6 0 1 15,6 0-2-15,-1 0-8 0,12 0-21 16,10-2-60-16,-1-3-2 15</inkml:trace>
  <inkml:trace contextRef="#ctx0" brushRef="#br1" timeOffset="205803.2">9625 7592 385 0,'0'0'5'0,"0"0"1"0,-6-4 2 15,6 4 2-15,0-13 0 16,0 13 1-16,6-12 0 16,-6 12 0-16,17-18-4 0,-4 14-3 15,3-2-1-15,2 3-1 16,-1 3-1-16,3 0-1 16,-2 3 0-16,-6 3-1 15,0 3 0-15,-1 1-1 0,-6 2 0 16,-3 1 0-16,-2-1 0 15,0 1 0-15,-5-4 0 16,-3 1 1-16,3 0 0 16,5-10 0-16,-12 15 1 15,12-15-1-15,0 0 1 0,-5 10 0 16,5-10 0-16,5 5 0 16,-5-5 0-16,19 5 0 15,-6 0 1-15,-1 0-1 16,4 0 1-16,-2 0-1 0,-1 3 0 15,-3-1 0-15,-10-7 0 16,12 15 0-16,-9-6 0 16,-3-1 1-16,0-8-1 15,-13 17 1-15,4-9 0 0,-7 0-1 16,0-4 0-16,-5 1-3 16,1 0-2-16,-2-5-5 15,5 3-9-15,-3-3-35 0,3 0-27 16,7 0-2-1</inkml:trace>
  <inkml:trace contextRef="#ctx0" brushRef="#br1" timeOffset="206168.28">10149 7399 431 0,'0'0'5'0,"0"0"2"0,-2-10 1 0,2 10 1 16,0 0 0-16,-11-10 0 16,11 10 0-16,-13 3 1 15,7 12-6-15,-5 5-2 16,-1 10-1-16,3 4-1 15,-4 9-1-15,-2 5 1 0,-1 5-1 16,7-1 1-16,-4 0 0 16,8-3 0-16,3-2 1 15,2-4 0-15,5-4 0 0,8-7 1 16,3-2-2-16,5-8-1 16,4-2-2-16,0-5-8 15,7-3-17-15,15-4-56 16,-15-3-1-16</inkml:trace>
  <inkml:trace contextRef="#ctx0" brushRef="#br1" timeOffset="207868.27">10216 7684 336 0,'0'0'7'0,"0"0"4"0,-10-7 4 16,10 7 2-16,-8-5 1 15,8 5 1-15,-9-11 1 0,9 11 1 16,-8-8-7-16,8 8-3 16,-2-10-4-16,2 10-1 15,2-11-3-15,-2 11-1 0,17-10-1 16,-1 7-1-16,-2 2 0 15,6 1 0-15,0 0 0 16,0 0 0-16,-2 4-1 16,-6 3 1-16,1 3-1 0,-10 0 0 15,3 2 0-15,-6 1 0 16,-2 2 0-16,-5-2 0 16,-2 1 1-16,0-1-1 15,2-4 1-15,-4 2-1 16,11-11 0-16,-7 17 1 0,7-17 0 15,0 10-1-15,0-10 1 16,13 10-1-16,-4-5 1 16,3 0 0-16,-1-1 0 0,3 2-1 15,2-2 1-15,-7 4 0 16,1-2 0-16,1-2 1 16,-11-4-1-16,12 13 0 15,-12-13 0-15,0 12 0 0,0-12 0 16,-8 12 0-16,-2-5 0 15,-5-1 0-15,0 1 0 16,-2 1-1-16,-1-4 0 16,-1 2-3-16,4-2-2 0,0-4-6 15,5 0-17-15,10 0-54 16,0 0 0-16</inkml:trace>
  <inkml:trace contextRef="#ctx0" brushRef="#br1" timeOffset="208084.69">10561 7709 460 0,'0'0'4'0,"0"0"1"0,0 0 0 15,0 0 0-15,10 0 0 16,-10 0 0-16,10 0 1 15,-10 0-1-15,15 2-5 0,-6 3-6 16,2-5-12-16,1 6-63 16,6-1-4-16</inkml:trace>
  <inkml:trace contextRef="#ctx0" brushRef="#br1" timeOffset="208267.33">10745 7692 393 0,'0'0'6'15,"0"0"0"-15,0 0 0 0,0 0 1 16,0 7 1-16,0-7 0 16,0 17 0-16,5-6 0 15,-3 3-5-15,3 3-2 16,1-1-5-16,1 1-12 0,3 12-48 16,-1-14-14-1</inkml:trace>
  <inkml:trace contextRef="#ctx0" brushRef="#br1" timeOffset="208600.57">10725 7438 447 0,'0'0'4'0,"0"0"2"16,0-7 0-16,0 7 1 15,0 0 0-15,9-12 1 16,4 12 0-16,3 0-1 0,3 8-2 16,4 9-3-16,2 5-1 15,0 5 0-15,5 8 1 16,-4 4-2-16,-1 4 0 0,0 1 0 16,0-1 0-16,-8 1 0 15,-2-4 0-15,-7 4 0 16,-6-4 0-1,-2-2 0-15,-7-5 0 0,-5 0 0 16,-4-5-2-16,2 1-7 16,-6-9-8-16,8-13-46 15,-1 6-22-15,1-5-3 16</inkml:trace>
  <inkml:trace contextRef="#ctx0" brushRef="#br1" timeOffset="209184.54">11232 7806 423 0,'0'0'4'0,"0"0"2"16,0 0 2-16,0 0 0 16,0 0 1-16,0 0 1 15,10-6-1-15,-10 6 2 0,20-4-5 16,-8 4-1-16,6-3-2 15,7 3 0-15,-1 0 0 16,1-2 0-16,0 2-3 0,3 0 0 16,-3 0 0-16,-6-3 0 15,-4 3 0-15,-3-2 0 16,-1 2 0-16,-11 0 0 0,0 0 0 16,9 0 0-16,-9 0 0 15,0 0 0-15,0 0 0 16,0 0-10-16,-7-12-17 15,-6 12-57-15,13 0-3 16</inkml:trace>
  <inkml:trace contextRef="#ctx0" brushRef="#br1" timeOffset="209852.21">11731 7704 433 0,'0'0'5'0,"0"0"1"0,0 0 1 16,0 0 2-16,-2-10 0 15,2 10 1-15,-5-10 0 16,5 10 0-16,0-12-5 16,0 12-1-16,5-11-1 0,2 9-3 15,4 0 0-15,1-1 0 16,2 3 0-16,2 0 0 16,-2 3 0-16,-1 4 0 0,-1 3 0 15,1 0 0-15,-8 5 0 16,-3-1 0-16,-2 2 0 15,-2 2-2-15,-9-2 2 16,-2-1-1-16,0 3 1 0,-2-4-1 16,-2 1 1-16,-1-2-1 15,2-6 1-15,4 3 0 16,0-2 0-16,2-3-1 16,10-5 1-16,0 0 0 0,-5 10 1 15,5-10-1-15,7 2 1 16,4-2 0-16,3 0 2 15,4 0-3-15,-1 0 0 16,6-2 0-16,-1-1 0 0,1 0 0 16,-2 1 0-16,0 0 0 15,-5-1 0-15,-2 3 0 16,-5 0 0-16,-9 0 0 16,13 0 0-16,-13 0 0 0,0 0 0 15,0 0 0-15,0 0 0 16,3 5 0-16,-3-5 0 15,0 0 0-15,0 0 0 16,0 10 0-16,0-10-11 0,0 0-26 16,0 0-50-1,-11 5-2 1</inkml:trace>
  <inkml:trace contextRef="#ctx0" brushRef="#br1" timeOffset="211216.42">12173 7575 332 0,'0'0'7'0,"0"0"5"0,0 0 3 0,0 0 5 15,4-12 0-15,-4 12 1 0,0-10 1 16,0 10-1-16,0 0-6 16,0 0-5-16,-11-4-4 15,4 8-3-15,2 13-1 16,-2 3-1-16,-1 8-1 15,3 3-1-15,2 4 1 16,-1 3 0-16,4-2 1 0,2 2-1 16,8-2 1-1,3-3 2-15,4-5-3 16,-2-7 0-16,4-1 0 0,1-2 0 16,-2-6 0-16,1-2 0 15,-1-8 0-15,-3 1 0 16,-2 2 0-16,-1-5 0 15,1 0 0-15,-4-3 0 0,1 1-9 16,-10 2-4-16,10-10-7 16,-10 10-24-16,0-12-40 15,0 12-3-15</inkml:trace>
  <inkml:trace contextRef="#ctx0" brushRef="#br1" timeOffset="211912">12360 7706 369 0,'0'0'7'0,"0"0"4"16,0 0 1-16,0 0 2 0,0 0 2 15,0 0 0-15,0-9 0 16,0 9 1-16,0-15-6 15,0 15-4-15,13-13-2 16,-4 5-2-16,2 1-2 0,3 2 0 16,1 0 0-16,0 0-1 15,-3 5 0-15,4 0-1 16,-7 4 0-16,-9-4 0 0,16 11 0 16,-16-11-1-16,4 18 1 15,-4-6-1-15,-2-2 1 16,-3 0-1-16,-1-1 2 15,2 2-1-15,-1-4 0 0,5-7 1 16,-7 16-1-16,7-16 0 16,-3 11 1-16,3-11-1 15,0 10 1-15,0-10 0 16,12 10 1-16,-5-5 0 16,4 3-1-16,-1-3 1 0,5-1 0 15,-5 2-1-15,-1-2 0 16,-1 2 1-16,-8-6-1 15,10 9 0-15,-10-9 1 16,0 0-1-16,0 13 1 0,0-13-1 16,-13 7 1-16,4-2-2 15,-3 0 0-15,-6 0-2 16,1-2 0-16,-1-1-3 0,-2-2-3 16,5 0-7-16,2-2-12 15,1-8-45-15,12 10-10 16</inkml:trace>
  <inkml:trace contextRef="#ctx0" brushRef="#br1" timeOffset="212236.25">12663 7444 443 0,'0'0'5'0,"0"0"2"0,0 0 1 16,0 0-1-16,0 0 2 16,11 0 0-16,-11 0 0 0,14 17 1 15,-1-2-6-15,1 5-4 16,4 5 0-16,-1 3 0 16,3 8 0-16,0-2 0 15,-3 6 0-15,-5-2 0 16,-3 1 0-16,-5-1 0 0,-4-2 0 15,-2-1 0-15,-6-2 0 16,-7-1 0-16,-2-6 0 16,-3 2 0-16,-2-8 0 0,4 4 0 15,-4-8-22-15,7-2-64 16,3-1-3-16</inkml:trace>
  <inkml:trace contextRef="#ctx0" brushRef="#br1" timeOffset="-213561.35">13012 7699 265 0,'0'0'12'0,"0"0"3"16,0 0 6-16,0 0 2 16,0 0 1-16,0 0 4 0,0 0-2 15,0 0 2-15,0 0-12 16,0 0-3-16,0 0-6 15,0 0-1-15,0 0-2 16,6 3-2-16,4-3 0 16,3 0-1-16,4-3 0 0,3 1 1 15,10-1 1-15,-2-2-1 16,2 2 0-16,-1-1 0 16,-5-1 1-16,-1 2 0 0,-5-2-3 15,-6 5 0-15,-2-2 0 16,-10 2 0-16,10-3 0 15,-10 3 0-15,0 0 0 16,0 0 0-16,0 0 0 0,0 0 0 16,0 0 0-16,-8 0 0 15,8 0 0-15,0 0 0 16,-12 8 0-16,12-8 0 0,-10 5 0 16,10-5 0-16,0 0 0 15,-7 7-4-15,7-7-8 16,0 0-10-16,-11 8-35 15,11-8-28-15,0 0-3 16</inkml:trace>
  <inkml:trace contextRef="#ctx0" brushRef="#br1" timeOffset="-212978">13500 7541 341 0,'0'0'8'0,"0"0"4"15,0 0 4-15,0 0 2 16,0 0 0-16,0-10 1 16,0 10-1-16,0 0 2 15,-10-3-9-15,10 3-4 0,-7 3-2 16,7-3-3-16,-9 18 0 15,3-7-1-15,6 4 0 16,0 2-1-16,0 1 1 16,6 0-1-16,3-2 1 0,3-1-1 15,1-2 0-15,4-3 1 16,1-6 0-16,5-1-1 16,-4-3 1-16,3-3 0 0,0-6 1 15,-4-1 2-15,0-4-4 16,-6-4 0-16,-2 1 0 15,-7-1 0-15,-3-4 0 16,-8 0 0-16,-7-2 0 0,-5 5 0 16,-2 2 0-16,-8 4 0 15,1 6 0-15,1 5 0 16,-2 2 0-16,8 12 0 16,-1 3-82-16,9 0-7 0</inkml:trace>
  <inkml:trace contextRef="#ctx0" brushRef="#br1" timeOffset="-201496.4">8650 8011 369 0,'0'0'7'15,"0"0"3"-15,-2-10 2 16,2 10 2-16,0 0 1 16,-7-10 1-16,7 10 0 0,0 0 0 15,-7-10-7-15,7 10-3 16,0 0-2-16,-1 7-2 16,1 6-1-16,0-1 0 0,0 3-1 15,0 3 0-15,1-1 1 16,3 1 0-16,-1-4 0 15,2-2 0-15,-3-4-1 0,-2-8 1 16,5 10 0-16,-5-10 0 16,0 0 0-16,0 0 0 15,2-12 0-15,1 2 0 16,-3-5 1-16,2-2-2 0,-2-1 0 16,2 1 0-16,1-3 0 15,3 5 0-15,-4-2 0 16,5 7 0-16,-1 0 0 15,-6 10 0-15,19-7 0 0,-9 7 0 16,3 0 0-16,-1 7 0 16,0 5 0-16,6 0 0 15,-6 4 0-15,-2 4 0 16,0-6 0-16,0 4 0 16,-3-6 0-16,-1 1 0 15,-1-3 0-15,-5-10 0 0,2 14 0 16,-2-14 0-16,0 0 0 15,0 0 0-15,0-6 0 16,0-2 0-16,0-5 0 0,0 1 0 16,0-1 0-16,5-2 0 15,2 3 0-15,1-3 0 16,2 5 0-16,-1 3 0 16,4 1 0-16,-3 4 0 0,2 2 0 15,1 2 0-15,-1 4 0 16,-2-1 0-16,0 4 0 15,2 1 0-15,-2 3 0 16,-2-3 0-16,-3 0 0 0,2 0-2 16,-2 0-4-16,-5-10-5 15,15 11-9-15,-15-11-30 16,12 9-34-16,-4-9-3 16</inkml:trace>
  <inkml:trace contextRef="#ctx0" brushRef="#br1" timeOffset="-201294.68">9065 7991 415 0,'0'0'5'0,"0"0"1"0,0 0 2 16,0 0-1-16,0 0 2 16,0 0-1-16,0 0 1 15,8 6-1-15,-8-6-2 0,15 2-4 16,-5-2-1-16,4 2-7 15,-1 1-9-15,7-3-41 16,-2 0-26-16,-4 0-3 0</inkml:trace>
  <inkml:trace contextRef="#ctx0" brushRef="#br1" timeOffset="-201112.26">9073 8046 369 0,'0'0'6'0,"0"0"3"16,0 0 0-16,0 0 1 15,0 0 2-15,0 10 0 16,0-10 1-16,0 0 1 16,12 10-6-16,1-5-2 0,1-2-2 15,4-2-4-15,4-1-6 16,8 3-22-16,15-3-52 16,-17 0-1-16</inkml:trace>
  <inkml:trace contextRef="#ctx0" brushRef="#br1" timeOffset="-200679.2">9455 7961 435 0,'0'0'3'0,"0"0"1"16,0 0 1-16,-9 0 0 16,9 0 0-16,-16 6 0 15,9 3 1-15,-3-1 0 0,0 5-2 16,5 1-1-16,0 3-1 16,5-2 0-16,0-1 0 15,7 3-1-15,6-3 1 16,2-3-1-16,3-5 0 15,-1-4 1-15,5-2 1 0,-2 0 0 16,0-2 0-16,0-4 1 16,-8-8 0-16,1 0-4 0,-3-1 0 15,-8 0 0-15,-2-2 0 16,-5-3 0-16,-8 4 0 16,-4 4 0-16,-3 3 0 15,-4 3 0-15,-1 4 0 16,-2 4-2-16,-1 4-31 0,3 6-52 15,8 0-3-15</inkml:trace>
  <inkml:trace contextRef="#ctx0" brushRef="#br1" timeOffset="-198795.45">8926 7860 316 0,'0'0'8'0,"0"0"3"0,0 0 3 15,0 0 2-15,3 5 0 0,-3-5 1 16,0 0-1-16,0 0 0 16,-10 7-6-16,-3-4-6 15,3 0-1-15,-7-1-2 16,2-2 0-16,-5 2 0 15,-2-2 1-15,2 0 0 0,-5 0 0 16,0 0 0-16,1-2-1 16,-1 0 1-16,-3-1-1 15,-1 0 0-15,-1 1 0 0,0 2-1 16,2 0 0-16,3 0 1 16,0 0-1-16,6 0 0 15,4 2 0-15,3-2 0 16,2 0 0-16,10 0-1 15,-11 8 1-15,11-8 0 0,-2 14 1 16,2-1 0 0,0 2-1-16,0 5 1 15,0-1 0-15,2 6 1 0,1 0-1 16,-1 5 0-16,1-5 0 16,-3 2 0-16,0-2 1 15,0-3-1-15,0 3 0 16,0-4 0-16,-5 0 0 0,2-4 0 15,1-2 0-15,-3-5-1 16,3 3 1-16,2-13-1 16,-10 17 1-16,10-17-1 0,-8 9 1 15,8-9-1-15,0 0 0 16,0 0 0-16,0 0 0 16,0 0 0-16,0 0 0 15,0 0-1-15,15 0 1 16,0-1-1-16,5-5 1 0,3 1-1 15,9 1 1-15,2-2 0 16,6-1 0-16,5-1 0 16,7 4-1-16,0-1 1 15,6 0 0-15,1 0 0 16,1 2 0-16,0-2-1 0,-1 3 1 16,4-1 0-16,-4 3 0 15,0-2 1-15,-2-4-1 16,1 4 0-16,-4 0 0 15,-1-1 0-15,-4 0 0 0,-9 1 0 16,0 2 0-16,-5-2 0 16,-3 2 1-16,-10 0-1 15,4 0 0-15,-10 0 0 0,5 0 0 16,-7 0 1-16,-3 0-1 16,-2 0 0-16,-9 0 0 15,15 2 1-15,-15-2-1 0,10 2 0 16,-10-2 0-16,0 0 0 15,7 0 0-15,-7 0 0 16,0 0 0-16,0 0 0 16,0 0 0-16,0 0 0 15,0 0 1-15,0 0 0 0,0 0 0 16,0 0 0-16,0 0 0 16,0 0 0-16,8-7 0 15,-8 7 0-15,0-12-1 16,0 2 0-16,0-1 0 15,0-5 0-15,0 1 0 0,0 0 0 16,0-1 0-16,-3-8 0 16,3 6 0-16,-2 2 0 15,-1 1 1-15,1 0 1 0,-3 3-1 16,5 1 1-16,0 11 0 16,-8-12 0-16,8 12 0 15,0 0 0-15,-7-7-1 0,7 7 0 16,0 0 0-16,0 0-1 15,0 0 2-15,0 0-2 16,0 0 0-16,0 0 0 16,0 0 0-16,-10-10 0 0,10 10 0 15,0 0 0-15,0 0 0 16,0 0 0-16,-5-10 0 16,5 10 0-16,0 0 0 15,0 0 0-15,0 0 0 16,0 0 0-16,0 0 0 0,-7-7 0 15,7 7 0-15,0 0 0 16,-10-6 0-16,10 6 0 16,-11-4 0-16,11 4 0 0,-17-4 0 15,8 0 0-15,-1 2 0 16,-3-1 0-16,-2-2 0 16,0 1 0-16,-2 1-2 15,-3 0 1-15,-5 2 0 0,0-2 0 16,-5 0 0-16,1 0 1 15,-6 2-1-15,0 1 1 16,-5-3 0-16,1-1 0 16,-2 3-1-16,0-2 1 15,1 1 0-15,-5-3 0 0,5 2 0 16,1 3 0-16,-4-2-1 16,8 2 1-16,-2 0 0 15,5 0 0-15,0 2-1 0,7 4 1 16,0-2-1-16,8 0 0 15,2 3-3-15,5 3-6 16,10-10-25-16,0 8-49 16,7-5 0-16</inkml:trace>
  <inkml:trace contextRef="#ctx0" brushRef="#br1" timeOffset="-196027.43">12221 4567 225 0,'0'0'5'0,"0"0"3"0,0 0 4 16,0 0 4-16,0 0 3 16,0 0 4-16,0 0 2 15,0 0 1-15,0 0 0 16,0 0-5-16,0-7-2 0,0 7-3 15,-10-15-2-15,5 4-3 16,-3-7-1-16,-1-7-2 16,-3-2 0-16,-1-13-2 15,1-5 0-15,-6-11-1 0,3-11-3 16,-2-10-2-16,7-13 0 16,-1-1 0-16,4-5 0 15,5-2 0-15,2 4 0 16,9 3 0-16,7 7 0 15,6 9 0-15,6 6 0 0,4 5 0 16,3 7 0-16,7 7 0 16,0 3 0-16,0 12 0 15,-2 5 0-15,-5 9 0 0,-6 5 0 16,-4 7 0-16,-4 4 0 16,-9 5 0-16,-5 0 0 15,-7 0 0-15,11 10 0 16,-11-10 0-16,0 10 0 0,0-10 0 15,-10 14 0-15,6-4 0 16,4-10 0-16,-9 13 0 16,-1-8-23-16,-12-1-62 15,22-4-3-15</inkml:trace>
  <inkml:trace contextRef="#ctx0" brushRef="#br1" timeOffset="-195357.75">12635 2784 477 0,'0'0'3'0,"0"0"2"0,-2-7 1 0,2 7-1 15,0 0 1-15,0 0 0 16,0 0-3-16,0 0-3 15,2 7 0-15,4 11 0 0,2 6 0 16,-1 3 0-16,2 1 0 16,2 4 0-16,-1-1 0 15,-3-5 0-15,1-4 0 0,-3-1 0 16,-3-7 0-16,1-4 0 16,-3-10 0-16,0 0 0 15,0 0 0-15,-3-8 0 16,-2-7 0-16,3-7 0 15,-4-5 0-15,-1-3 0 0,2-4 0 16,0-1 0-16,1 1 0 16,0 4 0-16,2-1 0 15,2 9 0-15,0 8 0 16,6 0 0-16,1 13 0 0,5 1 0 16,1 12 0-16,1 5 0 15,4 5 0-15,-1 3 0 16,-2 0 0-16,0 3 0 15,-5-4 0-15,0-3 0 16,-3-7 0-16,-4-3 0 0,-3-11 0 16,0 0 0-16,0 0 0 15,0 0 0-15,0-13 0 0,-3-5 0 16,-2-4 0-16,3-3 0 16,0-2 0-16,2-3 0 15,0 3 0-15,4-3 0 16,1 10 0-16,0 1 0 15,3 6 0-15,2 8 0 16,-1 5 0-16,2 5 0 0,1 8 0 16,0 6 0-16,4-1 0 15,-4 3 0-15,1 2 0 16,-1-3 0-16,5 5 0 16,-9-15-27-16,8 5-57 0,2-5-4 15</inkml:trace>
  <inkml:trace contextRef="#ctx0" brushRef="#br1" timeOffset="-195161.28">13049 2739 474 0,'0'0'5'0,"0"0"1"16,0 0 2-16,0 0 0 15,0 0 2-15,0-7-10 0,0 7 0 16,9-11 0-16,-2 5 0 15,11-2 0-15,2-4 0 16,4 5-29-16,2-1-56 16,-2 3-3-16</inkml:trace>
  <inkml:trace contextRef="#ctx0" brushRef="#br1" timeOffset="-195012.33">13098 2858 453 0,'0'0'5'0,"0"0"2"15,0 0 0-15,0 0 1 16,0 0 0-16,5-5 0 16,3-2 0-16,6-3-3 0,6 6-10 15,-2-14-17-15,-11 6-59 16,26-6-3-16</inkml:trace>
  <inkml:trace contextRef="#ctx0" brushRef="#br1" timeOffset="-194695.36">13431 2566 466 0,'0'0'3'0,"-7"3"2"15,7-3-1-15,-18 12 1 16,11 1 0-16,-1-1 0 0,1 5 0 16,-1 1 1-16,8 1-2 15,3 1-1-15,6-2-3 0,6-6 0 16,6-5 0-1,1-3 0-15,1-4 0 0,6-4 0 16,1-9 0-16,-5-3 0 16,-3-7 0-16,-5-1 0 15,-6 2 0-15,-9-9 0 0,-2 4 0 16,-13 5 0-16,-9-3 0 16,-5 5 0-16,-5 14 0 15,-5 0 0-15,4 8 0 16,-7 6-18-16,-7 9-67 0,22 7-1 15</inkml:trace>
  <inkml:trace contextRef="#ctx0" brushRef="#br1" timeOffset="-193912.1">12385 3443 484 0,'13'3'1'0,"21"3"0"0,13 2 0 16,15 0 1-16,20-3 0 15,15-2 1-15,23-6-1 16,19-10 1-16,2-12-2 0,1-12 1 16,-5-13-1-16,-3-6 1 15,-7-13-1-15,-13-6 1 16,-14-6 1-16,-17-13-3 15,-20-3 0-15,-18-5 0 16,-20-7 0-16,-20-2 0 0,-18-1 0 16,-22 3 0-16,-16 0 0 15,-25 15 0-15,-11 12-2 0,-17 18 1 16,-18 19 1-16,-11 26 1 16,-12 19-1-16,-7 22-1 15,-9 30 2-15,4 20 1 16,6 12-2-16,14 20 0 0,21 11 0 15,26 8 0-15,31 4 0 16,36 3-49-16,26 4-34 16,34-7-4-16</inkml:trace>
  <inkml:trace contextRef="#ctx0" brushRef="#br1" timeOffset="-185727.7">2419 3923 78 0,'0'0'6'0,"-18"-2"5"15,6 2 3-15,-8 0 0 16,-5 0 1-16,-5 0 2 15,-5 2 0-15,-6 7 0 0,0-3-5 16,-1 7-4-16,-10-1-2 16,8 1-2-16,-7 3-1 15,7-2-1-15,-4 3 1 16,4 0-1-16,-1-2-1 0,5 3 0 16,8 5-1-16,-2 1 1 15,4 0-1-15,0-2-1 16,7 8 0-16,-1-5 0 15,6 5-1-15,3-3-1 16,3-2 0-16,2 4 1 0,3-4-2 16,7 2 1-16,0-2 1 15,0 0 1-15,2 0-1 0,3 0 1 16,3-3 1-16,-1 3 0 16,3-3 1-16,0 1 1 15,2-1-1-15,-4 0 0 16,4-3 0-16,0 3 0 15,-1-1 1-15,-2 1 2 0,1 3-2 16,3-6-1-16,-3 4 1 16,-1-6 1-16,4 5-2 15,-3-6 1-15,0 3-1 16,5-7-1-16,-5 4 1 0,5-7-1 16,-1 4 0-16,7-4 1 15,-7 1-1-15,6 4 0 16,-2-6 1-16,6 3-1 15,-1-4 1-15,4 3-1 0,6 0 0 16,-4-3 0-16,6 3 0 16,0-3 0-16,4 1-1 15,-1 0 1-15,4 1 0 0,0-4-1 16,-4 3 0-16,6-3 0 16,-2 2 0-16,6-4 0 15,-4 5 0-15,6-6 0 16,5 3-1-16,-6-4 2 0,11 5 0 15,-8-1 2-15,8-2-1 16,-3 0-1-16,5 1 1 16,1-4 0-16,-6 4-1 15,7-4 1-15,3 3-1 16,0 0 1-16,2 0-1 16,-1 1 0-16,2 0 1 0,1 0 0 15,4-2 0-15,-3 3 0 16,6 0 2-16,-4-5-3 15,6 0-3-15,-1 0 1 16,3 0 0-16,-3 0-1 0,1-2 1 16,2-1-2-16,-3-2 1 15,1 0 2-15,1 4 1 0,2-3 0 16,-3 0 1-16,1 1 0 16,4 0 0-16,-3 0 0 15,-1 2 0-15,4-2 0 16,-2 0 1-16,-5-1-2 15,7-1 1-15,-5 0-1 0,-1 0 1 16,1 0-1-16,2 0 1 16,-3-3-1-16,-1 1-1 15,-4 0 0-15,3 1 0 16,-2 0-2-16,-6-2 1 16,4 0 0-16,-4 0 1 0,-2 4-4 15,-3-1 3-15,-2 0 0 16,1 0 1-16,-6-2-2 15,3 2 2-15,-7 2 0 0,-7-2 0 16,9 3 0-16,-11-3 1 16,6 2 0-16,0 1 1 15,-3 2-1-15,3-5 0 16,-4 5 0-16,2-3 0 0,-4 0 0 16,4 3 0-16,-6-2 1 15,-5 0-1-15,3-1 1 16,-7 2-1-16,4-5 0 15,-5 4 1-15,3-4 0 16,-5 3-1-16,4-1 2 0,1 1-1 16,-5-1-1-16,4 1 1 15,-6 1 0-15,4-1 0 16,-7 1-1-16,5-3 1 16,-5 2-1-16,-7 1 0 0,3 0 0 15,2-3 1-15,0 2-1 16,-6 0 1-16,3 1 2 15,-3-6-3-15,0 6 1 16,1-2 1-16,-1-2 0 0,-1 1 2 16,-4 0 1-16,3 0 2 15,-1 1-2-15,-4-5 2 16,5 5-1-16,-5-3 1 16,0-1-2-16,0 1-1 0,0 2 0 15,-10 5-4-15,18-15 1 16,-11 5-1-16,-7 10 1 15,14-18 0-15,-14 18 1 0,16-17 0 16,-16 17 1-16,14-17 1 16,-14 17 0-16,16-15-1 15,-9 5 0-15,0 0-1 16,4 0 0-16,-2-1 0 0,3-3-1 16,4 3 0-16,-4-6 0 15,8 4-1-15,-8-7 1 16,3 8 0-16,-3-12 0 15,6 8 0-15,-8-9 0 16,3 6 1-16,-3-4 1 0,-1-4 0 16,1 4-1-16,3-2 0 15,-4-2 0-15,2 2 0 16,-4-2 0-16,3 6 0 16,-3-3 1-16,-5 2-1 0,2 2 0 15,-4-2 0-15,0 5 0 16,0-3 0-16,0 0-1 15,0 1 0-15,-6-2-1 16,1 1 0-16,0 4 0 0,1-5 1 16,-2 2-1-16,-4-1 0 15,3 2 1-15,-3 1-1 16,0-3 0-16,-2 4 0 16,0-2 0-16,-5 0-1 0,4 4 1 15,-7-1-1-15,-1 2 0 16,0 1 0-16,-4-1 0 15,2 4 1-15,-2 2-1 0,-2-3 0 16,-2 5 0 0,4-3 0-16,-8 0 0 0,3 3 0 15,-4 1 0-15,-2 1 1 16,-3-2-1-16,-1 5 1 16,1-2 0-16,-4-1 0 0,-1 3 0 15,-6-3-1-15,3 3 1 16,-1 0 0-16,-2-2 0 15,1 2-1-15,1-3 1 16,-1 3 0-16,-2-1 0 0,10-2 0 16,-9 3 0-16,4-3 0 15,-7 0 0-15,3 2 0 16,-1 1 0-16,-7-3 0 16,3-1-1-16,1 4 1 0,-4-3-1 15,3 3 1-15,-1 0-1 16,4-4 1-16,-6 4-1 15,-1 0 1-15,1 0 0 16,-4 0-1-16,3 0 1 16,-4 0-1-16,4 0 1 0,-1 0-1 15,1 0 0-15,0 0 0 16,-1 0 0-16,3 0 1 16,-5-1 0-16,2 1 0 0,-2 0 0 15,2 0 0-15,-3 0 0 16,7 0 1-16,-4-3-1 15,0 3 0-15,5-2 0 0,2 2 0 16,-5-5 0-16,1 2 0 16,2 0 0-16,0 2 1 15,4-2-1-15,-2 0 0 16,1-2 0-16,3 3 0 0,3-3 0 16,4 2 0-16,-4-1 0 15,5-2 1-15,-1 1-1 16,4 0 0-16,1 1 0 15,-2-1 0-15,-1 3 0 16,-5-4 0-16,6 3 0 0,-3 1 0 16,-6-1 0-16,4 3 0 15,-4 0 0-15,0-2 0 16,-1 2 0-16,2 0 0 16,-2 0 0-16,-1 2 0 0,-4-2-1 15,-1 3 0-15,-2 2 1 16,-3 1 0-16,0-2 0 15,0 3 0-15,-6 1 1 16,3-3-1-16,1 2 1 0,-2 1 0 16,-4 2 0-16,1-3-1 15,2 3 1-15,1 1-1 16,-1-3 0-16,1 5 0 16,2-1-1-16,-3 3 1 15,3-2 0-15,0 2-1 16,0-1 1-16,-6 0 0 0,1 0-1 15,-3 1 1-15,2 0 0 16,-3-1 0-16,2 4-1 0,4-6 0 16,1 8 0-16,1 0 1 15,2-1-1-15,1-1 0 16,5 7 0-16,6-3-2 16,-1 6-9-16,3 1-14 0,-5 3-39 15,15 6-6-15</inkml:trace>
  <inkml:trace contextRef="#ctx0" brushRef="#br1" timeOffset="-127529.83">11048 1290 184 0,'0'0'4'0,"0"0"1"0,0 0 0 15,0 0 4-15,0 0 0 16,0 0 2-16,4 0 1 16,-4 0 0-16,19-4-3 15,-7-2 1-15,2 3-1 0,7-4-3 16,6 0 1-16,3-3-1 16,9-2 0-16,4-1-1 15,4-2 0-15,8-2-1 0,5 0 1 16,6-5-1-16,6-3-1 15,13-2 0-15,0-1-1 16,7-4 0-16,7 0 0 16,0-3 0-16,8 3-1 15,2-6 1-15,-2 7-1 16,2-7 2-16,1 7-1 0,-4-4 0 16,-1 7 0-16,-6-6 0 15,-4 9 0-15,-6-3 0 16,-9 9 0-16,-8 1 2 15,-7 3 0-15,-6 3-1 16,-12 2-3-16,-2 0-10 16,-45 10-13-16,25-3-44 0,3 2-5 15</inkml:trace>
  <inkml:trace contextRef="#ctx0" brushRef="#br1" timeOffset="-126030.48">11060 1286 193 0,'0'0'7'0,"0"0"2"0,0 0 2 15,0 0 0-15,0 0 1 16,0 0 1-16,-9-3 1 0,9 3-1 16,0 0-6-16,-10 0-2 15,10 0-2-15,-13 5-2 16,13-5 0-16,-12 7-1 16,12-7-1-16,-15 13 0 15,15-13 0-15,-15 17 0 16,6-7 0-16,0 1 1 15,2 3-2-15,2-3 1 0,-2 0 1 16,1 6-2-16,2-4 1 16,-1-1 0-16,2 1 1 0,3 1-1 15,-2-4 1-15,2 5-1 16,0-5 1-16,0 0 0 16,2 2 0-16,1-1 1 15,2-4-1-15,-5-7 0 0,13 15 1 16,-13-15 0-16,16 11 0 15,-7-8 1-15,0 3-1 16,3-4 1-16,-1 0-1 16,1-2 0-16,0 4 1 0,1-4-1 15,1 0 0-15,2 0 0 16,-2 0 0-16,-1-4 0 16,4 2-1-16,1-3 1 15,-4 2-1-15,7-1 1 16,-5-2-1-16,6 2 1 0,2-1-1 15,-2 0 0-15,2-3 0 16,1 4 0-16,0-2 0 16,3-1-1-16,-1-1 0 0,1-2 0 15,4 4 0-15,-2-5 0 16,4 4-1-16,-1-3 2 16,1 2-3-16,1-4-2 15,2 2 0-15,-5 0-1 0,6 0-1 16,2-2 0-16,2 0 0 15,1 2-1-15,1-2 2 16,-1 0 1-16,3 1 2 16,0-4 0-16,0 6 2 15,2-4 0-15,-1 1-1 16,0-1 1-16,2 1-1 0,-1-1-1 16,1-2 1-16,4 3 0 15,-1-2 1-15,-8 1 0 16,7 1 1-16,-5-1-3 0,2-2 2 15,-1 3 1-15,-2-3 0 16,2 1 0-16,-5 0-1 16,7 0 1-16,-6 2 0 15,-1-1 0-15,6 1 1 0,-9 0 0 16,6-1 2-16,-7-2-3 16,-38 15 2-16,37-14 0 15,2-2 2-15,-4 1-2 16,0 3-1-16,-7-1 1 15,6 1 0-15,-5 3 0 16,-1-4-2-16,-3 3 2 0,0-2 0 16,-2 4-1-16,-2-2 1 15,-21 10-1-15,28-12 1 16,-6 2-1-16,-22 10 2 16,21-8-1-16,0 1-1 15,-21 7 1-15,0 0-1 16,0 0 0-16,8-3 1 0,4 0 1 15,-2 2-3-15,1-5-7 16,-11 6-27-16,0 0-26 16,0 0-4-16</inkml:trace>
  <inkml:trace contextRef="#ctx0" brushRef="#br1" timeOffset="-125463.21">13401 488 171 0,'0'0'7'0,"0"0"5"0,0 0 5 15,0 0 5-15,0 0 1 16,0 0 3-16,0 0-1 15,0 0 1-15,0 2-6 0,5 0-4 16,1 6-6 0,45 27-1-16,-28-25-5 0,-23-10-1 15,25 14-2-15,0-2 0 16,-6-3 1-16,4 0-2 16,-23-9 2-16,25 15-1 15,5 0 1-15,-30-15 0 16,16 14 1-16,7 2 0 15,-23-16 0-15,0 0 0 16,5 14 0-16,0-1 0 0,-3-1 0 16,1 1-1-16,-3-3 0 15,-5 2-1-15,2-2 0 16,-6 2-3-16,-3-6-5 16,1 1-8-16,-1-2-25 0,-20 12-35 15,9-9-5-15</inkml:trace>
  <inkml:trace contextRef="#ctx0" brushRef="#br1" timeOffset="-124776.62">13493 452 200 0,'0'0'3'0,"0"0"4"0,0 0 2 0,0 0 4 16,0 0 1-16,0 0 2 15,0 0 0-15,0 0-1 16,2 4-1-16,7 3-3 16,-5-1-2-16,56 38-4 15,-28-32-1-15,1 2-1 0,38 18 0 16,-29-11 0-1,3-4-1-15,3 5 1 0,6 0 1 16,6 3 0-16,2 3 1 16,2-1 2-16,9-5-1 15,-1 11 1-15,4-4-2 16,2 3 0-16,-2-4 0 0,-1 2-2 16,-1-4-1-16,2 4 1 15,-9-2-2-15,4-3 0 16,-6-1 0-16,-6-1 0 15,-1-3-1-15,-6 2-1 16,-5-8-3-16,-4 6-7 0,-11-7-10 16,-5-1-24-16,-3 0-31 15,-8-1-5-15</inkml:trace>
  <inkml:trace contextRef="#ctx0" brushRef="#br1" timeOffset="-123763.34">13346 889 220 0,'0'0'2'0,"0"0"-1"0,0 0 3 16,0 0 0-16,0 0 3 16,0 0 1-16,0 0 2 15,0 0 2-15,0 0-1 16,0 0 0-16,3 0 2 0,62-7-2 15,-41 9 0-15,3 8-2 16,6 3-2-16,2-3 0 16,7 9-1-16,5-2-2 0,3 6 0 15,5-4-1-15,5 5 0 16,4-1-2-16,3 5 1 16,2-3-1-16,6 7 0 15,0-5-1-15,2 8 3 16,0-8 1-16,3 3 1 15,-2 0 0-15,5-1 0 0,-3 4-1 16,-1-4 1-16,1 0 0 16,44 21 0-16,16 7-2 15,-9-5 1-15,-20-7-1 0,-4-3-1 16,-23-5 1-16,-11-4-1 16,-20-6 1-16,-9-5-3 15,-5 0 0-15,-9-4 0 16,-3 0 0-16,-7-4 1 15,-3-3 0-15,-4-5 1 0,-5 2-2 16,-8-8 0-16,9 7-2 16,-9-7-6-16,0 0-9 15,0 0-51-15,3-7-10 16</inkml:trace>
  <inkml:trace contextRef="#ctx0" brushRef="#br1" timeOffset="-122630.58">14994 1075 220 0,'0'0'4'0,"0"0"2"0,0 0 3 16,0 0 1-16,10 2 0 15,-10-2 4-15,15 6 0 16,-5-1 2-16,3 2-4 16,3 0 0-16,2 0-2 0,6 3-1 15,-1 1-2-15,4 1 0 16,3 3-2-16,5-1 0 16,-4 2-1-16,5 0-2 15,4 2 0-15,-3-1-1 16,3 6 0-16,-1-7 0 0,-1 2-1 15,2 0 2-15,-3 2-2 16,-3-3 0-16,-1 0 0 0,-1-2 1 16,-2 5-1-16,-5-8 0 15,2 6 0-15,-2-6 1 16,-2 2-1-16,-4-3 0 16,1 2 1-16,1-1-1 0,-7-3 1 15,1 1-1-15,-2 0 0 16,1-2 1-16,-1 2-1 15,-1-3 1-15,1 3-1 16,-3-3 1-16,2 1-1 16,-2-1 0-16,5 5 4 0,3-2-2 15,-4 3 1-15,1-7 0 16,-5 3-1-16,0-1 1 16,-10-8 0-16,10 8 0 15,-10-8-3-15,7 11 0 0,-7-11 1 16,3 12-1-16,-3-12 0 15,2 10 1-15,-2-10-1 16,3 13 0-16,-3-13 1 16,0 12 0-16,0-12-1 0,-5 12 1 15,5-12 0-15,-10 16 0 16,10-16 0-16,-14 14 0 16,6-9 0-16,0 1 1 15,-2 0-1-15,0-3 0 0,3 2 0 16,-4 0-1-16,2-3 1 15,-3 3-1-15,-1 0 1 16,1 1-1-16,-4-2 0 16,2 0-1-16,2 4-2 0,-6-2-3 15,3-2-4-15,0-1-9 16,3-3-42-16,-1 0-16 16</inkml:trace>
  <inkml:trace contextRef="#ctx0" brushRef="#br1" timeOffset="-121294.5">13438 606 266 0,'0'0'6'0,"0"0"3"0,0 0 2 16,0 0 0-16,0 0 1 16,0 0 2-16,0 6-1 15,-2 3 1-15,-1 1-5 16,-2 1-4-16,5-11-1 16,0 0-2-16,0 0 0 15,-2 9-2-15,0 1 1 0,-1 0-1 16,-4 2 0-16,7-12 1 15,0 0 3-15,0 0-1 16,0 0 2-16,0 0 0 16,0 0 2-16,0 0 0 15,0 0 2-15,0 0-1 0,0 3 2 16,7-3-4-16,-2 0 2 16,0 2-2-16,0-2-2 15,0 3-1-15,-2-3-1 16,2 7-1-16,-5-7-1 15,0 0 0-15,0 0-2 16,0 0 1-16,0 0 0 0,0 0 1 16,0 0-1-1,0 0 0-15,0 0 0 0,0 0 1 16,0 0-1-16,0 0 1 16,0 0 1-16,0 0-1 15,0 0 1-15,0 0-1 16,0 0 1-16,0 0 0 15,0 0 1-15,0 0-1 16,0 0 1-16,4 0-2 0,1 0 2 16,0 0-1-16,0 0-1 15,1 0 0-15,-2 0 0 16,1 0-1-16,2 0 0 16,-7 0 0-16,0 0 1 15,0 0-2-15,0 0 1 16,0 0-1-16,0 0-4 0,0 0-5 15,0 0-11-15,0 0-48 16,0 0-10-16</inkml:trace>
  <inkml:trace contextRef="#ctx0" brushRef="#br1" timeOffset="-120630.49">13463 713 210 0,'0'0'2'0,"0"0"0"0,0 0 3 0,0 0-2 16,0 0 3-16,0 0 0 15,0 0 1-15,0 0 1 16,0 0-3-16,0 0 0 16,0 0-1-16,0 0-2 15,0 0-3-15,0 0-1 16,0 0-1-16,0 0 1 0,0 0 1 16,0 0 0-16,0 0 1 15,0 0 1-15,0 0 1 16,0 0-1-16,0 0 2 15,0 0-2-15,0 0-1 16,0 0 0-16,0 0-1 16,0 0-1-16,0 0 1 0,0 0 0 15,0 0-12-15,0 0-35 16,0 0-13-16</inkml:trace>
  <inkml:trace contextRef="#ctx0" brushRef="#br1" timeOffset="-119396.79">11133 1380 298 0,'0'0'5'0,"0"0"2"0,0 0 1 16,0 0 2-16,0 0-1 16,0 0 2-16,0 0-1 15,0 0 0-15,0 0-5 0,0 0-2 16,-13 0-2-16,13 0-1 16,0 0 0-16,-5 9 0 15,5-9-1-15,0 0 1 16,0 13-1-16,0-13 2 0,0 10 1 15,0-10 1-15,0 0 2 16,0 7 0-16,0-7 1 16,0 0 1-16,7 5 0 15,-7-5 0-15,0 0-1 16,11-3-1-16,-11 3 0 0,0 0-1 16,5-9-3-16,-5 9 0 15,0 0 0-15,0-10-1 16,0 10 0-16,0 0-1 0,0 0-1 15,-8 0 2-15,8 0 0 16,0 0-2-16,-10 5 1 16,10-5 0-16,-5 10 1 0,5-10 0 15,0 0 1-15,0 10-1 16,0-10 1-16,0 0 1 16,12 5-1-16,-12-5 0 15,8 0 1-15,-8 0-1 16,0 0-1-16,10-8 1 0,-10 8-1 15,0 0 0-15,0 0-4 16,0 0-6-16,0 0-14 16,-5-5-55-16,5 5-3 15</inkml:trace>
  <inkml:trace contextRef="#ctx0" brushRef="#br1" timeOffset="-117296.54">10867 1548 178 0,'0'0'3'0,"0"0"1"16,0 0-1-16,0 0-1 15,0 0 2-15,0 0-2 16,0 0 0-16,0 0 2 16,0 4-4-16,0-4 0 15,0 0-1-15,7 9 1 0,-7-9 0 16,15 4 1-16,-5 4 0 15,0-6 0-15,3 0 0 16,4 1 1-16,0 3 1 0,6-4-1 16,1 0 0-16,3 0 0 15,6 1 1-15,-1 0-2 16,6-1-1-16,-1 3 1 16,7-5-1-16,2 3 1 0,0-1-1 15,2-2 0 1,1 0 1-16,4 0 0 0,1 3 0 15,-1-3 1-15,3 0-2 16,2 2 1-16,-1-2-1 0,0 0 1 16,0 2-1-16,1-2 0 15,-1 0 0-15,-6 0 0 16,4 0 0-16,-2 3 0 16,2-3 0-16,-21 15 3 15,68-15 0-15,-17 0 1 0,-4 0-1 16,-8 0 0-16,-7 3 2 15,-8-3-2-15,-7 0 1 16,-28 4-6-16,4-1 2 16,18-3 1-16,7 1-2 15,-6-1 1-15,-5 3-1 0,1 0 0 16,1-3 1-16,-6 3 2 16,-2-3-1-16,-3 0 0 15,3 0 1-15,2 0 1 16,-1 0-1-16,1 2 1 0,0-2-1 15,2 0 0-15,-4 0-1 16,8 2 0-16,-6-2-1 16,-3 0 1-16,3 4-1 15,-4-4 0-15,5 0 0 0,-8 1 1 16,7-1-1-16,-8 0 2 16,9 3-2-16,1-1 1 15,-2 0-1-15,6 1 1 0,-6 0-1 16,5-1 1-16,-3 1-1 15,4 2 0-15,-6-5 0 16,-2 2 0-16,1 1 1 16,-7-3-1-16,6 2 0 15,-3 0 0-15,-2-2 1 0,0 0-1 16,0 0 1-16,-4 3-1 16,4-3 2-16,-2 0 1 15,-1 0 1-15,0 0-3 16,-1 0 3-16,1 0-1 0,-8 0 0 15,6 0 0-15,-5 3-1 16,1-3-1-16,-4 2-1 16,3 1 1-16,-3-1 0 0,3 1 0 15,0-1 0-15,2-2 0 16,0 2-1-16,1 1 1 16,-4-1 0-16,4-2 0 15,-1 3-1-15,-1-3 1 0,0 2-1 16,0 1 1-16,1-3-1 15,0 0 0-15,0 3 2 16,-1-3-2-16,6 1 1 16,-6-1-1-16,0 3 1 15,2 0-1-15,-2-3 1 0,4 2-1 16,-4-2 0-16,1 3 1 16,-3-1-1-16,6 1 0 15,-7-3 1-15,6 2-1 16,-6-2 0-16,2 2 0 0,0-2 1 15,-4 4-1-15,2-4 0 16,-2 1 0-16,2 2 0 16,-4-1 0-16,-3-2 1 15,5 3-1-15,-6-3 0 0,3 0 1 16,-1 0-1-16,-2 0 0 16,3 0 0-16,-5 0 0 15,5 3 0-15,0-3 0 0,-1 0 0 16,1 2 1-16,-1 0-1 15,0-2 0-15,1 3 1 16,-1-1-1-16,2-2 1 16,-5 3-1-16,6-3 0 15,-5 0 1-15,1 2-1 0,1-2 0 16,0 0 1-16,-3 0-1 16,4 0 0-16,-5 0 0 15,4 0 0-15,1 0-1 16,-4 0-1-16,7 0-2 0,-9 0-8 15,3 0-18-15,-10 0-36 16,12 0-5-16</inkml:trace>
  <inkml:trace contextRef="#ctx0" brushRef="#br1" timeOffset="-115427.58">11685 1370 65 0,'0'0'3'0,"0"0"0"0,0 0 3 15,0 0 2-15,9 0 4 16,-9 0 5-16,10 0 4 16,0 0 1-16,0 0 0 0,2 0-1 15,1 1-2-15,4-1-5 16,-1 0-1-16,0 0-3 16,2 0-4-16,7 3-3 0,-1-3-1 15,1 0 0-15,3 0-1 16,2 0 0-16,-3 0 0 15,5 0 0-15,1 3 0 16,-4-3-1-16,4 0 1 0,1 3-1 16,3-3 2-16,-4 2-2 15,5-2 1-15,-1 2-1 16,-3-2 1-16,2 4 0 16,0-4 0-16,2 1-1 15,2-1 1-15,-6 3 0 16,3-3-1-16,0 2 1 0,1 0-1 15,-3-2 1-15,0 3-1 16,-1-3 0-16,1 3 0 0,0-3 0 16,-1 0 0-16,2 2 0 15,1-2 0-15,-5 3 0 16,3-3 1-16,0 2-1 16,-3 1 1-16,3-3 0 0,-3 2-1 15,0 1 1-15,0-3-1 16,-2 0 0-16,0 2 0 15,-3 0 0-15,1-2-1 16,2 3 1-16,-3 0 0 16,-2-3 0-16,0 2 0 0,-1 1 0 15,4-3 0-15,-6 2 0 16,3-2 0-16,1 5 0 16,-5-5 0-16,4 2 0 15,-2 1 0-15,2-3 0 0,-1 2 0 16,1 1 0-16,0-3 1 15,2 2-1-15,1-2 0 16,-1 0 0-16,-2 3 0 0,4 0 1 16,-1-3-1-16,-1 1 0 15,-2-1 2-15,3 0-2 16,-1 3 0-16,0-3-2 16,1 0 0-16,-4 3 1 15,3-3-1-15,-2 0 0 0,-2 2-1 16,2-2 1-16,-6 0-1 15,4 0 1-15,0 0 2 16,-2 3-1-16,-1-3 0 16,3 0 1-16,-6 0-1 0,3 0 0 15,-2 0 0-15,-1 0 0 16,-2 0 0-16,2 0 0 16,-4 0 1-16,4 0-1 15,-3 0 1-15,-1 0 0 0,3 0-1 16,1 0 1-16,-4 2 0 15,-1-2 0-15,2 3 0 16,-1-3 0-16,-1 2-1 0,1-2 1 16,2 2-2-16,-6-2 2 15,7 4-1-15,-4-3 0 16,1-1 0-16,-1 3 0 16,3-1 1-16,-5-2-1 15,4 3 2-15,2 0-1 0,-4-3 0 16,3 2 1-16,-1-2 0 15,2 0-1-15,1 0 0 16,-2 0 1-16,2 2-1 16,1-2 0-16,-1 0 1 0,3 0-1 15,-2 0 2-15,1 0-2 16,-1 0 0-16,2 0 1 16,-6 0-1-16,4 3 0 15,-3-1 0-15,2-2 0 0,-5 0 1 16,6 3-1-16,-6-3 1 15,4 2-1-15,-7-2 1 16,1 3 0-16,1-1-1 16,1-2 1-16,-5 0-1 15,2 3 0-15,2-3 0 0,-1 0 0 16,3 0-1-16,-6 0 2 16,3 0-2-16,-3 0 1 15,6 0 0-15,-4 0 0 0,1 0 1 16,1 0-1-16,1 0-2 15,-5 0-8-15,6-3-14 16,-13 3-32-16,19 0-10 16</inkml:trace>
  <inkml:trace contextRef="#ctx0" brushRef="#br1" timeOffset="-114330.4">15801 1595 289 0,'0'0'8'0,"0"0"1"15,0 0 3-15,0 0 2 16,0 0 0-16,0 0 0 16,0 0 1-16,0 0-1 15,-12-7-7-15,12 7-3 0,0 0-3 16,0 0-1-16,-7 0-1 15,7 0 0-15,0 0 0 16,0 0 1-16,-11 0 0 16,11 0 2-16,0 0-1 0,0 0 1 15,0 0 0-15,0 0 0 16,5 2 1-16,-5-2-1 16,0 0 1-16,13 0 0 0,-13 0 1 15,10 0-1-15,-10 0 0 16,0 0 0-16,6-4-1 15,-6 4 0-15,0 0-2 16,0 0 1-16,0 0-2 0,0 0 0 16,0 0 0-16,0 0 0 15,-4-6 0-15,4 6 0 16,-9 0-1-16,9 0 0 16,-10 6 0-16,10-6 0 15,0 0 0-15,-8 6 0 0,8-6 1 16,0 0 0-16,0 0 1 15,0 10 1-15,0-10-1 16,0 0 1-16,13 0 0 16,-13 0-1-16,9 0 0 0,-9 0 1 15,0 0-2-15,0 0 1 16,8-2-1-16,-8 2-1 16,0 0 1-16,0 0-3 0,-3 0-5 15,3 0-9-15,-19-2-24 16,8 4-31-16,11-2-6 15</inkml:trace>
  <inkml:trace contextRef="#ctx0" brushRef="#br1" timeOffset="-92028.1">16617 6985 408 0,'0'0'6'0,"0"0"3"0,0 0 3 16,0 0 0-16,0 0 2 15,0 0 0-15,0 0 1 16,0 0-1-16,5-10-7 0,-5 10-7 15,0 0 0-15,0 9 0 16,0-9 0-16,2 16 0 16,-2-3 0-16,0-1 0 15,2-2 0-15,-2 5 0 16,3-5 0-16,-1 2 0 0,1-2 0 16,-3 0 0-16,0-10 0 15,2 12 0-15,-2-12 0 16,0 0 0-16,0 0 0 15,0 0-3-15,0 0-7 0,0 0-9 16,0 0-35-16,0 0-31 16,0 0-1-16</inkml:trace>
  <inkml:trace contextRef="#ctx0" brushRef="#br1" timeOffset="-90396.8">16629 6804 343 0,'0'0'6'16,"0"0"1"-16,-7-7 3 0,7 7 2 15,-18-5 2-15,3 3-1 16,-3 2 0-16,-1 0 1 16,-1 2-5-16,-5 10-2 15,0 3-3-15,-3 8-1 0,7 2-1 16,1 5-1-16,-1 4-1 15,7 3 0-15,4 4 0 16,6-5-1-16,4 4 1 0,9-8 0 16,3 0 0-16,11 0 1 15,-1-4 1-15,8-4 0 16,5-7 0-16,2-4 0 16,0-5 0-16,6-5 0 0,-6-3 0 15,5 0 0-15,-5-11 1 16,1-2 0-16,-6-4 1 15,-5-3 1-15,3-2 0 16,-8-2 1-16,-2-9 0 16,-5-2-1-16,-7-4-5 15,-3-1 0-15,-5-6 0 0,-8-2 0 16,-7 4 0-16,-7-2 0 16,-8 7 0-16,-5 2 0 15,-9 8 0-15,-4 7 0 0,-1 6 0 16,-6 7 0-16,0 6 0 15,5 6 0-15,4 6 0 16,3 7 0-16,19 6 0 16,1 0-29-16,21 7-56 0,9 0-4 15</inkml:trace>
  <inkml:trace contextRef="#ctx0" brushRef="#br1" timeOffset="-89677.71">18592 5884 388 0,'0'0'9'0,"0"0"3"15,0 0 2-15,0-16 1 16,0 16 1-16,10-15 0 16,-6 8 1-16,7-3 0 15,-1-3-10-15,-1 4-7 0,4 1 0 16,-1 6 0-16,0 0 0 16,1 2 0-16,-5 9 0 15,-4 2 0-15,1 3 0 16,-5 3 0-16,-3 3 0 0,-6 3 0 15,0-2 0-15,-7 0 0 16,-1 1 0-16,2-4 0 16,-2 1 0-16,4-6 0 0,6-6 0 15,7-7 0-15,-12 7 0 16,12-7 0-16,8-7 0 16,5-3 0-16,5-5 0 15,5-2 0-15,-4-1 0 0,6-1 0 16,-2-3-2-16,2 2-22 15,-11 8-51-15,4-11-11 16</inkml:trace>
  <inkml:trace contextRef="#ctx0" brushRef="#br1" timeOffset="-89296.67">18617 5623 342 0,'0'0'7'16,"0"0"1"-16,-18 0 4 15,6 0 3-15,-8 5-1 16,-6 5 1-16,4 2 1 15,-10 3 1-15,2 5-7 0,4 6-1 16,1 8-3-16,4 3-1 16,7 4 0-16,6 4-1 15,5 4-1-15,8-3 0 0,11-2 0 16,6-4 0-16,8-3 0 16,10-10-1-16,4-2-1 15,4-10 1-15,2-5 0 16,-1-5 0-16,1-5 0 0,-6-10-2 15,-1-5 0-15,-4-10 0 16,-6 0 0-16,-4-9 0 16,-8-3 0-16,-7-11 0 15,-7-4 0-15,-7 0 0 0,-7-2 0 16,-11 4 0-16,-6 1 0 16,-14 12 0-16,-1 1 0 15,-8 11 0-15,-3 14 0 16,0 6 0-16,3 5 0 0,2 2 0 15,5 6 0-15,13 9 0 16,2 18-72-16,15-18-16 16</inkml:trace>
  <inkml:trace contextRef="#ctx0" brushRef="#br1" timeOffset="-88330.62">17946 4726 398 0,'0'0'6'0,"0"0"3"16,-5-3 1-16,5 3 3 15,-11-1 1-15,11 1 1 16,-9-3 1-16,9 3-1 0,0 0-4 16,-5-10-7-16,5 10-4 15,5-15 0-15,-5 15 0 16,18-17 0-16,-6 9 0 0,0 0 0 16,1 6 0-16,4 0 0 15,-4 2 0-15,1 0 0 16,-3 2 0-16,-4 6 0 15,0 2 0-15,-5 5 0 16,-2-3 0-16,-4 0 0 0,-6 6 0 16,-3-4 0-16,1-1 0 15,2-3 0-15,0 3 0 16,0-6 0-16,10-7-2 16,-7 12 0-16,7-12 1 0,7 7 0 15,3-4 0-15,3-3 0 16,-1 3 2-16,2-3-2 15,2 1 1-15,-2 2 0 16,-1 0 0-16,-1 0 0 0,-4-1 0 16,-8-2 0-16,10 10-1 15,-10-10 2-15,0 13-1 16,0-13 0-16,-10 14-1 0,-5-9 0 16,-3 3-2-16,-1-6-4 15,-4 3-4-15,1-4-13 16,-8-1-52-16,8-1-7 15</inkml:trace>
  <inkml:trace contextRef="#ctx0" brushRef="#br1" timeOffset="-87896.5">17956 4566 379 0,'0'0'7'0,"0"0"1"0,0 0 1 16,-12-11 2-16,-2 11 0 15,2 0 2-15,-8 0-2 16,-5 5 1-16,-1 8-4 16,-6 4-4-16,2 8-1 0,0 7-1 15,-2 7 0-15,4 4-1 16,5 4 0-16,8 0-1 16,10 3 1-16,5-9 0 15,5 2 0-15,13-6-1 0,9-5 2 16,8-7-1-16,2-10 1 15,8-5 0-15,2-8 0 16,5-2 0-16,1-11 1 16,1-8 0-16,-2-7 0 0,-2-7 0 15,-3-7 0-15,-4-5-3 16,-8-6 0-16,-8-4 0 16,-13-2 0-16,-11-2 0 15,-6 5 0-15,-19 2 0 0,-10 10 0 16,-10 4 0-16,-11 15 0 15,-4 9 0-15,-5 12 0 16,8 4 0-16,-6 15 0 16,13 10-4-16,5 5-83 0,7 9-3 15</inkml:trace>
  <inkml:trace contextRef="#ctx0" brushRef="#br1" timeOffset="-87228.88">16204 5831 407 0,'0'0'7'0,"0"0"3"15,0 0 2-15,0 0 2 0,0-9 1 16,0 9 0-16,0 0 0 15,0 0-1-15,0 0-12 16,0 0-2-16,-5 12 0 16,-5 0 0-16,0 5 0 0,0 4 0 15,-4 1 0-15,-4 0 0 16,5-3 0-16,1-1 0 16,0-3 0-16,5-3 0 15,-4-4 0-15,11-8 0 0,-5 10 0 16,5-10 0-16,0 0 0 15,5 0 0-15,8-6 0 16,4-1 0-16,3 0 0 16,0-3 0-16,4 0 0 15,4 0 0-15,-1 0 0 0,-2 0 0 16,-7 4 0-16,-1 2-14 16,-17 4-68-16,15 0-4 15</inkml:trace>
  <inkml:trace contextRef="#ctx0" brushRef="#br1" timeOffset="-87046.49">16212 5886 457 0,'0'0'5'0,"0"0"3"0,0 0 1 16,0 0 0-16,0 0-2 16,0 0 1-16,0 0 0 15,0 0-8-15,0 12 0 16,5 3 0-16,2 2 0 15,-2 3 0-15,7 5-10 0,-4-5-17 16,-8 2-56-16,7-3-3 16</inkml:trace>
  <inkml:trace contextRef="#ctx0" brushRef="#br1" timeOffset="-86595.46">16304 5695 390 0,'0'0'6'0,"0"0"2"0,-13-13 0 16,1 9 2-16,-1-4 1 16,-4 5 0-16,-8-1 0 15,0 0 0-15,-3 4-5 16,-1 4-2-16,-1 11-1 0,2 5-1 16,2 10 0-1,1 6-1-15,2 4 0 0,9 7-1 16,1 5 0-16,3 0 0 15,8 0 0-15,4-2 0 16,8-3 0-16,5-8 0 0,4-1 0 16,9-14 1-16,4-1 1 15,3-9 0-15,3-6 0 0,4-8 0 16,0-3 1-16,5-6 1 16,0-12-1-16,-2-4 1 15,-3-4-1-15,-7-8-3 16,-1 0 0-16,-11-10 0 15,-8 0 0-15,-10-8 0 0,-8 1 0 16,-12-1 0-16,-10 6 0 16,-9 6 0-16,-8 7 0 15,-13 8 0-15,-2 12 0 16,-3 10 0-16,0 6 0 0,6 17 0 16,2 8 0-16,17 9-14 15,8 6-72-15,15 5-3 16</inkml:trace>
  <inkml:trace contextRef="#ctx0" brushRef="#br2" timeOffset="-82780.15">15470 6996 460 0,'0'0'5'15,"0"0"2"-15,0 0 2 0,0-8 0 16,0 8 1-16,0 0 1 16,0 0-11-16,0 0 0 15,0 0 0-15,0 4 0 16,0 7 0-16,4 2 0 15,-2 1 0-15,1 3 0 0,2 1 0 16,2 2 0-16,-5-2 0 16,5-2 0-16,-1-1 0 15,1-2 0-15,-4-1 0 0,2-4 0 16,-5-8 0-16,4 10 0 16,-4-10 0-16,0 0 0 15,0 0 0-15,0 0 0 16,0 0 0-16,0 0 0 15,0 0 0-15,0-10 0 0,0 10 0 16,-2-11-32-16,2 11-57 16,2-12-4-16</inkml:trace>
  <inkml:trace contextRef="#ctx0" brushRef="#br2" timeOffset="-81847.4">18045 6797 434 0,'0'0'6'0,"0"0"4"0,0 0 1 15,-5-9 2-15,5 9 1 16,0-18 0-16,0 11-5 15,5-3-9-15,2-2 0 0,4 2 0 16,-1 2 0-16,2 1 0 16,1 2 0-16,-4 3 0 15,3 2 0-15,-1 2 0 16,1 4 0-16,-5 8 0 0,-1 0 0 16,-6 1 0-16,0 5 0 15,0 4 0-15,-11 0 0 16,2-3 0-16,-3-1 0 15,-1-1 0-15,1-3 0 0,4-4 0 16,0-2 0-16,8-10 0 16,-5 10 0-16,5-10 0 15,10 0 0-15,1 0 0 16,1-2 0-16,3-4 0 0,7 0 0 16,-5-3 0-16,6 2 0 15,-6-1 0-15,2 2 0 16,2 0 0-16,-6 4 0 15,-3 0 0-15,1-1 0 0,-6 1 0 16,-7 2 0-16,12 0 0 16,-12 0 0-16,0 0 0 15,0 0 0-15,0 0 0 0,0 0 0 16,0 0 0-16,0 0 0 16,0-13-36-16,0 13-53 15,0-17-2-15</inkml:trace>
  <inkml:trace contextRef="#ctx0" brushRef="#br2" timeOffset="-80830.5">19139 4759 354 0,'0'0'8'0,"0"0"5"0,0 0 2 16,-11-8 2-16,11 8 1 0,0 0 1 15,-12-10 1-15,12 10 0 16,-5-9-6-16,5 9-5 15,0-10-5-15,0 10-4 16,17-13 0-16,-4 8 0 0,-2 0 0 16,2 0 0-16,0 5 0 15,-3-2 0-15,1 2 0 16,-11 0 0-16,12 7 0 16,-12 3 0-16,0 0 0 0,-5 5 0 15,0-1 0 1,-6-1 0-16,4 2 0 0,0-3 0 15,-4 1 0-15,4-4 0 16,7-9 0-16,-2 13 0 0,2-13 0 16,0 11 0-16,0-11 0 15,7 6 0-15,1-4 0 16,2 1 0-16,2-3 0 16,3 3 0-16,-3-3 0 0,4 3 0 15,-2-3 0-15,-1 2 0 16,-3 2 0-16,-1 2 0 15,-9-6 0-15,8 10 0 16,-8-10 0-16,-3 12 0 0,-9-5 0 16,-4 1 0-16,0-1 0 15,-7 0 0-15,4 1 0 16,-4-1 0-16,1-2 0 16,1-3 0-16,7 4 0 15,0-6 0-15,14 0-24 16,0 0-62-16,0 0-3 0</inkml:trace>
  <inkml:trace contextRef="#ctx0" brushRef="#br2" timeOffset="-79963.18">16934 4838 357 0,'0'0'8'16,"0"0"4"-16,0 0 3 0,3-15 1 15,-3 15 1-15,2-13 3 16,-2 13-1-16,3-14 2 16,-3 14-8-16,2-12-5 15,-2 12-3-15,0 0-5 0,-10 7 0 16,1 5 0-16,-4 1 0 15,1 5 0-15,-8-1 0 16,3 2 0-16,-4 1 0 16,4-6 0-16,0 4 0 0,4-6 0 15,1-2 0-15,2-2 0 16,10-8 0-16,-10 7 0 16,10-7 0-16,0 0 0 15,5-2 0-15,5-3 0 16,2 2 0-16,8-4 0 15,1-1 0-15,0 3 0 0,4-4 0 16,0 3 0-16,0-1 0 16,-3 4 0-16,1-1 0 15,-8 1 0-15,2 1 0 0,-10-1 0 16,-7 3 0-16,13 0-6 16,-13 0-6-16,0 0-12 15,-10 3-59-15,10-3-4 0</inkml:trace>
  <inkml:trace contextRef="#ctx0" brushRef="#br2" timeOffset="-79779.55">16934 4838 397 0,'-20'-10'7'0,"20"10"3"0,0 0 2 0,0 0 1 16,0 0 0-16,0 0 1 15,11 2 1-15,-6 8 0 16,2 5-6-16,-2 10-3 15,5-1-6-15,2 8 0 16,3-1 0-16,5 6-18 0,19 0-65 16,-21-5-4-16</inkml:trace>
  <inkml:trace contextRef="#ctx0" brushRef="#br2" timeOffset="-78296.48">15295 8450 326 0,'0'0'8'16,"0"0"5"-16,0 0 3 16,0 0 5-16,-5-3 0 15,5 3 1-15,0 0 1 0,0 0-1 16,-11 0-6-16,11 0-5 16,-4 15-5-16,1-3-2 15,3 3-2-15,0 5-2 16,0-3 0-16,0 1 0 0,10-4 0 15,0 2 0-15,7-9 0 16,1-7 0-16,5 0 0 16,-2-9 0-16,7-12 0 15,-3-4 0-15,2-12 0 0,1-1 0 16,-3-10 0-16,-4-5 0 16,-3-4 0-16,-3 1 0 15,-7-5 0-15,-6 5 0 16,-2 4 0-16,-10 8 0 15,-2 4 0-15,-4 10 0 0,2 8 0 16,-6 9 0-16,5 13 0 16,0 5 0-16,0 15 0 15,2 8 0-15,4 8 0 0,4 9 0 16,5 5 0-16,0 2 0 16,5 0 0-16,8-3 0 15,6-2 0-15,1-4 0 16,3-11 0-16,1 0 0 15,1-10 0-15,0-3 0 0,0-6 0 16,-6-5 0-16,5-8-73 16,0 0-15-16</inkml:trace>
  <inkml:trace contextRef="#ctx0" brushRef="#br2" timeOffset="-78078.56">15732 8341 445 0,'0'0'6'0,"0"0"12"15,0 0-7-15,0-9-1 16,0 9 1-16,10-11-1 0,0 6-10 16,5 2 0-16,-6-4 0 15,11 7 0-15,-8 0-50 16,11 0-35-16,-7 0-2 15</inkml:trace>
  <inkml:trace contextRef="#ctx0" brushRef="#br2" timeOffset="-77930.56">15750 8413 410 0,'0'0'5'0,"0"0"3"16,0 0 1-16,0 0 2 0,0 0 1 15,12 2 0-15,0-2 0 16,1 0 0-16,4-2-7 15,8-1-14-15,-3 3-68 0,6-5-5 16</inkml:trace>
  <inkml:trace contextRef="#ctx0" brushRef="#br2" timeOffset="-77413.64">16229 8247 422 0,'0'0'7'16,"0"0"4"-16,0 0 1 16,0 0 2-16,9-10 1 0,-9 10 1 15,0 0-2-15,0 0-14 16,0 0 0-16,0 0 0 16,0 0 0-16,-4 14 0 0,-6 1 0 15,-2 2 0-15,-1 1 0 16,-4-1 0-16,2 3 0 15,-2-5 0-15,1-2 0 16,6-4 0-16,-2 1 0 0,12-10 0 16,-15 8 0-16,15-8 0 15,0 0 0-15,0 0 0 16,17 0 0-16,1-5 0 16,7 2 0-16,2-4 0 0,3-1 0 15,5 1 0-15,-3 0 0 16,0 1 0-16,-9-1 0 15,4 7 0-15,-14 0-41 16,-4 0-45-16,-9 0-3 16</inkml:trace>
  <inkml:trace contextRef="#ctx0" brushRef="#br2" timeOffset="-77230.47">16241 8249 455 0,'0'0'6'0,"0"0"1"0,0 0 0 15,0 0 0-15,0 0 0 16,3 13 1-16,2-1 0 16,0 2-2-16,2 4-6 15,3 2 0-15,-2 7 0 0,4 0 0 16,1 3 0-16,-1 0 0 16,-3-6-19-16,-1 1-64 15,5-2-3-15</inkml:trace>
  <inkml:trace contextRef="#ctx0" brushRef="#br2" timeOffset="-76758.26">16975 8151 439 0,'0'0'7'15,"0"0"1"-15,0-13 3 16,0 13 0-16,-3-10 2 15,3 10 0-15,-12-10-4 0,12 10-9 16,-8-3 0-16,8 3 0 16,-3 15 0-16,3 0 0 15,6 8 0-15,6-2 0 0,0 9 0 16,3 2 0-16,0 4 0 16,0-7 0-16,-3 4 0 15,-4-7 0-15,-3 2 0 16,-5-9 0-16,-5-1 0 0,-5-7 0 15,-5 0 0-15,-5-4 0 16,-5-2 0-16,0-5 0 16,-4 0 0-16,-1 0 0 15,0-6 0-15,-2-11-6 0,9-4-63 16,1 6-18-16</inkml:trace>
  <inkml:trace contextRef="#ctx0" brushRef="#br2" timeOffset="-76544.55">16855 7976 487 0,'0'0'4'16,"0"0"1"-16,0-7 1 15,0 7 0-15,0 0-3 16,2-10-3-16,-2 10 0 15,0 0 0-15,15 0 0 0,-15 0-14 16,18 8-71-16,-1-3-2 16</inkml:trace>
  <inkml:trace contextRef="#ctx0" brushRef="#br2" timeOffset="-76329.66">17287 8194 508 0,'0'0'3'0,"0"0"-3"15,3-5 0-15,-3 5 0 16,10-13 0-16,-10 13 0 16,9-15 0-16,1 9 0 0,1 1 0 15,-4-2 0-15,11 7-13 16,-6 0-73-16,0 0-3 15</inkml:trace>
  <inkml:trace contextRef="#ctx0" brushRef="#br2" timeOffset="-76180.59">17297 8262 454 0,'0'0'5'16,"0"0"1"-16,0 0 0 0,0 0 1 15,0 0 0-15,8 4 0 16,-8-4-1-16,14 0-5 15,-14 0-16-15,6-7-66 0,11 4-3 16</inkml:trace>
  <inkml:trace contextRef="#ctx0" brushRef="#br2" timeOffset="-75830.59">17631 8057 457 0,'0'0'5'0,"0"0"2"15,0 0 1-15,4 0 0 16,-4 0 0-16,0 0 0 16,0 0 0-16,5 17-6 0,-5-9-2 15,-5 9 0-15,1-1 0 16,-12 1 0-16,4 8 0 16,-3-6 0-16,-2 6 0 15,-3-4 0-15,-3-4 0 0,4-2 0 16,1 0 0-16,0-5 0 15,6-6 0-15,3 1 0 16,9-5 0-16,0 0 0 16,0 0 0-16,0 0 0 0,14 0 0 15,4-1 0-15,7-5 0 16,2 1 0-16,0-2 0 16,3 1-23-16,15 2-61 15,-19-4-4-15</inkml:trace>
  <inkml:trace contextRef="#ctx0" brushRef="#br2" timeOffset="-75629.85">17627 8082 456 0,'0'0'5'16,"0"0"1"-16,0 0 1 16,0 0 0-16,0 0-1 15,0 0 1-15,4 9 0 16,0 0 1-16,-1 6-6 0,4 2-2 15,0 8 0-15,4 0 0 16,-2 7 0-16,3 3 0 16,-1-3 0-16,-1 0-11 15,-3 1-46-15,4-9-27 0,1-1-1 16</inkml:trace>
  <inkml:trace contextRef="#ctx0" brushRef="#br2" timeOffset="-75196.38">17901 7907 467 0,'0'0'4'16,"0"0"0"-16,0 0 0 0,0 0 0 15,0 0 1-15,-10 0 0 16,10 11 0-16,0 3 0 15,5 8-3-15,0 3 0 0,-2 7-1 16,9 3 2-16,-7 0-3 16,2-3 0-16,-2-2 0 15,3-1 0-15,-3-8 0 16,-3-5 0-16,1-3 0 16,-1-3 0-16,-2-10 0 0,0 0 0 15,0 0 0-15,0-8 0 16,0-7 0-16,3 0 0 15,-1-3 0-15,3 3 0 0,-3-3 0 16,4 3 0-16,-1 2 0 16,1 5 0-16,-6 8 0 15,13-4 0-15,-13 4 0 16,18 7 0-16,-11 3 0 0,4 2 0 16,1-1 0-16,-3 3 0 15,7-2 0-15,-9-2-40 16,3-3-44-16,0 0-3 15</inkml:trace>
  <inkml:trace contextRef="#ctx0" brushRef="#br2" timeOffset="-75013.64">18127 8016 491 0,'0'0'4'0,"0"0"1"0,0 0 1 16,0 0-1-16,0 0-5 15,5 0 0-15,-5 0 0 16,10 0 0-16,-10 0 0 0,18 0 0 16,-9 0 0-16,14 0-48 15,-6 0-38-15,3 0-3 16</inkml:trace>
  <inkml:trace contextRef="#ctx0" brushRef="#br2" timeOffset="-74863.65">18192 8082 397 0,'0'0'8'0,"0"0"4"15,0 0 2-15,0 0 0 16,0 0 0-16,0 0 0 16,0 0 0-16,0 0 1 0,-2 11-8 15,2-11-7-15,9 0-6 16,-2 0-10-16,14-5-65 16,1-1-3-16</inkml:trace>
  <inkml:trace contextRef="#ctx0" brushRef="#br2" timeOffset="-74578">18505 7880 435 0,'0'0'4'0,"-5"0"2"0,5 0 0 15,-13 5 2-15,13-5 0 16,-17 12 0-16,8 1 0 16,-2-1 0-16,6 5-3 15,0-2-2-15,3 3-1 0,2-2-1 16,5 0 1-16,2-4-1 15,4-2 1-15,3-8-1 16,0-2 2-16,4 0-3 16,0-4 0-16,-2-9 0 15,-2-1 0-15,0-4 0 0,-9-2 0 16,-5 3 0-16,-7-3 0 16,-13-2 0-16,0 4 0 15,-9 4 0-15,-1 6 0 0,-13 3-13 16,-4 5-72-1,10 10-1-15</inkml:trace>
  <inkml:trace contextRef="#ctx0" brushRef="#br2" timeOffset="-73178.7">14582 9240 344 0,'0'0'9'0,"0"0"4"16,0 0 5-16,-6-10 1 15,6 10 2-15,-7-10 1 0,7 10 0 16,-3-15 1-16,3 5-9 16,0 10-8-16,5-14-6 15,6 7 0-15,-2-1 0 0,3 3 0 16,4 1 0-16,0 4 0 16,0 0 0-16,-1 0 0 15,5 6 0-15,-11 2 0 16,4-1 0-16,-5 3 0 0,-7-3 0 15,2 3 0-15,-3 0 0 16,-3 3 0-16,-3-1 0 16,-1-1 0-16,-2-2 0 0,5 3 0 15,-4-2 0-15,8-10 0 16,-4 15 0-16,4-15 0 16,7 12 0-16,2-7 0 15,4 0 0-15,2 0 0 16,5 0 0-16,-3 0 0 15,1-1 0-15,-1 0 0 0,-2 0 0 16,-5-1 0-16,0 2 0 16,-10-5 0-16,7 8 0 15,-7-8 0-15,-2 9 0 0,-9-1 0 16,-1-1 0-16,-8-2 0 16,-1 0 0-16,-4 0 0 15,-1-3 0-15,1 3-5 0,0-5-4 16,9 3-4-16,-3-3-13 15,-8 0-57-15,27 0 0 16</inkml:trace>
  <inkml:trace contextRef="#ctx0" brushRef="#br2" timeOffset="-72730.51">15026 8930 440 0,'0'0'5'0,"0"0"2"15,0 0 2-15,0 0-1 0,-7-5 1 16,7 5 1-16,-15 10-1 16,3 5 1-16,0 10-6 15,-4 10-4-15,2 6 0 16,-4 9 0-16,2 5 0 15,2 4 0-15,7 2 0 0,0 1 0 16,7-4 0-16,2-5 0 16,5-5 0-16,8-5 0 15,1-9 0-15,10-4 0 0,2-5 0 16,2-8 0-16,-4-5 0 16,4-2 0-16,0-4 0 15,-5-2 0-15,-2-4 0 16,-3 0 0-16,-8 0 0 15,-5 0 0-15,-7 0 0 0,9 0 0 16,-9 0 0-16,0 0 0 16,0 0 0-16,0 0 0 15,0 0 0-15,0 0 0 16,0 0 0-16,0 0 0 0,0 0 0 16,0 0-6-16,-16 0-81 15,16 0-3-15</inkml:trace>
  <inkml:trace contextRef="#ctx0" brushRef="#br2" timeOffset="-71213.34">15359 9304 444 0,'0'0'6'15,"0"-10"2"-15,0 10 1 16,0-12 2-16,0 12 0 0,0-14 1 15,0 14-2-15,0-11-10 16,0 11 0-16,0 0 0 16,-9 12 0-16,3 4 0 15,-6-2 0-15,0 4 0 16,-1-1 0-16,-4 5 0 0,2-4 0 16,-2-4 0-16,1-3 0 15,7-2 0-15,-2 1 0 16,11-10 0-16,-12 6 0 15,12-6 0-15,0 0 0 0,0 0 0 16,0 0 0-16,0-8 0 16,10 0 0-16,5 1 0 0,4-3 0 15,2 0 0-15,8 0 0 16,-1-2 0-16,2 2 0 16,-5-1 0-16,2 10-24 15,5-4-59-15,-17 2-3 0</inkml:trace>
  <inkml:trace contextRef="#ctx0" brushRef="#br2" timeOffset="-71013.74">15419 9255 441 0,'0'0'6'16,"0"0"2"-16,0 0 0 15,0 0 0-15,0 0-1 16,0 0 1-16,0 0-1 0,0 0 1 15,2 17-6-15,1 0-1 16,2 6-2-16,2-1 0 16,6 7-3-16,-4-4-6 15,3-2-30-15,2 2-43 16,-2-8 1-16</inkml:trace>
  <inkml:trace contextRef="#ctx0" brushRef="#br2" timeOffset="-70778.54">15658 9294 490 0,'0'0'4'16,"0"0"2"-16,0 0 0 0,0 0-1 16,5 0-5-16,-5 0 0 15,7 0 0-15,-7 0 0 16,12-5 0-16,-2 3 0 15,2 2 0-15,9 0 0 0,-4-2 0 16,10-14-50-16,-2 16-37 16,-2-4-2-16</inkml:trace>
  <inkml:trace contextRef="#ctx0" brushRef="#br2" timeOffset="-70594.19">15909 9171 435 0,'0'0'5'0,"0"0"1"0,0 0 1 16,0 0 0-16,7 3 0 16,-7-3 1-16,14 17 0 15,-3-5 0-15,-4 3-4 16,3 5-2-16,0-1-1 16,0 3-5-16,0 0-7 0,0-9-43 15,-3 2-28-15,3-2-1 16</inkml:trace>
  <inkml:trace contextRef="#ctx0" brushRef="#br2" timeOffset="-70260.31">15960 8871 454 0,'0'0'5'0,"0"0"2"16,0 0 0-16,2-8 1 15,-2 8 0-15,11 0 1 16,1 3 0-16,4 7-5 16,5 7-4-16,3 8 0 0,7 4 0 15,4 9 0-15,-1 3 0 16,-1 4 0-16,0 0 0 16,-9-4 0-16,-4 5 0 15,-8-4 0-15,-4 0 0 0,-8-5 0 16,-8-2 0-16,-4-3 0 15,-6-2 0-15,-3-2 0 16,0-7 0-16,4-1 0 0,0-5 0 16,-1-1 0-16,6-7 0 15,12-7-22-15,0 14-64 16,0-14-3-16</inkml:trace>
  <inkml:trace contextRef="#ctx0" brushRef="#br2" timeOffset="-69613.4">16425 9200 421 0,'0'0'6'0,"0"0"2"16,0 0 2-16,0 0 1 16,0 0 0-16,8 0 1 0,-8 0 1 15,14 0 0-15,-3 0-7 16,3-1-6-16,1 1 0 16,7-6 0-16,3 4 0 15,3-1 0-15,2-3 0 16,0 2 0-16,-3 0 0 0,0-2 0 15,-7 1 0-15,-5-1 0 16,-3 6 0-16,-12 0 0 16,11-1 0-16,-11 1 0 0,0 0 0 15,0 0 0-15,0 0 0 16,0 0 0-16,-4-3-87 16,4 3-1-16</inkml:trace>
  <inkml:trace contextRef="#ctx0" brushRef="#br2" timeOffset="-69113.85">16944 9032 460 0,'0'0'5'15,"0"0"3"-15,0 0 1 0,5-10 2 16,-5 10 0-16,3-8-4 16,-3 8-7-16,8-14 0 15,-6 4 0-15,-2 10 0 0,13-10 0 16,4 5 0-16,-5 2 0 16,8 3 0-16,-6 0 0 15,7 0 0-15,-9 4 0 16,3 7 0-16,-5 3 0 15,-3-1 0-15,-7 5 0 0,0 4 0 16,-7 0 0-16,-8 3 0 16,2-2 0-16,-4 2 0 15,2-3 0-15,-4-2 0 0,3-4 0 16,2-1 0-16,2-5 0 16,12-10 0-16,-8 15 0 15,8-15 0-15,5 3 0 16,10-3 0-16,-1-3 0 15,7-1 0-15,-2-4 0 0,3 1 0 16,4-3 0-16,1 2 0 16,-10 3 0-16,3-1 0 15,-2 0 0-15,-6 4 0 0,-5-4 0 16,-7 6-3-16,13-3-36 16,-13 3-47-16,0 0-4 15</inkml:trace>
  <inkml:trace contextRef="#ctx0" brushRef="#br2" timeOffset="-68647.24">17449 8701 439 0,'0'0'5'0,"0"0"3"15,0-8 1-15,0 8 1 16,0 0-1-16,0-11 0 15,0 11 1-15,-13 13-1 0,6 7-6 16,-3 8-3-16,2 5 0 16,-2 10 0-16,1 6 0 15,6 3 0-15,3 0 0 16,0-2 0-16,5-1 0 0,7-4 0 16,8-8 0-16,1-2 0 15,3-8 0-15,6-2 0 16,2-8 0-16,4-5 0 15,-4 1 0-15,0-8 0 0,-2 0 0 16,-6-5 0-16,-4 2 0 16,-8-2 0-16,1 3-11 15,-1-3-74-15,-12 0-1 0</inkml:trace>
  <inkml:trace contextRef="#ctx0" brushRef="#br2" timeOffset="-66896.6">17719 8858 386 0,'0'0'7'0,"0"0"4"0,0 0 3 16,-2-9 0-16,2 9 2 15,0 0-1-15,0 0 0 0,0 0 0 16,-10 0-6-16,10 0-4 16,-5 17-3-16,-2-2 0 15,-4 3-2-15,2 1 0 0,-3 1 0 16,-1-3 0-16,1 0 0 15,-1-2 0-15,0-2 0 16,2-3 0-16,3-6 0 16,8-4 0-16,-12 5 0 15,12-5 0-15,0 0 0 0,0 0 0 16,7-5 0-16,6-2 0 16,6-3 0-16,-1 0 0 15,4-2 0-15,2 0 0 16,2 2 0-16,-4 0 0 15,1 2 0-15,-9 1 0 0,-1 7 0 16,-3-4 0-16,-1 4 0 16,-9 0-12-16,10 0-34 15,-10 0-38-15,0 0-2 16</inkml:trace>
  <inkml:trace contextRef="#ctx0" brushRef="#br2" timeOffset="-66663.49">17725 8871 413 0,'0'0'7'0,"0"0"2"15,0 0 0-15,0 0 0 16,2 7 0-16,-2-7 1 0,5 13 0 16,0-1 0-16,0-2-6 15,2 7-2-15,1-2-1 16,-1 3 1-16,3-1-1 15,3 0-4-15,-6-2-7 0,8-3-15 16,12 1-54-16,-14-6-3 16</inkml:trace>
  <inkml:trace contextRef="#ctx0" brushRef="#br2" timeOffset="-66313.24">17827 8688 456 0,'0'0'5'0,"0"0"1"0,0-10 2 15,0 10 1-15,0 0-1 16,2-10 1-16,-2 10 1 16,15 0-10-16,2 12 0 0,1 5 0 15,6 5 0-15,3 3 0 16,6 7 0-16,-1 4 0 15,-2 1 0-15,2-4 0 16,-4 5 0-16,-8-3 0 0,-2 0 0 16,-11-1 0-16,-2 4 0 15,-5-9 0-15,-10 1 0 16,-3-2 0-16,-1-2 0 0,-2-6 0 16,-2 0 0-16,1-3 0 15,5-2 0-15,2-5 0 16,3 1 0-16,-1-3-39 0,8-8-48 15,0 0-3-15</inkml:trace>
  <inkml:trace contextRef="#ctx0" brushRef="#br2" timeOffset="-63860.48">18234 8851 315 0,'0'0'6'15,"0"0"1"-15,0 0 3 0,0 0 2 16,0 0 4-16,0 0 3 16,0 0 0-16,0 0 1 15,0 0-2-15,0 0-3 16,0 0-1-16,0 0-2 15,0 0-2-15,0 0-1 0,0 0-2 16,5 0-5-16,5-2-2 16,2-6 0-16,4 0 0 15,0-1 0-15,2-3 0 16,1-1 0-16,-1 1 0 0,-1 4 0 16,-4 1 0-16,-6 2 0 15,-7 5 0-15,0 0 0 16,10-5 0-16,-10 5 0 15,0 0 0-15,0 0 0 0,0 0 0 16,0 0 0-16,-5 7 0 16,5-7 0-16,0 0 0 15,-9 10 0-15,9-10 0 0,-5 8-27 16,5-8-59-16,0 0-4 16</inkml:trace>
  <inkml:trace contextRef="#ctx0" brushRef="#br2" timeOffset="-63493.31">18565 8554 449 0,'0'0'4'0,"0"0"3"0,0 0 0 16,0 0 0-16,0 0-1 15,0 4 1-15,0 6 0 0,0 3 0 16,-3 2-4-16,1 2-3 16,2 2 0-16,0 4 1 15,7-3-1-15,3-2 1 16,3-4 0-16,3-3 0 0,7-4 0 16,-3-6 1-16,2-1-2 15,1-4 0-15,-1-6 0 16,-5-5 0-16,-4-4 0 15,-3-2 0-15,-6-5 0 0,-4-2 0 16,-9 3 0-16,-7 1 0 16,-3 4 0-16,-6 3 0 15,-2 4 0-15,-1 10 0 0,1 3 0 16,3 11 0-16,-1 18-78 16,4-12-11-16</inkml:trace>
  <inkml:trace contextRef="#ctx0" brushRef="#br2" timeOffset="-62379.53">13506 9408 447 0,'0'0'6'0,"0"0"2"0,-2-12 2 16,2 12 0-16,0 0 1 16,-6-10-2-16,6 10 1 15,0 0-10-15,-5 10 0 16,5 2 0-16,0 11 0 0,0-4 0 16,2 9 0-16,3-3 0 15,1 2 0-15,-1-6 0 16,2 0 0-16,-5-4 0 15,3-2 0-15,-2-6 0 16,-3-9 0-16,5 8 0 0,-5-8 0 16,3-4 0-16,-3-6 0 15,2-5 0-15,-2-5 0 16,3-5 0-16,-3-3 0 16,4-1 0-16,-2 2 0 0,4 0 0 15,-2 2 0-15,5 5 0 16,-5 3 0-16,4 9 0 15,4 4 0-15,-2 4 0 16,2 1 0-16,4 10 0 0,-4 3 0 16,6 6 0-16,-6 3 0 15,2-1 0-15,-3 0 0 16,-4-2 0-16,-3-3 0 0,1-4 0 16,1-1 0-16,-6-12 0 15,0 7 0-15,0-7 0 16,0 0 0-16,-3-14 0 15,0 2 0-15,3-9 0 0,0-2 0 16,3-5 0-16,7-2 0 16,-2 2 0-16,4 2 0 15,1 1 0-15,-4 5 0 16,4 4 0-16,-1 9 0 16,0 5 0-16,1 2 0 0,2 9 0 15,3 4 0-15,-4 5 0 16,2 6 0-16,-2 1 0 15,-1 0 0-15,-1 1 0 16,-2 2 0-16,-2-3 0 0,-1-3 0 16,-5-3 0-16,6-1 0 15,-8-5-26-15,-8-3-59 16,8-10-3-16</inkml:trace>
  <inkml:trace contextRef="#ctx0" brushRef="#br2" timeOffset="-62112.43">14065 9411 482 0,'0'0'5'0,"0"0"1"15,0 0 1-15,0 0 0 16,0 0-3-16,0 0-4 16,0 0 0-16,0 0 0 0,12-3 0 15,-12 3 0-15,18 0 0 16,-7-2 0-16,3 2 0 16,0 0-83-16,2 0-6 15</inkml:trace>
  <inkml:trace contextRef="#ctx0" brushRef="#br2" timeOffset="-61973.61">14067 9495 410 0,'0'0'5'0,"0"0"2"15,0 0 1-15,3 10 1 16,-3-10 1-16,20 2 0 16,-4 1-1-16,5 5-11 15,4-8-71-15,7 0-6 0</inkml:trace>
  <inkml:trace contextRef="#ctx0" brushRef="#br2" timeOffset="-57979.28">14256 10059 358 0,'0'0'8'0,"0"0"5"0,0 0 2 16,0 0 2-16,0-9 1 16,0 9 1-16,0 0 0 0,0-10-1 15,0 10-8-15,0 0-4 16,0 0-3-16,0 15-2 15,0-2-1-15,0 1-1 0,0 4 0 16,5 4 1-16,-5-2 0 16,4-3 0-16,-4-2 1 15,3-2-1-15,-1-4 1 16,-2-9 2-16,0 10 0 0,0-10-3 16,0 0 0-16,0-7 0 15,-2-5 0-15,-1-4 0 16,1-1 0-16,0-3 0 15,2-7 0-15,0 4 0 16,0-2 0-16,2 6 0 0,5-1 0 16,2 3 0-16,3 7 0 15,-3 5 0-15,4 5 0 16,2 0 0-16,2 11 0 16,-2 2 0-16,3 3 0 0,-4 3 0 15,2 3 0-15,-4 2 0 16,1-5 0-16,-4 1 0 15,-4-3 0-15,0-3 0 0,-3-1 0 16,-2-13 0-16,0 12 0 16,0-12 0-16,0 0 0 15,0-5 0-15,0-7 0 16,0-2 0-16,4-6 0 16,0-3 0-16,4-1 0 0,-4-1 0 15,10 0 0-15,-5 5 0 16,1 3 0-16,-1 4 0 15,2 4 0-15,-1 9 0 16,-3 0 0-16,6 5 0 0,-4 8 0 16,3 0 0-16,1 5 0 15,-3-1 0-15,3 5 0 16,-1-1 0-16,-3-2-5 16,5 1-5-16,-9-5-8 0,4-15-59 15,-2 10-10-15</inkml:trace>
  <inkml:trace contextRef="#ctx0" brushRef="#br2" timeOffset="-57754.95">14900 10045 455 0,'0'0'6'0,"0"0"2"0,0 0 1 15,2-5 0-15,-2 5 0 16,0 0 0-16,12-10-3 0,-1 5-6 16,-2 5 0-16,3-5-5 15,4-15-69-15,2 20-13 16</inkml:trace>
  <inkml:trace contextRef="#ctx0" brushRef="#br2" timeOffset="-57612.59">14928 10126 385 0,'0'0'5'0,"0"0"3"16,0 0 2-16,0 0 1 0,6 6 1 15,-6-6 1-15,20 5 0 16,-5 0-5-16,3-5-21 16,7 0-62-16,1-3-4 15</inkml:trace>
  <inkml:trace contextRef="#ctx0" brushRef="#br2" timeOffset="-56863.62">15451 9931 440 0,'0'0'6'0,"0"-10"1"0,0 10 2 16,0-15 1-16,0 8 0 16,-7-5 1-16,-1-1 0 15,-4 3-4-15,0 5-7 0,-8 0 0 16,-1 5 0-16,0 0 0 16,-1 8 0-16,3 2 0 15,2 2 0-15,4 0 0 16,6-2 0-16,5 5 0 15,2-5 0-15,5 0 0 0,8-2-2 16,3-6 2-16,5-2 0 16,0 0 2-16,0-2-2 0,4-9 0 15,-5 2 0-15,-3-2 0 16,-2 1 0-16,-3 3 0 16,-12 7 0-16,10-13 0 15,-10 13 0-15,0 0 0 16,0 0 0-16,2 11 0 0,-2-2 0 15,2 7 0-15,-2 6 0 16,4 0 0-16,-4 0 0 16,2 3 0-16,1-3 0 15,-3 0 0-15,5 1 0 16,-3-8-3-16,5 2-14 0,-7 6-49 16,7-13-20-16,-7-10-2 15</inkml:trace>
  <inkml:trace contextRef="#ctx0" brushRef="#br2" timeOffset="-56595.21">15720 9946 467 0,'0'0'5'0,"0"0"1"16,0 0 2-16,0 0 0 0,5-5 0 15,-5 5 1-15,17-8-9 16,-7 6 0-16,5 2 0 16,0-2 0-16,2-1 0 15,-2 1 0-15,4 2 0 0,-3 0 0 16,-2 0 0-16,-1 0-10 16,2-18-58-16,-8 18-19 15</inkml:trace>
  <inkml:trace contextRef="#ctx0" brushRef="#br2" timeOffset="-55945.48">16251 9760 475 0,'0'0'4'0,"0"0"1"15,0-10 0-15,0 10 1 16,-4-13 1-16,4 13-1 15,-16-9-3-15,7 5-3 16,-8 4 0-16,4 0 0 0,-5 7 0 16,3 2 0-16,-5 6 0 15,8 0 0-15,-1 2 0 16,8 0 0-16,5 1 0 0,5-1 0 16,5-2-3-16,8 0 2 15,7 0 1-15,-5-3-1 16,7-2 0-16,-3 2 1 15,-1-1 0-15,-1-2 0 0,-5 2 0 16,-1-4-1-16,-4 0 2 16,-4-2-1-16,-8-5 2 15,5 14-1-15,-5-14 0 16,-11 14 1-16,-3-7-2 0,-4 0 0 16,-1-2 0-16,-6-2 0 15,0-1 0-15,0-2 0 16,5-2 0-16,3-9 0 15,5 3 0-15,3-9 0 0,9 3 0 16,0-3 0-16,13-3 0 16,-1 1 0-16,4 1 0 15,2-2 0-15,3 3 0 16,2 2 0-16,-4-1 0 0,1 2 0 16,-2 3 0-16,-3 3 0 15,-3 2-11-15,-12 6-8 16,20-2-20-16,-20 2-47 0,10 0 0 15</inkml:trace>
  <inkml:trace contextRef="#ctx0" brushRef="#br2" timeOffset="-54895.49">16579 9844 434 0,'0'0'6'0,"0"0"3"16,0 0 2-16,0 0 1 15,-5-7 1-15,5 7-1 16,0-11 2-16,0 11-14 15,15-8 0-15,-3 0 0 16,4 5 0-16,1-4 0 0,8 4 0 16,-5-1-22-16,1 1-63 15,0 0-3-15</inkml:trace>
  <inkml:trace contextRef="#ctx0" brushRef="#br2" timeOffset="-54712.4">16592 9941 404 0,'0'0'5'16,"0"0"2"-16,0 0 3 0,0 0 2 15,9 0 0-15,-1 0 1 16,7-3 0-16,-1-2 1 16,4 3-6-16,7-3-7 0,-3-3-11 15,14-6-69-15,-9 9-4 16</inkml:trace>
  <inkml:trace contextRef="#ctx0" brushRef="#br2" timeOffset="-54462.39">17093 9629 495 0,'0'0'5'0,"0"0"0"15,0 0 1-15,0 0-6 16,0 0 0-16,0 0 0 16,0 8 0-16,0 6 0 15,3 6 0-15,-1 5 0 0,6 3 0 16,-3-2 0-16,2 6 0 16,-2-4 0-16,2 6 0 15,-3-9-81-15,3-2-8 0</inkml:trace>
  <inkml:trace contextRef="#ctx0" brushRef="#br2" timeOffset="-53709.79">14246 10560 312 0,'0'0'7'0,"0"0"2"0,0 0 2 16,0 0 0-16,0 0 2 15,0 0 2-15,0 0 3 0,3 8-1 16,-3-8-5-16,21 2-1 16,0-2-2-16,11 0 0 15,16 0 0-15,14-5-1 16,17-3-3-16,17-3 0 0,19-10-1 15,16 2 1-15,16-4-1 16,20-6 1-16,6 1-1 16,14-4-1-16,5 2 2 0,1-2-5 15,1 3 0-15,-1 0 0 16,-6 1 0-16,-13 6 0 16,-15-1 0-16,-22 3 0 15,-20 2 0-15,-23 6 0 0,-19 3 0 16,-25 4 0-1,-18 0 0-15,-13 2 0 0,-11 0 0 16,-8 3 0-16,0 0 0 16,-5 0 0-16,5 0 0 0,-10 0 0 15,10 0 0-15,-12 3 0 16,12-3 0-16,-8 5 0 16,8-5 0-16,-8 10 0 15,8-10 0-15,-4 10-17 0,4-10-74 16,0 15-2-16</inkml:trace>
  <inkml:trace contextRef="#ctx0" brushRef="#br2" timeOffset="-52713.01">14957 10887 423 0,'0'0'7'0,"0"-12"2"0,0 5 3 16,2-4 1-16,-2 1 1 15,3 3 0-15,-3-2 0 16,0-2-9-16,0 11-5 15,0 0 0-15,0 8 0 0,0 7 0 16,2 2 0-16,0 3 0 16,1 1 0-16,2 4 0 15,1-4 0-15,-2-1 0 0,1-6 0 16,0-1 0-16,-5-13 0 16,7 12 0-16,-7-12 0 15,0 0 0-15,0 0 0 16,0-12 0-16,0-1 0 15,0-4 0-15,0-5 0 0,0-2 0 16,0-4 0-16,0 6 0 16,0-3 0-16,3 2 0 15,-3 6 0-15,4 3 0 0,-4 14 0 16,11-13 0-16,-11 13 0 16,16 5 0-16,-5 7 0 15,1 1 0-15,4 5 0 16,-4-2 0-16,2 1 0 0,-1-2 0 15,-3 0 0-15,-5-2 0 16,1-4 0-16,-6-9 0 16,0 0 0-16,0 0 0 15,0 0 0-15,0 0 0 0,7-8 0 16,-5-6 0-16,1-1 0 16,1-7 0-16,4 0 0 15,2-3 0-15,0 0 0 16,-1 3 0-16,4 3 0 15,-1 3 0-15,0 1 0 0,-3 10 0 16,0 5 0-16,1 0 0 16,1 11 0-16,-4 3 0 15,0 1 0-15,4 5 0 0,-2 0 0 16,1 2 0-16,-3-5 0 16,1 0-2-16,-2 1-14 15,0-8-32-15,-1 0-39 0,-5-10 0 16</inkml:trace>
  <inkml:trace contextRef="#ctx0" brushRef="#br2" timeOffset="-52510.45">15417 10719 418 0,'0'0'4'0,"0"0"2"0,0 0 1 0,0 0 1 16,0 0 1-16,0 0 1 15,7 0 0-15,-7 0-1 0,14 0-3 16,2 0-7-16,-4 0-8 16,8 2-23-16,3-2-50 15,-4 0 0-15</inkml:trace>
  <inkml:trace contextRef="#ctx0" brushRef="#br2" timeOffset="-52362.24">15438 10799 421 0,'0'0'4'15,"0"0"2"-15,-9 4 2 16,9-4 0-16,0 0 1 0,-8 12 0 16,8-12 0-16,0 10 0 15,0-10-3-15,17 6-7 16,6-6-7-16,-5 0-23 0,12-7-50 16,2-2-2-16</inkml:trace>
  <inkml:trace contextRef="#ctx0" brushRef="#br2" timeOffset="-52177.66">15784 10590 454 0,'0'0'5'0,"0"0"0"0,0 0 2 15,0 0 0-15,-10 7 0 16,10-7 1-16,-7 21-1 16,2-7 1-16,5 5-5 0,0 6-3 15,0 2 0-15,5 3 0 16,-3 1 0-16,8 1-10 15,-7-10-9-15,2 5-64 16,-3-2-4-16</inkml:trace>
  <inkml:trace contextRef="#ctx0" brushRef="#br2" timeOffset="-51085.88">14649 10719 341 0,'0'0'9'0,"-7"-10"3"16,7 10 4-16,-9-15 3 16,5 5 1-16,1 0 1 15,-2 0 1-15,3 3-1 16,2 7-8-16,0 0-4 0,0 0-4 15,0 10-2-15,2 12-3 16,1 10 0-16,2 3 0 16,1 9 0-16,1 3 0 0,0 6 0 15,-5-9 0-15,1 1 0 16,-3-6 0-16,0-3 0 16,0-7 0-16,0-4 0 15,0-6 0-15,-5-6 0 0,5-1 0 16,-3-2 0-16,3-10 0 15,-4 12 0-15,4-12 0 16,0 0 0-16,0 10 0 16,0-10 0-16,0 0 0 0,0 0 0 15,7 0 0-15,-7 0 0 16,14 0 0-16,2-1 0 16,3-3 0-16,3-3 0 15,8 4 0-15,7-7 0 0,6 3 0 16,9-4 0-16,5 3 0 15,8-7 0-15,5-1 0 16,6 4 0-16,4-3 0 16,2 1 0-16,2 1 0 0,-1 1 0 15,-4 2 0-15,1 2 0 16,-11-2 0-16,-2 6 0 16,-10-2 0-16,-7 4 0 15,-8-1 0-15,-5 1 0 0,-7 0 0 16,-7 2 0-16,-6 0 0 15,-2 0 0-15,-6 0 0 16,-9 0 0-16,11 0 0 16,-11 0 0-16,0 0 0 0,0 0 0 15,0 0 0-15,0 0 0 16,0 0 0-16,0 0 0 16,0 0 0-16,0 0 0 15,0 0 0-15,0 0 0 0,0 0 0 16,0 0 0-16,0 0 0 15,0 0 0-15,0 0 0 16,0 0 0-16,0 0 0 0,0-15 0 16,-2 2 0-16,2-4 0 15,-3-8 0-15,-3-7 0 16,-2-8 0-16,4-7 0 16,0-2 0-16,-4-9 0 15,0 4 0-15,-1-2 0 0,4 9 0 16,0 2 0-16,0 7 0 15,-1 12 0-15,2 6 0 16,1 7 0-16,3 13 0 16,-2-10 0-16,2 10 0 0,0 10 0 15,0 0 0-15,2 2 0 16,3 6 0-16,1-4 0 16,3 6-42-16,1-2-47 15,-3-3-2-15</inkml:trace>
  <inkml:trace contextRef="#ctx0" brushRef="#br2" timeOffset="-46297.09">15847 5041 284 0,'0'0'8'16,"0"0"5"-16,0 0 4 0,0 0 1 16,0 0 2-16,0 0 5 15,-11 0-1-15,11 0 0 16,0 0-6-16,0 0-5 15,0 0-3-15,0 0-3 0,0 0-1 16,0 0-3-16,0 0-1 16,0 0 0-16,0 0 0 15,11 0 0-15,-4 0-1 16,2 0 1-16,4 0 0 16,-1 2 0-16,4 1 0 0,1 2 0 15,3-3 0-15,1 4-2 16,2-2 0-16,0 4 0 15,7-1 0-15,-3 3 0 0,8 3 0 16,-3-1 0-16,7 0 0 16,-5 1 0-16,8 4 0 15,-3-2 0-15,3 1 0 16,1 2 0-16,-6 2 0 0,2 0 0 16,1 2 0-16,-3-2 0 15,1 7 0-15,-3-4 0 16,-3 1 0-16,-2 0 0 15,-3-1 0-15,-2 0 0 0,-3 0 0 16,-4-2 0-16,-3-3 0 16,-5 1 0-16,-1-1 0 15,1-3 0-15,-2-3 0 16,-6 3 0-16,1-5 0 16,2 0 0-16,-3-3 0 0,-2-7 0 15,1 15 0-15,-1-15 0 16,0 12 0-16,0-12 0 15,0 13 0-15,0-13 0 16,0 7 0-16,0-7 0 0,-1 10 0 16,1-10 0-16,0 0 0 15,-2 8 0-15,2-8 0 16,0 0 0-16,-5 10 0 0,5-10 0 16,0 0 0-16,0 0 0 15,0 0 0-15,0 0 0 16,0 0 0-16,0 0 0 15,0 0 0-15,-10-8 0 0,2-2-16 16,-11-3-74-16,8-4-3 16</inkml:trace>
  <inkml:trace contextRef="#ctx0" brushRef="#br2" timeOffset="-45079.14">15792 5041 389 0,'0'0'7'15,"0"0"3"-15,0 0 2 0,0 0 1 0,0 0 0 16,0 0 0-16,0 0 0 16,9 0 1-16,-9 0-7 15,7 10-2-15,2 2-3 0,-2 6 0 16,2 2-1-16,2-1 1 15,-1 3-1-15,2 1 0 16,-2 1 0-16,0-4 0 0,0-2 0 16,-2-3 0-16,-3-1-1 15,-1-1 2-15,-1-3-2 16,-3-10 0-16,5 12 0 16,-5-12 0-16,0 0 0 0,0 0 0 15,0 0 0-15,0 0 0 16,0 0 0-16,-5-12 0 15,0-1 0-15,3-1 0 16,-7-6 0-16,5-1 0 16,-1-1 0-16,-2 3 0 0,-1-6 0 15,0 5 0-15,1 0 0 16,-3 0 0-16,3 2 0 16,-1 7 0-16,1-4 0 15,-1 0 0-15,1 5 0 0,-2 0 0 16,9 10 0-16,-6-15 0 15,6 15 0-15,-5-10 0 16,5 10 0-16,0 0 0 0,0 0 0 16,-7-7 0-16,7 7 0 15,0 0 0-15,0 0 0 16,0 0 0-16,0 0 0 16,0 0 0-16,0 0 0 0,0 0 0 15,0 0 0-15,0 0 0 16,0 0 0-16,0 0 0 15,0 0 0-15,0 0 0 16,0 0 0-16,0 0 0 16,0 0 0-16,0 0 0 0,0 0 0 15,0 0 0-15,0 0 0 16,0 0 0-16,0 0 0 16,0 0 0-16,0 0 0 15,0 0 0-15,0 0 0 0,0 0 0 16,0 0 0-16,14 0 0 15,2 0 0-15,9 0 0 16,-1 3 0-16,10-3 0 0,4 2 0 16,7 0 0-16,-6 3 0 15,2 0 0-15,-4 1 0 16,-5-5 0-16,-2 7 0 16,-10-3 0-16,-1-2 0 0,-6 1 0 15,-3 1 0-15,-10-5 0 16,12 3 0-16,-12-3 0 15,0 0 0-15,0 0 0 16,0 0 0-16,0 0 0 16,0 0 0-16,0 0 0 0,0 0 0 15,0 0 0-15,0 0 0 16,0 0 0-16,0 0 0 16,0 0 0-16,0 0 0 15,0 0 0-15,0 0-7 16,-19 0-85-16,19 0-4 0</inkml:trace>
  <inkml:trace contextRef="#ctx0" brushRef="#br2" timeOffset="-43380.03">19369 5736 197 0,'0'0'5'0,"0"0"2"15,0 0 3-15,0 0 4 16,-7-1 4-16,7 1 2 0,0 0 4 16,0 0-2-16,0 0 0 15,0 0-3-15,0 0-1 16,0 0-3-16,0 0-5 16,0 0-2-16,0 0-1 0,-5-7-2 15,5 7 0-15,-4-11-1 16,4 11 0-16,-9-12 1 15,2 5-1-15,0-3 0 16,2-3-1-16,-5 1 1 0,0-1-1 16,0-2-1-16,0-3 0 15,-2 2 0-15,-4-1-1 16,2-1 0-16,-4 0 0 16,1 1 0-16,-8 0 0 15,5 0 1-15,-8-1 0 0,2-1 1 16,-4 1-2-16,0 1 2 15,-2 2 0-15,-4 0-1 16,4 0 1-16,6 2-1 16,-2 6-1-16,1 0 0 0,2 2 1 15,2 3-1-15,4-2 0 16,0 4 0-16,6 0-1 16,0 0 0-16,1 0 0 0,12 0 1 15,-13 0-1-15,13 0 0 16,0 0 0-16,-10 0 0 15,10 0 0-15,0 0-1 16,0 0 0-16,0 0-3 0,0 0-4 16,0 0-2-16,0 0-8 15,0 0-32-15,0 0-34 16,0 0-2-16</inkml:trace>
  <inkml:trace contextRef="#ctx0" brushRef="#br2" timeOffset="-42863.14">18731 5254 341 0,'0'0'6'0,"0"0"3"0,0 0 1 15,0 0 3-15,0 0 0 0,0 0-1 16,0 0 1-16,0 0-1 15,0 0-5-15,-3 7-4 16,3-7-1-16,-12 11-1 16,3-4-1-16,-2 0 0 15,-1 3 0-15,-1-3 0 0,-2 1 1 16,8-1-1-16,-3-4 1 16,10-3 0-16,-12 7-1 15,12-7 0-15,0 0-1 0,0 0 0 16,0 0 0-16,0 0 0 15,0 10 0-15,9-2 0 16,4-1 1-16,2 3-1 16,0 3 3-16,2-1 1 0,3 3-1 15,-3-3-1-15,-2 3-5 16,2 0-10-16,-6 1-61 16,1-3 0-16</inkml:trace>
  <inkml:trace contextRef="#ctx0" brushRef="#br2" timeOffset="-40080.57">18112 4132 236 0,'0'0'7'0,"0"0"4"0,0 0 3 15,0-11 2-15,0 11 3 16,0 0 2-16,0 0 0 15,0 0 0-15,0 0-4 16,0 0-4-16,0 0-4 16,0 0-3-16,0 0-2 0,-10-1-2 15,3 1 0-15,-3 0-1 16,-2 0 1-16,-4-3-1 16,-3 3 0-16,1-3 0 0,-1 2 0 15,-6-3 1-15,2 2-1 16,-9-1 0-16,7 2 0 15,-5-3 0-15,0 1 1 16,-2 3 0-16,2 0 1 16,0-1-1-16,0 1 1 0,0 0 0 15,6-3 0-15,-1 3 0 16,5 0 1-16,0-3-1 16,8 3 0-16,0 0 1 15,1 0-1-15,11 0 1 0,-9 0 0 16,9 0-1-16,0 0 0 15,0 0-1-15,0 0 0 16,-10-1 0-16,10 1-1 16,0 0 0-16,0 0 0 0,0 0-1 15,0 0 0-15,0 0 0 16,0 0 0-16,0 0 0 16,0 0 0-16,0 0-2 15,0 0-2-15,7 4-7 0,-7-4-13 16,0 0-57-16,0 0-2 15</inkml:trace>
  <inkml:trace contextRef="#ctx0" brushRef="#br2" timeOffset="-39495.83">17595 4003 348 0,'0'0'5'0,"0"0"1"0,0 0 1 16,0 0 2-16,0 0 0 15,0-8-1-15,0 8 1 16,-7-3-1-16,-3 3-3 15,-3 0-2-15,1 0-1 0,-5 6-1 16,-1-3 1-16,1 2 0 16,-3-1-1-16,0 2 0 15,0 1 0-15,3-2 0 0,-3-1 0 16,5 2-1-16,2-4 0 16,4 3 0-16,9-5 0 15,-10 10 0-15,10-10 0 16,5 10 1-16,7-5 0 15,6 4 0-15,4 0 1 0,5-1 0 16,5 5 0-16,4-1 0 16,1 1 0-16,-2 2-1 0,2 0 0 15,-5 0-3-15,0-1-11 16,0 2-63-16,-7-4-2 16</inkml:trace>
  <inkml:trace contextRef="#ctx0" brushRef="#br2" timeOffset="-14196.84">18643 4060 251 0,'0'0'5'0,"0"0"3"16,0 0 2-16,0 0 4 16,0 0 5-16,-9 10 2 15,6-2 2-15,-4 3 2 0,2 7-3 16,1-1-2-16,-2 1-3 15,1-6-3-15,3 3-2 16,-1-5-1-16,3-10-2 16,0 0-1-16,12-2 0 0,4-16 0 15,4-7-2-15,6-10-6 16,10-9 0-16,3-10 0 16,8-6 0-16,3-4 0 15,0-3 0-15,-4-1 0 0,5 7 0 16,-7 7 0-16,-9 6 0 15,-3 8 0-15,-12 11 0 16,-2 7 0-16,-7 7 0 16,-5 2 0-16,-6 13 0 0,0-9 0 15,0 9 0-15,0 0 0 16,-6 0 0-16,6 0 0 16,-13 17 0-16,2-3 0 15,-1-1 0-15,3 9 0 0,-7-1-17 16,4-13-65-16,-1 20-9 15</inkml:trace>
  <inkml:trace contextRef="#ctx0" brushRef="#br2" timeOffset="-13712.54">18647 4251 251 0,'0'0'7'0,"0"0"6"0,0 0 4 0,0 0 4 16,0 0 3-16,0 0 2 15,0 0 2-15,0 0 1 0,0-5-6 16,5-3-4-16,2-9-3 16,2-1-3-16,9-6-3 15,3-6-1-15,5-5-4 0,6-4-5 16,6-4 0-16,4-5 0 16,6-4 0-16,-4-3 0 15,0 6 0-15,4-4 0 16,-8 5 0-16,-2 7 0 0,-12 6 0 15,-1 7 0-15,-7 7 0 16,-6 1 0-16,-5 9 0 16,-7 11 0-16,11-11 0 15,-11 11 0-15,0 0 0 0,0 0 0 16,-11 3 0-16,11-3 0 16,-19 16 0-16,8 1 0 15,-6-1-8-15,2 6-80 16,-2-3-2-16</inkml:trace>
  <inkml:trace contextRef="#ctx0" brushRef="#br2" timeOffset="-13096.74">18615 3849 349 0,'0'0'8'0,"0"0"5"0,0-10 1 15,0 10 1-15,0 0 0 16,0-10 1-16,0 10 0 0,0 0-1 16,-4 10-6-16,4 5-5 15,0 2-1-15,-2 8-1 16,-3 7-1-16,3 3 1 0,-1 0-1 16,-4 2 0-16,0-2 0 15,1 2 1-15,-4-2-1 16,3-6 0-16,0-2 0 15,1-4 1-15,1-3-1 16,2-5 0-16,3-4 1 0,0-11 0 16,14 13 1-16,-2-13-1 15,2 0 1-15,4-4 0 16,5-5-1-16,2-2-2 0,-1 1 0 16,8 0 0-16,-2-5 0 15,6 1 0-15,-2-4 0 16,1 2 0-16,-3 2 0 15,0 1 0-15,-4 1 0 16,-5 2 0-16,-2 3 0 0,-5 3 0 16,-7 0 0-16,-9 4 0 15,12-2 0-15,-12 2 0 16,0 0 0-16,0 0 0 0,0 0 0 16,0 6 0-16,0-6-3 15,0 29-76-15,0-29-9 16</inkml:trace>
  <inkml:trace contextRef="#ctx0" brushRef="#br2" timeOffset="-7096.77">3330 10632 121 0,'0'0'5'0,"0"0"3"0,0 0 1 15,0 0 3-15,0 0 2 16,0 0-1-16,0 0 2 16,0 0 1-16,0 0-5 0,0 0-3 15,0 0-1-15,0 0-3 16,0 0 2-16,0 0-2 16,0 0-1-16,0 0 3 15,0 0 1-15,0 0 3 0,0 0 0 16,5 5 1-16,-5-5-2 15,8 0 0-15,-8 0 1 16,15 2-2-16,-6 2-1 16,4-3-2-16,-1-1 0 15,4 3-1-15,1-3 1 0,3 2 1 16,3-2-1-16,4 0-1 16,-1 0 0-16,10-2 1 15,1-1-2-15,0-2-1 0,11 0 1 16,-4 0-2-16,9-2 1 15,4 3-1-15,-3-5 1 16,8 5 0-16,2-4-1 16,4 1 1-16,2-1 0 0,6 1 0 15,2 0 0-15,7-4-1 16,-4 3 0-16,8-3 1 16,6 1-1-16,-1 3 0 15,3-3-1-15,5 0 1 16,0 0 0-16,0 2-1 0,3-1 0 15,-2-2 1-15,5 2-1 16,1 1 0-16,-4-1 0 16,3-7-1-16,1 7 0 0,1-4 1 15,5 1-1-15,-1 0 0 16,-3-1 1-16,-3-2-1 16,3 2 1-16,-1 1 0 15,-6 0 1-15,1 2-1 0,-6 0 0 16,-7 1 0-16,-8-1 0 15,-2 4 0-15,-7-2 0 16,-11 1 0-16,-6 3 1 16,-9 1-1-16,-6 0 0 0,-6 1 1 15,-12 2-1-15,-4 0 0 16,-5 0 0-16,-7 0 0 16,-9 0-3-16,0 0-5 15,0 0-14-15,-2 5-53 0,2-5-2 16</inkml:trace>
  <inkml:trace contextRef="#ctx0" brushRef="#br2" timeOffset="-4978.15">3455 10967 171 0,'0'0'2'16,"0"0"4"-16,0-10 4 15,0 10 4-15,0 0 3 0,0 0 1 16,4-8 0-16,-4 8 3 15,0 0-3-15,13 0-4 16,-13 0-4-16,17 0-1 16,-6 0-3-16,-2 0-1 15,7-2-2-15,1 2 0 0,5 0 0 16,1-3 0-16,3 3 1 16,8 0-2-16,0-2 1 15,6-1 0-15,2 1-1 0,5-1 2 16,2 1-2-16,2-4-1 15,3 4 0-15,-1-3 0 16,1 5 0-16,1-5 0 16,-3 3 0-16,3-1 0 0,-3 1 1 15,5-4-1-15,-2 6 2 16,2-1-2-16,0-5 0 16,1 5-1-16,0-2 1 0,2-3-1 15,0 4 1 1,-5 0-1-16,2-3 0 0,0 0 0 15,-5 3 1-15,5-4-1 16,-2 1 0-16,0 1 0 16,0-2 0-16,-2 2 1 15,2-2-1-15,0 1 0 0,3 1 0 16,-4 0 0-16,-4-5 0 16,4 4 0-16,1 1 0 15,-3-2 1-15,3-1-1 0,-3 3 0 16,1-2 1-16,-7-1-1 15,7 2 0-15,-7-2 0 16,2 4 1-16,-1-5-1 16,-2 4 0-16,2-2 0 0,-4 1 1 15,6 0-1-15,-4 0 0 16,-1 3 0-16,2-5 0 16,-5 5 0-16,1-3 0 15,-1 2 1-15,1-3-1 0,-5 4 0 16,1 0 1-16,-1-1 0 15,0-1-1-15,-1 1 1 16,-3 1-1-16,2-3 1 0,-3-1-1 16,9 4 1-16,-7-3-1 15,1 0 0-15,0 3 0 16,-3-1 0-16,-2 1 0 16,2-1 0-16,-2 0 0 15,-5 3 0-15,0-2 0 16,2 2 0-16,-5-2 0 0,1-1 0 15,-1 2 1-15,1-3-1 16,-6 2 0-16,3-1 1 16,-3 1-1-16,1-1 0 0,-4-1 1 15,5 1-1-15,2-1 0 16,-1 1 1-16,-3-3-1 16,3 2 1-16,0-1-1 15,-2 0 1-15,1 0-1 0,1 0 1 16,3 0-1-16,-6 3 1 15,8-6-1-15,-5 3 1 16,3 0 1-16,-4-2-1 0,3 3 2 16,-1-2-1-16,-4-2 1 15,-2 1 0-15,-2 3 0 16,0-5 1-16,-2 5-1 16,-1-4-1-16,-3 4 1 15,-7 4 0-15,15-8 0 0,-15 8 0 16,10-10 0-16,-10 10 1 15,7-10 0-15,-7 10 1 16,6-9-1-16,-6 9 0 16,0 0-1-16,0-13 1 0,0 13-2 15,0-11 0-15,0 11 0 16,0-9-1-16,0 9 0 16,0-12 0-16,0 12-1 15,2-13 1-15,-2 13-1 16,0-15 1-16,0 15-1 0,0-10 1 15,0 10-1-15,0-11 1 16,0 11 0-16,-6-9 0 0,6 9 0 16,-7-9-1-16,7 9 1 15,-7-10 0-15,7 10-1 16,-7-10 1-16,7 10-1 16,-7-10 1-16,7 10-1 0,-11-10 0 15,11 10 0-15,-12-10 0 16,12 10 0-16,-15-7 0 15,5 1 0-15,0 0-1 16,0 0 1-16,-2 2 0 16,2 1-1-16,-3-2 0 0,-1 3 1 15,-2-2 0-15,2 3-1 16,1 1 1-16,-2-3 0 16,2 3 0-16,1-3 1 15,-2 2-1-15,6-2 1 0,8 3 0 16,-15-3-1-16,15 3 1 15,-9-5-1-15,9 5 1 16,0 0-1-16,0 0-1 0,0 0 0 16,-12-5-1-16,12 5-1 15,0 0-2-15,0 0-2 16,0 0-6-16,0 0-11 0,8 0-59 16,0 0 0-16</inkml:trace>
  <inkml:trace contextRef="#ctx0" brushRef="#br2" timeOffset="-3979.48">7584 10228 178 0,'6'0'4'0,"6"0"4"15,0 3 5-15,3-1 3 16,2 5-1-16,6-1 3 16,2 1 1-16,5-3 0 0,-5 2-1 15,2 2-2-15,3-1-4 16,2 0-3-16,3 1-2 15,2 2 0-15,5-1-1 16,1 1-2-16,3 2 0 0,2 4-2 16,7-4 1-16,7 5-1 15,0-4 1-15,5 4-1 16,2-2 1-16,6 3 0 16,4-4-1-16,6 1-1 0,0 0 1 15,6 0-1-15,1 2 0 16,6 0 0-16,3 1 1 15,1 1-1-15,0-1 0 16,7 1-1-16,-5 1 1 16,1 0-1-16,-3 0 1 0,3 0-1 15,-4 3 0-15,0-7 0 16,-6 5 0-16,-1-4 0 16,-2 0 0-16,-7 0 0 15,-3-2 0-15,-5 1 0 0,-10-4 1 16,-5 2-1-16,-10-3 1 15,-4-4-1-15,-13 0 1 16,-5-2-1-16,-9 1 1 16,-9-5-1-16,-1 5 0 0,-11-6-1 15,0 0-4-15,0 0-3 16,0 0-7-16,0 0-12 16,0 0-45-16,0 0-6 0</inkml:trace>
  <inkml:trace contextRef="#ctx0" brushRef="#br2" timeOffset="-2613.62">7473 10587 181 0,'0'0'5'0,"0"0"2"0,0 0 2 16,12 0 3-16,-12 0 4 15,20 3 0-15,-8 0 4 16,8-1-1-16,5 3-2 16,-3-2-2-16,8 1-1 15,-5 1-3-15,5 1-2 0,0-2-2 16,7 3 0-16,-5-2-2 15,4 4-1-15,3-3-1 16,1 2-1-16,1-1 0 16,5 3 0-16,4-2 0 0,-4 2 0 15,5-3 1-15,-2 3 0 16,3 0-1-16,3-1 1 16,-6 4 0-16,6-1-1 15,-5 1 1-15,5 2-2 0,-4 0 0 16,0-4 0-16,-2 6-1 15,1-9 1-15,5 7-1 16,-1-5 0-16,-1 3 0 0,6-3 0 16,-2 0 1-16,0 1-1 15,1 0 0-15,-1-1 1 16,0 0 0-16,-3-3-1 16,1 3 1-16,0-2-1 15,0 2 1-15,-1-1 0 16,-2-1-1-16,-3 2 1 0,4-3 1 15,-6 0-1-15,3 1 0 16,-5 2 0-16,-1-3 1 16,-1 3-1-16,1-2 1 0,-1-3-2 15,-1 3 1-15,0-4-1 16,-2 1 0-16,2 0 1 16,0 2-1-16,1 1 0 0,-6-1 1 15,2-1-1-15,-2 0 0 16,-3 2 0-16,0 0 0 15,-4-1 1-15,2 1-1 16,-2-1 0-16,-2-2 1 0,-2 2-1 16,4-1 0-16,-3-2 1 15,1 0 0-15,-3 2-1 16,0-1 1-16,-3 1 0 16,0-5 1-16,-2 4-1 15,-3-3 0-15,1 1 0 0,-4 0 1 16,2-1-1-16,-7-2 0 15,5 0 0-15,-7 3 0 16,-7-3-1-16,9 0 1 16,-9 0 0-16,0 0 0 0,0 0 0 15,0 0 0-15,0 0-2 16,0 0-6-16,0 0-14 16,-7 0-55-16,7 0-3 0</inkml:trace>
  <inkml:trace contextRef="#ctx0" brushRef="#br2" timeOffset="-1463.61">7570 10417 284 0,'0'0'6'16,"0"0"5"-16,0 0 1 16,0 0 4-16,-8-3-1 0,8 3 2 15,0 0 1-15,-8-2 1 16,8 2-8-16,0 0-3 15,-12-3-2-15,12 3-3 16,-7 0-1-16,7 0-1 0,-11 5-1 16,11-5 0-16,0 0-1 15,0 0 1-15,-4 10 0 16,4-10 1-16,0 0 1 16,8 0 1-16,-8 0 1 15,12 0 0-15,-3-3 1 16,0-1 0-16,3-4-1 0,-5 3 1 15,-7 5 0-15,15-10-1 16,-15 10 0-16,5-10-1 16,-5 10 0-16,0 0-1 0,-7 0 0 15,-4 0 0-15,2 3-2 16,-3 4 0-16,0-2 0 16,3 3 0-16,0-1-1 15,9-7 1-15,-8 12 0 0,8-12-1 16,0 0 1-16,0 11-1 15,0-11 1-15,15 0 0 16,-15 0 1-16,14 0-1 0,-5-5 1 16,-9 5 0-16,12-6 0 15,-12 6 0-15,0 0 0 16,0 0-2-16,0-9-2 16,0 9-3-16,-5 0-10 0,2-5-63 15,3 5-5-15</inkml:trace>
  <inkml:trace contextRef="#ctx0" brushRef="#br2" timeOffset="971.27">1909 12001 245 0,'0'0'6'16,"0"0"1"-16,0 0 2 16,0 0 1-16,-9 0-1 15,9 0 3-15,0 0 2 0,0 0 2 16,12 0-4-16,3 0-2 15,4 0-1-15,4 3 1 16,7 1-2-16,4-3 0 16,6 2-4-16,3-1-2 0,6 3 0 15,3-5 0-15,-2 3-2 16,13-1 1-16,-4-2-1 16,11 2 0-16,-4-2 1 15,10 0-1-15,-2 0 1 0,2 0 0 16,2 0 0-16,4 0 1 15,-1 0-1-15,4 0 1 16,1-2-1-16,5 2 1 0,-2 0-2 16,1-2 1-16,-2 2-1 15,4 0 1-15,4-3 0 16,-6 3-1-16,0-3 1 16,-3 3 0-16,3-2 0 15,-5 2 0-15,2-2 1 0,-3 2-1 16,-4 0 0-16,-1 0 0 15,-4 0 0-15,-1 0-1 16,-2 0 1-16,-2 0 0 16,-3 0-1-16,0 0 0 0,-5 0 0 15,0 0 0-15,-3 0 1 16,1 0-1-16,0-3 0 16,-3-2 1-16,-2 2-1 15,-2-1 0-15,-2-3 1 0,1 0 0 16,-1 0-1-16,-5 1 1 15,2-2 0-15,-4 4-1 16,1-4 1-16,-5 3-1 0,-1 0 1 16,-2 0-1-16,4 3 0 15,-6-6 1-15,-1 3-1 16,1 0 0-16,0-2 1 16,-1 2-1-16,1-2 0 0,-1 0 1 15,2-1-1-15,-1-1 0 16,-1 3 1-16,4-2-1 15,-6 1 0-15,0-1 1 16,3 2-1-16,-8-3 0 16,1 2 0-16,-1 0 2 0,0-1-2 15,-4-2 0-15,-1 1 1 16,-4-2 0-16,2 2 0 16,-3-1 0-16,-2-3 0 15,-4-2 1-15,5 4-1 0,-6-6 1 16,0 1 0-16,-5-4 0 15,3 2 0-15,-6-1-1 16,1-3 0-16,-1-1 0 0,-2 2 0 16,0-2-1-16,-7 3 0 15,-1 0 0-15,0-3 0 16,-4 6 0-16,-6-2 0 16,2-1 0-16,-5 3 1 0,-1-4-1 15,-1 4 0-15,-3-1 0 16,-4 2 0-16,-2 1 0 15,-6 0 1-15,0 1-1 16,-3-2 0-16,-2 1 0 16,-4 3-1-16,2 0 1 0,-4 2 0 15,1-3 0-15,-1 1 0 16,1 2 0-16,-4-1 0 16,-2 3 0-16,1-3 0 15,-4 1 0-15,-3 0-1 16,1 1 1-16,-3 1 0 0,0 0 0 15,-1-1 0-15,-1 1 0 16,-1-2 0-16,-1 6 0 0,-1-6 0 16,2 4 0-16,-3-1 0 15,1 0 0-15,3 2 0 16,-3-2 0-16,0 1-1 16,0-3 0-16,-3 3 0 0,-2 2 0 15,0-2 0-15,-5 1 0 16,2 3 0-16,-2 0 0 15,1-1 1-15,-7 3 0 16,3 0 0-16,-1 0 0 16,1 0 1-16,1 0-1 0,-1 0 0 15,0 0 0-15,1 0 0 16,-1 0 0-16,4 0 0 16,-2 3 0-16,-1-1 1 15,0 0 0-15,0 3 0 0,-4 3 0 16,1 0 0-16,1-1 0 15,-3 1 0-15,5-1 1 16,-1 3-2-16,4-2 0 0,-1 1-1 16,2 0 1-16,1 4 0 15,5 2 0-15,-2 3 0 16,5 1 0-16,-1 3-1 16,2 2 1-16,1 2 0 0,6 1 0 15,-2 3 0-15,8 0 0 16,6 0 0-16,5 2 0 15,4 3-1-15,7-1 1 16,6 1-1-16,6 5 0 16,6-4-1-16,2 2 0 0,5 1 0 15,5-4 0-15,0 2 1 16,7-5 0-16,6 6 0 16,4-11 1-16,6 5 0 0,6-7 1 15,6 0 0-15,15-4 0 16,4 2 0-16,19-8 1 15,8-3-1-15,14-1 1 16,14-7-1-16,18 0-4 0,10-4-9 16,15-4-49-16,14 4-16 15</inkml:trace>
  <inkml:trace contextRef="#ctx0" brushRef="#br2" timeOffset="2419.45">9512 12032 297 0,'0'0'1'0,"0"0"0"0,0 0 0 16,13-8 0-16,-5 6 0 15,4-1 0-15,0 0 1 16,3-1 2-16,6 1 0 16,0-2 1-16,4 2 1 15,5 2 0-15,0 1 2 0,7 0-1 16,6 0-1-16,4 0-1 15,3 0-1-15,8 0-1 16,8 1-1-16,3-1 1 16,5 0-2-16,4 0 1 0,4 0-1 15,-1 0 0-15,9 0 0 16,0 0 0-16,-2 0 0 16,5 0-1-16,-1 0 1 15,2 0 0-15,-2 3-1 0,5 2 1 16,8-2 0-16,-3 1-1 15,-3-1 1-15,8 2 1 16,-1 0-2-16,4-2 1 0,1-1-1 16,-1-2 1-16,-3 3 0 15,2-3-1-15,0 0 1 16,3 0-1-16,1 2 0 16,-5-2 1-16,0 2-1 15,0 1 0-15,2 0 1 0,-1-1-1 16,3 1 0-16,-5-2 1 15,-2 3-1-15,-2-4 0 16,2 2 1-16,-3-2-1 16,2 3 0-16,-1-1 1 0,-8-2-1 15,5 2-1-15,0-2 0 16,-4 0-1-16,8 0 0 16,-6 0-1-16,-1 0-1 15,0 0 1-15,-3 0 0 0,3-2 0 16,1 2 2-16,-4 0 0 15,-2 0-1-15,0 0 4 16,-6 0-2-16,3 0 0 0,1 0 1 16,-3 0-1-16,3 0 1 15,-1 0-1-15,-2 0 1 16,-3 0 0-16,1 0 1 16,0 2 0-16,-1-2 0 15,-5 0 1-15,-1 3 0 0,-7-1 0 16,4 1 0-16,-3-3 0 15,2 3 0-15,-4-2 0 16,0-1 0-16,-3 0 1 16,0 0 0-16,0 0 1 0,-8 0 0 15,-1 0 0-15,-3 3 0 16,-11-3-1-16,-7 0 0 16,-10 3-3-16,-4 0-2 15,-7-1-6-15,-16-2-12 0,0 0-56 16,-16 9-2-16</inkml:trace>
  <inkml:trace contextRef="#ctx0" brushRef="#br2" timeOffset="3903.5">2133 13053 94 0,'0'0'8'0,"0"0"6"0,0 0 5 0,0 0 2 15,-10-3 1-15,10 3 0 16,0 0 0-16,0 0 2 16,0 0-5-16,0 0-4 15,0 0-3-15,0 0-2 0,15 3 0 16,-3 3 2-16,3 1-2 15,3-1 0-15,2 2-2 16,7 2 0-16,-3-3 0 16,9 0-1-16,5 1-2 0,1-1 1 15,3 1-1-15,8-6-1 16,-1 3 0-16,11 0-1 16,0 0-1-16,-1-2 0 0,8-3 0 15,1 2 1-15,4-2-1 16,4 3 0-16,4-3 0 15,3 0 0-15,0 0-1 16,9-3 1-16,0 1 0 16,4 2-1-16,3 0 0 0,1-3-1 15,3 3 1-15,0 0 0 16,3 0 0-16,6 0 0 16,-1-3 0-16,9 1 1 15,-3-3 0-15,0 0-1 0,4-5 2 16,4 3-1-16,-4-1 0 15,4 1 1-15,-1-3-1 16,2 6 1-16,-2-4-1 16,6 2 0-16,-1 3 0 0,-2-4 0 15,-3 6 0-15,3-2 0 16,-3 1 0-16,-4 2 1 16,-7-3 0-16,-3 3 1 0,-8-3-1 15,-3 3 2-15,-12-2-1 16,-7 0 0-16,-6-4-1 15,-12 4 1-15,-9 0-1 16,-9-3-1-16,-12 2 2 16,-7 3 0-16,-7-3-4 0,-11 1 0 15,-7 2 0-15,0 0 0 16,0 0 0-16,-14-2 0 16,-2 4-19-16,-4 6-66 15,-15 1-3-15</inkml:trace>
  <inkml:trace contextRef="#ctx0" brushRef="#br2" timeOffset="5419.39">14116 13000 331 0,'0'0'2'0,"0"0"-1"0,0 0-1 15,0 0 0-15,0 0-1 16,0 0 1-16,0 0 0 15,11-3-1-15,-1 3 1 16,5 0 0-16,4 0 3 16,6 0 0-16,7 0 1 0,5 0 0 15,14 3 0-15,11 0 0 16,7 0-1-16,11-1-2 16,10-2 0-16,4 2 0 0,10 3-1 15,8-2 1 1,-1 1-1-16,4 2 0 0,7-1 0 15,-1-1 0-15,8 4 0 16,4 0 0-16,1-3 0 0,-1-1 0 16,7 0 0-16,0-1 1 15,6-3-1-15,-2 0 1 16,-3 0 1-16,-1 0 1 16,-2 0-2-16,-1-3 2 15,-8 2-1-15,-7-2 0 0,-2 0 1 16,-6 2-1-16,-12 1 0 15,-8 0-1-15,-15 0 1 16,-9 0-1-16,-12 0-1 16,-15 1-1-16,-10-1-2 0,-10 3 0 15,-23-3-4-15,0 0-3 16,-16 7-5-16,-13-7-8 16,-20 0-12-16,-14 0-8 15,-17 0-4-15,-14-3-5 16,-18-4 0-16,-10 3 7 0,-16-6 8 15</inkml:trace>
  <inkml:trace contextRef="#ctx0" brushRef="#br2" timeOffset="5954.71">16688 13003 1 0,'-176'-10'18'0,"-3"3"2"0,-4-1 5 15,4 2 2-15,-3 5 4 16,1-2-3-16,6 1 0 16,7 2-1-16,3 0-3 0,9 2-2 15,10 2-6-15,14 2-4 16,10 2-6-16,20-4-2 15,13 6-1-15,15-4-3 16,11 3 0-16,21-4-2 0,9 3 1 16,14-1 2-16,19-7 1 15,-6 18-1-15,17-12 3 16,24 4 0-16,6 1 0 16,30-4 3-16,12 3-1 15,25-3 0-15,14 1-2 0,19-1 0 16,23 1-1-16,5-3 0 15,12 2 0-15,6-2 0 16,4 3 2-16,3-3 1 0,5 2 1 16,-7 2 2-16,-7-1-1 15,-4-3 2-15,1 3 0 16,-18 1-1-16,-10-1-2 16,-15 2 0-16,-17-3-2 15,-18 4 0-15,-14-4-2 0,-23 0 1 16,-15-2 0-16,-17-2-1 15,-13 0 1-15,-10-3 0 16,-12 0 0-16,0 0-1 0,0 0 0 16,-14 0 0-16,-4-3-2 15,-1 0 0-15,-6-2-1 16,-1-1-1-16,-3 2-1 16,1-3 0-16,-1 1-2 15,1 2-2-15,1 1-1 0,5 1-2 16,-3-1-5-16,5 1-3 15,1 2-6-15,3 0-19 16,16 0-35-16,-17 0-3 0</inkml:trace>
  <inkml:trace contextRef="#ctx0" brushRef="#br2" timeOffset="17986.41">6491 6731 10 0,'0'0'20'0,"-15"-6"5"15,5 4 1-15,-2 0 1 0,-1 2 0 16,0 0-3-16,5 4-6 16,-3 2-6-16,11-6-3 15,-10 14 0-15,10-14 0 0,8 12 0 16,5-6 1-16,6-2 2 15,6-1 1-15,7-3-1 16,7 0-1-16,7 2-2 16,3-2-4-16,3 0 0 0,8 0-2 15,2 3 0-15,5-3-2 16,2 3 1-16,2-1 0 16,3-2-1-16,-5 0 2 15,9 0-1-15,-7 0 1 0,0 0 0 16,-2 0 0-16,3 0 0 15,-8 0 0-15,3 0-1 16,-5 0 1-16,-4 0-1 16,-8 0 0-16,-2 0-1 0,-12 5 1 15,-8-2-1-15,-7-1-1 16,-5-2 1-16,-16 0 0 16,0 0-2-16,0 0 1 15,-13 13-2-15,-6-12 0 0,-6 2-2 16,-10 0 0-16,-6 1-1 15,-8-4-1-15,-5 3 0 16,-9-3 1-16,-3 0-1 16,-6 0 0-16,-3 0 1 0,-4 0-2 15,-13-3 1-15,2 3 2 16,-4-4-2-16,0 1 2 16,-5 3 1-16,5-3 1 0,-2 3 1 15,4 0 0 1,4 0 1-16,14 0 0 0,5 3 0 15,12 0 0-15,4-2 0 16,16 2 0-16,3-3-3 16,16 0 2-16,8 0 2 0,10 0 2 15,7 0 1-15,18 0 1 16,15-4 1-16,8 1 0 16,16-1 2-16,10 1 0 15,11-3-2-15,12 2-1 0,10-1 0 16,-1 2 0-16,4 1 0 15,1 0 0-15,-1-1 1 16,5 0 0-16,-4 1-1 16,-4-1 0-16,-5 3 0 0,-10 0-1 15,-5 0-1 1,-10 0 0-16,-11 3-2 0,-13-1 0 16,-14 4 1-16,-9-4-1 15,-12 3 1-15,-18-5 0 0,0 0-1 16,-25 12 1-16,-10-9-1 15,-11 1 2-15,-17 2-3 16,-12 1-1-16,-14 4-3 16,-5-3-2-16,-8 5-16 0,-25 5-47 15,18-3-4-15</inkml:trace>
  <inkml:trace contextRef="#ctx0" brushRef="#br2" timeOffset="23120.22">732 13751 322 0,'0'0'4'15,"0"0"2"-15,0 0 1 16,0 0 0-16,5 0 0 16,-5 0 1-16,2 15 2 0,-2-3 0 15,0 3-3-15,0 7-3 16,-2 3 0-16,-1 9 0 16,-2 6-1-16,1 5 0 15,1 7-1-15,-3 1 0 0,2 5 1 16,1 4-2-16,-2 3 1 15,-2 0 0-15,2 4 0 16,-3 0 1-16,-2-3-1 0,0 7 1 16,3-4-1-16,-5 0 1 15,2 1-1-15,-3-8 1 16,6-1-3-16,-3-6 1 16,8-3 0-16,-3-10 0 15,5-2-1-15,-3-8 1 0,0-3 0 16,3-6 0-16,0-3 0 15,0-5-1-15,0-5 1 16,0-10-1-16,0 9-1 16,0-9-1-16,0 0-3 15,3-4-5-15,-3-8-7 0,0-9-29 16,8 2-33-16,-6-9-4 16</inkml:trace>
  <inkml:trace contextRef="#ctx0" brushRef="#br2" timeOffset="24004.1">789 13703 283 0,'0'0'6'16,"0"0"4"-16,0 0 2 15,0 0 1-15,0 0-1 0,0 0 0 16,0 0 1-16,0 0 2 16,0 0-5-16,2 8-5 15,10-3-2-15,1 2 1 16,7 3 0-16,5 0 0 0,5-2 0 15,-3-1-1-15,8 3 0 16,4-2 0-16,2-4-1 16,3 2 0-16,-6 1 0 15,6-3-1-15,3 4 0 16,3 1 0-16,2-2 0 0,-2-1-1 16,4 4 1-16,-2 0 0 15,6-2-1-15,-4-1 1 16,-1 3 0-16,2-2-1 0,-4-1 1 15,6 3 0-15,-2-3 0 16,-2 1 1-16,-2-4-2 16,2 4 1-16,-3 0 1 15,-4-1 1-15,2 1-1 16,-11-3 1-16,0 0 0 0,-5-3 0 16,-2 3-1-16,-5-3 1 15,-2 1-1-15,-6 2 0 16,-4-5 0-16,-4 3-1 0,1-3 0 15,-10 0 1-15,0 0 0 16,11 5 0-16,-11-5-1 16,0 0-1-16,0 0-3 15,0 0-10-15,-8-4-35 0,8 4-34 16,-15-7-3-16</inkml:trace>
  <inkml:trace contextRef="#ctx0" brushRef="#br2" timeOffset="25220.31">764 13714 135 0,'0'0'8'16,"0"0"10"-16,0 0 3 0,0 0 6 16,0 0 3-16,0-7 0 15,0 7 3-15,0-13 0 16,0 3-7-16,-5 0-2 0,0-5-6 16,-4-3-2-16,5-1-3 15,-3-3-2-15,-2-8-1 16,-2 0 0-16,-1-5-1 15,0-4-2-15,-4-5 0 16,4-6 0-16,-3 0-1 0,-8-4 1 16,7 0-2-16,-6-7-5 15,4 5 0-15,-2-1 0 16,-3-2 0-16,1 4 0 16,0-5 0-16,4 6 0 0,-1 2 0 15,-1 0 0-15,-1 2 0 16,7 1 0-16,1 6 0 15,3-1 0-15,3 9 0 16,0 1 0-16,0 3 0 0,7 7 0 16,-1 4 0-16,1 4 0 15,-3 6 0-15,3-1 0 16,0 11 0-16,-2-9 0 0,2 9 0 16,0 0 0-16,0 0 0 15,0 0 0-15,0 5 0 16,0-5 0-16,0 15 0 15,0-5 0-15,0 1 0 16,0 2 0-16,2 9-16 16,1-4-28-16,2 3-44 0,3 7-2 15</inkml:trace>
  <inkml:trace contextRef="#ctx0" brushRef="#br2" timeOffset="26653.3">762 13634 398 0,'0'0'4'0,"0"0"1"0,0 0 1 15,0 0 0-15,0 0 0 16,0 0-1-16,0 13 3 16,0-13-3-16,0 17-3 15,0-7 0-15,0 0-2 0,2 0 1 16,3-1-1-16,-5-9 1 15,13 13 0-15,-6-10 0 16,5-3 1-16,-5 0 1 0,6-3 1 16,-5-4 0-16,1 1 2 15,-3-3 0-15,1 1 1 16,-7-4 0-16,0 2 0 16,0 0-1-16,-5 0-1 15,-3 0-2-15,-4 1-3 16,-6 3 0-16,4 2 0 0,-6 4 0 15,3 1 0-15,-3 10 0 16,5 2 0-16,0 4 0 16,3 3 0-16,3 0 0 0,5-1 0 15,1 4 0-15,3-6 0 16,11-2 0-16,1-6 0 16,2 0 0-16,7-9 0 0,1 0 0 15,-3-3 0 1,4-7 0-16,-3-2 0 0,3-4 0 15,-9 1 0-15,1-2 0 16,-7 0 0-16,-1 2 0 16,-7-3 0-16,0 4 0 0,-7-1 0 15,-6 3 0-15,-4 3 0 16,2 5 0-16,-7 4 0 16,-1 3 0-16,1 4 0 15,-2 8 0-15,6 5 0 0,0 0 0 16,6 2 0-16,-1 0 0 15,11-2 0-15,2 0 0 16,2-5 0-16,11-2 0 16,2-5 0-16,7-5 0 0,3 0 0 15,0-6 0-15,-1-4 0 16,6-6 0-16,-5 1 0 16,-2-3 0-16,-6-2 0 0,-4-3 0 15,-4 3 0-15,-2 2 0 16,-3-3 0-16,-8 4 0 15,-3-1 0-15,-5 5 0 16,-6-1 0-16,2 4 0 16,-7 7 0-16,-2 0 0 0,2 7 0 15,4 4 0-15,-1 6 0 16,3 3 0-16,4 2 0 16,3 1 0-16,8-1 0 15,2 0 0-15,5-4 0 0,7-3 0 16,3-8 0-16,2-3 0 15,3-4 0-15,3-1 0 16,-4-6 0-16,6-6 0 16,-5 1 0-16,-3-6 0 0,-1 3 0 15,-2-5 0-15,-6 3 0 16,-3 2 0-16,-5 0 0 16,-7-2 0-16,-6 4 0 15,-2 4 0-15,-5 0 0 0,-2 2 0 16,-6 7 0-16,1 6 0 15,3 4 0-15,1 5 0 16,0 7 0-16,7 0 0 16,5 3 0-16,6-3 0 15,5 0 0-15,3-2 0 0,10-7 0 16,3-6 0-16,5-4 0 16,4-3 0-16,-1-6 0 15,1-4 0-15,-3-6 0 0,1-2 0 16,-4 0 0-16,-6-3 0 15,-3 3 0-15,-5 1 0 16,-5-3 0-16,-10 2 0 16,-5 6 0-16,-5-1 0 0,-7 9 0 15,-3 4 0-15,0 4 0 16,0 9 0-16,3 5 0 16,10 11 0-16,-1 5-61 15,18-14-30-15</inkml:trace>
  <inkml:trace contextRef="#ctx0" brushRef="#br2" timeOffset="30803.67">2155 15012 212 0,'0'0'0'0,"0"0"0"0,0 0 1 16,13 0 1-16,-13 0 2 16,17 0 0-16,-5 0 1 15,6 0-1-15,-3 0 2 0,5 0-1 16,2 0 1-16,3 0-1 16,3 2 3-16,-2-2-2 15,10 2 1-15,-1-2 1 0,9 0-1 16,6 0 2-16,5 0-2 15,4-2-2-15,8-4-2 16,3 0-1-16,6 1 0 16,3-2-1-16,3 0 2 15,7 4-2-15,-3-3 0 16,1 4 0-16,2 0-1 0,1 2 1 16,-3-4 0-16,5 3-1 15,0 1 1-15,7 0-1 16,-4-3 1-16,1 1-1 0,9 0 1 15,-6-1-1-15,5 3 0 16,4 0 0-16,-7 0 0 16,-6 0 1-16,1 0-1 15,-1 0 0-15,-1 3 1 0,6-1-1 16,-5 0 1-16,-3-2-1 16,6 0 0-16,-3 0 0 15,7 0 0-15,3 0 0 16,-6 0 0-16,-5 0 0 0,1-2 0 15,-8 0 0-15,-3-1 0 16,-5 0 0-16,-7 1 0 16,-4-1 1-16,-6 1 0 15,-2 0 1-15,-9-4 0 16,-1 6 1-16,-10-2 0 0,3 2 0 16,-17-2 0-16,-3 2 0 15,-5 0-2-15,-6 0-3 16,-12 0-5-16,0 0-21 15,-10 0-40-15,-8 2-5 0</inkml:trace>
  <inkml:trace contextRef="#ctx0" brushRef="#br2" timeOffset="31786.03">2173 15111 162 0,'0'0'1'0,"0"0"1"0,3 0 4 15,-3 0 3-15,16-5 1 16,-3 3 3-16,4-1 0 0,1 0 2 16,1 1 0-16,9 2 2 15,-1 0-3-15,10 0-3 16,4 0 0-16,5 0-1 15,14 0-2-15,9 0 2 16,6-3-3-16,10-2 0 0,7 5-2 16,7-4 0-16,5-1 0 15,11 0-1-15,-1-1 1 16,0 2 0-16,14-1 0 16,-2-2-2-16,3-4 3 0,5 7-2 15,1-4 0-15,1-2 0 16,0 7 0-16,-1-4-1 15,-1 6-1-15,-5-8 1 0,1 9-2 16,-6 0 1-16,-5-2-1 16,0 2 1-16,-4-3 1 15,-1 0 0-15,-5 3-1 16,1 0 1-16,-6-1 1 16,-2 1-2-16,-5 0 1 0,-7 0-2 15,-7 0 0-15,-5-3 1 16,-11 3-2-16,-10 0 0 15,-5-3 0-15,-14 2 0 16,-6 1 1-16,-5 0-1 0,-10 0 1 16,-4 0-1-16,-3 0 0 15,-10 0-2-15,0 0-3 16,0 0-1-16,0 0-6 16,0 0-4-16,-10 0-13 0,-5 0-23 15,-10 4-26-15,3-1-5 16</inkml:trace>
  <inkml:trace contextRef="#ctx0" brushRef="#br2" timeOffset="32552.73">2344 15104 230 0,'0'0'-1'0,"0"0"-4"0,0 0 1 0,13 4 3 15,-3-1 1-15,7-1 4 16,-5 1 3-16,16 2 3 16,-1-3 4-16,8-2 5 15,12 3 3-15,5-3-2 0,10 0-1 16,12-3-3-16,11-2-1 15,14 0-3-15,13-2-2 16,3 2-3-16,7-3-2 16,12 1-1-16,5 2-1 15,5-2-1-15,7 1-1 16,3 2 1-16,9-1-1 0,0-2 0 16,1 2 1-16,3-1-2 15,-1-1 1-15,3 2 0 16,-5-2 1-16,0 1-1 0,-3-1 1 15,-4 2 0-15,-3-2 1 16,-12 1 1-16,-6 5 0 16,-8-5 0-16,-15 5 1 15,-10-2-1-15,-15 3 1 0,-13-3-1 16,-10 0 0-16,-17 3-1 16,-14 0-1-16,-6 0-1 15,-14 0-4-15,-14 0-7 16,4 13-43-16,-15-10-29 15,-12-2-2-15</inkml:trace>
  <inkml:trace contextRef="#ctx0" brushRef="#br2" timeOffset="44070.84">15344 15791 383 0,'0'0'1'0,"0"0"-1"16,0 0-1-16,0 0 1 0,6-6 1 16,-6 6 1-16,0 0 2 15,7-11 0-15,-7 11 2 16,0 0-1-16,10-9 0 0,-10 9 1 15,17-7-1-15,-5 7-1 16,9 0-2-16,4-3 0 16,12 3 1-16,14 0-1 15,11 0 2-15,11 0-1 16,6 0 1-16,15 0-1 0,6 3 0 16,8 1-1-16,8-1 0 15,1 2-1-15,-1-2 0 16,3-2 0-16,1 2 0 15,-1-3-1-15,3 0 1 0,-8 0-1 16,-7 0 1-16,0-3 0 16,-10-1 1-16,-8-1 1 15,-7-2 0-15,-14 1 2 16,-14-1-1-16,-7 2 1 0,-12 2 0 16,-10-1 0-16,-11 1-1 15,-5 3-1-15,-9 0-2 16,0 0-3-16,0 0-4 15,0 0-9-15,-16 0-34 0,-4 0-35 16,-7 0-2-16</inkml:trace>
  <inkml:trace contextRef="#ctx0" brushRef="#br2" timeOffset="45004.19">2130 16598 312 0,'0'0'0'0,"-9"1"0"0,9-1 1 16,-12 6 2-16,12-6 4 16,-13 0 0-16,13 0 1 15,-12 1 0-15,12-1 2 0,0 0-1 16,0 0 2-16,0 0 0 15,0 13 1-15,7-2-1 16,11-1 0-16,6 4 0 16,14-1 0-16,8 1 0 0,14-3-1 15,14-4-2-15,11-2-4 16,2-5 0-16,7 0-2 16,-4 0 1-16,-3-5 0 15,-8-2 0-15,-11 4 0 16,-12-2 0-16,-13 5 0 0,-11 0 0 15,-9 0 0-15,-9 0-1 16,-14 0 1-16,3 9-3 16,-3-9 0-16,-7 13-2 15,2-2-10-15,-6-7-23 0,6 6-51 16,5-10-3-16</inkml:trace>
  <inkml:trace contextRef="#ctx0" brushRef="#br2" timeOffset="47022.87">5423 16533 331 0,'0'0'-1'0,"0"0"0"16,0 0 0-16,0 0 1 0,0 0 1 16,13 7 2-16,-4-4 2 15,6-3 0-15,5 0 3 16,5 3 1-16,5-3 4 15,2 0 0-15,10 0-2 0,6 0-1 16,3 0 0-16,9-3-2 16,8 0 0-16,3 0-2 15,9 2-2-15,2-5-2 16,5 5 0-16,2-2-1 16,6 0 0-16,-3 1 0 0,4-1 0 15,1 3 0-15,6-2-1 16,1 2 1-16,-1 0 0 15,3 0 0-15,-2 0-1 16,1 0 1-16,-1 0 0 0,2 0-1 16,-1 2 1-16,-6-2-1 15,-2 3 1-15,0-3-1 16,-3 2 1-16,-2 1-1 16,-3-3 1-16,-4 0-1 0,0 0 0 15,2 3 1-15,-8-3-1 16,-2 0 0-16,-5 0 0 15,0 0 1-15,-5 0-1 16,1 0-1-16,-6-3 1 0,2 3 0 16,-2-3-1-16,1 1 0 15,-1 2-1-15,-5-3 0 16,-3 1 0-16,-2 2 0 16,-2-4 0-16,-5 4 1 0,-2-1 0 15,-4 1 1-15,0-3-1 16,-2 3 1-16,2-3 1 15,0 3-1-15,-2 0 0 16,0 0 0-16,4 0 0 0,-4 0 0 16,2 0 0-16,-2 0 1 15,-2 0-2-15,1 3 1 16,-2 0 1-16,-4-3-1 16,2 0 0-16,-2 1 0 0,0 3 1 15,0-4-1-15,-4 2 0 16,2-2 1-16,-1 0-1 15,-2 3 1-15,5-3 0 16,-5 2-1-16,3 1 1 0,-1-3 0 16,5 3 0-16,-4-3 0 15,6 1-1-15,1 2 1 16,0-3-1-16,-1 0 1 16,6 0-1-16,0 3 1 0,1-3-1 15,8 0 0-15,-5 0 1 16,4 0-1-16,-2 0 0 15,2 1 1-15,-4-1-1 16,4 0 0-16,-4 3 0 0,-2-3 0 16,3 3 0-16,-3-3 0 15,-1 3 0-15,-2-1 0 16,3 0 0-16,-1 0 0 0,-2-2 0 16,-2 3 0-16,0 0 1 15,4-3-1-15,-2 2 0 16,-4-2 0-16,-1 0 0 15,1 2 1-15,2-2-1 16,-5 0 0-16,4 0 0 0,-1 0 0 16,-1 0 0-16,-1 0 1 15,4 0-1-15,-3 0 0 16,3 0 0-16,-1 0 0 16,-1 0 0-16,2 0 0 0,-5 0 0 15,0 0-1-15,3 0 2 16,0 3-1-16,-6 0 0 15,4-3 0-15,-1 2 0 0,3-2 0 16,0 3 0-16,0-1 0 16,2-2 0-16,0 2 0 15,0-2 0-15,4 3 0 16,-4-3 0-16,4 0 0 16,-4 3 0-16,4-1 0 15,-2 0 0-15,3-2 0 0,1 0 0 16,-6 3 1-16,5-3-1 15,-1 3 1-15,-2-3-1 16,5 2 1-16,-1-2-1 0,-1 3 1 16,3-3-1-16,-1 0 1 15,4 0-1-15,-6 0 1 16,8 1-1-16,-3 2 1 16,3-3-1-16,1 3 1 0,0-2-1 15,-1-1 0-15,3 6-1 16,-2-1 2-16,-4-3 1 15,2 3-3-15,-3 1 2 0,-5-2 0 16,-3-1 1-16,4 4 0 16,-5-7 1-16,1 0-1 15,1 3-2-15,-2-3 3 16,4 0-2-16,-2 0 1 16,0 0 1-16,7-3-1 15,-9 1-1-15,2-3 2 0,-4-1 0 16,4 5 0-16,-3-5 0 15,-1 1 0-15,-3 3-3 16,-2 0 0-16,-4-4 0 0,3 3 0 16,-10 2 0-16,-4-2 0 15,-1 0 0-15,-14 3 0 16,14-1-8-16,-14 1-14 16,-20-11-62-16,-6 7-4 0</inkml:trace>
  <inkml:trace contextRef="#ctx0" brushRef="#br2" timeOffset="50921.29">5427 16463 133 0,'0'0'5'16,"0"0"8"-16,0 0 6 0,0 0 4 16,0 0 3-16,0 0 1 15,0 0 2-15,0 0 2 16,0 0-5-16,0 0-6 15,-4-4-6-15,4 4-3 0,0 0-3 16,0 0-3-16,0 0-2 16,0 0-1-16,-8 0-2 15,8 0 1-15,-15 7 0 0,5-5 0 16,-6 3 1-16,2-2 0 16,0 2 0-16,-4-3 1 15,1 1-1-15,2-1 1 16,1-2-1-16,-4 3-1 15,6-3 1-15,-6 2-1 0,3-2-1 16,0 3 1-16,1-1-1 16,1 1 1-16,1 0 0 15,-6-2 0-15,6 2 0 0,-1 0 0 16,1-2 0-16,-3 5 0 16,2-6-1-16,-1 3 1 15,1-1 0-15,-2 1-1 16,2 0 1-16,-1-2-1 0,-4 2 0 15,4 0 0-15,-7-2 1 16,2 2-1-16,-1 0 1 16,-3 0-1-16,4-1 1 15,-4 0 0-15,1-2-1 16,2 2 2-16,-4 1-1 0,3-3 1 16,-1 0-2-16,2 0 1 15,-2 0 0-15,2 0-1 16,-2 0 1-16,2-3 0 15,-3 3-1-15,0-2 0 16,2 2 0-16,-4 0 0 0,0-2 0 16,-3 2 0-16,1 0 0 15,-1 2 0-15,-1-2 0 16,-1 2 0-16,3 1 0 0,0 0 0 16,-1-3 0-16,1 2 0 15,3-2 1-15,0 0-1 16,3 0 0-16,-2 0 1 0,0-2-1 15,4-1 0-15,-1 0 0 16,0 1 0-16,-2 2 0 16,-1-2 1-16,3-3-1 15,1 2 0-15,-1 0 0 16,2 2 1-16,-2-5-1 16,3 2 0-16,0-1 0 0,-3 0 1 15,2 0 0-15,1-1-1 16,-3-1 1-16,3 2 0 15,2-2 0-15,-6 2 0 0,5-3 0 16,2 1 0-16,-2-3 0 16,0 2 0-16,2-2 0 15,-2 3 0-15,0-2 0 16,0-1-1-16,-1 0 1 0,4 0-1 16,1-1 0-16,0-1 1 15,4-2-1-15,-2 1 0 16,3-5 1-16,2 2 0 0,3-5-1 15,-4 2 1-15,6-3 0 16,0 2-1-16,-2-2 1 16,2 4-1-16,0-1 1 15,0 1-1-15,2 3 1 16,2-2-1-16,0 2 0 16,-1 3 1-16,2-5-2 0,2 0 1 15,-2 4-1-15,5-3 0 16,-3 1 1-16,5-1-1 15,2 0 1-15,2 2-1 0,2-1 1 16,1 0 0-16,4 0 0 16,4 3 1-16,-1-4-1 15,8 4-1-15,-2-1 2 0,5-1-1 16,1 4-1-16,-1 0 1 16,3-2 0-16,2 2 0 15,-4 3 0-15,1 0 0 16,-4 0 0-16,0 1 0 0,-1 2 1 15,1 0-1-15,-3 4 0 16,6-3 1-16,-1-1-1 16,3 2 0-16,3-1 0 15,-1 3 0-15,0-3 0 16,3 3 0-16,-3-2 0 16,5 2 0-16,-5 0 0 0,2 0 0 15,2 0 0-15,-2 0 0 16,3 0 0-16,-2 0 0 15,5 0 0-15,0-2 0 0,-1 2-1 16,4-3 2-16,-1 3-1 16,0-3 1-16,5 3 0 15,0 0 0-15,1 0 0 16,4 0-1-16,-3 3 1 0,1-3-1 16,0 3 1-16,2-3-1 15,0 0 0-15,2 0 0 16,-5 0 0-16,9 0 0 15,-3 0 1-15,1-3-1 16,4 3 0-16,3 0 1 0,-4 3-1 16,3 1 0-16,3 2 0 15,-6-1 0-15,3-1 0 16,-1 0 0-16,0 2 0 16,-2-2 0-16,4 3 0 0,-4-3 0 15,3 0 0-15,3 2 0 16,1-3 0-16,2-2 0 15,3-1-1-15,2 3 1 0,4-3 0 16,-4 3-2-16,2-1 1 16,1 1 0-16,0 1 0 15,-1 2-1-15,-1-1 0 16,-2 0 1-16,0 0-1 16,-3-1 0-16,6 2 1 0,-5-4 0 15,1 1 0-15,2-2 0 16,-2-1 0-16,-4 0 0 15,6 0 0-15,-2-1 0 16,-6-2 1-16,2 1-1 0,-2 2 1 16,-1-6-1-16,-5 6 1 15,6-2 0-15,-3 0 0 16,0 2 0-16,-3-3-1 0,6 1 1 16,0-1-1-16,-3 3 0 15,5-2-1-15,-2 2-1 16,1 0 1-16,-3 0-1 15,6 0 0-15,-4 0 1 16,2 0-1-16,0 0 0 0,2 0 2 16,6 0 0-16,-1-3 0 15,4 1 0-15,-2-1 1 16,1 0 0-16,0 1 1 16,0 0-1-16,-6-1 0 15,4 1 0-15,-5 2 0 0,-3 0 1 16,0 0-1-16,-3 0 0 15,1 0 0-15,-3 0 0 16,2 2 1-16,1 1-2 0,-3-3 1 16,8 0-2-16,-1 2 1 15,-1-2-1-15,-2 0-1 16,-1 0 0-16,-1 0-1 0,-7 0 1 16,1 0 1-16,-9 0 0 15,-2 0 0-15,0 0 1 16,-2 0 0-16,0 0 1 15,-3 0 1-15,3 0-2 16,-3 0 1-16,1-2-1 0,-4 2 0 16,-2 0 0-16,0-3 1 15,-2 1-1-15,-1 2 1 16,-1-3 0-16,-3 0 0 16,2-1 0-16,1-2 1 0,-2 5-1 15,-1-5 0-15,0 2 0 16,0-1 0-16,-1 0 1 15,-2-3-1-15,1 5 1 16,-5-1 0-16,-1-1 0 0,-2 2 0 16,4 1 1-16,-11 0-1 15,12-1 0-15,-11 3 1 16,6 0-1-16,-5 0 0 16,2 0 0-16,1 3 0 0,-3-1 0 15,-4 0 2-15,4 1-1 16,-2 2 1-16,0-2 0 15,2-2 0-15,-1 2 0 16,1 1 0-16,-3 0 0 0,6 1 0 16,-3 0-1-16,-4-2 1 15,4 1-1-15,-2 0 1 16,-4 2-1-16,4-2-1 16,-3 2 0-16,-3-1 0 0,6-1 0 15,-6 2-1-15,3-1 0 16,-5 0 0-16,0 0 0 15,-2 2 0-15,-1 1 1 16,1-1-1-16,-6 0-1 0,5 0 1 16,-3 4 0-16,0-4 1 15,0 0-1-15,1 3-1 16,1 0 1-16,-4-2 0 16,-7-8 0-16,14 15-1 0,-8-5 1 15,-6-10 0-15,10 14-1 16,-10-4 1-16,0 2 0 15,0 1 1-15,0-1-1 16,0 4 1-16,0-3-1 0,0 4 1 16,0-3-1-16,0 1 1 15,0 2-1-15,0 1 0 16,0-1 0-16,-5 0-1 16,2 3 1-16,-1 2 0 0,0-2 0 15,1 2 0-15,3-2 0 16,-2 3 0-16,0-3 0 15,0 2 1-15,-1-3 0 16,1 3 1-16,-3-1 0 0,-2-1 0 16,1 0 0-16,-1-1 0 15,-1 1 0-15,4-3-1 16,-5 3 1-16,0-2-2 16,2-2 1-16,-3 5-3 0,-1-1-5 15,2 2-13-15,9-3-60 16,-10-1-1-16</inkml:trace>
  <inkml:trace contextRef="#ctx0" brushRef="#br2" timeOffset="53686.43">900 13191 314 0,'0'0'8'15,"0"0"2"-15,-9-13 4 0,9 13 1 16,-15-12 3-16,7 5 1 15,-4 0 0-15,-3 2 0 16,0-1-5-16,-3 2-3 0,1 1-2 16,0 3-3-16,-3 0 0 15,-2 0-1-15,2 5-2 16,3 3 0-16,-6 2-1 16,5 2-1-16,-3 2 0 0,0 1 0 15,1 3-1 1,-1 2 1-16,0 2-1 0,1 0 0 15,3 6 0-15,-3 1 0 16,3 0-1-16,2 4 1 16,3 2 0-16,1-3-1 0,0 3 1 15,5 0 0-15,4 1 0 16,-3 1 0-16,5 1 1 16,0 4-1-16,0-4 1 15,2 1 0-15,1 0 0 0,4 3 0 16,-2-2 1-16,2 0-1 15,8-1 0-15,-2-2 1 16,4-1-1-16,8-4 1 16,-3-6-2-16,5-3 0 0,2-3 0 15,7-5 0-15,4-4 0 16,-2 0 0-16,1-5 0 16,6-2 0-16,2-2 0 15,1-2 0-15,-2 0 0 0,2-5 0 16,-1-2 0-16,-3-1 0 15,-4-2 0-15,2 0 0 16,-7-4 0-16,1-1 0 16,-4 0 0-16,-2-5 0 0,-3-1 0 15,0-2 0-15,0-4 0 16,0-3 0-16,-4-2 0 16,0-1 0-16,-4-3 0 0,-1-4 0 15,-4 0 0-15,-1-5 0 16,-3 3 0-16,-3 0 0 15,-7-3 0-15,0-1 0 16,-5 2 0-16,-7-2 0 0,-1-1 0 16,-1 5 0-16,-6-3 0 15,-3 4 0-15,-1 1 0 16,-4 1 0-16,-4 3 0 16,0 4 0-16,-4 0 0 15,-3 5 0-15,-1 2 0 0,-4 4 0 16,1 5 0-16,-2 3 0 15,1 6 0-15,-3 2 0 16,4 5 0-16,-1 0 0 16,-1 8 0-16,7 4 0 0,-1 2 0 15,7 2 0-15,0 0 0 16,4 5 0-16,3-1 0 16,8-3 0-16,2 0 0 15,3 0 0-15,7 1 0 16,2-5 0-16,8-1-40 0,7-2-50 15,6-6-3-15</inkml:trace>
  <inkml:trace contextRef="#ctx0" brushRef="#br2" timeOffset="54753.14">856 12661 405 0,'0'0'7'16,"0"0"2"-16,-7-13 2 16,7 13 1-16,-8-14 2 15,5 1 1-15,3 1 1 0,-2-3 0 16,2 0-10-16,0 0-6 15,2 3 0-15,1 1 0 16,2 0 0-16,-5 11 0 16,17-15 0-16,-4 9 0 0,-3 6 0 15,-1 0 0-15,4 0 0 16,-1 7 0-16,4 7 0 16,-6-3 0-16,-1 10 0 15,-4 1 0-15,0 3 0 0,-5 0 0 16,0 2 0-16,0 1 0 15,-5-2 0-15,-2-1 0 16,2-3 0-16,-2-1 0 0,2-7 0 16,-1 1 0-16,1-5 0 15,5-10 0-15,-2 12 0 16,2-12 0-16,0 0 0 16,7 0 0-16,-7 0 0 0,18-7 0 15,-6-4 0-15,6 0 0 16,-1-4 0-16,5 0 0 15,-2-2 0-15,0-1 0 16,0 3 0-16,0 1 0 16,-5 0 0-16,0 3 0 0,-3 3 0 15,-2-2 0-15,-10 10 0 16,15-7 0-16,-15 7 0 16,0 0 0-16,10-8 0 15,-10 8 0-15,0 0 0 0,0 0 0 16,0 0 0-16,0 0 0 15,0 0 0-15,0 0 0 16,-8 5 0-16,8-5 0 0,0 0 0 16,-12 10 0-16,12-10 0 15,0 0 0-15,-5 10 0 16,5-10 0-16,0 0-51 16,8 0-43-16</inkml:trace>
  <inkml:trace contextRef="#ctx0" brushRef="#br2" timeOffset="60722.46">7788 9899 409 0,'0'0'6'0,"0"0"3"16,0 0 2-16,0 0 1 15,0 0 0-15,0 0 1 16,0 0-1-16,0 0 1 15,0 0-6-15,0 0-2 16,0 7-3-16,0 0-2 0,5 4 0 16,-5 3 0-16,5 1 0 15,1 3 0-15,-4-1 0 0,5 1 0 16,0-2 0-16,-2-1 0 16,0 1 0-16,1-1 0 15,-1-7 0-15,-5-8 0 16,7 14 0-16,-7-14 0 0,0 0 0 15,0 0 0-15,0 0 0 16,0 0 0-16,0 0 0 16,-5-14 0-16,0 0 0 15,-3-5 0-15,1-4 0 16,0 2 0-16,-3-3 0 16,4 2 0-16,-1 0 0 0,2 4 0 15,0 4 0-15,3 7 0 16,2 7 0-16,-7-13 0 15,7 13 0-15,0 0 0 0,0 0 0 16,0 9 0-16,0 4 0 16,5 4 0-16,-1 3 0 15,4 5 0-15,-4-2 0 16,7 1 0-16,-4-4 0 0,3-3 0 16,-5-2 0-16,3-5 0 15,-8-10 0-15,10 10 0 16,-10-10 0-16,0 0 0 0,0 0 0 15,0 0 0-15,2-6 0 16,-2-8 0-16,-5-5 0 16,0-2 0-16,-1-5 0 15,2-2 0-15,-1 1 0 0,0 2 0 16,0 5 0-16,3 3 0 16,-1 5 0-16,3 12 0 15,0 0 0-15,0 0 0 16,0 0 0-16,0 20 0 15,3-3 0-15,4 0 0 0,0 8 0 16,4 0 0-16,-4 0 0 16,-2-6-89-16,7-2-2 15</inkml:trace>
  <inkml:trace contextRef="#ctx0" brushRef="#br0" timeOffset="-164460.08">19583 14159 292 0,'0'0'8'0,"0"0"4"16,0 0 5-16,0 0 3 16,0 0 3-16,0 0 1 15,0 0 0-15,0 0 2 0,0-10-6 16,0 10-4-16,0 0-3 15,0 0-6-15,0 0 0 16,0 0-5-16,0 0-2 16,0 0 0-16,0 9 0 0,-2-1 0 15,-1 0 0-15,1 5 0 16,-3-3 0-16,-3 5 0 16,3 0 0-16,-2 2 0 15,0 0 0-15,-4-1 0 0,1 0 0 16,3-1 0-16,0 0 0 15,1 1 0-15,-1-8 0 16,5 0 0-16,2-8 0 16,-3 13 0-16,3-13 0 15,0 0 0-15,0 0 0 0,0 0-5 16,0 0-5-16,7 0-5 16,-7 0-6-16,9-13-35 15,-9 13-29-15,14-12-2 0</inkml:trace>
  <inkml:trace contextRef="#ctx0" brushRef="#br0" timeOffset="-163909.11">19870 14093 333 0,'0'0'8'0,"0"0"3"0,0 0 5 0,0 0 1 15,0 0 2-15,0 0 2 0,0 4 0 16,0-4 2-16,0 0-7 16,0 0-4-16,0 0-3 15,0 0-4-15,-1 13-5 0,-2-5 0 16,-4 1 0-1,5 1 0-15,-1 2 0 0,-4 4 0 16,1-2 0-16,-1 4 0 16,2-3 0-16,0 0 0 15,3-3 0-15,-3 2 0 0,3-3 0 16,-4-2 0-16,6-9 0 16,-5 13 0-16,5-13 0 15,-2 10 0-15,2-10-5 16,0 0-4-16,0 0-3 0,0 0-4 15,0 0-7-15,0 10-32 16,0-10-28-16,9-3-3 16</inkml:trace>
  <inkml:trace contextRef="#ctx0" brushRef="#br0" timeOffset="-163510.55">20229 14080 381 0,'0'0'8'0,"0"0"1"0,0 0 3 16,0 0 1-16,0 0 2 0,0 0 1 16,0 0-1-16,0 0 1 15,0 0-7-15,-2 9-2 16,2-9-3-16,-5 16-3 0,0-6-1 16,2 5 0-16,-2 0 0 15,0 2 0-15,0 0-1 16,1 1 1-16,-2-3-1 15,4-3 0-15,-3 3-2 16,2-5-2-16,1 2-4 0,-1-2-5 16,3-3-10-16,0 4-34 15,0-11-26-15,0 0-2 16</inkml:trace>
  <inkml:trace contextRef="#ctx0" brushRef="#br0" timeOffset="-163193.76">20535 14072 411 0,'0'0'6'0,"0"0"2"0,0 0 1 16,0 0 0-16,0 0 0 15,0 8 1-15,0-8 0 16,-5 17-1-16,0-2-5 0,-1-2-3 16,-1 3 0-16,0 5 0 15,0 0-1-15,-1 0 1 16,-1-3-2-16,3-4-1 16,1 3-1-16,3-4-6 15,2-2-8-15,0-11-20 0,-8 16-45 16,8-16-2-16</inkml:trace>
  <inkml:trace contextRef="#ctx0" brushRef="#br0" timeOffset="-162909.47">20942 14064 410 0,'0'0'7'16,"0"0"2"-16,0 0 1 16,0 0 1-16,0 0 0 0,0 4 0 15,0-4 1-15,-9 17-1 16,6-5-7-16,-7 3-3 16,2 3 0-16,-1 1-1 15,-1 1-1-15,-1 2 0 16,4-1-2-16,-5-4-3 15,6 0-4-15,-1-2-5 0,5-3-15 16,2 6-46-16,0-18-7 16</inkml:trace>
  <inkml:trace contextRef="#ctx0" brushRef="#br0" timeOffset="-162676.54">21109 14068 399 0,'0'0'4'0,"0"0"3"15,0 0 0-15,0 12 1 16,0-12 1-16,-8 20-1 0,1-8 1 16,0 6-1-16,-4-1-3 15,4 2-2-15,-3 2-2 16,1-4-3-16,-2 1-7 15,4-4-9-15,2 9-48 0,0-11-15 16</inkml:trace>
  <inkml:trace contextRef="#ctx0" brushRef="#br0" timeOffset="-162410.09">21482 14080 418 0,'0'0'5'15,"0"0"2"-15,0 0 1 16,0 13 0-16,-3-4 0 16,-5 4 0-16,1-1 0 15,-3 6 1-15,-3-1-6 0,1 4-1 16,0-2-1-16,-3-2-2 15,5 0-1-15,0 0-6 16,2-4-8-16,-1-1-27 0,9-12-38 16,-7 15-3-16</inkml:trace>
  <inkml:trace contextRef="#ctx0" brushRef="#br0" timeOffset="-162175.73">21758 14096 369 0,'0'0'7'0,"0"0"2"0,-3 9-1 16,0 1 1-16,-4 2 1 16,-1 2 0-16,-1 4 0 15,-2 2 1-15,-1 0-9 0,-1 0-4 16,4-3-9-16,-3 3-29 15,1-7-38-15,4-4-2 16</inkml:trace>
  <inkml:trace contextRef="#ctx0" brushRef="#br0" timeOffset="-161926.97">22050 14085 361 0,'0'0'8'16,"0"0"2"-16,-4 11 3 15,-4 1-2-15,-2 0 1 16,-5 3 0-16,0 2 1 0,-4 3-1 16,-2 2-6-16,7-2-4 15,-4 0-2-15,6-2-2 16,-1-6-6-16,8 1-6 0,5-13-18 15,-14 9-46-15,14-9-4 16</inkml:trace>
  <inkml:trace contextRef="#ctx0" brushRef="#br0" timeOffset="-161710.52">22252 14125 395 0,'0'0'5'0,"0"0"2"15,0 0 0-15,0 5 2 0,0-5 1 16,0 15 0-16,-6-2 1 16,4-2 0-16,-5 7-5 15,-1-1-1-15,-1-2-1 16,-2 2-2-16,-1 0-3 16,3-1-3-16,-2-4-6 0,6 0-11 15,-2-2-27-15,-4-5-34 16,11-5-2-16</inkml:trace>
  <inkml:trace contextRef="#ctx0" brushRef="#br0" timeOffset="-161493.58">22547 14108 349 0,'0'0'4'0,"0"0"1"15,-5 12 2-15,1-2-1 16,-4 1 1-16,0 7 1 0,-1 0-1 16,-3 4 1-16,1-2-8 15,4-3-5-15,-5 0-14 16,3-6-28-16,9-2-26 16,0-9-5-16</inkml:trace>
  <inkml:trace contextRef="#ctx0" brushRef="#br0" timeOffset="-161310.41">22793 14089 366 0,'0'0'6'0,"-2"4"2"16,-5 3 0-16,-1 8 0 15,-3 0 0-15,0 4 1 0,-5 1 0 16,-1 5-6-16,4 0-36 15,-3 0-42-15,-2-3-1 16</inkml:trace>
  <inkml:trace contextRef="#ctx0" brushRef="#br0" timeOffset="-153992.85">20972 13634 331 0,'0'0'9'0,"0"0"4"15,0 0 5-15,0 0 2 16,10-9 1-16,-10 9 0 16,0 0 2-16,0 0-1 15,0 0-6-15,10-3-5 0,-10 3-5 16,5 11-6-16,-3-3 0 16,-2 5 0-16,5 2 0 15,-5 5 0-15,3-2 0 16,0-2 0-16,1 2 0 0,-1-1 0 15,2-2 0-15,-2-2 0 16,1-2 0-16,-4-11 0 16,10 14 0-16,-10-14 0 15,0 0 0-15,11 7 0 0,-11-7-21 16,0-7-66-16,0-1-4 16</inkml:trace>
  <inkml:trace contextRef="#ctx0" brushRef="#br0" timeOffset="-153343.39">21025 13411 347 0,'0'0'6'0,"0"0"2"0,-8-4 4 16,8 4 2-16,-15-5 1 0,3 5 0 16,-4-3 2-16,0 3-1 15,0 0-4-15,-6 5-3 16,2 5-2-16,0 3-2 15,0 6-1-15,1 3 0 0,-2 6-1 16,7-2-1-16,-1 10 1 16,5-1-1-16,3-1 1 15,4 1-1-15,3 0-1 16,5-4 0-16,7 2 0 0,6-4 1 16,1-1-2-16,4-1 0 15,4-10 0-15,3 1 0 16,2-4 0-16,1-4 0 15,-1-5 0-15,0-2 0 0,0-3 0 16,3-4 0-16,-3-7 0 16,-2-2 0-16,-5-1 0 15,3-4 0-15,-6-4 0 0,0-3 0 16,-2-4 0-16,-7-6 0 16,-3-3 0-16,-3-1 0 15,-7-6 0-15,0 3 0 16,-5-2 0-16,-7 7 0 15,-6-3 0-15,-4 8 0 0,-3-1 0 16,-5 8 0-16,2 6 0 16,-6-1 0-16,1 11 0 15,-1-1 0-15,2 10 0 16,-1 0 0-16,3 10 0 0,5 2 0 16,6 8 0-16,1-5-11 15,2 4-78-15,16 1-4 16</inkml:trace>
  <inkml:trace contextRef="#ctx0" brushRef="#br0" timeOffset="-152527.32">22361 13102 422 0,'0'0'5'0,"0"0"2"0,0 0 2 16,0 0 1-16,0 0 2 0,11-12 0 16,-11 12 1-16,12-13 0 15,-3 5-5-15,2 4-8 16,3-2 0-16,-2 2 0 0,5 2 0 16,-2 2 0-16,1 0 0 15,-7 5 0-15,5 3 0 16,-5 3 0-16,-4 3 0 0,-5 4 0 15,0 2 0-15,-5-2 0 16,-4 1 0-16,-5 4 0 16,0-4 0-16,-1-1 0 15,-2-1 0-15,4-2 0 16,1-2 0-16,7-6 0 16,5-7 0-16,-5 9 0 0,5-9 0 15,15 0 0-15,-2 0 0 16,3-7 0-16,7 2 0 15,0-2 0-15,1-3 0 16,-2-1 0-16,-1-3 0 0,-2 7-16 16,-6-3-70-16,-4-5-1 15</inkml:trace>
  <inkml:trace contextRef="#ctx0" brushRef="#br0" timeOffset="-152044.37">22421 12872 386 0,'0'0'6'0,"0"0"2"15,0 0 2-15,-10 0 1 16,10 0 1-16,-18 0 1 0,9 6 0 16,-7 2 0-1,-1 8-4-15,-1-2-4 0,2 3 0 16,-2 11-3-16,3 0 0 15,0 1-1-15,1 6 0 16,5-1 0-16,4 8-1 0,5-5 1 16,0 5-1-16,3-4 0 15,10-4 1-15,1-2-1 16,7-3 1-16,4-4 0 16,2-7 1-16,5-5 0 0,3-6 0 15,1-4 1-15,4-3-3 16,-2-8 0-16,0-4 0 15,-4-3 0-15,-1-5 0 16,-6-5 0-16,-2-5 0 0,-3-2 0 16,-7-7 0-16,-5-1 0 15,-10-2 0-15,0-2 0 16,-10 2 0-16,-10 2 0 16,-3 8 0-16,-7 2 0 0,-4 5 0 15,-3 8 0-15,0 6 0 16,0 4 0-16,2 5 0 15,3 2 0-15,4 0 0 0,8 8-28 16,20-8-59-16,-18 12-4 16</inkml:trace>
  <inkml:trace contextRef="#ctx0" brushRef="#br0" timeOffset="-151110.63">21034 12312 396 0,'0'0'7'16,"0"0"2"-16,0 0 3 0,-9-3 2 15,9 3 0-15,0 0 2 16,-8-10 0-16,8 10 1 15,0 0-7-15,0-8-10 16,0 8 0-16,8-9 0 16,1 6 0-16,1-1 0 0,3 1 0 15,1 3 0-15,-1-3 0 16,2 3 0-16,-5 3 0 16,2 4 0-16,-12-7 0 15,10 20 0-15,-10-7 0 16,0-3 0-16,-5 5 0 0,0-3 0 15,-2-2 0-15,-4 0 0 16,4-1 0-16,7-9 0 16,-7 13 0-16,7-13 0 0,0 0 0 15,0 0 0-15,2 10 0 16,-2-10 0-16,15 2 0 16,-5 1 0-16,2-3 0 0,2 2 0 15,-2 1 0-15,0 0 0 16,-2 1 0-16,2-1 0 15,-12-3 0-15,13 10 0 16,-13-10 0-16,0 15 0 0,0-15 0 16,-13 14 0-16,-5-6 0 15,-1-4 0-15,-1 4-11 16,-8-5-12-16,4-3-32 16,2 0-31-16,-6-5-3 0</inkml:trace>
  <inkml:trace contextRef="#ctx0" brushRef="#br0" timeOffset="-150577.46">21103 12178 414 0,'0'0'4'0,"0"0"3"16,0 0 1-16,-7-7 1 15,7 7 1-15,-17-6 1 16,4 6 0-16,-6 0 0 0,1 0-3 16,-2 3-2-16,-2 4-3 15,-6 3 0-15,4 8-1 16,-4-3-1-16,3 4 0 16,3 6-1-16,3 2-1 15,1 0 1-15,6 9-1 16,5-10 0-16,2 7 0 0,5-1 1 15,5-3-1-15,4-1 0 16,3-1 1-16,11-2 0 16,4-5 0-16,3-3 0 0,5-4 0 15,-1-6 1-15,6-2 0 16,0-5 0-16,0-3 1 16,-1-6 1-16,-4-4-3 15,-2-2 0-15,-6-5 0 0,0-4 0 16,-9-6 0-16,-4-5 0 15,-3-8 0-15,-6-1 0 16,-5 0 0-16,-3-1 0 16,-7 3 0-16,-5 3 0 0,-3 6 0 15,-9 5 0-15,1 9 0 16,-8 7 0-16,2 4 0 16,-5 8 0-16,2 3 0 15,1 7 0-15,4 10 0 0,-2-3-36 16,9 8-51-16,6 2-4 15</inkml:trace>
  <inkml:trace contextRef="#ctx0" brushRef="#br0" timeOffset="-149876.53">19844 13080 407 0,'0'0'5'16,"0"0"2"-16,0 0 1 15,0 0 1-15,3 4 1 0,-3-4 0 16,0 16 1-16,-3-7 0 16,-5 1-5-16,1 5-2 15,0 0-1-15,-4 0-1 16,2 2-1-16,-4 0 0 0,1-4-1 15,0 2 1-15,2-2-1 16,2-5 0-16,8-8 0 16,-12 14 0-16,12-14 0 0,-7 10-1 15,7-10 1-15,0 0 0 16,7 1 0-16,0-1 0 16,6-1 0-16,1-2 1 15,4-4 0-15,2 1 0 0,2-2 0 16,3 4 0-16,-2 0 0 15,-4-2-1-15,1 3 1 16,-5-1-1-16,0 4-1 16,-3-3-3-16,-12 3-8 0,11-2-33 15,-11 2-39-15,0 0-1 16</inkml:trace>
  <inkml:trace contextRef="#ctx0" brushRef="#br0" timeOffset="-149644.25">19836 13097 475 0,'0'0'4'0,"0"0"0"16,0 0 1-16,0 0 0 16,0 0-1-16,0 7 1 15,0 3 0-15,0 5-1 16,0 0-4-16,0 2 0 15,0 8 0-15,3 0 0 0,-1-3 0 16,1 3 0-16,0-5-6 16,4-1-9-16,-7-8-21 15,5-1-49-15,-5-10-2 0</inkml:trace>
  <inkml:trace contextRef="#ctx0" brushRef="#br0" timeOffset="-149143.05">19869 12948 425 0,'0'0'4'15,"0"0"2"-15,0 0 1 16,-12-7 2-16,4 5 1 0,-7-1 0 16,1 3 0-16,-7 0 1 15,-1 7-4-15,-6 6-2 16,4 7-2-16,-3 1-1 0,2 10 0 15,2 0-2-15,6 4 0 16,-1 5 0-16,9-3 0 16,1 3-2-16,8-4 1 15,0 0 1-15,5-1-1 0,5-6 1 16,7-1-1-16,1-6 1 16,4 0 1-16,1-7-1 15,7-5 1-15,-1-2 0 16,4-7 1-16,2-1-2 15,2-7 0-15,-3-3 0 0,3-2 0 16,-4-5 0-16,-1-3 0 16,-5-2 0-16,-2-3 0 15,-4-3 0-15,-6-6 0 0,-6-4 0 16,-4-4 0-16,-5-3 0 16,-5 1 0-16,-7 1 0 15,-9 2 0-15,-7 6 0 16,0 6 0-16,-4 9 0 0,-4 5 0 15,4 8 0-15,1 7 0 16,2 0 0-16,5 7 0 16,6 8-14-16,14 2-74 15,1-4-3-15</inkml:trace>
  <inkml:trace contextRef="#ctx0" brushRef="#br0" timeOffset="-147927.04">20100 11262 436 0,'0'0'6'0,"0"0"1"16,7-11 3-16,-7 11 0 0,0 0 0 16,10-9 1-16,-10 9 0 15,0 0-1-15,0 0-10 16,8 2 0-16,-8-2 0 0,0 18 0 15,0-7 0-15,0 5 0 16,0-4 0-16,0 1 0 16,0-1 0-16,0-2 0 15,0-3 0-15,0-7 0 0,5 13 0 16,-5-13 0-16,12 4 0 16,1 0 0-16,-1-3 0 15,-2-1 0-15,5 0 0 16,-3 0 0-16,4 0 0 15,-2 0 0-15,-1 0 0 0,-3 3 0 16,-1-1 0-16,-9-2 0 16,16 5 0-16,-16-5 0 0,7 10 0 15,-7-10 0-15,-2 18 0 16,-6-9 0-16,0 1 0 16,-6 1 0-16,-4 0 0 15,-4 3 0-15,0-3 0 16,-3-4 0-16,2 1 0 0,-1-5-8 15,1-3-49-15,16 0-31 16,-8-8 0-16</inkml:trace>
  <inkml:trace contextRef="#ctx0" brushRef="#br0" timeOffset="-147743.87">20087 11219 459 0,'0'0'5'0,"0"0"0"0,13-12 1 16,-1 2 0-16,-5 0 0 16,6-1 0-16,2 0 0 15,3-3-3-15,-4 0-10 16,2 9-19-16,6-5-56 0,-10 3-3 16</inkml:trace>
  <inkml:trace contextRef="#ctx0" brushRef="#br0" timeOffset="-147277.53">20222 10962 371 0,'0'0'5'16,"0"0"4"-16,-11 0 0 15,-1 0 2-15,-2 2 1 16,-6 3 1-16,-8 7 0 16,1 1 3-16,-8 7-5 15,1 5-2-15,-1 1-1 0,7 9-2 16,-4 2-1-16,12 5 0 15,3-2-1-15,4 5-2 0,8-1 0 16,5 1-2-16,10-3 0 16,5-4 0-16,5-2 0 15,7-6 0-15,3-3 0 16,0-7 0-16,4-4 0 16,2-10 0-16,1-6 0 0,0 0 0 15,-5-10 0-15,3-4 0 16,-3-6 0-16,-4 0 0 15,-1-5 0-15,-2-3 0 16,-6-1 0-16,-1-3 0 0,-3-5 0 16,-7 0 0-16,-3-6 0 15,-5-4 0-15,-7 0 0 16,-4 0 0-16,-8 4 0 0,-4 0 0 16,-4 9 0-16,-3 3 0 15,-5 12 0-15,0 1 0 16,-2 13 0-16,-1 5 0 15,6 0 0-15,-4 12 0 0,8 4 0 16,2 6 0-16,7-3 0 16,14-1-69-16,5 7-20 15</inkml:trace>
  <inkml:trace contextRef="#ctx0" brushRef="#br0" timeOffset="-146427.1">22036 10900 375 0,'0'0'8'0,"0"0"2"0,0 0 3 16,0 0 1-16,0 0 1 16,0 0 1-16,0 0-1 0,0 0 0 15,0 0-6-15,-15 9-4 16,7 8-2-16,-1 1-3 15,-4 7 2-15,5 5-1 16,1 2 1-16,0 1 0 0,6-2 0 16,-1 4 0-16,2-6 0 15,3 1-2-15,7-7 0 16,2-3 0-16,3-6 0 16,0-4 0-16,2-4 0 0,3-6 0 15,-3 0 0-15,0-6 0 16,1-6 0-16,-2-3 0 15,-4-2 0-15,-5-2 0 16,0-2 0-16,-5-1 0 0,-2 0 0 16,-4 4 0-16,-4 1 0 15,-5 5 0-15,-1 2 0 16,-5 7 0-16,-2 3 0 16,-1 3 0-16,3 4 0 15,-4 4 0-15,5 0 0 0,4 1 0 16,1-4 0-16,5 4 0 15,1-7-28-15,7-5-60 16,0 0-3-16</inkml:trace>
  <inkml:trace contextRef="#ctx0" brushRef="#br0" timeOffset="-145960.08">22122 10728 411 0,'0'0'4'0,"0"0"2"0,-10-4 2 0,10 4 1 0,-20-3-1 15,3 3 2-15,-3 5 0 16,-7 7 1-16,-3 8-4 16,-2 8-2-16,-3 6-1 15,3 8-2-15,2 3 2 16,5 2-1-16,3 5 0 0,9 0 0 15,6-3 0-15,7 1-3 16,7-3 0-16,11-5 0 16,5-1 0-16,9-7 0 0,5-5 0 15,2-7 0-15,7-9 0 16,-3-5 0-16,6-8 0 16,-5-6 0-16,0-9 0 15,-1-4 0-15,-6-8 0 0,-5-6 0 16,1-7 0-16,-8-1 0 15,-7-12 0-15,-6-6 0 16,-8-5 0-16,-4-1 0 0,-12-2 0 16,-6 6 0-16,-7 4 0 15,-7 9 0-15,-7 13 0 16,-6 14 0-16,-5 13 0 16,-2 16 0-16,-3 11 0 15,6 21 0-15,4 2-53 0,5 6-37 16,18 5-1-16</inkml:trace>
  <inkml:trace contextRef="#ctx0" brushRef="#br0" timeOffset="-143459.33">23071 9683 379 0,'0'0'9'0,"0"0"2"0,0 0 3 15,0 0 1-15,0 0 0 16,0 0 0-16,0 0 1 16,0 0 0-16,3 10-7 15,-3 3-4-15,0-1-3 0,-3 1 0 16,3 3 1-16,0 2-3 16,9-1 0-16,3-6 0 15,0-3 0-15,8-2 0 0,0-6 0 16,8-7 0-16,-4-6 0 15,5-6 0-15,-1-9 0 16,2-5 0-16,-5-6 0 0,0-5 0 16,-6-8 0-16,-3-2 0 15,-8-4 0-15,-4 1 0 16,-4 8 0-16,-5-1 0 16,-7 11 0-16,-4 6 0 0,2 11 0 15,-2 11 0 1,0 5 0-16,3 8 0 0,-4 13 0 15,4 13 0-15,1 3 0 16,7 12 0-16,0 4 0 16,5 5 0-16,5 0 0 15,7-3 0-15,8-4 0 0,5-3 0 16,3-10 0-16,1-5 0 16,0-4 0-16,1-8 0 15,-2-4 0-15,-3-11-19 0,-18 0-69 16,16 0-3-16</inkml:trace>
  <inkml:trace contextRef="#ctx0" brushRef="#br0" timeOffset="-143243.66">23606 9460 478 0,'0'0'3'0,"0"0"2"0,0 0 1 0,0 0 1 16,8 0 0-16,-8 0-2 16,20 0-5-16,-8-3 0 15,5 2 0-15,0 1 0 0,4-6-6 16,-5 6-78-16,7 0-3 16</inkml:trace>
  <inkml:trace contextRef="#ctx0" brushRef="#br0" timeOffset="-143077.37">23591 9619 415 0,'0'0'4'0,"0"0"2"15,0 0 2-15,5 2 1 16,-5-2 2-16,20 0-1 0,-2 0 1 16,1-2-1-16,6-4-8 15,2 2-13-15,1 4-67 16,7-10-4-16</inkml:trace>
  <inkml:trace contextRef="#ctx0" brushRef="#br0" timeOffset="-142708.41">24108 9156 426 0,'0'0'7'0,"0"-10"4"16,0 10 1-16,-2-10 1 15,2 10 1-15,0 0-1 16,-13-5 0-16,13 5-11 0,-17 20-2 16,7 4 0-16,-5 8 0 15,0 11 0-15,2 4 0 16,1 2 0-16,5 4 0 0,1-2 0 16,6-4 0-16,3 0 0 15,5-9 0-15,4-7 0 16,6-7 0-16,3-10 0 15,-1-4 0-15,3-10 0 16,-1 0 0-16,-4-15 0 0,-1-2 0 16,-5-8 0-16,-4-3 0 15,-8 2 0-15,0-2 0 16,-10 3 0-16,-5 6 0 16,-5 6 0-16,-2 8 0 0,-6 5 0 15,9 18 0-15,-1-1-82 16,0 3-9-16</inkml:trace>
  <inkml:trace contextRef="#ctx0" brushRef="#br3" timeOffset="-136793.41">18771 13818 431 0,'0'0'7'0,"0"0"0"0,0 0 4 15,0 0 0-15,0-7 2 16,0 7-1-16,0 0 1 16,0 0-7-16,0 0-6 15,0 0 0-15,7 7 0 0,-7 5 0 16,3 8 0-16,-3 0 0 16,1 4 0-16,-1 4 0 15,0 2 0-15,0 2 0 16,0-5 0-16,0 1 0 0,0-6 0 15,0 0 0-15,0-5 0 16,-1-5 0-16,1-12 0 16,0 15 0-16,0-15 0 15,0 0 0-15,0 0 0 0,0 0 0 16,0 0 0-16,0 0 0 16,0 0 0-16,0 0 0 15,0 0 0-15,0 0 0 16,0 0 0-16,0 0 0 15,-3-5 0-15,3 5 0 0,0-25-40 16,0 25-52-16</inkml:trace>
  <inkml:trace contextRef="#ctx0" brushRef="#br3" timeOffset="-135209.18">23295 13908 462 0,'0'0'6'0,"0"0"1"15,0 0 2-15,0 0 1 16,-3-14 1-16,3 14-5 0,-2-10-6 16,2 10 0-16,2-14 0 15,7 6 0-15,-2 1 0 16,2-3 0-16,4 2 0 0,2 1 0 16,3-1 0-16,-1 4 0 15,0 4 0-15,-2 0 0 16,3 0 0-16,-9 7 0 15,4 3 0-15,-6 2 0 16,-2 3 0-16,-2 0 0 0,-3 5 0 16,-8 2 0-16,-1 0 0 15,-7 1 0-15,2-1 0 16,-6-2 0-16,4 0 0 16,2-3 0-16,4-7 0 0,0 1 0 15,10-11 0-15,-10 8 0 16,10-8 0-16,0 0 0 15,10 0 0-15,0 0 0 16,5 0 0-16,3-1 0 0,-2-5 0 16,9 5 0-16,-4-2 0 15,-2-3 0-15,1 4 0 16,-5 2 0-16,-2-2 0 0,-1-1 0 16,-12 3 0-16,13 0 0 15,-13 0 0-15,0 0 0 16,0 0 0-16,0 0 0 15,0 0 0-15,0 0 0 16,0 0 0-16,0 0 0 0,0 0 0 16,0 0 0-16,0 0 0 15,0 0 0-15,0 0 0 16,0 0 0-16,0 0 0 16,0 0 0-16,0 0 0 0,0 0 0 15,0-7-90-15,0 7-4 16</inkml:trace>
  <inkml:trace contextRef="#ctx0" brushRef="#br3" timeOffset="-134010.54">19144 11633 409 0,'0'0'6'0,"0"0"3"16,0 0 1-16,0 0 2 15,0-8 1-15,0 8 0 16,0 0 1-16,0-14 1 16,0 14-5-16,8-10-10 0,-8 10 0 15,13-8 0-15,-4 4 0 16,0 1 0-16,1 3 0 15,0 0 0-15,0 0 0 16,-3 0 0-16,-7 0 0 0,13 10 0 16,-8 0 0-16,-5-1 0 15,0 4 0-15,0-1 0 16,-2 1 0-16,-7-1 0 16,2 1 0-16,5-1 0 0,2-12 0 15,-10 15 0-15,10-15 0 16,-5 10 0-16,5-10 0 15,0 10 0-15,0-10 0 16,10 9 0-16,-3-6 0 0,6 3 0 16,-3-5 0-16,2 4 0 15,3 0 0-15,-3 0 0 16,1 0 0-16,-3 0 0 16,-10-5 0-16,10 15 0 0,-10-15 0 15,2 12 0-15,-2-12 0 16,-10 16 0-16,-2-7 0 15,-1-2 0-15,-4 2 0 16,2-5 0-16,-2 3 0 0,2-2-6 16,0-2-6-16,5-1-16 15,10-2-56-15,0 0-1 16</inkml:trace>
  <inkml:trace contextRef="#ctx0" brushRef="#br3" timeOffset="-133777.66">19454 11722 474 0,'0'0'4'0,"0"0"1"0,0 0 0 16,0 0 0-16,0 0 1 15,0 0 0-15,0 12 0 16,0-2-6-16,-2 3 0 0,-1-1 0 15,-2 3 0-15,0 2 0 16,2 1-5-16,-6-6-29 0,4 3-50 16,2-5-3-16</inkml:trace>
  <inkml:trace contextRef="#ctx0" brushRef="#br3" timeOffset="-133427.44">19627 11645 492 0,'0'0'4'0,"0"0"0"15,0 0 1-15,0 0-1 0,0 0-2 16,0 0-2-16,0 0 0 16,0 10 0-16,-2 3 0 15,-3-1 0-15,-2 5 0 16,0-2 0-16,-4 2 0 0,-1 3 0 15,3-2 0-15,-2-7 0 16,4 0 0-16,7-11 0 16,-12 14 0-16,12-14 0 0,0 0 0 15,0 0 0-15,12 0 0 16,-3-2 0-16,9-5 0 16,-3 0 0-16,5-2 0 15,0 3 0-15,-1-2 0 0,-1 1 0 16,2 1 0-16,-8-1-29 15,0 6-55-15,-1-3-4 16</inkml:trace>
  <inkml:trace contextRef="#ctx0" brushRef="#br3" timeOffset="-133192.74">19668 11647 488 0,'0'0'3'0,"0"0"1"0,0 0 0 16,0 0 1-16,2 8 0 16,-2-8-3-16,5 15-2 15,0-2 0-15,-3-1 0 16,3 2 0-16,1 3 0 0,1 6 0 16,-2-5 0-16,1 2 0 15,0-6 0-15,2 6-39 16,-1-4-45-16,-2-7-5 15</inkml:trace>
  <inkml:trace contextRef="#ctx0" brushRef="#br3" timeOffset="-131610.4">19988 12053 381 0,'0'0'9'0,"0"0"1"0,0 0 2 16,0 0 3-16,0 0 0 0,0 0 1 15,0 0 0-15,0 0 0 16,0 0-7-16,0 0-3 16,0 0-2-16,0 0-2 15,0 0-2-15,0 0 0 0,0 0 0 16,0 6-2-16,0-6 1 16,0 0 1-16,7 10 0 15,-7-10 0-15,8 8 0 16,-8-8 1-16,0 0 1 0,12 4-2 15,-12-4 0-15,0 0 0 16,0 0 0-16,0 0 0 16,5-4 0-16,-5 4 0 0,0 0 0 15,-2-13 0-15,2 13 0 16,-12-5 0-16,1 5 0 16,4 0 0-16,-3 3 0 15,1 1 0-15,1 4 0 16,8-8 0-16,-15 13 0 0,15-13 0 15,-5 11 0-15,5-11 0 16,3 8 0-16,-3-8 0 16,14 2 0-16,-3-2 0 15,1-2 0-15,-3-3 0 0,2 0 0 16,-4 0 0-16,-7 5 0 16,12-13 0-16,-12 13 0 15,3-9 0-15,-3 9 0 16,-5-3 0-16,5 3 0 0,-17 0 0 15,6 3 0-15,-1 2 0 16,-1-1 0-16,4 5 0 16,-1 0 0-16,10-9 0 15,-10 18 0-15,10-18 0 0,0 12 0 16,0-12 0-16,10 5 0 16,0-5 0-16,-1 0 0 15,7-3 0-15,-4-2 0 0,-2-2 0 16,2-1 0-16,-2 1 0 15,-10 7 0-15,11-12 0 16,-11 12 0-16,-3-11 0 16,-7 10 0-16,-2 1 0 0,-1 0 0 15,-2 1 0-15,3 8 0 16,-3-9 0-16,5 9-81 16,8-2-8-16</inkml:trace>
  <inkml:trace contextRef="#ctx0" brushRef="#br3" timeOffset="-129776.04">22522 11544 458 0,'0'0'4'0,"0"0"2"16,0 0 2-16,0 0 0 16,6-10 2-16,-6 10 0 15,0 0-3-15,0 0-7 16,0 0 0-16,0 0 0 0,-8 0 0 15,8 0 0-15,-7 14 0 16,-1 0 0-16,4-3 0 16,-1-1 0-16,1 3 0 0,4-3 0 15,0-1 0-15,4 4 0 16,-4-13 0-16,17 12 0 16,-5-7 0-16,-2 3 0 15,5-3 0-15,2-1 0 0,0 4 0 16,-1-3 0-16,-2 0 0 15,-1 0 0-15,-1 3 0 16,-5-4 0-16,-7-4 0 16,12 8 0-16,-12-8 0 0,0 0 0 15,6 10 0-15,-6-10 0 16,-7 10 0-16,7-10 0 16,-20 9 0-16,8-4 0 15,-1 0 0-15,-4 0 0 0,-1-3 0 16,1 1 0-16,-1 0 0 15,6-3 0-15,-1 0-10 16,4-8-57-16,2 3-21 16,7 5-1-16</inkml:trace>
  <inkml:trace contextRef="#ctx0" brushRef="#br3" timeOffset="-129543.72">22498 11514 439 0,'0'0'5'0,"0"0"2"0,0 0 1 0,0 0 1 16,12-5 1-16,-12 5 1 16,10-10-1-16,0 5 0 15,-10 5-8-15,17-10-2 16,-4 5 0-16,2 2 0 0,0 1 0 15,1 2 0-15,0-2-30 16,1 2-53-16,1 2-3 16</inkml:trace>
  <inkml:trace contextRef="#ctx0" brushRef="#br3" timeOffset="-129276.31">22836 11680 470 0,'0'0'4'0,"0"0"2"15,0 0 2-15,0 0-1 16,0 0 0-16,0 0 0 0,0 0-5 16,0 0-2-16,0 0 0 15,2 17 0-15,-2-6 0 16,0 3 0-16,0 3 0 15,0-2 0-15,0 3 0 0,-4-6 0 16,4 7-30-16,9-3-54 16,-9-7-5-16</inkml:trace>
  <inkml:trace contextRef="#ctx0" brushRef="#br3" timeOffset="-128876.71">23069 11365 469 0,'0'0'4'16,"0"0"1"-16,0 0 0 0,0 0 0 16,0 0 0-16,-2 13 0 15,-3-1 1-15,0 8 1 16,-2 3-7-16,-4 6 0 15,2 3 0-15,1 8 0 16,0-3 0-16,6 0 0 0,-1-2 0 16,3-6 0-16,3-1 0 15,7-6 0-15,2-5 0 16,4-7 0-16,1-2 0 16,0-8 0-16,0 0 0 0,-1-3 0 15,1-7 0-15,-4-1 0 16,-1-7 0-16,-8 0 0 15,-4-4 0-15,0 5 0 16,-4 2 0-16,-8 0 0 0,-4 2 0 16,-5 9 0-16,-2 4 0 15,0 10 0-15,1-3 0 16,2 8-78-16,3 2-11 0</inkml:trace>
  <inkml:trace contextRef="#ctx0" brushRef="#br3" timeOffset="-127560.25">21526 10134 308 0,'0'0'6'0,"0"0"5"0,0 0 2 15,-9 0 2-15,9 0 3 16,0 0 1-16,-11 0 0 15,11 0 0-15,0 0-5 16,0 0-4-16,0 0-2 0,0 0-2 16,-3 8-1-16,3-8-1 15,0 0 0-15,11 7 1 16,-1-5 1-16,4-2-1 0,2 0 1 16,-1 0 0-16,4-4-2 15,1-1-4-15,-3-3 0 16,4 0 0-16,-9 4 0 15,-2-1 0-15,-10 5 0 0,12-8 0 16,-12 8 0-16,0 0 0 16,0 0 0-16,0 0 0 15,0 0 0-15,0 0 0 16,-3 8 0-16,-3 4 0 16,-2 3 0-16,0 4 0 0,-1 5 0 15,-1 0 0-15,-3 1 0 16,3 0 0-16,5-4 0 15,1 2 0-15,-2-8 0 16,3-1 0-16,3-1 0 0,0-13 0 16,0 15 0-16,0-15 0 15,0 0 0-15,0 0 0 16,0 0 0-16,0 0 0 0,0 0 0 16,0 0 0-1,0 0 0-15,0 0 0 0,0 0 0 16,0 0-6-16,0-8-82 15,0 8-3-15</inkml:trace>
  <inkml:trace contextRef="#ctx0" brushRef="#br3" timeOffset="-126077.41">23459 10193 463 0,'0'0'4'0,"0"0"2"0,5-12 2 15,-5 12 1-15,3-10 1 16,-3 10 1-16,0-8-11 0,0 8 0 16,0 0 0-16,0 0 0 15,2 11 0-15,0 8 0 16,3 1 0-16,4 3 0 16,0 9 0-16,3 0 0 0,1 0 0 15,2-2 0-15,-2 0 0 16,-1-1 0-16,-3-4 0 15,-1 0 0-15,-5-5 0 16,-3-3 0-16,-7 0 0 16,-6-4 0-16,-4 2 0 0,-3-6 0 15,-5-1 0-15,-1-6 0 16,-1 1 0-16,3-3 0 16,-1-3 0-16,6-1 0 15,3-7-9-15,3 3-20 0,13-9-56 16,-5 3-2-16</inkml:trace>
  <inkml:trace contextRef="#ctx0" brushRef="#br3" timeOffset="-125743.72">23333 10000 446 0,'0'0'5'0,"0"0"1"0,0 0 2 0,0 0 1 16,0 0 1-16,0 0 1 15,0 0-1-15,0 0-4 0,0 0-6 16,0 0 0-16,0 0 0 15,0 0 0-15,7-4 0 16,-7 4 0-16,15-3 0 16,-15 3 0-16,13-3 0 0,-13 3 0 15,14-2 0-15,-14 2 0 16,11 0-15-16,-16 0-71 16,5 0-1-16</inkml:trace>
  <inkml:trace contextRef="#ctx0" brushRef="#br3" timeOffset="-125460.54">23904 10221 493 0,'0'0'4'16,"0"0"1"-16,5 0 0 16,-5 0-1-16,0 0-4 0,10 0 0 15,-10 0 0-15,10 0 0 16,-10 0 0-16,13 0 0 16,-4-3 0-16,6 3-4 15,5 0-83-15,-2-2-1 16</inkml:trace>
  <inkml:trace contextRef="#ctx0" brushRef="#br3" timeOffset="-125293.66">23857 10330 430 0,'0'0'4'16,"0"0"1"-16,0 0 1 0,0 0 2 15,10 0 0-15,-1 0 0 16,4-2 0-16,7-1 0 15,0-4-7-15,7 4-16 0,6-2-64 16,-6-5-5-16</inkml:trace>
  <inkml:trace contextRef="#ctx0" brushRef="#br3" timeOffset="-124792.51">24195 9999 451 0,'0'0'4'0,"0"0"2"16,0 0 0-16,0 0 0 16,0 0 1-16,0 0 0 0,0 0 1 15,-5 8 0-15,5-8-4 16,12 13 0-16,3-8-4 15,5-2 0-15,3-1 0 16,6-2 0-16,1 0 0 0,0-2 0 16,0-6 0-16,-3 0 0 15,-5-1 0-15,-2 2 0 16,-8-3 0-16,-1 5 0 16,-11 5 0-16,10-10 0 0,-10 10 0 15,0 0 0-15,0 15 0 16,-10 2 0-16,2 8 0 15,-2 2 0-15,3 5 0 0,-3 5 0 16,2 1 0-16,1-1 0 16,2-5 0-16,2 0 0 15,3-5 0-15,0-7 0 16,-2 0 0-16,2-7 0 16,0-6 0-16,0-7 0 15,0 9 0-15,0-9 0 16,0 0 0-16,0 0 0 0,0 0 0 15,0 0 0-15,0 0 0 16,0 0-69-16,-7 0-22 0</inkml:trace>
  <inkml:trace contextRef="#ctx0" brushRef="#br3" timeOffset="-123893.77">23698 10810 430 0,'0'0'6'16,"0"0"2"-16,3-10 3 0,-3 10 1 15,0 0 0-15,2-11 0 0,-2 11 0 16,0 0-4-16,5 4-8 15,-3 10 0-15,1 10 0 16,-1 5 0-16,3 1 0 0,1 6 0 16,-1 2 0-16,2-1 0 15,-2-2 0-15,-2-7 0 16,3-3 0-16,-3-7 0 16,0-3 0-16,2-2 0 0,-5-13 0 15,0 10 0-15,0-10 0 16,0 0 0-16,0-8 0 15,0-4 0-15,0-3 0 16,5-6 0-16,-3 0 0 0,3-4 0 16,2 0 0-16,1 6 0 15,-1 1 0-15,1 1 0 16,-4 4 0-16,-4 13 0 16,16-7 0-16,-7 7 0 0,-1 5 0 15,4 8 0-15,1-1 0 16,2 3 0-16,0 2 0 15,-3 1 0-15,1 4 0 16,-6-7 0-16,6 2 0 0,-8-2 0 16,7-1-7-16,-8-6-79 15,7-1-3-15</inkml:trace>
  <inkml:trace contextRef="#ctx0" brushRef="#br3" timeOffset="-123693.89">24106 10939 475 0,'0'0'4'0,"0"0"2"0,0 0 1 15,0 0 0-15,0 0 0 16,7 5-2-16,-7-5-5 16,12 3 0-16,-2-3 0 15,1 0 0-15,3 0 0 0,6 0 0 16,-5-5-40-16,2 5-47 15,-2 0-2-15</inkml:trace>
  <inkml:trace contextRef="#ctx0" brushRef="#br3" timeOffset="-123525.3">24138 11036 435 0,'0'0'5'16,"0"0"2"-16,0 0 1 15,-5 10 1-15,5-10 1 16,0 0 1-16,5 12 0 15,-5-12 0-15,17 3-7 16,-2-3-4-16,3 0 0 0,1 0-16 16,4-3-67-16,1-2-3 15</inkml:trace>
  <inkml:trace contextRef="#ctx0" brushRef="#br3" timeOffset="-123193.39">24493 10840 439 0,'0'0'4'16,"0"0"2"-16,0 0 0 0,-10 10 1 16,5 0 0-16,-2 5 1 15,-4 3 0-15,2 1 0 16,1 3-3-16,4 1-3 0,-2-2 1 16,6 2 0-16,0-6 0 15,3 1-1-15,7-6-2 16,2-2 0-16,8-4 0 15,0-5 0-15,0-1 0 0,2-4 0 16,1-4 0-16,-6-6 0 16,1-1 0-16,-6-6 0 15,-5-1 0-15,-7-2 0 16,0-4 0-16,-12 3 0 16,0 3 0-16,-11 5 0 0,-2 2 0 15,-5 8 0-15,-2 7 0 16,0 7-8-16,-1 8-77 15,8-4-3-15</inkml:trace>
  <inkml:trace contextRef="#ctx0" brushRef="#br3" timeOffset="-120226.65">18231 14814 432 0,'0'0'6'0,"0"0"2"0,0 0 3 16,0 0 0-16,0-10 1 15,0 10-1-15,0 0 0 16,0 0-2-16,0 7-9 0,0 3 0 15,-2 5 0-15,0 3 0 16,-2 0 0-16,3 3 0 16,1-1 0-16,0 0 0 15,0-3 0-15,0-2 0 0,0-6 0 16,0-9 0-16,0 13-2 16,0-13 0-16,0 0 0 15,0 0 0-15,0-15 1 16,1 5 1-16,5-5 1 0,-4-5 1 15,3 3-1 1,0-5 1-16,1 5-1 0,-1 0 1 16,2 1-2-16,-2 5 0 15,-5 11 0-15,13-11 0 0,-4 11 0 16,-9 0 0-16,17 11 0 16,-4 0 0-16,-1 5 0 15,1 1 0-15,-3 0-3 16,-1 3 1-16,0-3 0 0,-5 1 0 15,-1-3-1-15,-3-3 2 16,0-5 0-16,0-7 0 16,0 0 2-16,0 0 0 15,-7 6 0-15,7-6 1 0,-4-17 0 16,4 6 0-16,6-7 0 16,-1-1 0-16,1-2 0 15,5 3-2-15,-1 0 0 16,0 3 0-16,2 0 0 15,-1 7 0-15,-2 6 0 16,3 2 0-16,-1 0 0 0,1 8 0 16,-5 4 0-16,6 1 0 15,-3 4 0-15,-1 0 0 16,2 0 0-16,-4 3-6 0,-3 0-2 16,-1-3-14-16,-6-2-60 15,3-1-4-15</inkml:trace>
  <inkml:trace contextRef="#ctx0" brushRef="#br3" timeOffset="-119893.66">18711 14893 389 0,'0'0'6'0,"0"0"3"0,0 0 0 15,0 0 1-15,0 0 1 16,0 0 0-16,0 0 0 15,0 0 1-15,10 0-7 16,-10 0-5-16,14 0-9 0,-5 7-43 16,0-7-27-16,7-3-4 15</inkml:trace>
  <inkml:trace contextRef="#ctx0" brushRef="#br3" timeOffset="-119693.72">18689 14997 400 0,'0'0'6'0,"0"0"2"15,0 0 3-15,0 0 0 16,9 0 1-16,2-3 0 16,1 0 1-16,2 3-1 15,4 0-6-15,5-1-9 0,4 1-22 16,3 0-55-16,-3 0-3 15</inkml:trace>
  <inkml:trace contextRef="#ctx0" brushRef="#br3" timeOffset="-119026.52">19183 14846 459 0,'0'0'4'0,"0"0"1"15,0 0 2-15,0-13 1 0,0 13 0 16,0-6 1-16,0 6-1 16,3-13-5-16,-3 13-3 15,15-12 0-15,-5 9 0 16,-1 0 0-16,7 0 0 0,0 3 0 15,0 0 0-15,-4 6 0 16,1 1 0-16,-3 1 0 16,-6-1 0-16,-1 3-3 15,-3 0-1-15,-3 0 1 16,-4 0 1-16,0 0 1 0,-4-2 0 16,2 1 0-16,-1-1 1 15,10-8 0-15,-11 12 0 16,11-12 0-16,0 10 1 0,0-10 1 15,16 9-1-15,-4-3 2 16,6-2-1-16,-1 2 0 16,3 1 0-16,-2 1 0 0,-4-1-2 15,-2 0 0-15,-1 4 0 16,-8-3 0-16,1 3 0 16,-8-1 0-16,-4 2 0 15,-8 1 0-15,0-1 0 16,-7-2 0-16,0-3 0 0,-2 1-6 15,-2-5-1-15,8 1-9 16,1-4-19-16,-7 0-49 16,15-2 0-16</inkml:trace>
  <inkml:trace contextRef="#ctx0" brushRef="#br3" timeOffset="-118660.33">19785 14660 454 0,'0'0'5'0,"0"0"3"0,0 0 1 15,0 0 1-15,0 0 1 16,0 0 0-16,0 0-8 15,-6 0-3-15,-8 5 0 0,-2 13 0 16,2 1 0-16,-6 8 0 16,0 8 0-16,-2 5 0 15,4 2 0-15,1-2 0 16,9 1 0-16,3-3 0 16,5-4 0-16,5 1 0 0,8-8 0 15,7-4 0-15,2-1 0 16,3-5 0-16,5-4 0 15,-5-3 0-15,2-2 0 0,1-7-38 16,-7 5-48-16,-3-6-4 16</inkml:trace>
  <inkml:trace contextRef="#ctx0" brushRef="#br3" timeOffset="-117689.41">19983 14796 377 0,'0'0'8'0,"0"-10"3"0,0 10 3 16,5-12 2-16,-5 12 1 16,2-12 2-16,-2 12 1 15,3-10 0-15,-3 10-11 0,0 0-9 16,0 0 0-16,-12 10 0 15,2 5 0-15,-3 4 0 16,-1 3 0-16,-2 6 0 16,0 5 0-16,0-2 0 0,6 2 0 15,3-2 0-15,5-3 0 16,2-3 0-16,5-5 0 16,4-6 0-16,9-7 0 15,1-1 0-15,1-3 0 16,3-3 0-16,-1-3 0 0,-4-3 0 15,-4-1 0-15,2-5 0 16,-7 2 0-16,-4-7 0 16,-5 3 0-16,-5-3 0 0,-4 6 0 15,-7-4 0-15,-1 5 0 16,-3 0 0-16,1 8 0 16,-4-1 0-16,5 3 0 15,-1 3 0-15,4 1 0 0,5 4 0 16,5 2-20-16,5-10-66 15,0 9-3-15</inkml:trace>
  <inkml:trace contextRef="#ctx0" brushRef="#br3" timeOffset="-117175.96">20220 14896 453 0,'0'0'4'0,"0"0"3"0,0 0 0 15,0 0 1-15,0 0 1 16,0 0 0-16,7-3 0 0,2 0-4 15,2 3-5-15,3 0 0 16,4 0 0-16,-1-2 0 16,3 2 0-16,3-2 0 15,-4 2 0-15,1 0 0 16,-3-3 0-16,-1 3 0 0,-7-3 0 16,4 3 0-16,-13 0 0 15,8-1 0-15,-8 1 0 16,0 0 0-16,0 0-11 0,0 0-43 15,-8 7-33-15,8-7-1 16</inkml:trace>
  <inkml:trace contextRef="#ctx0" brushRef="#br3" timeOffset="-116943.97">20632 14823 481 0,'0'0'3'16,"0"0"0"-16,0 0 1 15,0 0 1-15,2 10-1 16,-2 0 1-16,2 3 1 16,-2-1-6-16,0 3 0 0,0 2 0 15,0 1 0-15,3 1-5 16,-3-9-22-16,-5 5-56 15,5-7-4-15</inkml:trace>
  <inkml:trace contextRef="#ctx0" brushRef="#br3" timeOffset="-116577.3">20703 14630 465 0,'0'0'4'16,"0"0"2"-16,0 0 1 0,0 0 1 16,6-1 0-16,-6 1 1 15,12 4-5-15,-2 6-4 16,5 5 0-16,0 10 0 16,3-3 0-16,-2 6 0 0,2 3 0 15,-3 7 0-15,-2-4 0 16,-4 2 0-16,-2 2 0 15,-7-1 0-15,0 0 0 16,-7-2 0-16,-5 3 0 16,-1-11 0-16,-1 5 0 0,-2-7 0 15,-3-4 0-15,4 0 0 16,0-6 0-16,2-3 0 16,4-2 0-16,-1-3 0 15,10-7 0-15,-13 3-26 16,13-3-62-16,0 0-3 0</inkml:trace>
  <inkml:trace contextRef="#ctx0" brushRef="#br3" timeOffset="-115410.72">21079 14888 305 0,'0'0'9'0,"0"0"5"15,0 0 4-15,0 0 2 0,0 0 4 16,0 0-1-16,0 0 2 16,0 0 0-16,0 0-7 15,0 0-5-15,8 0-3 16,1 0-3-16,7-2-7 0,0-1 0 15,5 3 0-15,0-3 0 16,7 3 0-16,-1 0 0 16,-7-1 0-16,6 1 0 0,-10 0 0 15,-3 0 0-15,-1 0 0 16,-12 0 0-16,13 0 0 16,-13 0 0-16,0 0 0 15,0 0 0-15,0 0 0 16,0 0 0-16,0 0 0 15,0 0 0-15,0 0 0 0,0 0 0 16,0 0-24-16,-10 0-63 16,10 0-3-16</inkml:trace>
  <inkml:trace contextRef="#ctx0" brushRef="#br3" timeOffset="-114693.79">21608 14799 431 0,'0'0'5'15,"0"0"3"-15,0 0 2 0,0 0 1 16,0-10 0-16,0 10 2 16,0-15 0-16,0 5-4 15,0 10-9-15,10-15 0 16,-3 7 0-16,6 0 0 0,-1 2 0 16,1 3 0-16,1 1 0 15,5 2 0-15,-5 0 0 16,-2 7 0-16,3 1 0 15,-3 4 0-15,-1 1 0 0,-1-1 0 16,-5 5 0-16,-5 1 0 16,0 0 0-16,-5 1 0 15,-7-2 0-15,-4-1 0 16,2 1 0-16,-4-3 0 16,-5-2 0-16,7 1 0 0,0-5 0 15,2 1 0-15,1-6 0 16,3 2 0-16,10-5 0 15,-10 5 0-15,10-5 0 0,0 0 0 16,0 0 0-16,8 0 0 16,1 0 0-16,4 0 0 15,-1 0 0-15,6 0 0 16,-1 0 0-16,3 0 0 0,3 0 0 16,-4 1 0-16,1-1 0 15,-5 4 0-15,3-4 0 16,-9 2 0-16,2-2 0 15,-11 0 0-15,9 0 0 16,-9 0 0-16,0 0 0 0,0 0 0 16,0 0 0-16,0 0 0 15,0 0 0-15,0 0 0 16,0 0 0-16,0 0 0 16,0 0 0-16,0 0 0 0,0 0 0 15,0 0 0-15,0 0 0 16,0 0 0-16,-2 19-68 15,2-19-26-15</inkml:trace>
  <inkml:trace contextRef="#ctx0" brushRef="#br3" timeOffset="-113143.37">22018 14608 339 0,'0'0'7'0,"0"0"4"15,10-10 4-15,-10 10 3 16,10-9 2-16,-10 9 1 0,8-13 0 15,-8 13 1-15,0 0-7 16,0 0-4-16,0 7-4 16,-8 14-3-16,-5 4-4 0,1 6 0 15,-1 6 0-15,-1 5 0 16,2 5 0-16,1 0 0 16,6-1 0-16,3-3 0 15,2-3 0-15,0-5 0 0,10-5 0 16,0-5 0-16,5-9 0 15,3 0 0-15,-2-4-3 16,5-4-3-16,-4-8-4 16,7 2-14-16,1-2-59 0,-4-5-3 15</inkml:trace>
  <inkml:trace contextRef="#ctx0" brushRef="#br3" timeOffset="-112726.65">22129 14789 413 0,'0'0'3'0,"0"0"1"0,0 0 3 15,0 0 1-15,0 0 0 16,9 2 2-16,-9-2 0 16,16 2 0-16,-3-2-1 15,2 0-3-15,3 0-1 16,-1 0-2-16,0 0 0 0,-5 0-1 16,4-2 0-16,-7 2-1 15,-9 0 0-15,16 2 1 0,-16-2-1 16,0 16 0-16,0-4 1 15,-5 3-2-15,-1 0 0 16,1 5 0-16,-2-3 0 16,2 3 0-16,1-3 0 15,1 1 0-15,3-3-3 0,0-3-4 16,0-2-8-16,0-10-52 16,12 0-18-16</inkml:trace>
  <inkml:trace contextRef="#ctx0" brushRef="#br3" timeOffset="-112377.2">22404 14536 409 0,'0'0'6'16,"0"0"2"-16,0 0 2 15,0 0 2-15,7 7 1 16,0 3 1-16,-2 5 0 0,2 8 1 16,4 4-5-16,-5 2-10 15,7 9 0-15,-2-1 0 16,1 3 0-16,-5 0 0 16,1-4 0-16,-1 2 0 0,-2-1 0 15,0-5 0-15,-5 3 0 16,0-6 0-16,-7 1 0 15,-3-3 0-15,-5-2 0 16,-6-3 0-16,5-2 0 0,-5-6 0 16,2 1-9-16,-1-6-10 15,6-5-26-15,0 0-41 16,7-4-1-16</inkml:trace>
  <inkml:trace contextRef="#ctx0" brushRef="#br3" timeOffset="-112126.59">22550 14930 479 0,'0'0'4'0,"0"0"1"0,0 0 1 16,0 0 0-16,4-8 1 15,-4 8-3-15,9-2-4 16,-9 2 0-16,19-2 0 0,-9 2 0 16,2 0 0-16,4-3 0 15,1 3 0-15,-2 5-59 16,2-5-28-16,3-5-3 16</inkml:trace>
  <inkml:trace contextRef="#ctx0" brushRef="#br3" timeOffset="-111622.56">22924 14833 391 0,'0'0'6'0,"0"0"3"16,0 0 1-16,-4-2 0 15,4 2 2-15,0 0-1 16,-15 2 1-16,15-2 0 15,-13 15-6-15,9-5-2 0,-1 3-1 16,2 2 0-16,1-1-1 16,2 1 0-16,2 0-1 0,6 0 1 15,5-5 0-15,1 0 0 16,4-5 1-16,1-3 0 16,4-2 2-16,-1 0-5 15,-1-6 0-15,-5 0 0 16,-4-7 0-16,-1 1 0 0,-10-3 0 15,-1-5 0-15,-3 0 0 16,-13 3 0-16,2-3 0 16,-4 4 0-16,-5 5 0 15,2 4 0-15,0 4 0 0,1 3 0 16,-1 3-81-16,8 4-9 16</inkml:trace>
  <inkml:trace contextRef="#ctx0" brushRef="#br3" timeOffset="-110910.14">23427 14838 449 0,'0'0'5'0,"0"0"1"16,0 0 2-16,0 0 1 15,0 0 0-15,7-9-1 16,1 7 2-16,2-2-3 0,7 4-7 15,-1-2-8-15,5-3-42 16,2 3-34-16,-1-1-3 16</inkml:trace>
  <inkml:trace contextRef="#ctx0" brushRef="#br3" timeOffset="-110776.33">23393 14943 431 0,'0'0'5'0,"0"0"2"0,0 0 1 15,9 4 1-15,7-1 1 16,0-3-3-16,9 2-10 16,13-2-70-16,-1 0-7 15</inkml:trace>
  <inkml:trace contextRef="#ctx0" brushRef="#br3" timeOffset="-108258.25">23713 14715 412 0,'0'0'5'0,"0"0"2"15,0 0 0-15,0 0 1 16,0 0 1-16,9 0 1 16,-9 0 0-16,6 12-1 0,-3 0-3 15,1 6-3 1,-1-1 0-16,-1 8-1 0,1-1 0 15,-3-1-2-15,0 2-1 16,0-3 0-16,0-2-4 16,0 0-4-16,0-8-8 0,0-2-27 15,2 0-39-15,-2-10-1 16</inkml:trace>
  <inkml:trace contextRef="#ctx0" brushRef="#br3" timeOffset="-107824.6">23963 14741 408 0,'0'0'5'16,"0"0"3"-16,0 0 2 15,0 0 2-15,0 0 0 16,0 0 1-16,0 0-1 0,-4 3 0 15,4-3-5-15,-12 10-3 16,1-2-3-16,4-1-1 16,-3 3-1-16,0 0-1 15,2 3 1-15,4 1 0 0,-1-3 0 16,5 3 1-16,5-1-1 16,2-1 1-16,3-2 0 15,2 0 1-15,0 1-1 0,4 0 1 16,-4-4-1-16,3 3 1 15,-3-2-1-15,-1-1 1 16,-11-7-1-16,14 10 1 16,-14-10 1-16,0 0-1 15,3 12 1-15,-3-12 0 0,-5 3 0 16,-2-2-2-16,-6 3-2 16,-2-4-1-16,-3 2-3 15,2-2-5-15,-5 0-8 16,-1 0-27-16,5-6-38 15,4 2-2-15</inkml:trace>
  <inkml:trace contextRef="#ctx0" brushRef="#br3" timeOffset="-107377.36">23899 14716 413 0,'0'0'5'0,"0"0"2"0,0 0 1 0,7 0 2 0,-7 0 0 0,11 0 1 15,-2 0 0-15,1 3 1 16,3-3-4-16,-1 0-2 15,1 0-1-15,2 0-2 16,0 0-1-16,-1 0-2 0,2 0 0 16,-4 0 0-16,0 0 0 15,1 0 0-15,-6 0 0 0,-7 0 0 16,15 0 0-16,-15 0 0 16,10 0 0-16,-10 0 0 15,0 0 0-15,0 0 0 16,0 0 0-16,0 0 0 15,0 0 0-15,0 0 0 16,0 0 0-16,0 0 0 0,0 0 0 16,0 0 0-16,0 0 0 15,-20 3-81-15,20-3-9 16</inkml:trace>
  <inkml:trace contextRef="#ctx0" brushRef="#br3" timeOffset="-106460.49">24152 14858 405 0,'0'0'6'0,"0"0"3"0,0 0 1 15,0 0 0-15,0 0 2 16,0 0 1-16,0 0 0 15,0 0 0-15,16-2-5 16,-16 2-3-16,16 0 0 16,-5 0-3-16,1 0-2 0,1 0 0 15,-1 0 0-15,0 0 0 16,1 0 0-16,-1 2 0 16,1 1-4-16,-3-3-9 15,3 0-27-15,-4 0-45 0,-9 0-2 16</inkml:trace>
  <inkml:trace contextRef="#ctx0" brushRef="#br3" timeOffset="-106210.63">24428 14737 441 0,'0'0'5'0,"0"0"3"15,0 0 1-15,0 0 0 16,0 0 1-16,0 0-1 16,11 7 0-16,-11-7 2 15,0 18-11-15,0-3 0 0,0-1 0 16,0 9 0-16,0-6-2 16,0 8-9-16,-6-10-15 15,-11 2-57-15,17-1-4 16</inkml:trace>
  <inkml:trace contextRef="#ctx0" brushRef="#br3" timeOffset="-105843.71">24697 14715 452 0,'0'0'4'0,"0"0"1"15,0 0 1-15,0 0 0 0,-3 7 1 16,1 0-1-16,-5 5 0 16,-2 4 1-16,0-1-4 15,-3 2-1-15,-1 3-1 16,-5-2 0-16,4-4-1 0,-1-1 0 16,0-1 0-16,0-2 0 15,5-3 0-15,10-7-1 16,-15 10 0-16,15-10-1 15,0 0 0-15,0 0 1 16,0 0 0-16,0 0-1 0,5 0 1 16,-5 0 0-16,20-3 0 15,-5-1 1-15,0 4 0 16,0-6-3-16,7 5-3 0,-4-6-14 16,-1 3-60-16,3-3-4 15</inkml:trace>
  <inkml:trace contextRef="#ctx0" brushRef="#br3" timeOffset="-105643.76">24701 14709 456 0,'0'0'1'0,"0"0"2"0,0 0 0 16,0 10 0-16,0 5 1 15,0 5 0-15,3 0-1 16,-2 10 0-16,3-3-6 16,2 8-30-16,-4-1-48 0,0-4-1 15</inkml:trace>
  <inkml:trace contextRef="#ctx0" brushRef="#br3" timeOffset="-105310.5">23942 15379 484 0,'0'0'3'0,"0"0"2"0,0 0 0 16,0 0 1-16,0 0 2 16,0 0-8-16,0 0 0 15,17 0 0-15,1 0 0 16,1 0 0-16,6 0 0 0,2-6-8 15,1 6-78-15,2-2-2 16</inkml:trace>
  <inkml:trace contextRef="#ctx0" brushRef="#br3" timeOffset="-105142.78">23963 15443 439 0,'0'0'5'0,"0"0"2"16,0 0 1-16,0 11 1 0,0-11 0 15,8 6 1-15,2-1 0 16,10-2 0-16,0-1-6 16,7 1-7-16,3-3-11 15,5 0-68-15,2 0-4 16</inkml:trace>
  <inkml:trace contextRef="#ctx0" brushRef="#br3" timeOffset="-104888.42">24501 15294 486 0,'0'0'3'0,"0"0"2"0,0 0 0 15,0 0 1-15,0 0 0 16,0 18-6-16,0-1 0 15,0 6 0-15,-5 8 0 0,2 9 0 16,-2 12 0-16,-5 3 0 16,10-19-56-16,-5 29-33 15</inkml:trace>
  <inkml:trace contextRef="#ctx0" brushRef="#br3" timeOffset="-100960.63">20346 11660 242 0,'0'0'7'16,"0"0"2"-16,0 0 2 16,0 0 3-16,0 0 1 0,0 0-1 15,0 0 2-15,0 0 1 16,2 10-5-16,-2 0-3 15,3 3 0-15,-1 6-4 16,-2-2 0-16,3 11-1 0,-1-1-2 16,1 3-2-16,-1-1-2 15,0-1-2-15,1-2-4 16,0-1-1-16,0-4-5 16,-1-4-5-16,0-2-12 0,-2-6-17 15,10 1-23-15,-10-10-3 16</inkml:trace>
  <inkml:trace contextRef="#ctx0" brushRef="#br3" timeOffset="-100542.55">20574 11382 292 0,'0'0'6'0,"0"0"0"0,0 0 0 15,0 0 0-15,5 8 2 16,-5-8-1-16,0 20 1 16,3-4-1-16,-3 8-4 0,3 0 0 15,-3 14-2-15,2-2 1 16,-2 7-2-16,3 5 1 16,-1-4 0-16,1 2-1 15,1-1-1-15,1 0-1 0,0-8-4 16,0-4-3-16,3-2-8 15,-6-4-17-15,3-4-34 16,2-3-4-16</inkml:trace>
  <inkml:trace contextRef="#ctx0" brushRef="#br3" timeOffset="-100115.23">20816 11061 290 0,'0'0'2'0,"0"0"-2"0,0 7 4 0,0 3 0 15,0 10 1-15,2 4 0 16,0 9 1-16,3 6 1 16,3 11 1-16,0 2 0 15,-1 9 0-15,0 0-2 0,-2 5-1 16,1-2 2-16,-2 3-3 15,-4-4 1-15,0-2-2 16,0-6-1-16,0-1-3 16,0-9-3-16,-2-5-7 0,-3-11-12 15,2-7-37-15,0-2-14 16</inkml:trace>
  <inkml:trace contextRef="#ctx0" brushRef="#br3" timeOffset="-99726.55">20999 10845 285 0,'0'0'3'0,"0"0"1"0,0 0 2 16,0 5 2-16,3 7 0 16,-3 10 3-16,2 3-3 15,-2 13 3-15,5 11-2 16,0 6 0-16,3 6 0 0,-3 6-3 15,0 3 1-15,0 2-1 16,-1-3 1-16,2 3-3 16,-1-6 0-16,-3-3-2 0,3-4-1 15,-2-4-3-15,-1-9-4 16,0-3-13-16,1 0-30 16,-1-16-23-16,3-8-6 15</inkml:trace>
  <inkml:trace contextRef="#ctx0" brushRef="#br3" timeOffset="-99359.34">21188 10726 200 0,'0'0'3'0,"0"0"7"0,0 7 4 16,0 9 0-16,0 3 1 16,3 13 1-16,1 3 1 15,2 14 3-15,4 14-3 16,-1 4-5-16,1 1-3 0,5 9-1 15,-3 3 2-15,4-3-2 16,-6 0-2-16,3-1-2 16,-6-4-2-16,0-5-2 15,-2-5-7-15,0-6-6 16,-3-4-19-16,-4-7-38 0,2-4-5 16</inkml:trace>
  <inkml:trace contextRef="#ctx0" brushRef="#br3" timeOffset="-99075.76">21425 10803 333 0,'0'0'0'0,"0"0"1"16,0 0 1-16,4 12 1 0,3 5 1 16,-2 13 0-16,4 12 3 15,3 11 0-15,0 14 2 16,3 7 0-16,2 10-2 0,1 7-1 16,0 1-2-16,-4 5-1 15,-1-8-9-15,4-1-15 16,-10-9-49-16,4-5-4 15</inkml:trace>
  <inkml:trace contextRef="#ctx0" brushRef="#br3" timeOffset="-98159.14">19971 12047 141 0,'0'0'6'0,"0"0"2"15,0 0 0-15,0 0 0 0,0 0 0 16,5 0-1-16,-5 0 1 16,0 0 0-16,14 0-6 15,-14 0-2-15,23 2-1 16,-9-2 1-16,16 3 1 16,6-3-1-16,1 1 1 0,15-1-1 15,0 0-7-15,8-1-6 16,-1-4-7-16,8 5-2 15,0-6-1-15,-7 4-4 16,4 0 1-16,-4 2 0 0,2 0 7 16,0 0 7-16,-4 0 5 15,1 2 4-15,-1 0 3 16,-1 1 0-16,-5 2 0 0,-3-2 0 16,2 2 0-16,-5 2 0 15,2-2 1-15,-1 0 2 16,-2-1-2-16,2-1 1 15,0 0 1-15,3-3-1 16,-3 0-1-16,5-3 0 0,0-1-8 16,0-2 0-16</inkml:trace>
  <inkml:trace contextRef="#ctx0" brushRef="#br3" timeOffset="-97353.89">21554 11331 234 0,'0'0'4'16,"0"0"-1"-16,0 0-1 0,0 0 2 16,2 16 2-16,-2 1-1 15,2 4 1-15,-2 4-1 16,5 9-2-16,1 1-1 15,1 12 1-15,0 3-1 16,1-4-1-16,2 4 0 0,-3-3 0 16,1 1 0-16,-4-3 0 15,1-4 0-15,0-8-2 16,-1-5-5-16,-4-7-8 16,0-1-12-16,0-5-22 15,0-1-15-15</inkml:trace>
  <inkml:trace contextRef="#ctx0" brushRef="#br3" timeOffset="-96943.7">21752 11408 298 0,'0'0'5'0,"0"0"4"0,0 0 2 16,0 0 0-16,0 0-1 15,0 0 1-15,0 0 0 16,6 14 2-16,-4 7-4 0,3 4-6 16,0 4-2-16,2 8 0 15,0 7 1-15,1 3-1 16,2-2 0-16,-3 0-1 16,1-1 1-16,2-4-3 15,-5-2-1-15,-1-7-4 0,1-6-8 16,-2-4-18-16,5-5-37 15,-6-6-6-15</inkml:trace>
  <inkml:trace contextRef="#ctx0" brushRef="#br3" timeOffset="-96691.91">21956 11658 325 0,'0'0'2'16,"0"0"1"-16,0 0 3 16,0 7 1-16,0 6 1 0,2 4 2 15,1 3 1-15,2 8 0 16,3 1-2-16,-1 5-1 16,0 1-1-16,0 2-3 15,-2-5-3-15,8 1-8 0,-5-6-17 16,-8-3-47-16,9-2-4 15</inkml:trace>
  <inkml:trace contextRef="#ctx0" brushRef="#br1" timeOffset="149259.37">2259 13233 136 0,'0'0'6'0,"-7"-7"3"0,0 2 2 16,-4-5 3-16,-1-5 2 16,0-4 3-16,-3-9 1 15,0-2 2-15,0-2-5 16,2-5-2-16,-1-1-2 0,1-3-2 15,-1-2-2-15,-1 1-1 16,-2 0-3-16,-6-5 1 16,3 5 0-16,-10 1-1 15,5-5 0-15,-5 6 1 0,4-1 0 16,-10 1-1-16,4-2 0 16,-3 2-1-16,3-3-2 15,0 2 2-15,-1 1-2 16,4-2-1-16,-6 2 0 0,5 1 1 15,-2 2-1-15,-3 0 0 16,0-1 0-16,-2 7 0 16,-1-2 1-16,-4 3-1 0,1 0 1 15,-2 4-1-15,-2 1 0 16,0-2 0-16,1 2 1 16,-1 2-1-16,3 4-1 15,-1-1 1-15,1 2 0 16,2 4-1-16,1 1 1 15,0 3-1-15,3 0 0 0,-6 5 0 16,7-1 1-16,1 2-1 16,-1 2 0-16,5 2 0 15,0 0-1-15,3 0 1 0,2 6-1 16,0 0 0-16,5 2-1 16,-2 2 1-16,-3 1 0 15,5 5-1-15,-2 4 1 16,4-1 0-16,-2 4 0 0,-4 2 0 15,1 2 1-15,3 2-1 16,1 0 1-16,-4 5-1 16,3-2 1-16,1 0-1 0,-1 2 1 15,4 1-1-15,-1 4 1 16,0 4-1-16,2 0 1 16,0 1 0-16,0 3-1 15,2 0 0-15,-1-3 1 0,0 9 0 16,5-9-1-16,-5 1 1 15,3 1-1-15,4 2 1 16,0-2 0-16,0 4 1 16,2 0-1-16,5 0-1 15,0 4 1-15,0 1 0 0,2-3-1 16,8 5 0-16,-3 0 0 16,3-1 0-16,3 5 0 15,1-3-1-15,-1 4 1 16,-1 0 0-16,-2 6 1 0,0-5 0 15,0 4 0-15,-3 0 1 16,1 2-1-16,-5-4 1 16,-1 4-1-16,1 1 2 0,-1-1-1 15,-2-2-1-15,0 2 0 16,0-2 0-16,-2 3 1 16,-1-3-1-16,3-2 0 15,0-7 0-15,-2 5 0 0,2-2 1 16,0-4-1-16,0 3-1 15,2-3 2-15,-2-3-1 16,0 0-1-16,3 1 1 16,-3-3 0-16,0-4-1 15,0 1 1-15,0-4 0 0,-3 2-1 16,3-7 1-16,0-1-2 16,0 0 2-16,0-2 0 15,0-2 0-15,5-6 0 16,-3 2-1-16,6-6 1 0,0-2 0 15,-1-2-1-15,0 0 1 16,5-7-1-16,-1 5 1 16,-2-4-1-16,9 0 1 0,-1 0 0 15,1-3 0-15,0 1 0 16,3-3 1-16,2 0 0 16,2 0-1-16,5-3 1 15,-4-1 0-15,9-5 1 16,-4-1-1-16,6 0 0 0,-2 0-1 15,6 0 0-15,2-7 0 16,-1 2 0-16,2-2 0 16,1 0 0-16,8-4 0 15,-9 4 0-15,7-3 1 0,-2 2-1 16,-2-1 1-16,1 2-1 16,3-4 1-16,2 1-1 15,1-3-1-15,-2 4 1 16,5-6 0-16,-1 4 0 0,3-6 1 15,-2 6-1-15,3-4 1 16,-1 0-1-16,-2 2 1 16,5-1 0-16,0 3 0 0,3-1-1 15,0-1 1-15,2 2-1 16,3-4 1-16,1 0 0 16,7-2 0-16,3-3 0 15,4 0 1-15,2-1-1 16,0 0 0-16,0-2 0 0,-3 7-1 15,3-5 1-15,-2 4-1 16,-3-1 0-16,0 3-1 16,-2 0 2-16,-2 1-1 15,0 2 0-15,0 2 1 16,0-3-1-16,2 3 0 0,-3 3 0 16,0-1 1-16,2-2-1 15,-1 6 0-15,1-3 0 16,3-2 0-16,-4 7 1 0,-2-3-1 15,-2 1 0-15,-1-1 0 16,-1 2 1-16,3 3-1 16,-3-2 0-16,-1 2 0 15,-1-4 1-15,2 4-1 0,-2-2 0 16,-3 2 0-16,-1-2 0 16,2 0 0-16,2-1 0 15,-3 3 0-15,-3 0 0 16,1 0 0-16,2 0 0 0,-8 0 0 15,6 0 0-15,-8 0 1 16,5 0-1-16,0 0 0 16,0 0 0-16,0-2 1 15,1-6-1-15,-1 0 0 0,-3 1 0 16,3 0 1-16,-4-4-1 16,-3 4 0-16,0 0 0 15,-9 0 0-15,4-1 0 16,-5-2 0-16,-3 1 1 15,0-1-1-15,-2-3 0 0,-2-2 0 16,-6 0 0-16,-2 1 1 16,0-6-1-16,0-3 1 15,-4 4 0-15,-3-9 0 16,-3 4 1-16,-3-4-2 0,1-1 1 16,-4-1 0-16,-1-5 0 15,-3 3-2-15,-6-3 1 16,1 3 0-16,-1-2 0 0,-4-4 1 15,-6 3-1-15,-1 1 1 16,-5-1 0-16,-1 3 0 16,-4-5 1-16,-2 5-1 15,-3 0 2-15,-2-1-1 0,-3 3 0 16,-5-2-1-16,-3 5 0 16,-1 0-1-16,-6-1 0 15,-4 6 0-15,-8 0-1 16,2 2 0-16,-7 3 0 15,-1 0 0-15,-7 1 0 16,1 2 1-16,-6 3 0 0,-4 3-1 16,-2-3 0-16,-3 5 0 15,-3 2 1-15,0 0-1 0,-3 1 0 16,0 3 0-16,0 0 0 16,-3 0 1-16,6 0 0 15,-2 0 0-15,-2 0-1 16,1 0 1-16,2 0 0 0,-2 0 0 15,1 0 0-15,1 0-1 16,-2-3 1-16,7-2 0 16,-4 3 0-16,2-3 0 0,0 2-1 15,3-1 0 1,-1 1 1-16,1-5-1 0,-1 4 0 16,2-2 1-16,2-1-1 15,0-2 1-15,1 2 0 16,0-4 0-16,5-2 0 15,-2 1 0-15,3-5-1 0,2-3 1 16,5-2 0-16,7 0 0 16,0-1 0-16,3-4 0 15,5-1-1-15,4-1 1 16,6-1-1-16,0-2 1 0,7 0 0 16,0-3 0-16,3 6 0 15,2-6 1-15,3 3 0 16,0 0-1-16,4-4 1 0,-4 4 1 15,7-3-1-15,-2 3 0 16,-1-2 1-16,0 2 0 16,-1 0-1-16,1 1 1 15,1 2-1-15,-3 1 1 16,0 5 0-16,3 0-1 0,-5 3-1 16,1 0 1-16,-3 5-1 15,6 0 0-15,-4 5 0 16,0-2 0-16,0 4 0 15,1 4-1-15,2 1 2 16,1 1-1-16,1 2 0 0,0 2 0 16,-1 3-2-16,3 3-2 15,6 6-5-15,-7 2-10 0,7-2-57 16,-2 9-3-16</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3:49:09.523"/>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00B0F0"/>
    </inkml:brush>
  </inkml:definitions>
  <inkml:trace contextRef="#ctx0" brushRef="#br0">3181 6668 327 0,'0'0'4'0,"0"0"2"0,0 0-1 16,0 0 0-16,8 0 0 15,-8 0 1-15,0 0 2 16,12 0 2-16,0 0-2 0,6-7-2 15,7-6 1-15,12-4 1 16,5-7 0-16,20-11 0 16,13-12-1-16,15-8-2 15,14-12 0-15,13-7-3 0,14-11 1 16,11-6-1-16,12-5 0 16,10-8-1-16,6-1 1 15,3-4 1-15,4 5-2 16,2-2 1-16,0-3 0 0,-1 7 0 15,-4 3 1-15,-8 5 0 16,-6 7-2-16,-14 8 0 16,-14 6 0-16,-12 13 1 15,-24 10-1-15,-14 10 0 16,-23 8-1-16,-13 10 1 0,-19 12-1 16,-12 2-2-16,-15 8-3 15,0 0-12-15,-21 15-63 16,5 5-2-16</inkml:trace>
  <inkml:trace contextRef="#ctx0" brushRef="#br0" timeOffset="933.74">3127 6741 267 0,'0'0'4'0,"0"0"3"0,7-3 1 16,-7 3 2-16,8-3 2 16,-8 3 1-16,20-4 1 15,-8 1 1-15,3 0-3 16,5 1-1-16,2 0-1 15,10-2-1-15,6 0-2 0,9 0 0 16,5-2 0-16,11 1-1 16,6-2-1-16,8 0 0 15,10-4-1-15,10-1 1 0,10-1-3 16,6-1 0-16,13 2 0 16,8-3 0-16,7 0 0 15,5 0 0-15,8-1-1 16,5 2 0-16,8-1 0 15,4 0 0-15,6 1 0 0,0 1-1 16,7-2 1-16,2 0-1 16,3 1 1-16,-1-1-1 15,1 2 1-15,-5 1 0 0,-3-1-1 16,-4 4 1-16,-9-2 0 16,-5 4 0-16,-13 0 0 15,-10 0-1-15,-11 2 1 16,-12 2 0-16,-13 1-1 15,-17 2 1-15,-14 0-1 0,-14 0 1 16,-17 2-1-16,-14-2-2 16,-9 8-8-16,-19-8-19 15,0 0-50-15,-19 7-1 0</inkml:trace>
  <inkml:trace contextRef="#ctx0" brushRef="#br0" timeOffset="1799.97">3102 6775 340 0,'0'0'5'0,"0"0"3"16,0 0 2-16,0 0 0 15,0 0 0-15,-7 0 0 16,7 0-1-16,-15 15 1 15,5-2-6-15,-1 3-2 0,-1 7-2 16,-6 4 0-16,-1 6 0 16,-3 6 0-16,-6 4 0 15,-4 11 0-15,-8 2 0 0,-10 11 1 16,-4 8 1-16,-13 9 0 16,-8 3 0-16,-7 7 1 15,-8 8 1-15,-9 4 2 16,-7 5-2-16,1 5 1 15,-4-1 0-15,-3 6-1 16,0 0 0-16,3 1-1 0,2-6 0 16,3 2-1-16,5-10-1 15,7-4-1-15,5-8-1 16,7-6 2-16,8-11-1 16,12-14 0-16,5-5 0 0,11-14 0 15,14-9 0-15,3-9-1 16,10-9-3-16,4-9 0 15,13-10-2-15,0 0-3 0,0 0-5 16,5-3-12-16,5-4-46 16,5-12-9-16</inkml:trace>
  <inkml:trace contextRef="#ctx0" brushRef="#br0" timeOffset="2851.49">3117 6760 219 0,'0'0'6'16,"0"0"7"-16,0 0 1 0,0 0 3 15,-5-5 3-15,5 5 2 16,0 0 2-16,-12-10-1 15,12 10-3-15,-16-4-3 16,9-2-4-16,-7 2-1 0,-2-6-3 16,-2 0 0-16,-7-1 0 15,1-3-1-15,-5-1 0 16,-6-2-1-16,-6-6 0 0,-5 1 0 16,-4-1-1-16,-4-3-2 15,-6-2 0-15,-8-1 0 16,1-4-1-16,-4 4 0 15,-7-6 0-15,-1 1-3 0,2-2 0 16,-10-1 0-16,3 3 0 16,-3-1 0-16,-5 2 0 15,4 2 0-15,1 1 0 16,1 0 0-16,6 5 0 16,6 3 0-16,9-1 0 0,0 4 0 15,14-1 0-15,-2 1 0 16,11-2 0-16,2 2 0 15,3-3 0-15,7 2 0 16,-2-3 0-16,7 3 0 0,0 1 0 16,1 1 0-16,3-1 0 15,1 4 0-15,3 0 0 16,-1 5 0-16,6-2 0 0,-1 2 0 16,4 3 0-16,-1 1 0 15,3-1 0-15,-4 2 0 16,11 5 0-16,-14-7 0 15,14 7 0-15,-16-5 0 0,16 5 0 16,-14-3 0-16,14 3 0 16,-7 0 0-16,7 0 0 15,0 0 0-15,0 0 0 16,-6 5 0-16,6-5 0 0,8 15 0 16,4-8-21-16,6 3-65 15,12 0-4-15</inkml:trace>
  <inkml:trace contextRef="#ctx0" brushRef="#br0" timeOffset="4116.82">3043 6607 398 0,'0'0'6'16,"0"0"1"-16,0 0 1 16,-14 4 1-16,14-4 1 0,-12 12-2 15,5-1 2-15,1 2 0 16,3 1-5-16,-3 1-2 16,6 0-1-16,0-3 0 0,2 2-1 15,11-3 1-15,-1-4 0 16,9-7 0-16,-5 0 1 15,9-1 1-15,0-10 1 16,-2-3 0-16,-4-4 2 0,2 0-5 16,-8-7-2-16,-4 6 0 15,-9-3 0-15,-5 4 0 16,-10 1 0-16,-8 6 0 0,-1 7 0 16,-8 1 0-16,-4 6 0 15,4 7 0-15,-3 9 0 16,3 2 0-16,7 1 0 15,4 3 0-15,5-1 0 16,6-2 0-16,10 3 0 0,5-5 0 16,7-2 0-16,11-3 0 15,4-8 0-15,8-2 0 16,0-5 0-16,3-8 0 16,-1-4 0-16,-3-5 0 0,-5-1 0 15,-5-6 0-15,-12 4 0 16,-5-3 0-16,-7 2 0 15,-9 3 0-15,-7 0 0 16,-8 6 0-16,-6 5 0 0,0 7 0 16,-8 10 0-16,4 5 0 15,1 9 0-15,-1 6 0 16,9 2 0-16,6 0 0 0,5 3 0 16,12-5 0-1,4-8 0-15,14-2 0 0,7-5 0 16,11-11 0-16,3-4 0 15,5-4 0-15,3-11 0 0,-3-5 0 16,0-2 0-16,-6-6 0 16,-6 1 0-16,-14-1 0 15,-4 2 0-15,-12-1 0 16,-2 2 0-16,-10 5 0 16,-11 5 0-16,-2 8 0 0,-1 4 0 15,-6 6 0-15,-2 11 0 16,2 6 0-16,2 8 0 15,6 1 0-15,4 4 0 16,8-4 0-16,10 1 0 0,4-7 0 16,12-4 0-16,12-9 0 15,1-6 0-15,12-4 0 16,-2-4 0-16,6-11 0 0,-3-5 0 16,-6-5 0-16,-1-2 0 15,-11-1 0-15,-7 2 0 16,-13-4 0-16,-2 0 0 15,-13 8 0-15,-8 2 0 0,-9 8 0 16,-7 9 0-16,-3 6 0 16,-3 12 0-16,-1 7 0 15,2 7 0-15,6 4 0 16,4 2 0-16,11 1 0 0,12-3 0 16,9-9 0-16,18 1 0 15,5-10-78-15,19-15-14 16</inkml:trace>
  <inkml:trace contextRef="#ctx0" brushRef="#br0" timeOffset="12317.23">2926 5888 402 0,'0'0'6'0,"0"0"3"15,-5-10 1-15,5 10 2 0,-5-15 1 16,3 5 1-16,2-2-1 16,0-3 1-16,4-5-6 15,6 6-2-15,5-4-2 16,2 3-4-16,8-2 0 0,-6 7 0 15,6 0 0-15,-7 8 0 16,3 2 0-16,-8 2 0 16,1 8 0-16,-7 3 0 15,-7 9 0-15,0-5 0 0,0 5 0 16,-5 1 0-16,-5-1 0 16,0-5 0-16,3 3 0 15,2-5 0-15,-1-2 0 16,6-6 0-16,0-7 0 0,13 12 0 15,-1-7 0-15,6 0 0 16,1-3 0-16,6-2 0 16,1 3 0-16,-1 0 0 15,0 1 0-15,-4-1 0 0,-1 2 0 16,1-3 0-16,-7 6 0 16,-3-1 0-16,-9 1 0 15,-2 2 0-15,0 0 0 16,-10 2 0-16,-7 0 0 0,-6 1 0 15,-2-3 0-15,-5 2 0 16,3-4 0-16,-3-1 0 16,2-2 0-16,12 0 0 15,-5-5 0-15,9 0-86 0,12 0-3 16</inkml:trace>
  <inkml:trace contextRef="#ctx0" brushRef="#br1" timeOffset="78456.07">2958 5313 348 0,'0'0'4'0,"-5"-12"1"15,-5 4 3-15,-5 1-1 0,-4 0-1 16,-6 7 2-16,-12 0-1 15,-9 14-1-15,-4 16-2 16,-6 17-2-16,-9 15 0 16,-2 15 0-16,0 12 2 0,7 13 0 15,8 9 0 1,14 3 2-16,11 0-2 0,22-2 0 16,16-10 0-16,26-13-1 0,14-13-1 15,22-14-1 1,12-20 0-16,14-14 0 0,5-18-1 15,10-13 0-15,2-18 1 16,-1-10 1-16,2-14 2 0,-10-9 1 16,-5-10 2-16,-12-9 1 15,-12-5 0-15,-20-12 1 16,-11-4-1-16,-22-7-2 16,-22-3 0-16,-19-6-6 15,-25 9 0-15,-22 4 0 16,-26 18 0-16,-21 24 0 0,-24 26 0 15,-17 32-2-15,-18 36 1 16,-7 48 1-16,-11 37 0 0,1 45 0 16,4 41 0-16,14 40-6 15,24 29-26-15,27 29-52 16,39 14-3-16</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3:53:52.722"/>
    </inkml:context>
    <inkml:brush xml:id="br0">
      <inkml:brushProperty name="width" value="0.05292" units="cm"/>
      <inkml:brushProperty name="height" value="0.05292" units="cm"/>
      <inkml:brushProperty name="color" value="#00B050"/>
    </inkml:brush>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Property name="color" value="#FF0000"/>
    </inkml:brush>
    <inkml:brush xml:id="br3">
      <inkml:brushProperty name="width" value="0.05292" units="cm"/>
      <inkml:brushProperty name="height" value="0.05292" units="cm"/>
      <inkml:brushProperty name="color" value="#7030A0"/>
    </inkml:brush>
    <inkml:brush xml:id="br4">
      <inkml:brushProperty name="width" value="0.05292" units="cm"/>
      <inkml:brushProperty name="height" value="0.05292" units="cm"/>
      <inkml:brushProperty name="color" value="#00B0F0"/>
    </inkml:brush>
  </inkml:definitions>
  <inkml:trace contextRef="#ctx0" brushRef="#br0">1619 9418 270 0,'0'0'5'15,"0"0"2"-15,0 0 1 16,0 0 4-16,0 0 3 0,0 0 4 15,7 0 0-15,5-7 2 16,1-1-2-16,6-4-3 16,9-3 0-16,4-5-3 15,6-7-3-15,9-5-1 0,5-10-1 16,8-6-1-16,5-2 0 16,2-3-2-16,4-2 0 15,0 0-1-15,-5 4-1 16,1 1 0-16,-8 8-2 0,-5 4 0 15,-8 12-1-15,-6 3 1 16,-13 3-2-16,-2 8-2 16,-13 5-3-16,1 7-6 15,-13 0-11-15,0 0-58 0,0 7-5 16</inkml:trace>
  <inkml:trace contextRef="#ctx0" brushRef="#br0" timeOffset="416.94">1797 9403 342 0,'0'0'6'0,"0"0"2"15,0 0 1-15,0 0 2 16,0 0 3-16,0 0-1 0,11-4 2 16,-2-4 1-16,8 3-4 15,3-7-2-15,10-3 0 16,5-7-1-16,8-3-2 0,6-11-1 16,3 3 0-16,8-7-1 15,2-6 0-15,3 5-2 16,-1-6 1-16,1 2-4 15,-1 1 0-15,-7 4 0 0,-2 6 0 16,-7 4 0-16,-9 5 0 16,-6 5 0-16,-11 8 0 15,-5 5 0-15,-17 7 0 0,7 0 0 16,-7 0 0-16,-7 7-5 16,-5 0-9-16,-1 0-7 15,4-7-44-15,-6 5-23 16,2-2-1-16</inkml:trace>
  <inkml:trace contextRef="#ctx0" brushRef="#br0" timeOffset="817.23">2496 8613 360 0,'0'0'9'15,"0"0"2"-15,0 0 2 16,0 0 1-16,0 0 0 0,0 0 0 16,0 0 1-16,0 0 0 15,0 0-8-15,0 0-1 16,9 0-2-16,4 5-1 16,-1-5 0-16,9 0 1 0,1 0-1 15,6 0 0-15,1-2 0 16,4-3-1-16,-3-3 0 15,2 4 0-15,-2-2-1 16,-9 6 0-16,2 0 1 0,-5 6-2 16,-6 8 0-16,-5 8 0 15,-5 8 0-15,-2 6 0 16,-9 12 0-16,-7 9 0 16,-3 5 0-16,-4 8 0 0,-4 2 0 15,-3-1 0-15,0-3 0 16,11-2-28-16,1-12-56 15,6-6-5-15</inkml:trace>
  <inkml:trace contextRef="#ctx0" brushRef="#br0" timeOffset="3500.11">4153 8053 401 0,'0'0'7'0,"0"0"3"16,0 0 2-16,0 0 2 0,0 0 0 15,0 0 2-15,0 0-1 16,0 0 1-16,0 0-10 0,0 0-6 16,0 10 0-16,0 1 0 15,0 6 0-15,3-1 0 16,-1 2 0-16,0 7 0 0,-2 0 0 16,3-3 0-16,-1 3 0 15,1-5 0-15,-3 0 0 16,0-3 0-16,0-5 0 15,0 0 0-15,0-12 0 16,0 13 0-16,0-13 0 16,0 0 0-16,0 0 0 0,0 0 0 15,0-13-5-15,2-11-67 16,-2 11-17-16</inkml:trace>
  <inkml:trace contextRef="#ctx0" brushRef="#br0" timeOffset="4404.09">4144 7900 337 0,'0'0'5'0,"0"0"2"15,-14-7 4-15,14 7 6 16,-16-7 0-16,3 3 1 16,-2 4 0-16,-3 0 0 0,2 0-2 15,-5 3-4-15,0 5-2 16,0 2-4-16,1 5-1 16,-2 1-1-16,-3 7 0 15,3 4 0-15,2 7-2 16,5 1-2-16,-3 7 0 0,9 1 0 15,2 1 0-15,3 6 0 16,4-3 0-16,6-2 0 0,1-1 0 16,8-2 0-16,5-5 0 15,0-2 0-15,7-5 0 16,-2-5 0-16,2-4 0 16,3-1 0-16,2-5 0 0,0-5 0 15,3-6 0-15,3-4 0 16,-3 0 0-16,4-8 0 15,-3-10 0-15,2 0 0 16,-2-7 0-16,-2-1 0 16,-1-7 0-16,-3-2 0 0,0-4 0 15,-9 0 0-15,-3-6 0 16,-6 0 0-16,-4 1 0 16,-8-3 0-16,0 2 0 15,-15 0 0-15,-2 3 0 16,-6 2 0-16,-6 6 0 0,-1 4 0 15,-5-1 0-15,-5 7 0 16,3 2 0-16,-3 7 0 0,1 1 0 16,-4 9 0-16,6-1 0 15,0 6 0-15,4 3 0 16,4 7 0-16,1 8 0 16,8-1 0-16,10-17 0 0,8 30-89 15,2-1-3-15</inkml:trace>
  <inkml:trace contextRef="#ctx0" brushRef="#br0" timeOffset="9333.84">4518 6442 379 0,'0'0'7'0,"0"0"2"15,0 0 2-15,0 0 2 0,-2-8 1 16,2 8 0-16,-2-13 1 16,2 3 0-16,2 0-6 15,3-2-2-15,0 4-3 16,4-1-1-16,0 1-1 0,3 0-1 15,1 6 0-15,3 2-1 16,-4 0 1-16,1 2-1 16,-2 6 0-16,1 4 1 15,-5 1 0-15,-2 4-1 0,-5 0 1 16,0 6 0-16,-5-3 1 16,-5 4-2-16,0-1 0 15,0-4 0-15,1 2 0 16,1-7 0-16,0-4 0 15,8-10 0-15,-7 15 0 0,7-15 0 16,0 0 0-16,10-3 0 16,-1-7 0-16,4 0 0 15,4-2 0-15,4-3 0 0,-4 1 0 16,3 1 0-16,-3 3 0 16,0 0 0-16,-1 3 0 15,-4 3 0-15,-2 0-2 0,-10 4-9 16,12 0-15-16,0 0-57 15,-12 0-4-15</inkml:trace>
  <inkml:trace contextRef="#ctx0" brushRef="#br0" timeOffset="9834.58">4548 6184 380 0,'0'0'6'0,"0"0"1"15,-17-6 1-15,4 6 1 16,-2 0 1-16,1 0 1 0,-7 6 1 16,5 2 1-16,-7 9-5 15,4 4-1-15,6 6-1 16,3 5-1-16,-1 6-1 15,4 1-1-15,2 6 1 16,5 0-2-16,3-1 0 0,6-2 0 16,5-2-1-16,2-3 0 15,7-8 0-15,4-4 0 16,6-7 0-16,1-9 0 0,3-3-1 16,0-6 2-16,4-10-1 15,-2-2 2-15,-2-11-3 16,0-4 0-16,-4-5 0 0,-3-6 0 15,-10-4 0-15,-2 0 0 16,-14-10 0-16,-4 3 0 16,-4 2 0-16,-14-3 0 15,-10 8 0-15,-1-1 0 16,-9 12 0-16,1 3 0 0,-5 8 0 16,0 6 0-16,2 8 0 15,0 5 0-15,3 1 0 16,4 9 0-16,6 6 0 15,0 2 0-15,12 8 0 0,6 0-10 16,9-10-58-16,4 14-19 16</inkml:trace>
  <inkml:trace contextRef="#ctx0" brushRef="#br0" timeOffset="10716.83">5935 5967 415 0,'0'0'7'0,"0"0"2"0,0 0 1 15,0 0 2-15,0-10 0 16,0 10 1-16,7-12 0 0,-2 2 0 16,2 3-6-16,4-4-7 15,0 4 0-15,3 3 0 16,-2-2 0-16,-3 4 0 0,4 2 0 15,-1 0 0-15,-4 5 0 16,-3 5 0-16,-2 0 0 16,-3 1 0-16,0 2 0 15,0 3 0-15,-3-1 0 16,-2-1 0-16,0-2 0 16,0 4 0-16,3-7 0 0,-3-2 0 15,5-7 0-15,0 11 0 16,0-11 0-16,14 0 0 15,-1-3 0-15,2-2 0 16,2 0 0-16,0 0 0 0,4 5 0 16,-1-5 0-16,-3 5 0 15,-2 0 0-15,-5 5 0 0,-1 2 0 16,-9-7 0-16,5 18 0 16,-5-8 0-16,-12 3 0 15,-2-1 0-15,-7 3 0 16,-1-3 0-16,-3 0-4 0,-5-2-5 15,6 0-6-15,-6-7-10 16,10-6-52-16,-1 1-8 16</inkml:trace>
  <inkml:trace contextRef="#ctx0" brushRef="#br0" timeOffset="11151.17">5995 5774 406 0,'0'0'4'0,"0"0"1"0,-19 0 2 16,8 3 1-16,-7 6 2 15,-5 3 1-15,-3 6 2 16,-4 5 0-16,0 4-3 0,0 7-2 16,3 4-2-16,4 4-1 15,4 0 0-15,11 3-5 16,3-1 0-16,7-2 0 15,9-3 0-15,13-6 0 16,6-4 0-16,10-8 0 0,5-7 0 16,5-6 0-16,3-6 0 15,0-4 0-15,2-13 0 16,-9-2 0-16,2-4 0 0,-8-6 0 16,-6-2 0-16,-11-3 0 15,-5-3 0-15,-11-7 0 16,-7-1 0-16,-5-1 0 15,-10-8 0-15,-8 4 0 0,-7 4 0 16,-7 2 0-16,-5 5 0 16,-1 10 0-16,-3 7 0 15,2 9 0-15,0 11 0 16,5 4 0-16,7 9 0 16,7 6 0-16,7 1 0 0,16 2-87 15,4 3-1-15</inkml:trace>
  <inkml:trace contextRef="#ctx0" brushRef="#br0" timeOffset="11952.13">6887 5078 410 0,'0'0'6'15,"0"0"2"-15,7-11 2 16,-7 11 1-16,7-8 0 16,-7 8 0-16,11-8 1 0,-11 8 0 15,9 5-5-15,-4 5-3 16,-5 9-2-16,0 5-1 16,0-1 0-16,-7 6 0 15,0-1 0-15,-6 2 0 16,-2-2-1-16,0-3 2 0,-2-4-2 15,1-1 0-15,2-5 0 16,1-5 0-16,13-10 0 16,-10 8 0-16,10-8 0 0,5-5 0 15,11-8 0-15,3 1 0 16,4-6 0-16,6 1 0 16,1 0 0-16,2 2 0 15,-2 0 0-15,-5 0 0 0,-1 7 0 16,-3 0-3-16,-1 4-7 15,-20 4-16-15,0 0-58 16,0 0-4-16</inkml:trace>
  <inkml:trace contextRef="#ctx0" brushRef="#br0" timeOffset="12167.35">6919 5123 411 0,'0'0'7'0,"0"0"1"0,0 0 2 15,0 0 0-15,0 0 1 16,0 0 0-16,5 0 1 16,2 9-1-16,0 9-6 15,6 2-2-15,-3-1-1 0,8 6 0 16,-4 3-2-16,-1-6-3 16,4 0-5-16,-8-5-7 15,7-7-41-15,-4 5-29 0,-2-5-2 16</inkml:trace>
  <inkml:trace contextRef="#ctx0" brushRef="#br0" timeOffset="12601.1">6901 4944 408 0,'0'0'3'0,"-7"-5"2"15,-3 2 1-15,0 3 0 16,-7 0 1-16,-4 3 1 0,-1 7 0 15,-2 8 1-15,-4 6-3 16,6 11-1-16,1 6-1 16,7 12-1-16,1 2-1 15,6 4 0-15,7-2 0 16,5 0 0-16,10-5 0 0,4-7 0 16,9-6 1-16,4-6-1 15,11-9 1-15,1-11 0 16,4-8-2-16,1-5 1 0,-1-8-1 15,2-7 1-15,-4-10 0 16,-4-4 0-16,-1-8-2 16,-9-5 0-16,-7-8 0 15,-6-5 0-15,-6-1 0 0,-13-7 0 16,-2-1 0-16,-21 5 0 16,-4 0 0-16,-10 9 0 15,-9 6 0-15,0 8 0 16,-7 14 0-16,1 12 0 0,0 10 0 15,5 5 0-15,2 18 0 16,7 6 0-16,12 13-3 16,6 3-49-16,20 4-36 15,7 1-1-15</inkml:trace>
  <inkml:trace contextRef="#ctx0" brushRef="#br0" timeOffset="13417.09">8745 5945 441 0,'0'0'5'0,"0"0"2"16,0 0 1-16,-5-7 1 15,5 7 0-15,0 0 0 16,-15-3 0-16,15 3 0 15,-13 5-4-15,13-5-5 0,-14 17 0 16,6-4 0-16,3 2 0 16,0-3 0-16,0 2 0 15,5-1 0-15,0-3 0 16,0-10 0-16,11 15 0 0,6-10 0 16,-3-2 0-16,9-3 0 15,-6 0 0-15,8 0 0 16,-5 0 0-16,3 0 0 15,-4 0 0-15,-4 0 0 0,-5 0 0 16,-10 0 0-16,15 4 0 16,-15-4 0-16,0 12 0 15,-10-6 0-15,0 4 0 0,-5-2 0 16,-2 1 0-16,-3 1 0 16,-2 0 0-16,-1-5-12 15,3-5-53-15,1 0-21 16,1 0-4-16</inkml:trace>
  <inkml:trace contextRef="#ctx0" brushRef="#br0" timeOffset="13584.21">8685 5909 439 0,'0'0'4'0,"0"0"1"16,1-13 1-16,-1 13 0 15,15-18 1-15,-6 8-1 16,3 3-2-16,4-6-6 15,3 11-27-15,1-3-51 0,-3 5-2 16</inkml:trace>
  <inkml:trace contextRef="#ctx0" brushRef="#br0" timeOffset="14000">8782 5742 417 0,'0'0'6'0,"0"0"1"0,-12 0 3 15,-1 0 0-15,-4 0 2 16,-1 5 0-16,-6 2 1 16,-1 3 1-16,-7 3-4 0,2 4-10 15,-2 8 0-15,2 4 0 16,5 7 0-16,0 0 0 16,8 9 0-16,4 1 0 0,8 4 0 15,5 0 0-15,7 0 0 16,11-2 0-16,7-10 0 15,10-3 0-15,9-8 0 16,1-9 0-16,9-11 0 0,4-7 0 16,1-5 0-16,1-13 0 15,-3-8 0-15,1-5 0 16,-9-6 0-16,-6 1 0 16,-9-7 0-16,-9-6 0 0,-8-1 0 15,-12-4 0-15,-10-3 0 16,-17 0 0-16,-10 2 0 15,-13 6 0-15,-8 4 0 16,-6 15 0-16,-8 11 0 16,-3 16 0-16,1 8 0 0,2 18 0 15,5 7 0-15,17 9-13 16,8 5-77-16,12-2-3 16</inkml:trace>
  <inkml:trace contextRef="#ctx0" brushRef="#br0" timeOffset="16400.83">1495 4285 421 0,'0'0'4'15,"0"0"2"-15,0 0 1 16,0 0-1-16,0 0 0 0,0 0 1 16,0 0-1-16,2 7 1 15,-2-7-4-15,7 13-1 16,1-3 0-16,2-2-1 16,-3 1 1-16,8-5 1 0,0 0 0 15,5-4 1-15,2-5-1 16,-2-13 2-16,2-1-1 15,1-9 0-15,-3-4 1 16,-3-5-5-16,-4-5 0 16,-11 0 0-16,-2-5 0 0,0 3 0 15,-12 2 0-15,-6-1 0 16,-2 9 0-16,3 4 0 16,-8 10 0-16,5 9 0 15,-2 11 0-15,5 6 0 0,2 13 0 16,2 8 0-16,8 11 0 15,5 4 0-15,0 0 0 16,12 5 0-16,6 0 0 0,7-4 0 16,3-2 0-16,4-3 0 15,0-8 0-15,0-5 0 16,-2-9-4-16,2 2-37 16,1-8-46-16,-3-9-2 15</inkml:trace>
  <inkml:trace contextRef="#ctx0" brushRef="#br0" timeOffset="16584.15">1957 4142 466 0,'0'0'4'0,"0"0"0"16,0 0 0-16,0 0 1 15,7 4 0-15,0-4 0 0,6 0 1 16,2 0-3-16,3-7-6 15,6 5-14-15,-4 2-65 16,7-8-4-16</inkml:trace>
  <inkml:trace contextRef="#ctx0" brushRef="#br0" timeOffset="16734">1962 4292 427 0,'0'0'5'0,"0"0"1"16,0 0 0-16,0 0 1 0,9 11 1 15,-1-11 0-15,6 0 0 16,4-2-1-16,2-7-6 16,5 2-9-16,3-2-36 15,4-4-38-15,0-2-1 16</inkml:trace>
  <inkml:trace contextRef="#ctx0" brushRef="#br0" timeOffset="17083.53">2334 4001 481 0,'0'0'4'0,"0"0"0"0,0 0 1 15,0 0 0-15,0 0 1 16,-12 0 0-16,12 0-6 16,-13 8 0-16,13-8 0 0,-9 19 0 15,6-5 0-15,3 4 0 16,0-3 0-16,0 5 0 15,3-2 0-15,6-2 0 16,4-3 0-16,2 2 0 0,3-6 0 16,1 4 0-16,0-6 0 15,1 3 0-15,1-3 0 16,-4 1 0-16,-2 2 0 16,-5-3 0-16,-5 3 0 0,-5 0 0 15,0 1 0-15,-11 3 0 16,-3-3 0-16,-6-3 0 15,-5 3 0-15,1-1 0 16,-1-8-16-16,0-2-70 0,5 0-4 16</inkml:trace>
  <inkml:trace contextRef="#ctx0" brushRef="#br0" timeOffset="17250.75">2337 3968 421 0,'0'0'4'0,"0"0"3"15,0 0 2-15,12 0 1 16,-2 0 2-16,2 0 0 0,9 0 1 16,6-2 0-16,5-5-9 15,15 4-29-15,6-15-56 16,6-2-5-16</inkml:trace>
  <inkml:trace contextRef="#ctx0" brushRef="#br1" timeOffset="21583.83">3647 6745 408 0,'0'0'6'16,"0"0"2"-16,-4-14 3 15,4 14 0-15,-3-10 2 0,3 10 1 16,-2-12-1-16,2 12 1 16,0 0-7-16,0 0-1 15,0 0-6-15,0 8 0 16,0 9 0-16,2-4 0 0,5 7 0 15,-2 3 0-15,2 1 0 16,2-2 0-16,0-1 0 16,-2-1 0-16,-2-3 0 15,-2-2 0-15,1-6 0 16,-4-9 0-16,5 16 0 0,-5-16 0 16,0 0 0-16,0 0 0 15,0 0 0-15,0 0 0 16,2-8 0-16,-2 8 0 15,0-10 0-15,0 10-43 0,0-10-41 16,0 10-5-16</inkml:trace>
  <inkml:trace contextRef="#ctx0" brushRef="#br1" timeOffset="22533.46">5505 7152 418 0,'0'0'6'0,"0"0"2"15,0-10 1-15,0 10 0 16,5-10 2-16,-5 10-1 0,12-13 1 15,-4 5 1-15,4 1-6 16,-2 2-3-16,3 0-1 16,-1 3 0-16,1-1-1 15,-1 3 0-15,-3 0-1 16,2 8 0-16,-1-1 0 0,-3 3 0 16,-2 5 0-16,-3 0 0 15,-2 2 0-15,0 3-1 16,-2-2 2-16,-3-1-1 15,-2 0 0-15,-1 0 0 0,3-4 2 16,0-2-2-16,5-2 0 16,0-9 0-16,0 8 0 15,0-8 0-15,8 0 0 16,-1-3 0-16,3-2 0 0,5 0 0 16,0-6 0-16,2 7 0 15,-5-6 0-15,9 6 0 16,-9-4 0-16,-4 3 0 0,2 2 0 15,-10 3 0-15,9-2 0 16,-9 2 0-16,0 0 0 16,0 0 0-16,0 0 0 15,0 0 0-15,0 0 0 16,0 0 0-16,0 0-3 16,-5 0-19-16,-10 0-63 0,15 0-2 15</inkml:trace>
  <inkml:trace contextRef="#ctx0" brushRef="#br1" timeOffset="23450.39">5282 4788 433 0,'0'0'5'0,"-3"-10"0"0,3 10 2 16,0-15 1-16,0 5 1 15,3-2 0-15,-1 0 1 16,2-1 0-16,4 4-4 16,2 1-2-16,0 1-1 0,2 4-1 15,-2 0-2-15,0 3 0 16,2 0 0-16,-4 6 0 15,-8-6 0-15,15 15 0 16,-5-6-2-16,-8 4 1 0,1-1 1 16,-3 0 1-16,0 3-1 15,-5-5 0-15,2 5 0 16,-4-2 2-16,5-3-2 0,-3 2 0 16,5-12 0-16,0 12-2 15,0-12 2-15,10 8 0 16,2-5-1-16,-2-3 1 15,2 0 1-15,4 0-1 16,0 0 0-16,0 0 0 0,-4 0 0 16,0 2 0-16,1 0 0 15,-13-2 0-15,12 10 0 16,-12-10 0-16,0 15 0 16,-5-5 0-16,-8 0 0 0,-4 1 2 15,0 2-2-15,-3-1 0 16,-2 4-2-16,-1-7-2 15,1 4-5-15,2-8-25 16,6 5-50-16,1-8-2 0</inkml:trace>
  <inkml:trace contextRef="#ctx0" brushRef="#br1" timeOffset="24283.73">8519 4723 445 0,'0'0'5'16,"0"0"1"-16,0 0 2 15,0 0-1-15,0 0 0 0,0 0 1 16,10 0 0-16,-10 0 1 15,0 20-6-15,-3-4-1 16,-2 1 1-16,-2 3-3 16,-1 0 0-16,-2-2 0 15,1-1 0-15,-3 2 0 0,4-4 0 16,-4 0 0-16,-2-5 0 16,5 0 0-16,9-10 0 15,-10 12 0-15,10-12 0 0,0 0 0 16,0 0 0-16,15 0 0 15,0-8 0-15,4 1 0 16,2 0 0-16,-2 0 0 16,6-4 0-16,-3 4 0 0,-1 0 0 15,-4 2 0-15,-2-1 0 16,-5 4 0-16,-1 2-14 16,-6 5-45-16,-3-5-28 0,0 0 0 15</inkml:trace>
  <inkml:trace contextRef="#ctx0" brushRef="#br1" timeOffset="24483.73">8529 4734 448 0,'0'0'5'0,"0"0"0"15,0 0 1-15,9 5 2 16,-6 4 0-16,0 2 0 0,4 1 0 15,0 5 0-15,1 5-4 16,2 2-1-16,-2-3-5 16,4 6-11-16,-5-6-69 15,6-2-4-15</inkml:trace>
  <inkml:trace contextRef="#ctx0" brushRef="#br1" timeOffset="25502.44">1601 4892 438 0,'0'0'4'0,"0"0"3"16,0-10 1-16,0 10 1 0,0 0 0 15,-2-9 0-15,2 9 1 16,0 0-1-16,0 9-3 15,0 4-4-15,5 3-2 0,-3 7 0 16,6 2 0-16,-1 5 0 16,1-3 0-16,1 3 0 15,2-3 0-15,-4 1 0 16,-5-4 0-16,3-1 0 0,-5-1 0 16,0-3 0-16,-7-1 0 15,-6-3 0-15,-1-5 0 16,-4 0 0-16,-4-3 0 15,0-4 0-15,-6-3 0 0,3-3 0 16,0-4 0-16,3-3 0 16,0-3-4-16,1-2-3 15,9 6-7-15,-2-11-27 16,3 5-46-16,9-3 0 0</inkml:trace>
  <inkml:trace contextRef="#ctx0" brushRef="#br1" timeOffset="25703.32">1500 4711 461 0,'0'0'5'0,"0"0"0"0,0-12 1 15,0 12 0-15,-3-10 0 16,3 10 0-16,0 0-1 15,0-12-4-15,0 12-14 16,12 9-70-16,1-3-5 16</inkml:trace>
  <inkml:trace contextRef="#ctx0" brushRef="#br1" timeOffset="25934.01">1887 4924 486 0,'0'0'3'0,"0"0"0"0,0 0 1 16,0 0 0-16,10-10 0 15,-10 10-2-15,0 0-5 0,12 0-24 16,-12 0-56-16,13 0-5 15</inkml:trace>
  <inkml:trace contextRef="#ctx0" brushRef="#br1" timeOffset="26099.9">1914 5091 445 0,'0'0'4'0,"0"0"1"16,2-7 1-16,-2 7 0 15,11-11 0-15,-1 4 0 0,4 0-3 16,2-4-8-16,6 4-75 16,-5-3-4-16</inkml:trace>
  <inkml:trace contextRef="#ctx0" brushRef="#br1" timeOffset="26466.66">2334 4803 470 0,'0'0'3'0,"0"0"2"16,0 0 0-16,0 0-1 0,0 0 1 16,3 7 0-16,-3 0 0 15,0 6 0-15,-5 2-1 16,-2 5-4-16,-4 0 0 15,2 5 0-15,-4-3 0 16,-2 0 0-16,-3 1 0 0,6-9 0 16,-2 4 0-16,3-9 0 15,-1 1 0-15,12-10 0 16,-13 10 0-16,13-10 0 16,0 0 0-16,16-7 0 0,-2-1 0 15,4 1 0-15,2-3 0 16,7 2 0-16,0 1 0 15,0 2-9-15,-2-4-11 16,-9 6-65-16,8 1-2 0</inkml:trace>
  <inkml:trace contextRef="#ctx0" brushRef="#br1" timeOffset="26650.2">2367 4903 466 0,'0'0'3'0,"0"0"0"16,0 0 0-16,0 0 1 16,0 11 0-16,0 7 0 0,4 2 1 15,1 7-1-15,3 8-3 16,0 7-4-16,4 7-17 16,10 1-63-16,-12-1-3 15</inkml:trace>
  <inkml:trace contextRef="#ctx0" brushRef="#br1" timeOffset="27400.03">1587 5613 381 0,'0'0'7'0,"0"-7"2"16,0 7 3-16,-6-13 0 15,6 13 0-15,0 0 1 0,0 0 0 16,0 0 1-16,-7 18-6 16,7 9-3-16,0 5-3 0,2 5 0 15,3 5 1-15,1 1-1 16,1-1 0-16,-2-5 0 15,0-5-1-15,-1-7 1 16,2-3-1-16,-3-7 0 16,-1-5 0-16,-2-10 1 0,0 0-1 15,0 0 0-15,7-18-1 16,-2-4 2-16,0-3-2 16,2-4 0-16,1-1 0 15,2 1 0-15,-1-1-2 16,7 5 2-16,-4 7-1 0,3 4 1 15,0 8 0-15,-2 6-1 16,1 6 1-16,-1 8 1 16,-1 1-1-16,3 3 0 15,-2 4 0-15,-4-3-2 0,1 4-3 16,1-8-6-16,3 2-29 16,-3-3-44-16,1 0-1 15</inkml:trace>
  <inkml:trace contextRef="#ctx0" brushRef="#br1" timeOffset="27584.75">1971 5725 443 0,'0'0'5'0,"0"0"1"16,0 0 1-16,0 0 0 15,8 0 0-15,-8 0 0 16,17-5 0-16,-2 5 0 15,0-5-8-15,8 5-13 0,-9 7-67 16,11-7-4-16</inkml:trace>
  <inkml:trace contextRef="#ctx0" brushRef="#br1" timeOffset="27750.87">2029 5873 440 0,'0'0'5'16,"0"0"2"-16,0 0 2 0,0 0-1 15,0 0 1-15,0 0 0 16,0 0 1-16,0 0-1 16,16-5-4-16,2-2-5 15,3-1-5-15,0-2-18 16,-5 1-61-16,15-3-3 0</inkml:trace>
  <inkml:trace contextRef="#ctx0" brushRef="#br1" timeOffset="28104.65">2334 5678 417 0,'0'0'8'0,"0"0"2"15,-12-8 1-15,12 8 1 16,-13-7 0-16,13 7 1 16,-9 0 0-16,9 0 0 0,-8 17-11 15,8-2-2-15,0 5 0 16,3 0 0-16,4 4 0 15,2-1 0-15,7-3 0 16,1-3 0-16,3-7 0 0,3-3 0 16,-2-4 0-16,2-3 0 15,2-8 0-15,-5-4 0 16,-3-5 0-16,-1-6 0 0,-7-2 0 16,-9-4 0-16,0 2 0 15,-13-1 0-15,-1 3 0 16,-11 1 0-16,-3 9 0 15,-6 2 0-15,1 13 0 16,-4 0 0-16,8 16-36 0,1 3-52 16,1 3-2-16</inkml:trace>
  <inkml:trace contextRef="#ctx0" brushRef="#br1" timeOffset="30234">3760 4040 401 0,'0'0'6'0,"0"0"2"16,-7-12 4-16,7 12 1 0,-7-15 1 16,2 8 0-16,5 7 1 15,-11-14 0-15,11 14-6 16,0 0-5-16,-7 11-4 0,7 9 0 16,0 2 0-16,3 3 0 15,-1 1 0-15,3 5 0 16,-3-4 0-16,4-2 0 15,-4-8 0-15,1 0 0 0,-1-7 0 16,-2-10 0-16,3 11 0 16,-3-11 0-16,0-8 0 15,-3-5 0-15,1-4 0 16,-1-2 0-16,1-9 0 0,0 0 0 16,2-1 0-16,0 2 0 15,0 0 0-15,2 5 0 16,3 4 0-16,2 5 0 15,3 12 0-15,3 1 0 0,-4 4 0 16,9 11 0-16,-1 5 0 16,-2 2 0-16,1 3 0 15,3 1 0-15,-7 2 0 16,-1-3 0-16,-2-8 0 16,-1 1 0-16,-6-9-2 0,-2-9 1 15,2 10 2-15,-2-10-1 16,0-7 2-16,0-5-2 15,0-3 0-15,3-2 0 16,2-6 0-16,3-2 0 0,1 0 0 16,-1 1 0-16,4 1 0 15,1 4 0-15,-4 4 0 16,7 2 0-16,-3 9 0 0,1 4 0 16,-2 3 0-16,4 5 0 15,-4 6 0-15,0 3 0 16,1 2 0-16,1 2-2 15,-3-2 1-15,-2 6-2 0,1-8-2 16,1 1-7-16,-4-3-15 16,2-3-57-16,1-4-1 15</inkml:trace>
  <inkml:trace contextRef="#ctx0" brushRef="#br1" timeOffset="30416.91">4362 4023 446 0,'0'0'5'0,"0"0"2"0,0 0 1 0,0 0 1 15,0 0-1-15,0 0 1 16,0 0-1-16,12-3 1 16,1 3-9-16,-1 0-8 0,6 3-24 15,4 2-51-15,-2-3-4 16</inkml:trace>
  <inkml:trace contextRef="#ctx0" brushRef="#br1" timeOffset="30567.78">4300 4142 417 0,'0'0'5'0,"0"0"1"0,0 0 4 16,5 7-2-16,4-7 2 15,4 0 0-15,4 0 0 16,3-3-1-16,10-4-12 0,7-15-67 15,3 14-12-15</inkml:trace>
  <inkml:trace contextRef="#ctx0" brushRef="#br1" timeOffset="31222.82">4744 3907 420 0,'0'0'7'0,"0"0"2"16,0 0 2-16,0 0 1 0,0-11 0 16,0 11 1-16,0-14 0 15,0 14 1-15,3-13-14 16,-3 13 0-16,18-10 0 0,-4 10 0 15,1 0 0-15,1 0 0 16,5 8 0-16,-6-1 0 16,3 3 0-16,-6 2 0 15,0 4 0-15,-6-2 0 0,-6 1 0 16,0 0 0-16,-3 2 0 16,-2-2 0-16,1-2 0 15,-5-1 0-15,7-2 0 16,-1-1 0-16,3-9 0 0,0 13 0 15,0-13 0-15,18 10 0 16,-6-2 0-16,1-6 0 16,4 0 0-16,3 4 0 15,0-1 0-15,-3-1 0 0,-2 3 0 16,-2 0 0-16,-3 1 0 16,-8 2 0-16,-2 0 0 15,-7 3 0-15,-8-1 0 16,-3-2 0-16,-7 2 0 0,-4 1-2 15,1-6-4-15,1 0-4 16,-3-2-4-16,11-1-13 16,6-4-56-16,-2-6-2 15</inkml:trace>
  <inkml:trace contextRef="#ctx0" brushRef="#br1" timeOffset="31516.98">5224 3653 448 0,'0'0'5'0,"0"0"3"15,0 0 1-15,0 0 0 16,0 0 0-16,0 0 0 16,-5 8 0-16,-8 15-4 0,-3 6-5 15,-2 10 0-15,0 9 0 16,-1 11 0-16,-2 5 0 15,5-2 0-15,3 1 0 0,5-4 0 16,8-7 0-16,0-4 0 16,10-9 0-16,5-7 0 15,8-9 0-15,6-7 0 16,-3-5 0-16,16-7-20 0,2-4-64 16,-4-7-2-16</inkml:trace>
  <inkml:trace contextRef="#ctx0" brushRef="#br1" timeOffset="31899.77">5443 3938 462 0,'0'0'4'0,"0"0"2"16,0-6 0-16,0 6 0 15,0 0-1-15,-13-9 1 16,13 9 0-16,-17 3-1 16,10 5-3-16,-4 4-2 0,2 3 0 15,-1 2 0-15,5 0 0 16,2 1 0-16,3-1 0 16,0-2 1-16,10-3-1 0,2 1 2 15,1-4-2-15,2 1 0 16,5-3 0-16,-1 1 0 15,-1-3 0-15,-1 3 0 16,1-4 0-16,-6 4 0 0,-2-3 0 16,-10-5 0-16,5 12 0 15,-5-12 0-15,-15 13 0 16,-2-6 0-16,-3 4 0 16,-5-9-14-16,5-8-63 15,-2 6-10-15</inkml:trace>
  <inkml:trace contextRef="#ctx0" brushRef="#br1" timeOffset="32068.39">5420 3907 458 0,'0'0'4'0,"0"0"0"0,13-13 1 15,-1 8 0-15,0 0 0 16,6-2-1-16,5 7-8 0,-6 5-39 15,10-5-38-15,-2 0-3 16</inkml:trace>
  <inkml:trace contextRef="#ctx0" brushRef="#br1" timeOffset="32269.8">5622 4038 449 0,'0'0'6'0,"0"0"1"15,0 0 2-15,0 0 1 0,0 0 0 16,10 2 0-16,-1-2 0 16,4-2-10-16,2-1 0 15,7-2 0-15,-2-2 0 16,8 4-10-16,9-1-75 0,-7-2-2 16</inkml:trace>
  <inkml:trace contextRef="#ctx0" brushRef="#br1" timeOffset="32450.14">5940 3914 465 0,'0'0'3'15,"0"0"0"-15,0 0 0 16,0 9 1-16,0-9 1 16,4 15 0-16,1 0 0 0,0 3 1 15,3 2-2-15,-1-1-4 16,0 6-3-16,1 3-8 15,0-6-32-15,2 0-41 16,-5-8-1-16</inkml:trace>
  <inkml:trace contextRef="#ctx0" brushRef="#br1" timeOffset="32736.06">6098 3659 464 0,'0'0'3'0,"0"0"1"16,0 0 1-16,0 0 1 16,12-6 0-16,-1 6 0 0,3 8 0 15,7 7 1-15,4 2-3 16,5 11-4-16,2 2 0 16,3 7 0-16,-1 4 0 15,-2 1 0-15,-6 8 0 0,-4-3 0 16,-7-2 0-16,-13 5 0 15,-4-6 0-15,-15-2 0 16,-3-7 0-16,-6 2 0 16,-3-10-3-16,-1 1-18 0,5-9-63 15,1-7-4-15</inkml:trace>
  <inkml:trace contextRef="#ctx0" brushRef="#br1" timeOffset="33169.78">6653 4016 430 0,'0'0'5'0,"0"0"2"0,0 0 2 16,0 0 0-16,0 0 0 16,0 0 1-16,0 0 1 15,9-6-1-15,9 5-4 0,5-2-1 16,4 0-5-16,5-2 0 16,1 2 0-16,-1-7-14 15,10 9-68-15,-12-5-4 16</inkml:trace>
  <inkml:trace contextRef="#ctx0" brushRef="#br1" timeOffset="33567.33">7142 3889 508 0,'0'0'3'0,"0"0"-3"16,0-12 0-16,0 2 0 16,0 0 0-16,0-2 0 15,0 2 0-15,0-4 0 0,3 7 0 16,-3 7 0-16,13-4 0 16,-1 4 0-16,2 4 0 15,0 10 0-15,2-3 0 16,-3 9 0-16,-3 0 0 15,-3 3 0-15,-7 7 0 0,0-6 0 16,-10 4 0-16,-2-3 0 16,-6 1 0-16,4-4 0 15,-6 0 0-15,4-5 0 16,4 0 0-16,5-9 0 0,2 3 0 16,5-11 0-16,0 0 0 15,10 2 0-15,4-4 0 16,9-3 0-16,-2-8 0 15,10 6-28-15,2-8-58 0,-1-4-5 16</inkml:trace>
  <inkml:trace contextRef="#ctx0" brushRef="#br1" timeOffset="33816.69">7558 3617 475 0,'0'0'3'0,"0"0"1"15,0 0 0-15,0 0 0 16,-13 12 1-16,8 5 1 16,-2 13 0-16,-4 4-2 0,4 11-4 15,-5 7 0-15,1 5 0 16,4 2 0-16,2-1 0 16,5-4 0-16,0-7 0 15,10 0 0-15,3-12 0 16,4-8 0-16,8-5 0 0,0-7-48 15,5-9-38-15,-1-6-2 16</inkml:trace>
  <inkml:trace contextRef="#ctx0" brushRef="#br1" timeOffset="34116.93">7858 3821 467 0,'0'0'3'0,"0"0"1"15,0 0 1-15,0 0 0 16,0 0 0-16,0 0 0 0,-8 11 0 16,6 2 1-16,-5 4-3 15,-4 3-2-15,1 2 1 16,-2 2-2-16,-3-1 0 16,3-3 0-16,-1-6 0 15,1 2 0-15,5-8 0 16,7-8 0-16,0 0 0 15,0 0 0-15,0 0 0 0,7 0 0 16,5-3 0-16,3-5 0 16,8 2-3-16,-4-8-15 0,-3 7-65 15,3-3-2-15</inkml:trace>
  <inkml:trace contextRef="#ctx0" brushRef="#br1" timeOffset="34283.37">7853 3898 432 0,'0'0'6'0,"0"0"-3"16,0 0 3-16,0 0 0 16,0 0 0-16,0 18 1 15,0-8 0-15,5 2 0 0,1 9-3 16,3 1-2-16,3 0-5 16,-5-2-8-16,6-3-67 15,-2 3-5-15</inkml:trace>
  <inkml:trace contextRef="#ctx0" brushRef="#br1" timeOffset="34567.31">8074 3529 471 0,'0'0'4'15,"0"0"2"-15,0-6 0 16,0 6 0-16,0 0 0 15,1 4 0-15,8 7 0 0,6 8-6 16,0 6 0-16,7 12 0 16,-1 3 0-16,3 7 0 15,4 4 0-15,-9 5 0 16,1-2 0-16,-6 0 0 16,-8-7 0-16,-6 1 0 15,-2-4 0-15,-11-9 0 0,-5-3 0 16,-4-7-7-16,4-18-66 15,-3 11-13-15</inkml:trace>
  <inkml:trace contextRef="#ctx0" brushRef="#br1" timeOffset="35384.05">8511 3971 419 0,'0'0'6'0,"0"0"1"16,0 0 2-16,0 0 0 15,0 0 0-15,6-3 0 16,-6 3 1-16,14 0-1 16,-1-2-5-16,6 2-7 0,4-7-7 15,4-6-45-15,6 10-27 16,-4 1-2-16</inkml:trace>
  <inkml:trace contextRef="#ctx0" brushRef="#br1" timeOffset="35768.37">8896 3871 450 0,'0'0'3'0,"0"0"1"0,-9 0 0 15,9 0 1-15,-18 13-1 16,11-3 0-16,-3 3 1 16,3 1-1-16,4 3-2 15,3 1-1-15,2-3-1 16,9-1 1-16,3-4 0 0,1-4 0 16,7-4 0-16,-2-2 0 15,3-2 2-15,-4-7 0 16,-3 1 0-16,-2-8 1 15,-7-1 0-15,-3-2-1 0,-4-1-3 16,-11-3 0-16,-1 3 0 16,-3 0 0-16,-7 6 0 15,-3 0 0-15,5 13 0 0,-5-2 0 16,5 7-8-16,0 4-22 16,8 8-54-16,4 1-3 15</inkml:trace>
  <inkml:trace contextRef="#ctx0" brushRef="#br1" timeOffset="36101.19">9545 3985 456 0,'0'0'6'16,"0"0"3"-16,-5-1 2 0,5 1 0 16,0 0 1-16,-10-8-6 15,10 8-6-15,0 0 0 16,-3-10 0-16,3 10 0 15,13-3 0-15,-3-1 0 16,4 4 0-16,2-8-4 0,1 5-84 16,3 3-3-16</inkml:trace>
  <inkml:trace contextRef="#ctx0" brushRef="#br1" timeOffset="36216.86">9425 4121 420 0,'0'0'4'0,"0"0"1"15,8 3 1-15,2 0 0 16,5-1-2-16,3-2-16 16,7 0-61-16,1-2-1 0</inkml:trace>
  <inkml:trace contextRef="#ctx0" brushRef="#br1" timeOffset="40802.26">9995 3923 298 0,'0'0'9'0,"0"0"5"16,0 0 3-16,2-9 3 16,-2 9 3-16,5-10 2 15,-5 10 0-15,0-8 2 16,0 8-9-16,0 0-4 15,0 0-4-15,0 0-3 0,0 0-3 16,0 0-4-16,0 11 0 16,0 0 0-16,0 3 0 15,0 0 0-15,0 3 0 0,0-2 0 16,-2-1 0-16,2-3 0 16,-3-1 0-16,3-10 0 15,0 13 0-15,0-13 0 16,0 0 0-16,0 0 0 15,0 0 0-15,0 0 0 0,0 0 0 16,0 0 0-16,0 0 0 16,0 0 0-16,-10 4 0 15,10-4 0-15,0 0 0 16,0 0 0-16,0 0 0 0,0 0 0 16,0 0 0-16,0 0 0 15,0 0 0-15,0 0-22 16,0 0-63-16,0 0-3 15</inkml:trace>
  <inkml:trace contextRef="#ctx0" brushRef="#br1" timeOffset="41334.07">10009 3907 414 0,'0'0'6'0,"0"0"2"0,3-11 2 15,-3 11 2-15,2-7 0 16,-2 7 0-16,0 0 0 15,0 0 1-15,0 0-6 16,-7 15-2-16,2 4-5 0,0 4 0 16,3 7 0-16,0-3 0 15,-2 8 0-15,4-3 0 16,0-3 0-16,0-1 0 0,0-3 0 16,4-6 0-16,-2-1 0 15,0 0 0-15,1-9 0 16,-1-2 0-16,-2-7 0 15,3 13-2-15,-3-13-14 16,0 0-46-16,9 0-25 0,-9 0-1 16</inkml:trace>
  <inkml:trace contextRef="#ctx0" brushRef="#br1" timeOffset="41900.05">10273 3968 478 0,'0'0'3'16,"0"0"2"-16,-2-12 1 16,2 12 0-16,-8-15 2 0,8 15-3 15,-5-15-5-15,2 7 0 16,3 8 0-16,3-11 0 15,4 8 0-15,6 1 0 16,4 2 0-16,-2 5 0 16,6 4 0-16,-5 3 0 0,2 1 0 15,-3 7 0-15,-8 0 0 16,-5 2 0-16,-2 3 0 16,-5 0 0-16,-7-3 0 15,-3-1 0-15,-4 3 0 0,-1-5 0 16,3-4 0-16,-6 0 0 15,8-5 0-15,3 0 0 16,2-6 0-16,10-4 0 16,0 0 0-16,0 0 0 0,14 3 0 15,7-3 0-15,4-7 0 16,5-3 0-16,4 0 0 16,3 0 0-16,0 0 0 15,-2 0 0-15,-5 3 0 0,-3 2 0 16,-9 2 0-16,-1 3 0 15,-10 0 0-15,-7 0 0 16,0 0 0-16,0 5 0 16,0-5 0-16,-5 13 0 15,5-13 0-15,-16 12 0 0,7-2 0 16,0-8 0-16,9-2-46 16,0 0-45-16,-10 5-1 15</inkml:trace>
  <inkml:trace contextRef="#ctx0" brushRef="#br1" timeOffset="42333.81">10690 4032 444 0,'0'0'5'0,"0"0"2"0,0 0 2 16,13-4 1-16,-3-1 0 15,4-1 2-15,2-1 0 16,0 3-10-16,7 1-2 0,0 1 0 15,-1-1 0-15,-2 0 0 16,5 3 0-16,-8 0 0 16,0 0 0-16,-1 0 0 15,-2 0 0-15,-3 0 0 0,-11 0 0 16,9 0 0-16,-9 0 0 16,0 0 0-16,0 0 0 15,0 0 0-15,0 0 0 16,0 0 0-16,0 0 0 0,0 0 0 15,-4 0 0-15,-5-3 0 16,9 3-86-16,-9-1-4 16</inkml:trace>
  <inkml:trace contextRef="#ctx0" brushRef="#br1" timeOffset="42952.15">11471 3926 403 0,'0'0'7'0,"0"-10"2"0,0 10 2 15,-6-18 2-15,1 9 1 16,-4-3 0-16,-3-1 0 0,-5 3 1 16,-2 2-7-16,0 4-5 15,-4 4-3-15,-4 0 0 0,-1 7 0 16,3 3 0-16,6 2 0 16,-1 1 0-16,5 1 0 15,7 4 0-15,3-2 0 16,5 0 0-16,11 2 0 15,3-3 0-15,7-1 0 16,6 0 0-16,3 0 0 0,2-2 0 16,3 1 0-16,-5-1 0 15,0-2 0-15,-3 2 0 16,-5 1 0-16,-5-1 0 0,-7 1 0 16,-5-4 0-16,-5 4 0 15,-3-3 0-15,-6 0 0 16,-11-3 0-16,0 3 0 15,-5-7 0-15,-1 1 0 0,2-1 0 16,-4-3 0-16,10-5 0 16,-3-8 0-16,7 1 0 15,6-5 0-15,5-5 0 16,3-6 0-16,13 1 0 0,4 0 0 16,6-1 0-16,2 6 0 15,0 0 0-15,1 4 0 16,-1 6 0-16,-2 8 0 15,-5-2 0-15,-1 6-49 16,-6 2-39-16,-11-2-2 0</inkml:trace>
  <inkml:trace contextRef="#ctx0" brushRef="#br1" timeOffset="45150.05">9455 4998 424 0,'0'0'5'0,"0"0"1"0,0 0 2 16,0-9 1-16,0 9-1 16,0 0 1-16,0 0 0 0,10 8 0 15,-10 6-3-15,6 1-4 16,-4 7-1-16,-2-3 0 16,5 5 0-16,-3 0 0 15,0-7-1-15,1 4 1 16,-3-9 0-16,3-2 0 0,-3-10 1 15,0 11-1-15,0-11 1 16,0 0-1-16,0 0 2 16,0-11-3-16,0-4 0 0,0-5 0 15,2-3 0-15,-2-2 0 16,8-4 0-16,-3 0 0 16,0 1 0-16,-1 3 0 15,6 5 0-15,-5 1 0 16,6 6 0-16,-4 4 0 0,-7 9 0 15,18 0 0-15,-9 2 0 16,1 10-3-16,3 3 2 16,-3 3 1-16,2 4-1 0,-2-5 1 15,0 5 0-15,-3-2 0 16,-2-5 1-16,1 0 0 16,-6-5-1-16,2 0 1 15,-2-10 1-15,0 11-2 16,0-11 0-16,0 0 0 0,-13-6 0 15,13 6 0-15,-5-19 0 16,3 6 0-16,-1-2 0 16,3-7 0-16,0-1 0 0,8 1 0 15,-1-3 0-15,1 3 0 16,6 2 0-16,0 2 0 16,-5 4 0-16,6 6 0 15,-1 4 0-15,-1 4 0 0,2 4 0 16,-3 6 0-16,4 5 0 15,-7 6 0-15,1 0 0 16,3 2 0-16,-6 2 0 16,1-4 0-16,-4 2 0 0,1-3-2 15,-1-3 0-15,-4-3-4 16,2-1-6-16,-2-13-24 16,2 18-49-16,-2-18-1 15</inkml:trace>
  <inkml:trace contextRef="#ctx0" brushRef="#br1" timeOffset="45350.83">10052 4944 453 0,'0'0'5'0,"0"0"1"15,0 0 2-15,0 0-1 16,0 0 1-16,12-10 0 15,-12 10 0-15,21-5 0 16,-7 5-11-16,1 0-10 0,7-15-69 16,-2 15-3-16</inkml:trace>
  <inkml:trace contextRef="#ctx0" brushRef="#br1" timeOffset="45499.83">10037 5038 415 0,'0'0'6'15,"0"0"2"-15,0 0 2 16,0 0 0-16,0 0 1 0,7 0-1 16,-7 0 1-16,18 0-1 15,-1 0-10-15,3 0-15 16,4 0-65-16,7-4-5 0</inkml:trace>
  <inkml:trace contextRef="#ctx0" brushRef="#br1" timeOffset="45867.52">10455 4840 435 0,'0'0'6'0,"0"0"1"16,0 0 1-16,0 0 1 16,2 5 0-16,-2-5 0 0,0 18 1 15,0-6-1-15,-2-1-4 16,-6 7-1-16,0 6-4 15,-6-3 0-15,-2 4 0 16,0-2 0-16,-5-2 0 16,1 2 0-16,-1-3 0 0,0-5 0 15,6-3 0-15,0-5 0 16,8-1 0-16,7-6 0 16,0 0 0-16,0 0 0 0,9-6 0 15,10-1 0 1,0 3 0-16,4-4 0 0,6-2 0 15,4 3 0-15,1-1 0 16,-4 5 0-16,2-4 0 0,-4 7-16 16,-8-3-24-16,-1 3-45 15,-8 0-3-15</inkml:trace>
  <inkml:trace contextRef="#ctx0" brushRef="#br1" timeOffset="46100.39">10469 4922 422 0,'0'0'6'0,"0"0"2"16,0 0 2-16,0 0 0 15,0 0 1-15,0 0 1 16,0 0 0-16,-5 17 0 0,5 3-4 16,5 2-8-16,-2 6 0 15,1 1 0-15,5 0 0 16,-5 5 0-16,0-3 0 0,0-3-8 15,3-2-26-15,-5-1-50 16,1-7-4-16</inkml:trace>
  <inkml:trace contextRef="#ctx0" brushRef="#br1" timeOffset="46584.06">9269 4689 376 0,'0'0'7'0,"0"0"1"0,0 0 1 0,-12 0 1 15,4 13 3-15,1 1-1 16,-1 13 0-16,1 8 1 16,2 7-5-16,2 11-3 15,3 3-1-15,0 6-1 16,0-2-2-16,8-1 0 0,-1-4 0 16,3-9 0-16,-2-3 0 15,-3-6-2-15,2-7-2 16,-4-5 0-16,-1-5-3 15,-2-10-3-15,0-10-8 0,0 0-15 16,-12 0-50-16,7-6-1 16</inkml:trace>
  <inkml:trace contextRef="#ctx0" brushRef="#br1" timeOffset="47500.08">9202 4649 299 0,'0'0'5'16,"0"0"3"-16,0 0 4 0,0-10 0 16,0 10 3-16,12-10 2 15,1 6 2-15,4 2-1 16,8-1-5-16,12 0-2 16,8 3-2-16,8 0-3 0,16 0-2 15,3 0 0-15,15-2-2 16,4-2 0-16,9-2 0 15,4 1 0-15,3-3 0 16,0-2 0-16,-2 4 0 0,-6-4 0 16,-5 3 0-16,-9-4-1 15,-16 4 1-15,-10 0-1 16,-14 1 2-16,-9 4 0 16,-17-1 0-16,-6 1 0 0,-13 2 0 15,0 0 1-15,0 0-1 16,-13 0 0-16,4 2-2 15,-1 6 0-15,-3 2 0 16,6 4-1-16,2 7 0 0,0 1 0 16,3 12 1-16,2 1 0 15,0 9 0-15,0 6 0 16,2 2 0-16,1 2 1 16,1 7-2-16,1 0 2 0,0-2-2 15,6-2 0-15,-2-1 0 16,1-6 0-16,3 0 0 15,-1-8 0-15,-3-7 0 16,0-6 0-16,0-4 0 0,-9-7 0 16,3-3 0-16,-3-5 0 15,0-10 0-15,-7 12 0 16,7-12 0-16,-16 6 0 0,6-6 0 16,10 0 0-16,-20 0 0 15,11 0 0-15,-3 0 0 16,-4 0 0-16,4 1 0 15,-6-1 0-15,-2 6 0 16,1-5 0-16,-4 2 0 0,-2-3 0 16,-5 3 0-16,-2 0 0 15,-3-1 0-15,-6 0 0 16,-7 2 0-16,-7-3 0 16,-10 4 0-16,-6 3 0 15,-7-3 0-15,-8 2 0 16,-1 0 0-16,-1-1 0 0,2 4 0 15,4-6 0-15,5 6 0 16,8-4 0-16,11-5 0 16,6 5 0-16,10-4 0 0,7 1 0 15,10-1 0-15,5-2 0 16,6 0 0-16,3 0 0 0,11 0 0 16,0 0 0-16,0 0 0 15,0 0 0-15,-3-7 0 16,3 7 0-16,0 0 0 15,11-6 0-15,-11 6 0 0,7 0 0 16,-7 0 0-16,15 0 0 16,-7 0 0-16,-8 0 0 15,22 0-59-15,-7 0-28 16,-3-4-4-16</inkml:trace>
  <inkml:trace contextRef="#ctx0" brushRef="#br1" timeOffset="61471.09">8526 5142 136 0,'0'0'-28'0,"0"0"-21"16</inkml:trace>
  <inkml:trace contextRef="#ctx0" brushRef="#br1" timeOffset="68400.17">11952 10144 185 0,'0'0'8'0,"0"0"4"16,5 3 7-16,-5-3 3 0,0 0 5 16,13 0 3-16,-13 0 1 15,19-3 3-15,-8-9-6 16,6-1-4-16,1-6-4 0,6-5-4 15,7-7-2-15,3-8-2 16,8-4-3-16,1-7 0 16,8-4-1-16,4-5-5 15,3-4-3-15,4 0 0 16,-3-2 0-16,1 6 0 0,-5 2 0 16,-6 7 0-16,-9 6 0 15,-5 8 0-15,-11 10 0 16,-6 6 0-16,-6 7 0 15,-4 3 0-15,-8 10 0 0,8-9 0 16,-8 9 0-16,0 0 0 16,0 0 0-16,0 0 0 15,0 0 0-15,-3 7 0 16,-2 5-3-16,0-2-27 0,-17 8-56 16,14 1-3-16</inkml:trace>
  <inkml:trace contextRef="#ctx0" brushRef="#br1" timeOffset="68967.16">12159 10159 257 0,'0'0'6'0,"0"0"5"0,0 0 4 0,0 0 2 15,0 0 2-15,0 0 2 16,0 0 1-16,0 0 2 15,0 0-5-15,0 0-6 16,7-8-2-16,4-4-2 0,1-1-1 16,8-6 0-16,2-6-1 15,10-4 0-15,8-4-1 16,2-6 1-16,8-4 0 0,2-3 0 16,3-4-1-1,4-5-2-15,1 0-4 0,-3 1 0 16,-2 2 0-16,-3 2 0 15,-9 4 0-15,-4 6 0 16,-7 3 0-16,-4 10 0 0,-6 2 0 16,-10 7 0-16,-2 9 0 15,-10 9 0-15,11-12 0 16,-11 12 0-16,0 0 0 0,0 0 0 16,0 0 0-16,0 0 0 15,0 0 0-15,0 4 0 16,0-4 0-16,-11 17 0 15,6-9 0-15,0 4-9 16,-2 1-20-16,-3-1-56 0,0 0-2 16</inkml:trace>
  <inkml:trace contextRef="#ctx0" brushRef="#br1" timeOffset="69500.8">12611 9191 316 0,'0'0'9'0,"0"0"2"15,-13-3 4-15,13 3 4 16,-12-3 1-16,12 3 0 0,-10-3-1 16,10 3 1-16,0 0-7 15,0 0-3-15,0 0-3 16,18 0-3-16,4 0 0 16,3 3-1-16,10 0 1 0,4-3 0 15,3 0 0-15,4 0-2 16,-5 0 1-16,-1 0-2 15,-2-3 2-15,-6 0-3 16,-7 3 0-16,-6 0 0 0,-3 0 0 16,-2 3 0-16,-6 5 0 15,-3 4 0-15,-2 8 0 16,-3 6 0-16,0 8 0 16,-3 5 0-16,0 8 0 0,1 0 0 15,-3 3 0-15,0 0 0 16,3-1 0-16,-1-4 0 15,0-6 0-15,1-2 0 0,2-4 0 16,0-7 0-16,0-3 0 16,0-3 0-16,0-6 0 15,0 1 0-15,0-15-14 16,-4 16-72-16,4-16-1 16</inkml:trace>
  <inkml:trace contextRef="#ctx0" brushRef="#br1" timeOffset="95578.17">13709 8179 439 0,'0'0'6'16,"0"0"2"-16,0 0 3 15,5-10 1-15,-5 10 1 0,8-9 1 16,-8 9-6-16,7-10-8 15,-7 10 0-15,0 0 0 16,0 0 0-16,10 7 0 16,-8 4 0-16,3 0 0 0,3 4 0 15,0 2 0-15,-4 6 0 16,4-6 0-16,-3 6 0 16,3-6 0-16,-4 0 0 15,-1-1 0-15,-1-4 0 16,1 1 0-16,-3-13 0 0,2 14-3 15,-2-14-84-15,0 0-3 16</inkml:trace>
  <inkml:trace contextRef="#ctx0" brushRef="#br1" timeOffset="96168.29">13687 7976 343 0,'0'0'8'0,"0"0"3"0,-5-9 4 15,5 9 2-15,-12-10 0 0,12 10 0 16,-12-8 1-16,3 3 1 16,-3 5-8-16,4 0-3 15,-6 8-2-15,2 4-1 16,-4 5-1-16,-1 6 0 0,0 6-1 15,0 4 0-15,1 6-1 16,2 3-2-16,3 4 0 16,2 0 0-16,6 3 0 0,3-5 0 15,0 2 0-15,5-2 0 16,7-4 0-16,6-5 0 16,0-3 0-16,6-7 0 15,6-1 0-15,8-9 0 16,-4-2 0-16,3-6 0 15,8-4 0-15,-5-3 0 0,2-3 0 16,-3-7 0-16,2-5 0 16,-6 1 0-16,-3-6 0 15,-2-3 0-15,-5-7 0 0,-4 3 0 16,0-7 0-16,-9-3 0 16,-2-6 0-16,-5-1 0 15,-5 0 0-15,0-4 0 16,-10 0 0-16,-5 4 0 0,-5 7 0 15,-4-2 0-15,-6 11 0 16,0 1 0-16,-5 5 0 16,0 10 0-16,-2 2 0 15,0 5 0-15,-5 5 0 0,1 0 0 16,2 5 0-16,2 5 0 16,5 2 0-16,-1 3 0 15,11 4 0-15,1 1 0 16,11 0-68-16,10 2-24 0</inkml:trace>
  <inkml:trace contextRef="#ctx0" brushRef="#br1" timeOffset="111418.29">13844 6480 394 0,'0'0'7'0,"0"0"3"15,0 0 1-15,0 0 3 16,0 0 0-16,0 0 2 16,0-10 0-16,0 10 0 0,0 0-6 15,0 0-7-15,0 0-3 16,7-11 0-16,3 8 0 15,3-3 0-15,-1 4 0 16,0 0 0-16,6-3 0 0,-4 5 0 16,1 0 0-16,0 1 0 15,-5 7 0-15,-2 2 0 16,-6 2 0-16,0 6 0 16,-2-1 0-16,-2 5 0 0,-8 2 0 15,2-3 0-15,-1-1 0 16,-1-3 0-16,0-1 0 15,5-4 0-15,5-12 0 16,-8 9 0-16,8-9 0 0,5 0 0 16,6 0 0-16,-2-5 0 15,6-4 0-15,3 2 0 16,0-3 0-16,1 0 0 16,-4-3 0-16,2 1 0 0,-2 2 0 15,-5-5-11-15,-10 5-74 16,7-2-3-16</inkml:trace>
  <inkml:trace contextRef="#ctx0" brushRef="#br1" timeOffset="111866.57">13849 6253 381 0,'0'0'7'0,"0"0"2"16,-13-3 2-16,5 3 2 0,-4 3 0 15,-5 4 0-15,-3 5 2 16,0 2-1-16,-3 14-5 0,-2 2-3 16,9 10-3-16,3 2 0 15,3 2-2-15,5 3 0 16,5 3 0-16,7-3 0 16,6-5 0-16,4-2 0 15,8-5 1-15,5-9-1 0,2-5 1 16,10-7 1-16,-1-6-3 15,3-8 0-15,4-3 0 16,1-12 0-16,-4-7 0 0,-6 0 0 16,-1-7 0-16,-6-4 0 15,-7-4 0-15,-7-5 0 16,-9-1 0-16,-6-6 0 16,-11 0 0-16,-7 2 0 15,-10-1 0-15,-10 6 0 16,-4 8 0-16,-9 6 0 0,-1 13 0 15,-3 11 0-15,-3 4 0 16,6 6 0-16,-1 7 0 0,10 2 0 16,5 5 0-16,8-3 0 15,17 6-18-15,10-3-69 16,8-8-3-16</inkml:trace>
  <inkml:trace contextRef="#ctx0" brushRef="#br1" timeOffset="112783.86">15173 5059 424 0,'0'0'6'0,"0"0"2"0,0 0 1 15,0 0 2-15,-7-11 1 16,7 11 0-16,-8-10 1 0,8 10-1 15,-5-15-8-15,5 15-4 16,5-14 0-16,5 6 0 16,0-2 0-16,2 5 0 15,8-2 0-15,-6 2 0 0,2 3 0 16,-2 2 0-16,-3 0 0 16,-11 0 0-16,12 17 0 15,-12-9 0-15,0 4 0 16,0 5 0-16,-2-2 0 0,-6 3 0 15,1-6 0-15,1 2 0 16,-3-1 0-16,6-1 0 16,1-2 0-16,2-10 0 0,0 10 0 15,0-10 0-15,12 5 0 16,-1-5 0-16,1 3 0 16,-3-3 0-16,7 2 0 15,-4 0 0-15,1 1 0 0,-1 2 0 16,1 0 0-16,-6 1 0 15,-7-6 0-15,10 14 0 16,-10-4 0-16,0-3 0 16,-8 4 0-16,-5-5 0 15,-5 4 0-15,-1-2 0 0,-6-1 0 16,-1 1-5-16,-4-6-1 16,2 3-6-16,-1-5-12 15,4-5-60-15,7-3-1 16</inkml:trace>
  <inkml:trace contextRef="#ctx0" brushRef="#br1" timeOffset="113219.86">15203 4820 407 0,'0'0'6'0,"0"0"1"15,-11-11 1-15,2 8 2 16,-3 0-2-16,-6 3 1 15,-5 6 1-15,-1 8 0 0,-6 11-5 16,3 9-2-16,-3 12 0 16,3 5-1-16,1 8-1 15,6 4 1-15,6 1-1 16,10-2-1-16,4-5 2 0,9-5 0 16,11-10 0-16,7-5 1 15,10-12-1-15,5-5 2 16,8-10 0-16,3-10-4 15,1-6 0-15,3-5 0 0,3-14 0 16,-3-5 0-16,-5-9 0 16,-5-4 0-16,-6-9 0 15,-9-5 0-15,-13-2 0 0,-12-5 0 16,-9 2 0-16,-17-1 0 16,-11 7 0-16,-13 8 0 15,-4 9 0-15,-10 11 0 16,-5 16 0-16,0 9 0 0,2 8 0 15,3 15 0-15,10 10 0 16,2-1-12-16,8 14-75 16,25-4-1-16</inkml:trace>
  <inkml:trace contextRef="#ctx0" brushRef="#br1" timeOffset="113918.89">17444 4518 470 0,'0'0'4'0,"0"0"1"0,0 0 0 16,12-5 1-16,-12 5 0 15,10 0 0-15,-10 0 0 16,15 5-3-16,-15-5-3 0,8 20 0 16,-6-3 0-16,-2 4 0 15,-2 1 0-15,-8 3 0 16,-3-1 0-16,-1-2 0 16,-4 1 0-16,-2-6 0 0,0 0 0 15,2-7 0-15,4 1 0 16,4-7 0-16,10-4 0 15,0 0 0-15,0 0 0 16,5-8 0-16,12 1 0 16,6-7 0-16,4 1 0 0,2 3 0 15,4-5 0-15,-1 3 0 16,-4-1 0-16,-3 3 0 0,-6 0-16 16,1 3-12-16,-5 4-58 15,-15 3-2-15</inkml:trace>
  <inkml:trace contextRef="#ctx0" brushRef="#br1" timeOffset="114084.64">17551 4538 422 0,'0'0'6'16,"0"0"2"-16,0 0 1 0,0 0 0 15,0 0 1-15,-5 7-1 16,5-7 1-16,-5 21 0 16,5-11-6-16,0 6-2 15,5 3-2-15,2 2 1 0,0 4-1 16,4 0-2-16,-1-5-3 15,-1 1-8-15,-1-1-20 16,2-4-51-16,4-4 1 16</inkml:trace>
  <inkml:trace contextRef="#ctx0" brushRef="#br1" timeOffset="114517.44">17588 4313 456 0,'0'0'2'0,"-12"-6"0"15,-1 6 1-15,-7 0 0 16,-2 0 2-16,-8 8 0 16,0 5 0-16,-5 4 1 15,1 9-1-15,-1 12-1 0,10 1-1 16,0 11 0-16,8 5 0 16,7-3-1-16,5 4-1 15,5-3 0-15,9-1 1 16,9-8-2-16,7-3 0 15,5-10 0-15,5-6 0 0,7-4 0 16,1-13 0-16,1-2 0 16,6-9 0-16,-6-8 0 15,-2-7 0-15,-4-7 0 16,-3-9 0-16,-8-4 0 0,-5-7 0 16,-7-12 0-16,-10-1 0 15,-5-10 0-15,-5-1 0 16,-15-3 0-16,-2 6 0 0,-13 5 0 15,-7 10 0-15,-2 13 0 16,-9 17 0-16,-2 12 0 16,0 14 0-16,4 18 0 15,1 14 0-15,8 7 0 0,17 19-3 16,12 1-84-16,13-2-2 16</inkml:trace>
  <inkml:trace contextRef="#ctx0" brushRef="#br1" timeOffset="115330.42">19220 5934 424 0,'0'0'7'0,"0"0"1"0,0 0 2 15,-2-11 1-15,2 11 0 16,0 0 1-16,-15-7-1 15,15 7 1-15,-15 1-7 0,5 7-5 16,3 5 0-16,-1 2 0 16,1 2 0-16,-1-1 0 15,6 2 0-15,0 0 0 16,2-6 0-16,0 1 0 0,4-3 0 16,6-6 0-16,3-1 0 15,4-3 0-15,6 0 0 16,-1 0 0-16,2 0 0 0,1 0 0 15,0 0 0-15,-2 3 0 16,-4-1 0-16,-1 1 0 16,-6-2 0-16,-1 5 0 15,-11-6 0-15,2 15 0 16,-4-5 0-16,-9 0 0 0,-3 2 0 16,-7-2 0-16,-4 0 0 15,-4 0 0-15,2 0 0 16,-3-5 0-16,3 2-18 15,-1 6-57-15,6-13-11 0</inkml:trace>
  <inkml:trace contextRef="#ctx0" brushRef="#br1" timeOffset="115484.78">19211 5876 435 0,'0'0'5'0,"0"0"2"0,0-13 1 16,0 13 0-16,7-10 1 15,-7 10-1-15,9-10 1 0,2 3-1 16,1 7-7-16,1-5-8 16,4 5-17-16,1 0-56 15,1 0-3-15</inkml:trace>
  <inkml:trace contextRef="#ctx0" brushRef="#br1" timeOffset="115885">19248 5670 376 0,'0'0'4'16,"-12"0"3"-16,-4 0 2 0,-3 0 2 16,-6 8 1-16,-5 2 2 15,-7 9 1-15,-8 6 0 16,3 7-2-16,-1 8-2 16,4 7-5-16,6 5-1 15,3 5 0-15,13 5-3 0,9 0 0 16,11-3 0-16,12-2 0 15,13-4-2-15,9-7 0 16,7-9 0-16,8-7 0 16,8-10 0-16,7-10 0 0,-2-10 0 15,2-5 0-15,5-13 0 16,-5-7 0-16,-5-9 0 16,-2-5 0-16,-10-8 0 15,-8-6 0-15,-10-6 0 0,-12-5 0 16,-15-8 0-16,-5-2 0 15,-22-1 0-15,-16 3 0 16,-9 8 0-16,-15 11 0 0,-10 12 0 16,-13 18 0-16,-7 18 0 15,-2 20 0-15,0 20 0 16,-1 24 0-16,1 20-53 16,12 11-34-16</inkml:trace>
  <inkml:trace contextRef="#ctx0" brushRef="#br1" timeOffset="117883.83">20942 3275 399 0,'0'0'5'16,"0"0"2"-16,0 0 3 0,-5 10 1 16,5-10 1-16,-4 17 0 15,4-7 1-15,0 5 0 16,0-3-4-16,0 3-2 16,7-5-2-16,2-3 0 0,7-5-2 15,1-2-3-15,5-7 0 16,3-7 0-16,0-9 0 15,0-10 0-15,2-6 0 16,0-11 0-16,-6-1 0 0,-5-9 0 16,-3-2 0-16,-8-2 0 15,-5 2 0-15,0 5 0 16,-7 5 0-16,-4 10 0 16,-3 12 0-16,0 13 0 0,-7 11 0 15,1 12 0-15,3 13 0 16,2 15 0-16,3 7 0 15,-1 6 0-15,10 4 0 16,3 7 0-16,0 2 0 0,13-3 0 16,4-1 0-16,3-5 0 15,5-10 0-15,-3-6 0 16,-4-6-84-16,14-6-4 0</inkml:trace>
  <inkml:trace contextRef="#ctx0" brushRef="#br1" timeOffset="118070.63">21359 3107 446 0,'0'0'6'0,"0"0"3"0,0 0 0 16,0 0 1-16,0 0 0 16,0 0 0-16,0 0-1 15,11-6-7-15,1 1-2 16,8 0 0-16,0-3-12 0,10 7-29 15,9-4-43-15,-13 5-2 16</inkml:trace>
  <inkml:trace contextRef="#ctx0" brushRef="#br1" timeOffset="118218.01">21417 3232 389 0,'0'0'6'0,"0"0"3"16,-10 3 1-16,10-3 1 15,0 0 2-15,0 0-2 0,0 10 1 16,0-10 1-16,20 5-8 15,-3-5-8-15,5 0-10 16,3-8-17-16,-10 4-49 16,17-7-2-16</inkml:trace>
  <inkml:trace contextRef="#ctx0" brushRef="#br1" timeOffset="118500.13">21802 3000 467 0,'0'0'4'16,"0"0"1"-16,0 0 2 15,-7 0-1-15,7 0 1 16,-16 0 0-16,7 0 1 0,-3 7-8 16,-1-4 0-16,3 4 0 15,0 3 0-15,2 5 0 16,3-3 0-16,5 5 0 0,0 1 0 16,3 0 0-16,7 3 0 15,2-1 0-15,6 1 0 16,-1 1 0-16,1-6 0 15,-4 0 0-15,4-4 0 16,-6 3 0-16,-5-8 0 0,-4 3 0 16,-3-10 0-16,0 12 0 15,-12-6 0-15,0-2 0 16,-6 6-67-16,-2-10-19 0</inkml:trace>
  <inkml:trace contextRef="#ctx0" brushRef="#br1" timeOffset="118684.74">21804 3000 465 0,'0'0'3'0,"0"0"3"16,10-5 1-16,1 0 0 16,5 0 1-16,7-3 0 0,7-2-1 15,7 0-7-15,1-2 0 16,-1 2-81-16,17 2-4 15</inkml:trace>
  <inkml:trace contextRef="#ctx0" brushRef="#br2" timeOffset="122702.7">13086 6991 442 0,'0'0'5'0,"0"0"2"16,0 0 1-16,0 0 0 0,0-7 0 16,0 7 0-16,0 0 0 15,0 4 0-15,0 8-4 16,4 4-2-16,1 0-2 15,3 5 1-15,2 4 1 0,-3 0-2 16,3-1 0-16,1 1 0 16,-4-5 0-16,2-1 0 15,-6-4 0-15,3 0 0 16,-4-5 0-16,0-3 0 0,-2-7 0 16,3 12 0-16,-3-12 0 15,0 0 0-15,0 0 0 16,0 0 0-16,0 0-8 0,0 0-55 15,0 0-23-15,0-12-1 16</inkml:trace>
  <inkml:trace contextRef="#ctx0" brushRef="#br2" timeOffset="123533.95">13741 5224 400 0,'0'0'7'0,"0"0"3"0,-5-13 2 15,5 13 1-15,-4-14 1 16,4 6 1-16,-3-2 0 0,1 1-1 16,2-1-6-16,0 10-5 15,5-15-3-15,-5 15 0 16,12-7 0-16,-2 7 0 0,0 4 0 16,0 7 0-16,0 1 0 15,0 5 0-15,-5 4 0 16,-1 3 0-16,-4 3 0 15,0 0 0-15,0 1 0 16,-7-3 0-16,-1 0 0 0,2-6 0 16,3 1 0-16,-2-8 0 15,5-2 0-15,0-10 0 16,13 3 0-16,-1-3 0 16,8-10 0-16,-1-3 0 0,8-3 0 15,-1-2 0-15,-1 0 0 16,0 4 0-16,-4-2 0 15,-5 7 0-15,-2-2 0 0,-3 6 0 16,-11 5 0-16,9-4 0 16,-9 4 0-16,0 0 0 15,0 0 0-15,0 0 0 16,-9 4 0-16,9-4 0 16,-7 10 0-16,7-10 0 0,0 0-30 15,2 10-56-15,-2-10-3 16</inkml:trace>
  <inkml:trace contextRef="#ctx0" brushRef="#br2" timeOffset="124397.18">15909 3820 384 0,'0'0'8'0,"0"0"3"16,-13-13 2-16,13 13 1 0,-5-15 1 15,2 8 1-15,1-3-1 16,2 0 1-16,0 10-8 15,12-13-3-15,1 9-2 16,1-2 0-16,2 6-3 16,1 0 0-16,-2 0 0 15,0 0 0-15,-5 9 0 0,-3-3 0 16,-4 4 0-16,-1 5 0 16,-2-2 0-16,-5 2 0 15,1 3 0-15,-7-1 0 16,4-3 0-16,0-2 0 0,-1 4 0 15,4-5 0-15,4-11 0 16,0 16 0-16,9-14 0 16,6 0 0-16,0-2 0 0,4 0 0 15,1 0 0-15,5 0 0 16,-2 0 0-16,-1 0 0 16,-4 5 0-16,-4-2 0 15,-1 3 0-15,-3 0 0 0,-8 4 0 16,-2 1 0-16,-7 1 0 15,-9 1 0-15,0-2 0 16,-7 3 0-16,-5 0 0 16,-1-2 0-16,-4 1 0 0,4-1 0 15,1-2 0-15,1-5-18 16,10 2-65-16,7 0-3 16</inkml:trace>
  <inkml:trace contextRef="#ctx0" brushRef="#br2" timeOffset="125069.27">19178 4280 467 0,'0'0'4'0,"0"0"1"16,0 0 1-16,0 0 1 0,0 0-1 16,-7 4 0-16,-1 4 0 15,-3 5-2-15,0 5-4 16,-4 4 0-16,0-3 0 15,4 6 0-15,-3-3 0 0,5-1 0 16,1-5 0-16,5 0 0 16,1-4 0-16,2-12 0 15,0 12 0-15,0-12 0 0,15 3 0 16,2-3 0-16,1-5 0 16,1-3 0-16,4-2 0 15,-1 1 0-15,1-2 0 16,1 4-20-16,-6 0-63 15,-4-3-4-15</inkml:trace>
  <inkml:trace contextRef="#ctx0" brushRef="#br2" timeOffset="125234.85">19171 4374 408 0,'0'0'5'0,"0"0"2"16,0 0 1-16,-2 8 2 15,2 2-2-15,2 5 2 16,5 5 0-16,-4 7 0 0,9 5-7 16,-2 3-7-16,7-3-50 15,-1 13-27-15,-2-1-2 16</inkml:trace>
  <inkml:trace contextRef="#ctx0" brushRef="#br2" timeOffset="125936.58">19903 6897 460 0,'0'0'3'0,"0"0"1"0,0 0 0 0,0 0 0 0,-7-3 0 16,7 3 0-16,-12 3 0 15,1 2 0-15,4 4-4 16,-2 3 0-16,4 1-1 16,-3 4 0-16,3-2 0 0,5 2 1 15,2-2-1-15,6 1 1 16,2-2-1-16,4-4 1 15,2 3 0-15,4-6 0 16,-1 2 0-16,-3 0 1 0,1-2-1 16,-4-3 0-16,-4 1 1 15,-9-5 0-15,7 16-1 16,-7-16 1-16,0 14 0 0,0-14-1 16,-12 12-2-16,3-4-1 15,-4-3-5-15,-2-2-7 16,2-1-26-16,13-2-41 15,-16 2-2-15</inkml:trace>
  <inkml:trace contextRef="#ctx0" brushRef="#br2" timeOffset="126259.84">19882 6953 438 0,'0'0'3'15,"0"0"4"-15,0 0 1 16,2-7 2-16,8 4 1 16,2-4 1-16,3 5 0 0,0-6-2 15,2 0-10-15,6 3 0 16,-4 1 0-16,-1-1 0 16,-2-1 0-16,0 5 0 15,-4-4 0-15,-3 1 0 0,-9 4 0 16,9-2 0-16,-9 2 0 15,0 0 0-15,0 0 0 16,0 0 0-16,0 0 0 16,0 0 0-16,0 0 0 0,-7 2 0 15,7-2 0-15,0 0-38 16,-11 4-49-16,11-4-4 16</inkml:trace>
  <inkml:trace contextRef="#ctx0" brushRef="#br2" timeOffset="127301.35">21116 3871 452 0,'0'0'5'0,"0"0"3"0,2-9 1 16,-2 9 1-16,3-8 0 15,-3 8 1-15,0 0-5 0,0 0-6 16,10 0 0-16,-5 8 0 16,1 9 0-16,1 8 0 15,2 3 0-15,3 3 0 16,-1 1 0-16,-1 1 0 0,0 2 0 15,-5-3 0-15,-3-3 0 16,-2 1 0-16,-4-5 0 16,-9-1 0-16,-4-6 0 0,-1 2 0 15,-5-8 0-15,-1 1 0 16,-3-6 0-16,-1-4 0 16,1-3 0-16,4-3 0 15,-4-10 0-15,5 1-24 16,4 7-57-16,3-20-7 0</inkml:trace>
  <inkml:trace contextRef="#ctx0" brushRef="#br2" timeOffset="127499.93">21064 3614 481 0,'0'0'4'0,"0"0"1"15,0 0 0-15,-2-12 1 16,2 12 0-16,0 0-2 16,-3-10-4-16,3 10 0 15,7 0 0-15,-7 0-41 16,25 10-43-16,0-3-4 0</inkml:trace>
  <inkml:trace contextRef="#ctx0" brushRef="#br2" timeOffset="127702.11">21466 3884 483 0,'0'0'4'16,"0"0"2"-16,0 0 1 16,0 0 0-16,3-5-3 0,-3 5-4 15,7-10 0-15,1 3 0 16,4-1 0-16,6 6-14 15,17-4-72-15,-18 5-2 16</inkml:trace>
  <inkml:trace contextRef="#ctx0" brushRef="#br2" timeOffset="127834.91">21444 4053 405 0,'0'0'5'15,"0"0"2"-15,0 0 1 0,0 0 1 16,10 0 0-16,-2-5 0 15,6-3-1-15,6 3-6 16,1-10-23-16,4 5-57 16,2-2-1-16</inkml:trace>
  <inkml:trace contextRef="#ctx0" brushRef="#br2" timeOffset="128185.37">21854 3785 465 0,'0'0'4'0,"0"0"2"16,0 0 1-16,-13 0 0 16,13 0 0-16,-19 0 1 15,9 0-1-15,-2 0-7 16,2 3 0-16,10-3 0 0,-15 12 0 16,15-12 0-16,-3 17 0 15,3-2 0-15,7-2 0 16,4 1 0-16,3 1 0 0,4 0 0 15,1 3 0-15,4-2 0 16,-3-3 0-16,5-1 0 16,-5 3 0-16,-3-5 0 15,-2 1 0-15,-7-4 0 0,-8-7 0 16,7 12 0-16,-7-12 0 16,-10 10 0-16,-5-7 0 15,-7 4 0-15,2-4 0 16,-5-1 0-16,0-2-16 0,-5-2-69 15,8-7-2-15</inkml:trace>
  <inkml:trace contextRef="#ctx0" brushRef="#br2" timeOffset="128485.68">21825 3710 475 0,'0'0'4'0,"0"0"2"16,0 0 0-16,2-12 2 15,-2 12 0-15,14-7-4 0,-1 0-4 16,7 1 0-16,5 1 0 16,7 0 0-16,5-2 0 15,1 3 0-15,-1 0 0 16,-2-1 0-16,-5 5 0 0,-5 0 0 16,-6-2 0-16,-8 2 0 15,-11 0 0-15,0 0 0 16,0 0 0-16,0 7 0 15,-5-3 0-15,-6 0 0 16,2-1 0-16,-7 1 0 0,2 4 0 16,2-6 0-16,12-2-46 15,-16 8-44-15</inkml:trace>
  <inkml:trace contextRef="#ctx0" brushRef="#br2" timeOffset="130334.21">20020 5023 432 0,'0'0'6'0,"0"0"0"0,-7-12 2 16,7 12 2-16,0 0-1 16,-5-13 0-16,5 13 0 15,0 0 1-15,-7 11-6 16,7 2-1-16,0 3-2 0,0 2-1 16,0 2-1-16,0 2 2 15,2 0-1-15,1-4 0 16,-1-3 0-16,-2-3 0 15,0-2 1-15,0-10 0 0,0 0-1 16,-7 3 2-16,7-3-2 16,-13-17 0-16,8 1 0 15,0-9 0-15,1 0 0 0,4-4 0 16,0 4 0-16,0-5 0 16,7 8 0-16,0 2 0 15,0 5 0-15,6 5 0 16,-1 8 0-16,6 2 0 15,-1 10 0-15,1 5 0 0,-1 4 0 16,3 1 0-16,-2 5 0 16,-4 3 0-16,-1-9 0 15,-3 4 0-15,-3-4-2 16,-2-7 2-16,-3-2 2 0,-2-10-2 16,0 0 0-16,0 0 0 15,0 0 0-15,-2-7 0 16,2-5 0-16,0-6 0 0,2-3 0 15,4-2 0-15,1 0 0 16,3-1 0-16,-1 7 0 16,4-1 0-16,2 3 0 15,0 5 0-15,-3 8 0 16,4 2 0-16,-4 2 0 0,3 8 0 16,0 5 0-16,-6-3 0 15,4 8 0-15,-3 0 0 16,-1 2 0-16,0-4 0 15,-2 2-5-15,-5-2-6 16,8-2-25-16,8-6-48 0,-9 0-4 16</inkml:trace>
  <inkml:trace contextRef="#ctx0" brushRef="#br2" timeOffset="130536.09">20657 5014 469 0,'0'0'4'0,"0"0"2"0,0 0 1 16,0 0 1-16,0 0-1 16,2-8 1-16,-2 8-6 15,10-8-2-15,3 8 0 16,1-4 0-16,4 4 0 0,-1 4-51 16,5-4-36-16,1 0-1 15</inkml:trace>
  <inkml:trace contextRef="#ctx0" brushRef="#br2" timeOffset="130684.95">20671 5140 430 0,'0'0'8'15,"0"0"0"-15,0 0 1 16,0 0 0-16,5-5 1 16,6 0 0-16,1 0 0 15,5 0-3-15,8 5-13 0,-1-3-47 16,9-4-32-16,2 0-1 15</inkml:trace>
  <inkml:trace contextRef="#ctx0" brushRef="#br2" timeOffset="131200.23">21101 4920 506 0,'0'0'3'16,"0"0"-1"-16,0 0-2 16,0-13 0-16,0 13 0 0,0-10 0 15,0 10 0-15,0-15 0 16,0 15 0-16,8-9 0 16,1 9 0-16,4 0 0 15,0 0 0-15,4 2 0 0,-2 5 0 16,4 1 0-16,-3 2 0 15,-2 0 0-15,-6 0 0 16,-3 2 0-16,-5 0 0 16,0-2 0-16,-2 3 0 15,-6-1 0-15,-2-2 0 0,0-1 0 16,3-1 0-16,-1 2 0 16,3-3 0-16,5-7 0 15,0 15 0-15,0-15 0 16,7 13 0-16,4-11 0 0,1 4 0 15,-2 1 0-15,7-2 0 16,-2 0 0-16,0 3 0 16,-3-1 0-16,-1 3 0 15,-4-1 0-15,0 1 0 0,-7 0 0 16,0 2 0-16,-9 1 0 16,-4-1 0-16,-4 0 0 15,-3-2 0-15,-5 0-4 0,-2-2-2 16,5 2-6-16,-6-10-16 15,3 0-56-15,8 0-1 16</inkml:trace>
  <inkml:trace contextRef="#ctx0" brushRef="#br2" timeOffset="131502.74">21671 4667 452 0,'0'0'5'0,"0"0"1"16,0-13 1-16,0 13 0 16,0 0 0-16,0 0 1 15,-8-1-1-15,-5 7 1 0,1 17-4 16,-6 6-4-16,-1 13 0 16,-3 6 0-16,-1 6 0 15,0 8 0-15,7 2 0 16,2-2 0-16,7 0 0 0,7-6 0 15,5 0 0-15,15-7 0 16,13-6 0-16,6-11 0 16,11-6 0-16,5-8 0 15,12-8-54-15,-3-2-32 16,1-6-1-16</inkml:trace>
  <inkml:trace contextRef="#ctx0" brushRef="#br2" timeOffset="132667.04">21850 4998 401 0,'0'0'7'0,"2"-12"2"15,0 5 2-15,3-3 2 0,-2 0 0 16,-1 0 1-16,0 0 0 15,1 3 0-15,-3 7-6 16,0 0-3-16,-5 4-3 16,-5 7-2-16,0-1 0 0,0 5 0 15,3 2 0-15,0-2 0 16,4 3 0-16,3-2 0 16,5-1 0-16,2-1 0 0,8 0 0 15,0-3 0-15,2 2 0 16,3-1 0-16,-4-4 0 15,1 2 0-15,0-3 0 16,-5-1 0-16,-1-1 0 0,-11-5 0 16,7 12 0-16,-7-12 0 15,-8 13 0-15,-6-6 0 16,-4-3 0-16,-4 2-4 16,0-2-13-16,-4-4-35 0,4 0-36 15,3-2 0-15</inkml:trace>
  <inkml:trace contextRef="#ctx0" brushRef="#br2" timeOffset="132817.84">21846 4914 404 0,'0'0'6'0,"6"-10"2"16,-6 10 2-16,17-12 0 15,-4 2 0-15,4 1 0 16,3 1 0-16,5-2-2 0,0 6-15 15,1 10-52-15,4-6-21 16</inkml:trace>
  <inkml:trace contextRef="#ctx0" brushRef="#br2" timeOffset="133033.71">22179 5063 439 0,'0'0'6'0,"0"0"2"0,-7 0 2 16,7 0 1-16,0 0 0 16,0 0 0-16,0 0 0 15,0-10-7-15,7 8-4 16,9-3 0-16,3 2 0 0,1-2-7 16,10-17-71-16,-2 20-9 15</inkml:trace>
  <inkml:trace contextRef="#ctx0" brushRef="#br2" timeOffset="133418.93">22542 4907 420 0,'0'0'6'15,"0"0"4"-15,0 0 2 16,0 0 1-16,8-7 0 15,-8 7 0-15,0 0 1 0,0 0-4 16,8 4-10-16,-8 12 0 16,0-2 0-16,0 6 0 15,0 3 0-15,2-2 0 16,1 4 0-16,-1 0 0 0,0-6 0 16,1 2-3-16,-3-4-40 15,2-2-44-15,3-5-1 16</inkml:trace>
  <inkml:trace contextRef="#ctx0" brushRef="#br2" timeOffset="133726.84">22602 4672 469 0,'0'0'3'0,"0"0"1"16,0 0 1-16,0 0 0 15,10-8 1-15,3 8 0 16,6 10 0-16,4 5 1 0,6 7-7 16,4 6 0-16,3 4 0 15,3 7 0-15,-5 6 0 16,-6 0 0-16,-6 4 0 16,-5-4 0-16,-9 4 0 15,-8-1 0-15,-5-1 0 0,-11-3 0 16,-3-4 0-16,-4-6 0 15,1-1 0-15,-2-11-17 16,4-2-69-16,-1-3-3 16</inkml:trace>
  <inkml:trace contextRef="#ctx0" brushRef="#br2" timeOffset="134737.1">23087 5023 431 0,'0'0'5'0,"0"0"0"15,0 0 2-15,0 0 0 16,0 0 2-16,14-9 0 16,-1 4 2-16,7 2-1 0,7-5-3 15,3 7-1-15,4-5-2 16,-1-1-4-16,-1 2 0 16,-2-2 0-16,-5 2 0 15,-5 2 0-15,-9 3 0 16,1-3 0-16,-12 3 0 0,0 0 0 15,0 0 0-15,0 0 0 16,-4 8-2-16,-5-8-19 16,9 0-64-16,-10 3-2 15</inkml:trace>
  <inkml:trace contextRef="#ctx0" brushRef="#br2" timeOffset="135420.9">23566 4895 387 0,'0'0'8'0,"0"-3"3"0,0 3 2 0,-5-19 3 16,5 9 0-16,0-5 1 16,0 1 1-16,2-4-1 0,11 8-9 15,-5-3-8-15,6 4 0 16,2 3 0-16,0 4 0 15,2 2 0-15,0 0 0 0,-1 10 0 16,-2 2 0-16,0 3 0 16,-6 2 0-16,-3 4 0 15,-3 3 0-15,-3 1 0 0,-9 3 0 16,-8-4 0-16,0 3 0 16,-5-8 0-16,-5 1 0 15,2 0 0-15,-2-2 0 16,6-8 0-16,2 0 0 15,3-2 0-15,7-4 0 0,9-4 0 16,-10 4 0-16,10-4 0 16,10 0 0-16,2 0 0 15,3 0 0-15,8-4 0 16,1 1 0-16,6 2 0 0,-3-5 0 16,5 4 0-16,-2-3 0 15,0 1 0-15,-3 4 0 16,-4-1 0-16,-6 1 0 15,-2 0 0-15,-8 0 0 0,-7 0 0 16,0 0 0-16,0 0 0 16,0 0 0-16,0 0 0 15,0 7 0-15,0-7 0 16,0 0 0-16,-9 8 0 0,9-8 0 16,-8 7 0-16,8-7 0 15,-12 3 0-15,12-3-32 16,7 1-56-16,-7-1-4 15</inkml:trace>
  <inkml:trace contextRef="#ctx0" brushRef="#br2" timeOffset="136201.01">24083 4629 304 0,'0'0'9'0,"0"0"5"16,0-6 2-16,0 6 2 16,-3-12 5-16,3 12-2 0,-7-8 0 15,7 8 0 1,-10-3-7-16,-2 8-6 0,0 13-2 15,-6 4-2-15,-2 10-1 16,0 7 0-16,0 6-1 0,1 7 0 16,1 2 0-16,3-1 0 15,7-1 0-15,8-8-1 16,0 1 0-16,8-3 0 16,5-7-1-16,1-3 2 0,4-7-2 15,2-3 1-15,2-5-1 16,-2-4-3-16,3-6-5 15,-4-7-17-15,-19 0-57 16,25 0-4-16</inkml:trace>
  <inkml:trace contextRef="#ctx0" brushRef="#br2" timeOffset="136635.6">24138 4834 438 0,'0'0'3'0,"0"0"3"0,0 0 0 16,0 0 0-16,0 0 1 16,0 0 0-16,-13-4 0 15,13 4 0-15,-17 5-4 16,3 5-2-16,8 2-1 0,-4 4 1 15,3-4-1-15,4 6 0 16,3-7 0-16,0 4 1 16,8-2 0-16,1-3 0 15,9-1 1-15,-1 2 0 0,3-2-1 16,0-1 1-16,0-3-1 16,0 2 0-16,-6 1 1 15,2-3-2-15,-9 3 1 16,-7-8 0-16,5 16 0 0,-5-16 1 15,-5 13-2-15,-5-5 0 16,-3-1 0-16,-1 0 0 16,-6 1-3-16,5-4-4 0,-7-1-7 15,4-3-48-15,3 4-23 16,-2-4-3-16</inkml:trace>
  <inkml:trace contextRef="#ctx0" brushRef="#br2" timeOffset="136787.04">24118 4900 435 0,'0'0'4'15,"0"0"2"-15,7-14 0 16,3 10 0-16,1-3 1 0,6-3-1 16,0 2-2-16,3-4-11 15,3 7-70-15,1 0-5 16</inkml:trace>
  <inkml:trace contextRef="#ctx0" brushRef="#br2" timeOffset="137102.04">24368 4607 435 0,'0'0'4'0,"0"0"1"0,0 0 1 16,0 0 2-16,0 10 0 15,0 2 1-15,11 4 0 16,-1 3 1-16,7 9-3 0,3 2-1 16,7 5-2-16,1 1-4 15,-1 5 0-15,-2-2 0 16,-8-1 0-16,-2 5 0 0,-8 0 0 16,-4-2 0-16,-8-3 0 15,-7 1 0-15,-6-6 0 16,-2-2 0-16,-2-6 0 15,0 0 0-15,-3-5 0 16,7-8 0-16,-6-4-17 0,13-5-49 16,-1-2-22-16,3-1-1 15</inkml:trace>
  <inkml:trace contextRef="#ctx0" brushRef="#br2" timeOffset="137434.7">24662 4851 464 0,'0'0'5'0,"0"0"1"0,0 0 2 0,10-6 0 15,-10 6 1-15,15-7 0 16,-5 4-7-16,2-2-2 16,1-2 0-16,4 1 0 15,3 5 0-15,2-2 0 0,-2 0 0 16,5 3-15-16,7 3-71 15,-14-3-3-15</inkml:trace>
  <inkml:trace contextRef="#ctx0" brushRef="#br2" timeOffset="137817.87">25082 4739 490 0,'0'0'2'0,"0"0"2"0,0 0-1 16,0 0 1-16,0 0-1 15,0 0 2-15,0 0-5 0,-10 8 0 16,0 2 0-16,3 4 0 16,-1 3 0-16,3 8 0 15,5-3 0-15,0 0 0 16,7-1 0-16,6-2 0 0,4-6 0 15,3-3 0-15,5-6 0 16,0-4 0-16,0-4 0 16,-1-6 0-16,1-8 0 15,-4-1 0-15,-5-9 0 16,-7-1 0-16,-5-1 0 0,-6-3 0 16,-11 3 0-16,-11 9 0 15,-1 1 0-15,-7 5 0 16,-6 9 0-16,0 9 0 15,-1 2-31-15,1 12-55 0,14 4-3 16</inkml:trace>
  <inkml:trace contextRef="#ctx0" brushRef="#br2" timeOffset="138499.96">20647 6203 433 0,'0'0'5'16,"0"0"2"-16,0 0 2 15,0-11 0-15,0 11 1 0,12-8 0 16,0-1 1-16,4 5-1 16,3 0-8-16,1-2-11 15,7-7-55-15,-1 13-19 16</inkml:trace>
  <inkml:trace contextRef="#ctx0" brushRef="#br2" timeOffset="138634.87">20666 6257 407 0,'0'0'4'0,"0"0"1"0,0 0 2 16,13 3-1-16,-1-3 1 15,6 0-3-15,4-3-10 16,10-1-65-16,9-5-4 16</inkml:trace>
  <inkml:trace contextRef="#ctx0" brushRef="#br2" timeOffset="139453.68">21273 6044 426 0,'0'0'6'0,"0"0"3"16,0 0 1-16,0 0 1 0,0 0 0 15,0 0 1-15,4 5 0 16,-4 10 0-16,0 2-10 16,0 8-2-16,0 3 0 15,3 5 0-15,-3 0 0 0,0 7 0 16,0-11-4-16,7-6-60 15,-4 4-22-15,3-4-1 16</inkml:trace>
  <inkml:trace contextRef="#ctx0" brushRef="#br2" timeOffset="139816.72">21509 6123 458 0,'0'0'5'0,"0"0"2"0,0-12 3 15,0 12 0-15,-6-17 1 16,4 7-1-16,0-1-10 16,2-1 0-16,0 5 0 0,0 7 0 15,18-18 0-15,-2 16 0 16,2 0 0-16,0 2 0 16,4 4 0-16,-2 7 0 15,-1 3 0-15,-3 4 0 0,-12 4 0 16,-1 0 0-16,-3 6 0 15,-7-4 0-15,-9 1 0 16,-1 0 0-16,2-3 0 16,-2-2 0-16,4-5 0 15,1 0 0-15,5-5 0 0,7-10 0 16,-7 12 0-16,7-12 0 16,9 0 0-16,6 0 0 15,2-2 0-15,6-4 0 16,7 2 0-16,-3-9-23 0,10 1-63 15,0-1-3-15</inkml:trace>
  <inkml:trace contextRef="#ctx0" brushRef="#br2" timeOffset="140034.99">22078 6128 504 0,'0'0'2'0,"0"0"0"0,0 0 1 0,7-2-3 15,4-1 0-15,5-2 0 0,7 3 0 16,5-3 0-16,1-2 0 16,13 7 0-16,4-3-84 15,0-1-3-15</inkml:trace>
  <inkml:trace contextRef="#ctx0" brushRef="#br2" timeOffset="140483.89">22575 5997 431 0,'0'0'7'0,"0"0"3"16,0 0 2-16,13 0-1 15,-13 0-1-15,0 0-1 16,7 13 1-16,-5-1 1 15,1 2-11-15,-3 7 0 0,0 1 0 16,0 0-4-16,4 5-5 16,-4-4-19-16,2 1-54 15,4-7-3-15</inkml:trace>
  <inkml:trace contextRef="#ctx0" brushRef="#br2" timeOffset="140818.04">22813 6000 460 0,'0'0'3'0,"0"0"-1"0,0 0 0 15,0 4-1-15,-4 6 2 16,-5 3 0-16,5 4 0 16,-1 0 0-16,2 6-1 0,1 2-1 15,2 0 2-15,7 0-1 16,9-6 0-16,0-2 0 15,7-7 1-15,5-2-1 16,-1-4 0-16,5-4 1 0,-7-7 0 16,-1-3 0-16,-3-5 0 15,-6-4-3-15,-5-4 0 16,-10-4 0-16,-3-3 0 16,-12 3 0-16,-4 0 0 0,-4 5 0 15,-2 4 0-15,-3 6 0 16,-1 12-19-16,12 5-66 15,-4 7-3-15</inkml:trace>
  <inkml:trace contextRef="#ctx0" brushRef="#br2" timeOffset="142651.9">23450 6126 413 0,'0'0'5'0,"0"0"1"0,0 0 1 16,5-12 1-16,-5 12 1 15,16-13 0-15,-2 6-1 16,2-1 1-16,5 6-6 0,-1-3-9 16,10 5-26-16,-1 0-48 15,-4 0-1-15</inkml:trace>
  <inkml:trace contextRef="#ctx0" brushRef="#br2" timeOffset="142818.31">23501 6203 322 0,'0'0'7'16,"0"0"4"-16,0 0 2 0,0 0 3 16,0 0 0-1,0 0 0-15,0 0 0 0,16 0-3 16,2 0-19-16,6 10-47 15,10-10-21-15,3 0-4 16</inkml:trace>
  <inkml:trace contextRef="#ctx0" brushRef="#br2" timeOffset="143301.15">24016 6044 462 0,'0'0'5'15,"-5"-8"1"-15,5 8 2 16,-10-12 1-16,7 2 0 16,-2 0 0-16,5-2-6 0,0 2-3 15,8 3 0 1,4-1 0-16,9 6 0 0,3 2 0 15,1 0 0-15,0 10 0 16,-2 5 0-16,-4 2 0 0,-4 5 0 16,-5 3 0-16,-10 2 0 15,-5 1 0-15,-7 1 0 16,-8-1 0-16,-3-3 0 16,-4-3 0-16,5 3 0 15,-5-10 0-15,4-1 0 0,5-3 0 16,4-3 0-16,14-8 0 15,0 0 0-15,0 0 0 16,12 3 0-16,10-3 0 16,6-3 0-16,4-1 0 0,5 0 0 15,-2-2 0-15,3 1 0 16,-9-1 0-16,1 2 0 16,-10 4 0-16,0 0 0 15,-8-3 0-15,-2 3-18 16,-10 0-67-16,0 0-4 0</inkml:trace>
  <inkml:trace contextRef="#ctx0" brushRef="#br2" timeOffset="145283.54">21901 7009 460 0,'0'0'4'0,"0"0"1"16,0 0 0-16,0 0 0 15,0 0 0-15,0 0 1 16,0 4-1-16,0 8 0 16,-2 5-3-16,-1 4-2 15,3 1 0-15,0 4-1 0,-2 2 1 16,2-4 0-16,2-1 0 16,3-6 0-16,-2-4 1 15,2-3 0-15,-5-10 0 0,0 0 0 16,0 0 1-16,0 0-1 15,0-13 0-15,-3-1 1 16,1-6-2-16,-1-5 0 16,3-2 0-16,0-1 0 0,3 1 0 15,2 5 0-15,3 2 0 16,-1 3 0-16,5 10 0 16,1 4 0-16,-4 6-2 0,7 8 1 15,-4 4 0-15,2 6-1 16,-1-2 1-16,2 6-2 15,-5-5 1-15,-1-1-1 16,-1-3 1-16,0-5 0 0,-5-2 1 16,-3-9 0-1,0 0 1-15,0 0 1 0,0 0 0 16,7-9 1-16,-5-2 1 16,3-5-1-16,2-3-1 15,2-4 1-15,0 1-1 0,3 3 0 16,4-2 0-16,-2 5-1 15,2 0 0-15,0 7-1 16,-3 6 0-16,4 3 0 16,-4 8 1-16,-1 5-1 0,-2 3 0 15,1 4 0-15,-2 2 0 16,1 0-2-16,0 6-6 16,-6-11-13-16,0 3-59 15,5 0-4-15</inkml:trace>
  <inkml:trace contextRef="#ctx0" brushRef="#br2" timeOffset="145484.56">22522 7078 455 0,'0'0'6'0,"0"0"1"0,0 0 2 0,0-9 0 16,0 9 1-16,3-9-1 15,-3 9-3-15,13-10-6 16,-1 7 0-16,1-4 0 16,12-3-81-16,-4 10-7 15</inkml:trace>
  <inkml:trace contextRef="#ctx0" brushRef="#br2" timeOffset="145974.62">22498 7241 419 0,'0'0'5'0,"0"0"4"16,0 0 1-16,0 0 1 15,0 0 0-15,0 0 1 16,5 0 0-16,-5 0-1 0,14-8-4 15,-1 3-5-15,-3 1-5 16,10-2-9-16,-8 4-42 16,8-1-31-16,2-1-2 15</inkml:trace>
  <inkml:trace contextRef="#ctx0" brushRef="#br2" timeOffset="146451.76">22864 7103 445 0,'0'0'5'0,"0"0"2"0,0-11 1 16,0 11 2-16,0-14 0 16,0 3 0-16,2-1 0 15,3-1-4-15,2 1-6 16,5 2 0-16,3 3 0 0,0 4 0 16,-2 3 0-16,-4 6 0 15,1 3 0-15,-2 6 0 16,-1 2 0-16,-7 4 0 15,0 0 0-15,0 2 0 0,-4-1 0 16,-5-3 0-16,-3-1 0 16,-2 0 0-16,1-4 0 15,1-1 0-15,-1-3 0 16,6-3 0-16,7-7 0 0,-5 10 0 16,5-10 0-16,14 0 0 15,2 0 0-15,6-3 0 16,0-4 0-16,5 5-7 0,3-6-59 15,0-1-20-15,-2-4-2 16</inkml:trace>
  <inkml:trace contextRef="#ctx0" brushRef="#br2" timeOffset="147685.57">23363 6804 385 0,'0'0'6'0,"0"0"4"15,12-14 3-15,-12 14 2 16,7-15 1-16,-1 5 0 0,-4 2 1 16,1-2-1-16,-3 10-5 15,-17-12-5-15,1 8-6 16,-9 4 0-16,-5-3 0 0,-7 3 0 16,-8-3 0-16,-4 1 0 15,-8 0 0-15,-10-2 0 16,-7-2 0-16,1-2 0 15,-9-2 0-15,-8-2 0 16,3 2 0-16,-7 0 0 0,2 0 0 16,6 0 0-16,1 3 0 15,2 2 0-15,14 5 0 16,7-2 0-16,7 2 0 0,11 0 0 16,3 0 0-16,12 0 0 15,7 2 0-15,4 3 0 16,0 2 0-16,8 0 0 0,-1 4 0 15,-2-2 0-15,3 4 0 16,0 2 0-16,-3 0 0 16,4 5 0-16,-3-1 0 15,3 3 0-15,0 9 0 16,-2 5 0-16,4 7 0 0,0 6 0 16,2 5 0-16,0 6 0 15,0 5 0-15,-3 2 0 16,1-1 0-16,-1-2 0 15,2-2 0-15,-7-2 0 0,1-8 0 16,0-2 0-16,-6-11 0 16,6-6 0-16,-1-8 0 15,5-6 0-15,1-7 0 16,7-12 0-16,-7 10 0 0,7-10 0 16,0 0 0-16,0 0 0 15,0 0 0-15,0 0 0 16,0 0 0-16,0 0 0 0,0 0 0 15,0 0 0-15,7-2 0 16,-7 2 0-16,17-6 0 16,-4 4 0-16,1 0 0 15,12-1 0-15,1-2 0 16,12 0 0-16,7 0 0 0,10 1 0 16,17-3 0-16,6-3 0 15,15 2 0-15,9 1 0 16,5-1 0-16,5 3 0 15,4 0 0-15,2 2 0 0,-6-1 0 16,2 4 0-16,-11 0 0 16,-6 0 0-16,-10 0 0 15,-13 0 0-15,-12 0 0 16,-17 0 0-16,-8 0 0 0,-16 0 0 16,-9 0 0-16,-13 0 0 15,0 0 0-15,0 0 0 16,-2 7 0-16,-7-4 0 0,0-1 0 15,-1 0 0-15,0-2 0 16,-3 3 0-16,6-3 0 16,7 0 0-16,-18 2 0 0,18-2 0 15,-9 0 0 1,9 0 0-16,0 0 0 0,-10-7 0 16,10 7 0-16,-6-18 0 15,4 3 0-15,0-4 0 16,2-3 0-16,0-13 0 15,0-4 0-15,4-9 0 0,5-8 0 16,-2-1 0-16,0-6 0 16,4 1 0-16,-4 5 0 15,-2 0 0-15,-3 7 0 0,-2 9 0 16,0 6 0-16,0 11 0 16,-2 6 0-16,-1 3 0 15,3 15 0-15,0 0 0 16,0 0 0-16,0 13-67 0,5 3-22 15</inkml:trace>
  <inkml:trace contextRef="#ctx0" brushRef="#br2" timeOffset="161953.23">16522 4032 359 0,'0'0'6'0,"0"0"4"16,0-15 1-16,0 15 2 0,-5-16 0 16,2 7 0-16,-4-2 1 15,-3-2 1-15,-3 6-7 16,-1 5-1-16,-9 2-3 0,1 0-2 16,-2 9 0-16,-6 1 0 15,0 4-1-15,0 4 0 16,-2 4-1-16,2 1 1 15,0 1-1-15,0 6 1 0,3 3-1 16,-1 2 0-16,6 4 0 16,3 1-1-16,3 2 1 15,6 5 0-15,6-3 0 0,4-1 1 16,7-2 0-16,7 2 0 16,9-8 0-16,2-4 1 15,10-2 0-15,-1-4 0 16,9-8 0-16,4-3 0 15,3-9 0-15,-3-3 0 16,5-4 1-16,1-9-1 0,-4-3 1 16,1-4 0-16,-6-6-3 15,-1-5 0-15,-6-5 0 0,-5 1 0 16,-7-8 0-16,-3-3 0 16,-7-1 0-16,-9-2 0 15,-2 0 0-15,-4 0 0 16,-10 0 0-16,-5 5 0 0,-4 0 0 15,-4 5 0-15,-4 5 0 16,-1 3 0-16,-4 4 0 16,-3 0 0-16,1 7 0 15,-6 3 0-15,3 10 0 16,-1 0 0-16,1 5 0 0,0 7 0 16,0 6 0-16,-1 7 0 15,3 5 0-15,5 3 0 16,3 5 0-16,3 4 0 15,1 4 0-15,5 5 0 16,6 6 0-16,3 0 0 0,6 3 0 16,3-1 0-16,5 1 0 15,7-1 0-15,1-7 0 16,6 0 0-16,4-6 0 0,4-7 0 16,3-5 0-16,5-6 0 15,4-9 0-15,1-5 0 16,3-7 0-16,-1-2 0 0,2-15 0 15,-1 0 0-15,2-7 0 16,-8-6 0-16,2-3 0 16,-6-7 0-16,-3-6 0 15,-8-6 0-15,-5-5 0 16,-2-2 0-16,-12 1 0 16,-3-1 0-16,-10 4 0 0,-10 2 0 15,0 6 0-15,-8 7 0 16,-2 7 0-16,-4 6 0 15,-3 5 0-15,-5 9 0 0,-1 4 0 16,1 7 0-16,-2 0 0 16,1 13 0-16,-1 5 0 15,-2 6 0-15,4 1 0 0,6 9 0 16,1 6 0-16,2 3 0 16,9 3 0-16,1 6 0 15,11 0 0-15,6 5 0 16,6 1 0-16,6-4 0 0,6-4 0 15,15-6 0-15,3-7 0 16,10-2 0-16,5-13 0 16,2-4 0-16,5-11 0 15,0-5 0-15,3-4 0 16,-5-8 0-16,-1-5 0 0,-4-7 0 16,-3-6 0-1,-2-6 0-15,-7-1 0 0,-6-9 0 16,-10-4 0-16,-2-3 0 15,-8-5 0-15,-7 0 0 16,-10-3 0-16,-7 6 0 0,-8-1 0 16,-10 1 0-16,-2 12 0 15,-8 3 0-15,1 12 0 0,-9 6 0 16,1 12 0-16,3 8 0 16,-4 10 0-16,1 12 0 15,5 11 0-15,5 9 0 16,3 12 0-16,13 6 0 0,14 12 0 15,4 4-78-15,11-4-13 16</inkml:trace>
  <inkml:trace contextRef="#ctx0" brushRef="#br2" timeOffset="182366.72">16480 4371 200 0,'0'0'6'0,"0"0"7"0,0 0 1 15,0 0 5-15,0 0 0 16,0 0 2-16,0 0 2 16,0 0 2-16,0 0-6 15,0 0-2-15,0 0-3 0,0 0-4 16,0 0-1-16,0 0-3 15,0 0-1-15,0 0-2 16,0 11 0-16,0-11-2 0,0 0 0 16,0 0 0-16,0 0 0 15,0 0 1-15,0 0-1 16,0 7 0-16,0-7 1 16,0 0 0-16,0 0 0 15,0 0 0-15,0 0 2 16,0 0 1-16,0 0 2 0,0 0 0 15,0 0 0-15,0 0 1 16,0-7 0-16,-3-5 0 0,1-4-1 16,2-3-1-16,-3-9-4 15,1-3-2-15,0-14 0 16,-3-4 0-16,2-16 0 16,3-7 0-16,0-10 0 15,0-10 0-15,0-4 0 0,0-3 0 16,-2 0 0-16,2-1 0 15,-8 9 0-15,0 12 0 16,-1 7 0-16,1 13 0 16,-2 11 0-16,3 11 0 0,-3 13 0 15,2 3 0-15,3 12 0 16,5 9 0-16,-2-10 0 16,2 10 0-16,0 0 0 15,0 0 0-15,0 0 0 0,0 0 0 16,-5 10 0-16,5-10 0 15,0 9 0-15,0-9 0 16,0 18 0-16,0-18 0 0,2 19 0 16,-2-8-3-16,3 3-84 15,2 1-3-15</inkml:trace>
  <inkml:trace contextRef="#ctx0" brushRef="#br2" timeOffset="208567.05">14196 6441 264 0,'0'0'6'0,"0"0"4"0,0 0 3 16,0 0 3-16,0-7 1 16,0 7 0-16,0 0 0 0,7-6 2 15,-7 6-5-15,13 3-5 16,-5 2-1-16,6 0-4 16,2 7 0-16,-2 1 0 15,6 5 0-15,0-2 0 16,5 3 0-16,-1 6 0 0,2-2-3 15,1 7 1-15,0 0-1 16,-2 2 0-16,3 2 0 16,-6 4 0-16,3-2-1 0,-8 4 0 15,3 2 0-15,-5 1 1 16,-1-4-1-16,-3 1 1 16,-1 2-1-16,-5-10 1 15,1 2 0-15,-3-3 0 0,-3-5 0 16,0-1 0-16,-3-5 1 15,1-2-1-15,-5-4 1 16,2-3-1-16,-2-2 0 16,7-9 1-16,-8 10-1 0,8-10 1 15,0 0-1-15,0 0 0 16,0 0 1-16,0 0-2 16,0 0 1-16,0 0-2 15,0 0-1-15,0 0-5 0,0 0-10 16,0 0-33-16,0 0-30 15,-3-5-3-15</inkml:trace>
  <inkml:trace contextRef="#ctx0" brushRef="#br2" timeOffset="209537.07">13933 7444 215 0,'0'0'4'16,"0"0"-1"-16,0 0 4 16,0 0 0-16,0 0 2 0,0 0 2 15,0 0 0-15,0 0 2 16,0 0-1-16,0 0 1 16,0 0-1-16,10 5 0 15,2-2-2-15,1-3 0 16,4 0 0-16,10 0-1 0,1 0-1 15,6 0 0-15,6 0-2 16,8-5-2-16,2 2 0 16,3-3 0-16,7 2 0 0,5-1-1 15,3-2 0-15,1 2-1 16,3-1-1-16,-5 2 1 16,5 1-1-16,-5 1 0 15,0-3 0-15,-7 2 1 0,-3 1-2 16,-8-1 1-16,-1-1-1 15,-13 1 1-15,-8 3-1 16,-4-3 2-16,-11 3 0 0,-12 0 0 16,11 0 0-16,-11 0 1 15,0 0 0-15,0 0-3 16,-9 0-4-16,9 0-8 16,-12 0-18-16,-3-1-46 15,15 1-2-15</inkml:trace>
  <inkml:trace contextRef="#ctx0" brushRef="#br2" timeOffset="210002.41">14554 7136 284 0,'0'0'3'0,"0"0"3"0,0 0 4 0,8 0 1 15,-8 0 3-15,14 8 1 16,-3 2 0-16,-2 3 3 16,-2 1-3-16,7 4-4 15,-7-1-2-15,4 5-2 16,-4 0-2-16,-3 1-2 0,-1-1-1 15,-3-2-1-15,0-1 0 16,0-2 0-16,-5 4-1 16,-1-9-1-16,1-2-2 15,-2-3-3-15,7-7-10 0,-7 0-50 16,7 0-10-16</inkml:trace>
  <inkml:trace contextRef="#ctx0" brushRef="#br2" timeOffset="210600.93">14912 6765 373 0,'0'0'7'0,"0"0"4"16,0 0 1-16,0 0 0 16,0 0 1-16,-10 0-1 15,10 0 1-15,-12 13-1 16,-2 1-6-16,8 5-4 15,-4 6-2-15,4 0 0 0,6 6 0 16,0-5 1-16,0 2-1 16,9-3 1-16,4-4 0 15,3-3 1-15,1-6 0 0,1-6 0 16,1-2 2-16,1-4-1 16,6-7 1-16,-6-2 1 15,-1-8 0-15,-4-7 0 16,0 0-2-16,-8-5-3 0,-1-1 0 15,-6-3 0-15,-8 2 0 16,-4 0 0-16,-7 4 0 16,1 4 0-16,-7 10 0 15,-1 2 0-15,-1 9 0 0,0 2 0 16,5 7 0-16,2 6 0 16,4 6 0-16,7 1 0 15,4 3 0-15,5-1 0 16,14 0 0-16,7 0 0 15,4-5 0-15,7 1 0 0,7-9 0 16,4 1 0-16,-3-10-6 16,6-12-68-16,-5 10-13 15</inkml:trace>
  <inkml:trace contextRef="#ctx0" brushRef="#br2" timeOffset="210900.49">15263 6864 495 0,'0'0'3'0,"0"0"0"0,0 0 0 16,2 8 1-16,-2-8-1 16,7 20-3-16,-4-6 0 15,4 3 0-15,-1 3 0 16,1 5 0-16,-2-2 0 16,4 6-5-16,-6-4-79 0,-1-5-3 15</inkml:trace>
  <inkml:trace contextRef="#ctx0" brushRef="#br2" timeOffset="211933.55">18206 7488 317 0,'0'0'7'16,"0"0"2"-16,0 0 2 0,0 0-1 16,0 0 2-16,0 0 3 15,0 0 1-15,11 8 1 16,8-8-6-16,9 3-2 15,4-1 0-15,11-2 0 0,3 0-1 16,12 0-1-16,6 0-1 16,8 0-2-16,1-5 0 15,3 2-1-15,2 1-1 16,-4-1 0-16,-1 1-1 16,-7 2 0-16,-12 0-1 0,-8 0-2 15,-13 0-5-15,-7 0-11 16,-14 17-42-16,1-14-22 15,-13-3-4-15</inkml:trace>
  <inkml:trace contextRef="#ctx0" brushRef="#br2" timeOffset="212633.97">19094 6753 384 0,'0'0'7'16,"0"0"3"-16,0 0 2 0,0 0 1 15,0 0 1-15,0 0-1 16,0 0 1-16,0 0-1 15,-15 0-5-15,2 7-5 16,-1 5-2-16,-9 6-1 0,-7 3 0 16,-2 7 0-16,-3 7-1 15,1 2 0-15,-7 3 1 16,2 5-1-16,-1 1 0 16,3 1 1-16,5 0 0 15,2 1 0-15,5-4 0 0,5-1 0 16,8-4 0-16,5-5 0 15,3-4 1-15,4-2-1 16,11-6 1-16,1-2 0 0,3-6-1 16,2-4 1-16,3 0 0 15,1-2-4-15,-7-6-10 16,4-12-65-16,-4 10-5 16</inkml:trace>
  <inkml:trace contextRef="#ctx0" brushRef="#br2" timeOffset="213266.6">17953 6814 401 0,'0'0'6'0,"0"0"2"0,0-10 1 15,0 10 0-15,0 0 1 16,-9-7 0-16,9 7-1 16,-18 3 1-16,10 11-6 0,-1 7-3 15,-2 5 0-15,2 5-1 16,1 3 0-16,0 1 1 16,6 3-1-16,2-7 1 15,6-1 0-15,1-4 0 16,5-5 1-16,1-6 0 0,4-8 1 15,3-4 0-15,-3-3 1 16,2-8 1-16,2-6-1 0,-4-7 2 16,-2-5-6-16,0-5 0 15,-4-5 0-15,-4-4 0 16,-5 0 0-16,-2 1 0 16,-7 4 0-16,-4 3 0 0,-3 7 0 15,-4 7 0-15,6 11 0 16,-6 4 0-16,1 6 0 15,2 7 0-15,8 8 0 16,0 4 0-16,2 0 0 16,5 7 0-16,7-2 0 0,7 3 0 15,7-2 0-15,4 0 0 16,4-3-20-16,-1-4-63 16,9-9-3-16</inkml:trace>
  <inkml:trace contextRef="#ctx0" brushRef="#br2" timeOffset="213600.11">18291 6943 479 0,'0'0'3'0,"0"0"2"16,-10-12 0-16,10 12 1 15,0-13 0-15,0 13 1 0,10-16-7 16,-3 8 0-16,11 2 0 15,-1 2 0-15,1 4 0 16,-4 0 0-16,2 8 0 16,-4-2 0-16,-4 7 0 0,-8 4 0 15,0 3 0-15,-6 3 0 16,-7-3 0-16,0 2 0 16,-3-5 0-16,2 3 0 15,1-5 0-15,3-2 0 16,10-13 0-16,-5 11 0 0,13-11 0 15,6 0 0-15,6 0 0 16,9-10 0-16,14 6-19 16,17-6-65-16,-4-8-3 15</inkml:trace>
  <inkml:trace contextRef="#ctx0" brushRef="#br2" timeOffset="-207596.79">13771 7216 233 0,'0'0'8'0,"0"0"2"16,0 0 4-16,0 0 4 0,5 0 3 16,-5 0 2-16,0 0 0 15,0 0 3-15,0 0-6 16,0 0-3-16,0 0-3 16,0 0-5-16,-5 5-2 15,5-5-2-15,-7 10-2 0,7-10-1 16,-5 15-1-16,3-5 0 15,2 0 0-15,0-2 0 16,0-8-1-16,7 11 2 0,-7-11-1 16,15 7 1-16,-6-7 0 15,2 0 0-15,2-1 1 16,-6-5 0-16,-7 6 0 16,14-18 1-16,-11 11-1 15,-3 7 1-15,0-11-1 0,0 11 1 16,-15-8-2-16,6 5 1 15,-7 3-2-15,2 0 0 16,1 3-1-16,3 2 0 16,1-1 0-16,9-4-1 0,-14 6 0 15,14-6 0-15,0 0 1 16,0 0 0-16,0 0 0 16,14-6 0-16,-7 2 0 0,2-1 0 15,1-3 1 1,-2 1 0-16,-8 7 0 0,12-10 0 15,-12 10 0-15,0 0-1 16,-5-10 1-16,-2 7-1 0,-3 3 0 16,0 0 0-16,-2 0 0 15,-4 0-1-15,4 3-2 16,-3 0-2-16,8 4-8 0,-5-7-25 16,6 10-45-16,6 0 0 15</inkml:trace>
  <inkml:trace contextRef="#ctx0" brushRef="#br2" timeOffset="-205596.48">13836 6981 274 0,'0'0'8'15,"0"-10"3"-15,0 0 3 0,0-3 2 16,-5-1 0-16,-5-4 1 16,-5 0 2-16,-4 2 1 15,-6 3-7-15,-5 1-4 16,-5 9-3-16,0 3-1 0,-5 5-1 15,-4 13-2-15,4 3 0 16,-3 7 0-16,4 7-2 16,7 3 0-16,-4 3 0 15,9 4 0-15,5 2 0 0,10 2 1 16,7 3-1-16,5 0 2 16,12 1-1-16,11 1 2 15,7-8-1-15,11-3 2 0,9-3-1 16,10-12 0-16,5-5 1 15,6-10-1-15,5-8 0 16,-2-5 1-16,-3-10-2 16,4-7 1-16,-8-11 0 15,-5-1-1-15,-4-9 1 0,-12-1-1 16,-7-5 0-16,-11-6 1 16,-10-2-1-16,-11-5-1 15,-7-2 1-15,-9 2-1 16,-14-3 0-16,-12 2 1 0,-2 7-1 15,-10 4 0-15,-10 10-1 16,-2 8 0-16,-9 11 0 16,-9 8 0-16,6 10 0 15,-7 14-1-15,-2 8 0 0,8 14-1 16,10 5-1-16,5 9-7 16,22 7-16-16,21 5-55 15,6-2-2-15</inkml:trace>
  <inkml:trace contextRef="#ctx0" brushRef="#br2" timeOffset="-204712.13">19457 7221 254 0,'0'0'5'0,"0"0"4"15,0 0 3-15,-8-8 3 16,8 8 2-16,0 0 3 16,0 0-1-16,0 0 2 15,0 0-5-15,0 0-4 0,0 0-3 16,0 0-3-16,0 0-2 16,0 0-1-16,0 0 0 15,8 0 1-15,1 0 0 16,-9 0 2-16,18 0 0 0,-11-7 1 15,3 2 0-15,-10 5 0 16,10-13-2-16,-10 13 0 16,0-14-1-16,0 14-1 15,-17-11-2-15,7 11-1 16,-5-2-2-16,0 2-3 0,0 2-6 16,5 7-9-16,-2-7-24 15,6 8-37-15,6-1-5 16</inkml:trace>
  <inkml:trace contextRef="#ctx0" brushRef="#br2" timeOffset="-204279.51">19595 6859 343 0,'0'0'5'15,"0"0"3"-15,-17-10 1 16,0 5 1-16,-3 3 2 0,-12-1 0 15,2 3 0-15,-8 5 1 16,-6 10-6-16,4 8 0 16,-2 8-3-16,4 9 0 15,6 7-2-15,5 8 0 16,4 1-1-16,9 5 1 0,11 0-1 16,3-2 0-16,8-1 0 15,19-6 0-15,8-7 1 16,12-9 0-16,7-6 0 15,8-8 1-15,6-8 1 16,4-13 0-16,-3-1 1 0,1-18 0 16,-8-1 1-16,-7-16 0 15,-5 1 0-15,-13-16-1 0,-5-4-1 16,-17-3-4-16,-8-8 0 16,-9-1 0-16,-16 3 0 15,-16 4 0-15,-8 10 0 16,-15 9 0-16,-8 10 0 0,-8 16 0 15,-1 11 0-15,0 11 0 16,1 12-8-16,14 9-76 16,7 8-2-16</inkml:trace>
  <inkml:trace contextRef="#ctx0" brushRef="#br2" timeOffset="-195296.24">605 15881 258 0,'0'0'1'0,"0"0"-1"15,0 0 1-15,-2 7 1 16,2-7 0-16,0 0 4 16,0 0 5-16,9 8 0 0,3-8 3 15,13-3-1-15,3-4 3 16,17 0-1-16,2-10 0 15,10 2-4-15,10-8-1 16,5 1-3-16,5-7-1 0,8-4 0 16,2 1-1-16,-1-5-1 15,6 0 0-15,-2 0 0 16,2-2 0-16,-8 4-2 0,1-3 0 16,-6 7 0-16,-6 3-1 15,-11 0-1-15,-8 9-4 16,-6-1-5-16,-9 10-10 15,-9 2-35-15,-10 8-23 16,-8 0-6-16</inkml:trace>
  <inkml:trace contextRef="#ctx0" brushRef="#br2" timeOffset="-194827.83">727 16161 180 0,'0'0'-2'0,"0"0"-5"0,-15 0 1 15,15 0 8-15,0 0 9 0,-3-12 4 16,3 12 2-16,-2-10 1 15,2 10 4-15,7-12 5 16,13 4 1-16,-2-2-5 0,17-2-7 16,-1-4-3-16,21-3-1 15,1-6 0-15,17-2-1 16,12-4-3-16,3-2-1 16,9-4-1-16,1 0-1 15,-1 2 0-15,2 0 0 16,-7 3-1-16,-7 2-1 0,-9 2 1 15,-6 3 0-15,-7 6 0 16,-12 2-1-16,-3 4 0 16,-11 2-1-16,-10 2 0 15,-4 2 1-15,-9 5-1 0,-4 2-1 16,-10 0-1-16,0 0-2 16,-3 5-3-16,-4-1-3 15,-7 5-6-15,-2-7-14 0,-9 3-52 16,11-3-3-16</inkml:trace>
  <inkml:trace contextRef="#ctx0" brushRef="#br2" timeOffset="-194429.7">1706 15108 389 0,'0'0'1'0,"0"0"-3"0,-13 0 0 0,13 0-1 16,0 0 0-16,0 0 1 0,0 0 2 16,18-7 0-16,-4 7 2 15,11 0 3-15,3 0 1 16,7 0 1-16,6 5 1 15,9 0 0-15,5 2-2 0,0 1 1 16,5-1-2-16,1 1-1 16,1 2-1-16,-2 1 0 15,-8 2 0-15,-4 5 0 0,-12 1 0 16,-3 10 2-16,-12 13-1 16,-14 7 1-16,-7 15-1 15,-18 15 1-15,-10 15-1 16,-6 18-1-16,-6 12-4 15,-5 9-10-15,1 6-71 0,0-3-4 16</inkml:trace>
  <inkml:trace contextRef="#ctx0" brushRef="#br2" timeOffset="-165644.8">4882 15805 62 0,'0'0'-1'0,"0"0"-4"16,0 0-7-16,0 0-13 15</inkml:trace>
  <inkml:trace contextRef="#ctx0" brushRef="#br2" timeOffset="-165495.65">4882 15805 10 0,'-16'0'0'0,"16"0"0"0,0 0-2 16,0 0-2-16,0 0 0 16</inkml:trace>
  <inkml:trace contextRef="#ctx0" brushRef="#br2" timeOffset="-164046.79">4802 15806 56 0,'0'0'9'0,"0"0"7"16,0 0 3-16,0 0 4 16,0 0 3-16,0 0 2 15,0 0 1-15,0 0 1 0,0 0-6 16,0 0-5-16,0 0-2 16,0 0-2-16,0 0-1 15,0 0-3-15,0 0-1 16,0 0-1-16,0 0-1 0,0 0-1 15,0 0-2-15,0 0-2 16,0 0 0-16,0 0 0 16,0 0 1-16,-3 6 0 15,3-6 1-15,0 0 0 0,5 3 1 16,-5-3-1-16,15 1 1 16,-5 2-1-16,0-3-1 15,3 0-1-15,-1 3-1 16,0-3-1-16,3 0 1 0,0 0 0 15,0 0-2-15,-3 0 1 16,6 0 0-16,-1 0-1 16,0 0 1-16,-2 0 0 15,3-3 0-15,0 3 0 0,-4 0 0 16,4 0-1-16,-1 0 1 16,0 0 0-16,-2 0 0 15,-3 0-1-15,6 0 1 16,-5 0-1-16,-1 3 0 0,0-3 0 15,-2 2 0-15,0-2 1 16,3 3-1-16,-3-1 0 16,-1 0 0-16,-2-2 1 15,7 6-1-15,-5-6 0 16,1 2 0-16,2 1 0 0,1-1 0 16,2-2 1-16,0 3-1 15,0-3 0-15,-1 0 0 16,2 2 1-16,1-2-1 0,-2 0 0 15,0 0 0-15,0 0 0 16,-1 3 0-16,2-3 0 16,-4 0 1-16,6 0-1 15,-4 0 0-15,2 0 0 0,-2 0 0 16,-2 0 0-16,1 0 0 16,0 0 0-16,4 0 0 15,-3 0 0-15,2 0 0 16,-2 0 1-16,2 0-1 0,0-3 1 15,2 3-1-15,2-2 0 16,0 2 0-16,-5-3 0 16,2 3 0-16,1 0 0 15,-1-2 0-15,2 2 0 16,-3 0 0-16,1 0 0 0,-2 0 0 16,5-3 0-16,-2 3 0 15,1-2 0-15,1-1 0 16,3 0 1-16,-7 1-1 0,5 0 0 15,-1-3 1-15,-1 2-1 16,1 3 0-16,-3-3 1 16,1 2-1-16,0-2 0 15,-1 3 0-15,1 0 0 0,-2 0 0 16,0 0 0-16,-2 0 0 16,2-3 0-16,0 3 0 15,0-3 0-15,-2 3 1 16,2-1-1-16,-2 1 0 15,-1 0 0-15,2 0 0 0,0 0 0 16,-1 0 0-16,-1 0 0 16,2 0 0-16,-3 0 0 15,1 0-1-15,-1 0 1 0,3 0 0 16,-7 0 0-16,1 1 0 16,2-1 0-16,-2 3 0 15,1-3 0-15,1 3 1 16,-2-3-1-16,1 0 0 0,1 0 0 15,1 0 0-15,2 0 0 16,-1 0 1-16,1 0-1 16,2 0 0-16,-2 0 0 15,2 0 0-15,-2-3 0 0,-1 3 0 16,-1 0-1 0,-2 0 1-16,3 0 0 0,-6 0 0 15,-7 0 0-15,18 0 0 16,-9 0 0-16,-1 0 1 15,5 0-1-15,-1 0 0 16,0 0 0-16,1 3 0 0,1-3 0 16,2 0 0-16,-4 0 0 15,1 0 0-15,-1 0 0 0,0 0 0 16,-4 0 0-16,2 0 0 16,-10 0 0-16,14 3 0 15,-14-3-1-15,0 0 0 16,0 0-4-16,8 4-7 0,-8-4-32 15,0 0-36-15,0 0-3 16</inkml:trace>
  <inkml:trace contextRef="#ctx0" brushRef="#br2" timeOffset="-163329.55">5011 15802 324 0,'0'0'6'16,"0"0"3"-16,0 0 2 0,0 0 1 15,0 0 1-15,0 0-1 16,0 0 0-16,0 0 1 15,0 10-7-15,-5 0-3 16,-1 2-2-16,1 1-1 0,-2 2 0 16,2 2 1-16,-2 0-2 15,-1-2-1-15,-2 0 0 16,5 0-4-16,-2-5-3 16,5 0-9-16,2-10-21 15,-18 10-37-15,18-10-5 0</inkml:trace>
  <inkml:trace contextRef="#ctx0" brushRef="#br2" timeOffset="-163111.05">5301 15755 310 0,'0'0'4'0,"0"0"4"15,0 0-1-15,-3 13 0 16,-1-4 1-16,-2 5 0 16,-3 1 0-16,-4 6 1 15,-1-1-6-15,1 5-7 0,1-9-9 16,-1 5-17-16,1 3-33 16,4-9-12-16</inkml:trace>
  <inkml:trace contextRef="#ctx0" brushRef="#br2" timeOffset="-162879.77">5470 15790 273 0,'0'0'6'0,"0"0"1"16,0 12 3-16,-5-2-1 15,0 0 0-15,0 5 1 16,-5 2 0-16,1 1-2 0,-4 2-11 16,1-6-19-16,-1-2-41 15,5 6-10-15</inkml:trace>
  <inkml:trace contextRef="#ctx0" brushRef="#br2" timeOffset="-162680.02">5673 15795 311 0,'0'0'2'16,"0"0"2"-16,0 17 2 16,-4-7-1-16,-1 5 0 0,-5 0 0 15,0 5-1 1,-2-4-5-16,-1 5-13 0,0 3-41 15,6-11-16-15</inkml:trace>
  <inkml:trace contextRef="#ctx0" brushRef="#br2" timeOffset="-162479.87">5878 15856 333 0,'0'0'3'16,"0"0"2"-16,-5 16 0 16,-3-7 1-16,0 2 0 0,-1 3-1 15,-3 1 0-15,-4 7-4 16,-1-3-16-16,0-8-41 16,9 3-18-16</inkml:trace>
  <inkml:trace contextRef="#ctx0" brushRef="#br2" timeOffset="-162277.81">6034 15852 344 0,'0'0'3'0,"0"0"2"16,0 10 2-16,-7 0 2 15,0 2-2-15,-4 3 2 16,-1 2-1-16,-4 5 1 0,2 1-3 15,-4 2-3-15,1-6-4 16,2 1-11-16,1 0-31 16,3-9-30-16,4 0-5 15</inkml:trace>
  <inkml:trace contextRef="#ctx0" brushRef="#br2" timeOffset="-162101.08">6278 15822 368 0,'0'0'3'0,"0"9"2"16,-5 2 2-16,-2 3-2 15,-4 7 2-15,-3 1-1 16,-4 5-2-16,-5 5-4 0,4-3-29 16,3 2-44-16,-8-9-5 15</inkml:trace>
  <inkml:trace contextRef="#ctx0" brushRef="#br2" timeOffset="-160457.93">7749 15839 186 0,'0'0'6'0,"0"0"3"15,0 0 4-15,0 0 5 16,12-2 2-16,-12 2 0 16,15-3 1-16,-3 3 1 0,-2-3-3 15,3 1-4-15,1 0-5 16,2-3 0-16,-2-1-4 16,-1-4-1-16,4 3 1 15,1-1-2-15,-1-2 0 0,3 2-1 16,3-5-1-16,-4 1 1 15,3-1-1-15,1 3 1 16,-6-3 1-16,3 5 0 0,-2-5-1 16,-4 3 2-16,2-3-1 15,-4 3 1-15,0-2-1 16,-2 0 1-16,0-1 0 16,0 1-1-16,-2 0 0 15,1-3 0-15,3-3-1 0,2 3 1 16,0-1-2-16,1-2 0 15,2-2 0-15,1 0-1 16,-4 0 0-16,4 1 0 16,-1 1 1-16,-4-2-1 0,-1 3 2 15,1-1-1-15,-3 1 0 16,-1 0 0-16,4 2 0 16,-3-2 0-16,2-3 0 15,1 2-1-15,-1-1-1 0,4-1 1 16,-2 0-1-16,4-1 1 15,-4-3-1-15,2 6 0 16,-2 2 1-16,-1-1 0 16,1 1 0-16,-2-1 0 0,-1 5 0 15,-1 0 0-15,-1-3 0 16,2-1 0-16,1 2 0 16,-2 2 0-16,3-4 0 15,-1 4-1-15,3-3 0 16,-3 3 1-16,1-1-1 15,-1 1 0-15,3-2 0 0,0 4 1 16,-3-4-1-16,3 5 0 16,0-3 0-16,-3 2 0 0,3 0 0 15,1 2 1-15,-2-1-1 16,2-1 0-16,-2 2 2 16,1-2-2-16,0 1 0 15,3 1 0-15,-6 1 0 0,6-3 0 16,-4-1 0-16,6 3 0 15,-3-3 0-15,1 4 0 16,-1-3 0-16,3 2 0 16,-2 1 0-16,1 0 0 15,1-1 0-15,-3 1 0 16,-2 1 0-16,3 2 0 0,-1-4 0 16,1 3 0-16,1 0 0 15,-3 4 0-15,6-5 0 16,-5 2 0-16,3 0 0 0,2 0 0 15,-2-2 0-15,3 5 0 16,-6-5 0-16,0 2 0 16,-2 1 0-16,0 0 0 0,-3 3 0 15,-3-2 0-15,-9 2 0 16,12-3 0-16,-12 3 0 16,0 0-2-16,0 0 2 15,0 0 0-15,0 0-1 0,0 0 1 16,0 0 0-16,0 0 0 15,0 0 0-15,0 0 0 16,9 0 1-16,-9 0-1 16,0 0 2-16,0 0-2 15,0 0 0-15,0 0 0 0,0 0 0 16,0 0 0-16,0 0-3 16,0 0-5-16,0 0-7 15,0-17-26-15,0 17-44 16,0 5-2-16</inkml:trace>
  <inkml:trace contextRef="#ctx0" brushRef="#br2" timeOffset="-159562.96">8198 15500 270 0,'0'0'3'0,"0"0"1"0,8 12-1 15,-8 0 1-15,0 4 1 16,0 2 1-16,0 6-1 16,-8 3 0-16,-4 2-2 0,5 1-1 15,-6 0-1-15,3-5-8 16,0-8-27-16,10 3-31 15,-2-7-4-15</inkml:trace>
  <inkml:trace contextRef="#ctx0" brushRef="#br2" timeOffset="-159329.66">8333 15383 327 0,'0'0'3'0,"0"0"3"0,2 10 2 16,1 1 1-16,-1 1 0 15,-2 5 2-15,0 5 0 0,2 3-1 16,-2 3-3-16,0-2-3 16,0-1-3-16,0 0-4 15,-2-3-7-15,2-4-31 0,0-4-32 16,0-4-5-16</inkml:trace>
  <inkml:trace contextRef="#ctx0" brushRef="#br2" timeOffset="-159096.47">8482 15265 370 0,'0'0'1'0,"0"0"2"0,0 0 2 15,2 12 2-15,1-2 0 16,-3 7 1-16,0 6 0 16,0 2 0-16,0 4 0 0,0 1-4 15,0-4-2-15,0 2-6 16,0-6-8-16,0-4-28 16,5-3-35-16,-5-15-6 15</inkml:trace>
  <inkml:trace contextRef="#ctx0" brushRef="#br2" timeOffset="-158896.33">8650 15106 383 0,'0'0'2'0,"0"0"0"16,0 0 2-16,0 7 2 15,-2 6-1-15,2-2 1 16,-2 7 1-16,-1 7-1 15,1 0 0-15,2 3-5 0,-3-3-4 16,3 0-7-16,0-9-14 16,0-1-40-16,3 0-14 15</inkml:trace>
  <inkml:trace contextRef="#ctx0" brushRef="#br2" timeOffset="-158479.53">9016 14831 308 0,'0'0'2'15,"0"0"2"-15,0 17 3 16,0-7-1-16,0 8 0 16,0-4 1-16,-3 4-1 15,1 1 0-15,2-1-7 0,0-3-10 16,0-5-24-16,5-3-34 16,-5-7-4-16</inkml:trace>
  <inkml:trace contextRef="#ctx0" brushRef="#br2" timeOffset="-158312.74">9331 14640 342 0,'0'0'2'0,"0"0"0"0,-2 7 1 16,-4 6 1-16,2-3 0 15,-1 10-1-15,-3-2-2 16,1 3-11-16,2 4-39 0,0-7-20 15</inkml:trace>
  <inkml:trace contextRef="#ctx0" brushRef="#br2" timeOffset="-158163.02">9495 14611 339 0,'0'0'2'0,"-13"19"0"15,4 3 0-15,-9 9-6 16,4-5-58-16,-4 19-7 0</inkml:trace>
  <inkml:trace contextRef="#ctx0" brushRef="#br2" timeOffset="-157279.54">6478 15780 336 0,'0'0'7'0,"0"0"2"0,0 0 2 16,0 0 2-16,0 0-1 16,0 0 0-16,-5 5-1 15,1 5 1-15,-1 4-6 0,0 4-4 16,-2 4-2-16,-4 3 0 15,2 3-3-15,-1-4-3 16,2 4-10-16,1 4-43 16,-1-13-18-16</inkml:trace>
  <inkml:trace contextRef="#ctx0" brushRef="#br2" timeOffset="-157113.11">6643 15824 403 0,'0'0'3'0,"0"10"2"0,0 0 0 16,-2 5 0-16,-1 7 1 15,-3 3 1-15,2 7-2 0,-1 6-10 16,-5-2-71-16,3-3-1 16</inkml:trace>
  <inkml:trace contextRef="#ctx0" brushRef="#br2" timeOffset="-156079.39">5149 16476 443 0,'0'0'6'0,"0"0"2"16,0 0 3-16,0-10 0 15,0 10 1-15,0 0 0 16,0 0-4-16,0 0-8 15,0 10 0-15,0 0 0 0,0 5 0 16,0 2 0-16,0 5 0 16,0 3 0-16,3 0 0 15,2-3 0-15,-2-3 0 0,-1-1 0 16,3 0 0-16,-3-6 0 16,3 1 0-16,-5-13-19 15,0 0-69-15,10 1-4 16</inkml:trace>
  <inkml:trace contextRef="#ctx0" brushRef="#br2" timeOffset="-155496.93">5187 16262 385 0,'0'0'7'0,"0"0"2"15,-13-11 3-15,4 6 1 0,-4 0 2 16,1-3 1-16,-3 4 1 16,0-4-1-16,-6 5-6 15,0 3-2-15,-2 5-5 16,1 8-3-16,-4-1 0 0,5 11 0 16,-4 4 0-16,5 6 0 15,3 8 0-15,4 4 0 16,6 4 0-16,4 1 0 15,3 2 0-15,3 3 0 16,12-4 0-16,-1-4 0 0,11-5 0 16,5-1 0-16,0-12 0 15,5 0 0-15,7-7 0 16,-5-7 0-16,6-8 0 0,-2-4 0 16,-1-3 0-16,0-11 0 15,-5-10 0-15,0-1 0 16,-8-10 0-16,1 2 0 15,-6-9 0-15,-5 2 0 16,-5-6 0-16,-4-4 0 0,-5 0 0 16,-3-3 0-16,-8 1 0 15,-7-6 0-15,-8 8 0 16,-1-1 0-16,-5 10 0 0,-5 3 0 16,0 10 0-16,-1 3 0 15,-5 9 0-15,6 8 0 16,-1 3 0-16,1 2 0 15,-2 7 0-15,4 8 0 0,2 2 0 16,6 4 0-16,1 1 0 16,3 3 0-16,8 1 0 15,5-2 0-15,7 2-49 16,4-8-45-16</inkml:trace>
  <inkml:trace contextRef="#ctx0" brushRef="#br2" timeOffset="-154229.64">3962 14660 368 0,'0'0'9'16,"0"0"4"-16,0 0 2 0,-5-2 1 15,5 2 1-15,0 0 1 16,0 0 1-16,-10-8 0 16,10 8-9-16,0 0-3 15,0 0-7-15,0 0 0 0,0-10 0 16,0 10 0-16,0 0 0 16,12-7 0-16,-4 7 0 15,-1 0 0-15,4 0 0 0,1 2 0 16,-3 3 0-16,-2 5 0 15,4 2 0-15,-6 3 0 16,-3 3 0-16,1 3 0 16,-3 0 0-16,0 4 0 15,0-5 0-15,0 0 0 0,-3-4 0 16,3-3 0-16,-2-3 0 16,2-10 0-16,0 0 0 15,0 0 0-15,0 0 0 16,10 0 0-16,-2-10 0 15,1 0 0-15,3-5 0 0,1 0 0 16,-2-2 0-16,2 2 0 16,3 0 0-16,-7 0 0 0,5 2 0 15,-10 5 0-15,-4 8 0 16,12-17 0-16,-12 17 0 16,0 0-67-16,0-8-23 15</inkml:trace>
  <inkml:trace contextRef="#ctx0" brushRef="#br2" timeOffset="-153680.24">3905 14385 376 0,'0'0'8'0,"0"0"2"15,-7-2 2-15,7 2 2 0,-18 0 0 16,8 0 0-16,-5 4 1 16,0 4 1-16,0 5-7 15,5 6-3-15,-6 6-1 16,10 7-2-16,-2 2 0 0,6 4 0 16,2 4 0-16,2 3-3 15,8-1 0-15,8-4 0 16,0-3 0-16,1-2 0 15,6-5 0-15,2-3 0 16,-2-7 0-16,5-6 0 0,-6-4 0 16,5-6 0-16,0-4 0 15,-4-8 0-15,0-5 0 16,-3-7 0-16,0-2 0 0,-2-3 0 16,-3-5 0-16,-2 1 0 15,-3-6 0-15,-3 0 0 16,-2-2 0-16,-5 1 0 15,-2-2 0-15,-7-2 0 16,-6 3 0-16,-6 2 0 0,-6 4 0 16,-3 3 0-16,-4 3 0 15,0 9 0-15,-3 2 0 16,-4 10 0-16,5 1 0 0,0 3 0 16,4 3 0-16,2 6 0 15,4 4 0-15,7 6 0 16,5-1 0-16,3 4 0 15,5-5-16-15,4 3-72 0,17 0-4 16</inkml:trace>
  <inkml:trace contextRef="#ctx0" brushRef="#br2" timeOffset="-152643.9">5475 13358 431 0,'0'0'5'0,"0"0"2"0,0 0 1 16,0 0 1-16,0 0 1 15,0-8-1-15,0 8 0 16,0 0 1-16,10-10-5 0,-10 10-3 16,13-6-1-16,-1 6-1 15,-3 0 0-15,4 0 0 16,-1 0 0-16,4 0-1 15,-7 3 0-15,2 1-1 16,1 2 0-16,-12-6 1 0,10 18-1 16,-8-8 1-16,-2 2-1 15,0 0 2-15,-5 3-1 16,0-2 1-16,1-4 0 0,-6 1-1 16,10-10 0-16,-6 15 0 15,6-15 1-15,0 0-1 16,0 0 1-16,13 5 0 15,-6-5 0-15,5-2 0 16,1-1 1-16,0 0-1 0,-1 1 0 16,1-1 1-16,1 3-1 15,-3 0 0-15,-2 3 1 16,-9-3-1-16,12 12 1 0,-12 1 0 16,0-3 0-16,-5 2-1 15,-2 0 1-15,-5 3 0 16,-6 1-1-16,1-2-2 15,-5-2-1-15,2-1-3 0,-5-4-5 16,10 0-15-16,-7-4-47 16,4-3-13-16</inkml:trace>
  <inkml:trace contextRef="#ctx0" brushRef="#br2" timeOffset="-152096.65">5569 13102 420 0,'0'0'5'0,"0"0"1"16,-12-11 3-16,2 10 0 16,0-2 0-16,-2 0 1 15,-3 3-1-15,-6 0 1 16,5 7-5-16,-2 6-2 0,1 5-2 15,2 7 0-15,0 1-1 16,0 9 0-16,0 4 0 0,5 7 1 16,5 1-1-16,0 0 1 15,5 2-1-15,5-2 1 16,3-5 0-16,7 1-1 16,7-9 1-16,0-7-1 0,8-2 1 15,2-7-1-15,4-6 1 16,-2-5 0-16,6-7 0 15,-1 0 0-15,-1-7 0 0,2-8 0 16,-8-7 1-16,3 0-2 16,-6-10 0-16,-1-1 0 15,-6-6 0-15,-5-1 0 16,-1-5 0-16,-7 0 0 16,-6-5 0-16,-3-1 0 0,-15 1 0 15,-5 1 0 1,-7 2 0-16,-8 3 0 0,-8 3 0 15,1 12 0-15,-7 7 0 16,2 7 0-16,-5 12 0 16,12 3 0-16,-2 16 0 0,4 3 0 15,11 11 0-15,2 5 0 16,15 9 0-16,2 16-32 16,11-15-59-16,15-1-2 0</inkml:trace>
  <inkml:trace contextRef="#ctx0" brushRef="#br2" timeOffset="-151146.83">7100 14316 397 0,'0'0'8'0,"0"0"1"0,0 0 1 16,0 0 1-16,0 0-1 16,0 0 1-16,-6 0 1 0,6 0 0 15,-4 12-8-15,4 0-1 16,-5 1-2-16,5 4 1 16,-5 3-1-16,0 2 0 15,0-1 1-15,-3-2-2 0,-1-2 1 16,1 1 0-16,4-3 1 15,-5-6-2-15,5 1 1 16,4-10 0-16,-8 7 0 16,8-7 0-16,0 0 0 0,0 0 0 15,5-7 0-15,6 0 0 16,1-5 0-16,6-3 0 16,1 2 0-16,1-3 1 15,3-1-2-15,-2 6 0 16,2-4 0-16,-3 5 0 0,-3 2 0 15,-1 1 0-15,-4 4-2 16,-12 3-4-16,15 0-7 16,-15 0-12-16,0 0-60 0,0 0-2 15</inkml:trace>
  <inkml:trace contextRef="#ctx0" brushRef="#br2" timeOffset="-150929.97">7137 14311 370 0,'0'0'9'0,"0"0"5"0,-7-8 2 16,7 8 1-16,0 0 1 16,0 0-1-16,-13-7 1 15,13 7 0-15,0 7-8 0,5 4-6 16,6 5-4-16,-2 4 0 16,1 0 0-16,3 5 0 15,4 0 0-15,-4-4-5 16,1 4-16-16,-1 6-51 15,-3-17-14-15</inkml:trace>
  <inkml:trace contextRef="#ctx0" brushRef="#br2" timeOffset="-150396.59">7080 14152 386 0,'0'0'7'0,"-10"-11"2"16,0 10 3-16,-2-2 1 0,0 1 0 16,-1 0 1-16,-4 2-1 15,-2 2 0-15,2 12-5 16,0 3-4-16,4 8-1 16,1 3-1-16,0 9 0 0,1 3-1 15,7 3 1-15,2-2 0 16,2 6 0-16,4-2 0 15,9-3 1-15,2-3-3 16,3-3 0-16,3-4 0 0,7-8 0 16,-3-1 0-16,5-6 0 15,2-11 0-15,3-2 0 16,-1-4 0-16,4-8 0 16,-1-7 0-16,0-5 0 0,0-3 0 15,-2-8 0-15,-5 1 0 16,-3-4 0-16,-6-1 0 15,-5-2 0-15,-7-3 0 16,-7 3 0-16,-4-5 0 0,-11-3 0 16,-7 3 0-16,-7-2 0 15,-5 1 0-15,-3 9 0 16,-5 1 0-16,-2 9 0 16,2 4 0-16,0 10 0 0,0 5 0 15,6 5 0-15,-1 8 0 16,3 5 0-16,7 6 0 15,-3 8 0-15,14-2 0 16,1 9 0-16,6-4 0 0,11 0-64 16,8 2-28-16</inkml:trace>
  <inkml:trace contextRef="#ctx0" brushRef="#br2" timeOffset="-148745.92">8496 12497 403 0,'0'0'7'0,"0"0"2"16,0-12 3-16,0 12 1 15,0 0 0-15,0-10 1 0,0 10-1 16,0 0 1-16,0 0-6 16,0 0-3-16,-2 15-5 15,0-2 0-15,-1-1 0 16,1 3 0-16,2-1 0 16,0 1 0-16,0-5 0 0,0-10 0 15,0 13 0-15,0-13 0 16,7 7 0-16,0-5 0 15,3-2 0-15,3 0 0 16,-1 0 0-16,3 0 0 0,0 0 0 16,0 0 0-16,-3 3 0 15,4 0 0-15,-4-1 0 16,0 1 0-16,1 2 0 16,-4-1 0-16,-9-4 0 0,13 12 0 15,-13-12 0-15,3 18 0 16,-3-8 0-16,-9 0 0 15,-3 2 0-15,0-2 0 16,-3 3 0-16,-5-3 0 0,5-2 0 16,-3-1 0-16,1-3 0 15,0-4-6-15,2 0-26 16,2 0-54-16,4-4-2 16</inkml:trace>
  <inkml:trace contextRef="#ctx0" brushRef="#br2" timeOffset="-148546.6">8489 12464 452 0,'0'0'6'0,"0"0"1"0,0-17 1 16,0 17 0-16,0-16 1 16,0 6 0-16,5 0-1 15,0-3-4-15,4 1-4 0,2 2 0 16,3 5-6-16,-3-4-18 15,3 3-60-15,7 2-3 16</inkml:trace>
  <inkml:trace contextRef="#ctx0" brushRef="#br2" timeOffset="-148091.91">8549 12128 422 0,'0'0'5'15,"-11"-2"0"-15,2 2 1 16,-6 2 2-16,-3 3 1 0,-3 5 0 15,-2 5 0-15,-2 5 1 16,-2 7-4-16,4 8 0 16,-2 7-1-16,8 3-1 0,-2 6 0 15,8 7-1-15,4 1-3 16,4 0 0-16,3-2 0 16,5 0 0-16,10-4 0 15,3-4 0-15,6-10 0 0,6-4 0 16,3-7 0-16,9-9 0 15,-3-12 0-15,9-3 0 16,-1-10 0-16,3-8 0 16,-6-9 0-16,4-4 0 15,-7-8 0-15,-4-2 0 0,-4-2 0 16,-8-6 0-16,-3-3 0 16,-10-1 0-16,-6-5 0 15,-9-3 0-15,-9-3 0 16,-11 1 0-16,-8-1 0 0,-2 6 0 15,-9 4 0-15,-6 8 0 16,-3 7 0-16,-4 14 0 16,0 8 0-16,0 10 0 0,8 6 0 15,2 12 0-15,3 12 0 16,8 10 0-16,8 5 0 16,12 0 0-16,11 12-43 15,8-1-48-15,17-6-1 0</inkml:trace>
  <inkml:trace contextRef="#ctx0" brushRef="#br2" timeOffset="-146729.93">10479 13728 359 0,'0'0'6'0,"0"0"4"0,0 0 4 16,0-12 0-16,0 12 2 16,-5-7 3-16,5 7-2 15,0-10 3-15,0 10-6 16,0 0-5-16,0 0-1 0,0 0-3 15,-7 8-5-15,7 6 0 16,0 4 0-16,0 4 0 16,0 6 0-16,2 1 0 15,3 3 0-15,2-5 0 0,5 4 0 16,-1-7 0-16,2 1 0 16,1-5 0-16,2-3 0 15,1-5 0-15,-2-2 0 0,-1-3 0 16,4-4 0-16,-3-3 0 15,0 0 0-15,-1-5 0 16,-1 0 0-16,0-5 0 16,-4 0 0-16,-2 0 0 15,-3-2 0-15,-4-5 0 16,0 1 0-16,-6 2 0 0,-1-1 0 16,-5-3 0-16,-1 7 0 15,-2 2 0-15,2 5 0 16,-4 4 0-16,2 0 0 0,-2 7 0 15,4 3 0-15,1 2 0 16,0 3 0-16,-1-5 0 16,8 3 0-16,-2-1 0 0,5-2 0 15,2 0 0-15,0-10 0 16,2 9 0-16,10-5-33 16,1-4-55-16,-1-4-2 15</inkml:trace>
  <inkml:trace contextRef="#ctx0" brushRef="#br2" timeOffset="-146196.8">10439 13511 400 0,'0'0'4'0,"0"0"3"0,-20 0 0 16,8 3 2-16,0 4 2 16,-8 0-1-16,0 5 1 15,-4 10 0-15,3 3-2 16,1 7-2-16,3 8-1 0,4 3-1 16,6 3 0-16,5 6-1 15,2 3 1-15,9-6-5 16,9-1 0-16,7-2 0 15,3-3 0-15,6-9 0 0,6-1 0 16,2-8 0-16,4-6 0 16,-3-5 0-16,7-3 0 15,-6-9 0-15,2-2 0 16,-4-10 0-16,-5-4 0 16,-3-6 0-16,0-5 0 0,-13-5 0 15,-1-4 0-15,-8-6 0 16,-7-2 0-16,-5-3 0 15,-5-4 0-15,-14-3 0 0,-3 0 0 16,-11 0 0-16,-6 4 0 16,-4 4 0-16,-4 5 0 15,-3 6 0-15,-2 5 0 16,5 11 0-16,-3 8 0 0,11 4 0 16,-1 7 0-16,8 16 0 15,2 1 0-15,15 19-48 16,5 13-41-16,-1 7-2 15</inkml:trace>
  <inkml:trace contextRef="#ctx0" brushRef="#br2" timeOffset="-143746.67">1460 11697 398 0,'0'0'3'0,"0"0"1"16,0 0 2-16,0 0 0 0,-3 11 1 16,3-11 1-16,0 0 1 15,0 7 2-15,0-7-3 16,7 0-1-16,6-6 0 16,-1-6 0-16,8-5 1 15,-2-8-2-15,7-2-1 0,-3-10 0 16,3-6-1-16,-5-4-2 15,4-4-2-15,-6-4 0 16,-6-1 0-16,-4-2 0 16,-8 1 0-16,-2 8 0 0,-11 4 0 15,-2 8 0-15,-7 8 0 16,1 11 0-16,0 11 0 16,1 9 0-16,-1 13 0 15,7 11 0-15,4 12 0 0,3 4 0 16,7 8 0-16,4 4 0 15,6 1 0-15,5-1 0 16,8-3 0-16,-1-5 0 16,3-4 0-16,-1-8 0 0,1-4 0 15,3-5 0-15,-3-7-25 16,-13-4-61-16,13-6-3 16</inkml:trace>
  <inkml:trace contextRef="#ctx0" brushRef="#br2" timeOffset="-143530">1902 11390 464 0,'0'0'5'0,"0"0"1"0,0 0 1 16,0 0 0-16,0 0 1 15,0 0-1-15,0 0 0 0,0 0-7 16,10 3 0-16,3-1 0 15,-1-2 0-15,8 5-26 16,16-5-59-16,-12 0-2 16</inkml:trace>
  <inkml:trace contextRef="#ctx0" brushRef="#br2" timeOffset="-143396.02">1884 11551 439 0,'0'0'3'16,"0"0"0"-16,0 0 1 15,5 2 1-15,-5-2 0 16,20 0 0-16,-2-2-1 0,6-1-6 16,1-8-34-16,10 0-43 15,5-3-2-15</inkml:trace>
  <inkml:trace contextRef="#ctx0" brushRef="#br2" timeOffset="-142995.98">2479 11016 472 0,'0'0'3'16,"0"0"1"-16,-9-10 1 0,9 10-1 16,-9 0 1-16,9 0 1 15,-20 15 0-15,8 5 0 16,0 10-6-16,-4 6 0 15,4 12 0-15,-6 6 0 0,6 3 0 16,2 5 0-16,0-5 0 16,8 1 0-16,2-12 0 15,9-1 0-15,4-13 0 16,9-9 0-16,3-11 0 16,10-7 0-16,0-8 0 0,2-11 0 15,-4-7 0-15,-3-3 0 16,-3-3 0-16,-13-3 0 15,-4 2 0-15,-10 3 0 16,-7 6 0-16,-12 4 0 0,-9 12 0 16,-2 3 0-16,-4 15 0 15,-7 3-28-15,7 6-59 16,4 9-3-16</inkml:trace>
  <inkml:trace contextRef="#ctx0" brushRef="#br0" timeOffset="-138896.58">4856 15334 390 0,'0'0'8'0,"0"0"3"16,0 0 3-16,0 0 2 15,0 0 2-15,0 0 1 16,0 0 0-16,0 0-3 0,0 0-16 15,0 0 0-15,0 0 0 16,0 0 0-16,-4 7 0 16,4 6 0-16,0-1 0 15,0 5 0-15,2 4 0 16,0 1 0-16,1-2 0 0,2-1 0 16,-3-1 0-16,0-3 0 15,-2-1 0-15,3-2 0 16,-1-3 0-16,-2-9 0 15,3 8 0-15,-3-8 0 0,0 0 0 16,0 0 0-16,0 0-3 16,0 0-29-16,15 0-55 15,-15 0-1-15</inkml:trace>
  <inkml:trace contextRef="#ctx0" brushRef="#br0" timeOffset="-137063.08">4588 13570 412 0,'0'0'3'0,"0"0"2"0,0 0 1 16,5-12 1-16,-5 12 1 0,4-18 1 15,2 8 0-15,-1 1 0 16,0-1-3-16,0 2-1 15,-5 8-2-15,18-12 0 16,-6 12-2-16,-3 0 0 0,4 7 0 16,-1 0 0-16,-2 6-1 15,0 2 1-15,-2-1 0 16,-4 7 1-16,-4-2-1 16,0 3 0-16,0-2 1 0,-4 1 0 15,-4 1-1-15,1-5 0 16,1-3-1-16,-1-1 0 15,2-1 1-15,5-12-1 16,0 8 2-16,0-8 0 0,10 0 1 16,1-5-1-16,1-3-2 15,3-1 0-15,-1-2 0 16,7 5 0-16,-7-5 0 16,-1 2 0-16,-3 4 0 15,-1-3 0-15,-9 8 0 0,13-5 0 16,-13 5 0-16,0 0 0 15,0 0 0-15,0 0 0 16,0 0 0-16,0 0 0 0,0 0 0 16,0 0 0-16,0 0 0 15,0 0 0-15,0 0 0 16,0 0 0-16,0 0 0 16,0 0 0-16,0 0 0 0,-2 7 0 15,2-7 0-15,0 0-47 16,5 0-44-16,-5 0-2 15</inkml:trace>
  <inkml:trace contextRef="#ctx0" brushRef="#br0" timeOffset="-135112.85">6632 15223 386 0,'0'0'6'0,"0"0"3"16,-9 0 3-16,9 0 2 0,-10-3 1 15,10 3 2-15,-13-2 0 16,13 2 1-16,0 0-6 16,-10-6-7-16,10 6-5 15,0-10 0-15,0 10 0 0,13-12 0 16,-5 7 0-16,4-1 0 16,1-1 0-16,-1 3 0 15,0 1 0-15,1 0 0 16,-1 3 0-16,-3 3 0 15,-9-3 0-15,11 10 0 0,-6 0 0 16,-5 3 0-16,0-3 0 16,0 5 0-16,-7-3 0 0,2-2 0 15,-1 3 0-15,1-5 0 16,5-8 0-16,-5 17 0 16,5-17 0-16,0 11 0 15,0-11 0-15,5 8 0 16,-5-8 0-16,16 7 0 0,-7-4 0 15,1 1 0-15,3-2 0 16,1 4 0-16,-1-1 0 16,-1 0 0-16,0 0 0 15,-1-1 0-15,-1 2 0 0,-10-6 0 16,9 10 0-16,-9-10 0 16,0 9 0-16,0-9 0 15,-7 15 0-15,0-7 0 16,-5-1 0-16,-6-1 0 0,4 1 0 15,-4-2 0-15,0-3 0 16,1 3 0-16,2-2 0 16,0-3 0-16,2 3 0 15,4-3 0-15,9 0 0 16,-15 0-11-16,15 0-32 0,0 0-43 16,0 0-3-16</inkml:trace>
  <inkml:trace contextRef="#ctx0" brushRef="#br0" timeOffset="-134130.02">6268 12916 408 0,'0'0'5'0,"0"0"4"15,0 0 1-15,0 0 2 16,0-10 0-16,0 10 1 0,0 0-1 16,0 0 1-16,0 0-5 15,1 13-4-15,-1-4 1 0,-1 9-5 16,-5 0 0-16,-1 4 0 16,0 0 0-16,-3 0 0 15,-3 1 0-15,1-1 0 16,-1-6 0-16,1 2 0 15,2 0 0-15,0-6 0 0,3-4 0 16,7-8 0-16,-12 12 0 16,12-12 0-16,0 0 0 15,0 0 0-15,4 0 0 0,8-6 0 16,4 0 0-16,-2-2 0 16,4-4 0-16,7-1 0 15,-3 1 0-15,3 0 0 16,-3-1 0-16,1 2 0 15,-4 0 0-15,-1 3 0 16,-3 1 0-16,-5 2 0 0,0 3 0 16,-10 2 0-16,9-5 0 15,-9 5-22-15,-16-3-64 16,16 3-3-16</inkml:trace>
  <inkml:trace contextRef="#ctx0" brushRef="#br0" timeOffset="-133863.14">6269 12909 434 0,'0'0'6'0,"0"0"2"16,0 0 2-16,0 0 1 0,0 0 0 16,0 0 0-16,0 0 1 15,-1 12-4-15,1-2-8 16,0 10 0-16,1 1 0 15,5 4 0-15,-1 6 0 0,0 0 0 16,5 1 0-16,-2 1 0 16,1-4 0-16,-2-1 0 15,2-6 0-15,0-2-10 0,-6-4-24 16,4-2-52-16,-2-6-3 16</inkml:trace>
  <inkml:trace contextRef="#ctx0" brushRef="#br0" timeOffset="-132962.53">6436 11719 375 0,'0'0'9'15,"0"0"3"-15,0-7 3 0,0 7 2 16,-2-15 2-16,0 5 1 16,2 10 1-16,-4-17 0 15,4 17-19-15,0 0-2 16,0 0 0-16,-6 0 0 16,4 8 0-16,-2 7 0 0,4-3 0 15,-2 5 0-15,2 0 0 16,0 3 0-16,6-5 0 15,-2 0 0-15,0-3 0 0,-4-12 0 16,21 15 0-16,-9-10 0 16,3 0 0-16,-2-5 0 15,4 2 0-15,-2-2 0 16,2 0 0-16,-2 0 0 16,2 0 0-16,-4 0 0 0,-3 0 0 15,3 0 0-15,-13 0 0 16,12 3 0-16,-12-3 0 15,0 0 0-15,5 12 0 0,-5-12 0 16,-7 15 0-16,-3-5 0 16,-1 0 0-16,-1 1 0 15,-3-3 0-15,-2 3 0 16,1-4 0-16,0 0 0 0,0-4 0 16,4 5 0-16,-3-8-34 15,-9-3-53-15,24 3-2 16</inkml:trace>
  <inkml:trace contextRef="#ctx0" brushRef="#br0" timeOffset="-132577.66">6422 11622 429 0,'0'0'5'0,"0"0"3"0,-11 0 2 0,11 0 1 16,0 0 1-16,-12 6 1 0,12-6 1 15,0 0-5-15,0 0-9 16,10 0 0-16,5-7 0 16,2-3 0-16,8-4 0 15,5-2 0-15,0-1 0 0,2-3 0 16,-3 0 0-16,2 3 0 15,-6 2 0-15,-2 2 0 16,-9 6 0-16,-2-1 0 0,-12 8 0 16,8 0 0-16,-8 0 0 15,0 12 0-15,-6-1 0 16,2-1 0-16,-1 2 0 0,0-2 0 16,5 2 0-16,0 3-92 15,0-15-1-15</inkml:trace>
  <inkml:trace contextRef="#ctx0" brushRef="#br0" timeOffset="-131359.87">10876 12401 398 0,'0'0'8'0,"0"0"2"0,0-12 3 0,0 12 2 15,-2-11 2-15,2 11 1 16,-5-12 0-16,5 12-4 16,-7-7-14-16,7 7 0 15,0 0 0-15,-13 0 0 16,8 12 0-16,0 3 0 0,3 7 0 16,0 3 0-16,-1 7 0 15,3 0 0-15,0 4 0 16,0-3 0-16,5 0 0 15,0-1 0-15,4-7 0 16,2-3 0-16,3-4 0 0,2-3 0 16,-4-5 0-16,3-6 0 15,2-4 0-15,-1 0 0 16,-2 0 0-16,1-4 0 0,-5-6 0 16,0 0 0-16,-6-2 0 15,0-1 0-15,-4-2 0 16,-4 0 0-16,0 0 0 15,-8 0 0-15,0 2 0 0,-6 7 0 16,6-2 0-16,-4 6 0 16,-2 2 0-16,4 0 0 15,2 10 0-15,-1 0 0 16,3 2 0-16,1-3 0 0,-11 4-82 16,20-1-11-16</inkml:trace>
  <inkml:trace contextRef="#ctx0" brushRef="#br0" timeOffset="-130363.03">9443 13605 440 0,'0'0'4'0,"0"0"2"0,0 0 2 15,0 0 1-15,0 0 0 16,0 0 1-16,0 0-1 16,0 0 1-16,0 0-4 0,0 0-6 15,8 3 0-15,-8-3 0 16,14 1 0-16,1-1 0 15,0 0 0-15,2-1 0 16,1-7 0-16,2 1 0 0,-6-3 0 16,4-1 0-16,-3 1 0 15,-3 6 0-15,-12 4 0 16,13-11 0-16,-13 11 0 0,0 0 0 16,0 0 0-16,0 0 0 15,0 0 0-15,0 11 0 16,0-1 0-16,0 5 0 15,-3 10 0-15,1-4 0 16,-1 7 0-16,-2-3 0 0,3 0 0 16,0-1 0-16,-1-2 0 15,3-2 0-15,0-4 0 16,-2-8 0-16,2 3 0 16,0-11 0-16,0 10 0 0,0-10 0 15,0 0 0-15,0 0 0 16,0 0 0-16,0 0 0 15,0 0 0-15,0 0 0 16,0 0 0-16,0 0 0 0,0 0 0 16,0 0 0-16,0 0 0 15,0 0-5-15,17-4-85 16,-17 4-3-16</inkml:trace>
  <inkml:trace contextRef="#ctx0" brushRef="#br0" timeOffset="-128212.71">1663 12116 438 0,'0'0'5'0,"0"0"1"16,0 0 2-16,0 0 0 16,0 0 0-16,0 7 1 15,3 3 0-15,-1 4 1 16,4 4-5-16,1 7-2 16,0 3-1-16,3 1-2 0,1 6 0 15,-4-5 0-15,0 2 0 16,-5-5 0-16,1 0 0 15,-3-3 0-15,-3-3 0 0,-4 1 0 16,-5-4 0-16,-1-6 0 16,-1 1 0-16,-2-5 0 15,-4 1 0-15,3-4 0 16,-3-2 0-16,-2-3 0 0,0-8 0 16,-1-1-12-16,-1-2-11 15,6-4-62-15,-2-3-3 16</inkml:trace>
  <inkml:trace contextRef="#ctx0" brushRef="#br0" timeOffset="-127979.68">1629 11871 464 0,'0'0'5'0,"0"-7"1"15,0 7 2-15,-3-16 0 16,3 16-1-16,-9-11 1 0,9 11-3 16,-11-9-5-16,11 9 0 15,-5 5 0-15,5 10-6 16,3 3-52-16,7-3-29 16,-3 0-2-16</inkml:trace>
  <inkml:trace contextRef="#ctx0" brushRef="#br0" timeOffset="-127762.8">2056 12165 472 0,'0'0'4'0,"0"0"1"0,0 0 1 16,7 0-1-16,-7 0 1 15,16-1 0-15,-9-2-2 16,5 3-5-16,-5-5-11 16,11 2-35-16,-6 3-39 0,3 0-2 15</inkml:trace>
  <inkml:trace contextRef="#ctx0" brushRef="#br0" timeOffset="-127612.66">2088 12287 436 0,'0'0'5'0,"0"0"0"15,-7 4 1-15,7-4 0 16,0 0 0-16,-8 13 0 16,8-13 0-16,0 0 0 15,20 10-9-15,-4-10-10 0,10-20-39 16,7 15-30-16,2-5-3 16</inkml:trace>
  <inkml:trace contextRef="#ctx0" brushRef="#br0" timeOffset="-127145.96">2376 12049 480 0,'0'0'4'0,"0"0"0"0,-7-8 2 16,7 8-1-16,0 0 1 15,-10-7 0-15,10 7-6 16,0 0 0-16,5 0 0 0,7 3 0 15,4-1 0-15,9-2 0 16,1 0 0-16,7 0 0 16,2-7 0-16,2-3 0 15,-5-3 0-15,1 1 0 0,-8-1 0 16,-4 4 0-16,-5 0 0 16,-16 9 0-16,0 0 0 15,0 24 0-15,-10-2 0 16,-5 13 0-16,-2 5 0 15,4 6 0-15,-3 6 0 0,4 0 0 16,5 0 0-16,-2-2 0 16,6 0 0-16,-5 1-64 15,6-19-27-15</inkml:trace>
  <inkml:trace contextRef="#ctx0" brushRef="#br0" timeOffset="-125211.31">1614 12916 403 0,'0'0'6'15,"0"0"2"-15,0-14 1 16,0 14 1-16,0-13-1 0,0 13 1 16,0 0 0-16,0 0 1 15,0 0-6-15,0 20-3 16,5 2 0-16,2 8-2 16,-2 5 1-16,2 2 0 0,-2-1-1 15,3-3 0 1,-3 2 0-16,0-8 0 0,-3-2 0 15,-2-3 0-15,0-10 0 16,0-2 0-16,0-10 1 16,0 0-1-16,0 0 1 0,0 0 0 15,0-15 0-15,3-2 0 16,-1-6 0-16,3-2-1 16,3 1 1-16,-1-3 0 15,1 8 0-15,2-5-1 0,2 10 0 16,-2 2 0-16,0 7 0 15,2 5 0-15,0 0 0 16,1 5 0-16,2 5-1 16,0 5 1-16,-3-1 0 0,1 1-1 15,2 2-1-15,-3 3-1 16,-2-3-3-16,5-1-6 16,-8-2-16-16,-7-4-56 0,13-2-1 15</inkml:trace>
  <inkml:trace contextRef="#ctx0" brushRef="#br0" timeOffset="-125012.84">2093 12976 427 0,'0'0'6'0,"0"0"1"15,0 0 1-15,0 0 1 0,0 0 0 16,7 5 1-16,-7-5 0 15,13 8 0-15,-3-8-6 16,2 1-5-16,3-1-8 16,6 0-31-16,-2 0-44 15,1 0-1-15</inkml:trace>
  <inkml:trace contextRef="#ctx0" brushRef="#br0" timeOffset="-124862.83">2155 13091 420 0,'0'0'5'0,"0"0"1"15,-7 0 1-15,7 0 1 16,0 0 0-16,0 0 0 16,0 0 1-16,0 0-2 15,7 0-12-15,9-7-14 16,-4 0-62-16,10-1-2 0</inkml:trace>
  <inkml:trace contextRef="#ctx0" brushRef="#br0" timeOffset="-124546.83">2505 12839 439 0,'0'0'5'0,"0"0"0"15,-7 0 2-15,7 0 0 16,-14 18 0-16,6-6 2 0,2 5-1 16,-1 3 1-16,5 2-5 15,2 1-1-15,2-2-1 16,8-3 0-16,3-2-1 15,1-4 0-15,11-8 1 16,1-4-2-16,3-4 0 0,-1-6 0 16,-1-8 0-16,-3 0 0 15,-3-6 0-15,-6 2 0 16,-10-2 0-16,-5-1 0 0,-11 2 0 16,-6 3 0-16,-8 5 0 15,-5 4 0-15,-2 8 0 16,-2 3 0-16,1 10 0 15,-1 2-39-15,9 8-46 0,4-1-4 16</inkml:trace>
  <inkml:trace contextRef="#ctx0" brushRef="#br0" timeOffset="-122745.92">170 13996 387 0,'0'0'7'16,"0"0"2"-16,0 0 2 15,0 0 1-15,0 0 0 0,0 0 0 16,-8 0 0-16,6 10 1 16,2 5-7-16,0 3-3 15,0-2-2-15,0 9-1 16,5 3 0-16,0-3-1 0,-2 1 0 15,2-2 0-15,-1-3-1 16,-1-6 1-16,-3-2 1 16,1-6-1-16,-1-7 1 0,0 0 1 15,0 0-1-15,0-5 0 16,0-7 1-16,-1-3 0 16,-2-5 1-16,1-2 0 15,-3-2 0-15,3 1 0 16,-1 1 1-16,1-2-1 0,2 5-1 15,0 5 0-15,0 3-1 16,0 11-1-16,7-5 1 16,3 8 1-16,-1 10-2 0,2 1 0 15,4 1-2-15,-2 6 0 16,-4 0-1-16,1 2 0 16,-2-4-1-16,-3-2 0 15,-3-2 1-15,-2-2 2 16,0-3 1-16,0-10 2 0,0 0 1 15,0 0 1-15,0 0 1 16,-2-13 0-16,-1-2 1 16,3-2-1-16,0-4 0 0,0 2-1 15,5-3 0-15,0 2-1 16,0-2-1-16,2 7 0 16,6 0-1-16,-6 8 0 15,3 2-1-15,3 5 1 16,-3 2 0-16,-2 8 0 0,4 8 0 15,-3 0-1-15,-1 1-1 16,2 3-1-16,-3-2-2 16,1 2-3-16,-4-3-6 15,4 2-14-15,5-4-58 0,-10-7 1 16</inkml:trace>
  <inkml:trace contextRef="#ctx0" brushRef="#br0" timeOffset="-122545.99">523 14072 446 0,'0'0'3'0,"0"0"2"0,0 0 0 0,7 0 0 16,-7 0 1-16,11 0-1 15,-11 0 1-15,16 0-3 16,-16 0-7-16,23 0-11 15,-17-1-36-15,11 1-32 0,-3 0-3 16</inkml:trace>
  <inkml:trace contextRef="#ctx0" brushRef="#br0" timeOffset="-122396.8">568 14184 369 0,'0'0'5'0,"0"0"2"15,0 0 2-15,0 10 1 16,0-10 1-16,0 0 0 15,10 5 0-15,-3-2-1 16,3-3-11-16,5 0-25 0,3-5-51 16,1-1-4-16</inkml:trace>
  <inkml:trace contextRef="#ctx0" brushRef="#br0" timeOffset="-121796.98">745 13974 468 0,'0'0'3'0,"0"0"0"16,0 0 2-16,4-10-1 0,-4 10 1 15,0 0 0-15,13-12 1 16,-13 12-1-16,9-15-2 16,4 10-2-16,-3 2 2 0,4 1-3 15,4 2 0-15,0 0 0 16,-1 0-2-16,-2 7 0 15,-3 0-1-15,-2 6-2 16,-5-1 0-16,-4 4 0 16,-1-2 0-16,-1 4-1 15,-4-4 2-15,-2 1 1 0,-1 0 0 16,1-2 2-16,4 1 1 16,0-6 1-16,3 1 1 15,0-9 1-15,9 13 0 0,0-8 1 16,3-3 0-1,1 3 0-15,2-2-1 0,0 2-1 16,0 0-1-16,-2 0 0 16,-2 2 0-16,-1 0-1 0,-2 3-1 15,-3 0 1-15,-5 5 0 16,0-2 1-16,-7 2 0 16,-6-1-1-16,-4 2-2 15,-1-2 0-15,-2-2-2 0,1 1-4 16,-1-6-6-16,2 1-12 15,1 12-50-15,2-20-9 16</inkml:trace>
  <inkml:trace contextRef="#ctx0" brushRef="#br0" timeOffset="-121512.98">1184 13590 438 0,'0'0'5'0,"0"0"2"0,0 0 0 15,0 0 0-15,-10 3 1 16,2 12 0-16,-4 11 0 0,4 6 1 16,-1 11-5-16,-1 9-1 15,-3 8 0-15,6 6-1 16,4 1 0-16,3 2-2 0,3-3 0 15,4-6 0-15,6-2 0 16,6-9 0-16,6-4 0 16,3-7-2-16,9-7-27 15,13-6-57-15,-8-15-3 16</inkml:trace>
  <inkml:trace contextRef="#ctx0" brushRef="#br0" timeOffset="-120663.02">1293 13790 365 0,'0'0'7'0,"2"-7"4"16,-2 7 2-16,0-15 1 15,0 15 3-15,0-12-1 16,0 12 2-16,0 0-1 0,-7 0-6 16,0 8-4-16,5 14-2 15,-4 3-2-15,1 4-1 16,3 5 0-16,2 1-1 16,0 0 1-16,7-5-2 0,1-2 0 15,4-7 0-15,3-3 0 16,2-8 0-16,1-6 0 15,1-4 0-15,1-2 0 16,-2-5 0-16,-3 0 0 0,0-9 0 16,-7 4 0-16,-4-5 0 15,-1 5 0-15,-3-4 0 16,-7 2 0-16,-9 3 0 16,4 2 0-16,-6 4 0 0,1 2 0 15,-3 3-6-15,3 0-4 16,4 8-6-16,-1-3-8 15,14-5-38-15,-11 10-25 16,11-10-3-16</inkml:trace>
  <inkml:trace contextRef="#ctx0" brushRef="#br0" timeOffset="-120479.95">1525 13887 399 0,'0'0'6'0,"0"0"2"16,0 0 0-16,0-10 0 16,0 10 1-16,0 0 0 0,9-7-1 15,-9 7 1-15,18-2-9 16,-8-4-9-16,4 6-16 16,4 0-55-16,-6 0-2 15</inkml:trace>
  <inkml:trace contextRef="#ctx0" brushRef="#br0" timeOffset="-120312.92">1713 13815 397 0,'0'0'5'0,"0"0"1"15,-7 6 1-15,-1 0 1 0,3 10 1 16,0-1 0-16,3 4 0 16,-3 3 1-16,5 3-6 15,3-2-5-15,4 4-9 16,0-15-14-16,-7 5-56 15,15 1-2-15</inkml:trace>
  <inkml:trace contextRef="#ctx0" brushRef="#br0" timeOffset="-119979.95">1728 13568 407 0,'0'0'4'0,"0"0"2"16,0 0 1-16,0-8 2 0,0 8 1 16,0 0 2-16,15-2 0 15,-3 2 0-15,1 12-3 16,4 8-2-16,6 2-2 0,-4 10-1 16,8 3-1-16,-4 5-1 15,0 2 0-15,-1 0-2 16,-3 5 0-16,-1-3 0 15,-6 1 0-15,-2 2 0 0,-7 0 0 16,-3-5 0-16,-5 1 0 16,-7-3-4-16,-4-4-4 15,-3-3-8-15,-6-7-9 16,2-6-29-16,4 0-33 0,4-10-1 16</inkml:trace>
  <inkml:trace contextRef="#ctx0" brushRef="#br0" timeOffset="-119695.83">2208 13912 445 0,'0'0'5'0,"0"0"1"0,0 0 1 15,7-4 0-15,-7 4 1 16,10-4 0-16,-10 4-1 16,15-5 1-16,-8 3-5 0,5 2-4 15,1-6-7-15,4 6-15 16,8-1-61-16,-5-6-2 15</inkml:trace>
  <inkml:trace contextRef="#ctx0" brushRef="#br0" timeOffset="-119229.95">2451 13727 436 0,'0'0'5'0,"0"0"1"0,0 0 1 16,0-13 1-16,0 13 1 15,5-11-1-15,-5 11 1 16,14-9-1-16,-3 1-4 0,1 6-1 15,6 2-2-15,4 0 0 16,0 2 0-16,1 9 0 16,-4-1-1-16,-1 6 1 15,-6 4 0-15,-4 5 1 16,-8-3-2-16,-2 9 0 0,-9-2 0 16,-3-2 0-16,-4 0 0 15,-1-2 0-15,0 0 0 16,2-5 0-16,3-3 0 0,6-6 0 15,8-11 0-15,-10 9 0 16,10-9 0-16,10 0 0 16,5-8 0-16,0-1 0 15,5-1 0-15,2 3 0 0,-3-9-5 16,7 7-12-16,-9 4-44 16,6-8-25-16,-6 3-3 15</inkml:trace>
  <inkml:trace contextRef="#ctx0" brushRef="#br0" timeOffset="-118796.09">2909 13424 410 0,'0'0'4'0,"0"0"1"0,-9 0 1 15,9 0 1-15,-19 15 1 16,8 2 0-16,0 8 0 16,-5 8 0-16,4 3-3 15,3 11-2-15,0 3-1 16,2 2 0-16,7 2 0 0,0-2 0 16,3-2-1-16,5-6 1 15,4-2-1-15,2-6 0 16,6-10-2-16,-2-3-2 15,4-6-9-15,-3-12-17 16,-19-5-54-16,29 5 0 0</inkml:trace>
  <inkml:trace contextRef="#ctx0" brushRef="#br0" timeOffset="-118445.43">2903 13702 392 0,'0'0'5'0,"0"0"3"15,0 0 2-15,0 0 0 16,0 0 1-16,0 0 1 16,11 0 1-16,-11 0-1 15,14-3-4-15,-1 1-3 0,1-4-2 16,7 1-1-16,0 1 0 15,4-1-1-15,-2 2-1 16,-3 1 1-16,-1 2 0 16,-3 2-1-16,-7 6 1 0,-4 7-1 15,-2 2 0-15,-3 2 0 16,0 4 0-16,-3 1-1 16,1-1-1-16,-1 1-2 0,1-4-3 15,2-2-5-15,-5-6-14 16,5-2-57-16,0-10-1 15</inkml:trace>
  <inkml:trace contextRef="#ctx0" brushRef="#br0" timeOffset="-118146.16">3146 13402 421 0,'0'0'3'0,"0"0"0"0,0 0 2 16,0 0 1-16,0 0 1 16,14 7 0-16,-5 3 1 0,7 5 0 15,0 3-1-15,5 6-2 16,4 3-1-16,-4 6-1 16,4 1 0-16,-4 4-1 15,-5-2 0-15,-3 4 0 16,-10-1 0-16,-3 2 0 0,-5-2 0 15,-8 3-2-15,-4-7-2 16,-5-1-3-16,-4-7-7 16,6 1-19-16,8-6-52 0,-8-10-3 15</inkml:trace>
  <inkml:trace contextRef="#ctx0" brushRef="#br0" timeOffset="-117927.03">3445 13595 457 0,'0'0'4'0,"0"0"0"0,0 0 1 16,0 0 0-16,0 0 0 16,0 0 0-16,0 0 1 15,12-8-1-15,-1 6-6 16,1-3-8-16,5 5-20 0,18-3-55 15,-20 1-3-15</inkml:trace>
  <inkml:trace contextRef="#ctx0" brushRef="#br0" timeOffset="-117496.18">3776 13387 432 0,'0'0'6'16,"0"0"-1"-16,0 0 1 15,0 0 1-15,0 0 0 0,-5 4 0 16,1 7 0-16,2 3-1 16,-3 4-3-16,5 4-3 15,-2 3 1-15,2-3-1 16,2 3 0-16,9-6 0 0,1-4 1 16,2-7-1-16,7-3 1 15,-4-5-1-15,-1-3 0 16,5-9 1-16,-4-2-1 15,-1-7 1-15,-2 1 0 16,-8 4 0-16,-4-5-1 0,-4 5 0 16,-9 3-4-16,-5 2-6 15,-2 11-23-15,8 4-51 16,-20 3 0-16</inkml:trace>
  <inkml:trace contextRef="#ctx0" brushRef="#br0" timeOffset="-116063.52">946 14789 300 0,'0'0'6'0,"0"-10"2"16,0 10 4-16,0-7 1 15,0 7 3-15,-3-10 1 16,3 10 2-16,0 0 1 0,-2-8-4 15,2 8-3-15,0 0-2 16,0 0-3-16,0 0-2 16,-5 5-1-16,5 2-1 15,0 6-2-15,0 1-1 0,2 7 0 16,1-2-1-16,2 6 0 16,-3 3 1-16,3-4-2 15,2 3-2-15,-5-6-6 16,4 1-12-16,-1 14-43 0,-3-23-17 15</inkml:trace>
  <inkml:trace contextRef="#ctx0" brushRef="#br0" timeOffset="-115629.91">1171 14757 395 0,'0'0'5'16,"0"0"3"-16,0 0 1 15,0 0 1-15,0 0 1 16,-7 0-2-16,7 0 1 0,-12 5 0 16,4 5-5-16,-2 0-2 15,3 4-3-15,-6 1 1 16,8 1-2-16,0-2 1 0,3 1 0 15,2-3 1-15,2 3-1 16,8-5 1-16,1 1 0 16,3-5 1-16,1 2-1 15,2-4 1-15,1 4-1 16,-1-3 0-16,0 0 1 0,-2-2-2 16,-4 1 1-16,1 1 0 15,-12-5 0-15,9 10 1 16,-9-10-1-16,0 10-1 15,0-10-1-15,-7 15-2 0,7-15-2 16,-22 12-4-16,12-3-6 16,-7-5-13-16,4-2-56 15,1 0 0-15</inkml:trace>
  <inkml:trace contextRef="#ctx0" brushRef="#br0" timeOffset="-115246.46">1171 14712 441 0,'0'0'4'0,"0"0"1"0,0 0 0 15,0 0 2-15,0 0 0 16,10 0 0-16,-10 0 2 15,18-7 0-15,-3 1-3 0,0 2-1 16,2-1 1-16,5-2-6 16,1 1 0-16,-1-1 0 15,-5 5 0-15,3-4 0 16,-8 4 0-16,4 0 0 16,-9 2 0-16,-7 0 0 0,10 0 0 15,-10 0 0-15,0 0 0 16,0 0 0-16,0 10 0 15,0-10 0-15,0 0 0 16,-3 12 0-16,3-12 0 0,-5 10 0 16,5-10-17-16,0 0-25 15,11 7-45-15,-11-7-3 16</inkml:trace>
  <inkml:trace contextRef="#ctx0" brushRef="#br0" timeOffset="-114729.9">1525 14762 370 0,'0'0'6'0,"0"0"5"16,0 0 0-16,0 0 2 15,0 0 0-15,0 0 2 0,0 0 1 16,7 0 1-16,-7 0-6 15,12 0-3-15,-4 2-1 16,4-2-2-16,5 0 0 0,1 0-2 16,-3 0-3-16,2 0 0 15,3-2 0-15,-5 2 0 16,0-3 0-16,-3 1 0 16,-2 2 0-16,0-3 0 15,-10 3 0-15,8-2 0 0,-8 2 0 16,0 0 0-16,0 0 0 15,0 0 0-15,0 0 0 16,0 0 0-16,0 0 0 16,0 0 0-16,0 0 0 0,0 0 0 15,0 0 0-15,0 0-21 16,0 0-45-16,0 0-23 16,0 0-2-16</inkml:trace>
  <inkml:trace contextRef="#ctx0" brushRef="#br0" timeOffset="-114463.33">1984 14539 476 0,'0'0'3'0,"0"0"2"15,5 0-1-15,-5 0 0 0,0 0 1 16,3 14-1-16,-3-1 1 16,1 4 0-16,-1 1-5 15,0 3 0-15,0 0 0 0,0 6-2 16,6-6-4-16,1 3-7 16,-5-6-12-16,4 1-59 15,-3-7-2-15</inkml:trace>
  <inkml:trace contextRef="#ctx0" brushRef="#br0" timeOffset="-114096.81">2155 14564 456 0,'0'0'3'0,"0"0"1"16,0 0 1-16,0 0-1 15,0 0 1-15,0 9 0 0,0-1 0 16,0 4 1-16,-3 0-4 16,-1 4 0-16,-1-2-1 15,3 1-1-15,-4-3 1 16,1 1 0-16,0-3-1 0,5-10 0 16,-4 12 1-16,4-12-1 15,0 0 0-15,0 8 1 16,0-8-1-16,0 0 0 15,12 0 0-15,-2 0 0 0,2-3 0 16,4-2 1-16,-2-1-1 16,6 2 0-16,0 0 0 15,-3-4 0-15,-5 1-3 0,4 4-4 16,-4-2-8-16,1 5-25 16,-1-2-45-16,-12 2 0 15</inkml:trace>
  <inkml:trace contextRef="#ctx0" brushRef="#br0" timeOffset="-113862.11">2222 14553 430 0,'0'0'4'16,"0"0"0"-16,0 0 1 15,0 8 0-15,3-1 1 0,-1 6 1 16,1 4-1-16,1 0 1 15,0 7-3-15,0-1-1 16,1 5-1-16,0-2-1 0,0 5 0 16,3-6-3-16,-3-4-3 15,2 2-7-15,-2-6-18 16,-8 1-52-16,6-8-2 16</inkml:trace>
  <inkml:trace contextRef="#ctx0" brushRef="#br0" timeOffset="-113462.92">2513 14546 458 0,'0'0'3'0,"0"0"2"16,0 0 0-16,0 0 1 16,5 2 0-16,-5-2 0 15,7 0 0-15,-7 0 0 0,18 0-4 16,-6 0-4-16,4-5-5 16,1 5-13-16,-2 9-42 15,-1-9-23-15,2-6-3 0</inkml:trace>
  <inkml:trace contextRef="#ctx0" brushRef="#br0" timeOffset="-113296.83">2530 14650 398 0,'0'0'5'0,"0"0"2"16,0 0 3-16,0 0 1 16,5 12 0-16,-5-12 1 15,17 6 0-15,-2-6 0 16,3 0-6-16,1 0-7 0,4-6-13 15,-3 6-42-15,5-10-26 16,0 1-4-16</inkml:trace>
  <inkml:trace contextRef="#ctx0" brushRef="#br0" timeOffset="-113063.14">2953 14365 467 0,'0'0'5'0,"0"0"0"16,0 0 1-16,0 0 2 15,0 12-1-15,0-2 1 16,0 8-3-16,0 4-5 16,0 3 0-16,0 7 0 0,0 2 0 15,2 6 0-15,1-2 0 16,6-9-37-16,0 11-50 15,-2-6-3-15</inkml:trace>
  <inkml:trace contextRef="#ctx0" brushRef="#br0" timeOffset="-111946.85">217 14913 419 0,'0'0'5'0,"0"0"1"16,0 0 2-16,0 0 0 16,0 0 1-16,0 0-1 15,-12 9 0-15,10 6 0 16,2 0-4-16,0 7-3 0,0 1-1 15,0 7 0-15,5-3 0 16,-1 0 1-16,4 0-1 16,-4-4 0-16,2-3 0 0,-3-3 1 15,-1-5-1-15,-2-12 1 16,0 15-1-16,0-15 1 16,0 0 0-16,0 0 0 15,0-10 1-15,0-3-1 0,-2-5 1 16,-1 0 0-16,1-7 0 15,-4-2 0-15,4-3 0 16,2 3-1-16,0-1 1 16,0 3-1-16,0 6 0 0,2 1-1 15,6 8 0-15,-8 10 0 16,17-7 0-16,-4 9 0 16,-1 9-1-16,2 1 1 15,4 5 0-15,-3 1-1 16,0 4 0-16,-4 0 0 0,3 1 0 15,-9-6 0-15,2-2 0 16,-4-1 0-16,-1-6 1 16,-2-8 0-16,0 0 0 0,0 0 1 15,0 0 0-15,0-5 0 16,0-10 1-16,0 0-1 16,0-4 0-16,0-6 0 15,6 2 0-15,-4-2 1 0,3 3-2 16,0 5 0-16,0 0 0 15,-1 4 0-15,1 4 0 16,-5 9 0-16,18 0 0 0,-11 0 0 16,4 8 0-16,1 6 0 15,-2 1 0-15,0 4 0 16,5 1 0-16,-3-1-3 16,-2 4-1-16,2 0-6 15,-5-8-12-15,-7-15-61 16,16 19-4-16</inkml:trace>
  <inkml:trace contextRef="#ctx0" brushRef="#br0" timeOffset="-111746.06">654 14905 455 0,'0'0'4'0,"0"0"0"0,0 0 1 0,0 0 1 15,0 0-1-15,0 0 1 16,0 0 0-16,6-9-1 16,-6 9-5-16,14-3-6 15,-2 3-13-15,-3 0-33 0,3 0-32 16,-3 0-4-16</inkml:trace>
  <inkml:trace contextRef="#ctx0" brushRef="#br0" timeOffset="-111579.75">654 15064 408 0,'0'0'6'0,"0"0"2"15,0 0 2-15,6 0 1 16,-6 0 0-16,14-5 1 16,2-2-1-16,3-2-4 0,6 5-22 15,7-8-64-15,1-6-6 16</inkml:trace>
  <inkml:trace contextRef="#ctx0" brushRef="#br3" timeOffset="-86962.9">6754 12401 16 0,'0'0'2'0,"0"0"0"0,0 0 1 16,0 0-1-16,0 0 0 16,0 0 1-16,0 0-2 0,0 0-2 15,0 0-3-15,0 0 0 16,0 0-2-16,0 0 1 15,0 0 0-15,0 0 3 16,0 0 3-16,0 0 2 0,0 0 2 16,-2-10 1-16,2 10 1 15,0 0-1-15,0-13 0 16,0 13-1-16,0 0-2 0,0-9 0 16,0 9-2-16,0 0-14 15,0 0-18-15</inkml:trace>
  <inkml:trace contextRef="#ctx0" brushRef="#br4" timeOffset="-81113">7393 15327 115 0,'0'0'7'0,"0"0"5"0,0 7 0 0,0-7 0 0,0 0 2 15,0 0-1-15,-7 15-1 16,7-15 1-16,0 0-7 16,-12 7-3-16,12-7-2 15,0 0 0-15,-11 5-1 0,11-5 1 16,0 0 1-16,-7 10 1 15,7-10-2-15,0 10 1 16,0-10-1-16,0 0-3 0,-5 7-5 16,5-7-4-16,0 0-8 15,0 10-10-15,0-10-14 16,0 0-15-16</inkml:trace>
  <inkml:trace contextRef="#ctx0" brushRef="#br4" timeOffset="-5380.23">14325 15874 166 0,'0'0'6'0,"0"0"3"0,0 0 4 15,0 0 4-15,3 5 1 0,-3-5 3 16,0 0 0-16,0 0 1 16,0 0-5-16,0 0-2 15,0 0-4-15,10 7-2 16,-10-7-2-16,0 0 1 0,0 0 0 16,0 0-1-16,7 2 2 15,-7-2-1-15,10 0-1 16,-10 0 0-16,11 0 0 15,-11 0-3-15,17 0 1 0,-10 0-2 16,2 0 1-16,2 0-1 16,-1 0 1-16,0 0 0 15,2 0 0-15,0 0 0 16,4 0-1-16,-4 0 0 0,3 4 0 16,0-4-1-16,0 0-1 15,2 1 1-15,1-1-1 16,2 3 0-16,-3-3 0 15,3 0 0-15,-1 3-1 0,1-3 1 16,3 3 0-16,-4-3-1 16,1 0 1-16,-2 2-1 15,-1-2 0-15,1 0 1 16,-1 2-1-16,-2-2 0 0,2 0 1 16,-2 0-1-16,6 0 0 15,-3 0 0-15,3 0 0 16,-2 0 0-16,2 0 1 15,1 0-1-15,-1 0 0 0,-2 0 0 16,1 0 0-16,-4 3 0 16,3-3 0-16,1 0 0 15,1 0 1-15,0 0-1 16,1 0 0-16,0 0 0 16,1 0 1-16,2 0-1 0,0 0 0 15,-6 0 0-15,-1 0 0 16,0 2 0-16,-4-2 0 15,-2 2 0-15,2-2 0 0,-3 3 0 16,0-3 0-16,1 0 0 16,-3 2 0-16,4-2 0 15,2 3 0-15,-2-3 0 16,-1 2 0-16,2-2 0 0,2 3 1 16,-2 0-1-16,-1-3 0 15,2 2 0-15,-2 0 0 16,1 1 0-16,1-1 0 15,-5 1 0-15,2-1 0 16,-1 1 0-16,-4-1-1 0,2 4 1 16,2-2 0-16,-4-1 0 15,3 2 0-15,-3-3 0 16,4 6 0-16,-2-5 0 16,-1 1 0-16,2 0 0 0,0 2 0 15,-3-3 0-15,-7-3 1 16,15 14-1-16,-15-14 1 15,12 10 0-15,-12-10-1 0,12 10 1 16,-12-10 0-16,11 10 0 16,-11-10-2-16,12 8 1 15,-12-8 0-15,15 7 0 16,-15-7 0-16,13 7 0 0,-13-7 0 16,15 11 0-16,-15-11 0 15,12 7 0-15,-12-7 0 16,10 7 0-16,-10-7 0 15,8 7 0-15,-8-7 0 16,14 8-1-16,-14-8 1 0,12 7 0 16,-12-7 0-16,11 8 0 15,-11-8 0-15,10 7 0 16,-10-7 0-16,0 0 1 16,9 7-2-16,-9-7 1 0,0 0 0 15,11 6 0-15,-11-6 0 16,0 0 1-16,9 2-1 15,-9-2 0-15,0 0 0 0,8 0 0 16,-8 0 0-16,0 0 0 16,0 0 1-16,13 3-1 15,-13-3 0-15,9 0 0 16,-9 0 1-16,18 0-1 16,-6 0 0-16,2 1 0 0,2-1 0 15,4 0 0-15,-3 0 0 16,3 4 0-16,-1-4 0 15,2 0 0-15,-3 0 0 16,1 0 0-16,-4 0 0 0,0 0 0 16,2 0 0-16,-5 0 1 15,-1 0-1-15,1 0 0 16,-2 0 0-16,0 0 0 16,0 0 1-16,0 0-1 0,0 0 1 15,2 0-1-15,0-4 1 16,1 4 0-16,-1-1 1 15,-1 1-1-15,-2 0 1 16,-9 0 0-16,12-3 0 0,-12 3 0 16,8-2 1-16,-8 2-1 15,0 0 0-15,0 0 0 16,0 0 0-16,13 0 1 16,-13 0-3-16,0 0 0 0,0 0 0 15,0 0 0-15,0 0 0 16,0 0 0-16,0 0 0 15,0 0 0-15,0 0 0 16,0 0 0-16,0 0 0 0,0 0 0 16,0 0-19-16,-7 5-65 15,7-5-2-15</inkml:trace>
  <inkml:trace contextRef="#ctx0" brushRef="#br4" timeOffset="-3846.72">17198 16112 265 0,'0'0'5'0,"0"0"3"0,0 0 1 0,0 0 4 16,0 0 2-16,0 0 2 15,10 0 1-15,-10 0 2 16,17 0-2-16,-4 0-4 0,1 0 0 15,4 0-2-15,5 0-2 16,1 0-2-16,3 0-2 16,8 0 0-16,3-3-3 0,-2 0 0 15,7 1-1-15,2-3-1 16,2 3 0-16,0-3-1 16,0 0 1-16,-4-1-1 15,-1 2 1-15,-3 0-1 16,-1-2 1-16,-5 1-1 0,-6-1 1 15,5-1-1-15,-5 1 0 16,3-4 0-16,-5 0 0 16,0-1 1-16,2 1-1 15,-2 1 0-15,3-4 1 0,-2 6-1 16,-4-4 2-16,6 3-1 16,-4-3 1-16,2 4-1 15,-2-6 0-15,-1 6 0 16,4 0 0-16,-4 0 0 0,7-2-1 15,-8 4 0-15,0 1 1 16,1-1-1-16,2 0 0 16,-6 3 0-16,1-2 0 15,0 3 1-15,-6-4-1 0,7 2 1 16,-4 0 0-16,-3 1-1 16,4 0 1-16,-2 2 0 15,-2 0-1-15,4-3 0 16,-4 3 1-16,4 0-1 0,-6 0 0 15,1 0 0-15,-3 0 1 16,-1 0-1-16,0 0 0 16,-9 0 0-16,16 0 0 15,-5 0 1-15,-1 3-1 16,4-3 0-16,2 0 0 0,6 2 0 16,2-2 1-16,4 2-1 15,4 1 1-15,-2 0-1 16,4-1 0-16,2 1 0 0,1-2 0 15,-7 3 0-15,2-4 0 16,-2 0 0-16,-2 0 0 16,-1 0 0-16,-8 0 1 15,1 0-1-15,-5 0 0 0,-2 0 1 16,-13 0 1-16,14 0 0 16,-14 0 1-16,0 0 0 15,0 0 1-15,0 0-4 16,0 0 0-16,0 0 0 0,0 0 0 15,0 0 0-15,0 0 0 16,0 0 0-16,0 0 0 16,0 0 0-16,0 0 0 15,0 0 0-15,0 0 0 16,0 0 0-16,0 0 0 0,0 0 0 16,-2 9 0-16,2-9-64 15,-7 7-24-15</inkml:trace>
  <inkml:trace contextRef="#ctx0" brushRef="#br4" timeOffset="14786.96">16271 16117 251 0,'0'0'8'0,"0"0"4"0,0 0 4 0,5 0 2 16,-5 0 1-16,0 0 1 15,7 0 1-15,-7 0 0 0,0 0-8 16,0 0-3-16,0 0-2 16,0 0-2-16,10 0-1 15,-10 0 0-15,11 5 0 16,-2-3 0-16,3 1 1 0,4-1-1 16,3 0 0-16,1-2-1 15,5 0 0-15,0 3 0 16,3-3-2-16,1 0 1 15,1 0-1-15,-1 0-1 16,0-3 1-16,5 1-1 0,-5 0-1 16,4 2 1-16,-1-5 0 15,4 2 0-15,-4 1 0 16,0 2 0-16,-2 0 0 16,0 0-1-16,1 0 1 0,-3 0-1 15,-1 0 0-15,-4 0 1 16,-3 0-1-16,2 2 0 15,-5-2 1-15,-1 3-1 16,-4-3 0-16,-5 0 1 0,-7 0-1 16,13 2 1-16,-13-2-1 15,0 0 1-15,0 0-1 16,0 0-1-16,0 0-6 16,0 0-31-16,0 0-44 15,0 0-1-15</inkml:trace>
  <inkml:trace contextRef="#ctx0" brushRef="#br4" timeOffset="15905.28">15215 16533 372 0,'0'0'6'0,"0"0"6"0,0 0 1 15,0 0 2-15,0 0 2 16,0 0 2-16,0 0 1 16,0 0 1-16,0 4-5 0,0-4-16 15,0 0 0-15,0 0 0 16,0 13 0-16,-3-5 0 16,1 4 0-16,0 5 0 15,2 1 0-15,0 0 0 16,-3 6 0-16,1-4 0 0,2 0 0 15,-3 2 0-15,3-8 0 16,-2-1 0-16,2-3 0 16,0-10 0-16,-4 10 0 15,4-10 0-15,0 0 0 0,0 0 0 16,4-5 0-16,-4-5-30 16,-8-2-59-16,10-6-2 15</inkml:trace>
  <inkml:trace contextRef="#ctx0" brushRef="#br4" timeOffset="16420.34">15224 16258 402 0,'0'0'5'15,"0"0"3"-15,0 0 1 0,0 0 0 16,-14 7 2-16,2 3 0 16,-1 5 1-16,-1 5-1 15,-7 7-4-15,-1 5-2 0,3 5-1 16,-7 8-1-16,4 5-2 16,-1 1 1-16,6 2 1 15,0 1 0-15,7-4 0 16,8-3-1-16,2 2-2 15,4-6 0-15,14-10 0 16,3-2 0-16,10-6 0 0,7-8 0 16,-1-4 0-16,5-8 0 15,8-5 0-15,-4-8 0 16,2-7 0-16,-6-5 0 0,1-7 0 16,-6-1 0-16,-5-6 0 15,-4-8 0-15,-9-5 0 16,-6-3 0-16,-6-2 0 15,-7-7 0-15,-7 5 0 0,-11-6 0 16,-7 2 0-16,-5 9 0 16,-9 7 0-16,-1 8 0 15,-5 6 0-15,-7 14 0 16,2 6 0-16,-2 8 0 16,5 5 0-16,2 9 0 0,3 1 0 15,15 10-25-15,6 0-66 16,7-3-3-16</inkml:trace>
  <inkml:trace contextRef="#ctx0" brushRef="#br4" timeOffset="17370.09">13658 14823 451 0,'0'0'5'0,"0"0"2"0,0-9 1 0,0 9 2 16,0-15 1-16,0 15 0 16,7-15-3-16,-7 15-8 0,14-18 0 15,-6 11 0-15,7 2 0 16,0 0 0-16,2 3 0 16,1 2 0-16,-4 0 0 15,4 2 0-15,-3 8 0 0,2-3 0 16,-7 9 0-16,-3-2 0 15,-4 6 0-15,-3-3 0 16,-5 8 0-16,-10-3 0 16,-2 2 0-16,-3-1 0 0,3-3 0 15,-1-2 0-15,-2-3 0 16,7-5 0-16,4-3 0 16,9-7 0-16,0 0 0 0,0 0 0 15,9-13 0 1,9 3 0-16,3-2 0 0,3 0 0 15,1-3 0-15,4 0 0 16,-4-1 0-16,-2 2 0 16,-1 3 0-16,-12 3-35 0,2-5-54 15,-4 1-3-15</inkml:trace>
  <inkml:trace contextRef="#ctx0" brushRef="#br4" timeOffset="17803.38">13699 14536 452 0,'0'0'4'16,"0"0"2"-16,-17-5 1 16,5 2 2-16,-4 3 0 15,-1 0 0-15,-5 0 2 0,-8 11-7 16,0 6-4-16,0 8 0 16,0 9 0-16,3 6 0 15,0 7 0-15,5 5 0 16,4 3 0-16,8-1 0 0,7-2 0 15,9-2 0-15,9-6 0 16,7-6 0-16,10-8 0 16,9-9 0-16,2-6 0 15,8-10 0-15,5-5 0 0,1-7 0 16,1-8 0-16,-3-7 0 16,-8 0 0-16,-5-8 0 15,-8-2 0-15,-6-8 0 16,-11-2 0-16,-10-3 0 0,-7-2 0 15,-9-7 0-15,-13 1 0 16,-8 4 0-16,-8 3 0 16,-9 8 0-16,-5 5 0 15,-5 17 0-15,0 3 0 0,3 13 0 16,3 4 0-16,10 12 0 16,4 6 0-16,16 5 0 15,3-5-13-15,18 6-78 16,16 1-3-16</inkml:trace>
  <inkml:trace contextRef="#ctx0" brushRef="#br4" timeOffset="18487.46">14833 14360 464 0,'0'0'5'0,"0"0"2"0,0 0 1 16,0 0 2-16,2-13 0 0,-2 13-3 15,7-11-7-15,0 1 0 16,-2-2 0-16,6 1 0 15,0 4 0-15,5 0 0 0,-1 1 0 16,0 4 0-16,0 2 0 16,0 2 0-16,-3 6 0 15,-2 2 0-15,0 0 0 16,-5 5 0-16,-2-5 0 0,-3 1 0 16,0 2 0-16,0 2 0 15,-8-3 0-15,4-2 0 16,-2 1 0-16,3-3 0 15,3-8 0-15,-5 14 0 16,5-14 0-16,0 0 0 0,14 10 0 16,-7-9 0-16,5 5 0 15,1-4 0-15,-4 1 0 16,-1 3 0-16,1-2 0 0,-9-4 0 16,11 15 0-16,-11-15 0 15,-5 14 0-15,-6-3 0 16,-3-2 0-16,-6-2 0 15,-5 2 0-15,-3-2 0 0,-2-5 0 16,4-2 0-16,-6-2-6 16,7-4-19-16,0 2-49 15,7-13-15-15</inkml:trace>
  <inkml:trace contextRef="#ctx0" brushRef="#br4" timeOffset="18924.19">14928 14120 418 0,'0'0'6'0,"0"0"3"0,0 0 1 0,-6-10 1 0,6 10 1 15,-22-5 1-15,10 2 1 16,-9 3-1-16,-4 6-8 16,0 6-5-16,-7 5 0 15,0 8 0-15,2 4 0 0,0 9 0 16,3 4 0-16,7 5 0 15,7-1 0-15,6 2 0 16,7-2 0-16,9-2 0 0,10-7 0 16,10-5 0-16,4-5 0 15,6-10 0-15,6-3 0 16,2-10 0-16,6-4 0 16,-1-4 0-16,0-10 0 15,-5-8 0-15,-3-3 0 0,-5-7 0 16,-7-2 0-16,-11-6 0 15,-5-7 0-15,-11-3 0 16,-13-1 0-16,-9 1 0 16,-13 2 0-16,-7 1 0 0,-11 13 0 15,-1 4 0-15,-6 8 0 16,3 10 0-16,3 9 0 16,8 6 0-16,4 9 0 15,14 13 0-15,7-3 0 0,16 10-91 16,7 3-2-16</inkml:trace>
  <inkml:trace contextRef="#ctx0" brushRef="#br4" timeOffset="19736.85">16562 15262 428 0,'0'0'6'0,"0"0"2"0,0-10 3 0,0 10 2 16,0-12 1-16,0 12 2 0,-3-15-1 15,1 5-15-15,2 10 0 16,-2-13 0-16,2 13 0 16,0 0 0-16,-13-4 0 15,13 4 0-15,-15 7 0 0,5 3 0 16,-5 2 0-16,-3 2 0 16,2 4 0-16,-5 0 0 15,-1-1 0-15,5 1 0 16,-3-3 0-16,3-3 0 15,4-5 0-15,1 1 0 0,2-3 0 16,10-5 0-16,-11 2 0 16,11-2 0-16,0 0 0 15,16-2 0-15,-2-1 0 0,7-4 0 16,4 1 0-16,-1-1 0 16,9 0 0-16,-1-4 0 15,0 5 0-15,-2-2 0 16,-3 3 0-16,-2 0 0 0,-5 2 0 15,-8 1 0-15,-1 2 0 16,-11 0 0-16,9-2-20 16,1 2-67-16,-10 0-5 15</inkml:trace>
  <inkml:trace contextRef="#ctx0" brushRef="#br4" timeOffset="19936.91">16524 15154 449 0,'0'0'6'0,"0"0"1"0,0 0 2 0,0 0 1 0,0 0 1 16,0 0-1-16,-4 7-1 15,1 4-9-15,3 4 0 16,0 6 0-16,0 1 0 16,0 3 0-16,0 3 0 0,0-7 0 15,0 7 0-15,0-6-39 16,3-5-46-16,-1-5-4 15</inkml:trace>
  <inkml:trace contextRef="#ctx0" brushRef="#br4" timeOffset="20403.72">16475 15024 416 0,'0'0'5'16,"0"0"3"-16,-17-15 1 0,4 8 2 15,-2 2 1-15,-2-2 0 16,-8 4 1-16,-3 3 1 16,-4 4-6-16,0 9-5 0,-1 10-3 15,1 4 0-15,5 5 0 16,-1 8 0-16,4-1 0 16,6 6 0-16,8 0 0 15,6-1 0-15,4-2 0 0,10-2 0 16,6-5 0-16,12-5 0 15,2-3 0-15,10-7 0 16,2-5 0-16,5-7 0 16,-2-1 0-16,-1-7 0 0,2-7 0 15,-7-4 0-15,-4-4 0 16,-6-5 0-16,-1-4 0 16,-10-4 0-16,-1-7 0 0,-7-5 0 15,-7-4 0 1,-3-10 0-16,-9-1 0 0,-5 1 0 15,-9 2 0-15,-7 0 0 16,-4 7 0-16,-1 10 0 16,-2 10 0-16,-3 13 0 0,-2 10 0 15,0 7 0-15,1 10 0 16,7 7 0-16,6 10 0 16,2 0 0-16,15-8-46 0,6 14-45 15</inkml:trace>
  <inkml:trace contextRef="#ctx0" brushRef="#br4" timeOffset="21419.96">18333 14083 457 0,'0'0'5'0,"0"0"2"0,0 0 2 16,0 0 0-16,0-11 2 15,0 11 0-15,0 0-9 0,-10-1-2 16,10 1 0-16,-14 4 0 16,14-4 0-16,-13 22 0 15,8-9 0-15,3 2 0 0,-1 0 0 16,3 3 0-16,7-4 0 16,3 1 0-16,8 0 0 15,0-8 0-15,3 0 0 16,0 4 0-16,4-6 0 15,-6-1 0-15,1-1 0 16,-4 2 0-16,-4-3 0 0,-12-2 0 16,9 10 0-16,-9-10 0 15,-7 10 0-15,-7-5 0 0,-4 1 0 16,-3-5 0-16,0 4 0 16,-4-2 0-16,-3-3-17 15,-1 5-68-15,3-7-5 16</inkml:trace>
  <inkml:trace contextRef="#ctx0" brushRef="#br4" timeOffset="21571.4">18303 14046 460 0,'0'0'5'16,"0"0"1"-16,11-7 0 16,-11 7 1-16,16-11 0 0,-5 4 0 15,1-3-1-15,6 2 1 16,-7-1-11-16,8 4-6 15,-7-7-18-15,-12 12-55 16,18-11-2-16</inkml:trace>
  <inkml:trace contextRef="#ctx0" brushRef="#br4" timeOffset="21986.82">18457 13825 417 0,'0'0'7'0,"-9"-4"2"15,9 4 2-15,-21-3 0 0,4 3 1 16,-5 0 1-16,-8 3 1 15,-5 9 1-15,-4 5-13 16,-4 7-2-16,1 10 0 0,3 7 0 16,-2 6 0-16,7 5 0 15,10 2 0-15,3 3 0 16,12-2 0-16,9 0 0 16,7-8 0-16,16-5 0 15,3-7 0-15,12-8 0 0,8-7 0 16,6-11 0-16,4-6 0 15,4-6 0-15,-4-12 0 16,4-4 0-16,-5-9 0 0,-5-6 0 16,-6-3 0-16,-9-6 0 15,-8-8 0-15,-9-2 0 16,-11-6 0-16,-7-5 0 16,-12-4 0-16,-13 4 0 15,-5 5 0-15,-13 9 0 0,-6 13 0 16,-6 10 0-16,-4 14 0 15,1 13 0-15,-1 18 0 16,-1 12 0-16,13 9 0 0,2 6 0 16,23 11 0-16,14 2-90 15,8 1-3-15</inkml:trace>
  <inkml:trace contextRef="#ctx0" brushRef="#br4" timeOffset="22837.59">20045 14449 433 0,'0'0'6'0,"0"0"1"0,0-12 3 0,0 12 1 0,0-7 2 16,0 7 0-16,0 0 0 15,-12-8-8-15,2 8-5 16,0 12 0-16,-2 6 0 16,-3 7 0-16,0 2 0 15,2 5 0-15,1 3 0 0,2-1 0 16,5 1 0-16,2-5 0 16,3-5 0-16,11-5 0 15,1-6 0-15,6-4 0 16,1-8 0-16,4-2 0 0,-1-2 0 15,2-8 0-15,-6 0 0 16,0 0 0-16,-4-4 0 16,-4-1 0-16,-8-3 0 15,-2 3 0-15,-7 1 0 0,-7 3 0 16,-3 4 0-16,-7 3 0 16,3 1 0-16,-7 3 0 15,6 7 0-15,-1 3 0 16,4-2 0-16,1 2 0 0,8 2 0 15,0-5 0-15,10-7-42 16,3 10-47-16,-3-10-2 16</inkml:trace>
  <inkml:trace contextRef="#ctx0" brushRef="#br4" timeOffset="23336.92">20033 14246 427 0,'0'0'5'0,"0"0"3"16,-6-10 1-16,6 10 2 0,-9-14 2 16,-1 4 0-16,-3 2 0 15,-1 1-1-15,-6 1-12 16,-5 6 0-16,1 6 0 0,-4 11 0 15,-7 5 0-15,3 15 0 16,2 4 0-16,-2 9 0 16,7 2 0-16,5 9 0 15,5-2 0-15,7 1 0 16,8-4 0-16,8-6 0 0,8-3 0 16,10-7 0-16,6-8 0 15,10-7 0-15,4-10 0 16,6-8 0-16,4-4 0 15,-3-6 0-15,2-7 0 0,-5-7 0 16,-3-3 0-16,-6-10 0 16,-8-2 0-16,-4-11 0 15,-8-1 0-15,-9-10 0 16,-9-8 0-16,-3 0 0 0,-18-5 0 16,-9 4 0-16,-10 2 0 15,-11 11 0-15,-6 16 0 16,-8 14 0-16,-6 12 0 15,1 19 0-15,-7 16 0 0,15 22 0 16,1 19-37-16,14-4-56 16</inkml:trace>
  <inkml:trace contextRef="#ctx0" brushRef="#br4" timeOffset="26620.22">22321 12053 386 0,'0'0'4'0,"0"0"4"0,0 0 3 16,0 0 0-16,0 0 1 0,0 0 1 15,-4 4 0-15,4-4 0 16,-5 17-3-16,1-10-4 16,4 6-3-16,0-1 0 15,0 0-1-15,9-4 1 16,3-3 0-16,3-5 0 0,4-5 1 16,4-13-1-16,4-6-3 15,1-7 0-15,2-6 0 16,-3-7 0-16,0-3 0 0,-7-7 0 15,-5-3 0-15,-5 0 0 16,-8-3 0-16,-4 6 0 16,-10 2 0-16,-6 7 0 15,-2 11 0-15,-4 11 0 0,1 13 0 16,-3 13 0-16,4 19 0 16,3 13 0-16,4 12 0 15,3 10 0-15,7 5 0 16,5 5 0-16,2 0 0 0,10-6 0 15,4-1 0-15,5-11 0 16,4-5 0-16,3-10 0 16,4-3 0-16,-7-18-13 15,7-1-74-15,3-8-2 16</inkml:trace>
  <inkml:trace contextRef="#ctx0" brushRef="#br4" timeOffset="26803.47">22751 11896 470 0,'0'0'2'0,"0"0"0"0,0 0 2 0,0 0 1 15,0 0 0-15,8 0 1 16,-8 0-1-16,17 0 1 0,-2 0-3 16,3-6-3-16,-2 5-8 15,5-7-17-15,-21 8-57 16,22-5-4-16</inkml:trace>
  <inkml:trace contextRef="#ctx0" brushRef="#br4" timeOffset="26936.81">22759 12057 451 0,'0'0'4'15,"-5"7"2"-15,5-7 0 16,-7 14 1-16,7-14 1 0,0 16 0 16,0-16 1-16,16 7 0 15,7-7-6-15,8-7-6 16,2-10-13-16,-5-1-66 15,18-2-2-15</inkml:trace>
  <inkml:trace contextRef="#ctx0" brushRef="#br4" timeOffset="27519.91">23191 11539 402 0,'0'0'7'0,"2"-11"3"0,-2 11 3 0,3-11 2 15,-3 11 1-15,4-13 0 16,-4 13 0-16,0 0 0 15,0 0-16-15,-2 17 0 16,-3 10 0-16,-4 11 0 16,-1 9 0-16,2 3 0 0,1 6 0 15,4-1 0-15,3-3 0 16,5-8 0-16,6-1 0 16,5-14 0-16,7-7 0 15,2-5 0-15,-3-9 0 0,5-5 0 16,-7-3 0-16,3-8 0 15,-9-2 0-15,-4-9 0 16,-7-1 0-16,-6-2 0 16,-9-3 0-16,-8 3 0 0,1 4 0 15,-11 6 0-15,0 9 0 16,-2 3 0-16,-1 13 0 16,8 7-87-16,3 9-2 0</inkml:trace>
  <inkml:trace contextRef="#ctx0" brushRef="#br2" timeOffset="31120.01">14336 15314 454 0,'0'0'5'0,"0"0"2"0,0 0 0 16,0 0 2-16,0 0 0 15,0 0 0-15,0 0 2 16,5 8-11-16,-1 2 0 15,1 4 0-15,0 3 0 0,2 3 0 16,2 3 0-16,0-3 0 16,1 2 0-16,-4-5 0 15,6-2-77-15,-5-5-11 16</inkml:trace>
  <inkml:trace contextRef="#ctx0" brushRef="#br2" timeOffset="31853.13">13486 13491 418 0,'0'0'5'0,"0"0"1"0,0 0 1 0,0 0 2 16,0 0-1-16,0 0 2 16,0-10 1-16,0 10 0 0,12-10-5 15,-12 10-1-15,18-13-1 16,-9 8-1-16,7 4-1 15,-4 1-1-15,5 0 0 16,-2 1-1-16,-2 10 0 16,-1 3 1-16,-5 6 0 0,1 3 1 15,-8 3-2-15,0-1 0 16,-10 5 0-16,0-3 0 16,0-4 0-16,2-3 0 15,-1-3 0-15,6-7 0 0,3-10 0 16,5 10 0-16,10-10 0 15,5-6 0-15,7 0 0 16,8-9 0-16,10 2-16 16,12-4-68-16,-3-2-3 0</inkml:trace>
  <inkml:trace contextRef="#ctx0" brushRef="#br2" timeOffset="32569.85">15849 14051 477 0,'0'0'4'0,"0"0"0"0,0 0 2 0,0-8-1 0,0 8 2 16,0-12-1-16,0 12-4 15,10-17-2-15,-3 6 0 0,6 4 0 16,4 2 0-16,0 0 0 15,0 3 0-15,3 2 0 16,-2 0 0-16,2 7 0 16,-5 4 0-16,-5 1 0 0,-1 2 0 15,-6 1 0-15,-3 3 0 16,0 1 0-16,-3-2 0 16,-2 1 0-16,-2-3 0 15,2-4 0-15,1 3 0 0,4-3 0 16,0-11 0-16,0 13 0 15,0-13 0-15,16 8 0 16,0-6 0-16,1-2 0 16,0 2 0-16,0-2 0 15,1 0 0-15,-3 3 0 0,-2 0 0 16,-13-3 0-16,9 10 0 16,-9-3 0-16,-7 6 0 15,-3-1 0-15,-7 5 0 0,-4 0-8 16,-3-1-14-16,-11 1-62 15,13 3-2-15</inkml:trace>
  <inkml:trace contextRef="#ctx0" brushRef="#br2" timeOffset="33221.23">17272 15611 439 0,'0'0'4'0,"0"0"2"0,3-9 3 0,-3 9 1 0,0 0 2 16,0 0-1-16,5-11 2 0,-5 11-6 16,0 0-7-16,0 8 0 15,-5 4 0-15,-5 4 0 16,2-2 0-16,-2 6 0 15,1 0 0-15,-4 3 0 16,0-6 0-16,7-3 0 0,-5 1 0 16,4-3 0-16,2-4 0 15,5-8 0-15,-5 10 0 16,5-10 0-16,0 0 0 0,5 0 0 16,4-3 0-16,7 0 0 15,-2-3 0-15,4-4 0 16,-1 2 0-16,1-2 0 15,1 3 0-15,-4-3-4 16,3-1-51-16,-3 7-32 0,-15 4 0 16</inkml:trace>
  <inkml:trace contextRef="#ctx0" brushRef="#br2" timeOffset="33387.15">17275 15668 453 0,'0'0'2'15,"0"0"2"-15,0 0 1 16,0 18 0-16,2-8 1 16,3 2 0-16,0 3 0 0,2 5 0 15,-1-1-4-15,3 4-6 16,-1-6-20-16,-13 3-57 16,10 0-3-16</inkml:trace>
  <inkml:trace contextRef="#ctx0" brushRef="#br2" timeOffset="34003.37">16865 14053 407 0,'0'0'5'0,"0"0"0"0,0 0 1 0,0 0 1 16,-5 0 1-16,5 0-1 0,-15 0 1 15,8 2-1-15,-6 7-3 16,3-2-2-16,3 5-1 16,0 5-1-16,1-2 0 0,1 3 0 15,5-2 0-15,8 0 1 16,2-2 0-16,2 1 0 16,8-2 1-16,0-4 1 15,2 2 0-15,-2-4-1 16,3 0 0-16,-6 1 0 0,-4-4-1 15,-1 2 1-15,-4-1 0 16,-8-5 0-16,7 9-1 16,-7-9-1-16,-7 10-4 15,-1-2-5-15,-10-6-24 0,1 3-48 16,-3-2-3-16</inkml:trace>
  <inkml:trace contextRef="#ctx0" brushRef="#br2" timeOffset="34169.79">16816 14048 439 0,'0'0'4'16,"0"0"2"-16,17-9 1 0,-5 1 0 16,3-2 0-16,9-3-1 15,6-4-5-15,13-17-58 16,4 14-23-16</inkml:trace>
  <inkml:trace contextRef="#ctx0" brushRef="#br2" timeOffset="34837.42">20728 12439 421 0,'0'0'6'0,"0"0"2"0,0 0 3 0,0 0 0 0,0 0-1 16,0 0 1-16,0 0 0 0,-2 7 0 16,-8 12-6-16,-3 6-3 15,1 5-2-15,0 9 0 16,-3 4-1-16,8-1 1 15,4 0-1-15,3-6 0 16,5 0 1-16,7-10 0 0,8-5 0 16,3-10 1-16,-1-2-1 15,5-7 2-15,-4-2 0 16,2-8 0-16,-8-3-2 0,-2-2 0 16,-5-2 0-16,-6-3 0 15,-4 1 0-15,-12 3 0 16,-3 4 0-16,-4 4 0 15,-6 5 0-15,0 5 0 0,-3 3-7 16,4 13-79-16,6 7-1 16</inkml:trace>
  <inkml:trace contextRef="#ctx0" brushRef="#br2" timeOffset="35504.34">20185 15379 432 0,'0'0'4'0,"0"0"1"0,0 0 1 0,0 0 2 0,7 2 1 16,-7-2 1-16,12 0 0 15,1-2 1-15,-3-4-3 16,3 1 0-16,6 0-8 16,-1-2 0-16,-1 0 0 15,3 1 0-15,-3 2 0 16,-2 1 0-16,-3 3 0 0,-2 3 0 15,-2 4 0-15,-6 8 0 16,-2 3 0-16,-4 4 0 0,-5 3 0 16,0 3 0-16,-3-5-3 15,4 5-29-15,8-9-52 16,-3-6-4-16</inkml:trace>
  <inkml:trace contextRef="#ctx0" brushRef="#br2" timeOffset="36203.96">22498 12728 474 0,'0'0'3'0,"0"0"2"0,0 0 0 0,0 0 1 0,0 0-1 16,0 0 1-16,0 7 1 0,0 3-7 15,0 7 0-15,3 5 0 16,-3 3 0-16,2 5 0 16,3 3 0-16,0 1 0 0,2-1 0 15,-2-1 0-15,-2-6 0 16,-1 2 0-16,-2-6 0 16,-5 0 0-16,-5-4 0 15,-4-3 0-15,-7-3 0 0,-1 1-8 16,-6-8-8-16,7-3-26 15,-7-2-45-15,1-10 0 16</inkml:trace>
  <inkml:trace contextRef="#ctx0" brushRef="#br2" timeOffset="36370.48">22365 12456 456 0,'0'0'4'0,"0"0"0"0,14-9 1 16,-5 8-1-16,1-2 1 16,5 0-3-16,6 3-6 15,-5 0-24-15,9 6-54 16,-2 4 0-16</inkml:trace>
  <inkml:trace contextRef="#ctx0" brushRef="#br2" timeOffset="36553.92">22821 12854 461 0,'0'0'4'15,"0"0"1"-15,0 0 0 16,0 0 1-16,0 0 1 0,9-10-1 16,2 5-1-16,-2-2-3 15,9 0-8-15,-6-6-11 16,6 1-66-16,-1 3-3 15</inkml:trace>
  <inkml:trace contextRef="#ctx0" brushRef="#br2" timeOffset="36702.89">22841 12886 466 0,'0'0'4'0,"0"0"0"16,0 0 0-16,-3 8 1 0,3-8 1 15,0 0-1-15,10 0-1 16,6 0-3-16,-2-8-8 15,13-1-20-15,15-2-55 16,-10-3-3-16</inkml:trace>
  <inkml:trace contextRef="#ctx0" brushRef="#br2" timeOffset="37003.23">23239 12594 471 0,'0'0'3'0,"0"0"0"16,0 0 0-16,0 0 0 15,-5 8 2-15,5-8 0 16,0 12 0-16,0-12 2 16,17 14-3-16,-8-6-2 0,7-3-2 15,0-2 0-15,7-3 0 16,0 0 0-16,2-3 0 16,-8-4 0-16,3 0 0 15,0-1 0-15,-6 0 0 0,-6 4 0 16,-8 4 0-16,13-4 0 15,-13 4 0-15,0 18 0 16,-5 2 0-16,-3 12 0 16,-2 3 0-16,0 10 0 0,0 4 0 15,-2 3 0-15,9 3-41 16,-1 0-46-16,-5-7-3 16</inkml:trace>
  <inkml:trace contextRef="#ctx0" brushRef="#br2" timeOffset="37903.63">22411 13489 454 0,'0'0'4'0,"0"0"1"0,0 0 1 0,0 0 0 0,0 0-1 16,0 0 2-16,0 9 0 16,0 8 0-16,0 11-3 15,0 4-1-15,0 8-2 16,2 2 1-16,-2 0-2 0,8 0 0 15,-6-3 0-15,3-5 0 16,1-5 0-16,-2-10 0 16,1-1 0-16,-2-7 0 15,-3-11 0-15,0 0 0 0,0 0 0 16,9-1 0-16,-6-15 0 16,1-3 0-16,5-6 0 15,3 0 0-15,-5 0 0 16,6 3 0-16,-1 5 0 15,1-1 0-15,-1 9 0 0,2 6 0 16,2 6 0-16,-2 4 0 16,4 8 0-16,-2 0 0 15,0 2 0-15,2 1 0 16,-3-1 0-16,2-2 0 0,3 2-21 16,5-7-63-16,-7-5-3 15</inkml:trace>
  <inkml:trace contextRef="#ctx0" brushRef="#br2" timeOffset="38089.27">22965 13647 471 0,'0'0'4'0,"0"0"1"16,0 0 1-16,0 0 1 0,0 0 1 16,0 0-1-16,0 0-4 15,0 0-3-15,0 0 0 16,14-10 0-16,2 10 0 15,-4-3-45-15,6 2-42 0,1-5-2 16</inkml:trace>
  <inkml:trace contextRef="#ctx0" brushRef="#br2" timeOffset="38220.1">22967 13790 441 0,'0'0'5'0,"0"0"0"15,0 0 0-15,0 0 1 16,3 10 0-16,-3-10 1 15,20 0-3-15,-1-3-6 16,2-5-17-16,-1-5-62 16,14-2-1-16</inkml:trace>
  <inkml:trace contextRef="#ctx0" brushRef="#br2" timeOffset="38502.89">23442 13525 484 0,'0'0'2'0,"0"0"2"0,-10 14-1 15,3-1 1-15,-4 5 1 16,-1 5-1-16,3 3 1 16,-2 5-5-16,4 3 0 0,4-2 0 15,3 0 0-15,10-2 0 16,8-8 0-16,9-4 0 16,1-6 0-16,6-7 0 15,3-5 0-15,3-2 0 0,-2-10 0 16,-1-6 0-16,-7-2 0 15,-13-5 0-15,-4-2 0 16,-11-2 0-16,-11 1 0 0,-9 1 0 16,-12 5 0-16,-10 5 0 15,-3 11 0-15,-1 6-75 16,1 0-16-16</inkml:trace>
  <inkml:trace contextRef="#ctx0" brushRef="#br2" timeOffset="40420.26">1735 10764 325 0,'0'0'5'0,"-5"-11"2"0,-12-14 11 15,2 10-7-15,-2-4 1 16,-6-3 1-16,-4-1 0 16,2 3-4-16,-5 3-3 0,-5 5-2 15,-2 9-1 1,-7 6-1-16,-1 9-1 0,-10 10-1 15,1 11 0-15,-3 3-1 16,-3 7 0-16,5 1 1 0,5-3 0 16,6-2 0-16,4-5 0 15,8-1 0-15,12-1 0 16,4-2 1-16,14 4 0 16,2 4 0-16,11 9 0 15,3 10 0-15,9 10 1 0,4 9 2 16,1 14-4-16,1 11 1 15,-1 5 1-15,-3 8-1 16,-1 3 0-16,1-1 0 16,-8 3 0-16,-2-3 0 0,-3-1 0 15,1-6-1-15,-5-5 1 16,1-2 0-16,-3-7-1 16,1-1 1-16,-2-7-1 0,2-4 0 15,0-10 0-15,-2 0 1 16,1-7-1-16,-1-9 0 15,0-2-1-15,-3-7 1 16,0-9 0-16,1-2-1 0,-3-7 0 16,0-5-1-16,2-3-1 15,-2-8 0-15,0 1 1 16,3-3-3-16,0-4 2 16,-3-8 0-16,10 10 1 15,-10-10-1-15,14 0 1 0,-1 0 0 16,-3 0 2-16,5-2-1 15,2-1 0-15,3-2 0 16,5-3 1-16,5-1 0 0,2-1 0 16,8-1 1-16,4 3 0 15,6-5 0-15,10 5 0 16,0-4 0-16,9-1 0 16,5 3 0-16,4-4 0 15,-2-2 0-15,9-3 0 16,0 1 0-16,-1-7 0 0,3 6 0 15,-5-6 0-15,0 5-1 16,-5 3 1-16,-2 3 0 0,-6 4-1 16,-4 0 1-16,-3 2-1 15,-7 5 1-15,-9-1-1 16,0 1 1-16,-14 0 0 16,-2 1 0-16,-8 0 1 0,-5-3-2 15,-4 0 2-15,-13 5 0 16,6-18-1-16,-6 3 1 15,0-7-1-15,0 0 0 16,-3-13 0-16,-2 0 0 16,-1-9-1-16,1-10 1 0,0-8 0 15,3-8 0-15,-3-9 0 16,0-8 2-16,-1-12-1 16,2-7 0-16,1-10 2 0,-2-11-1 15,1-11 0 1,1-4 0-16,-2-7-2 0,1 6 1 15,-2 2-1-15,0 7 1 16,0 9-1-16,-4 12 0 0,0 14 0 16,2 12 0-16,-6 13 0 15,-2 8 0-15,3 3 0 16,1 8-1-16,3 6 1 16,-1 5 0-16,2 6 0 0,-2 4 0 15,3 6-1-15,2 6 1 16,1 4 0-16,-2 4-1 15,3 7 1-15,3 7-1 16,0 0 0-16,-8-10-1 16,8 10 1-16,0 0-1 0,0 0 0 15,-8 5 1-15,-3-4 0 16,-1 7 0-16,-6-3 0 16,-1 2 0-16,-9 1 0 0,-6 2 0 15,-7-3 1 1,-5 1-2-16,-9-3 1 0,-10 2 0 15,-4 1 0-15,-11-1 0 16,-5 3-1-16,-12 2 1 0,-2-2 0 16,-5 5 0-16,-3 0 1 15,3 0-1-15,-3-1 1 16,10 3 0-16,0 0 0 16,15-3-1-16,12-2-5 0,11-5-7 15,17-9-60-15,17 2-13 16</inkml:trace>
  <inkml:trace contextRef="#ctx0" brushRef="#br2" timeOffset="43186.54">22324 14629 425 0,'0'0'6'0,"0"0"3"0,0 0 3 0,0 0 1 15,5-8 1-15,-5 8 0 16,0 0 0-16,0 0-10 16,0 0-4-16,0 8 0 0,-5-2 0 15,2 6 0-15,-1 3 0 16,-1 3 0-16,-1-3 0 15,4 5 0-15,-1-1 0 0,3 1 0 16,-2-2 0-16,2 1 0 16,-3-1 0-16,1-4 0 15,2-1 0-15,-2-3 0 16,2-10 0-16,-4 15 0 0,4-15 0 16,0 0 0-16,0 0 0 15,-1-5 0-15,1-10 0 16,0 1 0-16,5-7 0 15,-1-8 0-15,6-4 0 16,1-2 0-16,1 3 0 0,3 0 0 16,-1 2 0-16,0 4 0 15,0 5 0-15,-2 6 0 16,3 8 0-16,0 7 0 0,0 6 0 16,-3 8 0-16,4 6 0 15,-4 8 0-15,1-3 0 16,-4 4 0-16,-1 0 0 15,-4-2 0-15,-1-2 0 0,-3-5 0 16,0-5 0-16,0-3 0 16,0-12 0-16,-3 10 0 15,3-10 0-15,0 0 0 16,-7-13 0-16,7-3 0 0,0-2 0 16,0-7 0-16,7-4 0 15,4-4 0-15,1 0 0 16,2-2 0-16,7 2 0 15,-4 5 0-15,3 6 0 16,-2 8 0-16,2 9 0 0,-3 5 0 16,0 7 0-16,-2 11 0 15,0 7 0-15,0 2 0 16,-6 8 0-16,2-2 0 0,-4 5 0 16,0-4 0-16,-5 1 0 15,5-5 0-15,-7-5 0 16,4-3-34-16,-1-5-54 15,-3-2-3-15</inkml:trace>
  <inkml:trace contextRef="#ctx0" brushRef="#br2" timeOffset="43387.29">22950 14652 489 0,'0'0'4'0,"0"0"1"0,0 0 1 15,0 0 1-15,0 0-7 16,0 0 0-16,10 6 0 16,-10-6 0-16,16 0 0 0,-2 0 0 15,5-3 0-15,4 3 0 16,-5-3-40-16,8 1-47 16,-1-1-5-16</inkml:trace>
  <inkml:trace contextRef="#ctx0" brushRef="#br2" timeOffset="43553.47">22924 14802 458 0,'0'0'4'16,"0"0"0"-16,0 0 2 0,-4 7 1 15,4-7 1-15,0 0 1 16,4 7 0-16,10-5-3 16,2-2-6-16,9-2 0 15,5-3 0-15,7 3-7 16,9-8-77-16,-3 0-3 0</inkml:trace>
  <inkml:trace contextRef="#ctx0" brushRef="#br2" timeOffset="43836.81">23651 14459 511 0,'0'0'0'0,"0"0"0"16,0-10 0-16,0 10 0 15,0 0 0-15,0 0 0 16,0 0 0-16,0 9 0 0,2 12 0 16,-2 2 0-16,0 6 0 15,-2 8 0-15,2 3 0 16,-5 2 0-16,5-1 0 15,-7 1 0-15,7 2 0 16,0-7-89-16,-5-5-5 0</inkml:trace>
  <inkml:trace contextRef="#ctx0" brushRef="#br2" timeOffset="44372.35">22098 15259 484 0,'0'0'2'0,"-13"0"2"15,3 0 1-15,10 0 1 16,-9 0 0-16,9 0-2 16,9 0-4-16,12-1 0 15,21-5 0-15,24-1 0 0,24-3 0 16,22 0 0-16,22 0 0 15,22 0 0-15,16 0 0 16,6 0 0-16,4 5 0 16,-5 4 0-16,-10-3 0 0,-22 4 0 15,-20 0 0-15,-23 5 0 16,-25 0 0-16,-22 0 0 16,-21 0 0-16,-34-5 0 0,0 13 0 15,-34-9 0-15,-19 7 0 16,-26-1 0-16,-26 2 0 15,-24 2 0-15,-22 4 0 16,-20 4 0-16,-19 3 0 16,-1 3 0-16,-3-1 0 0,15 0 0 15,18-3 0-15,26 0 0 16,31-8 0-16,28-3 0 16,33-3 0-16,28-3 0 0,32-5 0 15,38-2 0 1,28-4 0-16,36-9 0 0,27-4 0 15,38-1 0-15,20-3 0 16,23-2 0-16,10 0 0 0,-3 3 0 16,-10 9 0-16,-18 0 0 15,-19 9 0-15,-21-1-81 16,-47-1-15-16</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4:01:54.056"/>
    </inkml:context>
    <inkml:brush xml:id="br0">
      <inkml:brushProperty name="width" value="0.05292" units="cm"/>
      <inkml:brushProperty name="height" value="0.05292" units="cm"/>
      <inkml:brushProperty name="color" value="#FF0000"/>
    </inkml:brush>
  </inkml:definitions>
  <inkml:trace contextRef="#ctx0" brushRef="#br0">2518 10072 405 0,'0'0'1'0,"0"0"-1"0,0 0 2 15,0 0 2-15,0 0 3 16,0 0 2-16,12 3 2 16,-1-2 2-16,8-1 1 0,24-19 2 15,26-20-2-15,46-36-2 16,63-39-9-16,58-54-39 15,125-53-45-15,41-41-5 16</inkml:trace>
  <inkml:trace contextRef="#ctx0" brushRef="#br0" timeOffset="568.22">13839 10183 511 0,'22'-14'0'0,"28"-18"0"0,51-23 0 0,61-24 0 16,63-25 0-16,92-20-55 0,62-22-33 15</inkml:trace>
  <inkml:trace contextRef="#ctx0" brushRef="#br0" timeOffset="1100.45">891 16369 511 0,'22'-13'0'0,"55"-20"0"0,47-36 0 0,92-31 0 16,62-49-82-16,78-44-7 0</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4:02:19.156"/>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F0"/>
    </inkml:brush>
  </inkml:definitions>
  <inkml:trace contextRef="#ctx0" brushRef="#br0">5592 12139 146 0,'0'0'5'0,"0"0"2"0,0 0 1 16,0 0 0-16,10 7 4 16,-10-7 4-16,4 5 1 15,-4-5-2-15,16 5-2 16,-6-3 0-16,4 1 0 0,9 0 0 15,2-3-2-15,7 1-3 16,-2 2-2-16,7-3 0 16,0 3 0-16,8-3-2 0,-8 0-1 15,3 1 1-15,5 2-1 16,-3 0 0-16,3-3 0 16,-1 5 0-16,4-3 0 15,-4 3 0-15,9-2 0 16,-4-1-2-16,5 0 0 0,4 4 0 15,-3-4 0-15,2 1 0 16,-3-1 0-16,3 0 0 16,-4 6-1-16,-3 0 0 15,4-1 0-15,-4 3 1 0,2-3-2 16,0 6 1-16,0-6 0 16,3 5 0-16,-6-5 1 15,9 1-1-15,-6 0 0 16,3-3 0-16,2-1 2 0,-3 2-2 15,6-1 0-15,2 0 0 16,-2-3 1-16,4 1-1 16,-2 1 2-16,0-4-2 0,0 3 1 15,4-1-1-15,-6 1 1 16,2 0-1-16,2-3 0 16,-2 1 0-16,3-1 1 15,-1 3-1-15,1 0 0 0,-1 0 0 16,1 1 0-16,-1-1 0 15,1-1 1-15,-3-2-1 16,3 2 0-16,0 1 0 16,2-1 0-16,0 1 0 15,2-1 0-15,-2 1 0 0,0 0 0 16,3 1 0-16,-3 1 0 16,5-2 0-16,-5 2 1 15,3-3-1-15,2 4 0 16,0-4 0-16,-2 0 0 0,-1 1 0 15,-2-2 1-15,-2 3-1 16,4-2 0-16,-1-2 0 16,-6 3-1-16,5-3 1 0,-5 2 0 15,0-2 0-15,0 3 0 16,-2-3 0-16,-3 3 1 16,-3-3-1-16,3 0 0 15,-2 0 0-15,0 0 0 0,1 0 0 16,3 0 0-16,-5 0 1 15,3 0-1-15,0-3 0 16,-2 3 0-16,-2 0 1 16,0-3-1-16,0 3 0 15,4 0 0-15,-2 0 0 0,1-2 1 16,2 2-1-16,-1-3 0 16,0 3 0-16,-2-2 0 15,2-2 0-15,-5 3 1 16,0-2-1-16,1-1 0 0,-4 1 0 15,1 0 1-15,0-2-1 16,-2 3 0-16,3-3 0 16,-6 0 0-16,-3 3 0 0,0-6 1 15,-2 3-1-15,-6 0 0 16,2-2 0-16,-4 2 0 16,1-2 1-16,-1-1-1 15,-5-2 0-15,6 0 2 0,-4 0-2 16,6-2 1-16,-7-1 0 15,1-1 0-15,4-2 0 16,-4 2 0-16,-1-1 1 16,-2 3 1-16,-1-3 0 15,0 1 0-15,-2 0 1 0,-4 3-1 16,6-2 0-16,-4 1 1 16,1-4-2-16,0 4-1 15,0-3 1-15,-1 6-1 16,-1-4 1-16,6-2-1 0,-5 3 1 15,4-1 0-15,-4 3 0 16,4 0 0-16,-2 0 0 16,2 3 0-16,0 0 0 0,-3 0 0 15,0-4-1-15,6 5 1 16,-1 0-1-16,5-1 0 16,-4-1 0-16,4 0-1 15,-2 4 1-15,2-4-1 0,1 1 0 16,-4-3 1-16,4 2-1 15,-4 4 1-15,1-3-1 16,0-1 0-16,0 3 1 16,0-3-1-16,0 4 0 15,0-2 0-15,-4 1 1 0,1 0-1 16,3 0 0-16,0 1 0 16,2-4 0-16,-2 5 1 15,2-2-1-15,-2 3 0 16,3-3 0-16,-4 3 0 0,1 0 0 15,-2-1 0-15,4 3 0 16,-2-3 0-16,-1 0 0 16,2 3 0-16,-2 0 0 0,1 0 0 15,-2 0 0-15,2 0 0 16,-3 0 0-16,0 0 0 16,-2 0 1-16,2 0-1 15,-2 0 0-15,0 0 0 0,0 0 0 16,2 0 1-16,-1-2-1 15,-5 2 0-15,2 0 0 16,-1 0 0-16,2-2 1 16,-3 2-1-16,-3 0 0 0,0 0 0 15,1-3 0-15,6 3 0 16,-6 0 1-16,3 0-1 16,1 0 0-16,0 0 0 15,-4 0 0-15,4 0 1 16,-1 0 0-16,-3-2 0 0,-1 2 1 15,-3-2 0-15,0 2 0 16,-3 0 1-16,-1-3 0 16,-3 3 1-16,-8 0-2 0,13 0 1 15,-13 0-1-15,0 0 0 16,11 0-1-16,-11 0 0 16,0 0 0-16,0 0 0 15,0 0-1-15,0 0-1 0,0 0-7 16,0 0-31-16,0 0-42 15,0 0-2-15</inkml:trace>
  <inkml:trace contextRef="#ctx0" brushRef="#br0" timeOffset="1116.03">6407 12153 271 0,'0'0'8'0,"0"0"5"0,0 0 4 16,0 0 5-16,0 0 2 15,7-10 2-15,-7 10 0 16,0 0-1-16,0 0-6 16,-5 15-5-16,-7 5-6 0,-6 12-4 15,-1 3-2-15,-4 7-2 16,-4 5-2-16,-5 5-2 16,2-5-5-16,2-2-5 15,1-7-10-15,2 5-34 16,3-13-24-16,2-5-4 15</inkml:trace>
  <inkml:trace contextRef="#ctx0" brushRef="#br0" timeOffset="1349.63">6953 12297 429 0,'0'0'2'0,"0"0"0"15,0 0 3-15,0 0-1 16,5 12 1-16,-5-5 1 16,0 9-1-16,0 1 1 15,-5 5-2-15,-8 5-2 0,-3 3-2 16,-7 7-6-16,-4-2-5 16,-3 5-8-16,-3-8-17 15,1-2-37-15,5 2-10 16</inkml:trace>
  <inkml:trace contextRef="#ctx0" brushRef="#br0" timeOffset="1549.85">7577 12447 365 0,'0'0'6'15,"0"0"2"-15,5 13 1 16,-1 2-1-16,0 5 1 15,-2 5 0-15,-2 7 1 0,0 5-3 16,0 1-12-16,-2 3-18 16,7 2-52-16,-5-7-2 15</inkml:trace>
  <inkml:trace contextRef="#ctx0" brushRef="#br0" timeOffset="1750.12">8708 12550 446 0,'0'0'2'0,"0"0"1"0,9 12 0 16,-4-5 0-16,1 8 1 16,1 3 0-16,0 3-1 0,-2 2-1 15,0 4-8-15,-3-3-9 16,1 0-36-16,-3 0-30 15,3-4-3-15</inkml:trace>
  <inkml:trace contextRef="#ctx0" brushRef="#br0" timeOffset="1949.76">9501 12508 403 0,'0'0'3'0,"0"0"1"15,-3 8 1-15,-3 9 0 16,-1 0 0-16,-2 5 1 16,-4 8-1-16,-2 2-3 0,3 5-7 15,-8-7-12-15,7-6-37 16,6 9-23-16,-1-8-4 16</inkml:trace>
  <inkml:trace contextRef="#ctx0" brushRef="#br0" timeOffset="2132.9">10214 12453 424 0,'0'0'1'0,"0"7"1"0,-3 11-1 16,-5 4 1-16,3 5 0 15,-7 8-3-15,3 6-5 16,-9 2-12-16,2 0-39 0,4 3-19 15</inkml:trace>
  <inkml:trace contextRef="#ctx0" brushRef="#br0" timeOffset="2333.1">11023 12458 403 0,'0'0'3'0,"0"12"1"0,-5 3 0 16,-4 9 0-16,-4 7 1 16,-2 8 0-16,-7 3-2 15,2 5-2-15,-6 0-10 0,6 3-16 16,3 1-50-16,3-10-3 16</inkml:trace>
  <inkml:trace contextRef="#ctx0" brushRef="#br0" timeOffset="2532.88">11724 12505 448 0,'0'0'1'16,"-7"20"0"-16,-8-1 0 15,-2 9 0-15,-6 7 0 16,0 4-2-16,-6 8-2 15,-1-1-5-15,2 5-13 0,3-7-31 16,8-6-27-16,4-8-3 16</inkml:trace>
  <inkml:trace contextRef="#ctx0" brushRef="#br0" timeOffset="2733.09">12457 12327 455 0,'0'0'1'0,"-5"5"0"0,-7 7-1 16,0 6 1-16,-6 6 0 15,-5 8-1-15,1 0-2 16,-5 11-3-16,0-2-6 16,6 4-14-16,2-5-29 0,-1-6-24 15,13-6-5-15</inkml:trace>
  <inkml:trace contextRef="#ctx0" brushRef="#br0" timeOffset="2933.22">13173 12069 447 0,'0'0'3'0,"0"0"-1"0,0 0 0 15,-7 12 0-15,-6 8 0 16,-4 7 0-16,-8 10 0 15,-5 3-2-15,-2 10-5 16,-5 2-2-16,-2 0-5 16,7-3-10-16,5-7-20 0,17-7-36 15,5-11-5-15</inkml:trace>
  <inkml:trace contextRef="#ctx0" brushRef="#br0" timeOffset="3117.11">13788 12012 416 0,'0'0'1'15,"-6"14"0"-15,-7 7 1 0,-6 3-3 16,-2 6-4-16,-6 2-4 16,4 7-10-16,-7 1-13 15,6-5-20-15,9 0-19 16,5-15-10-16</inkml:trace>
  <inkml:trace contextRef="#ctx0" brushRef="#br0" timeOffset="3282.9">14323 11803 342 0,'0'0'6'16,"0"0"0"-16,0 0-1 15,0 0 1-15,0 16 0 16,-3 4 1-16,-9 2 1 0,-3 10-1 15,-4 3-8-15,-1 7-11 16,-6 7-33-16,1-2-24 16,6-5-5-16</inkml:trace>
  <inkml:trace contextRef="#ctx0" brushRef="#br0" timeOffset="3417.73">14596 11983 388 0,'0'0'-3'0,"-12"17"-33"0,-3 2-33 16,-4 11-5-16</inkml:trace>
  <inkml:trace contextRef="#ctx0" brushRef="#br0" timeOffset="4382.68">6951 13290 462 0,'0'0'5'0,"0"0"2"0,2-12 2 16,-2 12 2-16,5-7 0 15,-5 7-5-15,0 0-6 16,0 0 0-16,10-3 0 0,-10 13 0 16,0 7 0-16,2 6 0 15,-2 0 0-15,6 11 0 16,1 0 0-16,-3-2 0 16,4 3 0-16,-3-3 0 15,3 0 0-15,-3-4 0 0,5-1 0 16,-10-6-37-16,0-3-54 15,0 0-4-15</inkml:trace>
  <inkml:trace contextRef="#ctx0" brushRef="#br0" timeOffset="4916.52">6916 13087 430 0,'0'0'5'16,"-4"-12"1"-16,4 12 3 15,-9-16 1-15,2 7 1 0,-2 2 0 16,-4-3 1-16,-7 5 0 16,-2 5-7-16,-1 7-5 15,-4 11 0-15,-1 6 0 16,2 11 0-16,1 6 0 15,2 14 0-15,3 5 0 0,5 5 0 16,6 4 0-16,5 2 0 16,4 6 0-16,6-5 0 0,9-3 0 15,7-4 0-15,6-7 0 16,9-7 0-16,5-7 0 16,4-14 0-16,10-5 0 15,0-15 0-15,8-10 0 16,-6-8 0-16,2-14 0 0,0-8 0 15,-3-12 0-15,-7-3 0 16,-3-11 0-16,-4-8 0 16,-11-6 0-16,-7-7 0 15,-11-7 0-15,-11-3 0 0,-11-5 0 16,-14 9 0-16,-15-2 0 16,-9 14 0-16,-10 10 0 15,-6 15 0-15,-6 16 0 16,-1 15 0-16,2 15 0 0,2 8 0 15,6 17 0-15,1 7 0 16,12 3 0-16,8 12 0 16,10-3-80-16,16 0-13 15</inkml:trace>
  <inkml:trace contextRef="#ctx0" brushRef="#br0" timeOffset="6383.38">5236 10268 378 0,'0'0'9'0,"0"0"1"0,0 0 4 0,0 0 2 0,-7 10 2 16,7-10 0-16,0 0 2 15,-10 0 0-15,10 0-12 16,-8-4-8-16,8 4 0 15,0-18 0-15,3 2 0 0,5 2 0 16,1-1 0-16,1 5 0 16,6-3 0-16,-2 6 0 15,-1 5 0-15,-1 2 0 0,-2 14 0 16,-2 1 0-16,-3 8 0 16,-5 3 0-16,0 10 0 15,-3-4 0-15,-5 0 0 16,1 0 0-16,0-4 0 0,-1-1 0 15,4-8 0-15,1-4 0 16,3-15 0-16,3 13 0 16,-3-13 0-16,14 0 0 0,-2-10 0 15,3-8 0-15,0 1 0 16,0-5 0-16,0-5 0 16,-2-1 0-16,-1-1-6 15,-2-4-15-15,-5 0-11 16,-5-8-21-16,-2 4-5 0,-11 0 10 15,-6 2 17-15,-7-5 13 16,1 11 13-16,-4-4 11 16,-6 10 15-16,0-1 25 0,3 10 7 15,0 4-8-15,0 8-13 16,2 2-10-16,0 7-7 16,2 11-5-16,3 8-3 15,3 14-3-15,7 10-1 16,0 4-2-16,12 10 1 0,3 2-2 15,9-3 1-15,10-1 0 16,6-5 0-16,7-7-1 16,8-10 2-16,3-6-2 0,6-14 0 15,5-8 0-15,1-9 0 16,3-3 0-16,-2-15 0 16,-4-7 0-16,1-10 0 15,-6-8 0-15,-7-3 0 16,-13-8 0-16,-2-2 0 0,-12-6 0 15,-13-3 0-15,-5 0 0 16,-20 0 0-16,-8 3 0 16,-12-3 0-16,-6 10 0 15,-7 7 0-15,-1 11 0 0,-1 9 0 16,0 7 0-16,5 17 0 16,6 1 0-16,6 11 0 15,6 11 0-15,10 1 0 16,10 7 0-16,4-1-3 0,16 3-86 15,12-4-2-15</inkml:trace>
  <inkml:trace contextRef="#ctx0" brushRef="#br0" timeOffset="7166.71">6712 8194 424 0,'0'0'7'0,"-7"0"3"0,7 0 2 15,-13 0 1-15,13 0 2 0,-14-8 0 16,14 8 0-16,-16-7-15 16,16 7 0-16,-2-11 0 15,2 11 0-15,9-21 0 0,2 12 0 16,3-4 0-16,2 6 0 15,-2-4 0-15,4 7 0 16,-2 1 0-16,-2 3 0 16,-4 0 0-16,-10 0 0 0,15 13 0 15,-13-4 0-15,-2 4 0 16,0 2 0-16,-2 0 0 16,-3-1 0-16,-1 0 0 15,2-3 0-15,-1 2 0 16,5-6 0-16,0 3 0 15,0-10 0-15,2 13 0 0,-2-13 0 16,18 9 0-16,-8-6 0 16,5 1 0-16,-3 2 0 15,2-1 0-15,0 0 0 0,0-1 0 16,-6 4 0-16,2 0 0 16,-5 1 0-16,-5 1 0 15,0 3 0-15,0 2 0 16,-12-1 0-16,-4 1 0 15,-1 0 0-15,-9 0 0 0,2-2 0 16,-6-6-4-16,2-6-51 16,10-1-32-16,-7-1-3 0</inkml:trace>
  <inkml:trace contextRef="#ctx0" brushRef="#br0" timeOffset="7599.94">6655 7969 388 0,'0'0'7'0,"-2"-10"2"0,2 10 2 0,-15-10 2 0,5 5 0 15,-2 3 1-15,-4 2 0 16,-3 5 0-16,3 9-6 0,-5 13-2 16,1 9-2-16,-1 3-1 15,5 13-1-15,-2 5 1 16,6 3-1-16,1 5-2 15,9-5 0-15,2-2 0 0,15-5 0 16,4-4 0-16,9-15 0 16,6-4 0-16,7-10 0 15,6-10 0-15,7-10 0 16,4-8 0-16,1-9 0 0,-1-11 0 16,-1-6 0-16,-8-6 0 15,-1-7 0-15,-11-5 0 16,-7-2 0-16,-16-3 0 0,-12-6 0 15,-6 2 0-15,-18 2 0 16,-14 1 0-16,-10 9 0 16,-12 7 0-16,-6 11 0 15,-5 14 0-15,-2 16 0 16,4 2 0-16,3 23 0 0,9 2 0 16,16 14-4-16,13 2-82 15,14 0-2-15</inkml:trace>
  <inkml:trace contextRef="#ctx0" brushRef="#br0" timeOffset="8350.06">10085 7159 479 0,'0'0'5'0,"0"0"0"0,0 0 0 0,0 0 1 0,-9 2-1 15,2 6 1-15,-2 4-6 16,-5 4 0-16,2 0 0 16,-5 7 0-16,2 1 0 15,-5-1 0-15,3-1 0 0,-3 1 0 16,6-1 0-16,-2-5 0 16,-1 1 0-16,7-6 0 15,0-2 0-15,10-10 0 16,-13 10 0-16,13-10 0 0,8 0 0 15,7-8 0-15,2-2 0 16,11-3 0-16,2-1 0 16,4-4 0-16,1 4 0 15,2-1 0-15,-2 0 0 16,-1 2 0-16,-4 1 0 16,-5 5 0-16,0 3-3 0,-13-3-52 15,-1 7-33-15,-11 0 2 16</inkml:trace>
  <inkml:trace contextRef="#ctx0" brushRef="#br0" timeOffset="8549.34">10064 7213 459 0,'0'0'5'16,"0"0"0"-16,0 0 2 16,0 0 0-16,0 0 1 0,-4 13 0 15,4-3 0-15,2 7-4 16,3 1-4-16,0 3 0 15,2 4 0-15,3-2 0 16,0 1 0-16,0-3 0 0,3 1-33 16,-4-5-51-16,3-5-5 15</inkml:trace>
  <inkml:trace contextRef="#ctx0" brushRef="#br0" timeOffset="8969.98">10044 6991 393 0,'0'0'7'16,"-10"-7"2"-16,1 1 1 0,-7 2 2 16,-4 1 0-16,-4 3 1 15,-8 3 1-15,0 11 0 16,-4 11-6-16,4 4-3 16,-1 15 0-16,8 9-1 0,4 7 1 15,3 4-5-15,5 1 0 16,9 1 0-16,4-2 0 15,3-1 0-15,9-9 0 16,8-1 0-16,7-12 0 16,8-6 0-16,7-8 0 0,3-11 0 15,9-12 0-15,-2-6 0 16,6-11 0-16,-3-12 0 16,0-9 0-16,-4-8 0 0,-6-5 0 15,-8-9 0-15,-7-8 0 16,-5 0 0-16,-18-5 0 15,-7-6 0-15,-9 1 0 16,-20-1 0-16,-2 9 0 0,-17 6 0 16,-9 11 0-16,-5 17 0 15,-7 14 0-15,-1 18 0 16,-2 20 0-16,2 27 0 16,6 16 0-16,14 13-39 15,6 23-50-15,16 10-4 0</inkml:trace>
  <inkml:trace contextRef="#ctx0" brushRef="#br0" timeOffset="10417.77">13267 6354 377 0,'0'0'9'0,"0"0"1"0,0 0 4 0,0 0 2 0,0 0 2 16,0 0 0-16,0 0 0 16,3-10 0-16,-3 10-7 0,0 0-9 15,0 0-2-15,-5 8 0 16,2 1 0-16,3 2 0 16,0 1 0-16,-2 2 0 15,2 4 0-15,2-3 0 16,3 0 0-16,2-1 0 0,3-4 0 15,5 0 0-15,0 0 0 16,3-5 0-16,2 0 0 16,-1-2 0-16,4 1 0 15,-5-1 0-15,1 0 0 0,-6-1 0 16,-4 0 0-16,-9-2 0 16,12 8 0-16,-12-8 0 15,-4 7 0-15,-6-3 0 0,-3 4 0 16,-1 1 0-16,-4-5 0 15,0 0 0-15,-4-4 0 16,8 6-8-16,-6-9-39 16,-2 0-39-16,11-4-2 0</inkml:trace>
  <inkml:trace contextRef="#ctx0" brushRef="#br0" timeOffset="10566.55">13292 6359 400 0,'0'0'7'0,"0"0"2"0,0 0 2 15,7-11 1-15,-7 11 0 16,8-12 0-16,-5 3 0 16,9 1 0-16,-2-4-9 15,2 4-12-15,1-5-27 0,-1 6-44 16,6 0-3-16</inkml:trace>
  <inkml:trace contextRef="#ctx0" brushRef="#br0" timeOffset="10999.66">13299 6134 347 0,'0'0'8'15,"-17"4"3"-15,0 6 3 16,-6 3 1-16,-4 7 1 16,-8 2 2-16,-2 10 0 0,-3 5 0 15,2 8-6-15,4 7-3 16,6 2-2-16,9 8-1 15,4 0-1-15,12-2-2 16,3 4 1-16,16-7-4 0,5-10 0 16,12-5 0-16,14-7 0 15,6-8 0-15,6-12 0 16,6-7 0-16,2-8 0 0,0-14 0 16,0-5 0-16,-5-8 0 15,-7-8 0-15,-5-7 0 16,-13-6 0-16,-10-3 0 15,-8-8 0-15,-8-8 0 0,-11-3 0 16,-13-2 0-16,-9 3 0 16,-16 5 0-16,-6 2 0 15,-8 10 0-15,-11 12 0 16,1 13 0-16,-7 15 0 16,2 12 0-16,0 7 0 0,5 18 0 15,10 12 0-15,15 13 0 16,31-1-83-16,3 3-6 15</inkml:trace>
  <inkml:trace contextRef="#ctx0" brushRef="#br0" timeOffset="12052.18">15601 5896 372 0,'0'0'9'0,"0"0"5"0,2-8 2 0,-2 8 2 16,2-12 1-16,-2 12 2 16,0-13-1-16,0 13 0 15,0 0-18-15,-11-2-2 16,2 9 0-16,-8 13 0 0,4 1 0 16,-1 8 0-16,-4 3 0 15,4 5 0-15,1 0 0 16,8-2 0-16,1-3 0 15,4-5 0-15,9-2 0 16,8-4 0-16,4-10 0 0,0-1 0 16,2-5 0-16,2-5 0 15,0 0 0-15,-3-7 0 16,-2-1 0-16,-6-6 0 16,-3-1 0-16,-6-3 0 0,-5 1 0 15,-3 0 0-15,-6 4 0 16,-9 1 0-16,-2 4 0 15,-8 6 0-15,0 2 0 0,0 2 0 16,0 6 0-16,3 1 0 16,5 4-8-16,3-6-24 15,-10 1-54-15,27-8-2 16</inkml:trace>
  <inkml:trace contextRef="#ctx0" brushRef="#br0" timeOffset="12499.77">15628 5667 427 0,'0'0'4'0,"-11"-8"1"0,2 4 1 0,-7 2 2 0,-5 2 1 16,-2 0 0-16,-7 10 2 15,-7 9-1-15,5 10-2 16,0 14-2-16,-1 7-1 15,3 7-2-15,10 2-3 16,2 6 0-16,14-3 0 0,1 0 0 16,6-4 0-16,12-8 0 15,4-2 0-15,6-9 0 16,8-7 0-16,7-7 0 16,0-7 0-16,6-11 0 0,-1-4 0 15,8-6 0-15,-4-10 0 16,1-8 0-16,-3-12 0 15,-4-7 0-15,-1-9 0 16,-10-6 0-16,-5-14 0 0,-12-3 0 16,-7-5 0-16,-8-2 0 15,-20 5 0-15,-8 5 0 16,-14 9 0-16,-8 13 0 16,-12 17 0-16,-7 16 0 0,0 16 0 15,-4 21 0-15,6 16 0 16,2 11 0-16,-3 19-78 15,28 10-11-15</inkml:trace>
  <inkml:trace contextRef="#ctx0" brushRef="#br0" timeOffset="14266.89">12964 8093 205 0,'0'0'8'0,"0"0"6"0,0 0 3 16,0 0 4-16,0 0 2 15,0 0 3-15,0 0 2 0,0 0 2 16,-3-11-5-16,3 11-5 16,0 0-4-16,0 0-2 15,0 0-3-15,0 0-2 16,0 0-3-16,0 0-1 16,0 0-2-16,0 0 0 0,0 0-1 15,0 0 0-15,0 0 1 16,12-8 1-16,1 2 0 15,2 1 0-15,2-2 0 0,3-3 0 16,3 2-4-16,-3-2 0 16,2-2 0-16,-7 4 0 15,0 1 0-15,-5 0 0 16,-10 7 0-16,14-8 0 0,-14 8 0 16,0 0 0-16,0 0 0 15,0 0 0-15,0 8 0 16,0-1 0-16,0 8 0 0,0 0 0 15,-2 3 0-15,-3 4 0 16,0 6 0-16,1-7 0 16,-4 2 0-16,2-1 0 15,2-2 0-15,-1-4 0 16,2 2 0-16,1-5 0 16,0-6 0-16,2-7 0 0,0 15 0 15,0-15 0-15,0 0 0 16,0 0 0-16,-3 8 0 15,3-8 0-15,0 0-27 0,0 0-59 16,0-11-2-16</inkml:trace>
  <inkml:trace contextRef="#ctx0" brushRef="#br0" timeOffset="14865.9">13078 7845 366 0,'0'0'8'0,"0"0"1"0,0 0 2 0,-13-4 0 0,4 1 0 16,-1 3 2-16,-5 0 0 15,-2 0 0-15,-1 0-6 16,-5 9-2-16,-1 7 0 0,-3 7-1 16,0 5-1-1,-1 7 1-15,-2 0-1 16,8 9 0-16,0-1 0 16,4 4 0-16,9 0-1 0,3-8 0 15,6 1 0-15,8-1 0 16,6-6 0-16,4-3 0 15,4-2 0-15,5-9 0 16,8-5-2-16,3-6 0 0,1-3 0 16,6-5 0-16,-2-5 0 15,1-5 0-15,1-7 0 16,-6-1 0-16,-1-9 0 16,-9 0 0-16,-3-6 0 0,-1-3 0 15,-11-4 0-15,-1-6 0 16,-13 0 0-16,0-3 0 15,-12 1 0-15,-1-1 0 0,-10 4 0 16,-7 3 0-16,-2 7 0 16,-7 6 0-16,-1 7 0 15,-3 9 0-15,-1 6 0 16,-1 7 0-16,1 5 0 16,9 10 0-16,0 7 0 0,10 7 0 15,3 4-11-15,19 6-74 16,6 1-1-16</inkml:trace>
  <inkml:trace contextRef="#ctx0" brushRef="#br0" timeOffset="15718.17">14840 9918 459 0,'0'0'3'0,"0"0"2"0,0-10 2 0,0 10 0 0,0-9 1 16,0 9 0-16,-10-11 0 0,0 7-2 16,-2 4-6-16,-4 0 0 15,-1 4 0-15,-3 4 0 16,1 0 0-16,-1 4 0 16,2-2 0-16,8 0 0 15,1 3 0-15,0-4 0 0,9 1 0 16,4 0 0-16,10-2 0 15,4 2 0-15,1 0 0 16,2-1 0-16,6 1 0 16,-2-5 0-16,-1 5 0 0,-1-3 0 15,-3 1 0-15,-3-1 0 16,-7 0 0-16,-2 0 0 16,-8-7 0-16,0 17 0 0,-5-10 0 15,-8 0 0-15,-9 0 0 16,-1 3 0-16,-2-8 0 15,-2-2 0-15,0 0 0 16,3-2 0-16,6-8 0 16,0-3 0-16,8-1 0 0,5-4 0 15,5-4 0-15,0 3 0 16,8-2 0-16,-1 0 0 16,11 0-20-16,7 5-64 0,-8-4-2 15</inkml:trace>
  <inkml:trace contextRef="#ctx0" brushRef="#br0" timeOffset="16116.73">14746 9715 438 0,'0'0'4'0,"0"0"1"0,-16 0 2 0,6 3 1 0,-6 3 1 15,-2 1 1-15,-7 7 0 16,2 6 0-16,-3 5-3 0,1 10-4 15,4 2-3-15,1 7 0 16,8 3 0-16,3 0 0 16,6 3 0-16,3-3 0 0,10-2 0 15,2-8 0-15,10-5 0 16,8-7 0-16,3-8 0 16,6-7 0-16,6-10 0 15,2-6 0-15,3-5 0 0,-2-9 0 16,-4-5 0-16,-5-7 0 15,-6 0 0-15,-8-8 0 16,-7-2 0-16,-14-3 0 16,-4-4 0-16,-15-6 0 0,-9 3 0 15,-6-1 0-15,-10 9 0 16,-5 11 0-16,-7 12 0 16,-8 17 0-16,-4 12 0 15,-1 25 0-15,13 14-20 16,-8 15-69-16,8 7-4 0</inkml:trace>
  <inkml:trace contextRef="#ctx0" brushRef="#br0" timeOffset="19116.84">16107 11843 296 0,'0'0'7'0,"0"0"3"0,0 0 3 0,0-6 0 0,0 6 1 16,0 0 4-16,0-11 0 15,0 11 0-15,0 0-6 16,0 0-4-16,0 0-1 16,0 0-1-16,0 0-1 15,13-10-2-15,-1 8-1 0,0-3-1 16,11-3 1-16,-1-1 1 16,11-5-1-16,1 3 0 15,6-7 0-15,10-6 1 16,-1-1-1-16,6-5 0 15,2-1 0-15,0-2-1 0,3-5 1 16,-1 1-2-16,-3-2 1 16,-5-2-1-16,-6 2 0 15,-5-1 0-15,-3-1 0 0,-7-1 0 16,-10-3 0-16,3 2 1 16,-9-1 0-16,-2-1-1 15,1-2 0-15,-6 0 1 16,0 0-1-16,-1-2 1 0,-3-1-1 15,-3 2 2-15,0-2-2 16,-3 0 2-16,-5-2 1 16,3-1-1-16,-4 4 0 15,1-6 0-15,3 3 0 0,0-2-1 16,0-1 0-16,-2-2 0 16,4 0 0-16,-1 0-1 15,-2 0 1-15,1 3 1 16,-5 0-1-16,1-3 0 0,-2 2 0 15,-1 3 0-15,-3-2 0 16,0 1 0-16,0-1 0 16,0-1 2-16,0 1-3 15,3 0 0-15,-2 2 0 0,-1-2 0 16,4-1 0-16,-4 0 0 16,1 1 0-16,-4 1 0 15,6 2 0-15,-4-1 0 16,2-1 0-16,-2 3 0 0,2 2 0 15,2-2 0-15,-3 3 0 16,0 0 0-16,0 2 0 16,3 0 0-16,-4 4 0 0,2 1 0 15,-4-2 0-15,1 4 0 16,2 2 0-16,0-2 0 16,0 4 0-16,1-1 0 15,1-2 0-15,-2 5 0 16,0 2 0-16,3-5 0 0,-1 3 0 15,1 2 0-15,0-3 0 16,-1 2 0-16,-2 1 0 16,0 4 0-16,3-5 0 15,-1 6 0-15,1-2 0 0,0-1 0 16,1 4 0-16,4-1 0 16,-3 0 0-16,3 1 0 15,1-1 0-15,-1 1 0 16,5-1 0-16,-3-3 0 0,0 6 0 15,3-3 0-15,-1 3 0 16,0-3 0-16,3 3 0 16,-3 3 0-16,1 1 0 0,2 1 0 15,0-1 0-15,0 3 0 16,0 0 0-16,-2 1 0 16,2 0 0-16,0 3 0 15,0-4 0-15,0 2 0 16,0 1 0-16,0-3 0 0,0 2 0 15,0 2 0-15,0-5 0 16,0 4 0-16,2-1 0 16,0 4 0-16,1-4 0 15,-3 2 0-15,0 0 0 0,6-2 0 16,-4 3 0-16,-2 1 0 16,2-4 0-16,1 1 0 15,-1-3 0-15,3 5 0 16,-5-4 0-16,5 1 0 0,-3-4 0 15,4 4 0-15,-1-2 0 16,-3 1 0-16,0-1 0 16,3 0 0-16,0 2 0 0,-2 1 0 15,-3 0 0-15,4 2 0 16,0 2 0-16,-2-2 0 16,-2 10 0-16,10-15 0 15,-10 15 0-15,7-14 0 16,0 4 0-16,-7 10 0 0,16-15 0 15,-9 5 0-15,-7 10 0 16,18-15 0-16,-11 6 0 16,0 2 0-16,3-2 0 15,-2 0 0-15,2-1 0 0,-3 0 0 16,6 2 0-16,-4 1 0 16,3 2 0-16,-1-3 0 15,1 3 0-15,-2 1 0 16,0-2 0-16,0 4 0 0,-3-2 0 15,-7 4 0-15,18-11 0 16,-11 6 0-16,3 3 0 16,-2-4 0-16,4 0 0 0,-2 2 0 15,0 0 0-15,2-1 0 16,-1 3 0-16,-1-3 0 16,-3 2 0-16,2 1 0 15,2-1 0-15,-4 0 0 0,5 1 0 16,-12 2 0-16,15-5 0 15,-15 5 0-15,15-5 0 16,-15 5 0-16,0 0 0 16,8-5 0-16,-8 5 0 0,0 0 0 15,0 0 0-15,0 0 0 16,0 0 0-16,0 0 0 16,0 0 0-16,0 8 0 15,0-8 0-15,3 17-20 16,-1-4-38-16,1-1-29 0,-3 3-2 15</inkml:trace>
  <inkml:trace contextRef="#ctx0" brushRef="#br0" timeOffset="19699.43">16341 7392 221 0,'0'0'9'0,"0"0"7"0,-5 7 3 16,5-7 2-16,5 18 1 0,5-4 1 15,3 7 0-15,6 1 1 16,8 0-8-16,1 6-6 16,6-3-6-16,6 1-7 15,0-4-13-15,2-4-34 0,2 2-24 16,-1-1-5-16</inkml:trace>
  <inkml:trace contextRef="#ctx0" brushRef="#br0" timeOffset="19951.22">16316 8103 353 0,'0'0'6'0,"5"2"4"16,7 0 0-16,8 6 2 15,3-1 0-15,6 3 1 0,8 5-1 16,5-1 1-16,6 4-6 16,2 2-2-16,-1 0-5 15,1 0-6-15,-1 3-15 0,-8 3-54 16,1-3-2-16</inkml:trace>
  <inkml:trace contextRef="#ctx0" brushRef="#br0" timeOffset="20183.34">16564 8675 332 0,'0'0'4'0,"0"0"1"0,0 13 1 16,0-13 4-16,10 17 3 15,3-7 0-15,4 4 0 16,5 1 1-16,8 3-3 15,7-4-2-15,4 2-1 16,8 1-5-16,3 3-5 0,6 2-12 16,-5 3-32-16,0 2-28 15,-3 0-4-15</inkml:trace>
  <inkml:trace contextRef="#ctx0" brushRef="#br0" timeOffset="20399.91">16894 9346 355 0,'0'0'4'0,"0"0"2"0,0 10 0 16,0-10 3-16,3 13 2 15,-3-13 1-15,12 14 2 16,-1-6 1-16,3 2-4 16,4-3 0-16,4 1-3 15,5 2 0-15,3-4-4 0,2 5 0 16,8 2-5-16,0-1-4 15,0 5-10-15,-5-2-14 16,-3-5-41-16,-7 17-10 0</inkml:trace>
  <inkml:trace contextRef="#ctx0" brushRef="#br0" timeOffset="20601.05">16974 10055 376 0,'0'0'2'16,"0"0"1"-16,-2 13 2 15,2-5 1-15,7 3 2 16,3 2 0-16,5 1 2 16,7 4-1-16,8-1 0 0,5 1-2 15,8 2-1-15,8 1-2 16,2-1-3-16,2 8-6 16,-6-3-9-16,1 4-14 15,-11 11-37-15,-4-6-14 16</inkml:trace>
  <inkml:trace contextRef="#ctx0" brushRef="#br0" timeOffset="20799.97">17148 10884 370 0,'0'0'4'0,"-9"13"0"0,3-3 2 16,3 1-1-16,3 0 1 15,3 4 2-15,5 3 0 16,6-2 1-16,16 0-3 0,3-2 0 15,9 2 0-15,-2-1-5 16,7 2-7-16,-7 0-20 16,2-1-48-16,-5 1-5 15</inkml:trace>
  <inkml:trace contextRef="#ctx0" brushRef="#br0" timeOffset="21015.91">16842 11603 397 0,'0'0'1'15,"0"0"-1"-15,13 15 1 0,4 0 2 16,5-3 0-16,9 5 1 16,6 6 0-16,5 4 1 15,3 0 0-15,2-4 0 16,-2-1-4-16,-1 6-8 15,-7-1-34-15,-7-2-33 16,-5-3-3-16</inkml:trace>
  <inkml:trace contextRef="#ctx0" brushRef="#br0" timeOffset="21251.77">16534 11876 365 0,'0'0'1'0,"0"0"2"0,0 0 3 16,0 14 3-16,5 2 1 15,5 3 1-15,0 9-1 16,5 3 2-16,0 4-1 16,8 8-2-16,-6-4-5 0,3 3-7 15,-6-4-9-15,2-4-26 16,-4-4-39-16,-7-9-4 15</inkml:trace>
  <inkml:trace contextRef="#ctx0" brushRef="#br0" timeOffset="21467.69">15913 12118 328 0,'0'0'0'0,"0"0"0"16,0 13 1-16,8 3 4 0,-1 2 2 16,6 12 2-16,4 5 1 15,3 4 0-15,3 4 0 16,-2-2-2-16,2 2-9 16,4-6-18-16,-4 0-50 15,-4-10-6-15</inkml:trace>
  <inkml:trace contextRef="#ctx0" brushRef="#br0" timeOffset="24516.29">20211 4991 389 0,'0'0'6'0,"0"0"1"0,0 0 0 16,0 0 0-16,0 0 1 15,0 0-1-15,0 0 1 16,0 6 1-16,0 3-6 15,3-1-1-15,5 1 1 0,-1 2 0 16,3-4 2-16,5-7 0 16,2 0 1-16,6-7 0 15,4-9 1-15,3-5 0 16,2-9 1-16,1-5 0 16,1-12-8-16,-3-3 0 15,0-9 0-15,-6-6 0 0,-7-4 0 16,-6 0 0-16,-5-1 0 15,-7 8 0-15,-4 10 0 0,-11 8 0 16,-3 14 0-16,-2 18 0 16,-2 12 0-16,-7 20 0 15,6 14 0-15,-2 13 0 0,5 8 0 16,8 12 0-16,4-1 0 16,8 1 0-16,5-3 0 15,12-1 0-15,11-11 0 16,4-8 0-16,11-6 0 0,-4-14-12 15,9-4-74-15,1-5-2 16</inkml:trace>
  <inkml:trace contextRef="#ctx0" brushRef="#br0" timeOffset="24682.81">20896 4726 440 0,'0'0'4'0,"0"0"2"0,0 0 2 0,0 0 0 16,0 0-1-16,0 0 1 0,0 0 0 16,9 0-3-16,3-4-10 15,13 4-21-15,5 0-57 16,0-3-1-16</inkml:trace>
  <inkml:trace contextRef="#ctx0" brushRef="#br0" timeOffset="24849.95">20816 4924 433 0,'0'0'5'0,"0"0"0"16,0 0 1-16,0 0 2 15,0 0 1-15,17 4-1 16,7-4 2-16,6-8-1 16,13-1-8-16,1-2-8 15,14-24-58-15,1 21-18 16</inkml:trace>
  <inkml:trace contextRef="#ctx0" brushRef="#br0" timeOffset="25649.87">21608 4661 438 0,'0'0'4'0,"5"-8"2"0,-2-3 3 0,-3-2 0 0,0-5 1 16,-8 2 0-16,1-3 0 16,-6 2 1-16,-6 0-7 15,-1 9-4-15,-8 5 0 16,-2 3 0-16,3 10 0 15,-1 8 0-15,1 1 0 0,6 6 0 16,5 1 0-16,6 2 0 16,10 1 0-16,10-4 0 15,8 3 0-15,14-6 0 0,5-2 0 16,5 2 0-16,3-5 0 16,0-2 0-16,-2 1 0 15,-6 0 0-15,-8-1 0 16,-12 0 0-16,-5-1 0 0,-6 3 0 15,-8-1 0-15,-14-3 0 16,-3 2 0-16,-11-3 0 16,-4-5 0-16,-5 0 0 15,0-4 0-15,0-3 0 0,1-3 0 16,9-6 0-16,4-11 0 16,12-2 0-16,8-8 0 15,10-2 0-15,12-8 0 16,11 1 0-16,2-4 0 15,9 3 0-15,1 1 0 0,2 9-7 16,13 5-79-16,-13 1-2 16</inkml:trace>
  <inkml:trace contextRef="#ctx0" brushRef="#br1" timeOffset="31817.06">5590 11418 481 0,'0'0'4'0,"0"0"2"0,0 0 0 0,0 0 2 16,0 0-2-16,4 4-6 15,-4-4 0-15,5 15 0 0,-5-2 0 16,3 1 0-16,-3 4 0 16,2 4 0-16,0 2 0 15,6-1 0-15,-3 4 0 16,3-2 0-16,1-3 0 0,-4-4 0 16,3-1 0-16,-3-2 0 15,-1-5 0-15,2 0 0 16,-6-10 0-16,0 0 0 0,5 10 0 15,-5-10 0-15,0 0 0 16,0 0 0-16,0-12 0 16,0 12 0-16,-3-18 0 15,3 5-33-15,0 13-55 0,-2-17-3 16</inkml:trace>
  <inkml:trace contextRef="#ctx0" brushRef="#br1" timeOffset="33099.69">5038 8405 462 0,'0'0'4'0,"0"0"1"0,0 0 1 0,0-10 1 16,0 10 1-16,5-17 0 15,-1 9 1-15,1-2-7 16,3-1-2-16,0-2 0 0,1 1 0 15,3 4 0-15,1-2 0 16,2 5 0-16,-3 3 0 16,6 0 0-16,-3 2 0 15,0 4 0-15,-2 3 0 0,-1 11 0 16,-5 2 0-16,1 4 0 16,-6 1 0-16,-2 2 0 15,0 2 0-15,-5-1 0 0,-5-6 0 16,5-1 0-1,-2-5 0-15,5-3 0 0,-1-6 0 16,3-7 0-16,0 0 0 16,0 0 0-16,10 0 0 15,2-4 0-15,3-3 0 0,0-11 0 16,7 6 0-16,-1-8 0 16,0 5 0-16,2-3 0 15,-5 8 0-15,-4-1 0 16,-4 3 0-16,3 3 0 15,-13 5 0-15,9-5 0 0,-9 5 0 16,0 0 0-16,0 0 0 16,0 0 0-16,0 0 0 0,0 0 0 15,0 5 0-15,0-5 0 16,0 0 0-16,-2 14 0 16,2-14 0-16,-5 13 0 15,5-13-73-15,0 0-20 16</inkml:trace>
  <inkml:trace contextRef="#ctx0" brushRef="#br1" timeOffset="34249.53">8591 6811 446 0,'0'0'5'0,"0"0"3"0,0 0 1 0,0-8 1 16,0 8 1-16,5-15 1 0,-3 5-2 15,6-3-10-15,-1 1 0 16,3 0 0-16,0 2 0 16,5 0 0-16,-1-2 0 15,-1 6 0-15,2 3 0 16,0 1 0-16,-3 2 0 0,-1 2 0 16,-4 9 0-16,-4 1 0 15,-1 0 0-15,-2 6 0 16,-7-1 0-16,-1 5 0 0,-2-3 0 15,0 2 0-15,0-4 0 16,1 1 0-16,3-6 0 16,4 1 0-16,2-3 0 0,0-10 0 15,7 9 0-15,0-7 0 16,6 3 0-16,-1-5 0 16,4 4 0-16,-4-3 0 15,6-1 0-15,-4 3 0 16,3-1 0-16,-2 1 0 0,1 0 0 15,-4-1 0-15,0 3 0 16,-4 0 0-16,-8-5 0 16,10 13 0-16,-10-13 0 15,-5 15 0-15,-5-8 0 16,-3 0 0-16,-4 4 0 0,-3-1 0 16,0-3 0-16,-5 2 0 15,6-2 0-15,-2 1 0 16,2-3 0-16,6 7 0 0,13-12-87 15,-10 10-3-15</inkml:trace>
  <inkml:trace contextRef="#ctx0" brushRef="#br1" timeOffset="36582.8">11287 6586 420 0,'0'0'6'0,"0"0"3"0,0 0 1 0,0 0-1 16,0 0 2-16,0 0 0 16,10 11 0-16,-10 1 1 15,0 2-7-15,0 4-2 16,-3 5-1-16,-2 4 0 15,-3-1-2-15,1 2 0 0,-4-1 0 16,-1 1 0-16,3-3 0 16,-1-3 0-16,1-2 0 15,0-5 0-15,2-3 0 16,7-12 0-16,-7 12 0 0,7-12 0 16,0 0 0-16,5-8 0 15,7-2 0-15,3-1 0 16,2-7 0-16,8 1 0 0,-2-3 0 15,4 1 0-15,1 1 0 16,-7 0 0-16,2 4 0 16,-3 3 0-16,-5 3 0 15,-2 2 0-15,-13 6 0 0,16-17-60 16,-16 17-28-16,0 0-1 16</inkml:trace>
  <inkml:trace contextRef="#ctx0" brushRef="#br1" timeOffset="36833.07">11287 6614 473 0,'0'0'5'0,"0"0"0"16,0 0 2-16,5 0-1 15,-5 0 1-15,14 5 1 16,-5 5-8-16,0 2 0 15,3 6 0-15,1 4 0 0,2 3 0 16,0 4 0-16,-1 1 0 16,-2 2 0-16,4-1 0 15,-4-2 0-15,-1-7 0 16,-2 3-2-16,-4-7-41 0,0-4-44 16,1 1 0-16</inkml:trace>
  <inkml:trace contextRef="#ctx0" brushRef="#br1" timeOffset="37082.72">11614 6661 493 0,'0'0'3'0,"0"0"1"16,0 0 1-16,11 0 1 15,-11 0-6-15,7 12 0 16,-7 1 0-16,3 1 0 0,-1 7 0 16,-2 3 0-16,2-4 0 15,-2 5 0-15,3-5 0 16,-1-1-6-16,1 1-51 16,-1-8-30-16,-2-12-1 0</inkml:trace>
  <inkml:trace contextRef="#ctx0" brushRef="#br1" timeOffset="37552.76">11814 6398 451 0,'0'0'6'16,"0"-9"1"-16,0 9 2 15,-3-10 1-15,3 10 0 16,-8-10 0-16,8 10-2 16,-17 0-8-16,8 4 0 0,-2 9 0 15,1 4 0-15,3 1 0 16,1 2 0-16,3-1 0 16,3 1 0-16,3-3 0 0,3-1 0 15,4-4 0 1,2-2 0-16,3 2 0 0,2-6 0 15,1-2 0-15,5-1 0 16,-4-2 0-16,1 2 0 0,-3 0 0 16,1-3 0-16,0 0 0 15,-4 2 0-15,-4 1 0 16,-10-3 0-16,13 7 0 16,-13-7 0-16,0 15 0 0,0-15 0 15,-8 17 0-15,0-9 0 16,-4 0 0-16,3-1 0 15,-7 0 0-15,4 0 0 0,-3-1 0 16,0-1 0-16,0-5 0 16,3 0 0-16,-4 0-33 15,-3-3-54-15,12-6-3 16</inkml:trace>
  <inkml:trace contextRef="#ctx0" brushRef="#br1" timeOffset="37982.36">11739 6409 412 0,'0'0'8'0,"0"0"2"0,-8-8 3 0,8 8 2 0,0 0 0 16,-9-5 2-16,9 5 0 15,0 0-13-15,0-12-4 16,0 12 0-16,14-18 0 16,4 6 0-16,-1 0 0 0,6-6 0 15,4 1 0-15,3-5 0 16,0 4 0-16,0-2 0 16,-8 8 0-16,2-3 0 0,-8 8 0 15,-4-1 0-15,-2 3 0 16,-10 5 0-16,0 0 0 15,0 0 0-15,0 0 0 16,0 0 0-16,-6 9 0 16,6-9 0-16,-9 8 0 0,9-8 0 15,-7 11 0-15,7-11 0 16,-8 10 0-16,8-10 0 16,0 9 0-16,0-9-14 15,-2 13-78-15,2-13-4 0</inkml:trace>
  <inkml:trace contextRef="#ctx0" brushRef="#br1" timeOffset="39332.57">14325 4867 373 0,'0'0'8'0,"0"-12"3"0,0 5 2 0,0-3 1 0,-2-2 2 0,2-1 1 15,-3 3 1-15,-1-5-1 16,4 15-6-16,-8-7-4 16,8 7-1-16,-17 17-6 15,12 1 0-15,-5 8 0 0,4 7 0 16,1 3 0-16,5 5 0 15,0-2 0-15,5-2 0 16,4-4 0-16,5-2 0 16,1-3 0-16,5-10 0 0,0-1 0 15,3-11 0-15,2 0 0 16,-4-6 0-16,7-2 0 16,-3-8 0-16,-5-5 0 15,2 0 0-15,-7-5 0 0,-3 0 0 16,-7 1 0-16,-5 1 0 15,-3 1 0-15,-11 2 0 16,-1 8 0-16,-9 4 0 0,-2 3 0 16,-3 5 0-16,1 7 0 15,3 8 0-15,-2 0 0 16,15 5-31-16,12-3-55 16,0-7-3-16</inkml:trace>
  <inkml:trace contextRef="#ctx0" brushRef="#br1" timeOffset="40816.73">17323 5440 354 0,'0'0'9'0,"0"0"5"0,0 0 3 0,0 0 0 0,0 0 1 0,-6-8 0 0,6 8 1 15,0 0-1-15,0 0-9 16,0 0-3-16,0 0-3 16,0 0 1-16,0 0-1 0,8 3-1 15,2-2-2-15,4-1 0 16,6 0 0-16,5-6 0 16,5-1 0-16,-1-3 0 15,4-3 0-15,-1-2 0 0,-2 3 0 16,-7-1 0-16,-4 6 0 15,-6 2 0-15,-4 3 0 16,-9 2 0-16,0 0 0 16,0 0 0-16,0 10 0 15,-11 1 0-15,-2 7 0 0,1 0 0 16,-1 4 0-16,1 0 0 16,0 5 0-16,-1-7 0 15,5 8 0-15,1-9 0 16,5 1 0-16,-4 0 0 0,6-3 0 15,-2-4 0-15,2-3 0 16,0 0 0-16,0-10 0 16,0 11 0-16,0-11 0 0,0 0 0 15,0 0 0-15,0 0 0 16,0 0 0-16,0 0 0 16,0 0 0-16,0 0 0 15,0 0 0-15,0 0 0 0,0 0 0 16,0 0 0-16,0 0 0 15,0 0 0-15,0 0 0 16,0 0 0-16,0-4 0 0,0 4 0 16,0 0 0-16,-5-10 0 15,5 10-78-15,0 0-15 16</inkml:trace>
  <inkml:trace contextRef="#ctx0" brushRef="#br1" timeOffset="42633.27">14166 8450 319 0,'0'0'8'0,"0"0"4"0,3-13 2 0,-3 13 4 0,0-17 1 15,0 7 1-15,0 0 0 16,-5-2 1-16,5 12-7 16,-12-10-5-16,1 7-2 15,-1 3-2-15,-1 5-2 0,-1 8-2 16,-1-1 0-16,0 5-1 15,3 4 1-15,-1-2-1 16,3 1-1-16,6-3 0 16,4 1 1-16,0-4 0 0,7-1 1 15,5-1 0-15,6-2 0 16,-1 2 1-16,2-7 0 16,4 3 0-16,0 0 0 0,1-1 0 15,-1 0-1 1,-6-2 0-16,3 1-1 0,-2-2 1 15,-7 3-1-15,0-1 0 16,-1-2 1-16,-10-4 0 0,9 12 0 16,-9-12 1-16,0 15-2 15,0-15 0-15,-7 18 0 16,-5-11 0-16,-3 1 0 16,3-1 0-16,-6 0 0 15,1-1 0-15,2-5 0 16,-2-1 0-16,4-1 0 0,1-5 0 15,1-3 0-15,2-6 0 16,4-2 0-16,2-4 0 16,3-1 0-16,0-6 0 0,5 4 0 15,2-5 0-15,4 6 0 16,-1-1 0-16,-3 1 0 16,3 7 0-16,-2-2 0 0,-1 8 0 15,0 0 0-15,4 6 0 16,-11 4 0-16,21-1-63 15,-3 2-25-15</inkml:trace>
  <inkml:trace contextRef="#ctx0" brushRef="#br1" timeOffset="44770.88">16082 10669 358 0,'0'0'8'0,"0"0"5"0,0 0 2 0,11-5 2 16,-11 5 1-16,0 0 1 16,4-13 0-16,-4 13 1 15,0-12-7-15,0 12-5 0,-7-10-5 16,7 10-3-16,-15-10 0 16,5 10 0-16,-1 0 0 15,-1 0 0-15,-5 3 0 16,0 7 0-16,1 1 0 0,0 0 0 15,0 2 0-15,4 4 0 16,2 0 0-16,2-1 0 16,6-2 0-16,2-4 0 15,5 0 0-15,5-5 0 0,5 0 0 16,3-5 0-16,2 0 0 16,-1-5 0-16,4-5 0 15,-1 1 0-15,-5-2 0 0,-1-2 0 16,-7 3 0-16,1 3 0 15,-10 7 0-15,8-14 0 16,-8 14 0-16,0 0 0 16,0 0 0-16,0 0 0 0,0 0 0 15,0 12 0-15,0 6 0 16,0-2 0-16,0 9 0 16,0 0 0-16,0 3 0 15,0-2 0-15,0 2 0 16,2-4 0-16,0-1 0 0,1-6 0 15,0-2 0-15,-1-3 0 16,-2-1 0-16,0-11 0 16,0 9 0-16,0-9 0 0,0 0 0 15,0 0 0-15,0 0 0 16,0 0 0-16,0 0 0 16,0 0 0-16,0 0 0 15,0 0 0-15,0 0 0 0,0 0 0 16,0 0 0-16,0 0 0 15,0 13-52-15,0-13-38 16,0 0-5-16</inkml:trace>
  <inkml:trace contextRef="#ctx0" brushRef="#br1" timeOffset="45984.04">20413 5784 470 0,'0'0'4'0,"7"-10"2"0,-7 10 2 0,5-13 2 16,-2 5 0-16,-3 8-7 16,8-17-3-16,-8 17 0 0,2-8 0 15,-2 8 0-15,3 17 0 16,-3 2 0-16,4 3 0 16,1 8 0-16,2 5 0 15,4 5 0-15,1-3 0 16,-5 2 0-16,1-2 0 0,-3 3 0 15,-2-5 0-15,-3-3 0 16,-5 0 0-16,-6-4 0 16,-8-4 0-16,-1-4 0 0,-8-3 0 15,-2-5 0-15,-2-3 0 16,-2-8 0-16,-1-1 0 16,0-7 0-16,1-8 0 15,3-2-11-15,2-7-25 0,-1-6-50 16,19-5 0-16</inkml:trace>
  <inkml:trace contextRef="#ctx0" brushRef="#br1" timeOffset="46166.29">20294 5511 454 0,'0'0'5'0,"0"0"1"0,0-9 2 16,0 9-1-1,7-16 1-15,-7 16-1 0,13-12 0 16,-3 8-2-16,10 4-16 16,-3 14-59-16,10-12-15 15</inkml:trace>
  <inkml:trace contextRef="#ctx0" brushRef="#br1" timeOffset="46370.63">20860 5831 489 0,'0'0'3'16,"0"0"1"-16,0-9 1 0,10 3-1 16,2-4 2-16,2 2-6 15,7-1 0-15,2-3 0 16,7 9-20-16,-1-4-62 15,-6 7-4-15</inkml:trace>
  <inkml:trace contextRef="#ctx0" brushRef="#br1" timeOffset="46532.44">20878 5934 391 0,'0'0'7'0,"0"0"1"0,0 0 3 15,0 0 1-15,9 0 0 16,4 0 0-16,-1 0-1 15,11 0-4-15,-3-9-21 0,7 4-60 16,5 2-6-16</inkml:trace>
  <inkml:trace contextRef="#ctx0" brushRef="#br1" timeOffset="46932.56">21517 5690 474 0,'0'0'4'16,"0"0"2"-16,-8-12 1 0,2 1 0 16,-3 4 0-16,-6-3-1 15,0 1-6-15,-5 2 0 16,-2 1 0-16,0 6 0 16,-1 7 0-16,1 3 0 15,7 5 0-15,5 5 0 0,5 0 0 16,5 2 0-16,5-2 0 15,7-3 0-15,8 1 0 16,6-9 0-16,-2-1 0 16,5-8 0-16,-1 0 0 0,-1-10 0 15,-2 0 0-15,-4-3 0 16,-5 1 0-16,-5-2 0 16,-1 4 0-16,-10 10 0 0,0 0 0 15,0 0 0 1,4 24 0-16,-4 1 0 0,0 7 0 15,-4 10 0-15,1 6 0 16,1 1 0-16,-3-2 0 0,5 5 0 16,-3-10 0-16,-9 0-89 15,12-7-2-15</inkml:trace>
  <inkml:trace contextRef="#ctx0" brushRef="#br1" timeOffset="48316.05">20365 6859 337 0,'0'0'9'0,"6"-15"5"0,-3 3 4 0,1-3 3 0,-1-2 0 15,-1-1 2-15,1 1 1 16,-1 2-2-16,-2 6-8 16,0 9-6-16,0 9-8 15,2 13 0-15,-2 10 0 0,5 8 0 16,0 8 0-16,1 6 0 16,1 0 0-16,0-1 0 15,1-3 0-15,2-9 0 16,-5-4 0-16,0-9 0 15,-3-6 0-15,1-4 0 0,-1-9 0 16,-2-9 0-16,0 0 0 16,0 0 0-16,0-17 0 15,0 0 0-15,2-8 0 0,1-7 0 16,5-1 0-16,-1 3 0 16,5 1 0-16,1 1 0 15,-1 6 0-15,4 10 0 16,-2 5 0-16,3 7 0 0,1 4 0 15,-3 8 0-15,2 6 0 16,1 5 0-16,-5 3 0 16,6 2 0-16,-7-1 0 15,8 3-9-15,-12 2-35 0,9-14-42 16,0-1-2-16</inkml:trace>
  <inkml:trace contextRef="#ctx0" brushRef="#br1" timeOffset="48516.29">21029 7025 478 0,'0'0'4'0,"0"0"0"0,0 0 1 0,0-8 0 0,0 8 0 15,8-7 1-15,2 6-4 16,7-5-4-16,8 6-22 15,19 0-59-15,-19 3-4 16</inkml:trace>
  <inkml:trace contextRef="#ctx0" brushRef="#br1" timeOffset="48665.81">20974 7179 408 0,'0'0'5'0,"0"0"2"15,0 0 1-15,0 0 2 16,5 5 0-16,6-5 0 15,3 0 1-15,7 0-2 16,-2 0-11-16,16-3-34 16,2 1-44-16,5-3-1 0</inkml:trace>
  <inkml:trace contextRef="#ctx0" brushRef="#br1" timeOffset="48999.62">21608 6904 478 0,'0'0'3'0,"0"0"0"16,0 0 1-16,-13 2 0 0,6 8-1 15,-5 2 2-15,-1 3-1 16,4 5 1-16,-7 5-3 16,9 3-2-16,5-4 0 15,2 3 0-15,9-2 0 16,7-6 0-16,6-1 0 0,6-5 0 15,2-8 0-15,2-5 0 16,2-5 0-16,-5-8 0 16,0-6 0-16,-8-9 0 0,0-4 0 15,-14-1 0-15,-5-3 0 16,-4-4 0-16,-13 3 0 16,-7 5 0-16,-6 4 0 15,-4 12 0-15,-5 5 0 0,2 11 0 16,-2 22-56-16,5-4-31 15,9 9-3-15</inkml:trace>
  <inkml:trace contextRef="#ctx0" brushRef="#br1" timeOffset="52000.2">17881 8544 400 0,'0'0'9'0,"0"0"2"0,-13-13 2 0,13 13 2 0,-9-9 1 15,9 9 0-15,-10-5-2 0,10 5 1 16,-10 9-13-16,5 6-2 16,2 5 0-16,3 5 0 15,0 2 0-15,0 3 0 16,0-1 0-16,0-1 0 0,0-3 0 16,0-6 0-16,0 1 0 15,0-5 0-15,0-6 0 16,0-9 0-16,0 0 0 15,0 0 0-15,-9 0 0 0,4-12 0 16,3-5 0-16,-4-5 0 16,3-3 0-16,1-5 0 15,2 1 0-15,0-3 0 16,2 7 0-16,3 1 0 0,1 3 0 16,0 11 0-16,5 7 0 15,2 3 0-15,1 11 0 16,-2 3 0-16,6 9 0 15,-6-2 0-15,3 7 0 16,0-6 0-16,-2 3 0 0,-6-6 0 16,-2-2 0-16,-3-6 0 15,1-3 0-15,-3-8 0 16,0 0 0-16,0 0 0 0,0-8 0 16,2-3 0-16,-2-7 0 15,6-2 0-15,1-5 0 16,5-2 0-16,-1-2 0 0,3 4 0 15,2 2 0-15,0 3 0 16,0 6 0-16,1 6 0 16,-2 3 0-16,-3 8 0 15,4 9 0-15,-2 3 0 16,-2 5 0-16,1 4 0 16,-1-1 0-16,1 1 0 0,-3 1 0 15,-3-3 0-15,4 3-4 16,-9 3-57-16,4-14-25 15,5-4-3-15</inkml:trace>
  <inkml:trace contextRef="#ctx0" brushRef="#br1" timeOffset="52182.67">18445 8541 464 0,'0'0'5'0,"0"0"1"0,0 0 3 0,0 0 0 0,0 0-1 15,0 0 0-15,0 0-6 16,0 0-2-16,7 0 0 16,6 0 0-16,4 6 0 0,-1-2-51 15,5 3-34-15,-1 1-2 16</inkml:trace>
  <inkml:trace contextRef="#ctx0" brushRef="#br1" timeOffset="52332.79">18385 8680 454 0,'0'0'5'0,"0"0"0"16,0 0 2-16,0 0 1 16,0 0 0-16,5 5 1 0,6-5 0 15,1 0-3-15,8 0-6 16,15 0-22-16,14 0-59 16,-4-3-3-16</inkml:trace>
  <inkml:trace contextRef="#ctx0" brushRef="#br1" timeOffset="52833.15">18993 8489 496 0,'0'0'5'0,"-12"-2"2"15,12 2-4-15,-9-8-3 16,9 8 0-16,-15-11 0 0,15 11 0 15,-13-14 0-15,13 14 0 16,0 0 0-16,5-10 0 16,6 9 0-16,-2 1 0 15,3 0 0-15,6 0 0 0,0 4 0 16,-1 0 0-16,1 5 0 16,-4 0 0-16,-3-2 0 15,-4 6 0-15,-5-3 0 16,-2 3 0-16,0 1 0 0,-4-2 0 15,-7 1 0-15,6-3 0 16,-4 3 0-16,1-4 0 16,4 1 0-16,0-2 0 15,4 2 0-15,0-10 0 0,18 17 0 16,-6-10 0-16,11 3 0 16,-1 0 0-16,6 0 0 15,-7 0 0-15,2 3 0 16,0 0 0-16,-9 4 0 0,-3-3 0 15,-9 1 0-15,-2 2 0 16,-13 1 0-16,-4-4 0 16,-10 3 0-16,-2-4 0 15,-2-3 0-15,-6-3 0 0,5-1 0 16,-1-6-4-16,1 0-23 16,7-20-53-16,10 4-6 15</inkml:trace>
  <inkml:trace contextRef="#ctx0" brushRef="#br1" timeOffset="53099.78">19611 8061 451 0,'0'0'5'0,"0"-8"4"0,0 8 1 0,0-10 1 15,0 10 0-15,0 0-1 16,-10 10-6-16,-3 15-4 0,1 17 0 15,-6 13 0-15,1 12 0 16,-8 12 0-16,3 15 0 16,5 3 0-16,1 4 0 15,9 1 0-15,7-8 0 16,12-3 0-16,13-11 0 0,7-6 0 16,19-10 0-16,2-19 0 15,15-17-57-15,9-4-32 16</inkml:trace>
  <inkml:trace contextRef="#ctx0" brushRef="#br1" timeOffset="54067.63">20018 8484 439 0,'0'0'5'0,"7"-10"3"0,1 0 1 0,0-3 2 0,-4 2 0 16,-1-7 1-16,-1 1 0 15,-2 2-8-15,-9 3-4 16,-9 9 0-16,-4 2 0 0,2 2 0 15,-8 6 0-15,3 8 0 16,-2 6 0-16,8 1 0 16,1 2 0-16,8 1 0 0,5 0 0 15,5 2 0-15,8-5 0 16,8 3 0-16,2-2 0 16,7-3 0-16,3-1 0 15,2 1 0-15,-3-2 0 16,-3-1 0-16,1 0 0 15,-7-2 0-15,-5-1 0 0,-7 2 0 16,0-4 0-16,-6-3 0 16,-8 2 0-16,-4-4 0 15,-11 0 0-15,-2-4 0 16,1 2 0-16,-6-5 0 0,-2 0 0 16,5-8 0-16,-1-1 0 15,8-3 0-15,5-6 0 16,2-2 0-16,9-5 0 15,4 1 0-15,9-6 0 0,7 5 0 16,4-7 0-16,4 2 0 16,6 3 0-16,2 7 0 15,0 1 0-15,6 4 0 0,-5 9-73 16,-1-3-14-16</inkml:trace>
  <inkml:trace contextRef="#ctx0" brushRef="#br1" timeOffset="54265.83">20239 8607 469 0,'0'0'4'0,"0"0"2"0,0 0 1 0,13-1 1 0,-6-4-1 15,7 3 1-15,4-4-6 16,3 1-2-16,0 0 0 15,14 5 0-15,-5 0-42 0,8 0-41 16,-1-2-5-16</inkml:trace>
  <inkml:trace contextRef="#ctx0" brushRef="#br1" timeOffset="54466.83">20703 8447 466 0,'0'0'5'0,"0"0"2"15,0 0 0-15,0 0 1 16,-4 7 0-16,4 8 0 0,0 0-6 16,0 5-2-16,0 7 0 15,4 0 0-15,2 6 0 16,1-3 0-16,3 2 0 16,-5-10-13-16,-3 3-71 0,11-6-2 15</inkml:trace>
  <inkml:trace contextRef="#ctx0" brushRef="#br1" timeOffset="54766.27">20857 8194 478 0,'0'0'4'0,"0"-15"1"16,3 4 2-16,-3-6 0 0,6 4 1 15,1 0-6-15,2 1-2 16,9 6 0-16,-1 6 0 15,13 18 0-15,0 14 0 16,7 8 0-16,1 12 0 16,-1 7 0-16,0 11 0 0,-7 2 0 15,-5 4 0-15,-11-1 0 16,-5-1 0-16,-9 0 0 16,-6-7 0-16,-6-2 0 15,-6-8 0-15,-4-10 0 0,0-6 0 16,-1-8 0-16,1-13 0 15,7-11-39-15,1-1-49 16,1-8-4-16</inkml:trace>
  <inkml:trace contextRef="#ctx0" brushRef="#br1" timeOffset="55316.65">21546 8596 465 0,'0'0'5'0,"0"0"2"0,0 0 2 15,0 0 0-15,0-10 2 0,0 10-6 16,17-8-5-16,1 2 0 16,2 0 0-16,9 1 0 0,7 2 0 15,1 1 0-15,2 0 0 16,1 2 0-16,-5-3 0 15,-8 3 0-15,-2 0 0 16,-10 0 0-16,-15 0 0 16,10 5 0-16,-10-5 0 15,-6 5-24-15,6-5-64 0,-8 2-4 16</inkml:trace>
  <inkml:trace contextRef="#ctx0" brushRef="#br1" timeOffset="55732.12">22087 8464 476 0,'0'0'5'0,"0"0"2"0,0-14 2 16,0 14 1-16,-2-18-6 15,2 8-4-15,0-2 0 16,0-3 0-16,5 5 0 0,5 3 0 15,0 3 0-15,6 0 0 16,0 4 0-16,5 0 0 16,0 10 0-16,-1 3 0 0,1 7 0 15,-7-1 0-15,-7 6 0 16,-3-3 0-16,-4 6 0 16,-9-1 0-16,-3-3 0 15,-8 4 0-15,1-7 0 16,-4 3 0-16,6-6 0 0,0-4 0 15,1-2 0-15,7-2 0 16,9-10 0-16,-8 10 0 16,8-10 0-16,12 0 0 15,4 0 0-15,6-2 0 0,3-3 0 16,2-1 0-16,5-1 0 16,3 0 0-16,0 2 0 15,-6-5 0-15,-1 2-81 16,-1 1-10-16</inkml:trace>
  <inkml:trace contextRef="#ctx0" brushRef="#br1" timeOffset="56099.56">22721 8093 482 0,'0'0'3'0,"0"0"0"0,0 0 1 0,-7 10-1 0,-3 5 2 15,-2 10-1-15,-4 8 3 16,2 13-7-16,-4 8 0 15,-4 8 0-15,2 7 0 0,6 0 0 16,1 2 0-16,5-5 0 16,8-4 0-16,8-8 0 15,7-4 0-15,9-10 0 16,6-10 0-16,0-5 0 0,13-11 0 16,-1-2-81-16,-1-12-6 15</inkml:trace>
  <inkml:trace contextRef="#ctx0" brushRef="#br1" timeOffset="56500.61">22988 8395 463 0,'0'0'4'0,"0"0"1"0,-12-10 1 16,3 5 0-16,-4 3 1 15,-1-1 0-15,-4 3 0 16,-3 0-1-16,3 0-6 0,-1 7 0 16,1 4 0-16,6 1 0 15,3 1 0-15,7-1 0 16,2-2 0-16,11-3 0 16,3-3 0-16,4 2 0 0,1-6 0 15,4-3 0-15,-1-4 0 16,0-3 0-16,-2-2 0 15,-2 2 0-15,-3 0 0 16,-6-2 0-16,-9 12 0 0,16-8 0 16,-16 8 0-16,2 8 0 15,0 6 0-15,-2 5 0 16,3 5 0-16,2 0 0 0,-1 3 0 16,2 3 0-16,0-3 0 15,7-4 0-15,0-1 0 16,-1-9-33-16,6-4-53 15,2-3-3-15</inkml:trace>
  <inkml:trace contextRef="#ctx0" brushRef="#br1" timeOffset="56799.62">23305 8033 471 0,'0'0'4'0,"0"0"2"16,0 0 0-16,0 0 0 15,0 0 1-15,3 8 0 16,4 4-3-16,6 10-4 16,1 8 0-16,7 5 0 0,4 10 0 15,-1 7 0-15,3 4 0 16,1 1 0-16,-6 6 0 16,-5-7 0-16,-1 1 0 15,-9-5 0-15,-5-2 0 0,-2-8 0 16,-12-5 0-16,-3-5 0 15,-2-7 0-15,-3-2 0 16,-3-6 0-16,1-2 0 0,-3-8 0 16,8-7-56-16,0 3-31 15,-1-3-3-15</inkml:trace>
  <inkml:trace contextRef="#ctx0" brushRef="#br1" timeOffset="57166.83">23817 8407 492 0,'0'0'4'0,"0"0"1"15,5-2 2-15,5 0-4 16,5-6-3-16,7 3 0 0,1 0 0 15,7-2 0-15,2 4 0 16,-2-2 0-16,4 3 0 16,-6 0 0-16,-1 2 0 15,-7-3 0-15,0 3 0 0,-11 0 0 16,-9 0 0-16,11 0 0 16,-11 0 0-16,0 0 0 15,0 0 0-15,0 0 0 16,0 0 0-16,0 0 0 0,0 0 0 15,-8 0 0-15,8 0 0 16,-10 0 0-16,10 0 0 16,-9 12-73-16,9-12-19 0</inkml:trace>
  <inkml:trace contextRef="#ctx0" brushRef="#br1" timeOffset="57666.13">24488 8249 453 0,'0'0'6'0,"0"0"2"0,0-10 1 16,0 10 0-16,0-7 1 0,0 7 0 16,0 0-4-16,-10-3-6 15,-4 8 0-15,3 8 0 16,-3 3 0-16,-2 8 0 0,4-3 0 15,2 9 0-15,5-2 0 16,5-6 0-16,8 0 0 16,9-6 0-16,10-2 0 15,3-7 0-15,5-7 0 0,2-3 0 16,3-9 0-16,-7-5 0 16,-1-8 0-16,-8-2 0 15,-6-5 0-15,-11-2 0 16,-7-4 0-16,-5 3 0 15,-15 5 0-15,-4 4 0 0,-11 8 0 16,-3 3 0-16,-4 15 0 16,0 0-3-16,2 0-79 15,3 16-6-15</inkml:trace>
  <inkml:trace contextRef="#ctx0" brushRef="#br1" timeOffset="58632.52">18438 10334 423 0,'0'0'4'0,"0"0"2"0,0 0 2 0,0 0 1 16,0 0 1-16,7 0 1 0,-7 0-1 16,12 0 1-16,1 0-4 15,4-2-7-15,1-5-12 16,7 0-40-16,-6 4-32 15,9 0-2-15</inkml:trace>
  <inkml:trace contextRef="#ctx0" brushRef="#br1" timeOffset="58766.82">18455 10404 443 0,'0'0'2'0,"0"0"2"0,0 0 1 15,8 3 0-15,4-3 1 16,2 0-1-16,7-3-1 15,8 0-7-15,4-9-25 16,6 5-52-16,9-6-2 0</inkml:trace>
  <inkml:trace contextRef="#ctx0" brushRef="#br1" timeOffset="59704.13">19156 10261 451 0,'0'0'5'0,"0"0"3"16,0-11 2-16,0 4 1 0,0-3 0 16,2-2 1-16,3-3-9 15,1 0-3-15,1-2 0 16,0 5 0-16,5-3 0 15,6 5 0-15,0 5 0 0,1 5 0 16,-1 0 0-16,-1 12 0 16,-2 3 0-16,-4 2 0 15,-3 11 0-15,-8-1 0 16,0 3 0-16,-12-1 0 0,-5 1 0 16,-3-3 0-16,-5-2 0 15,0 0 0-15,0-5 0 16,8-5 0-16,-1-3 0 15,6-2 0-15,12-10 0 16,-7 4 0-16,7-4 0 0,11 0 0 16,8-2 0-16,3-3 0 15,5-2 0-15,8 0 0 16,0-6 0-16,5 6-7 16,-3-6-82-16,-5-7-1 0</inkml:trace>
  <inkml:trace contextRef="#ctx0" brushRef="#br1" timeOffset="59983.36">19678 10126 453 0,'0'0'6'16,"0"0"0"-16,0 0 2 15,0 0 1-15,0 0 0 0,0 16 1 16,0-4 0-16,2 10-10 15,0 6 0-15,1 1 0 16,-1 3 0-16,-2 6 0 0,0-4 0 16,0-3 0-16,0-2 0 15,0-5 0-15,0-1 0 16,0-9 0-16,0 4 0 16,0-18 0-16,3 17-25 0,14-11-62 15,-17-6-3-15</inkml:trace>
  <inkml:trace contextRef="#ctx0" brushRef="#br1" timeOffset="60616.84">20177 10263 393 0,'0'0'7'0,"0"0"3"0,0 0 2 0,-10-2 1 16,10 2 2-16,0 0-1 0,0 0 2 15,0 0 0-15,0 0-5 16,15-8-7-16,7 4-4 16,10 1 0-16,3-3 0 15,15-1 0-15,5 2 0 0,5-2 0 16,-1-1 0-16,-5-1 0 15,-4 4 0-15,-10 2 0 16,-8-2 0-16,-7 2 0 0,-12 3 0 16,-13 0 0-16,9 0 0 15,-9 0 0-15,0 0 0 16,0 0 0-16,0 0 0 16,-4 5 0-16,4-5 0 0,-13 0 0 15,13 0 0-15,-10 3-45 16,10-3-46-16,0-8-1 15</inkml:trace>
  <inkml:trace contextRef="#ctx0" brushRef="#br1" timeOffset="64016.27">21079 9974 448 0,'0'0'5'0,"0"0"2"0,0 0 1 0,0 0-1 0,0 0 1 16,0 0 0-16,5 7 0 16,-5 5 0-16,0 10-4 15,0 0-4-15,0 9 0 0,0-2 0 16,3 6 0-16,-1-4 0 16,-2-1 0-16,2-2 0 15,-2-6 0-15,0 0-6 16,5-5-8-16,-5-17-26 0,0 18-46 15,0-18 0-15</inkml:trace>
  <inkml:trace contextRef="#ctx0" brushRef="#br1" timeOffset="64599.91">21459 10015 424 0,'0'0'6'0,"0"-9"2"15,0 9 2-15,0-16 0 16,0 8 2-16,-5 0-1 0,-2-1 0 16,-4 2 1-16,-5 5-5 15,-2 2-7-15,-2 0 0 16,-4 7 0-16,3 4 0 0,-1 1 0 16,5 2 0-16,6 1 0 15,4 0 0-15,7 2 0 16,3 1 0-16,12-1 0 15,-1-2 0-15,11 2 0 16,0 1 0-16,1-1 0 0,-2-3 0 16,3 6 0-16,-4-4 0 15,-6 1 0-15,3-5 0 16,-10 3 0-16,-2-2 0 16,-4 2 0-16,-4-5 0 0,-4 2 0 15,-4-2 0-15,-7-3 0 16,-5 1 0-16,3-6 0 15,-4 0 0-15,-1-2 0 16,3-2 0-16,3-8 0 0,2-3 0 16,1-2 0-16,10-4 0 15,1-6 0-15,2 0 0 16,11-1 0-16,1-4 0 0,6-1 0 16,-2 2 0-16,2 0 0 15,4 1 0-15,-4 8 0 16,-1 0 0-16,-7 6 0 15,4 3 0-15,-5 4 0 0,-9 7 0 16,12-7 0-16,-12 7 0 16,0 0 0-16,0 0 0 15,7 7 0-15,-7 3 0 16,0-10 0-16,0 21 0 0,-2-8-46 16,2 0-43-16,-3-6-1 15</inkml:trace>
  <inkml:trace contextRef="#ctx0" brushRef="#br1" timeOffset="65667.45">22075 10100 433 0,'0'0'5'0,"0"0"2"0,0 0 2 0,0 0 2 15,0-10 0-15,0 10 0 16,0 0 1-16,8-11 0 15,-8 11-12-15,15-3 0 16,-3 3 0-16,4-1 0 0,5 1-21 16,11 1-63-16,-9-1-4 15</inkml:trace>
  <inkml:trace contextRef="#ctx0" brushRef="#br1" timeOffset="65817.73">22063 10228 419 0,'0'0'5'0,"0"0"1"16,-10 3 2-16,10-3 1 0,0 0 3 16,0 0-1-16,18 5 1 15,-2-5-3-15,17 0-13 16,-1 10-68-16,16-10-10 16</inkml:trace>
  <inkml:trace contextRef="#ctx0" brushRef="#br1" timeOffset="66803.03">22952 9933 439 0,'0'0'6'0,"0"0"3"0,-5-9 2 0,5 9 1 0,-2-12 1 16,2 1 0-16,0 2-5 16,0-4-8-16,5 3 0 15,3 0 0-15,1 2 0 0,3 4 0 16,2 1 0-16,2 1 0 15,0 2 0-15,1 2 0 16,-1 5 0-16,-3-1 0 16,0 6 0-16,-5-2 0 15,-6 5 0-15,-2-3 0 0,-10 3 0 16,-5-3 0-16,-2 6 0 16,-3-6 0-16,0 0 0 15,1 3 0-15,1-5 0 0,3 2 0 16,9-4 0-16,4 2 0 15,2 0 0-15,6 0 0 16,11 2 0-16,1-2 0 16,1 2 0-16,8 1 0 0,-2-3 0 15,5 0 0-15,-2 5 0 16,-3-3 0-16,-4-2 0 16,-3-1 0-16,-8-1 0 15,0 2 0-15,-10 0 0 0,-8-2 0 16,-6-3 0-16,-11-1 0 15,-5 1 0-15,-5-2 0 16,-4-1 0-16,-4-2 0 16,-2 0 0-16,8 0 0 0,8 0-28 15,13 0-58-15,-1-2-4 16</inkml:trace>
  <inkml:trace contextRef="#ctx0" brushRef="#br1" timeOffset="67699.94">19802 11628 499 0,'0'0'2'0,"0"0"2"0,0 0 0 0,0 0-2 16,0 0-2-16,0 11 0 15,0 3 0-15,0 3 0 0,-3 6 0 16,3 3 0-16,0 6 0 15,0 1 0-15,0-3 0 16,0-1 0-16,3-1 0 16,-1-9 0-16,3-3 0 15,-3-7 0-15,-2-9 0 0,0 0 0 16,0 0 0-16,0 0 0 16,6-9 0-16,-6-8 0 15,0-4 0-15,0-4 0 16,0-4 0-16,3-7 0 15,-1 7 0-15,3-8 0 0,0 5 0 16,2 2 0-16,3 8 0 16,-2 0 0-16,1 7 0 0,2 10 0 15,3 5 0-15,1 7 0 16,0 8 0-16,3 8 0 16,1-1 0-16,-3 5 0 15,0 1 0-15,-5-3 0 0,1-4 0 16,-5-1 0-16,-2-7 0 15,-3-4 0-15,-2-9 0 16,0 0 0-16,0 0 0 16,0 0 0-16,-2-4 0 0,2-10 0 15,0 3 0-15,0-9 0 16,2-5 0-16,9 0 0 16,1-4 0-16,4 0 0 15,-1 1 0-15,9 3 0 16,-4 5 0-16,-3 2 0 0,3 14 0 15,-3 4 0-15,1 4 0 16,-4 14 0-16,-1 2 0 16,2 2 0-16,-2 5 0 0,1-2 0 15,-1 2 0-15,2-2 0 16,0-8-20-16,-5 3-66 16,4-7-4-16</inkml:trace>
  <inkml:trace contextRef="#ctx0" brushRef="#br1" timeOffset="67899.57">20607 11621 472 0,'0'0'5'0,"0"0"2"0,0 0 2 0,0 0 1 16,0 0-2-16,0 0-8 15,7 4 0-15,-7-4 0 0,10 0 0 16,2 0 0-16,-1 0 0 15,6 0 0-15,1-7 0 16,-6 7-81-16,8 0-9 16</inkml:trace>
  <inkml:trace contextRef="#ctx0" brushRef="#br1" timeOffset="68049.62">20559 11767 454 0,'0'0'3'0,"0"0"2"16,0 0 1-16,0 0 2 0,6 5 1 15,-6-5 1-15,22 0 0 16,-5 0-4-16,6 0-6 16,9-3 0-16,5-4-6 15,0-1-77-15,11 1-3 16</inkml:trace>
  <inkml:trace contextRef="#ctx0" brushRef="#br1" timeOffset="68816.77">21004 11497 477 0,'0'0'4'0,"0"0"1"0,0-10 2 0,0 10 0 16,5-15 0-16,3 5-3 15,4-1-4-15,3 0 0 0,7 1 0 16,3 2 0-16,5 6 0 16,0 2 0-16,-2 0 0 15,1 5 0-15,-9 4 0 16,-3 4 0-16,-5 2 0 0,-9-1 0 16,-3 2 0-16,-12 1 0 15,-6-2 0-15,1 2 0 16,-8-2 0-16,5-3 0 15,-2 1 0-15,7-3 0 0,5 0 0 16,10-10 0-16,0 17 0 16,15-7 0-16,7-3 0 15,8 3 0-15,10-2 0 16,3 1 0-16,1 1 0 16,-1 3 0-16,-1-1 0 0,-8 0 0 15,-6 1 0-15,-11 2 0 16,-9-1 0-16,-8 4 0 15,-11-3 0-15,-11 2 0 0,-7 1 0 16,-6 0 0-16,-8-4 0 16,-4 3 0-16,-5-4 0 15,-1 2-22-15,4-3-62 16,-6-2-5-16</inkml:trace>
  <inkml:trace contextRef="#ctx0" brushRef="#br1" timeOffset="69249.89">19496 12228 400 0,'-7'2'5'0,"-12"5"1"0,-2 1 2 0,-1 2 2 0,-6 0 1 15,1 2 0-15,-1 0 1 16,1 1 0-16,10-3-4 15,7 0 0-15,7 2-2 16,3-12 0-16,13 18-1 16,12-14-2-16,12 2-3 0,18-6 0 15,22 0 0-15,22-3 0 16,25-7 0-16,20-5 0 16,24 0 0-16,25-2 0 0,8-1 0 15,10 6 0-15,5-2 0 16,-2 6 0-16,-10-1 0 15,-6 5 0-15,-18 2 0 16,-26 2 0-16,-25 0 0 0,-24 0 0 16,-29 0 0-16,-19 0 0 15,-22 0 0-15,-20 0 0 16,-15 0 0-16,-17 0 0 16,-16 2 0-16,-6-2 0 0,-11 0 0 15,-15 0 0-15,-6 0 0 16,-14-2-90-16,-9-3-4 15</inkml:trace>
  <inkml:trace contextRef="#ctx0" brushRef="#br1" timeOffset="70132.5">19218 11393 479 0,'0'0'4'0,"0"0"0"0,0 0 1 0,0 0 0 15,0 0 0-15,-3 25 1 16,1 8-3-16,0 17-3 16,-1 13 0-16,1 12 0 0,-1 11 0 15,1 5 0-15,-4 1 0 16,4-3 0-16,-3-12 0 16,3-4 0-16,-3-10 0 0,2-14 0 15,-4-9 0-15,1-11 0 16,4-11 0-16,2-18 0 15,0 0 0-15,0 0-5 16,-11-24-4-16,7-9-1 0,2-6-1 16,-3-14 0-16,-1-5 1 15,-1-10 1-15,0-6 1 16,0-8 2-16,0-5 3 16,-2 2 2-16,5-3 4 15,1 9 2-15,3 4 2 0,0 8 3 16,3 13 0-16,6 10-1 15,7 6 1-15,6 16 0 16,8 2-1-16,12 13-2 0,8 2-4 16,17 5-3-16,9 0 0 15,16 2 0-15,13 3 0 16,17 0 0-16,10-2 0 16,9-3 0-16,8-3 0 15,7-7 0-15,-2-2 0 0,9-5 0 16,-7-3 0-16,-2-2 0 15,-13-3 0-15,-8-3 0 16,-9 1 0-16,-16-4 0 0,-13 0 0 16,-18 1 0-16,-14 3 0 15,-17 0 0-15,-11 4 0 16,-12 6 0-16,-10 2 0 16,-11 5 0-16,-2 10 0 0,-8 0 0 15,-4 17 0-15,0 8 0 16,-4 16 0-16,-1 13 0 15,0 18 0-15,-4 14 0 16,7 16 0-16,4 7 0 16,-3 8 0-16,6 9 0 0,0 0 0 15,-1-2 0-15,0-6 0 16,4-5 0-16,-4-15 0 16,-5-6 0-16,1-10 0 0,-2-15 0 15,3-15 0-15,2-7 0 16,-4-16-17-16,-5-14-74 15,18-15-3-15</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4:05:22.489"/>
    </inkml:context>
    <inkml:brush xml:id="br0">
      <inkml:brushProperty name="width" value="0.05292" units="cm"/>
      <inkml:brushProperty name="height" value="0.05292" units="cm"/>
      <inkml:brushProperty name="color" value="#00B0F0"/>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00B050"/>
    </inkml:brush>
    <inkml:brush xml:id="br3">
      <inkml:brushProperty name="width" value="0.05292" units="cm"/>
      <inkml:brushProperty name="height" value="0.05292" units="cm"/>
      <inkml:brushProperty name="color" value="#FFC000"/>
    </inkml:brush>
  </inkml:definitions>
  <inkml:trace contextRef="#ctx0" brushRef="#br0">2422 13253 204 0,'0'0'8'0,"0"0"5"0,0 0 5 0,-3-10 4 16,3 10 1-16,0 0 2 15,-6-10 0-15,6 10-1 0,-9 6-5 16,-2 10-6-16,-3 12-5 16,-6 19-2-16,-5 7-3 15,-4 10-2-15,-6 13 1 16,-2 7 1-16,-4 6-1 0,1 1 2 16,1 3-1-16,-3-1 0 15,2-6 0-15,-2-2 0 16,4-2 0-16,3-7 0 15,1-4-1-15,-1-11 0 0,8-8 0 16,4-11-1-16,6-7-1 16,2-13-2-16,5-4-2 15,3-8-3-15,7-10-5 16,0 0-13-16,0 0-46 0,7-23-10 16</inkml:trace>
  <inkml:trace contextRef="#ctx0" brushRef="#br0" timeOffset="366.84">2811 13800 292 0,'0'0'7'0,"-2"8"2"0,-6 5 2 0,-4 9 2 16,-3 5 1-16,-4 7 2 16,-6 11 0-16,-5 9 1 15,0 8-6-15,-7 3-2 16,1 4-2-16,-1 3-1 0,2 0-2 15,-2 0 0-15,5-3-1 16,-5-5 0-16,7 3-1 0,0-7 0 16,5-6-1-16,0-6-4 15,11-9-3-15,1-9-10 16,8-8-19-16,12-10-44 16,-7-12-2-16</inkml:trace>
  <inkml:trace contextRef="#ctx0" brushRef="#br0" timeOffset="684.95">3487 14090 271 0,'0'0'7'0,"2"7"0"0,-2 4 5 16,0 1 2-16,0 8 3 16,-5 6 1-16,-7 12 1 0,-5 4 2 15,-3 3-6-15,-7 11-2 16,-5 5-3-16,-1 0-2 16,1 6-2-16,-4 1-4 15,4-4 0-15,0-5-1 0,2 0-1 16,6-9-4-16,4-3-9 15,0-10-18-15,3-10-46 16,14-8-3-16</inkml:trace>
  <inkml:trace contextRef="#ctx0" brushRef="#br0" timeOffset="1000.13">4160 14380 356 0,'0'0'2'15,"0"0"2"-15,0 0 4 16,0 10 1-16,0 5 2 0,-4 10 1 16,-8 9 1-16,-6 9 1 15,-5 14-1-15,-7 8-3 16,-2 3-2-16,-8 9-2 15,-2 5-1-15,2-3-2 0,1 2-2 16,-1 1 0-16,6 0 0 16,1-4-1-16,3-2-1 15,5-4-2-15,5-5-4 0,1-7-5 16,8-9-11-16,-1-4-37 16,10-12-23-16,2-14-4 15</inkml:trace>
  <inkml:trace contextRef="#ctx0" brushRef="#br0" timeOffset="1372.18">4655 14670 378 0,'0'0'1'0,"0"0"1"16,0 7 1-16,-7 11 1 16,-3 6 1-16,-8 19 2 15,-5 9 1-15,-6 13 2 16,-8 14-1-16,-5 12 2 0,-4 6-2 16,-3 6 0-16,-6 7-2 15,1-4-1-15,2 1-2 16,-3 0 0-16,0-5-2 15,0 1-1-15,0-7 0 16,6-2-1-16,2-5 0 0,2-9-1 16,8-8-2-16,10-13-5 15,0-11-5-15,13-11-4 16,2-15-14-16,12-22-47 16,0 0-8-16</inkml:trace>
  <inkml:trace contextRef="#ctx0" brushRef="#br0" timeOffset="1685.7">5194 15121 355 0,'0'0'3'15,"0"16"1"-15,-4 2 4 16,-7 12 2-16,-3 8 2 16,-7 11 1-16,-4 11 1 0,-7 14 1 15,-8 5-3-15,-4 8-1 16,-6 4-2-16,-2 8-3 16,-3-2-1-16,-1 2-2 15,1-2 0-15,0-5-2 0,5-3 0 16,3-10-2-16,8-13-3 15,6-5-8-15,3-20-11 16,13-6-60-16,9-17-1 16</inkml:trace>
  <inkml:trace contextRef="#ctx0" brushRef="#br0" timeOffset="1986.26">5694 15443 335 0,'0'0'4'0,"9"3"4"0,-9-3 3 16,8 16 4-16,-8 2 1 16,0 7 0-16,-5 10 2 15,-7 9-1-15,-11 8-3 16,-4 10-3-16,-11 10-3 0,-1 2-3 15,0 5-1-15,-9 3-1 16,6 0-1-16,-1-2-1 16,1-1-1-16,5-10-2 15,7-5-5-15,5-9-7 0,7-6-11 16,14-3-55-16,4-25-3 16</inkml:trace>
  <inkml:trace contextRef="#ctx0" brushRef="#br0" timeOffset="2252.01">6424 15687 438 0,'0'0'0'0,"0"0"2"15,8 17 1-15,-4-9 1 16,-1 10 1-16,-3 10 0 15,0 4 1-15,-7 15 1 16,-5 4-1-16,-11 9 0 0,-2 7-2 16,-10 10-1-16,-4-1-1 15,-2 2 0-15,-3-1-3 16,5-8-3-16,-4-10-7 0,13-5-22 16,23-13-51-16,-9-22-2 15</inkml:trace>
  <inkml:trace contextRef="#ctx0" brushRef="#br0" timeOffset="2500.16">7294 15701 506 0,'0'0'1'0,"0"10"-1"15,2 2 1-15,1 8 0 16,-3 10 1-16,0 6-2 15,0 17 0-15,-12 6 0 16,-6 13 0-16,-7 2 0 0,-8 8 0 16,-8-1 0-16,-5 1 0 15,-3 0 0-15,-3-13 0 16,10-3-7-16,-4-15-37 16,12-12-44-16,15-14-2 0</inkml:trace>
  <inkml:trace contextRef="#ctx0" brushRef="#br0" timeOffset="2733.82">8101 15773 504 0,'0'0'1'0,"11"1"-1"15,1 6 0-15,0 7 1 0,-4 7-1 16,-1 10 1-16,-2 10 1 15,-5 14 0-15,-5 10-2 16,-13 7 0-16,-14 9 0 16,-3 6 0-16,-7 2-5 15,-5-4-6-15,5-6-16 0,10-7-57 16,-3-15-4-16</inkml:trace>
  <inkml:trace contextRef="#ctx0" brushRef="#br0" timeOffset="2900.14">8722 16154 511 0,'0'0'0'0,"-7"25"0"0,0 0 0 16,0 8 0-16,-4 5 0 16,-1 14-9-16,-8 0-15 15,-15 15-63-15,3-1-3 16</inkml:trace>
  <inkml:trace contextRef="#ctx0" brushRef="#br0" timeOffset="3533.5">3422 15745 359 0,'0'0'2'0,"0"0"2"0,-2 10 1 15,-5 5 0-15,0 6 1 0,-7 19 2 16,-5 10 0-16,-8 12 0 16,-3 10-2-16,-5 10 0 15,-8 5-2-15,-1 2 0 16,-4 3-2-16,2-9 0 16,-2-10-2-16,9-7-4 0,2-13-7 15,9-12-33-15,8-11-34 16,6-12-3-16</inkml:trace>
  <inkml:trace contextRef="#ctx0" brushRef="#br0" timeOffset="3769.02">3226 15643 361 0,'0'0'2'0,"0"0"3"0,-13-2-1 16,13 2 2-16,-16 10 2 16,-2 7-1-16,-6 13 0 0,-10 12 0 15,-3 16-2-15,-7 12-1 16,-4 16-2-16,-9 8-4 16,1 1-14-16,-22 8-60 0,26 0-4 15</inkml:trace>
  <inkml:trace contextRef="#ctx0" brushRef="#br1" timeOffset="55534.06">4668 13937 374 0,'0'0'9'0,"0"0"2"0,0 0 3 0,-5-8 2 0,5 8 2 16,0 0 1-16,0 0 0 0,0 0 0 15,0 0-7-15,0 0-12 16,-6 8 0-16,6 7 0 16,3 7 0-16,0 0 0 0,-1 10 0 15,3 4 0-15,-2 0 0 16,1-1 0-16,1-1 0 15,-2 1 0-15,1-7 0 16,-4-4 0-16,6-7 0 16,-3-1 0-16,-1-4 0 0,-2-12 0 15,2 13 0-15,-2-13 0 16,0 0 0-16,0 0 0 16,3-13 0-16,-3 1 0 15,0-4-9-15,0-1-18 16,-3-3-59-16,3-2-4 0</inkml:trace>
  <inkml:trace contextRef="#ctx0" brushRef="#br1" timeOffset="56250.2">4601 13677 360 0,'0'0'6'0,"-4"-11"5"0,4 11 2 0,-4-14 1 15,-4 3 1-15,-1 4 2 16,-4-5 1-16,-2 5 0 0,-5 1-5 16,1 6-4-16,-1 13-2 15,-3 5-2-15,0 11 0 16,-1 5-5-16,4 11 0 0,2 7 0 15,1 6 0-15,8 6 0 16,1 0 0-16,8 1 0 16,0-4 0-16,4-1 0 15,9-3 0-15,4-5 0 0,8-3 0 16,3-11 0-16,4-1 0 16,5-5 0-16,1-5 0 15,4-4 0-15,0-8 0 16,1-6 0-16,-6-4 0 15,2-5 0-15,-2-9 0 16,-1-9 0-16,-4-9 0 0,1-5 0 16,-4-8 0-16,-5-10 0 15,4-4 0-15,-8-8 0 16,-3-7 0-16,-6-3 0 0,-7-8 0 16,-4 4 0-16,-15-4 0 15,-2 6 0-15,-13 0 0 16,0 12 0-16,-7 8 0 0,-6 10 0 15,-3 10 0-15,0 10 0 16,-3 9 0-16,2 13 0 16,-2 9 0-16,-4 18 0 15,1 12 0-15,3 20 0 16,-4 10 0-16,9 24-12 0,-4 16-79 16,0 12-3-16</inkml:trace>
  <inkml:trace contextRef="#ctx0" brushRef="#br1" timeOffset="60083.88">8149 10274 441 0,'0'0'4'0,"0"0"3"0,0 0 1 15,2-13 1-15,-2 13 1 16,6-18 0-16,3 6 1 16,-1 2 0-16,-1-5-11 0,5 2 0 15,4 1 0-15,-4 2 0 16,2 2 0-16,4 2 0 15,-3 3 0-15,0 0 0 16,-3 3 0-16,1 6 0 0,-6 4 0 16,0 6 0-16,-1 2 0 15,-4 5 0-15,-2 3 0 16,-2 5 0-16,-6-5 0 16,-2 4 0-16,-2-5 0 0,-1 0 0 15,3-3 0-15,1-5 0 16,3-5 0-16,4-4 0 15,2-8 0-15,0 0 0 16,8 8 0-16,4-11 0 0,2-4 0 16,4-5 0-16,2-1 0 15,2-5 0-15,1 1 0 16,-4 1 0-16,3-1 0 16,-6 3 0-16,1 2 0 0,-4 2 0 15,-6 5 0-15,-7 5 0 16,13-10 0-16,-13 10 0 15,0 0 0-15,0 0 0 16,0 0 0-16,0 0-24 0,0 0-64 16,-15 7-3-16</inkml:trace>
  <inkml:trace contextRef="#ctx0" brushRef="#br1" timeOffset="60567.3">8198 9918 423 0,'0'0'4'0,"0"0"3"0,-12-5 0 16,0 0 2-16,-1 5-1 15,-4 0 2-15,-3 5 0 16,-8 6 0-16,-2 11-3 0,3 6-3 15,2 8 0-15,6 9-1 16,-4 7-1-16,11 4 1 16,4 9-3-16,8-3 0 0,6-1 0 15,8 2 0-15,9-6 0 16,2-4 0-16,7-12 0 16,5-6 0-16,7-9 0 15,-1-9 0-15,6-9 0 0,1-8 0 16,-1-7 0-16,4-11 0 15,-5-8 0-15,-2-6 0 16,-6-11 0-16,2-4 0 16,-9-5 0-16,-8-2 0 0,-8-3 0 15,-11-5 0-15,-6 2 0 16,-4-4 0-16,-15 7 0 16,-11 3 0-16,-10 1 0 15,-7 12 0-15,-8 11 0 16,-2 10 0-16,-3 18 0 0,-4 9 0 15,-1 18 0-15,8 17 0 16,-4 11 0-16,18 13-61 16,6 18-31-16</inkml:trace>
  <inkml:trace contextRef="#ctx0" brushRef="#br1" timeOffset="64150.23">6590 11772 250 0,'0'0'5'0,"0"0"3"0,0 0 2 0,0 0 2 16,0 0 1-16,0 0-3 15,0 0 1-15,0 0 1 16,-4 17-6-16,4 6-3 0,1 8-2 16,10 12-1-16,-3 6 0 15,2 10 0-15,-3 6 1 16,0 7 0-16,1 0-1 16,-3 0-3-16,-5-3-4 0,2-10-15 15,-2-2-25-15,0-9-22 16</inkml:trace>
  <inkml:trace contextRef="#ctx0" brushRef="#br1" timeOffset="64449.64">6946 11618 18 0,'3'17'1'15,"-3"10"2"-15,7 12 0 0,2 9 1 16,2 9-2-16,0 13-27 16</inkml:trace>
  <inkml:trace contextRef="#ctx0" brushRef="#br1" timeOffset="66083.13">8944 8700 233 0,'0'0'0'0,"0"0"0"0,0 5 3 15,3 12 2-15,-1 5 0 16,0 16 2-16,3 9 0 16,0 15 1-16,7 12 1 0,-1 12-3 15,-2 6-2-15,7 3 1 16,-2-1-1-16,1-2-2 15,0-6 0-15,0-4 0 16,0-6-2-16,-3-9-3 16,-2-5-17-16,-3-15-31 0,3 1-14 15</inkml:trace>
  <inkml:trace contextRef="#ctx0" brushRef="#br1" timeOffset="66749.77">12884 7454 253 0,'0'0'3'0,"0"0"-1"0,0 0-1 16,0 0 3-16,0 4 1 15,6 12-1-15,-1 6 2 16,2 10-1-16,0 12-2 0,4 2 0 16,-4 15 3-16,2 7-2 15,4 1-1-15,-5-3 0 16,1 4-5-16,-4-6-12 16,3-9-32-16,-1 4-17 15</inkml:trace>
  <inkml:trace contextRef="#ctx0" brushRef="#br1" timeOffset="67034.44">13687 7315 344 0,'0'0'1'0,"0"0"0"16,0 13 0-16,0 1 0 0,-5 11 1 15,2 10 0-15,1 10 1 16,-1 9 0-16,3 8 0 16,0 4 1-16,0 4-4 15,8 2-3-15,-3-2-7 16,7-8-34-16,3-1-25 0,3-7-5 15</inkml:trace>
  <inkml:trace contextRef="#ctx0" brushRef="#br1" timeOffset="67301.09">15076 7067 369 0,'0'0'0'16,"11"0"0"-16,0 2-1 0,0 8-2 15,-4 14 3-15,-2 2-2 16,-3 19 1-16,-2 12 1 16,-7 7-1-16,-9 8 1 15,-1 8-2-15,-5-2-7 16,3 4-15-16,6-5-25 15,1-5-23-15</inkml:trace>
  <inkml:trace contextRef="#ctx0" brushRef="#br1" timeOffset="67501.03">15879 7136 392 0,'0'11'0'16,"0"3"1"-16,2 16-2 15,1 3-2-15,-3 10-8 16,0 7-8-16,-3 5-28 0,3 9-25 16,-2-4-5-16</inkml:trace>
  <inkml:trace contextRef="#ctx0" brushRef="#br1" timeOffset="67683.1">17392 6953 425 0,'0'10'2'16,"5"19"0"-16,-3 19 1 15,0 19-5-15,-2 19-72 0,0 16-1 16</inkml:trace>
  <inkml:trace contextRef="#ctx0" brushRef="#br1" timeOffset="72533.47">7312 13053 397 0,'0'0'7'0,"0"0"3"0,0 0 2 15,-4-6 1-15,4 6 1 0,0 0 1 16,-5-14 0-16,5 14 1 16,0-11-8-16,0 11-4 0,5-10-4 15,-5 10 0-15,13-9 0 16,-6 3 0-16,3 5 0 15,3-2 0-15,-1 0 0 16,4 3 0-16,-4 0 0 0,1 0 0 16,-4 3 0-16,1 1 0 15,-10-4 0-15,13 13 0 16,-13-13 0-16,0 18 0 16,0-9 0-16,-4 1 0 15,0 1 0-15,-1-3 0 0,5-8 0 16,-10 11 0-16,10-11 0 15,0 0 0-15,0 0 0 16,0 0 0-16,0 0 0 16,0 0 0-16,12 7 0 0,-5-7 0 15,4 0 0-15,1 0 0 16,-2 0 0-16,5 0 0 16,-3 0 0-16,1 0 0 15,-1 0 0-15,-1 3 0 0,-11-3 0 16,12 13 0-16,-10-4 0 15,-2 1 0-15,-2 5 0 16,-3-2 0-16,-8-1 0 0,-1 2 0 16,-4 2 0-16,-4-4 0 15,2-2 0-15,-3-3 0 16,4-2-2-16,-4-2-5 16,6-1-4-16,0-2-9 15,6-7-32-15,4 0-33 0,0-6-3 16</inkml:trace>
  <inkml:trace contextRef="#ctx0" brushRef="#br1" timeOffset="73516.38">7420 12795 381 0,'0'0'7'0,"0"0"1"0,-9-5 2 0,9 5 2 16,-18-6 1-16,6 5 0 16,-1-2 1-16,-1 3 0 15,-2 0-5-15,2 0-4 0,2 10-1 16,-6 2-2-16,2 8 0 15,2 2-1-15,2 8 0 16,-1 5-1-16,3 2 0 16,6 3 0-16,1 2-1 0,3 2 2 15,5-2-2-15,2 1 0 16,3-6 0-16,8-1 1 16,2-5-1-16,-3-5 1 15,8-1 0-15,0-7 0 16,0-4 1-16,1-6-1 0,2-6 1 15,4-2 0-15,-2-7 0 16,0-6 1-16,-1-3 1 16,-1-7-1-16,2-1 1 0,-5-4 0 15,-3-1-1-15,0-4-2 16,-4-1 0-16,-4-4 0 16,-3 1 0-16,-6-2 0 15,-5-4 0-15,-3 4 0 0,-10-1 0 16,-6 1 0-16,-4 4 0 15,-4 3 0-15,-8 7 0 16,-2 7 0-16,-2 3 0 16,-2 11 0-16,2 4 0 0,-1 2 0 15,6 8 0-15,-4 0 0 16,14 5 0-16,-1 0 0 16,9 2 0-16,7-10-30 15,9 6-58-15,12-6-4 16</inkml:trace>
  <inkml:trace contextRef="#ctx0" brushRef="#br1" timeOffset="74433.81">9545 9993 352 0,'0'0'7'0,"0"0"3"0,0 0 1 15,0 0 2-15,0 0-1 16,0 0 0-16,0 0 1 16,0 0 0-16,0 0-5 15,0 7-3-15,2 3-1 0,-2 2-1 16,0 3 0-16,0 5 0 16,0-1-1-16,-5 2 0 15,-4-1 0-15,-2-3-1 16,-1 0 0-16,5-5 0 0,-6-1 0 15,13-11 0-15,-14 13 0 16,14-13-1-16,0 0 1 16,0 0 0-16,2-13 0 0,8 2 0 15,5-3 1-15,-3-1-1 16,8-5 1-16,2 3 0 16,-2 2 1-16,0-2-1 15,0 2-1-15,-5 2 1 0,-1 4-1 16,-3 1-2-16,1 3-5 15,-12 5-12-15,12-27-61 16,-12 27-7-16</inkml:trace>
  <inkml:trace contextRef="#ctx0" brushRef="#br1" timeOffset="74650.12">9557 9951 420 0,'0'0'6'0,"0"0"2"16,0 0 0-16,0 0 0 16,0 0 0-16,3 7 1 15,0 0-1-15,-2 6 0 16,5 2-4-16,1 7-4 0,0 0 0 16,4 3-1-16,-1 0-5 15,2-3-6-15,-2-5-13 16,0 1-57-16,-3-3-2 0</inkml:trace>
  <inkml:trace contextRef="#ctx0" brushRef="#br1" timeOffset="75132.99">9495 9768 386 0,'0'0'5'15,"0"0"1"-15,-13-3 2 0,4 3 0 16,-1 0 1-16,0 10 1 16,-4 0-1-16,-2 5 2 15,4 11-5-15,-3 5-1 16,3 6-2-16,4 2 0 0,0 9-1 16,6 1-1-16,2 0 0 15,2 1-1-15,3-5 0 16,8-3-1-16,-1-5 1 0,8-5 0 15,5-7 0 1,5-5 0-16,0-7 2 0,0-9-1 16,5-4 1-16,4-7 1 15,-2-8 0-15,0-7 1 16,-4-3 1-16,-3-7 0 0,-8-1 0 16,-2-4 0-16,-6-2-1 15,-5-1-4-15,-9-10 0 16,-3 3 0-16,-10-2 0 15,-7-1 0-15,-6 3 0 0,-7 3 0 16,-5 6 0-16,-1 6 0 16,-3 13 0-16,-3 5 0 15,3 14 0-15,-1 14 0 0,3 8 0 16,8 20 0-16,0 5-7 16,9 17-81-16,11 11-2 15</inkml:trace>
  <inkml:trace contextRef="#ctx0" brushRef="#br1" timeOffset="77283.69">13886 6304 341 0,'0'0'9'0,"0"0"6"0,0 0 1 0,0 0 4 15,0-10 0-15,0 10 1 16,0 0 0-16,0 0 0 16,-10-8-9-16,10 8-4 0,-8 0-3 15,8 0-3 1,-15 18-2-16,8-8 0 0,-1 0 0 15,3 2 0-15,0 4 0 16,3-7 0-16,2 2 0 16,2-2 0-16,-2-9 0 0,21 12 0 15,-5-9 0-15,2-1 0 16,3 1 0-16,-2-3 0 16,1 2 0-16,3-2 0 15,-7 3 0-15,0 0 0 0,-2-1 0 16,-4 0 0-16,1 3 0 15,-11-5 0-15,9 10 0 16,-9-10 0-16,-2 13 0 16,2-13 0-16,-23 19 0 0,9-9 0 15,-4 0 0-15,-5 0 0 16,2-3 0-16,-4 3 0 16,2-7 0-16,4 2 0 15,-4-5-6-15,8 0-32 0,15 0-48 16,-10-12 0-16</inkml:trace>
  <inkml:trace contextRef="#ctx0" brushRef="#br1" timeOffset="77484.87">13833 6285 433 0,'0'0'6'0,"0"0"1"0,0 0 2 0,6-7 1 0,-6 7 0 15,12-17 0-15,2 10 1 16,0-3-1-16,-2-2-5 16,3 2-5-16,-1 1-2 15,7 5-13-15,-7 10-66 0,1-6-4 16</inkml:trace>
  <inkml:trace contextRef="#ctx0" brushRef="#br1" timeOffset="77951.25">13849 6081 388 0,'0'0'6'0,"0"0"3"16,-13-4 2-16,1 4 0 0,-6 0 3 16,-1 2 0-16,-6 8 1 15,-3 2 1-15,-2 8-6 16,0 7-2-16,3 9-2 0,2 0-3 15,3 9-3-15,4 4 0 16,6 3 0-16,8 3 0 16,4-1 0-16,2-4 0 0,12-3 0 15,7-5 0-15,9-8 0 16,4-4 0-16,5-12 0 16,12-5 0-16,-5-9 0 15,4-4 0-15,3-10 0 0,-2-2 0 16,0-13 0-16,-7-5 0 15,-4-2 0-15,-7-11 0 16,-6-3 0-16,-8-6 0 16,-6-2 0-16,-8-3 0 15,-7-3 0-15,-14 3 0 0,-9 6 0 16,-5 1 0-16,-12 13 0 16,1 7 0-16,-12 10 0 15,1 7 0-15,-5 8 0 16,2 10 0-16,3 8 0 0,5 7 0 15,4 7 0-15,9 0 0 16,13 11 0-16,5 6-45 16,16-7-44-16</inkml:trace>
  <inkml:trace contextRef="#ctx0" brushRef="#br1" timeOffset="78933.17">16875 5346 339 0,'0'0'8'0,"0"0"3"0,0 0 4 16,0 0 2-16,0 0 1 15,0 0 2-15,0 0 0 16,0 0 1-16,0 0-8 0,0 0-4 15,-10 7-3-15,2 3-1 16,1 5-1-16,-1 5-2 16,-1 2-1-16,1 0 1 15,5 8-2-15,1-8 0 0,2 3 0 16,2-3 0-16,7-4 0 16,0-4 0-16,1-1 0 15,5-6 0-15,2-4 0 16,1-3 0-16,-4-3 0 15,4-2 0-15,-4-7 0 16,0 0 0-16,-2-4 0 0,-5 2 0 16,-1-1 0-16,-6 0 0 15,-3 5 0-15,-5 0 0 0,-4 5 0 16,-4 4 0-16,4 1 0 16,-5 1 0-16,0 9 0 15,4 0 0-15,1 0 0 16,0 0-14-16,12 0-34 0,0-10-40 15,0 12-1-15</inkml:trace>
  <inkml:trace contextRef="#ctx0" brushRef="#br1" timeOffset="79367.03">16922 5217 386 0,'0'0'5'0,"0"0"2"0,-15-8 1 0,2 6 2 0,-4 2 1 0,-3 0 1 16,-4 2 1-16,-1 8-1 15,-5 7-3-15,3 8-2 16,2 7-2-16,2 6 0 0,6 1-1 16,5 8 0-16,4 3-1 15,5 0 0-15,3-1 0 16,5-2-1-16,10-5 0 15,2-2-2-15,6-7 0 0,7-7 0 16,0-6 0-16,7-10 0 16,0-5 0-16,6-5 0 15,-1-7 0-15,-2-11 0 16,-5-7 0-16,-1-4 0 16,-6-8 0-16,-4-8 0 0,-4-5 0 15,-10-6 0-15,-9-2 0 16,-1-1 0-16,-8 0 0 15,-12 4 0-15,-7 8 0 0,-8 10 0 16,-10 9 0-16,-5 10 0 16,-5 14 0-16,1 7 0 15,-1 12 0-15,4 7 0 16,13 13 0-16,1 12-60 16,19-8-29-16</inkml:trace>
  <inkml:trace contextRef="#ctx0" brushRef="#br1" timeOffset="80749.97">20239 8128 380 0,'0'0'7'0,"0"0"2"0,0 0 2 16,0 0 1-16,-5-8 1 16,5 8 1-16,0 0 0 15,0 0 1-15,0 0-4 16,0 0-2-16,0 0-2 0,5 2-1 16,8 1-3-16,1-3-3 15,4 0 0-15,4 0 0 16,3-3 0-16,0-4 0 15,0 2 0-15,-2 0 0 0,-4-5 0 16,-1 6 0-16,-6-5 0 16,-2 8 0-16,-10 1 0 15,7-6 0-15,-7 6 0 0,0 0 0 16,0 0 0-16,0 16 0 16,-4-4 0-16,-2 3 0 15,3 2 0-15,-6 8 0 16,4-3 0-16,-2 3 0 0,2-3 0 15,-1-2 0-15,4 0 0 16,-1-6 0-16,3 0 0 16,0-5 0-16,0-9 0 0,5 10 0 15,-5-10 0-15,0 0 0 16,0 0 0-16,0 0-34 16,13 0-53-16,-13 0-4 15</inkml:trace>
  <inkml:trace contextRef="#ctx0" brushRef="#br1" timeOffset="81333.24">20404 7863 390 0,'0'0'6'0,"0"0"2"0,-9-13 2 0,0 6 3 16,-3 2 0-16,-4-3 1 0,-6 3 1 16,0 4 0-16,-10 1-5 15,-3 14-2-15,2 5-1 16,-4 10-5-16,2 9-2 15,3 7 0-15,0 2 0 16,4 8 0-16,11-1 0 0,2 6 0 16,8-3 0-16,4 0 0 15,8-3 0-15,7-4 0 16,13-3 0-16,0-10 0 0,10-2 0 16,2-10 0-16,3-9 0 15,7-5 0-15,1-11 0 16,3-2 0-16,-1-12 0 15,0-3 0-15,-2-5 0 16,-4-10 0-16,-4-4 0 0,-8-2 0 16,-5-12 0-16,-12-5 0 15,-7-4 0-15,-8-4 0 16,-7-3 0-16,-9 3 0 0,-11 5 0 16,-8 3 0-16,-5 11 0 15,-7 12 0-15,-5 14 0 16,-6 13 0-16,-1 10 0 15,0 17 0-15,-1 13 0 0,8 17 0 16,-2 5-7-16,26 5-81 16,13 3-3-16</inkml:trace>
  <inkml:trace contextRef="#ctx0" brushRef="#br1" timeOffset="83716.89">21671 7850 314 0,'0'0'10'0,"0"0"3"0,4-12 4 16,-4 12 3-16,0-10 2 15,0 10 1-15,0-15 0 0,0 15 1 16,-4-13-8-16,4 13-6 16,-13-9-3-16,3 9-2 15,-2 0-2-15,-4 2-2 16,2 8-1-16,-1 0 0 0,0 5-1 16,2 0 0-16,4-3 1 15,1 5 0-15,6-3 1 16,2 3 0-16,2-9 0 0,8 5 1 15,3-5-2-15,6 2 0 16,1-3 0-16,2-2 0 16,1 0 0-16,-1 3 0 15,1-3 0-15,-6-1 0 0,1 4 0 16,-4-4 0-16,-3 5 0 16,-11-9 0-16,14 14 0 15,-14-1 0-15,0-4 0 16,-5 1 0-16,-7 0 0 15,2 0 0-15,-7-2 0 0,1-1 0 16,0-3 0-16,-5 2 0 16,6-6 0-16,-2 0 0 15,4-6 0-15,1-2 0 0,2-5 0 16,8-5 0-16,0 1 0 16,2-8 0-16,4 3 0 15,4-3 0-15,1 0 0 16,7 0 0-16,-4 3 0 15,1 5 0-15,-4-3 0 0,3 10 0 16,-3-1-4-16,-9 11-17 16,9 0-61-16,-9 0-6 15</inkml:trace>
  <inkml:trace contextRef="#ctx0" brushRef="#br1" timeOffset="84183.08">21613 7636 371 0,'0'0'8'0,"-5"-7"2"0,5 7 2 0,-17-11 1 0,5 6 0 0,-1-1 1 15,-4 4 0-15,-1 2 1 16,1 13-7-16,-3 8-3 0,0 9-1 15,5 7-1-15,3 6-1 16,4 4 1-16,5 4-1 16,3 5 1-16,3-7-1 15,8-2 0-15,8 0-1 0,3-8 2 16,4-6 0-16,3-6-3 16,1-4 0-16,2-12 0 15,6-4 0-15,-7-7 0 16,4 0 0-16,-2-10 0 15,-3-5 0-15,-1-6 0 0,-6-4 0 16,0-5 0-16,-7-6 0 16,0-5 0-16,-6-3 0 15,-8-9 0-15,-2 2 0 16,-10-3 0-16,-8 4 0 0,-7 0 0 16,-4 8 0-16,-4 7 0 15,-6 13 0-15,-3 7 0 16,-1 15 0-16,-1 11 0 0,9 14 0 15,-3 1 0-15,3 14-68 16,14 13-21-16</inkml:trace>
  <inkml:trace contextRef="#ctx0" brushRef="#br1" timeOffset="85567.1">22618 9668 312 0,'0'0'10'0,"0"0"3"0,7 0 5 0,-7 0 3 15,0 0 3-15,9-5 0 16,-9 5 1-16,10-7 1 15,-10 7-7-15,-2-15-6 0,2 15-7 16,-12-12-6-16,0 7 0 16,-2 2 0-16,0 3 0 0,-4 0 0 15,4 3 0-15,-6 2 0 16,7 4 0-16,1 2 0 16,2-2 0-16,5 4 0 15,3-3 0-15,2 2 0 16,2 1 0-16,5-4 0 0,8-3 0 15,0-3 0-15,2-3 0 16,3 0 0-16,0 0 0 16,0-9 0-16,-5 0 0 15,0-7 0-15,-2 7 0 0,-4-4 0 16,-4 3 0-16,-3 1 0 16,-2 9 0-16,0-12 0 15,0 12 0-15,0 0 0 16,-2 14 0-16,2 1 0 0,-2 5 0 15,-1 5 0-15,3-4 0 16,-2 9 0-16,-2 1 0 16,4-5 0-16,0-1 0 15,0-7 0-15,6-1 0 0,-6-2 0 16,3-8 0-16,-3-7 0 16,4 12 0-16,-4-12 0 15,0 0 0-15,0 0 0 16,0 0 0-16,0 0 0 0,5-7-19 15,-5 7-49-15,0-10-20 16,-5 1-2-16</inkml:trace>
  <inkml:trace contextRef="#ctx0" brushRef="#br1" timeOffset="86100.11">22530 9493 409 0,'0'0'5'0,"0"0"2"0,0 0 2 16,-13-8 0-16,13 8 1 15,-21-5 0-15,8 5 0 0,-10 5 1 16,1 7-5-16,2 9-2 16,-5 4-2-16,6 6 0 15,-1 8 0-15,4 6-1 16,7 3 1-16,4-4-2 16,5 3 1-16,2 0 0 0,10-7-1 15,6-6 1-15,7-3-1 16,5-6 1-16,5-6-1 15,2-6 1-15,5-7 0 0,0-6 1 16,3 0 0-16,-5-9 0 16,-5-4-2-16,-1-6 0 15,-6-1 0-15,-5-7 0 16,-11-3 0-16,-3-7 0 0,-9-2 0 16,0-4 0-16,-12-4 0 15,-8 0 0-15,-5 3 0 16,-5 6 0-16,-5 6 0 15,1 9 0-15,-3 9 0 0,-3 10 0 16,2 10 0-16,3 13 0 16,6 6 0-16,12 6-50 15,1 11-38-15</inkml:trace>
  <inkml:trace contextRef="#ctx0" brushRef="#br1" timeOffset="87884.15">22110 10483 362 0,'0'0'7'0,"0"0"3"0,0 0 4 0,0 0 1 16,0 0 2-16,2-9 1 0,-2 9 2 15,0 0-1-15,0 0-5 16,0 0-4-16,0 0-5 16,0 0-5-16,0 0 0 15,0 14 0-15,0 1 0 16,-2 6 0-16,2 1 0 15,-2 2 0-15,2 1 0 0,0-1 0 16,0 1 0-16,0-2 0 16,0-3 0-16,0-6 0 15,0 2 0-15,0-5-2 16,0-11-8-16,0 13-7 0,0-13-11 16,0 0-57-16,0 0-2 15</inkml:trace>
  <inkml:trace contextRef="#ctx0" brushRef="#br1" timeOffset="88300.42">22262 10506 450 0,'0'0'5'0,"0"0"0"15,0 0 0-15,0 0 1 16,0 7 0-16,-3 4 0 16,-1-3 0-16,-1 9 1 15,-1-4-5-15,1 7-2 16,0 3 1-16,3-3-1 16,-1-1 0-16,3-1 0 0,3-4 0 15,4-3 0-15,0-2 0 16,4-4 0-16,3-3 1 15,-1-2 0-15,2 0 1 0,-2-7 0 16,-4 3 1-16,3-6 0 16,-3-3-3-16,-5 1 0 15,-1-2 0-15,-3-4 0 16,-3 5 0-16,-5 1 0 0,-1-1 0 16,-3 6 0-16,-6 2 0 15,3 2 0-15,-2 3 0 16,0 0 0-16,1 3-24 15,7-8-54-15,-7 7-10 0</inkml:trace>
  <inkml:trace contextRef="#ctx0" brushRef="#br1" timeOffset="88799.71">22202 10343 403 0,'0'0'4'0,"0"0"1"16,0 0 2-16,-14-9 2 16,5 9-1-16,-3 0 2 15,-1 0 0-15,-6 0 1 16,-4 9-4-16,1 2-1 16,3 4-1-16,-6 8-1 0,4 2-1 15,5 2-1-15,-2 7 0 16,8-1 0-16,5 6-1 15,3-4-1-15,2 2 0 16,2 0 0-16,10-4 0 0,6 1 0 16,1-7 0-16,3-2 0 15,6-4 0-15,2-6 0 16,0-5 0-16,5-6 0 16,-3-4 1-16,3 0-1 0,-3-10 1 15,-2-2 1-15,0-4 1 16,-8-3 2-16,-1-3-5 15,-5-1 0-15,-6-9 0 16,-2 2 0-16,-5-8 0 0,-3-1 0 16,-9-2 0-16,-3-4 0 15,-4 6 0-15,-7-2 0 16,-2 7 0-16,0 4 0 0,0 10 0 16,-3 5 0-16,-1 11 0 15,4 4 0-15,-2 7 0 16,4 11 0-16,-2 3 0 15,8-1-73-15,7 15-18 16</inkml:trace>
  <inkml:trace contextRef="#ctx0" brushRef="#br1" timeOffset="90450.37">23200 11303 228 0,'0'0'10'0,"0"0"4"0,0 0 5 0,0 0 3 16,0 0 2-16,0 0 3 16,0 0 0-16,0 0 2 15,0 0-8-15,0-7-6 16,0 7-2-16,6-9-4 0,-6 9-2 16,15-21-1-16,-2 8-2 15,1-1-1-15,6-1-1 16,4 0-1-16,1-1 1 15,8-2-1-15,-1 0 0 16,4 4 0-16,-2 1 0 0,-1 1 0 16,-4 4-1-16,-1 1 2 15,-4 2-2-15,-3 2 1 0,1 1-1 16,-8 2 0-16,-1 0 0 16,-1 0-1-16,-12 0 1 15,12 0 0-15,-12 0 0 16,0 0-1-16,0 0 0 15,0 0-2-15,0 0-2 0,0 0-7 16,0 0-12-16,0 0-57 16,0 0-1-16</inkml:trace>
  <inkml:trace contextRef="#ctx0" brushRef="#br1" timeOffset="90766.54">23805 10939 444 0,'0'0'5'0,"0"0"2"0,0 0 1 0,0 0 0 16,0 0-1-16,0 0 0 15,0 0 0-15,9 10 1 0,-9 5-6 16,0 2 0-16,3 3 0 16,-3 3 0-16,3 1 0 15,-1-1-2-15,1 1 0 16,-1-4 0-16,1 0-6 16,-3-8-13-16,0-12-39 0,4 12-28 15,-4-12-2-15</inkml:trace>
  <inkml:trace contextRef="#ctx0" brushRef="#br1" timeOffset="90983.46">23929 10932 451 0,'0'0'5'16,"0"0"0"-16,0 0 1 0,0 0 0 15,0 0 2-15,0 12 0 16,2 3 0-16,1 2 2 15,-1 6-6-15,4-1-4 16,-6 5 0-16,5-2 0 16,-3 0 0-16,0-5 0 0,1-1-8 15,-1 16-67-15,1-25-12 16</inkml:trace>
  <inkml:trace contextRef="#ctx0" brushRef="#br1" timeOffset="91733">23892 10706 362 0,'0'0'6'0,"0"0"2"0,-12-10 2 0,12 10 0 16,-16-4 1-16,2 4 0 15,-2 0 1-15,-4 4 1 0,1 13-5 16,-6 7-2-16,1 7-1 15,0 7-1-15,3 6 0 16,0 6 1-16,4 1-2 16,5 1 1-16,2-2-1 0,8 0 0 15,2-6 0-15,4-2-1 16,8-7 1-16,4-3-3 16,3-1 0-16,4-10 1 0,4-3-1 15,3-5 0-15,2-6 0 16,0-7 1-16,6 0-1 15,-1-10 1-15,1-8 0 16,-1-4 0-16,2-1 1 0,-2-8 0 16,-7-2 0-16,0-7 0 15,-4-4-2-15,-4-6 0 16,-6-4 0-16,-3-3 0 16,-10-6 0-16,-6 5 0 15,-12 1 0-15,-2 4 0 0,-10 4 2 16,-1 12-2-16,-6 8 0 15,-3 8 0-15,-1 11 0 16,-2 10 0-16,1 8 0 0,-1 15 0 16,2 8 0-16,6 16 0 15,0 0-22-15,2 16-63 16,20-1-2-16</inkml:trace>
  <inkml:trace contextRef="#ctx0" brushRef="#br1" timeOffset="92700.47">22447 12986 448 0,'0'0'5'0,"0"0"1"0,0 0 1 15,0 0 0-15,0 0 1 16,0 0 0-16,0 0 0 0,11 14 1 16,-9 4-4-16,0 1-5 15,-2 3 0-15,6 3 0 16,-1 0 0-16,-3 0 0 15,3-2-10-15,-2-3-11 16,-3-6-63-16,4 1-3 0</inkml:trace>
  <inkml:trace contextRef="#ctx0" brushRef="#br1" timeOffset="93100.07">22637 12978 465 0,'0'0'5'0,"0"0"1"16,0 0 2-16,-3-10 1 0,3 10 0 15,0 0 0-15,-4-12-9 16,4 12 0-16,0 0 0 16,7-10 0-16,2 7 0 15,0 3 0-15,3 0 0 0,1 0 0 16,1 3 0-16,0 2 0 15,-1 8 0-15,-3-5 0 16,-5 10 0-16,1-2 0 16,-6 3 0-16,-4 3 0 0,-3 0 0 15,-3 0 0-15,-3-1 0 16,1 1 0-16,0-7 0 16,4-3 0-16,-1 0 0 15,9-12 0-15,-9 16 0 16,9-16 0-16,0 0 0 0,11 0 0 15,2-8 0-15,-1-2 0 16,8 0 0-16,-5-4 0 16,10 1 0-16,-14 1-66 0,8-8-23 15,-3-2 0-15</inkml:trace>
  <inkml:trace contextRef="#ctx0" brushRef="#br1" timeOffset="93566.83">22483 12676 392 0,'0'0'3'16,"-12"0"2"-16,-4 0 1 0,-3 7 3 15,-6 3 2-15,-10 5 1 16,-3 8 0-16,-4 11 2 16,1 6-2-16,0 7-2 15,4 7-1-15,5 8-4 16,7 5-1-16,8 0-1 0,6 4-1 15,11-4-2-15,6-5 0 16,13-5 0-16,9-2 2 16,11-16-2-16,6-3 0 15,10-11 0-15,7-11 0 0,3-9 0 16,4-5 0-16,-4-8 0 16,2-12 0-16,1-4 0 15,-6-9 0-15,-8-6 0 16,-2-5 0-16,-8-6 0 15,-6-7 0-15,-10-5 0 0,-10-5 0 16,-6-4 0-16,-7-4 0 16,-8 1 0-16,-15-1 0 15,-9 3 0-15,-10 7 0 0,-5 7 0 16,-8 10 0-16,-5 16 0 16,-7 10 0-16,-3 15 0 15,3 10 0-15,-5 18 0 0,5 14 0 16,0 15 0-1,10 8 0-15,11 15-9 0,27 1-81 16,-3 3-3-16</inkml:trace>
  <inkml:trace contextRef="#ctx0" brushRef="#br1" timeOffset="101567.25">21388 2876 383 0,'0'0'8'0,"0"0"1"0,0 0 3 0,0 0 0 0,0 0 0 16,0 12 1-16,0-12 0 15,0 14 1-15,2 0-7 16,0-3-2-16,3 2-1 15,2-1 0-15,1-1 0 0,7-4 1 16,5-4 1-16,2-3-6 16,5-8 0-16,6-7 0 15,4-8 0-15,-2-8 0 0,2-7 0 16,-2-6 0-16,0-7 0 16,-8-8 0-16,-4-1 0 15,-11-6 0-15,-5 7 0 16,-5 3 0-16,-4 6 0 15,-5 7 0-15,-5 11 0 16,-1 13 0-16,-3 3 0 0,2 16 0 16,-5 5 0-16,0 13 0 15,2 12 0-15,3 9 0 16,2 6 0-16,-2 9 0 0,7 3 0 16,7 3 0-16,5-1 0 15,7-8 0-15,8 2 0 16,3-13 0-16,4-8 0 15,1-5 0-15,2-9 0 0,2-7 0 16,-8 13-58-16,8-24-30 16</inkml:trace>
  <inkml:trace contextRef="#ctx0" brushRef="#br1" timeOffset="101766.72">21988 2692 444 0,'0'0'5'0,"0"0"4"0,0 0 1 0,0 0 1 0,5-4 0 15,-5 4 0-15,16-11-1 16,-4 7-10-16,5 0 0 16,-2-5 0-16,10 7-14 0,23-4-69 15,-24 2-3-15</inkml:trace>
  <inkml:trace contextRef="#ctx0" brushRef="#br1" timeOffset="101933.24">21983 2824 430 0,'0'0'5'16,"0"0"1"-16,0 0 2 16,0 0 2-16,12 8 0 15,-1-8 0-15,4 0 1 0,5 0-2 16,5-6-10-16,5-6-14 15,2 2-63-15,7 0-4 16</inkml:trace>
  <inkml:trace contextRef="#ctx0" brushRef="#br1" timeOffset="102133.79">22438 2574 495 0,'0'0'4'0,"0"0"0"0,0 0-1 16,0 0 0-16,0 0-1 16,0 17-2-16,0 0 0 15,0 1 0-15,3 7 0 16,2 1 0-16,-1 4 0 0,4 1 0 16,-6-6-35-16,6 1-47 15,-3-3-4-15</inkml:trace>
  <inkml:trace contextRef="#ctx0" brushRef="#br1" timeOffset="102634.24">22630 2574 494 0,'0'0'5'0,"0"0"1"15,0-13 0-15,0 13-6 16,0-15 0-16,0 6 0 15,4-4 0-15,4-4 0 0,0 4 0 16,4 3 0-16,0 0 0 16,6 6 0-16,-2-2 0 15,5 6 0-15,-8 6 0 16,1 3 0-16,-5 11 0 0,2 5 0 16,-11 5 0-16,0-3 0 15,-4 8 0-15,-9 0 0 16,-2 2 0-16,0 0 0 15,-6-5 0-15,2-5 0 16,4 1 0-16,3-7 0 0,2-3 0 16,2-3 0-16,6-5 0 15,2-10 0-15,8 10 0 16,6-10 0-16,2 0 0 16,8-5 0-16,1 0 0 0,2-2 0 15,-2-1 0-15,5 0 0 16,-7 1 0-16,-2 0 0 15,-5 1 0-15,-2 5 0 16,-3-2 0-16,-11 3 0 0,9-3 0 16,-9 3 0-16,0 0 0 15,0 0 0-15,0 0 0 16,-4 3 0-16,4-3 0 0,-13 7 0 16,-2-4 0-16,6-1-90 15,9-2-3-15</inkml:trace>
  <inkml:trace contextRef="#ctx0" brushRef="#br2" timeOffset="109183.95">5423 13916 388 0,'0'0'7'0,"0"0"3"0,0 0 1 0,0 0 3 15,0 0 0-15,0 0 1 16,0 0 1-16,0 0 1 16,0 0-5-16,0 0-5 15,0 0-7-15,0 0 0 0,0 0 0 16,0 0 0-16,0 0 0 15,0 0 0-15,0 0 0 16,0 6 0-16,0 4 0 16,2 2 0-16,0 3 0 0,4 4 0 15,-1 1 0-15,0 3 0 16,2 2 0-16,-2 0 0 16,0-3 0-16,0-3 0 15,0-1 0-15,-2-3 0 16,-1-2 0-16,0-5 0 0,-2-8 0 15,3 11 0-15,-3-11 0 16,0 0 0-16,0 0 0 16,0 0 0-16,0 0 0 0,0 0 0 15,0 0 0-15,0 0 0 16,0 0 0-16,0-11 0 16,0 11 0-16,-3-8 0 15,3 8 0-15,-2-13 0 0,2 13 0 16,0-10 0-16,0 0-17 15,0 10-74-15,0 0-3 16</inkml:trace>
  <inkml:trace contextRef="#ctx0" brushRef="#br2" timeOffset="111084.73">6938 14593 431 0,'0'0'7'0,"0"0"0"0,0 0 2 16,0 0 2-16,0 0 1 16,0 0 1-16,-3-10 0 15,3 10-5-15,0-10-8 16,0 1 0-16,9 1 0 0,-4-2 0 16,4-2 0-16,1 5 0 15,5-4 0-15,0 2 0 16,-2 4 0-16,1 2 0 15,-1 1 0-15,-1 2 0 0,0 2 0 16,-1 6 0-16,-4 1 0 16,-2 6 0-16,-3 0 0 15,-2 5 0-15,0 3 0 16,-2 2 0-16,-3-6 0 0,-2 3 0 16,-4 3 0-16,2-8 0 15,1 1 0-15,4-6 0 16,-1 0 0-16,5-12 0 15,-8 13 0-15,8-13 0 0,0 0 0 16,10 0 0-16,-3-3 0 16,5-5 0-16,4 0 0 15,-2-3 0-15,4-2 0 0,1 1 0 16,2 0 0-16,-4 2 0 16,3-3 0-16,-7 6 0 15,1-1 0-15,-3 4 0 16,-11 4 0-16,14-4 0 15,-14 4 0-15,0 0 0 0,0 0 0 16,10 0 0-16,-10 0 0 16,0 0 0-16,0 0 0 15,0 0 0-15,0 0 0 16,0 6 0-16,0-6 0 0,0 0 0 16,0 7 0-16,0-7 0 15,0 0 0-15,0 0 0 16,-5 10 0-16,5-10 0 15,0 0 0-15,0 0 0 16,0 0 0-16,0 0 0 0,0 0 0 16,-19-7-92-16,19 7-3 15</inkml:trace>
  <inkml:trace contextRef="#ctx0" brushRef="#br2" timeOffset="112899.9">9227 11118 371 0,'0'0'7'0,"0"0"4"0,0 0 2 16,-8-6 2-16,8 6 2 0,0 0 1 15,-5-9 1-15,5 9 1 16,0-18-6-16,3 11-8 16,2-3-6-16,3 0 0 15,1-2 0-15,4 2 0 16,-1-2 0-16,-2 4 0 0,5 4 0 16,-3 0 0-16,-2 2 0 15,1 2 0-15,-4 0 0 16,2 8 0-16,0-1 0 15,-7 5 0-15,0-2 0 0,1 3 0 16,-3 2 0-16,0-4 0 16,-5 2 0-16,0-1 0 15,2 1 0-15,-2-5 0 0,5-8 0 16,-5 15 0-16,5-15 0 16,0 7 0-16,0-7 0 15,7 7 0-15,-7-7 0 16,21 2 0-16,-12 1 0 15,4 0 0-15,-1 0 0 0,4-2 0 16,-4 2 0-16,3 0 0 16,-3 1 0-16,-2 1 0 15,0 0 0-15,0 3 0 16,-10-8 0-16,10 12 0 0,-10-12 0 16,0 15 0-16,0-15 0 15,-8 13 0-15,8-13 0 16,-20 14 0-16,8-9 0 15,-3 3 0-15,-2-3 0 0,-1-1 0 16,1-1 0-16,-3-1 0 16,8-2 0-16,-3 0 0 15,3 3 0-15,1-3 0 0,4 0 0 16,7 0 0-16,-12 0 0 16,12 0 0-16,0 0 0 15,-10 6-44-15,10-6-46 16,0 0-2-16</inkml:trace>
  <inkml:trace contextRef="#ctx0" brushRef="#br2" timeOffset="114117.17">10159 8350 370 0,'0'0'9'0,"0"0"4"0,0 0 2 0,-3-9 3 0,3 9 1 16,0 0 2-16,-5-13 0 15,5 13 1-15,0 0-19 16,0 0-3-16,0 0 0 15,0 0 0-15,0 0 0 16,-4 15 0-16,0-2 0 0,-1 5 0 16,1-2 0-16,-1 7 0 15,-5-4 0-15,0 0 0 0,-2 2 0 16,2-4 0-16,2-2 0 16,1-2 0-16,-1-4 0 15,8-9 0-15,-7 11 0 16,7-11 0-16,0 0 0 0,0 0 0 15,0 0 0-15,12-6 0 16,-2 1 0-16,3 1 0 16,6-6 0-16,-1 2 0 0,0 1 0 15,1-1 0-15,-1 1 0 16,-2-1 0-16,2 2 0 16,-3-2 0-16,0 2 0 15,-5-1 0-15,0 4 0 16,-10 3 0-16,12-4 0 15,-12 4 0-15,0 0 0 0,0 0 0 16,0 0 0-16,0 0 0 16,0 0 0-16,0 0 0 15,0 0 0-15,0-10-45 0,0 10-42 16,-9-4-2-16</inkml:trace>
  <inkml:trace contextRef="#ctx0" brushRef="#br2" timeOffset="114500.96">10131 8332 442 0,'0'0'8'0,"0"0"2"0,0-8 2 0,0 8 0 0,0 0 1 16,0-11-1-16,0 11-10 15,0 0-2-15,0 0 0 0,0 11 0 16,5 6 0-16,2-1 0 16,-1 2 0-16,1 7 0 15,5 0 0-15,-1 0 0 16,-4-3 0-16,3-5 0 0,-3 1 0 16,4-3 0-16,-4-3 0 15,-7-12 0-15,7 15 0 16,-7-15 0-16,0 0 0 15,7 7 0-15,-7-7 0 0,0 0 0 16,0 0 0-16,0 0 0 16,0 0 0-16,0 0 0 15,0 0 0-15,0 0 0 16,0-9-44-16,0 9-45 16,0 0-2-16</inkml:trace>
  <inkml:trace contextRef="#ctx0" brushRef="#br2" timeOffset="115983.09">11529 6416 403 0,'0'0'7'0,"0"0"3"0,0-7 2 0,0 7 2 16,0-11 2-16,0 11 0 16,0-9 0-16,0 9 1 15,0 0-17-15,0 0 0 16,-7-3 0-16,7 3 0 15,-7 12 0-15,5 1 0 0,-1-1 0 16,1 3 0-16,0 3 0 16,2-4 0-16,0 1 0 15,2-5 0-15,5 0 0 16,0-2 0-16,4-4 0 0,4-2 0 16,0-2 0-16,-1 0 0 15,4 0 0-15,-1 0 0 16,-2 0 0-16,2 0 0 15,-6 0 0-15,1 0 0 0,-5 0 0 16,-7 0 0-16,11 6 0 16,-11-6 0-16,4 11 0 15,-4-11 0-15,5 18 0 0,-5-11 0 16,0 1 0-16,-2 5 0 16,-3-1 0-16,-3-2 0 15,-4 3 0-15,0-1 0 16,-4-5 0-16,0 5 0 0,-2-1 0 15,0-2 0 1,1-1 0-16,4-3 0 0,1-2 0 16,3 1 0-16,9-4 0 15,-14 0 0-15,14 0-33 16,-16-4-53-16,16 4-3 0</inkml:trace>
  <inkml:trace contextRef="#ctx0" brushRef="#br2" timeOffset="116449.57">11460 6431 436 0,'0'0'6'0,"0"0"3"0,0 0 1 0,0 0 2 0,0 0 0 16,0 0 1-16,0 0 0 16,5-8-13-16,-5 8 0 15,13-10 0-15,-1 3 0 16,4 2 0-16,-2-5 0 0,6 3 0 16,0-4 0-16,0 4 0 15,2-3 0-15,-5 2 0 16,3 2 0-16,-8-2 0 15,2 3 0-15,-5 0 0 0,-9 5 0 16,13-5 0-16,-13 5 0 16,0 0 0-16,0 0 0 15,0 0 0-15,0 0 0 16,0 0 0-16,0 0 0 16,0 0 0-16,0 0 0 0,0 0 0 15,0 0 0-15,0 0 0 16,0 0 0-16,0 0 0 15,0 5 0-15,0-5 0 0,0 10 0 16,0-10-12-16,12 10-80 16,-12-10-5-16</inkml:trace>
  <inkml:trace contextRef="#ctx0" brushRef="#br2" timeOffset="118266.78">15523 5227 377 0,'0'0'7'0,"0"0"2"0,0 0 3 0,-2-10 2 0,2 10 1 16,0 0 1-16,-3-13 2 16,3 13-1-16,0 0-5 15,-2-9-4-15,2 9-2 16,0 0-6-16,-5 8 0 0,3 3 0 16,2 7 0-16,-3 2 0 15,1 7 0-15,2 0 0 16,0 3 0-16,0 0 0 0,0-1 0 15,2-4 0-15,5-3 0 16,1-4 0-16,5-6 0 16,-1-2 0-16,0-3 0 15,1-4 0-15,6-3 0 16,-4 0 0-16,5-6 0 0,-3-2 0 16,1-3 0-16,-3-3 0 15,0-4 0-15,-5 0 0 16,-3 1 0-16,-2-5 0 0,-5 3 0 15,-3 1 0-15,-6 0 0 16,-1 6 0-16,-5 4 0 16,-6 3 0-16,0 5 0 15,-4 5 0-15,0 8 0 16,0 5 0-16,-3 1 0 16,9 6 0-16,-1 4-29 0,13-6-59 15,7-6-3-15</inkml:trace>
  <inkml:trace contextRef="#ctx0" brushRef="#br2" timeOffset="120651.26">18803 4266 196 0,'0'0'10'0,"0"0"5"0,0 0 6 0,5-7 3 15,-5 7 5-15,0 0 0 0,7-11 2 16,-7 11 4-16,0 0-9 15,0-10-3-15,0 10-5 16,0 0-2-16,0 0-6 16,0-10-2-16,0 10-1 0,0 0-3 15,0 0 0-15,10 8 1 16,3-6-5-16,4-2 0 16,3 0 0-16,7 0 0 15,1-4 0-15,4-4 0 0,-2-5 0 16,2 1 0-16,-2-3 0 15,-7 2 0-15,-2-3 0 16,-5 1 0-16,-4 2 0 16,-3 4 0-16,0-2 0 0,-9 11 0 15,2-10 0-15,-2 10 0 16,0 0 0-16,-2 15 0 16,-1 3 0-16,-5-1 0 15,1 7 0-15,2 4 0 0,0 2 0 16,0-5 0-16,3 4 0 15,2 1 0-15,0-9 0 16,0 0 0-16,0-4 0 16,0-5 0-16,0-2 0 15,0-10 0-15,0 11 0 0,0-11 0 16,0 0 0-16,0 0 0 16,0 0 0-16,0 0 0 15,0 0 0-15,0 0 0 16,0 0 0-16,0 0 0 0,0 0 0 15,0 0 0-15,0 0 0 16,0 0 0-16,0 0 0 16,0 0 0-16,0 0 0 0,0 0 0 15,0 0 0-15,0 0 0 16,0 0 0-16,0 0 0 16,5 7 0-16,-5-7-19 15,2 7-73-15,-2-7-3 16</inkml:trace>
  <inkml:trace contextRef="#ctx0" brushRef="#br2" timeOffset="122833.79">19158 6869 267 0,'0'0'7'0,"0"0"6"0,0 0 5 16,0-10 3-16,0 10 1 0,0-10 3 15,0 10 2-15,-2-13-1 16,2 13-5-16,-10-11-6 16,10 11-5-16,-13-6-2 15,3 6-3-15,1 0-2 16,-5 6-1-16,3 1-1 0,-5 0-1 15,7 3 0-15,-3 0 0 16,-1 3 0-16,5-3-1 16,1 0 1-16,5 0 0 15,2-3 0-15,0-7 0 0,7 14 1 16,3-9 1-16,5 1 0 16,0-4 0-16,7 5 1 15,-2-4-1-15,0 4 0 16,1-1 0-16,-2 1 0 0,-2 1-1 15,3 2-1-15,-5-2 2 16,0 3-2-16,-3-1 0 16,-5-3 0-16,4 3 0 15,-4-2 0-15,-2 1 0 0,-5-9 0 16,0 16 0-16,-3-7 0 16,3-9 0-16,-18 14 0 15,9-6 0-15,-5 1 0 16,-2-2 0-16,-1-3 0 0,-3 1 0 15,6-5 0-15,-3 0 0 16,6 0 0-16,-4 0 0 16,3-5 0-16,5-2 0 0,-2-3 0 15,7-2 0 1,2 2 0-16,0-5 0 0,0 0 0 16,2 0 0-16,7-2 0 15,-2-4 0-15,2 4 0 16,-1-2 0-16,5 1 0 0,-5 3 0 15,0-2 0-15,1 5 0 16,-2 0 0-16,-2-1 0 16,-3 3 0-16,3 3 0 0,-5 7 0 15,2-13 0-15,-2 13 0 16,3-7 0-16,-3 7 0 16,0 0 0-16,0 0 0 15,0 0 0-15,0 0 0 16,0 0 0-16,0 0 0 0,0 0 0 15,0 0 0-15,-3 4 0 16,3 7 0-16,0-1 0 16,0-10-55-16,11 17-35 0</inkml:trace>
  <inkml:trace contextRef="#ctx0" brushRef="#br2" timeOffset="125017.2">21342 6121 289 0,'0'0'9'0,"0"0"4"15,16-10 6-15,-16 10 2 0,14-14 3 16,-2 3 2-16,-4-2 2 16,4 1 1-16,-7 0-6 15,3-3-5-15,-3 3-6 16,-2 0-12-16,-3-1 0 0,0 2 0 15,-5 3 0-15,-3-3 0 16,0 4 0-16,-4 2 0 16,-3 3 0-16,0 2 0 0,-5 2 0 15,8 6 0-15,-8 4 0 16,6 3 0-16,-2 5 0 16,7-3 0-16,1 3 0 15,5 0 0-15,3-1 0 0,3-1 0 16,5-6 0-16,4-2 0 15,3-2 0-15,4-4 0 16,1-4 0-16,2 0 0 16,1-4 0-16,-3-7 0 15,0-1 0-15,-3-2 0 0,-4-2 0 16,-3 2 0-16,-3-1 0 16,-5-1 0-16,1 4 0 15,-3 12 0-15,0-17 0 0,0 17 0 16,0 0 0-16,0 0 0 15,0 0 0-15,-5 15 0 16,2 7 0-16,1 1 0 16,0 7 0-16,2 1 0 0,0 4 0 15,0-3 0-15,0 1 0 16,0-7 0-16,0-1 0 16,0-5 0-16,0-5 0 15,0-5 0-15,0-10 0 0,0 10 0 16,0-10 0-16,0 0 0 15,0 0 0-15,0 0 0 16,0 0 0-16,0 0 0 16,0 0 0-16,0 0 0 15,0 0 0-15,0 0 0 0,0 0 0 16,0 0 0-16,0 0 0 16,0 0 0-16,-18-5-27 15,18 5-65-15,0 0-4 0</inkml:trace>
  <inkml:trace contextRef="#ctx0" brushRef="#br2" timeOffset="126867.03">22582 8903 228 0,'0'0'8'0,"0"0"7"0,6 0 3 16,-6 0 5-16,0 0 2 15,12 0 4-15,-12 0 2 16,9 0 2-16,-9 0-8 0,0 0-3 16,0 0-4-16,9-3-4 15,-9 3-3-15,0 0-4 16,0 0-3-16,0 0-4 15,2 10 0-15,0 0 0 16,1 2 0-16,-3 1 0 0,5 2 0 16,-5 1 0-16,4 5 0 15,-1-4 0-15,2-2 0 16,-1 0 0-16,-4-2 0 16,6-3 0-16,-6-10 0 15,3 14 0-15,-3-14 0 0,0 0 0 16,2 10 0-16,-2-10 0 15,0 0 0-15,0 0 0 16,0 0 0-16,0 0 0 16,0 0 0-16,0-4 0 0,0 4 0 15,0-11 0-15,0 11-26 16,0 0-47-16,0 0-13 16</inkml:trace>
  <inkml:trace contextRef="#ctx0" brushRef="#br2" timeOffset="127499.95">22776 8924 399 0,'0'0'8'0,"0"0"4"0,0 0 2 0,0 0 1 16,0-8 1-16,0 8 1 16,0 0-2-16,0 0 0 0,0 0-15 15,0 0 0-15,0 8 0 16,-2 3 0-16,2 1 0 16,0 4 0-16,2-3 0 0,-2 5 0 15,8 0 0-15,-4-6 0 16,1 3 0-16,6-5 0 15,-11-10 0-15,13 14 0 16,-2-10 0-16,2-2 0 0,-4-2 0 16,5-2 0-16,-7-3 0 15,5-3 0-15,-3 1 0 16,2-6 0-16,-1 1 0 16,-6 0 0-16,1-4 0 15,-5-2 0-15,0 5 0 0,-5-3 0 16,-2 4 0-16,-2 1 0 15,-4 0 0-15,1 5 0 16,0 2 0-16,-2 0 0 0,5 4 0 16,-4-3 0-16,2 3 0 15,5 0 0-15,6 0 0 16,-15 3 0-16,15-3-86 16,-10 7-5-16</inkml:trace>
  <inkml:trace contextRef="#ctx0" brushRef="#br2" timeOffset="129835.03">21315 10037 397 0,'0'0'6'0,"0"0"3"0,0 0 2 15,0-9 2-15,0 9 2 0,0 0 0 16,2-10 1-16,-2 10-1 16,0 0-6-16,0 0-4 15,0 0-5-15,8 10 0 16,-5-1 0-16,-1 4 0 0,1 2 0 16,-1 2 0-16,3-2 0 15,-3 0 0-15,1-1 0 16,1 2 0-16,-1-4 0 15,0-3 0-15,0 2 0 16,-3-11-4-16,4 13-12 0,-4-13-40 16,-3 9-31-16,3-9-2 15</inkml:trace>
  <inkml:trace contextRef="#ctx0" brushRef="#br2" timeOffset="130183.44">21466 9971 466 0,'0'0'4'0,"0"0"2"0,0 0 0 16,0 0 1-16,10 0 0 16,-10 0 1-16,0 0-1 0,11 10-7 15,-9-1 0-15,0 4 0 16,3 2 0-16,-2-1 0 15,1 7 0-15,-1-2 0 16,3-1 0-16,-4-4 0 0,1-1 0 16,-3-4 0-16,1 2 0 15,-1-11 0-15,3 12 0 16,-3-12 0-16,0 0 0 16,0 0 0-16,0 0 0 0,0 0 0 15,0 0 0-15,0 0 0 16,0 0 0-16,0 0 0 15,0 0-12-15,0 0-75 0,10-5-2 16</inkml:trace>
  <inkml:trace contextRef="#ctx0" brushRef="#br2" timeOffset="131966.89">21936 11492 325 0,'0'0'8'0,"0"0"5"0,0 0 4 0,6-3 4 16,-6 3 0-16,0 0 2 15,9-2 1-15,-9 2 0 16,0 0-8-16,0 0-7 0,0 0-2 15,0 0-4 1,5 10-3-16,-5-3 0 0,0 3 0 16,2 4 0-16,-2-1 0 15,3 8 0-15,2-7 0 16,-2 1 0-16,2 0 0 0,-3-3 0 16,3 3 0-16,-3-5 0 15,3-3 0-15,-5-7 0 16,0 12 0-16,0-12 0 15,0 0 0-15,3 10 0 0,-3-10 0 16,0 0 0-16,0 0-5 16,0 0-13-16,0 0-66 15,0-4-2-15</inkml:trace>
  <inkml:trace contextRef="#ctx0" brushRef="#br2" timeOffset="132636.85">22100 11494 429 0,'0'0'6'0,"0"0"2"0,0 0 2 0,-4-7 1 15,4 7 2-15,0 0 0 0,-9-11 0 16,9 11-5-16,0-7-8 16,0 7 0-16,9-10 0 15,-9 10 0-15,9-8 0 16,-9 8 0-16,15-1 0 16,-6 1 0-16,2 0 0 0,-1 4 0 15,-2 4 0-15,1 2 0 16,-1 0 0-16,-6 5 0 15,0 0 0-15,-2 1 0 16,-4 2 0-16,-4 2 0 0,-1-3 0 16,-2 1 0-16,-1-1 0 15,-1-2 0-15,3-5 0 16,3 0 0-16,7-10 0 16,-9 9 0-16,9-9 0 0,0 0 0 15,0 0 0-15,7 8 0 16,-7-8 0-16,17 0 0 15,-4 0 0-15,-1 0 0 0,6-2 0 16,-4-4 0-16,4 2 0 16,-1 1 0-16,-2-2 0 15,-5 0 0-15,-1 3 0 16,-9 2 0-16,13-3 0 0,-13 3 0 16,0 0 0-16,0 0 0 15,0 0 0-15,0 0 0 16,0 0 0-16,0 0 0 15,0 0 0-15,0 0 0 0,0 0 0 16,0 0 0 0,0 0 0-16,0 5 0 0,0-5 0 15,0 0 0-15,0 0 0 16,0 0 0-16,-2 10 0 0,2-10 0 16,-13 5-61-16,13-5-33 15</inkml:trace>
  <inkml:trace contextRef="#ctx0" brushRef="#br2" timeOffset="133783.2">23614 11915 314 0,'0'0'9'0,"0"0"4"16,0 0 3-16,0 0 5 0,0 0 2 15,0 0 0-15,0 0 1 16,0 0 0-16,0 0-8 15,4 7-4-15,-4-7-3 16,5 11-4-16,-2-4-3 0,-1 6-2 16,0 0 0-16,2 5 0 15,1-1 0-15,2 4 0 16,-5 4 0-16,1-6 0 16,-1 2 0-16,3-2 0 0,-3-2 0 15,1-1 0-15,-3-4 0 16,0-2 0-16,3-3 0 15,-3-7 0-15,5 10 0 0,-5-10 0 16,0 0 0-16,0 0 0 16,0 0 0-16,0 0 0 15,0 0 0-15,0 0 0 16,0 0 0-16,0 0 0 16,5-6 0-16,-5 6 0 0,2-11 0 15,-2 11 0-15,0-18-23 16,-7 14-64-16,7 4-3 15</inkml:trace>
  <inkml:trace contextRef="#ctx0" brushRef="#br2" timeOffset="134566.57">23797 11970 409 0,'0'0'7'0,"0"0"3"0,0 0 4 16,0-10 1-16,0 10 1 16,0 0 2-16,0-15 0 0,0 15-14 15,5-10-4-15,-5 10 0 16,5-13 0-16,-5 13 0 15,15-14 0-15,-5 3 0 16,5 4 0-16,0-2 0 0,3 0 0 16,-4 5 0-16,1 0 0 15,-2 4 0-15,-1 0 0 16,-12 0 0-16,15 7 0 16,-13 0 0-16,-2 5 0 15,0 4 0-15,-4-2 0 0,-5 1 0 16,-3 3 0-16,3-1 0 15,-4-3 0-15,3 2 0 16,1-4 0-16,0-5 0 0,5 3 0 16,4-10 0-16,-3 15 0 15,3-15 0-15,3 9 0 16,5-3 0-16,1-1 0 0,3 0 0 16,1 0 0-16,2-1 0 15,0-1 0-15,0 3 0 16,0-2 0-16,-5 1 0 15,2 0 0-15,-12-5 0 16,13 13 0-16,-13-13 0 0,4 9 0 16,-4-9 0-16,-4 13 0 15,4-13 0-15,-18 11 0 16,1-5 0-16,-1-1 0 16,-2 2 0-16,-4-4 0 0,4 0 0 15,-3-2 0 1,4 2 0-16,1 0 0 0,6-3 0 15,12 0 0-15,-18-3 0 16,18 3-86-16,0 0-5 0</inkml:trace>
  <inkml:trace contextRef="#ctx0" brushRef="#br2" timeOffset="136099.63">23080 10706 271 0,'0'0'4'0,"0"0"3"0,0 0 1 15,0 0 3-15,0 0 0 16,0 0 3-16,0 0 0 16,0 0 1-16,0 0-1 0,0 0-3 15,0 0 0-15,0 0-2 16,0 0 0-16,2-12-2 15,-2 12 0-15,5-10 0 16,0 0-1-16,2 0 0 0,6-5 0 16,1-2 0-16,7-3 1 15,6-5 0-15,3-5 0 16,9-3 1-16,3-5-1 16,6-2 0-16,3-5 0 0,7 1 0 15,1-1-7-15,3 4 0 16,1 1 0-16,-4 5 0 15,-1 2 0-15,-6 9 0 0,-8 2 0 16,-3 6 0-16,-12 8 0 16,-7 2 0-16,-2 1 0 15,-8 2 0-15,-12 3 0 16,14 0 0-16,-14 0 0 0,0 0 0 16,0 0 0-16,0 0 0 15,0 0 0-15,0 0 0 16,0 8 0-16,0-8 0 15,0 0 0-15,-6 10 0 16,6-10 0-16,-8 10 0 0,8-10 0 16,-9 10-5-16,9-10-13 15,-12 9-27-15,12-9-42 16,0 0 0-16</inkml:trace>
  <inkml:trace contextRef="#ctx0" brushRef="#br2" timeOffset="136649.97">24093 9869 374 0,'0'0'10'0,"0"0"2"0,0 0 4 0,0 0 1 15,0 0 1-15,13-10 1 16,-13 10-1-16,0 0 0 16,0 0-9-16,9 0-9 0,-9 0 0 15,5 15 0-15,-3-2 0 16,1 4 0-16,0 0 0 15,0 3 0-15,1 0 0 16,-1-6 0-16,-1 4 0 0,1-5 0 16,-1-1 0-16,-1-2 0 15,-1-10 0-15,4 12 0 16,-4-12 0-16,0 7-2 0,0-7-13 16,0 0-15-16,10 10-56 15,-10-10-2-15</inkml:trace>
  <inkml:trace contextRef="#ctx0" brushRef="#br2" timeOffset="136984.04">24289 9812 442 0,'0'0'4'0,"0"0"1"0,0 0 0 15,0 0 0-15,5 10 1 16,-5-10 0-16,0 22 0 16,0-9 0-16,-2 2-3 0,-5 1-2 15,1 2 1-15,1 0-1 16,-2-4 0-16,2-1-1 16,3-3 1-16,2-10-1 15,-6 10 1-15,6-10 0 0,0 0 2 16,0 0-1-16,10 0 1 15,0-3 0-15,3-2 1 16,1-2-4-16,2 0 0 16,1-1 0-16,-2-2 0 0,0 5 0 15,-5 0-8-15,0 2-24 16,-10 3-52-16,0 0-2 16</inkml:trace>
  <inkml:trace contextRef="#ctx0" brushRef="#br2" timeOffset="137184.06">24329 9842 423 0,'0'0'6'0,"0"0"3"0,0 0-2 16,0 0 2-16,0 0 1 16,0 0-1-16,7 7 1 15,-1 6-1-15,-1 4-5 16,-3 0-2-16,5 5-5 0,-2 1-7 15,0 1-23-15,3-1-49 16,-5-1-2-16</inkml:trace>
  <inkml:trace contextRef="#ctx0" brushRef="#br2" timeOffset="137417.09">24528 9913 479 0,'0'0'4'0,"0"0"1"16,0 0 0-16,0 0 0 15,7 0 0-15,-7 0 1 0,5 13-4 16,-2 2-2-16,-1 2 0 16,0 3 0-16,-2 2 0 15,0 0 0-15,0 1-2 16,-4-3-16-16,4-20-63 15,0 11-5-15</inkml:trace>
  <inkml:trace contextRef="#ctx0" brushRef="#br2" timeOffset="137684.04">24580 9696 418 0,'0'0'4'15,"0"0"0"-15,0 0 0 16,0 0 1-16,5 5 1 16,-3 5-1-16,-2 0 1 0,6 4 0 15,-6 1-3-15,5 5-2 16,-5 0-5-16,2 0-7 15,-2-4-21-15,2 2-47 0,1-8-1 16</inkml:trace>
  <inkml:trace contextRef="#ctx0" brushRef="#br2" timeOffset="138083.57">24709 9681 441 0,'0'0'5'0,"0"0"1"16,0 0 1-16,0 0 1 16,0 0 0-16,0 0 0 0,0 0 0 15,0 0 1-15,-5 5-6 16,0 2-1-16,-2 6-1 16,0-1-1-16,1 1 0 15,-1-1 0-15,7 2 0 0,-3 1 0 16,3-5 0-16,3 2 0 15,4-5 1-15,1 2 0 16,2-1 0-16,2-4 1 0,1 0-2 16,-1-1 0-16,3 0 0 15,0 0 0-15,-2 1 0 16,-7-1 0-16,4-1 0 16,-10-2 0-16,18 7 0 0,-18-7 0 15,0 0 0 1,5 11 0-16,-5-11 0 0,0 0 0 15,-15 7 0-15,7-2-6 16,-4-5-9-16,-1 0-34 16,1 2-36-16,-3-2-1 0</inkml:trace>
  <inkml:trace contextRef="#ctx0" brushRef="#br2" timeOffset="138284.14">24752 9661 461 0,'0'0'5'0,"0"0"1"0,9 0 3 0,-9 0-1 0,16-5 2 16,-4 3-1-16,0-1-6 16,1-2-3-16,-1 0 0 15,1 5 0-15,-1-4 0 16,6-14-65-16,-11 18-22 0</inkml:trace>
  <inkml:trace contextRef="#ctx0" brushRef="#br2" timeOffset="143133.85">21608 3651 487 0,'0'0'3'0,"0"0"2"15,0 0 1-15,5-10 1 16,-5 10-4-16,0 0-3 0,3-9 0 15,-3 9 0-15,0 0 0 16,9 9 0-16,-6 9 0 16,3 7 0-16,1 4 0 15,-2 6 0-15,2 5 0 0,0 1 0 16,-4 4 0-16,2-5 0 16,-5-1 0-16,0-4 0 15,0 0 0-15,-8-8 0 16,-2-4 0-16,-2-4 0 0,-6-4 0 15,2-2 0-15,-5-6 0 16,-4-5 0-16,0-2 0 16,-2-2 0-16,0-5 0 15,0-6 0-15,0-2 0 0,6 1 0 16,1-4-2-16,6 3-17 16,-4 0-38-16,15-2-30 15,3 2 0-15</inkml:trace>
  <inkml:trace contextRef="#ctx0" brushRef="#br2" timeOffset="143400.6">21538 3473 487 0,'0'0'5'0,"0"0"1"0,-2-10 2 0,2 10-3 0,0-11-5 0,0 11 0 16,0-11 0-16,0 11 0 0,0 0 0 16,0-7 0-16,0 7 0 15,15 17-47-15,0-8-40 16,2-1-2-16</inkml:trace>
  <inkml:trace contextRef="#ctx0" brushRef="#br2" timeOffset="143700.17">22071 3706 489 0,'0'0'3'0,"0"0"2"16,0 0 1-16,0 0 0 15,0 0-4-15,12-3-2 16,-12 3 0-16,9-5 0 15,-9 5 0-15,20-5 0 16,-10 3 0-16,3-1-85 0,2 3-2 16</inkml:trace>
  <inkml:trace contextRef="#ctx0" brushRef="#br2" timeOffset="143850.13">22013 3882 421 0,'0'0'6'0,"0"0"1"0,5 0 1 16,5 0 1-16,3 0 1 16,4-3-1-16,8-2-1 0,4-2-8 15,13-6-76-15,-1 4-4 16</inkml:trace>
  <inkml:trace contextRef="#ctx0" brushRef="#br2" timeOffset="144202.09">22525 3637 474 0,'0'0'6'0,"0"0"1"0,0-10 1 15,0 10 0-15,0 0 0 16,0 0-8-16,0 0 0 0,-3 7 0 16,3 5 0-16,3 10 0 15,0 3 0-15,-1 5 0 16,6-1 0-16,-4 4 0 0,1-1 0 15,-2-3 0-15,1-1 0 16,-4-6 0-16,9-11-54 16,-7 5-34-16,-2-3-2 15</inkml:trace>
  <inkml:trace contextRef="#ctx0" brushRef="#br2" timeOffset="144866.76">22809 3664 461 0,'0'0'5'0,"0"0"3"0,0-11 0 16,0 11 2-16,-3-10-1 16,3 10 1-16,-6-6-10 0,6 6 0 15,0 0 0-15,-14-3 0 16,14 3 0-16,-14 9 0 15,7 1 0-15,3 5 0 0,2 1 0 16,2-2 0-16,0 5 0 16,0-1 0-16,13-1 0 15,-1-2 0-15,4 0 0 16,1-2 0-16,4 2 0 16,-1-5 0-16,0-2 0 0,0 3 0 15,-1-5 0-15,-3 1 0 16,-7 0 0-16,-1-4 0 15,-8-3 0-15,10 9 0 16,-10-9 0-16,0 0 0 0,-6 16 0 16,-3-14 0-16,-3 5 0 15,-4-5 0-15,2 2 0 16,-6-2-15-16,5-2-71 0,-3 0-1 16</inkml:trace>
  <inkml:trace contextRef="#ctx0" brushRef="#br2" timeOffset="145300.2">22846 3621 466 0,'0'0'4'0,"0"0"2"0,0 0 1 0,0 0 1 0,-8-7 1 15,8 7 0-15,0 0-7 16,0 0-2-16,0 0 0 16,0 0 0-16,8-7 0 0,4 7 0 15,3-5 0-15,4 2 0 16,6 0 0-16,5-1 0 15,2-1 0-15,1 0 0 16,-3 0 0-16,-5 2 0 16,0-1 0-16,-5 1 0 0,-8 0 0 15,-2 2 0-15,-10 1 0 16,0 0 0-16,0 0 0 16,0 0 0-16,0 0 0 15,0 0 0-15,0 0 0 0,-12 1 0 16,9 12 0-16,-12 12-29 15,5-18-64-15</inkml:trace>
  <inkml:trace contextRef="#ctx0" brushRef="#br2" timeOffset="146700.54">21496 4526 411 0,'0'0'5'0,"0"0"2"0,0 0 2 0,-2-13 0 16,2 13 2-16,-5-10-1 0,5 10 0 15,0 0 0-15,-10 6-5 16,5 11-1-16,2 8-3 15,3 6 0-15,0 7 0 16,0 3 0-16,8 5 0 16,-3-5 1-16,7-1 0 0,1-2-1 15,-4-9 2-15,4-2-2 16,-6-6 0-16,1-7 1 16,0-2 1-16,-8-12-3 0,0 0 0 15,0 0 0-15,0 0 0 16,7-15 0-16,-2-2 0 15,-2-2 0-15,4-8 0 16,0 2 0-16,1-3 0 0,2 3 0 16,0 5 0-16,2 3 0 15,1 3 0-15,1 6 0 16,-1 8 0-16,4 0 0 16,3 5 0-16,-3 10 0 15,6-1 0-15,-3 4 0 0,-1 2 0 16,-1 3 0-16,-3-4 0 15,0 4 0-15,-6-7-2 16,1 2-9-16,-2-3-12 16,-8-4-60-16,8 0-5 0</inkml:trace>
  <inkml:trace contextRef="#ctx0" brushRef="#br2" timeOffset="146917.15">22229 4707 450 0,'0'0'5'0,"0"0"1"0,0 0 1 16,-2-5-1-16,2 5 1 16,0 0 0-16,10-10 0 15,-1 7-1-15,14 0-7 16,-5-1-6-16,12 4-20 15,-3 0-56-15,1 0-2 0</inkml:trace>
  <inkml:trace contextRef="#ctx0" brushRef="#br2" timeOffset="147100.17">22188 4838 436 0,'0'0'4'0,"0"0"2"16,0 0 0-16,0 0 2 15,0 0 0-15,4 0 0 0,8 0 1 16,4-3 0-16,3-4-7 16,11 2-6-16,0-5-15 15,-17 3-62-15,29-3-3 0</inkml:trace>
  <inkml:trace contextRef="#ctx0" brushRef="#br2" timeOffset="147450.29">22747 4573 454 0,'0'0'3'15,"0"0"1"-15,-11 0-1 16,11 0 1-16,-15 15 0 0,2-5 1 16,1 7 0-16,0 0-1 15,-1 5-2-15,9 1 0 16,1 2 1-16,6-5-1 15,4-1 1-15,11-1 0 16,4-9 0-16,2 1 0 16,3-7 1-16,4-3-4 0,-4-3 0 15,0-7 0-15,-4 1 0 16,-4-11 0-16,-6 0 0 0,-5-5 0 16,-6-5 0-16,-4 2 0 15,-13-3 0-15,-7 8 0 16,-4 1 0-16,-7 7 0 15,-5 11 0-15,1 4 0 0,-11 10-42 16,12 5-44-16,8 7-2 16</inkml:trace>
  <inkml:trace contextRef="#ctx0" brushRef="#br2" timeOffset="149900.4">1900 3973 414 0,'0'0'5'0,"0"-12"3"0,0 2 3 0,0 0 1 16,2-3 1-16,-2 3 1 15,2 1-1-15,1-2 1 16,-3 11-7-16,0 0-7 0,2 20 0 15,1 0 0-15,-1 10 0 16,0 0 0-16,4 4 0 16,-1 1 0-16,-2-3 0 15,1-4 0-15,1-6 0 0,-3-5 0 16,1-4 0-16,-3-13 0 16,2 12 0-16,-2-12 0 15,0-9 0-15,0-4 0 16,0-7 0-16,0-2 0 0,0-9 0 15,0-2 0-15,0-2 0 16,0-2 0-16,5 2 0 16,-1 2 0-16,0 6 0 15,4 8 0-15,-1 6 0 0,3 11 0 16,5 4 0-16,0 11 0 16,2 6 0-16,-3 8 0 15,4 1 0-15,0 5 0 16,-6-4 0-16,-2 0 0 0,-2-6 0 15,-3-3 0-15,-3-6 0 16,1 0 0-16,-3-14 0 16,0 0 0-16,-8 1 0 0,8-1 0 15,-13-15 0 1,9 1 0-16,1-6 0 0,-2-7 0 16,5-2 0-16,3-7 0 15,4 1 0-15,6 1 0 16,1 1 0-16,4 4 0 15,-1 7 0-15,1 5 0 0,-1 9 0 16,3 8 0-16,-5 8 0 16,0 6 0-16,3 8 0 15,-4 3 0-15,1 5 0 0,-2-1 0 16,1 4 0-16,-1-4 0 16,-3-1 0-16,-1-3 0 15,-1 0-19-15,-5 11-62 16,4-21-6-16</inkml:trace>
  <inkml:trace contextRef="#ctx0" brushRef="#br2" timeOffset="150100.04">2642 3882 471 0,'0'0'4'0,"0"0"1"15,0 0 1-15,0 0-1 0,0 0 1 16,0 0 0-16,10-5-1 16,3-1-2-16,4 6-8 15,1-2-14-15,1 2-65 16,6 0-3-16</inkml:trace>
  <inkml:trace contextRef="#ctx0" brushRef="#br2" timeOffset="150267.14">2652 3995 446 0,'0'0'5'0,"0"0"0"0,0 0 2 0,5 0 0 15,-5 0 1-15,20 0 0 16,-8-3-1-16,10 3-3 16,1-7-13-16,10 6-71 15,-1-2-4-15</inkml:trace>
  <inkml:trace contextRef="#ctx0" brushRef="#br2" timeOffset="150833.1">3151 3773 465 0,'0'0'4'0,"-5"-10"2"16,5 10 1-16,-9-15 1 0,4 5 1 15,0-2 0-15,3-1-6 16,-2 1-3-16,4-1 0 16,9 3 0-16,5 0 0 15,5 3 0-15,5 3 0 16,-2-2 0-16,5 6 0 0,-4 0 0 15,2 0 0-15,-6 8 0 16,-4 1 0-16,-7 1 0 16,-1 5 0-16,-5-2 0 0,-2 2 0 15,-2-1 0-15,-5 2 0 16,-1-4 0-16,1 0 0 16,1 1 0-16,2-3 0 15,1-1 0-15,3-2 0 0,0-7 0 16,13 14 0-16,4-7 0 15,3-3 0-15,-1 3 0 16,9 1 0-16,-5 0 0 16,2-1 0-16,-9 3 0 0,2 0 0 15,-6 3 0-15,-4-1 0 16,-8 2 0-16,-2-1 0 16,-12 5 0-16,-2-6 0 15,-6 2 0-15,-6-4 0 16,-2 1 0-16,-7-1 0 0,3-3 0 15,-1-2 0-15,3-3-2 16,-2 0-9-16,6-4-20 16,0 0-53-16,10-3-3 0</inkml:trace>
  <inkml:trace contextRef="#ctx0" brushRef="#br2" timeOffset="151167.31">3907 3327 481 0,'0'0'4'0,"0"0"1"0,-2-10 1 15,2 10 1-15,-12-8-1 16,1 8-4-16,-3 10-2 15,-7 8 0-15,-4 14 0 0,-2 12 0 16,-3 13 0-16,-2 12 0 16,0 11 0-16,-1 7 0 15,8 5 0-15,4-1 0 16,10-7 0-16,9-2 0 0,6-10 0 16,21-10 0-16,16-13 0 15,8-9 0-15,16-11 0 16,7-16-6-16,-5-3-80 15,20-10-2-15</inkml:trace>
  <inkml:trace contextRef="#ctx0" brushRef="#br2" timeOffset="152400.21">4022 3835 421 0,'0'0'4'0,"0"-11"2"0,0 4 3 0,0-3 1 16,0-2 0-16,0 2 1 15,-3 0 1-15,3 0-1 16,0 10-4-16,0 0-2 0,-6 8-3 16,6 9 1-16,-3 7-3 15,3 7 0-15,0 1 0 16,-1 5 0-16,1-5-4 16,0 3-2-16,0-7-7 0,4-14-45 15,5 5-27-15,0-4-2 16</inkml:trace>
  <inkml:trace contextRef="#ctx0" brushRef="#br2" timeOffset="152783.43">4197 3813 403 0,'0'0'6'15,"0"0"3"-15,0-13 2 0,0 3 2 16,6 2 0-16,-1-7 0 15,0 3 1-15,2-2 0 16,3 0-6-16,3 8-3 16,1-2-3-16,2 5-2 0,-2 3 0 15,1 3 0-15,2 5 0 16,-1 5 0-16,-7 4 0 16,-4 2 0-16,-3 3 0 15,-2 6 0-15,-2-2 0 0,-8 5 0 16,-4-4 0-16,-1-3 0 15,-2 1 0-15,1-5 0 16,2-1 0-16,2-5 0 0,6-3 0 16,6-11 0-16,0 13 0 15,6-11 0-15,11-2 0 16,4-2 0-16,4-2 0 16,8-5 0-16,-1-2-6 15,8 6-24-15,2-5-53 0,-2-3-4 16</inkml:trace>
  <inkml:trace contextRef="#ctx0" brushRef="#br2" timeOffset="152984.9">4636 3829 470 0,'0'0'3'0,"0"0"1"16,0 0 1-16,0-8 0 0,0 8 1 15,16-7-1-15,-3 0 1 16,4 3-1-16,6 1-3 16,-1-5-6-16,13 8-8 15,-7-4-22-15,1 4-50 0,1-3-1 16</inkml:trace>
  <inkml:trace contextRef="#ctx0" brushRef="#br2" timeOffset="153167.18">4983 3659 448 0,'0'0'4'0,"0"0"0"16,0 0 1-16,0 0 0 16,0 7 1-16,0 3 0 15,0 5 1-15,0 3-1 16,2 4-2-16,3 2-1 0,2 6 0 16,2 2-2-16,3-3-4 15,-3 2-5-15,-3-10-13 16,-14 4-60-16,13-7-4 15</inkml:trace>
  <inkml:trace contextRef="#ctx0" brushRef="#br2" timeOffset="153451.1">5112 3270 454 0,'0'0'4'15,"0"0"1"-15,0 0 1 16,5-13 0-16,3 13 1 0,4 0 0 16,11 6 1-16,1 8-1 15,9 8-2-15,7 11-3 16,-1 8-2-16,5 7 0 16,-1 7 0-16,1 1 0 0,-9 6 0 15,-5 5 0-15,-10-1 0 16,-10 2 0-16,-10-1 0 15,-15 3 0-15,-12-7 0 16,-3 5 0-16,-9-11-22 0,-4 0-63 16,6-8-3-16</inkml:trace>
  <inkml:trace contextRef="#ctx0" brushRef="#br2" timeOffset="155817.35">5744 3738 327 0,'0'0'7'0,"0"0"3"0,0 0 3 0,0 0 4 0,0 0 2 0,0 0-1 16,0 0 1-16,0 0 1 15,0 0-7-15,0 0-3 0,0 0-3 16,7-4-2-16,7 4-1 15,4 0-1-15,5 0-1 16,4-3 1-16,2-1 0 0,7 3 0 16,-2-4-1-16,1 0 1 15,-7-1 0-15,-1 2-3 16,-3-1 0-16,-6 0 0 16,-6 5 0-16,-2-3 0 0,-10 3 0 15,0 0 0-15,0 0 0 16,0 0 0-16,0 0 0 15,0 0-10-15,-10 3-10 16,10-3-63-16,-12 10-3 16</inkml:trace>
  <inkml:trace contextRef="#ctx0" brushRef="#br2" timeOffset="156333.42">6407 3607 438 0,'0'0'3'0,"0"-11"2"0,0 11 1 16,0-14 1-16,0 6 1 15,0-6 1-15,7 0 0 0,3 3 0 16,0-1-4-16,5 4-1 15,0 3-1-15,3 0-1 16,-4 5-2-16,-2 5-1 16,-1 5 0-16,-2 2 0 15,-4 5 0-15,-5 4 0 0,-2 1 1 16,-10 3-1-16,-4 1 1 16,-3 2 1-16,-6-1-1 15,-2 1 0-15,2-6 0 16,-3 3 0-16,6-8 0 0,5 3-1 15,1-9 1-15,9 0 0 16,7-11 0-16,0 13 1 16,15-13-1-16,5 0 1 15,4 0 0-15,7-7 1 16,1-2-1-16,2 1 2 0,1 4-3 16,-5-3 0-16,-3 1 0 15,-6 2 0-15,-1 2 0 16,-8-1 0-16,-12 3 0 0,10-3 0 15,-10 3-8-15,0 0-3 16,0 0-15-16,13 6-57 16,-13-6-3-16</inkml:trace>
  <inkml:trace contextRef="#ctx0" brushRef="#br2" timeOffset="156783.6">7115 3191 419 0,'0'0'5'0,"0"0"2"0,0 0 1 0,-5-14 1 15,5 14-1-15,-18 0 1 0,4 14 1 16,-9 2 0-16,0 15-4 16,-1 10-3-16,-1 9-1 15,-2 10 0-15,4 3 0 16,4 2 0-16,6-3-1 0,8 2 1 16,3-4-1-16,7-6 0 15,8-4 0-15,6-5 2 16,6-5-3-16,10-6 0 15,-1-4 0-15,7-10 0 16,1-4 0-16,-1-5 0 0,0-4 0 16,-9-1 0-16,-2-5 0 15,-8-1 0-15,-5 0 0 16,-9 0 0-16,-8 0 0 0,0 0 0 16,0 0 0-16,0-4 0 15,0 4-11-15,-5-7-11 16,-5 4-63-16,10 3-2 15</inkml:trace>
  <inkml:trace contextRef="#ctx0" brushRef="#br2" timeOffset="157216.76">7287 3557 379 0,'0'0'9'0,"0"0"1"0,0 0 3 0,0 0 0 16,-11-11 1-16,11 11-1 16,0 0 2-16,-10 14-1 0,10 0-7 15,0 1-2-15,0 8-2 16,0-1-1-16,3 3 1 15,2 0-1-15,-1 0-1 16,2-3-2-16,1-1-6 16,-2-8-13-16,4 4-62 0,5-7-2 15</inkml:trace>
  <inkml:trace contextRef="#ctx0" brushRef="#br2" timeOffset="157566.82">7515 3546 435 0,'0'0'4'0,"0"0"3"0,0 0 0 15,0 0 0-15,-10-8 1 16,10 8 0-16,-9 0 0 16,9 0 0-16,-16 7-4 15,11 2-1-15,1 4-2 0,1-1 0 16,3 5-1-16,3 4 1 15,4-4 0-15,2 0 0 16,4 3 0-16,2-5 0 16,0 0 0-16,0 0 1 15,5-5 0-15,-8 2-2 16,6-2 0-16,-6-1 0 0,-7-1 0 16,-5-8 0-16,8 17 0 15,-8-17 0-15,-4 10 0 0,-5-2 0 16,-6-5 0-16,-3 4 0 15,-2-4 0-15,1 4-18 16,-6-3-66-16,0-4-2 16</inkml:trace>
  <inkml:trace contextRef="#ctx0" brushRef="#br2" timeOffset="157733.97">7520 3495 431 0,'0'0'3'16,"8"-5"1"-16,4-3 1 16,2 2 0-16,6-4 0 15,6 0-2-15,3 5-8 0,-4 5-66 16,5-8-5-16</inkml:trace>
  <inkml:trace contextRef="#ctx0" brushRef="#br2" timeOffset="158033.09">7783 3116 457 0,'0'0'4'0,"0"0"1"16,0 0 0-16,0 0 1 0,0 0 1 15,8 12 1-15,1 6-1 16,9 7 1-16,5 9-4 15,0 9-4-15,8 4 0 0,2 6 0 16,-1 2 0-16,-2 2 0 16,-4-2 0-16,-8 0 0 15,-3-6 0-15,-15-4 0 16,0 0 0-16,-12-3 0 0,-9-3 0 16,0 0 0-16,-11-6 0 15,6-8-54-15,-6 9-32 16,2-4-2-16</inkml:trace>
  <inkml:trace contextRef="#ctx0" brushRef="#br2" timeOffset="159299.94">8328 3701 425 0,'0'0'4'0,"0"0"2"0,12-8 2 15,-12 8 1-15,17-5 0 16,-2 1 2-16,5-2 0 15,8 1 1-15,1-2-4 0,6 0 0 16,5-1-8-16,-3 3 0 16,5-2 0-16,-4 2 0 15,-6-2 0-15,-4 3 0 16,-9 2 0-16,-9 2 0 0,-10 0 0 16,0 0 0-16,0 0 0 15,0 6 0-15,-8-1-2 16,8-5-33-16,-12 9-50 15,12-9-4-15</inkml:trace>
  <inkml:trace contextRef="#ctx0" brushRef="#br2" timeOffset="159666.47">9122 3394 400 0,'0'0'6'15,"0"0"1"-15,0 0 3 16,-7 0 1-16,-3 0 1 0,-7 7 1 16,2 5 0-16,-5 1 0 15,3 7-5-15,-1 2-3 16,5 2-2-16,8 4-1 16,5-3 0-16,5 0-1 0,13-8 0 15,7 3 0-15,5-10 2 16,4-4-3-16,6-6 0 15,1 0 0-15,-4-9 0 16,-3-9 0-16,1-1 0 0,-12-9 0 16,-1 2 0-16,-15-7 0 15,-4-1 0-15,-8-1 0 16,-15-2 0-16,-3 7 0 16,-14 8 0-16,0 7 0 0,-8 5 0 15,-2 10 0-15,2 5 0 16,5 17 0-16,15 3-86 15,6 0 0-15</inkml:trace>
  <inkml:trace contextRef="#ctx0" brushRef="#br2" timeOffset="160699.85">2824 5182 369 0,'0'0'5'0,"0"0"2"0,0 0 3 0,0 0 0 16,0 0 0-16,0 0 1 15,-2-7-1-15,2 7 1 16,14-3-5-16,1 3-3 15,4-2-5-15,2-1-7 16,6 3-26-16,3 0-44 0,-5 0-3 16</inkml:trace>
  <inkml:trace contextRef="#ctx0" brushRef="#br2" timeOffset="160850.28">2809 5291 358 0,'0'0'4'0,"0"0"3"0,0 0 1 15,4 2 2-15,5-2-1 16,3 0 1-16,8 0-2 0,5-2-5 16,1-8-25-16,15 2-52 15,3 1-4-15</inkml:trace>
  <inkml:trace contextRef="#ctx0" brushRef="#br2" timeOffset="161966.72">3425 5023 390 0,'0'0'5'0,"0"0"1"0,0 0 2 16,0-12 1-16,0 12 1 16,2-14 1-16,-2 14 0 0,13-16 0 15,-3 7-4-15,5 1-2 16,4 1-2-16,6 2 0 16,3 2-2-16,-1 1 1 15,3 2-1-15,-2 0-1 16,-7 5 1-16,2 0 0 0,-10 2-1 15,-6 6 1-15,-4-1-1 16,-3-3 0-16,-10 7 1 16,-3-2-1-16,-4-1 0 15,-1 5 0-15,0-10 0 0,6 9 0 16,-2-9 0-16,3 5 0 16,7-3-1-16,4-10 1 15,4 15 0-15,7-10-1 0,8 0 1 16,4 0 0-1,0 0 1-15,6 0-1 0,-1 1 0 16,-2 0 1-16,-3 2-1 16,-5 2 0-16,-1-3 1 0,-7 4-1 15,-3-3 1-15,-7 3-1 16,0-1 1-16,-11 2 0 16,-3-4 0-16,-4 1-1 15,-3 2 1-15,-4-4-1 16,-4 0 1-16,1-2-1 0,-2-3-1 15,7 1-1-15,-1-1-2 16,9-2-2-16,0 0-4 16,5-2-11-16,10 2-63 15,-3-15 1-15</inkml:trace>
  <inkml:trace contextRef="#ctx0" brushRef="#br2" timeOffset="162483.79">3944 4972 376 0,'0'0'8'0,"0"0"2"0,-2-11 2 0,2 11 2 16,-5-9 0-16,5 9 0 0,-2-13 1 16,2 13 0-16,2-11-7 15,-2 11-3-15,20-11-2 16,-5 8-2-16,2 0 0 15,7 3 0-15,-1 0-1 16,0 3 1-16,-1 3-1 0,-2-2 0 16,-3 4 0-16,-7 2 0 15,-3 0 0-15,-3 2 0 16,-4 3 1-16,-6-3-2 0,-4 3 1 16,1 1 0-1,-2 0 1-15,0-1-2 0,3-2 1 16,0-1 0-16,5 1-1 15,1-3 1-15,2-1 0 0,10 1 0 16,0-5 0-16,4 5 0 16,4-3 0-16,3 1 1 15,-2-1-1-15,3 1 1 16,3 2-1-16,-5-3 0 0,-3 0 0 16,-1 3 1-16,-6-2-1 15,-10-8 1-15,4 15-1 16,-4-15 1-16,-12 14 0 15,-6-6-1-15,-4-3 1 0,-4 2-1 16,-3-2 0-16,0 3 0 16,-1-4-2-16,0-1-3 15,5 2-5-15,3-5-19 16,5 5-55-16,9-2-2 0</inkml:trace>
  <inkml:trace contextRef="#ctx0" brushRef="#br2" timeOffset="163383.19">4473 5059 388 0,'0'0'4'0,"0"0"3"0,6 0 1 0,4-3 1 16,2 0 2-16,8 1 1 0,3-1 1 15,6-2 0-15,6 0-3 16,2-2-3-16,0 2-1 16,0 1-1-16,4-2-1 0,-7 4-1 15,-1-3-1-15,-4 2 0 16,-3 1 0-16,-7-1-1 15,-1 3 0-15,-9-3 2 16,-9 3-3-16,13 0 0 16,-13 0 0-16,0 0 0 0,0 0 0 15,0 0 0-15,-8 0 0 16,8 0 0-16,-10 0-11 16,10 0-32-16,-9 3-42 15,9-3-3-15</inkml:trace>
  <inkml:trace contextRef="#ctx0" brushRef="#br2" timeOffset="164635.06">5335 4904 385 0,'0'0'7'0,"-4"-7"2"0,4 7 1 0,-5-15 2 16,2 6 1-16,3-1 1 15,-2-2 0-15,2-1 0 16,2 1-6-16,6 2-2 15,5 4-3-15,1-1 0 0,6 2-2 16,5 3 0-16,-3-1 0 16,5 3-1-16,-2 0 0 15,5 5 0-15,-9 3 0 0,-2-1-1 16,-9 3 0-16,-2 1-1 16,-8-3 1-16,0 5-1 15,-5-1 1-15,-8 3-1 16,-2-2 1-16,-2-1 0 0,0 1 0 15,-1 1 0-15,6-4 0 16,1 0 0-16,6 0 1 16,3 0-1-16,2-10 0 15,7 15 1-15,6-10 0 16,2 2-1-16,5 1 1 16,3-3 1-16,-4-1-2 0,1 4 1 15,0 0 1-15,-3-1-1 16,-5 0 0-16,-1 4 0 15,-6-4 0-15,-5 0 1 0,-5 4-1 16,-8-3 0-16,-2 3 1 16,-7-4-1-16,-1 3-1 15,-3-5 0-15,-3 0-2 0,3-3-2 16,0 1-3-16,2-3-5 16,9 0-14-16,15 0-55 15,-8-12 0-15</inkml:trace>
  <inkml:trace contextRef="#ctx0" brushRef="#br2" timeOffset="164983.15">5827 4826 394 0,'0'0'5'0,"0"0"1"0,0 0 2 0,-4 2 0 15,-2 5 1-15,0 6 0 16,1 2 0-16,-6 2 1 15,6 6-5-15,1-4-1 16,4 6-1-16,2-8-1 0,8 3 1 16,7-6-1-16,6-3 0 15,1-2 0-15,9-5 0 16,0-4 0-16,1-4 0 16,-4-3 0-16,0-6 1 0,-3-4-1 15,-7 0 0-15,-7-5 0 16,-9 0 0-16,-4-6-1 15,-10 3 0-15,-8-2-1 16,-8 3-1-16,-9 6 0 0,-2 6 0 16,-4 4 1-16,0 8-3 15,1 0-3-15,5 13-9 16,0 22-60-16,16-21-9 16</inkml:trace>
  <inkml:trace contextRef="#ctx0" brushRef="#br2" timeOffset="166652.96">2230 6200 420 0,'0'0'5'0,"0"0"0"0,0 0 3 0,-8-5-3 16,8 5 2-16,-7 5-1 15,5 5 1-15,-1 2-1 16,3 8-3-16,0-1-2 0,0 6 0 16,0 0 0-16,0 0 0 15,5-2-1-15,-3-6 1 16,3 0 0-16,-2-7 0 16,-3-10 1-16,5 10-1 0,-5-10 0 15,3-4 1-15,-2-9 0 16,3-4 0-16,-2-3 0 15,0-7-1-15,3 2 0 16,0-7 0-16,2 1 0 0,4 0 0 16,-2 3-1-16,4 9 0 15,-3-1-1-15,5 10 1 16,0 8-1-16,-1 2 0 0,-1 9 0 16,-1 9 0-16,1 5-2 15,-4-2 0-15,4 4-1 16,-6-2 1-16,-1-4-1 15,1 1 1-15,-7-5 0 16,0-5 1-16,0-10 1 16,0 10 1-16,0-10 1 0,0 0 0 15,-4-5 0-15,4-6 1 16,0-3-1-16,2-5 1 16,5-5 0-16,5 0-1 0,6-3 1 15,0 2-1-15,-1-2 0 16,5 4 0-16,1 4-1 15,-4 7 0-15,1 4-1 16,-3 3 1-16,3 5 0 0,-7 10-1 16,2 2 2-16,-1 5-1 15,-3 3 0-15,-1 4 1 16,-1 1-1-16,-1 0 1 0,0 2-2 16,1-2-3-16,-2-5-6 15,6 2-26-15,-1-4-45 16,1-5-1-16</inkml:trace>
  <inkml:trace contextRef="#ctx0" brushRef="#br2" timeOffset="166852.2">2967 6126 424 0,'0'0'6'0,"0"0"3"0,0 0 1 16,0 0 0-16,-9 0 1 15,9 0 0-15,0 0 0 16,0 0 1-16,7 0-5 16,6 0-7-16,1 0-4 0,7 0-10 15,-1 25-61-15,2-20-10 16</inkml:trace>
  <inkml:trace contextRef="#ctx0" brushRef="#br2" timeOffset="167017.21">2963 6275 400 0,'0'0'6'0,"0"0"3"16,0 0 0-16,0 0 1 15,0 0 2-15,0-6-1 0,0 6 1 16,17-4 0-16,4 0-7 16,0-3-7-16,9 6-11 15,2-8-66-15,9 3-5 16</inkml:trace>
  <inkml:trace contextRef="#ctx0" brushRef="#br2" timeOffset="167499.97">3420 6004 430 0,'0'0'8'15,"0"0"-1"-15,-10 0 3 16,10 0 2-16,-7-9 0 0,7 9 0 15,0-13 1-15,0 6-6 16,7-3-7-16,5 2 0 16,6 1 0-16,-1 4 0 15,3-2 0-15,3 3 0 16,-4 2 0-16,-1 5 0 0,-4 0 0 16,-1 2 0-16,-5 1 0 15,-6 5 0-15,-2-1-3 16,-5 1-1-16,-5 1 1 15,-2 1 1-15,0 0 0 0,-2-3 0 16,7 1 1-16,0-1-1 16,5-2 1-16,2-10 1 15,4 12-1-15,6-7 1 16,6 0-1-16,0-3 1 0,7 3 1 16,-3 0-1-16,8 1 1 15,-3 1-1-15,-1 0 1 16,1 1-1-16,-7 3 1 0,-2 0-1 15,-7-1 1-15,-5 2-1 16,-6 3 0-16,-11 0 1 16,-10 2-1-16,-5-3 0 15,-9 4-1-15,-6 0-3 16,-3-1-8-16,-8 5-43 0,2-10-28 16,-3-1-2-16</inkml:trace>
  <inkml:trace contextRef="#ctx0" brushRef="#br2" timeOffset="167917.11">1800 5975 425 0,'0'0'4'0,"0"0"1"0,0 0 1 0,0 5-1 16,-3 10 1-16,3 10 1 15,-5 7 0-15,5 13 0 16,0 9-3-16,0 8-1 16,0 10-1-16,5-1 1 0,3 1-1 15,-3-3 0-15,7-5 0 16,-1-8-1-16,-2-9-2 16,-1-8-1-16,-1-7-4 0,1-7-3 15,-3-15-7-15,-5-10-17 16,17 2-50-16,-9-9-1 15</inkml:trace>
  <inkml:trace contextRef="#ctx0" brushRef="#br2" timeOffset="168733.43">1743 6010 372 0,'0'0'4'0,"0"0"3"15,0-13 0-15,0 13 2 16,5-17 1-16,2 4 1 15,9 1 1-15,3-3 0 16,8 3-3-16,10 0-2 0,16 2-2 16,9 0-1-16,12 0-1 15,13 2-2-15,13-4 1 16,12 2-1-16,9 0 0 0,6 0 0 16,4-4 0-16,11 1 0 15,-2-2 1-15,-4 5-1 16,-4 0 1-16,-6 0-1 15,-2 3 1-15,-9-1-1 16,-10 1 0-16,-13 1 0 16,-11 2 0-16,-10 0 0 0,-7-2 0 15,-12 4 0-15,-9-1 0 16,-11-3 0-16,-5 6 2 16,-12-1-1-16,-3 1 1 0,-12 0-1 15,0 0 2-15,0 0-4 16,-5 7 0-16,-2 4 0 15,-1 0 0-15,1 7 0 16,1 4 0-16,2 8 0 0,-1 7 0 16,2 5 0-16,-1 4 0 15,4 5 0-15,0 0 0 16,2 4 0-16,5 0 0 16,2-1 0-16,5-4 0 0,-2-1 0 15,3-4 0-15,-4-5 0 16,3-3 0-16,-6-5 0 15,-4-1 0-15,-4-12 0 0,0 0 0 16,-2-5 0-16,-5 0 0 16,-6-7 0-16,-4 0 0 15,-3-2 0-15,-5-2 0 16,-8-1 0-16,-4 1 0 16,-13-1 0-16,-4 1 0 0,-14 1 0 15,-11 2 0 1,-12-1 0-16,-11 7 0 0,-15 1 0 15,-10-1 0-15,-5 5 0 16,-8 0 0-16,-1 1 0 0,0-4 0 16,2 3 0-16,7-3 0 15,6-3 0-15,9-3 0 16,4 2 0-16,14-7 0 16,7-1 0-16,16 0 0 0,8-2 0 15,12 0 0-15,10 0 0 16,14 0 0-16,12-2 0 15,5 0 0-15,15 2 0 0,0 0 0 16,0 0 0-16,5-6 0 16,8 6 0-16,-1 0-2 15,13 3-35-15,10-3-48 16,-8 0-3-16</inkml:trace>
  <inkml:trace contextRef="#ctx0" brushRef="#br3" timeOffset="174784.08">7574 12559 259 0,'0'0'6'0,"0"0"0"0,0 0 1 15,0 0 1-15,-7 0 1 0,7 0 0 16,0 0-1-16,0 0 2 16,0 0-6-16,0 0 0 15,0 0 2-15,0 0 2 16,5-5 0-16,-5 5 2 15,12-13 2-15,-1-1 0 0,3-1 1 16,1-4 0-16,5-10-3 16,0-7 0-16,7-6-2 0,3-5-1 15,5-13 0-15,2-4 0 16,6-8-2-16,4-7 0 16,5-1-2-16,5-8 0 15,5 1 0-15,1 0 0 16,-1 5-2-16,0 0 0 0,-3 8-1 15,1 5 1-15,-6 4-1 16,-4 11-1-16,-10 9 1 16,-3 8-1-16,-10 7 2 15,-4 11-1-15,-11 4 1 0,-2 8 0 16,-10 7-1-16,0 0 0 16,0 0-1-16,0 8-4 15,-10 3-4-15,3 6-10 16,-3 16-53-16,0-8-9 0</inkml:trace>
  <inkml:trace contextRef="#ctx0" brushRef="#br3" timeOffset="175249.77">7924 12478 275 0,'0'0'5'0,"0"0"2"0,0 0 4 0,0-8 3 0,0 8 3 15,4-23 3 1,5 7 3-16,1-9 1 0,6-10-3 16,3-8-3-16,11-10-1 15,2-7-5-15,8-9-1 0,7-6-4 16,-2-5-1-16,9-3-2 16,1 1-1-16,0 5-1 15,-1 0 0-15,-4 13-1 16,-2 7 0-16,-9 10 0 0,-9 11 0 15,-5 8 0-15,-8 10-1 16,-7 6 1-16,-10 12-2 16,10-7 0-16,-10 7-1 15,-2 7-2-15,2-7-5 0,-10 23-8 16,-1-12-20-16,2 14-45 16,-3 5-2-16</inkml:trace>
  <inkml:trace contextRef="#ctx0" brushRef="#br3" timeOffset="175618.2">7970 12485 290 0,'0'0'6'15,"0"0"1"-15,2-13 4 0,-2 13 4 16,15-16 2-16,-2-1 2 16,1-4 2-16,6-11 0 15,8-5-2-15,2-10-3 16,9-10-3-16,4-10-2 0,4-8-1 16,7-6-2-16,4-6-1 15,3-2-2-15,2 0 0 16,-1 0-2-16,-2 10 0 15,-9 9-1-15,-6 10 0 0,-10 13-2 16,-5 15 0-16,-16 9 0 16,-3 13-3-16,-11 10-2 15,0 9-6-15,-15 7-7 0,5-1-41 16,-8 23-25-16,-6 9-4 16</inkml:trace>
  <inkml:trace contextRef="#ctx0" brushRef="#br3" timeOffset="175867.78">8099 12497 346 0,'0'0'5'0,"0"-7"3"0,5-5 4 16,5-8 2-16,5-5 1 15,5-10 2-15,5-10 0 16,12-11 1-16,0-8-4 15,13-8-3-15,-1-5-3 16,8-3-2-16,3-2-2 0,0 3 0 16,0 10-3-16,-10 4-1 15,-1 11-5-15,-12 10-4 16,-5 14-10-16,-12 17-60 16,-8 3-6-16</inkml:trace>
  <inkml:trace contextRef="#ctx0" brushRef="#br3" timeOffset="176599.7">6625 13996 182 0,'0'0'5'0,"0"0"2"0,0 0 6 0,0 0 5 0,-7-2 3 0,7 2 2 15,0 0 3-15,-12-5 0 16,12 5-3-16,-11-5-2 16,11 5-2-16,0 0-5 15,-9-6-4-15,9 6-2 0,0 0-1 16,0 0-2-16,0 0-1 15,-3-12 0-15,3 0 0 16,10-5-1-16,3-8 2 0,6-10-1 16,9-7 0-16,4-15 0 15,5-10 1-15,11-4 0 16,2-7-1-16,-1-3 0 16,1-1-1-16,-1 5 0 0,-4 8 0 15,-3 10-1-15,-10 12 0 16,-4 9 0-16,-8 13-2 15,-9 10 0-15,-11 15-3 16,0 0-2-16,6 14-3 0,-12 3-7 16,-3 10-12-16,0 3-57 15,-7 7 0-15</inkml:trace>
  <inkml:trace contextRef="#ctx0" brushRef="#br3" timeOffset="176933.57">6427 14078 344 0,'0'0'3'0,"0"0"2"0,0 0 2 0,0 0 4 0,5-14 2 15,4-4 1-15,9-10 2 16,1-8 0-16,11-14-2 16,6-10-2-16,6-4-2 15,8-8-3-15,4-5-1 0,2 1-2 16,2 4-1-16,0 2-1 16,-4 6 0-16,-5 9 0 15,-1 8-1-15,-8 8-1 16,-8 11-4-16,-7 6-2 0,-5 13-5 15,-10 5-8-15,-10 4-46 16,6 13-20-16</inkml:trace>
  <inkml:trace contextRef="#ctx0" brushRef="#br3" timeOffset="177216.75">6735 14085 349 0,'0'0'5'0,"0"0"0"16,0 0 1-16,0-7 3 16,2-6 1-16,3 1 0 15,5-8 1-15,8-10 1 0,2-2-5 16,4-12 0-16,6 0 0 16,8-12-4-16,1 0 0 15,3-8 0-15,3 4-2 16,-3 3 1-16,-2 6-1 15,-6 5 0-15,-4 6-3 0,-5 14-3 16,-9 6-4-16,-2 15-11 16,-14 5-42-16,2 17-18 15</inkml:trace>
  <inkml:trace contextRef="#ctx0" brushRef="#br3" timeOffset="177716.64">6760 14326 308 0,'0'0'5'0,"0"0"3"0,0 0 3 16,0-10 2-16,7-3 2 15,3-7 2-15,8-4 2 16,7-13 0-16,1-13-5 16,12-7 0-16,6-7-5 0,2-10-3 15,3-1-1-15,1 0-1 16,-3 6-1-16,-2 8-2 15,-6 5-1-15,-9 17 0 16,-2 7-2-16,-12 12-1 16,-5 13-3-16,-11 7-3 0,2 15-3 15,-9 4-1-15,-6 13-2 16,-4 9-1-16,-8 6 1 16,-2 9 1-16,-5 5 5 0,-1-3 1 15,-4 7 3 1,3 0 3-16,-2-6 2 0,4-2 3 15,2-10 1-15,8-5 1 16,4-13 2-16,6-1 2 0,8-19 1 16,4-9 2-16,7-12-1 15,9-15-1-15,5-8-1 16,10-9 1-16,2-11-2 16,4-12-1-16,6-5-2 15,3-2-2-15,0 1 0 0,-4 2-1 16,-2 7-1-16,-6 10 0 15,-6 6-2-15,-10 17-4 16,-9 13-5-16,-9 18-4 16,0 0-6-16,-12 5-13 0,-8 12-40 15,1 10-11-15</inkml:trace>
  <inkml:trace contextRef="#ctx0" brushRef="#br3" timeOffset="177849.78">7025 13982 285 0,'0'0'5'0,"5"-13"1"0,8-7 0 16,6-13 0-16,9-11 0 16,12-14-1-16,7-23-10 0,5-11-54 15,18-9-8-15</inkml:trace>
  <inkml:trace contextRef="#ctx0" brushRef="#br3" timeOffset="178251.99">7871 12591 296 0,'0'0'4'16,"0"0"2"-16,-16 18 3 0,9-8 4 15,0-2 1-15,-4 1 2 16,4 1 0-16,-3-3 1 16,10-7-4-16,0 0-2 15,0-5-2-15,7-12-3 16,9-7-1-16,1-4-2 0,5-10 0 16,6 0 0-16,-1-5 0 15,1 4-1-15,-7 4 1 16,2 5-1-16,-11 8-1 0,-4 10 0 15,-8 12 0-15,0 0-1 16,-10 15 0-16,-2 1-1 16,-4 2-1-16,9 0 1 0,0-1-1 15,7-7-1-15,0-10-7 16,14 0-25-16,11-20-41 16,5-12-4-16</inkml:trace>
  <inkml:trace contextRef="#ctx0" brushRef="#br3" timeOffset="179867.58">12127 6728 230 0,'0'0'2'0,"0"0"-1"15,0 0 2-15,0 0 2 0,7 0 1 16,2-5 1-16,7-1 2 16,7-2 0-16,4-1 0 15,8-7 0-15,11-2 1 16,9-5-2-16,15-1-1 0,9-6 1 15,9-2-3-15,8-8-2 16,11 3-1-16,3-5-4 16,4 0-3-16,2 0-7 0,-6 5-7 15,-11 2-6-15,-5 6-9 16,-14 11-23-16,-22 0-12 16</inkml:trace>
  <inkml:trace contextRef="#ctx0" brushRef="#br3" timeOffset="180250.33">12276 6822 263 0,'0'0'6'15,"0"0"3"-15,0 0-1 0,0 0 4 16,0 0 1-16,7-5 2 16,3-1 1-16,10-2 2 15,7-5-4-15,10-2-1 16,8-3-2-16,14-5-1 0,7-5-2 15,8 0-1-15,6-2-1 16,1 1-1-16,-1-1-1 16,-3 2-3-16,-4 3-1 15,-16 8-3-15,-6 5-2 16,-14 5-7-16,-17 2-15 0,-20 5-49 16,3 10-1-16</inkml:trace>
  <inkml:trace contextRef="#ctx0" brushRef="#br3" timeOffset="180500.04">12166 7067 243 0,'0'0'12'0,"0"0"4"16,7-7 3-16,6 0 1 15,10-6 2-15,3 1-1 16,15-7 1-16,8-6 1 15,11-6-11-15,14 0-5 0,3-5-2 16,10-1-1-16,5 2-1 16,3 1-4-16,-8 4-3 15,-5 5-8-15,-12 3-9 16,-13 10-21-16,-15 9-33 16,-17 3-4-16</inkml:trace>
  <inkml:trace contextRef="#ctx0" brushRef="#br3" timeOffset="180667.15">12472 7086 236 0,'0'0'5'16,"0"0"1"-16,-10 11 2 0,10-11 6 15,0 0 3-15,5 0 2 16,15-3 0-16,13-9 1 16,18-10-4-16,19-6 0 15,22-12 0-15,17-4-10 0,18-6-9 16,7-1-26-16,10-6-39 15,8 2-5-15</inkml:trace>
  <inkml:trace contextRef="#ctx0" brushRef="#br3" timeOffset="181100.04">14158 6222 288 0,'0'0'7'15,"0"0"1"-15,0 0 2 16,0-9 3-16,0 9 0 16,4-10 1-16,8-1 2 15,3 3 1-15,10-5-5 0,7-2-2 16,10-3-1-16,8-4-1 16,10-3-1-16,7-2-1 15,5-3-1-15,-1 0 0 16,2 4-2-16,-6-2 0 0,-5 3-1 15,-12 9-1-15,-10-1-2 16,-13 6-1-16,-8 6-3 16,-11 2-4-16,-8 3-6 0,-8 3-9 15,-10 2-40-15,-3 6-14 16</inkml:trace>
  <inkml:trace contextRef="#ctx0" brushRef="#br3" timeOffset="181368.33">14090 6192 230 0,'0'0'10'16,"0"0"3"-16,0 0 3 15,-3-4 4-15,3 4 3 0,12-17 0 16,9 5 1-16,5-6 2 16,17-5-9-16,10-1-3 15,11-3-4-15,8-4-3 16,8 2-1-16,6-3-2 15,1 2-1-15,-1 1 0 0,0 1-1 16,-7 3 1-16,-11 8-2 16,-10 2-1-16,-10 6-3 15,-13 1-2-15,-13 8-6 0,-22 0-11 16,0 12-27-16,-15 8-27 16,-17 2-3-16</inkml:trace>
  <inkml:trace contextRef="#ctx0" brushRef="#br3" timeOffset="181616.49">14328 6269 209 0,'0'0'6'0,"-12"9"2"0,2-2 3 16,-3 0 1-16,1 0 4 15,1 1 5-15,11-8 4 16,-7 10 2-16,12-10-6 16,18-6 0-16,9-6-1 0,11-2-3 15,13-6-1-15,12-5-7 16,8-2-3-16,9-2-1 15,2-7 1-15,5 4-2 16,-6 0 0-16,2 2-1 0,-13 3 0 16,-8 3-3-16,-15 7-2 15,-12 6-3-15,-18 11-9 16,-22 0-12-16,-8 5-49 16,-20 15-5-16</inkml:trace>
  <inkml:trace contextRef="#ctx0" brushRef="#br3" timeOffset="181833.05">14256 6441 288 0,'0'0'5'16,"0"0"4"-16,-7 0 2 0,7 0 4 15,5-5 0-15,4-3 2 16,14-4 1-16,8-6 0 16,14-1-5-16,17-6-3 0,11-5-3 15,8 0-3-15,2-3-2 16,6 4 1-16,1-3 0 15,-5 7-5-15,-11 3-3 16,-15 5-7-16,-8 4-9 16,-19 1-46-16,-15 12-9 0</inkml:trace>
  <inkml:trace contextRef="#ctx0" brushRef="#br3" timeOffset="181966.74">14589 6339 197 0,'0'0'13'0,"0"0"4"15,14-7 1-15,9-1 0 16,7-2 1-16,9-5 0 0,14-6-3 16,9-3-9-1,12-10-62-15,11 6-9 0</inkml:trace>
  <inkml:trace contextRef="#ctx0" brushRef="#br3" timeOffset="183983.75">20933 6971 390 0,'0'0'4'0,"0"0"1"0,0 0-2 0,0 0 1 16,-3 4 1-16,3 12 0 0,5 6 2 16,2 5 0-16,9 8-4 15,0 9 2-15,7 6-2 16,0 5 1-16,1 4-1 15,3-2-1-15,-2 0-1 0,3-5 0 16,-6-2-1-16,-2-8-1 16,0-5-4-16,-5-8-3 15,-3-7-13-15,-2-8-19 16,-10-14-36-16,10 4-6 0</inkml:trace>
  <inkml:trace contextRef="#ctx0" brushRef="#br3" timeOffset="184266.49">21096 6892 322 0,'0'0'7'0,"0"0"5"16,-5-10 0-16,5 10 0 0,0 0 3 16,-2 4 1-16,2 16 1 15,5 8 0-15,4 12-7 16,9 8-4-16,3 5-1 15,3 8 1-15,1 2-2 0,4-4-2 16,-1-7-1-16,-1-8-1 16,-2-1-3-16,0-9-1 15,-8-9-5-15,-4-5-4 16,-1-5-4-16,-12-15-9 16,10 8-18-16,-10-8-19 0,-3-21-15 15</inkml:trace>
  <inkml:trace contextRef="#ctx0" brushRef="#br3" timeOffset="184818.09">21170 6811 369 0,'0'0'7'0,"0"0"2"0,0 0 0 15,0 0 0-15,-7-4 0 16,7 4 0-16,0 18 2 16,0 4-1-16,7 13-5 15,9 6-2-15,2 10-1 0,3 7 1 16,7 4 0-16,2 3-1 15,-1-6 0-15,1-2-1 16,2-7 0-16,-9-11-1 0,0-4-1 16,-7-7-2-16,-2-11-1 15,-5-7-2-15,-9-10-1 16,0 0-1-16,0-12 0 16,-2-13 1-16,-11-7 0 0,-2-15 1 15,-5-8 0-15,1-12 3 16,-1-5 2-16,-5-3 2 15,2 5 3-15,1 2 1 16,7 11 3-16,1 12-1 16,0 13 0-16,2 15 2 0,12 17-3 15,0 10-1-15,3 17-2 16,12 10-1-16,2 6-2 16,6 8 0-16,7 7 1 15,-1-1-1-15,1-3 1 0,-2-4-1 16,-1-8 1-16,-3-10-2 15,-6-6 0-15,-4-5 0 16,-3-9 0-16,-11-12 1 16,0 0-2-16,7-12 0 0,-7-9 0 15,-4-5 1-15,-7-12 1 16,-4-9 0-16,0 1 0 16,-2-7 0-16,-1 6 3 0,-1 3-1 15,1 9-1-15,6 15 0 16,2 11 0-16,10 18 0 15,6 16-2-15,10 17-4 16,7 5-11-16,9 3-47 0,3 22-15 16</inkml:trace>
  <inkml:trace contextRef="#ctx0" brushRef="#br3" timeOffset="185316.75">21722 8259 370 0,'0'0'5'0,"0"0"0"0,0 0 1 15,0 0-1-15,0 0 0 16,-5 13 1-16,5 3-1 16,3 4 2-16,6 15-5 0,4 2-1 15,0 13 0-15,7 4-1 16,0 6 1-16,-1-1 1 16,8 1-1-16,-4-5-1 15,-3-6 0-15,0-4-3 0,-3-11-4 16,-5-9-4-16,1-8-4 15,-13-17-10-15,8 5-12 16,-8-5-22-16,0-19-18 16</inkml:trace>
  <inkml:trace contextRef="#ctx0" brushRef="#br3" timeOffset="185933.42">21767 8182 316 0,'0'0'8'15,"0"0"2"-15,-4-7 2 16,4 7 1-16,0 0 1 0,-11-10 0 15,11 10 0-15,0 11 1 16,6 14-6-16,8 13-2 16,2 10-3-16,3 8 0 15,8 8 0-15,3 3 0 0,-2 3-1 16,-1-3 1-16,0-10-3 16,-4-6-2-16,1-11-4 15,-4-11-1-15,-5-5-3 16,-2-12-5-16,-4-7-2 0,-9-5-2 15,0-13-1-15,-4-11 1 16,-8-11 4-16,-1-12 2 16,-4-10 1-16,-1-10 6 15,-2-5 4-15,0-2 7 0,3 4 4 16,2 8 4-16,2 10 2 16,0 13 0-16,7 11 1 15,0 18-2-15,6 10-1 16,6 22-3-16,4 11-4 0,4 14-2 15,6 4-5-15,8 10 3 16,-3 6-1-16,5-3 0 16,-1-2 0-16,-4-7-1 15,2-6-2-15,-5-13-1 16,-5-8-1-16,-4-6-1 0,-3-10-3 16,-10-12-1-16,0 0-4 15,6-19-2-15,-10-6-2 16,-3-9 0-16,-2-11-1 0,-3-13 2 15,-4 2-1-15,2-3 8 16,-2 10 7-16,4 6 5 16,-1 9 1-16,8 14 5 0,5 20 2 15,0 10 1-15,0 16 0 16,13 12-1-16,2 6-6 16,-1 4-2-16,6-2-2 15,1 2-4-15,-4-5-7 16,0-12-4-16,-2-4-10 0,-2-15-23 15,1-5-27-15,-14-7-4 16</inkml:trace>
  <inkml:trace contextRef="#ctx0" brushRef="#br3" timeOffset="186066.94">22090 8279 329 0,'0'0'1'16,"0"12"2"-16,0 10 2 0,0 8-1 0,0 7 1 0,8 8-3 0,-1 6-7 15,5 7-27-15,0-9-31 16,6-4-7-16</inkml:trace>
  <inkml:trace contextRef="#ctx0" brushRef="#br3" timeOffset="186599.8">21611 7411 190 0,'0'0'2'0,"0"0"-2"0,5 11 1 0,-5-11-4 15,9 12-2-15,-9-12-7 16,13 13-3-16,-13-13-5 0,15 2 0 16,-15-2-2-16,10-5-1 15,-7-5 4-15,-3-2 3 16,0-1 8-16,-6-4 9 15,-1 3 16-15,0-3 6 16,-5 6 1-16,1 3 2 0,1 6-3 16,10 2 0-16,-9 7-1 15,9 7-13-15,0 3-35 16,4 2-28-16</inkml:trace>
  <inkml:trace contextRef="#ctx0" brushRef="#br3" timeOffset="186783.8">21441 7466 148 0,'0'0'1'0,"0"0"-16"0,9 15-31 16,-2-3-1-16</inkml:trace>
  <inkml:trace contextRef="#ctx0" brushRef="#br3" timeOffset="187617.07">14619 5957 234 0,'0'0'8'0,"0"0"5"0,-13 8 4 0,13-8 3 0,-17 13 2 16,10-6 2-16,-4 0 1 16,-3 4 3-16,14-11-9 15,-13 7-5-15,13-7-4 16,0 0-2-16,2 10-2 0,16-10-2 16,9 0-1-16,11-6 0 15,9-4-1-15,11-2 1 16,8-5-1-16,9-3-1 15,2-5-1-15,4 1-1 16,2-1-2-16,-9-3-2 0,-4 6-1 16,-8 2-2-16,-15 6-1 15,-11 1-3-15,-10 11-8 16,-13 2-33-16,-13 0-22 16,-6 20-3-16</inkml:trace>
  <inkml:trace contextRef="#ctx0" brushRef="#br3" timeOffset="187834">15008 6111 335 0,'0'0'4'0,"0"0"0"16,13-5 3-16,4 0 0 0,3-5 2 15,9-2 2-15,7-6 0 16,3 1-1-16,7-3-4 15,-4 6-5-15,-2-4-6 16,-5 8-4-16,-8 0-11 0,-12 5-22 16,-6 5-18-16,-9 11-7 15</inkml:trace>
  <inkml:trace contextRef="#ctx0" brushRef="#br3" timeOffset="187983.13">15128 6159 196 0,'0'0'10'15,"-12"7"7"-15,12-7 3 0,-21 9 3 16,21-9 0-16,-9 10 2 15,9-10 0-15,0 0 1 16,18 3-10-16,6-6-5 16,6-4-4-16,6-8-6 0,5 0-17 15,3 10-47-15,-3-7-9 16</inkml:trace>
  <inkml:trace contextRef="#ctx0" brushRef="#br3" timeOffset="188467.04">13145 6599 327 0,'0'0'6'0,"0"0"1"0,0 0 2 0,0 0 2 0,0 0 2 0,0 0 2 16,0 0-1-16,8-7 2 15,2 4-6-15,4 0-2 16,4-4-2-16,6-3-1 15,4 2-1-15,-1 0-2 0,6-3-2 16,-1 4-4-16,-5-3-4 16,1 4-11-16,-8 4-30 15,-6 0-27-15,-14 2-6 0</inkml:trace>
  <inkml:trace contextRef="#ctx0" brushRef="#br3" timeOffset="188650.94">13136 6536 339 0,'0'0'3'16,"0"0"0"-16,0 0 0 15,0 0 0-15,5-8 1 0,7-1 0 16,1 0 0-16,6-4 1 16,8 0-5-16,5-8-10 15,1 0-20-15,-1 0-36 16,5-2-6-16</inkml:trace>
  <inkml:trace contextRef="#ctx0" brushRef="#br3" timeOffset="188749.62">13344 6376 335 0,'0'0'5'0,"-10"8"0"15,5 1 0-15,3-1 1 16,2 4-8-16,5 3-33 0,9-5-28 16,9 0-4-16</inkml:trace>
  <inkml:trace contextRef="#ctx0" brushRef="#br3" timeOffset="189867.02">7915 12666 299 0,'0'0'5'0,"0"0"0"16,0 0 2-16,-12 12 4 0,12-12 0 15,-13 11 2-15,13-11 4 16,-12 12 1-16,12-12-3 15,-14 7-1-15,14-7-1 0,-9 3-1 16,9-3-2-16,0 0-2 16,-7 0-2-16,7 0-1 15,0 0-2-15,0 0 0 16,0 0-1-16,0 0-1 16,0 0 0-16,0 0 0 0,0 0 1 15,0-14-1-15,10 0 0 16,0-5 1-16,7-9 0 15,1-6 0-15,7-4 0 16,5-4 0-16,-4 0-1 16,2 1 0-16,-1 5-1 0,-4 2-2 15,-3 11-4-15,-10 1-9 16,-3 7-35-16,-7 15-33 16,-7-7-2-16</inkml:trace>
  <inkml:trace contextRef="#ctx0" brushRef="#br3" timeOffset="190082.89">7768 12487 380 0,'0'0'6'0,"0"0"1"15,0 0 2-15,-12 0 2 16,12 0 0-16,0 0 0 16,-2-4 0-16,2-7 1 15,7-5-5-15,2-7-2 0,12-7-2 16,-1-7-1-16,10-5-3 15,0-5-4-15,2 5-5 16,0 0-5-16,-2 10-5 16,-8 4-42-16,-7 13-18 0,-15 15-6 15</inkml:trace>
  <inkml:trace contextRef="#ctx0" brushRef="#br3" timeOffset="190184.05">7786 12418 319 0,'0'0'6'0,"0"0"0"16,-7 4 1-16,7-4 1 0,2-4 1 15,10-18-8-15,15-15-60 16,13-15-5-16</inkml:trace>
  <inkml:trace contextRef="#ctx0" brushRef="#br1" timeOffset="-94812.05">22175 12282 274 0,'0'0'8'0,"0"0"2"0,0-13 5 16,0 13 2-16,0-10 2 0,0 10 3 15,0-9 1-15,0 9 0 16,0 0-7-16,0 0-3 16,0 0-4-16,0 0-2 15,0 0-4-15,0 0-1 16,-5 12-1-16,-2 1-1 0,-4 1 0 15,-3 6 0-15,-2 5 0 16,-3 0 0-16,-4 5 1 16,-7-1-1-16,3 3 0 0,-3 1 0 15,3-7 1-15,-3 5-1 16,3-7 0-16,5-1 0 16,1-3 0-16,7-8-1 15,3 0-2-15,11-12-1 0,-12 13-3 16,12-13-2-16,0 0-8 15,0 0-11-15,7-13-49 16,7 3-3-16</inkml:trace>
  <inkml:trace contextRef="#ctx0" brushRef="#br1" timeOffset="-94529.9">22271 12389 290 0,'0'0'7'16,"0"0"0"-16,0 0 3 16,0 0 2-16,-9 14-1 15,-3-1 2-15,-4 7-1 0,-6 2 2 16,-2 10-6-16,-10 3-2 16,0 4-3-16,-3 4 0 15,-5-2-2-15,1 2 0 16,4-1 0-16,-2 0 1 15,7-5-1-15,2 0 0 0,2-4-1 16,3-4-3-16,8-1-6 16,2-6-8-16,3-5-18 15,7 1-31-15,0-8-11 0</inkml:trace>
  <inkml:trace contextRef="#ctx0" brushRef="#br1" timeOffset="-94247.37">21914 13069 322 0,'0'0'6'0,"-10"15"3"0,0 1 2 15,-4 3 1-15,-4 6 4 16,-5 2-1-16,-2 8 1 15,-1 2-1-15,-4 0-4 16,0 1-4-16,2-4-2 0,3-2-2 16,0-2-3-16,9 0-3 15,-5-6-6-15,9-1-12 16,2-3-23-16,2-10-35 0,6 2-3 16</inkml:trace>
  <inkml:trace contextRef="#ctx0" brushRef="#br1" timeOffset="-94025.83">21802 13453 317 0,'0'0'7'0,"0"0"2"16,-12 18 2-16,1 0 3 0,-3 4 2 16,-6 3 1-16,-3 7 0 15,-1 2 0-15,-6 1-4 16,3 2-6-16,-3-2-1 15,2-3-3-15,3-5-4 16,5-2-5-16,3-4-12 0,5-5-17 16,6 1-36-16,6-17-10 15</inkml:trace>
  <inkml:trace contextRef="#ctx0" brushRef="#br1" timeOffset="-93830.39">21755 13723 323 0,'0'0'6'0,"-3"13"2"16,-7-1 3-16,-3 6 3 16,-1 6 1-16,-11 4 1 0,-2 9 0 15,-6 5 1-15,-2 0-5 16,-4 3-4-16,0-3-3 16,1-3-1-16,3 1-3 15,3-10-3-15,8-3-8 0,3-10-9 16,9-2-14-16,4-2-41 15,8-13-6-15</inkml:trace>
  <inkml:trace contextRef="#ctx0" brushRef="#br1" timeOffset="-93629.09">21595 14078 303 0,'0'11'7'15,"-7"0"5"-15,-7 9 1 16,-2 0 2-16,-6 6 3 0,-5 7 0 15,-6 0 0-15,-2 6 0 16,1-9-6-16,1-1-4 16,1-4-4-16,5 0-1 15,5-5-6-15,2-5-8 0,7-6-13 16,-2 4-29-16,15-13-24 16,0 0-7-16</inkml:trace>
  <inkml:trace contextRef="#ctx0" brushRef="#br1" timeOffset="-93429.71">21420 14346 313 0,'0'0'9'15,"-8"12"2"-15,-4 0 4 16,-4 5 2-16,-1 4 2 0,-10 4 0 16,-1 1 0-16,-1 6 0 15,-1-5-8-15,2 1-3 16,4-3-4-16,6-3-5 15,1-10-5-15,7 1-9 0,10-13-16 16,0 0-48-16,5-10-2 16</inkml:trace>
  <inkml:trace contextRef="#ctx0" brushRef="#br1" timeOffset="-93195.57">21901 13947 430 0,'0'0'3'15,"0"0"2"-15,0 0-2 16,-2 10 2-16,-9 2 1 0,-3 8 1 16,-8 9 0-16,-10 6-1 15,-4 9-1-15,-6 4-1 16,-4 4-1-16,-2-3 0 16,1 1-1-16,4-3-2 0,9-7-2 15,6-8-5-15,6-3-11 16,7-9-30-16,10-7-33 15,5-13-5-15</inkml:trace>
  <inkml:trace contextRef="#ctx0" brushRef="#br1" timeOffset="-92962.95">22200 14033 335 0,'0'0'5'15,"0"8"2"-15,-8 2 4 16,0 4 2-16,-6 6 3 16,-4 5-1-16,-8 6 1 15,-8 5 0-15,0-1-3 0,-3 2-4 16,-1-3-3-16,1 1-1 16,3-7-3-16,4-4-5 15,7-4-5-15,8-10-7 0,15-10-15 16,0 0-49-16,15-5-4 15</inkml:trace>
  <inkml:trace contextRef="#ctx0" brushRef="#br1" timeOffset="-92780.36">22466 13978 432 0,'0'0'4'0,"0"0"1"16,0 0 2-16,0 11 1 15,0 2 0-15,-8 3 1 16,-4 7-2-16,-6 1 1 0,-6 7-3 15,-4-2-2-15,1 1-3 16,-3-1-3-16,3-4-7 16,4-5-9-16,6-20-55 15,17 0-10-15</inkml:trace>
  <inkml:trace contextRef="#ctx0" brushRef="#br1" timeOffset="-92580.05">22938 13818 471 0,'0'0'1'0,"0"0"1"0,0 9 1 16,-5 4 0-16,-4 7 0 15,-2 3 0-15,-6 2 1 16,-3 4 0-16,-3 5-1 0,0-7-3 16,2 1-4-16,-2-11-5 15,9-2-7-15,1-12-17 16,3-3-50-16,12-8-1 15</inkml:trace>
  <inkml:trace contextRef="#ctx0" brushRef="#br1" timeOffset="-92212.71">23330 13521 458 0,'0'0'3'0,"0"0"-1"0,0 4 1 0,-8 4 1 15,-1 6 0-15,-3 4 0 16,-11 0 0-16,0 7 1 15,-2 0-3-15,-5-6 0 16,6 1-3-16,7-6-3 0,0-3-2 16,6-6-4-16,11-5-9 15,0 0-11-15,7-18-17 16,9-2-11-16,6-7-4 16,8-8 1-16,3-5 4 15,6-8 17-15,0-5 26 0,7 1 26 16,-7-3 29-16,3 9 18 15,-15 6 5-15,-1 11-3 16,-9 4-6-16,-7 17-12 16,-10 8-14-16,-5 10-11 0,-8 10-9 15,-6 2-6-15,-1 0-3 16,-3 0-2-16,6 3-2 16,-3-11-3-16,8-1-6 0,5-9-11 15,7-4-25-15,5-17-31 16,2-2-6-16</inkml:trace>
  <inkml:trace contextRef="#ctx0" brushRef="#br1" timeOffset="-92063.49">23561 12847 383 0,'0'0'4'0,"0"0"1"16,0 0 1-16,-10 10 1 16,1-1 0-16,-4 3 0 15,-4 6 0-15,2-3 1 0,-6 2-6 16,7 1-6-16,2-3-10 15,1-8-24-15,11-7-38 16,0 0-4-16</inkml:trace>
  <inkml:trace contextRef="#ctx0" brushRef="#br1" timeOffset="-91897.09">23188 12614 258 0,'0'0'1'0,"0"0"-1"16,0 9 1-16,0-9-2 16,0 16-4-16,0-16-9 15,-4 9-14-15,4-9-21 0,0 0-14 16</inkml:trace>
  <inkml:trace contextRef="#ctx0" brushRef="#br1" timeOffset="-90095.76">23176 12378 340 0,'0'0'4'16,"0"0"1"-16,-15 3 0 15,15-3 1-15,-14 15 2 16,1-8-1-16,1 4 1 0,-4-3 0 16,4 3-4-16,2-4-3 15,0 0-3-15,10-7-2 16,-7 6-5-16,7-6-1 15,0-7-3-15,7-3-2 0,3-4-1 16,0 0 2-16,0-5 3 16,3-4 2-16,-6 1 9 15,-2 0 8-15,0-1 4 16,-5 3 5-16,0 6 1 16,-8 4 0-16,-1 2 2 0,-4 8-4 15,1 3-4-15,-4 9-5 16,2 1-3-16,2-1-2 15,-1 0 0-15,3 1-2 0,1-6-2 16,9-7 0-16,-9 8-2 16,9-8 0-16,0 0-2 15,0-5 0-15,0-5 1 16,3-3 0-16,-1-4 0 0,2 0 2 16,-4-7 1-16,0 3 2 15,0-2 3-15,-6 4 1 16,1-1 2-16,-2 5 0 15,0 5 0-15,7 10-1 0,-18-10 0 16,10 10 0-16,-1 8-2 16,1 4-2-16,-2 1-1 15,3-1 0-15,-4-2-1 0,4 1 1 16,7-11 0 0,-10 14 0-16,10-14 0 0,0 0 0 15,0 0 0-15,3-14-1 16,2 3 1-16,-1-2 1 15,1-5-1-15,1 2 1 0,-1-4 0 16,-3 0 1-16,1 3 1 16,-3 2 0-16,0 3-1 15,0 12 0-15,-14-10 0 16,7 10-1-16,-5 2 0 0,-1 11 0 16,4-3-2-16,-3 2 1 15,1-2-1-15,1 0 2 16,10-10 1-16,-12 9-1 15,12-9 1-15,0 0-1 0,-2-5 1 16,2-4-1-16,0-2 0 16,0-3 0-16,0-3 0 15,0-8-1-15,0 4 1 16,-2-8-1-16,-2 4 0 0,-1 0 2 16,-3 0-1-16,4 4-1 15,0 9 1-15,-1-1-1 16,5 13 0-16,-16-5 1 15,16 5-1-15,-12 7-1 0,12-7 0 16,-11 15 0-16,11-15 1 16,-6 13 0-16,6-13 0 15,0 0 1-15,0 0 0 16,0 0 0-16,0 0 0 0,0-9 0 16,0 1 1-16,0-3-1 15,0-3 0-15,0-4 1 16,0 3-2-16,0-4 1 15,0 1 0-15,0 0 0 0,0 4 0 16,-5-4-1-16,5 8 0 16,-3 1 1-16,3 9-1 15,-2-13 0-15,2 13-1 0,0 0 1 16,0 0-1-16,0 0-1 16,0 0 1-16,0 0 0 15,0 10 0-15,0 2 0 16,2 1 0-16,1 4 0 0,2 3 1 15,-3-3 1-15,2 1 0 16,5 0-1-16,-7-7 1 16,3-1 1-16,-5-10 0 15,0 0 0-15,0 0 0 16,0 0 0-16,5-10 0 0,-5-1 1 16,0-7-2-16,0-2 0 15,0-3 0-15,-2 1-1 16,-1 2 1-16,1 1 1 15,2-1-1-15,-3 5 0 0,3 5-2 16,0 10 0-16,0 0-1 16,0 0 1-16,0 13-1 15,5 4-1-15,7 8 1 0,4 0 0 16,-2 7 1-16,11 0 2 16,-2 0 0-16,2 0-1 15,1-4 0-15,-3-1 0 16,-1 0 1-16,1-4-1 0,-6-1 1 15,-2-2-1-15,-3-6 0 16,-2 1 1-16,1 3-1 16,-8-6 1-16,6 0-1 15,-5-2-1-15,5-2 1 0,-9-8 0 16,12 12 0-16,-12-12-1 16,14 5 1-1,-14-5 0-15,13 2-1 0,-13-2 1 16,10 0-1-16,-10 0 0 15,0 0 1-15,13 8-1 0,-13-8 0 16,2 12 0-16,-2-12 0 16,7 15 1-16,-2-5 0 15,-2 1 0-15,4-3 0 0,3 1 0 16,0-1 0-16,0-4 0 16,0 3 0-16,1-2 0 15,6-2 1-15,-5-1-1 16,0 0 0-16,-2-2 1 0,2 3-1 15,-2-3 0-15,1 0 0 16,-7 0 0-16,-4 0 0 16,12 3 0-16,-12-3-1 15,0 0 1-15,13 0 0 0,-13 0 1 16,0 0-1-16,10 0 1 16,-10 0 0-16,0 0 0 15,10-6 0-15,-10 6 0 16,5-15 0-16,-5 15 0 15,5-12-1-15,-5 12 1 0,3-14-1 16,-3 14-1-16,0 0 1 16,0 0-1-16,0 0 1 15,-3 12-1-15,1 0 1 16,-4 5-2-16,1 1-2 0,0 2-2 16,1-4-6-16,1 2-7 15,-2-5-22-15,3-3-41 16,2-10-1-16</inkml:trace>
  <inkml:trace contextRef="#ctx0" brushRef="#br1" timeOffset="-89829.57">22850 11708 394 0,'0'0'4'0,"0"0"1"0,0 0-2 0,0 0 1 15,-2 4-1-15,0 6-3 16,-3 5-9-16,5-15-50 15,-11 30-16-15</inkml:trace>
  <inkml:trace contextRef="#ctx0" brushRef="#br1" timeOffset="-89362.88">21983 12106 192 0,'0'0'1'0,"0"0"-1"0,10 0 1 0,1 0-6 0,-2-3-29 16,3 1-19-16</inkml:trace>
  <inkml:trace contextRef="#ctx0" brushRef="#br1" timeOffset="-87396.48">22391 11769 287 0,'0'0'10'0,"0"0"2"0,0 0 4 0,0 0 1 0,0 0 2 15,0 0 4-15,0 0-1 16,0-5 1-16,0 5-7 0,0 0-2 16,0 0-3-16,0 0-2 15,0 0-1-15,0 0-1 16,0 0-1-16,0 0-2 0,0 0 0 16,0 0-1-16,-10-5-3 15,10 5 0-15,-13 0 0 16,13 0 0-16,-12 5 0 15,12-5 0-15,-12 5 0 0,12-5 0 16,0 0 0-16,-11 3 0 16,11-3 0-16,0 0 0 15,0 0 0-15,0 0 0 16,-9 0 0-16,9 0 0 16,0 0 0-16,0 0 0 15,0 0 0-15,0 0 0 16,0 0 0-16,0 0 0 0,-7-5 0 15,7 5 0-15,0 0 0 16,0 0 0-16,0 0 0 0,-13 7 0 16,8 3 0-16,2 5 0 15,1 0 0-15,-4 2 0 16,6 3 0-16,0 0 0 0,0 2 0 16,4-1 0-16,0-2 0 15,4-2 0-15,2-2 0 16,2-4 0-16,0 3 0 15,4-7 0-15,-2-3 0 0,6-1 0 16,-4-3 0-16,3 0 0 16,-1-3 0-16,-1-4 0 15,0-3 0-15,-5 1 0 16,2-6 0-16,-2 0 0 16,-8 0 0-16,-1-1 0 0,-3-2 0 15,0-2 0-15,-5 2 0 16,-7 1 0-16,-1 2 0 15,1 5 0-15,-8 0 0 16,0 3 0-16,3 2 0 0,-6 3 0 16,1 2 0-16,2 2 0 15,2 5 0-15,-1 1 0 16,4 4 0-16,3 4 0 16,4-2 0-16,6 3 0 0,2 1 0 15,2-1 0-15,6 0 0 16,4-4 0-16,3-1 0 15,2-2 0-15,1-3 0 0,2-3 0 16,-1-4 0-16,1 0 0 16,1 0 0-16,-5-4 0 15,2 0 0-15,-3-9 0 16,0 1 0-16,-5-3 0 0,-5-6 0 16,-3 2 0-16,-2-3 0 15,-7 3 0-15,-5 1 0 16,-6 0 0-16,-5 9 0 15,-4 4 0-15,3 5 0 16,-4 2 0-16,1 10 0 0,2 3 0 16,5 0 0-16,3 5 0 15,6 0 0-15,6-1 0 16,5 5 0-16,5-8 0 0,6-1 0 16,6-5 0-16,3-3 0 15,7-3 0-15,1 0 0 16,2-4 0-16,-3 0 0 15,3-8 0-15,-9 1 0 0,5-3 0 16,-11-2 0-16,-3-3 0 16,-7-3 0-16,-5-1 0 15,-3 2 0-15,-9-4 0 16,-1 6 0-16,-6 6 0 16,-4 2 0-16,-5 4 0 0,6 3 0 15,-3 10 0-15,4 4 0 16,0 1 0-16,9 3 0 15,2 2 0-15,7-3 0 0,3 0 0 16,0-4 0-16,13-1 0 16,2-4 0-16,5-3 0 15,3-3 0-15,1-2 0 16,1 0 0-16,2-5 0 0,-6-3 0 16,-2 1 0-16,-1-5 0 15,-9-2 0-15,-4-4 0 16,-3 3 0-16,-2-5 0 15,-9 5 0-15,-6 2 0 16,-2 3 0-16,-6 8 0 0,-1 2 0 16,-1 5 0-16,-3 6 0 15,6 5 0-15,3-1 0 0,1 3 0 16,8 2 0-16,4-4 0 16,6-3 0-16,4-1 0 15,5-1 0-15,5-7 0 16,5-1 0-16,3-3 0 15,0 0 0-15,0-3 0 0,6-1 0 16,-8-4 0-16,-1-5 0 16,-6 1 0-16,-3 1 0 15,-8-7 0-15,-2 3 0 16,0 0 0-16,-12 2 0 0,-1 3 0 16,-6 6 0-16,1 4 0 15,-7 2 0-15,4 8 0 16,0 3 0-16,1 1 0 15,6 1 0-15,7-2 0 0,-2-1 0 16,7-2 0-16,2-10 0 16,13 9 0-16,-1-6 0 15,6-3 0-15,1 0 0 16,4-3 0-16,-1-4 0 0,-3-3 0 16,-1-2 0-16,-3 0 0 15,-5-3 0-15,-10 0 0 16,0 2 0-16,-10 3 0 15,-7 4 0-15,-3 6 0 0,-8 0 0 16,3 9 0-16,4 6 0 16,3 5 0-16,1 5-36 15,15-6-51-15,4 1-4 16</inkml:trace>
  <inkml:trace contextRef="#ctx0" brushRef="#br1" timeOffset="-70329.78">22013 12225 244 0,'0'0'9'0,"0"0"5"0,-4-13 4 0,4 13 3 0,0-12 4 16,0 12 1-16,0-11 4 15,0 11 0-15,0 0-7 0,0-11-6 16,0 11-4-16,0 0-4 15,-3 17-3-15,-5 3-2 16,1 2-3-16,-3 13-1 0,-2 0-1 16,1 10 1-16,-1 4-1 15,-1-3 1-15,1 2-1 16,5-3 0-16,-3-3-2 16,5-1-1-16,-2-8-3 0,3 0-4 15,0-11-2 1,4-5-4-16,0-6-2 0,0-11-1 15,0 0 1-15,10-8 3 16,-3-9 5-16,1-14 4 16,2-4 5-16,-3-10 5 0,5-4 3 15,-1-2 3-15,-2-6 2 16,-4 4 3-16,1 4 0 16,-1 7-1-16,0 6 0 15,-3 15-3-15,0 6 0 0,-2 15-1 16,0 7-3-16,-7 18-1 15,5 12-3-15,-6 10-1 16,-2 5 0-16,0 15-1 0,0 2 0 16,-5 4 0-16,3 1 1 15,-1-2-1-15,-1 0 1 16,-2-6-1-16,4-1-1 16,-3-9-1-16,3-3-3 0,-1-11-5 15,3-5-6-15,6-10-7 16,-4-9-11-16,6-6-13 15,2-12-4-15,0 0 1 16,0-18 1-16,0-6 6 16,7-3 14-16,-2-11 20 0,5 6 25 15,-2 3 22-15,1 2 7 16,-4 4-1-16,0 11-3 16,-5 12-4-16,0 0-4 15,-3 25-11-15,-4 1-9 0,-5 11-9 16,-1 8-1-16,-1 8 1 15,-4 4 0-15,-2 7-1 16,1-5 0-16,-2 6 1 0,5-6-1 16,-5 1 0-16,4-11-1 15,2-3 0-15,2-5-2 16,3-7-2-16,3-9-4 16,2-5-2-16,5-8 0 0,0-12 0 15,0 0-1-15,0 0 1 16,8-15 1-16,-4 1 3 15,4-2 5-15,-2 2 6 16,1-1 1-16,-2 3 1 16,-5 12-1-16,2-10 0 0,-2 10 1 15,-2 10-1-15,-6 2-3 16,0 5-2-16,-2 3-1 16,-2 8 0-16,2 1-1 15,0 0 0-15,-4 4 0 0,3 2 1 16,-1-1 0-16,-3-1-2 15,5-4 2-15,1-1-1 16,-2-1-1-16,4-4 1 0,-3-7 0 16,3 0-1-16,1 2-2 15,1-5 0-15,-2 3 1 16,2-4-2-16,-2-1 1 16,-1 6 1-16,0-6-1 0,1 3 0 15,-5-3 2-15,4 2 0 16,-1 2 0-16,1-1 0 15,-2 3 1-15,0 1-1 16,0 2 1-16,0 0-1 16,0-1 1-16,1 1 0 0,-2 0-1 15,1-3 0-15,1 1 0 16,4-1-1-16,-3-5-2 16,3 1-3-16,0-2-2 15,5-11-7-15,-5 8-6 0,5-8-6 16,0 0-11-16,0 0-21 15,-2 13-17-15</inkml:trace>
  <inkml:trace contextRef="#ctx0" brushRef="#br1" timeOffset="-67513.5">21220 14499 247 0,'0'0'7'0,"0"0"4"0,0 0-1 0,0 0 2 16,0 0 0-16,0 0 0 0,0 0 2 15,-2 10 0-15,2-10-6 16,10 5-3-16,0-3 0 16,7-2 1-16,1 0 1 15,5 0 0-15,6 0 1 16,1-5-2-16,5 1 0 0,2-1-1 15,2-3 0-15,-2 1-1 16,6-1-2-16,-8 3 0 16,-3-3-1-16,1 1 0 15,-4 0 0-15,-4 2 0 0,-3-2-1 16,-2 1-1-16,-4 5 0 16,-7-2-3-16,-9 3-5 15,0 0-4-15,0 0-5 16,0 0-5-16,-12 4-2 0,-6 2-3 15,-2 1-3-15,-1 4 1 16,-7-5 5-16,1 4 3 16,-3 0 5-16,2 0 6 15,-1 0 2-15,1 0 6 0,3-3 5 16,3 0 4-16,5-1 4 16,2-1 4-16,7-1 5 15,8-4 2-15,0 0 3 16,0 0 1-16,0 10-2 0,8-10-1 15,9 0-1-15,1-1-4 16,6-3-4-16,3-3-1 16,8 0 0-16,1-6-3 15,6 1-2-15,-1-6-1 0,9 1 0 16,3 1-1-16,-2-5-1 16,7-1-1-16,-1 0-1 15,0-1-1-15,-2 0 0 0,-6 6 0 16,1-2 0-16,-8 1-1 15,-7 6 2-15,-8 4-2 16,-6-1 3-16,-9 4-1 16,-12 5 0-16,10-3 1 15,-10 3-1-15,-8 0 0 0,-4 8 0 16,-2-3 0-16,-7 3-2 16,3-2 0-16,2 4 0 15,0-2-1-15,2-3 0 16,14-5 1-16,-11 10 0 0,11-10-1 15,11 0 2-15,6-5-1 16,5-3 1-16,6-4 1 16,9-2 0-16,8-7 0 15,4 1 0-15,8-4 1 0,3-1-1 16,2-4 1-16,0 4 1 16,3 0-1-16,-5-3 1 15,-3 3-1-15,-7 6 0 16,-11 1-1-16,-4 2 1 0,-8 5-1 15,-6 4 1-15,-7 0-1 16,-14 7 0-16,0 0-1 16,0 0 1-16,0 0-1 15,-12 9 0-15,1 1-1 0,-1-4-1 16,3 3 1-16,1-2-1 16,8-7 0-16,-8 10 0 15,8-10 1-15,0 0-1 16,16-5 0-16,-2 0 1 0,7-7 0 15,4 2 0-15,-1-2 0 16,3-6 0-16,5 1 0 16,1-3 0-16,-4 3 0 0,4-5 0 15,-6 4 0-15,-2 4-1 16,-2 1 1-16,-6 3 1 16,-2 0-1-16,-5 3 1 15,-10 7-1-15,9-3 1 16,-9 3 0-16,0 0 0 15,0 0-1-15,0 0 1 0,0 0-1 16,0 0-1-16,0 0 0 16,0 0 1-16,0 0-1 15,0 0 1-15,11-7 0 0,-11 7 0 16,9-12 0-16,-1 5 0 16,2-4 0-16,2-3 0 15,-2-4 1-15,1 0-1 16,1-3 0-16,1-2 0 0,-1-2-1 15,-3-5 1-15,4 3-1 16,-3-3 1-16,2 1-1 16,1 1 1-16,-1 4 0 15,1-3 0-15,-1 2 0 0,2 2 1 16,2-2 0-16,-7 0 0 16,4 0 0-16,-3 4 0 15,-3-4 1-15,1 2 1 16,-3 4-3-16,-2-4 0 15,2 9 0-15,-5-1 0 0,0 3 0 16,0 4 0-16,0 8 0 16,0-10 0-16,0 10 0 15,0 0 0-15,0 0 0 0,0 12-3 16,-3 1 2-16,1 2-1 16,-1 0 1-16,1 2 0 15,-1-2 0-15,-2-2 1 16,5-1-1-16,0-12 1 0,-5 12 0 15,5-12 0-15,0 0 1 16,0 0 0-16,0-8 0 16,0 1 0-16,0-5 0 0,2-1-1 15,1-3 1-15,-3-7 0 16,2 3-1-16,1-5 0 16,-3 3 1-16,3 0-1 15,-3-1 0-15,0 3 2 16,0 5-2-16,0 4 0 0,-3-4 0 15,0 5 0-15,3 10 0 16,-2-15 0-16,2 15 0 16,-3-12 0-16,3 12 0 15,-2-10 0-15,2 10 0 0,0 0 0 16,0-10 0-16,0 10 0 16,0 0 0-16,-4-10 0 15,4 10 0-15,0 0 0 16,-3-12 0-16,3 12 0 0,-5-13 0 15,5 13 0-15,-5-15 0 16,-1 5 0-16,1 0 0 16,3 0 0-16,-3-5 0 15,3 1 0-15,-5 1 0 0,2-2 0 16,-2 0 0-16,3 3 0 16,2-1 0-16,-5 1 0 15,4 5 0-15,3 7 0 16,-10-12 0-16,10 12 0 15,-8-13 0-15,8 13 0 0,-9-12 0 16,9 12 0-16,-7-13 0 16,7 13 0-16,-14-12 0 0,14 12 0 15,-7-13 0-15,7 13 0 16,-12-12 0-16,12 12 0 16,-10-10 0-16,10 10 0 15,-8-10 0-15,8 10 0 16,-9-7 0-16,9 7 0 0,0 0 0 15,-13-12 0-15,13 12 0 16,-10-11 0-16,10 11 0 16,-9-12 0-16,9 12 0 15,-13-14 0-15,13 14 0 0,-12-16 0 16,12 16 0-16,-13-14 0 16,13 14 0-16,-13-13 0 15,13 13 0-15,-9-12 0 0,9 12 0 16,-11-10 0-16,11 10 0 15,-9-10 0-15,9 10 0 16,-8-12 0-16,8 12 0 16,-10-15 0-16,10 15 0 15,-10-13 0-15,10 13 0 0,-12-12 0 16,12 12 0-16,-9-15 0 16,9 15 0-16,-9-15 0 15,9 15 0-15,-9-14 0 0,9 14 0 16,-10-13 0-16,10 13 0 15,-8-7 0-15,8 7 0 16,-7-14 0-16,7 14 0 16,-10-8 0-16,10 8 0 15,-11-13 0-15,11 13 0 0,-9-15 0 16,9 15 0-16,-10-13 0 16,10 13 0-16,-9-11 0 15,9 11 0-15,-11-10 0 0,11 10 0 16,0 0 0-16,0 0 0 15,-7-8 0-15,7 8 0 16,0 0 0-16,0 0 0 16,0 0 0-16,0 0 0 0,0 0 0 15,0 0 0-15,0 8 0 16,0-8 0-16,2 12 0 16,-2-12 0-16,5 14 0 15,-5-14 0-15,7 18 0 0,-7-18 0 16,0 0 0-16,6 10 0 15,-6-10 0-15,0 0 0 16,0 0 0-16,0 0 0 0,0 0 0 16,0 0 0-16,-6-10 0 15,-1 0 0-15,0 0 0 16,-3-2 0-16,-3-3 0 16,-1-6 0-16,-4 2 0 15,-1-1 0-15,1 0 0 0,0-2 0 16,-1 3 0-16,3-4 0 15,0 7 0-15,-1-2 0 16,6 0 0-16,0 6 0 16,2-3 0-16,4 5 0 0,-5 0 0 15,4 0 0-15,6 10 0 16,-7-9 0-16,7 9 0 16,0 0 0-16,0 0 0 15,0 0 0-15,0 0 0 0,0 0 0 16,0 0 0-16,0 0 0 15,0 0 0-15,0 0 0 16,0 0 0-16,0 0 0 0,0 0 0 16,0 0 0-16,0 0 0 15,-7 4 0-15,7-4-13 16,0 10-67-16,3 7-8 16</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4:08:52.605"/>
    </inkml:context>
    <inkml:brush xml:id="br0">
      <inkml:brushProperty name="width" value="0.05292" units="cm"/>
      <inkml:brushProperty name="height" value="0.05292" units="cm"/>
      <inkml:brushProperty name="color" value="#FFC000"/>
    </inkml:brush>
  </inkml:definitions>
  <inkml:trace contextRef="#ctx0" brushRef="#br0">4714 4017 402 0,'-7'-4'1'0,"-15"-6"0"0,-18-1 1 0,-15-5 0 16,-17-1 2-16,-22-6 0 15,-20-1 1-15,-18-1 0 16,-12 0 1-16,-8 5 0 16,-7 6-3-16,-5-1 1 0,-5 6 0 15,-4 5-1-15,1 2-2 16,-5 2 1-16,-4 0-1 16,3 5 0-16,1 5-1 0,0 1 0 15,9 3 0-15,6 2 0 16,10-1 0-16,11 5 0 15,9 5 1-15,15-3-1 16,15 8 0-16,16 5 0 0,13 9 0 16,16 10-1-16,12 13 0 15,16 18 0-15,11 17 1 16,8 13-1-16,10 22 0 16,3 17 0-16,12 15 2 15,-1 18 0-15,4 14 1 0,-1 19 0 16,1 11 0-16,-8 16-1 15,-8 8 1-15,-2 11 1 16,-10 9-3-16,-10-3 0 16,-7 6 1-16,-13-9 0 0,-9-1 0 15,-6-15 1-15,-4-10 0 16,-4-18-1-16,1-19 1 16,5-23 0-16,2-27-1 0,11-22-1 15,9-30-2-15,15-20-2 16,10-25 1-16,10-16-1 15,17-21 1-15,15-14 0 16,18-8 0-16,15-18 0 0,20-5 3 16,14-9 1-16,18-5 0 15,19 0 0-15,18-1 0 16,25 5 1-16,17 8 0 0,23 7 0 16,17 11 0-16,22 9 1 15,21 10-2-15,14 8 1 16,13 5-1-16,4 3-1 15,8-1-1-15,3-5 1 16,-3 0-1-16,-10-4 1 0,-12 0-1 16,-8-7 1-16,-12 7 0 15,-18-6 2-15,-22 3 0 16,-23-1 1-16,-21-1 1 16,-23-6 1-16,-25-7 1 15,-25-2 0-15,-20-16 1 16,-23-13-1-16,-14-14-6 0,-20-18 0 15,-10-23 0-15,-14-17 0 16,-9-26 0-16,-9-23 0 0,-9-21 0 16,-9-23 0-16,-6-21 0 15,-10-19 0-15,-5-18 0 16,-5-13 0-16,1-8 0 16,-4-12 0-16,2-2 0 0,1-6 0 15,4-3 0-15,6-2 0 16,6 11 0-16,10 7 0 15,6 7 0-15,10 20 0 16,4 15 0-16,13 24 0 16,5 25 0-16,-1 23 0 0,4 26 0 15,-3 25 0-15,-6 23 0 16,-5 20 0-16,-9 20 0 16,-9 16 0-16,-10 16 0 0,-8 10 0 15,-16 7 0-15,-4 5 0 16,-15 9 0-16,-7 2 0 15,-16 3 0-15,-14 4 0 16,-16 0 0-16,-20 1 0 0,-18 3 0 16,-21 3 0-16,-22 0 0 15,-26 8 0-15,-21 1 0 16,-23 12 0-16,-22 19-47 0,-7-15-43 16</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4:09:28.605"/>
    </inkml:context>
    <inkml:brush xml:id="br0">
      <inkml:brushProperty name="width" value="0.05292" units="cm"/>
      <inkml:brushProperty name="height" value="0.05292" units="cm"/>
      <inkml:brushProperty name="color" value="#FFC000"/>
    </inkml:brush>
    <inkml:brush xml:id="br1">
      <inkml:brushProperty name="width" value="0.05292" units="cm"/>
      <inkml:brushProperty name="height" value="0.05292" units="cm"/>
      <inkml:brushProperty name="color" value="#FF0000"/>
    </inkml:brush>
  </inkml:definitions>
  <inkml:trace contextRef="#ctx0" brushRef="#br0">1907 9641 171 0,'0'0'5'0,"0"0"-1"0,0 0-3 0,0 0 2 16,9 3-2-16,-9-3 1 15,11 2 0-15,-11-2 2 16,12 0-3-16,0 0 2 16,1 0 6-16,2 3 1 0,-1-1 3 15,10 3-1-15,-8 0 2 16,14 2-1-16,-2-1 0 16,2-2-4-16,7-1 1 15,2 2-3-15,9-3-1 0,2-2-1 16,1 0-1-16,4 0-2 15,7 0 0-15,-4 0-1 16,1 0 0-16,3 0 0 0,-2 0 1 16,5 0-1-16,-3 0 0 15,5 0 1-15,-3 0 0 16,1 0-1-16,5 0 0 16,-2 0 1-16,5 0-2 0,-4 0 1 15,2 0-1 1,0 0 1-16,-4 2-1 0,0 1 1 15,4 3-1-15,-7-4 1 16,1 3-1-16,-1 0 1 16,3-1 0-16,-3-1 0 0,3 0 0 15,6 0 1-15,-6-2-1 16,0 2 0-16,0-3 0 16,3 3 0-16,-5-2-1 15,-3-1 0-15,-3 5 0 0,-2-2 0 16,-2-3 0-16,-3 5 1 15,1-3-1-15,-4 1 1 16,6-3 0-16,-5 3 0 16,3-3 0-16,5 0 0 0,-1 0 0 15,3-3-1-15,-5 3 1 16,4-5 1-16,-1 3-2 16,-2-1 1-16,-4 3-1 0,-1-3 2 15,3 3-2-15,0 0 1 16,-1 0-1-16,2 0 0 15,-4 0 0-15,2 0 0 16,-1 0 1-16,3 0-1 0,-4 0 0 16,0 0 0-16,-1 0 1 15,1 0-1-15,2 0 0 16,4 0 0-16,-2 0 0 16,1 0 0-16,-1 0-1 15,0 0 1-15,-3 0 0 0,2 3 0 16,-1-3 0-16,-3 3 1 15,-1-3-1-15,1 0 1 16,5 2-1-16,2-2 1 16,-3 0-1-16,6 0 1 0,-8 0-1 15,6 0 0-15,-6 0 0 16,2 0 0-16,-4 0 0 16,0 0 0-16,-3-2 0 0,3 2 0 15,-1 0 0 1,3 0 0-16,-2 0 0 0,2 0 0 15,-2 0 0-15,3 0 0 16,-4 0 0-16,1 0 0 0,-6 0 0 16,1 0 0-16,4 0 0 15,-6 0 0-15,4 0 0 16,1 0 1-16,1 0-1 16,3 0 0-16,-2 0 1 15,2 0-1-15,0 0 0 0,3 0 1 16,-2-3-1-16,-2 3 1 15,1 0-1-15,1 0 0 16,1 0 1-16,-4 0-1 16,5 0 1-16,2 0-1 0,-2 3 0 15,1 1 0-15,-1-1 1 16,0 2-2-16,0-3 1 16,-4 3 0-16,0 1 0 15,-4-2 0-15,2-1 0 0,-3 2 0 16,0-3 0-16,4 1 0 15,-3-1 0-15,5 1 0 16,-4 0 0-16,4-3 0 0,-5 1 0 16,2 2 0-16,-1-3 0 15,-4 0 0-15,4 0 0 16,-4 3 0-16,-1-3 0 16,-3 0 0-16,4 0-1 0,-1 0 0 15,3 0-1-15,2 0-1 16,1 0 1-16,4 0-1 15,-7 0 0-15,7-3 0 16,-1 3 0-16,-2-3 2 16,-1 2 0-16,-1 1 1 0,1 0-1 15,4 0 1-15,-3 0 0 16,1-3-1-16,-1 3 1 16,0 0 0-16,-3 0 0 0,3 0 0 15,-1 0 0-15,-3 0 1 16,0 0-1-16,-3 0 0 15,10 0 1-15,-7 0-1 16,2 0 1-16,1 0-1 0,-4 0 0 16,7 0 0-16,-5 0 1 15,3 0-1-15,-3 0 0 16,-3 0 0-16,4 0 0 0,-7-3 0 16,3 3 0-16,-6-5 0 15,5 3 1-15,0-3-1 16,-3-2 0-16,-3-1 1 15,1 3-1-15,-2-5 0 16,-3 2 1-16,2 2-1 0,-5-1 0 16,-3 1 1-16,0-1-1 15,-3-3 0-15,4-1 2 16,-3 4-2-16,-2 0 0 16,-1-1 0-16,2-2 0 0,-1 3 0 15,-3-3 0-15,-1 0 0 16,4 3 0-16,-3-4 1 15,-1 2-1-15,2-1 2 16,-1-2-1-16,-3 2 0 0,5-2 1 16,-1-4 0-16,-2 2 1 15,3-4-1-15,-4 1 0 16,6 0 2-16,-6-4-1 16,5 2 1-16,-6 2 1 0,-2-3 0 15,-2 2 0-15,-1 1 1 16,-5 0-1-16,0 0 0 15,-2-1 0-15,-2 3-2 16,-1 1 0-16,-2-3-1 0,0 0 0 16,0 1 0-16,-5-1 0 15,0-2 0-15,-2 1 1 16,0-2-1-16,-1 2 0 16,-2 1-1-16,-2-3 1 0,-1 1-1 15,-1 1 0-15,-6 0-1 16,-1 1 0-16,0 2-1 15,-2 0 1-15,-7 1-1 16,3-1 1-16,-3 3-1 0,-2-1 1 16,-1 3-1-16,-4-2 1 15,5 2 0-15,-5-1 0 16,-1 3 0-16,-1 0-1 0,-1-1 1 16,-3 3 0-16,1 1 0 15,-5 0 0-15,-2 2 0 16,1 1 0-16,-4-3-1 15,2 2 1-15,-5 1 0 0,1 0 1 16,-3-1-1-16,0-2 0 16,0 2 0-16,-8 1 0 15,5-1 0-15,-6 1 0 16,1 0-1-16,-3 2 1 16,-1-3 0-16,0 1 0 15,2 2 0-15,-4-3 0 0,0-2-1 16,-1 2 1-16,-6-1 0 15,2-4 0-15,-4 3 0 16,1-3 0-16,-7 2 0 0,2-2 0 16,-3 3 0-16,0-2 0 15,-1 2 0-15,-2-1 0 16,-2 4 0-16,0-3 0 16,-8 5 0-16,1-1 0 0,0-3-1 15,0 4 1-15,-4-2 0 16,1 0 0-16,-2-1-1 15,-3 3 1-15,6-3 0 0,-3 0 0 16,-1 2-1-16,3 1 1 16,-5-3-1-16,3 0 1 15,0 2-1-15,-1-2 0 16,6-2 0-16,-1 2 0 16,-1-3 0-16,1 5 0 15,3-4 0-15,3 3 1 0,-3-1 0 16,2 1-2-16,-1-1 2 15,-1 0 0-15,-1 3 0 16,4-2 0-16,2 2 0 0,0 0 2 16,0 0-2-16,6 0 0 15,-6 2 0-15,5-2 0 16,2 3 0-16,3 0 0 0,-2 2 0 16,4-5 0-16,0 2 0 15,1 0 0-15,-1-2 0 16,4 3 0-16,-2-3 0 15,4 1 0-15,-3-1 0 0,2 4 0 16,5-4 0-16,-2 0 0 16,8 0 0-16,-3 0 0 15,2 0 0-15,3 0 0 16,0 0 0-16,0 0 0 0,2 0 0 16,1-4 0-16,1 4 0 15,4 0 0-15,0 0 0 16,-1 0 0-16,2 0 0 15,-4 0 0-15,3 0 0 16,-1 0 0-16,-2 0 0 0,4 0 0 16,-1 0 0-16,-3 0 0 15,5 0 0-15,-1 0-2 16,-2 0 2-16,4 0 0 16,-2 0 0-16,3 0 0 0,-1 0 0 15,-2 4 0-15,3-4 0 16,1 0 0-16,-1 0 0 15,1 0 0-15,-3 0 0 0,2 0 0 16,0 0 0-16,-2 0 0 16,-1 2 0-16,2 1 0 15,-1 2 0-15,1-2 0 16,0 1 2-16,-2 0-2 16,3 2-2-16,1-1 2 0,-3 2 0 15,-1 0 0-15,4 4 0 16,-1-4 0-16,0 0 0 15,1 1 0-15,-3 0 0 16,2-1 0-16,0 3 0 0,0-3 0 16,4 1 0-16,0 1 0 15,1-1 0-15,7 2 0 16,0 0 0-16,3 3 0 16,-2-5 0-16,5 3 0 0,-1-1 0 15,1 3 0-15,2-1 0 16,0 3 0-16,-2-5 0 15,5 2 0-15,-1 3 0 0,3-1 0 16,0 2 0-16,6-4 0 16,-1 3 0-16,5-3 0 15,2 1 0-15,1 1 0 16,0-2 0-16,6 1-1 16,-3 2 1-16,4-3-1 0,-2 3 0 15,1-2 0-15,1 2 0 16,3-4 0-16,-1 2 1 15,3-1-1-15,-2-1 1 16,2 1 0-16,0 1 0 0,2-5 0 16,3 3 1-16,-2 2-1 15,2-3 0-15,3-1 0 16,-4 4 0-16,6-3 0 16,-2 2 0-16,-1-3 0 0,3 4 0 15,2-2 0-15,1 1 0 16,-1-3 1-16,1-1-1 15,4 2 1-15,1 0-1 0,-1 0 1 16,5 0 0-16,-2-1-1 16,2 1 1-16,3 0 0 15,5-2 1-15,-3 2-1 16,3 0 1-16,3-3-1 0,4 3 1 16,-3-5 0-16,7 3 0 15,1-1 0-15,0-2 0 16,3 0-1-16,2 0 1 15,0-2 0-15,1-2-1 16,-4 2 0-16,0 0 0 0,-1-3 0 16,-3 0-1-16,-6 4 0 15,1-4-2-15,-5 6-9 16,-3-2-24-16,-2 1-44 0,0 0-2 16</inkml:trace>
  <inkml:trace contextRef="#ctx0" brushRef="#br0" timeOffset="3017.4">3537 9921 144 0,'0'0'6'0,"0"0"3"0,0 0 4 15,-7-5 0-15,7 5 2 16,-16-8 1-16,4 4 3 0,-6-1 5 16,2 0-5-16,-5-1-2 15,-1 0-2-15,-6-2-1 16,2 1-1-16,-6-1-2 16,-4 3-3-16,1-2-2 0,-4 2-2 15,-3 0 1-15,-3-3-2 16,-2 5 0-16,-1 2 0 15,-2-5 1-15,1 6-1 16,-1 0 1-16,3 0-2 0,-5 0 1 16,2 0-1-16,1 3 0 15,-4 1-1-15,3 2 0 16,1 1 0-16,-1 1 0 16,1-1-1-16,-4 1 0 0,6 2 1 15,-2-3-1-15,1 6 0 16,1-4 1-16,2 3-1 15,1-1 0-15,-4 1 1 16,6 3-1-16,0-3 0 0,2 3 0 16,0 0 0-16,1-1 0 15,4 1 0-15,2 0-1 16,4 1 1-16,-1-1 0 16,8-1-1-16,-1-2 1 0,3 1 0 15,3 2-1 1,2 0 1-16,0-1-1 0,3-2 1 15,-1 1-1-15,4 2 1 16,-2-2-1-16,4-1 0 0,2 3 1 16,0-3-1-16,0 1 1 15,3-1-1-15,-3 1 1 16,5-1 0-16,0 2-1 16,-3-1 1-16,3-1-1 0,0 0 2 15,0 1-1-15,3 5 0 16,-1-6 0-16,3 5 1 15,3-2-1-15,-1 0 0 16,3 0 0-16,2 2 0 0,-2-2-1 16,3-3 1-16,-1 3-1 15,0-2 1-15,6-2-1 16,-5 6 1-16,9-6-1 16,-2-1 1-16,2 0 0 0,2 0 0 15,4 0 0-15,-1 2 0 16,3-2 1-16,2-3-1 15,5 3 0-15,2 0 0 16,-1 0 0-16,7-2 1 0,-2-1-1 16,6 1 1-16,1-3-1 15,3 0 0-15,-2-1 1 16,4 1-1-16,-1 0 0 0,7 1 1 16,-4-1 0-16,3-1-1 15,-1 1 1-15,4 0 0 16,-1-3 0-16,-4 3 1 15,8-2 0-15,-2-1 0 16,3 1-1-16,3 0 0 0,-1-1 1 16,4 0-1-16,-2-2 1 15,3 0-1-15,4 3 0 16,2-3 0-16,-1 0 1 16,1 2-1-16,1-2 0 15,-1 3 0-15,2-3-1 0,0 3 0 16,-2-3 0-16,1 2 1 15,0 0-1-15,3-2 0 16,-2 3 0-16,2-3 1 0,0 0-1 16,-1 0 1-16,0 0-1 15,0 3 0-15,-1-3 1 16,-1 0-1-16,4 0 1 0,-2 0-1 16,1 0 1-16,2 0-1 15,6 0 1-15,0 0-1 16,0 0 0-16,3 0 1 15,-3 0-1-15,0 0-1 16,2 0 1-16,0 0 0 16,2 0 0-16,-2 0 0 0,0 0 1 15,3 2-1-15,0-2 0 16,2 0 1-16,0 2-1 16,1-2 0-16,-1 3 0 0,-4 2 1 15,3-2-1-15,-3 1 0 16,2-1 0-16,1 1 0 15,-4-1 1-15,3 0-1 16,-3-2 0-16,1 6 0 0,-3-6 0 16,2 2 1-16,-4-3-1 15,-1 2 0-15,-2 2 0 16,2-4 0-16,-5 1 2 16,4 2-2-16,-1-3 0 0,0 3 0 15,0-3 0-15,-3 1 1 16,3-1-1-16,-2 0 0 15,-4 0 1-15,4 0-1 16,-8 0 0-16,2 0 0 0,1 0 1 16,-6 0-1-16,-1-1 0 15,1 1 1-15,1-3-1 16,-3 0 0-16,0 2 1 16,3-3-1-16,-4 2 0 0,4-1 0 15,0 2 0-15,-4-3 0 16,-4 0 1-16,0 1-1 15,-1-1 0-15,-7-2 0 16,6 2 0-16,-3-2 1 0,-2 1-1 16,2 1 0-16,-2 1 0 15,-2-4 1-15,-3 4-1 16,-2-2 0-16,-7 0 0 0,0 0 0 16,-7-3 1-16,-2 3-1 15,4-2 0-15,-7-2 1 16,1-2-1-16,0 1 1 15,-1 1 0-15,-2-4 0 0,1 1-1 16,-6-1 2-16,1-2-1 16,-3 0 0-16,-3-4 0 15,-5 4 1-15,-1-5-1 16,-2 4 1-16,-4-5 0 16,0 4-1-16,-5-1 1 0,1 1 0 15,-6-3 0 1,4 2-1-16,-4-1 0 0,0 1 0 15,0 1-1-15,-5 2 0 16,-2-3 0-16,-1 4 0 0,-5 2-1 16,-1-3 1-16,-4 0 0 15,1 2 0-15,-8-1 0 16,0-1 0-16,-2 0 0 0,-3 1-1 16,-2 1 1-16,-1-2 0 15,-4 0 0-15,0 1 0 16,-3 1 0-16,0 1 0 15,-2-4 0-15,-3 4 0 16,-4-1 0-16,-1 5 1 0,-7-3-1 16,-1-2 0-16,5 1 0 15,-11 2-1-15,6 3 1 16,-4-1 0-16,2 1 0 0,-2 0 0 16,2-1 0-16,0 1 0 15,-3 0 0-15,5 1 0 16,-7-2 0-16,1 4-1 15,-7-3 1-15,0 1 0 16,-1 2 0-16,-8 1 0 0,0-2-1 16,-1 3 1-16,-4 0 0 15,-2-1-1-15,0 0 1 16,-5 3 0-16,0-2 0 0,0 2 0 16,-5 0 0-16,5 0 0 15,-5 0 0-15,3 0 0 16,-3 0 0-16,1 0 0 15,-4 0 1-15,-2 0-1 0,3-3 0 16,-5-2 0-16,-1 3 0 16,-2-3 1-16,0 0-1 15,3 0 0-15,-2 2 0 16,-4-2 0-16,2 1 0 0,0-1 0 16,0 2 0-16,4 1 0 15,0-4-1-15,1 2 1 16,5-1-1-16,1 0 0 15,0 3 1-15,3-3-1 16,-1 0 1-16,-1 0-1 0,4-1 1 16,-9-1-1-16,7 0 1 15,-3-1 0-15,1 1 0 16,-3 0 0-16,4-1 1 16,1 1-1-16,2 0-1 0,-2-1 1 15,4 1 0-15,0 4 0 16,3-2 0-16,-2 3 0 15,-1-4 0-15,3 6-1 0,1 0 1 16,-1 0 0-16,2 0 1 16,-5 0-1-16,3 3 0 15,3 0 0-15,-3-1 0 16,0 3 0-16,3-2 0 0,-1-1 0 16,1 0 0-16,4 1 0 15,-2-1 0-15,1 1 0 16,1 1-1-16,-3 2 1 15,0 1 0-15,-5 1-1 16,1 2 1-16,-5 2-1 0,0 2 1 16,-2-1-1-16,2 7 0 15,-2 0 0-15,7 2-5 16,-1 3-7-16,9-8-43 0,7 14-24 16,2-2-4-16</inkml:trace>
  <inkml:trace contextRef="#ctx0" brushRef="#br0" timeOffset="6383.05">14557 14283 424 0,'0'0'1'0,"0"0"3"0,0 0 2 0,0-10 2 16,0 10 1-16,0-7 2 15,0 7 0-15,-7-13 1 16,7 13 0-16,-13-12-4 16,1 10-3-16,-4 2-5 0,2 0 0 15,-9 7 0-15,3 3 0 16,1 3 0-16,-2 1 0 15,5 4 0-15,0 4 0 0,7-2 0 16,0 1 0-16,7-5 0 16,2 1 0-16,6-2 0 15,8-5 0-15,2-2 0 16,3-8 0-16,1 0 0 16,5-6 0-16,-3-3 0 0,0-6 0 15,1-5 0-15,-6-7 0 16,-3 0 0-16,2-10 0 15,-3-3 0-15,-9-5 0 16,1-10 0-16,-2 3 0 0,-3-2 0 16,0 2 0-16,0 5 0 15,-5 7 0-15,0 10 0 16,0 8 0-16,-1 7 0 16,4 5 0-16,2 10 0 0,0 0 0 15,-2 20 0-15,2 5 0 16,0 11 0-16,0 3 0 15,2 8 0-15,4 7 0 16,-1 3 0-16,-3-4 0 0,5-2 0 16,0-7 0-16,2-1 0 15,-2-6 0-15,0-10 0 16,2 0 0-16,2-2-15 16,9-7-74-16,-16-8-3 0</inkml:trace>
  <inkml:trace contextRef="#ctx0" brushRef="#br0" timeOffset="6766.64">14790 14278 441 0,'0'0'4'0,"0"0"1"0,0 0 1 0,0 0 1 0,0 0 0 16,0 0 0-16,0 11 0 15,0-11 0-15,0 14-3 16,0-3-2-16,0-2 0 0,0 1 0 16,5-3 0-16,-5-7 0 15,17 13 1-15,-5-13 0 16,1 0-3-16,4 0 0 16,1-6 0-16,-2-1 0 15,-2-5 0-15,0-2 0 16,-3-4 0-16,-10-1 0 0,-1-2 0 15,-1-3 0-15,-10 4 0 16,-5 2 0-16,-2 1 0 16,-6 6 0-16,-1 4 0 0,2 6 0 15,-2 1 0-15,8 4 0 16,-3 3 0-16,10 8 0 16,0-5-14-16,10-10-64 15,6 13-12-15</inkml:trace>
  <inkml:trace contextRef="#ctx0" brushRef="#br0" timeOffset="7049.64">15160 13947 483 0,'0'0'4'0,"0"0"2"16,0 0 1-16,0-10 1 15,0 10-5-15,0 0-3 16,-12-5 0-16,12 5 0 15,-12 2 0-15,4 13 0 0,1 7 0 16,-1 5 0-16,4 8 0 16,-5 3 0-16,7 6 0 15,2 0 0-15,0 4 0 16,2-6 0-16,7 0 0 0,-2-3 0 16,2-5 0-16,2-1 0 15,-4-8 0-15,3 0-10 16,-3-3-66-16,-1-12-14 0</inkml:trace>
  <inkml:trace contextRef="#ctx0" brushRef="#br0" timeOffset="7183.83">15046 14303 475 0,'0'0'3'0,"0"0"-1"16,0 0 1-16,0 0 1 0,0 0 0 15,22-5 1-15,5 0-2 16,16-5-7-16,6 4-77 15,27-7-2-15</inkml:trace>
  <inkml:trace contextRef="#ctx0" brushRef="#br1" timeOffset="10418.45">14516 14253 393 0,'0'0'5'0,"0"0"2"16,0 0 1-16,0 0 2 0,0 0 2 15,0-12 0-15,0 12 1 16,0 0 1-16,-9-7-4 16,-3 5-3-16,1 2 0 15,-1 0-3-15,-2 4 0 0,-4 1-1 16,0 6-1-16,1 1-2 16,-3 1 0-16,3 1 0 15,2 1 0-15,0 5 0 16,2-3 0-16,5 0 0 0,4 3 0 15,4-5 0-15,0 0 0 16,4-3 0-16,7-1 0 16,4-7 0-16,4 0 0 15,2-4 0-15,4 0 0 16,-3-4 0-16,6-6 0 0,-7-5 0 16,2-2 0-16,-5-6 0 15,-4-2 0-15,-4-6 0 16,0-2 0-16,-2-9 0 15,-8-2 0-15,2-12 0 0,-2 0 0 16,0-1 0-16,-2 0 0 16,-3 0 0-16,-2 3 0 15,3 9 0-15,2 6 0 0,-1 11 0 16,-1 3 0-16,1 11 0 16,1 4 0-16,2 10 0 15,0 0 0-15,-5 15 0 16,5 10 0-16,-2 9 0 15,2 7 0-15,0 7 0 0,0 14 0 16,0 0 0-16,0 5 0 16,2-5 0-16,3-5 0 15,0-5 0-15,2-5 0 16,-1-7 0-16,6-8 0 0,0-3 0 16,-4-6 0-16,6-2 0 15,-7-7-5-15,2-4-85 16,5-1-2-16</inkml:trace>
  <inkml:trace contextRef="#ctx0" brushRef="#br1" timeOffset="10950.37">14824 14227 358 0,'0'0'7'0,"0"0"3"0,0-13 4 0,0 13 1 0,0-10 2 15,0 10 1-15,-4-17 2 16,4 17-1-16,-5-10-5 15,5 10-3-15,0 0-3 16,-15-8-8-16,15 8 0 0,-13 8 0 16,9 4 0-16,-4 3 0 15,4 3 0-15,-1-1 0 16,5 5 0-16,0-5 0 0,5-2 0 16,4 0 0-16,1-2 0 15,10-8 0-15,-2-1 0 16,3-4 0-16,0-2 0 15,1-3 0-15,-5-2 0 16,-1-3 0-16,-4-3 0 0,-5-2 0 16,-5 1 0-16,-2-4 0 15,-9-4 0-15,-3 5 0 16,-6-1 0-16,1 1 0 16,-3 4 0-16,-3 6 0 0,6 4 0 15,-3 3 0-15,5 0 0 16,3 6 0-16,4 1 0 15,-1 5-9-15,9-3-53 16,2 2-27-16,5-1 0 0</inkml:trace>
  <inkml:trace contextRef="#ctx0" brushRef="#br1" timeOffset="11333.56">15183 13899 340 0,'0'0'8'0,"0"0"3"0,0 0 3 0,-10-5 2 0,10 5 1 16,0 0 1-16,-13 0 0 15,13 0 0-15,-12 8-5 16,5 4-3-16,-4 6-3 16,4 9 0-16,0 8-2 0,0 4-1 15,2 0 1-15,-1 9-5 16,3-2 0-16,3 2 0 16,0-1 0-16,0-5 0 15,5-2 0-15,1-3 0 0,-3-2 0 16,1-3 0-16,-1-2 0 15,2-8 0-15,2 0 0 16,-5-9-6-16,6 1-21 16,2-6-57-16,-10-8-4 0</inkml:trace>
  <inkml:trace contextRef="#ctx0" brushRef="#br1" timeOffset="11550.73">15017 14323 457 0,'0'0'4'16,"0"0"1"-16,0 0 2 15,4-9 2-15,6 1 1 0,8 0 0 16,7 1-1-16,5-3-9 16,7 2 0-16,2-4 0 15,9 3 0-15,-4 3-35 16,6-4-51-16,-3 3-4 0</inkml:trace>
  <inkml:trace contextRef="#ctx0" brushRef="#br1" timeOffset="12200.06">14104 13389 402 0,'0'0'3'0,"0"0"0"0,0 0 1 16,0 0 0-16,0 10 1 15,-7 5 2-15,0 12 3 16,-4 10-1-16,2 15 0 15,-3 15 0-15,-1 13 1 0,-2 9 0 16,2 10-2-16,4 5 0 16,-1-1-2-16,2 2-2 15,0-1-4-15,1-5 0 16,2-2 0-16,-3-8 0 0,3-8 0 16,3-4 0-16,2-10 0 15,-2-10 0-15,2-9 0 16,2-11 0-16,3-15 0 15,5-5-7-15,-10-17-17 0,15-12-55 16,-2-3-9-16</inkml:trace>
  <inkml:trace contextRef="#ctx0" brushRef="#br1" timeOffset="15117.84">14189 13290 366 0,'0'0'4'0,"0"0"-1"0,0 0 1 0,0 0 0 0,0 0 2 16,7-3-1-16,3 1 1 0,5 2-1 16,10-2-1-16,3-1-2 15,6 3 0-15,11 0 0 16,10 0 0-16,2 0-1 15,7 0 0-15,6 0 0 16,5 0 0-16,4 0 0 0,8 0 0 16,5 3 0-16,0-1 0 15,2-2 0-15,5 2 0 16,0-2-1-16,6 3 1 16,2 0 0-16,-2-1-1 0,-1-2 1 15,1 2-1-15,-4 1 0 16,1-1 1-16,-3 1-1 15,-2-3 0-15,1 3 0 16,-4-3 0-16,0 0 0 0,-2 0 0 16,-2 0 0-16,-1 0 0 15,-3 0 1-15,2-3-1 16,-7 0 1-16,5 1 0 16,-5-3-1-16,1 3 1 0,3-6 0 15,-4 3 0-15,4-3 2 16,0 4-3-16,2-3 0 15,-1-1 1-15,1 1-1 0,3 0 1 16,-1-2-1-16,-2 5 1 16,3-1-1-16,-3 0 0 15,-3 3 1-15,1-1-1 16,-2-2 0-16,1 2 0 16,-5 1 1-16,-2-1-1 0,0 1 0 15,-6 2 0-15,2 0 0 16,-4 0 0-16,1 0 0 15,-4 0 0-15,0 0 0 16,1 0 0-16,-2 0 0 0,4 0 0 16,0 0 0-16,-1 0 0 15,1-2 0-15,1 2 0 16,1-3 0-16,2 3 0 16,-4 0 0-16,3 0 0 0,3 0 0 15,-5 0 0-15,-1 0 0 16,1 0 1-16,2-2-1 15,-3 2 0-15,-2 0 0 0,-2 0 0 16,0-3 0-16,-3 3 0 16,3 0 0-16,-5-3 0 15,-1 3 0-15,0-2 0 16,-4-1 0-16,2 2 0 16,-2-5 0-16,2 1 1 0,-2 0-1 15,1 1 0-15,-1-1 0 16,3 0 0-16,-3 5 0 15,-6-3 0-15,3 0 0 16,1 1 0-16,-7 2 1 0,9 0-1 16,-5 0 1-16,8 0 0 15,-5 0 0-15,5 0 1 16,-2 0-1-16,0 0 1 16,-1 0 0-16,-4 0 0 0,-1 0 1 15,-3 0-1-15,1 0 1 16,-6-2 0-16,0-1-1 15,0 3 1-15,-2-5-1 0,0 3-1 16,-3-1 0-16,-2 1 0 16,-3-1 0-16,-4 0 0 15,1 1-1-15,-8 2 1 16,-2-2-1-16,1 2 0 0,-3 0 1 16,1 0-1-16,0 0 0 15,1 2 1-15,1-2-1 16,3 5 0-16,1-2 1 15,-2 2-1-15,3-3 0 16,3 1 1-16,2 2-1 0,-3-3 0 16,1 0 0-16,-2 1 1 15,2 0-1-15,-3-1 1 16,0 1 0-16,-3-2 0 16,-3 3-1-16,2-4 1 0,-9 2 0 15,3 0 0-15,-3-2-1 16,-12 0 0-16,16 0 0 15,-16 0 0-15,0 0-1 0,0 0 1 16,2 12-1-16,-2-2 1 16,-2 5-1-16,-7 3 1 15,2 9 0-15,-7 5 0 16,1 11 0-16,-2 5 0 16,-3 13 2-16,-3 5-1 0,1 6 1 15,-1 7 0-15,2 8 1 16,1 3-1-16,2-2 0 15,0 5 0-15,2-6-1 16,1-2 0-16,8 0 0 0,0-5-1 16,-2-7 0-16,3-3 2 15,0-4-2-15,-4 0 0 16,1-5 0-16,-2 1 0 0,-2-3 0 16,-1 1 0-16,-1-6 0 15,6 2 0-15,-1-3 0 16,4-1 0-16,-1-5 0 15,5-3 0-15,0 2 0 0,0-9 0 16,0 1 0-16,0-5 0 16,0 0 0-16,0-3 0 15,0-3 0-15,0-4 0 16,0-2 0-16,0-1 0 0,0-3 0 16,0-2 0-16,0 3 0 15,0-5 0-15,0-2 0 16,0 3 0-16,0-6 0 15,0 5 0-15,0-3 0 16,0 0 0-16,0 0 0 0,-4-3 0 16,0 4 0-16,4-11 0 15,-10 14 0-15,10-14 0 16,-16 10 0-16,5-5 0 16,-4 0 0-16,-5-3 0 0,0 1 0 15,-8 2 0-15,2 0 0 16,-10-2 0-16,-1-1 0 15,-7 3 0-15,1-4 0 0,-6 5 0 16,-4-3 0-16,-2-1 0 16,2 1 0-16,-5-3 0 15,1 0 0-15,0 0 0 16,-1 0 0-16,-4-5 0 16,5 2 0-16,-7-4 0 0,-3 0 0 15,-5-1 0-15,-3 0 0 16,-3-1 0-16,-3 1 0 15,-1-2 0-15,-5 3 0 16,0-1 0-16,5 1 0 0,-3 2 0 16,2-2 0-16,-5 4 0 15,4-3 0-15,-1 2 0 16,-5-1 0-16,-4 0 0 0,-3-5 0 16,-7 3 0-16,-8 3 0 15,3-5 0-15,-8 4 0 16,0 1 0-16,0-2 0 15,-2 2 0-15,0 4 0 16,0-3 0-16,-3 0 0 0,3 3 0 16,0 0 0-16,-3 0 0 15,2 0 0-15,1 0 0 16,-3 0 0-16,0 0 0 16,3 0 0-16,-3 0 0 15,-2 0 0-15,2 0 0 0,-7-1 0 16,3 1 0-16,-1-7 0 15,2 6 0-15,2 1 0 16,-2-3 0-16,6 3 0 0,0-2 0 16,4 0 0-16,4 2 0 15,1 0 0-15,3 0 0 16,-1 0 0-16,8 0 0 16,-2 0 0-16,3 0 0 0,1 0 0 15,-3 4 0-15,4-1 0 16,-2 2 0-16,4-1 0 15,1 2 0-15,-2-2 0 0,8 2 0 16,-1-2 0-16,4 1 0 16,5 0 0-16,1-1 0 15,4 0 0-15,6-2 0 16,-1 0 0-16,6 4 0 16,2-4 0-16,4 3 0 0,-1 0 0 15,4-2 0-15,6 1 0 16,-1-2 0-16,4 4 0 15,6-3 0-15,4-1 0 16,6 0 0-16,3-2 0 0,1 0 0 16,5 0 0-16,2 0 0 15,6 0 0-15,-3 3 0 16,2-3 0-16,1 0 0 0,3 0 0 16,1 0 0-16,-5 0 0 15,14 0 0-15,-12 0 0 16,12 0 0-16,0 0 0 15,-10 0 0-15,10 0 0 16,0 0 0-16,0 0 0 0,0 0 0 16,0 0 0-16,-7 0 0 15,7 0 0-15,0 0 0 16,0 0 0-16,0 0 0 16,-10-5 0-16,10 5 0 0,0 0 0 15,-10-11 0 1,10 11 0-16,-8-6 0 0,8 6 0 15,-9-13 0-15,9 13 0 16,-8-16 0-16,0 5 0 0,3-2 0 16,-2 2 0-16,0-12 0 15,2 0 0-15,-3 0 0 16,0-5 0-16,1-5 0 0,3 1 0 16,-4-2 0-16,3-4 0 15,2 4 0-15,-2-1 0 16,3 0 0-16,0-3 0 15,-1 9 0-15,1-1 0 16,-1 6 0-16,-1 1 0 16,0 6 0-16,2 2 0 0,2 15 0 15,0 0-33-15,0-18-55 16,13 10-5-16</inkml:trace>
  <inkml:trace contextRef="#ctx0" brushRef="#br1" timeOffset="18716.56">2663 10597 190 0,'0'0'10'0,"0"0"2"0,0 0 5 0,0 0 4 16,0 0 2-16,5-2 3 0,-5 2 1 15,9-5 0-15,1 2-5 16,3 1-3-16,1-3-4 15,6-3-4-15,5 6-2 16,5-6-2-16,3 3-1 0,6 1-1 16,0 1-1-16,7-1-1 15,0 4 0-15,5-3-1 16,1 0 0-16,2 3 0 16,1-2-1-16,2 2 0 0,-2-3 0 15,0 3 1-15,5 0-1 16,-10 0 0-16,4 0 1 15,-4 0-1-15,-1 0 1 16,-4 5 0-16,-3-2 1 0,-3 0 0 16,-6-3 1-16,-4 3 0 15,-4-3-1-15,0 0 1 16,-10 0 1-16,0-3-1 16,-3 0 0-16,-12 3-4 0,13-3 0 15,-13 3 0-15,0 0 0 16,0 0 0-16,0 0 0 15,0 0 0-15,0 0 0 16,0 0 0-16,0 6-8 0,0-6-78 16,0 0-2-16</inkml:trace>
  <inkml:trace contextRef="#ctx0" brushRef="#br1" timeOffset="25283.28">15350 16540 424 0,'0'0'5'0,"0"0"1"0,0 0 1 16,0 0 0-16,7-3 1 15,3 2 1-15,3-5-1 0,6-1 0 16,3 2-4-16,6-2-4 16,2 0-4-16,9 4-9 15,-9-5-21-15,-5 8-48 16,10 0-3-16</inkml:trace>
  <inkml:trace contextRef="#ctx0" brushRef="#br1" timeOffset="25450.44">15424 16669 421 0,'0'0'5'0,"-10"3"0"16,10-3 2-16,-15 2-1 0,15-2 0 15,-10 2 2-15,10-2-1 16,0 0 0-16,15 0-6 15,5-2-3-15,10 0-8 16,0-3-36-16,14-6-35 0,6-1-2 16</inkml:trace>
  <inkml:trace contextRef="#ctx0" brushRef="#br1" timeOffset="26067.97">16241 16223 412 0,'0'0'5'0,"0"0"3"16,0-10 1-16,0 10 3 16,0 0 0-16,0-9 0 15,0 9 1-15,-5 0-1 0,-5 7-4 16,-4 12-2-16,-4 5-4 15,-2 7-2-15,-4 11 0 16,1 5 0-16,1 3 0 16,1 7 0-16,7-2 0 0,4-6 0 15,8-3 0-15,2-1 0 16,2-10 0-16,8-5 0 16,7-5 0-16,3-11 0 15,3-1 0-15,2-5 0 16,-4-8 0-16,4-3 0 0,-2-5 0 15,-6-6 0-15,-2-8 0 16,-5-1 0-16,-5-4 0 16,-5-1 0-16,-5-1 0 0,-7-1 0 15,-8 6 0-15,-6 1 0 16,-3 8 0-16,-6 8 0 16,-2 2 0-16,-3 5 0 15,6 3 0-15,-1 3 0 0,5 2 0 16,8 2 0-16,6 0 0 15,7-5-32-15,-1 3-55 16,15-2-3-16</inkml:trace>
  <inkml:trace contextRef="#ctx0" brushRef="#br1" timeOffset="26516.57">16845 16070 393 0,'0'0'7'0,"2"-11"3"0,-2 11 1 0,3-14 2 0,-3 6 2 0,0 8-1 15,0-12 1-15,0 12 0 16,-8 8-5-16,-9 14-4 16,0 15-4-16,-6 8-2 15,-4 14 0-15,-5 7 0 16,-1 12 0-16,1 4 0 0,5 0 0 15,5-1 0-15,2-4 0 16,10-6 0-16,7-6 0 16,3-5 0-16,18-9 0 15,2-9 0-15,10-7 0 0,6-10 0 16,9-3-37-16,3-12-48 16,-4-10-4-16</inkml:trace>
  <inkml:trace contextRef="#ctx0" brushRef="#br1" timeOffset="27233.41">17053 16365 455 0,'0'0'5'15,"0"0"1"-15,0 0 1 16,0 0 0-16,0 0 1 0,0 0 1 16,-9 16 0-16,3 2-4 15,-3 5-5-15,2 6 0 16,-6 3 0-16,1 8 0 15,-3-1 0-15,0-2 0 0,3-5 0 16,3 1 0-16,0-10 0 16,4-4 0-16,0-4 0 15,5-15 0-15,-2 10 0 16,2-10 0-16,0-8 0 0,7-6 0 16,-2-8 0-16,2-3 0 15,1-7 0-15,2-5 0 16,0-4 0-16,-3 5 0 15,3 3 0-15,-2 1 0 16,-4 10 0-16,1 5 0 16,-2 7 0-16,-3 10 0 0,13 0 0 15,-6 12 0-15,2 8 0 16,2 7 0-16,1 3 0 0,6 9 0 16,1 1 0-16,1-1 0 15,3 1 0-15,-4-5 0 16,4-2 0-16,-3-9 0 15,-1-4 0-15,-3-8 0 0,-2-2 0 16,-1-6 0-16,-6-4 0 16,3-4 0-16,-5-8 0 15,1-8 0-15,1-2 0 16,-2-10 0-16,-1-6 0 16,-1-2 0-16,2 1 0 15,-3 2 0-15,-2-1 0 0,4 9 0 16,-4 4 0-16,0 5 0 15,0 11 0-15,0 9 0 16,0 0 0-16,0 0 0 0,0 0 0 16,2 12 0-16,-2-12-72 15,14 17-20-15</inkml:trace>
  <inkml:trace contextRef="#ctx0" brushRef="#br1" timeOffset="27516.72">17565 16565 458 0,'0'0'3'0,"0"0"1"0,0 0 2 0,0 0 1 15,6 0 1-15,1 3 0 16,3-3 1-16,8 0-1 16,1 0-8-16,3 0 0 0,8 0 0 15,0 0 0-15,10 0 0 16,-8 0 0-16,8 0-21 16,12 0-65-16,-20-3-3 15</inkml:trace>
  <inkml:trace contextRef="#ctx0" brushRef="#br1" timeOffset="27783.46">18137 16436 493 0,'0'0'2'0,"0"0"0"0,0 0 1 16,10 10 1-16,-5 0 0 16,-2 7-1-16,2 3-3 15,-5 8 0-15,0 3 0 0,0 7 0 16,-3-1 0-16,1 3 0 16,-6-6 0-16,8 1 0 15,-8-10-23-15,1-3-61 16,7-7-5-16</inkml:trace>
  <inkml:trace contextRef="#ctx0" brushRef="#br1" timeOffset="28333.59">18465 16585 438 0,'0'0'4'16,"0"0"3"-16,0 0 2 16,0 0 0-16,5 5 2 0,-5-5 1 15,19 0 1-15,-3 3-5 16,6-3-8-16,6 2 0 16,7-2 0-16,2 0 0 0,2 0 0 15,4 0 0-15,-1 0 0 16,0 0 0-16,-8 0 0 15,-4 3 0-15,-5-3 0 16,-7 0 0-16,-6 1 0 0,-12-1 0 16,11 3 0-16,-11-3 0 15,0 0 0-15,0 0 0 16,0 0 0-16,0 0 0 16,0 0 0-16,0 0 0 0,0 0 0 15,0 0 0-15,0 0 0 16,0 0 0-16,0 0 0 15,0 0 0-15,0 0-49 16,0 0-42-16,0-7-2 16</inkml:trace>
  <inkml:trace contextRef="#ctx0" brushRef="#br1" timeOffset="29033.34">19257 16381 406 0,'0'0'5'0,"0"0"3"15,0 0 1-15,0 0 2 0,0 0 0 16,6 0 2-16,-6 0 0 16,19 0 0-16,-3-2-4 15,1 0-2-15,8-1-3 0,0-2-2 16,3 3-2-16,3 0 0 15,-1-1 0-15,-7 0 0 16,-4 0 0-16,-1 2-2 16,-9-2-6-16,-9 3-2 0,0 0-2 15,0 0 0-15,-9-7 0 16,-2 7 2-16,-1 0 3 16,-2 0 1-16,3 0 5 15,-1 0 3-15,12 0 3 16,-13 4 0-16,13-4 1 0,-5 13 1 15,5-3-1-15,0 2 1 16,0 3-1-16,5 4 0 16,3 1-1-16,2 8 0 15,1-3-2-15,3 2 0 0,0 3-2 16,2 2 1-16,1-3-1 16,-2-1 0-16,-3 2 0 15,-5-5 0-15,-1-4 0 16,-6 2 0-16,0-8 2 0,-2-3-1 15,-6-2-2-15,-2-4 0 16,-2-2 0-16,-6-1 0 16,4-3 0-16,-9 0 0 0,0 0 0 15,1-6 0-15,-6 5 0 16,2-5 0-16,-4 1-6 16,7 0-5-16,-2 0-13 15,0-5-60-15,6 5-3 16</inkml:trace>
  <inkml:trace contextRef="#ctx0" brushRef="#br1" timeOffset="29483.31">19740 15980 448 0,'0'0'2'0,"0"0"1"0,0 0 1 0,0 0 1 0,9 7 2 16,-1 2 1-16,4 7 1 15,6 5 0-15,2 8-1 0,5 8-2 16,4 11-4-16,4 6-2 16,1 6 0-16,3 6 0 15,-1 11 0-15,-4 2 0 16,-5-4 0-16,-9 1 0 0,-9 1 0 16,-9-2 0-16,-12-3 0 15,-18-11 0-15,-7 1 0 16,-8-10 0-16,-9 1 0 15,-1-12 0-15,-7-3 0 0,32-24 0 16,0 4 0-16,1-6 0 16,1-7 0-16,-27 7-70 15,23-7-22-15</inkml:trace>
  <inkml:trace contextRef="#ctx0" brushRef="#br1" timeOffset="30969.24">20636 16426 462 0,'0'0'4'0,"0"0"1"16,0 0 1-16,4-9 0 16,-4 9 1-16,0 0 0 0,12 5 0 15,-10 4 0-15,3 11-7 16,-2 5 0-16,-1 0 0 15,3 10 0-15,-3-3 0 0,1-2 0 16,5-1-17-16,-8 0-29 16,0-6-41-16,0-9-2 15</inkml:trace>
  <inkml:trace contextRef="#ctx0" brushRef="#br1" timeOffset="31166.54">20453 16536 415 0,'0'0'4'0,"0"0"1"0,0 0 2 15,0 0 2-15,10 0 2 16,2 0-1-16,13 0 0 16,0 0 1-16,9 0-5 15,9 0-7-15,5-7-15 0,5-1-64 16,2 3-5-16</inkml:trace>
  <inkml:trace contextRef="#ctx0" brushRef="#br1" timeOffset="31833.29">21608 16265 478 0,'0'0'3'16,"0"0"2"-16,0 0 1 15,0 0 0-15,0 0 0 16,0 0 1-16,0 10-7 0,-2 0 0 15,-9 0 0-15,-1 5 0 16,-5-1 0-16,-3 4 0 16,-5 5 0-16,-5-4 0 0,5 3 0 15,3-4 0-15,0 0 0 16,2-4 0-16,8 1 0 16,6-5 0-16,4 0 0 15,2-10 0-15,10 7 0 0,10-4 0 16,2 0 0-16,6-3 0 15,1 0 0-15,6 0 0 16,-3 0 0-16,1 0 0 16,-4 0 0-16,-3 0 0 0,-9 0 0 15,-5 4 0-15,-12-4 0 16,5 10 0-16,-8-2 0 16,-11 3 0-16,-3 2 0 15,-11-1 0-15,-4 6 0 16,0 4 0-16,-10-5 0 0,1 6 0 15,2-6 0-15,2 3 0 16,7-6 0-16,2 4 0 16,11-3 0-16,5-5 0 0,12 0 0 15,4-2 0-15,14-1 0 16,7-5 0-16,10 3 0 16,11-2 0-16,9-3 0 15,8 0 0-15,6 0 0 0,4-3 0 16,-4-2 0-16,0 5 0 15,-11 0-12-15,-8 0-38 16,-6 0-39-16,-21 0-1 16</inkml:trace>
  <inkml:trace contextRef="#ctx0" brushRef="#br1" timeOffset="32583.52">22460 16318 447 0,'0'0'5'0,"0"0"1"0,0 0 0 0,0 0 1 16,-7-6 1-16,0 6-1 15,-9 0 0-15,-1-2 1 16,-8 2-4-16,-5 0-2 0,1 2 2 16,1 1-4-16,-2 2 0 15,3-2 0-15,10-2 0 16,-1 2 0-16,6 0 0 15,12-3 0-15,-9 7 0 0,9-7 0 16,0 15 0-16,0-5 0 16,0 5 0-16,2 2 0 15,3 3 0-15,2 4 0 16,0 1 0-16,4 3 0 16,-2-1 0-16,6 3 0 0,-4-3 0 15,3 0 0-15,-3-5 0 16,1 3 0-16,-5-7 0 15,0-1-5-15,-5-8-15 0,-2-9-42 16,9 13-25-16,-9-13-4 16</inkml:trace>
  <inkml:trace contextRef="#ctx0" brushRef="#br1" timeOffset="32750.39">22060 16580 421 0,'0'0'4'15,"0"0"2"-15,0 0 1 16,11-3 0-16,-2 1 0 0,7-3 1 16,0 3-2-16,10 2-3 15,-1-8-15-15,9-2-42 16,3 6-27-16,0-5-5 16</inkml:trace>
  <inkml:trace contextRef="#ctx0" brushRef="#br1" timeOffset="32917.58">22602 16496 424 0,'0'0'6'16,"0"0"2"-16,2 15 2 15,0-3 0-15,1 5 1 0,-3 3-1 16,3 3 1-16,-1 3 0 16,2-1-7-16,0 3-5 15,-4-9-7-15,8 1-18 0,-1-3-58 16,-2-6-2-16</inkml:trace>
  <inkml:trace contextRef="#ctx0" brushRef="#br1" timeOffset="33116.92">22726 16273 511 0,'0'0'0'0,"0"0"0"0,0 0 0 16,0 0 0-16,0 0 0 16,0 0 0-16,-2 10 0 15,2 2 0-15,-3 1-16 16,3-13-74-16,8 10-3 0</inkml:trace>
  <inkml:trace contextRef="#ctx0" brushRef="#br1" timeOffset="36233.37">17240 16094 331 0,'0'0'4'0,"0"0"2"0,0 0 3 0,0 0 2 0,-9 12 3 16,9-12 2-16,-9 11 1 0,9-11 1 15,-10 12-3-15,10-12-2 16,-4 10-1-16,4-10-3 16,0 0 1-16,0 0-2 15,0 0 0-15,4 4 0 0,9-5-6 16,2-7-2-16,0-4 0 15,7-4 0-15,1 0 0 16,4-4 0-16,1 2 0 16,-1-1 0-16,-3 1 0 0,-1 3 0 15,-3 2 0-15,-3 5 0 16,-6 5 0-16,-11 3 0 16,9-5 0-16,-9 5 0 15,0 0 0-15,0 0 0 16,0 0 0-16,-2 5 0 15,2-5 0-15,-13 7 0 0,13-7 0 16,-12 7 0-16,12-7 0 16,-12 6 0-16,12-6-24 0,-18-3-64 15,18 3-4-15</inkml:trace>
  <inkml:trace contextRef="#ctx0" brushRef="#br1" timeOffset="37016.72">17702 15735 447 0,'0'0'3'0,"0"0"2"16,0 0 1-16,0 0 0 15,0 0 0-15,0 8 0 0,0-8 1 16,0 19 0-16,-2-7-2 16,2 4-3-16,0 0 0 15,-2 5-1-15,2-1 1 16,0 0-2-16,0-6 1 0,0 1-2 16,0-5 1-16,0-10-1 15,0 12 1-15,0-12 0 16,0 0 0-16,0 0 0 0,0 0 0 15,-3-9 1-15,-2-1 0 16,2-5 1-16,0-5 1 16,1-2-3-16,2 2 0 15,-2-3 0-15,-1 4 0 0,1 4 0 16,2 2 0-16,0 4 0 16,0 9 0-16,0 0 0 15,7 0 0-15,-7 0 0 16,18 15 0-16,-8-3 0 15,5 3 0-15,-1-1 0 16,7 3 0-16,-2-2 0 0,-1-2 0 16,0-3 0-16,-4-2 0 15,4 2 0-15,-6-8 0 0,-3 1 0 16,-9-3 0-16,16 0 0 16,-16 0 0-16,7-15 0 15,-7 5 0-15,0-3 0 16,0-4 0-16,-2-3 0 15,-3-1 0-15,0 2 0 0,-3 0 0 16,3 5 0-16,0-3 0 16,3 9 0-16,-3-3 0 15,5 11 0-15,0 0-6 16,0 0-15-16,0 0-31 0,0 0-35 16,0 0-1-16</inkml:trace>
  <inkml:trace contextRef="#ctx0" brushRef="#br1" timeOffset="37400.57">18061 15708 450 0,'0'0'3'0,"0"0"1"0,0 0 0 15,0 0 0-15,-11 4 0 16,11-4 1-16,-12 17-1 0,5-9 1 16,1 3-3-16,3 3 0 15,1-2-1-15,2-1 0 16,0 2-1-16,7-6 1 16,4 0 0-16,-2-4-1 0,7-3 1 15,-4 0 0-15,0-3 1 16,1-4 0-16,-6-3 0 15,5 2 0-15,-6-2 1 16,-6-2-1-16,0-3 0 16,0 5 1-16,-6-1-3 0,-3 0 0 15,-1 4-4-15,-3 1-1 16,6 5-4-16,-5-2-7 16,12 3-21-16,0 0-48 0,0 0 0 15</inkml:trace>
  <inkml:trace contextRef="#ctx0" brushRef="#br1" timeOffset="38083.37">18351 15681 438 0,'0'0'4'0,"0"0"2"0,0 0 1 0,0 0 0 0,0 0 1 15,0 0-1-15,-10 5 1 16,10-5 0-16,-8 10-5 16,8-10-1-16,-7 12-1 15,7-12-1-15,-3 15 0 0,3-15-1 16,3 12 1-16,-3-12 0 15,15 5 0-15,-5-5 0 16,2 0 1-16,1 0 0 16,-1-5 1-16,-2-1 0 0,-2 0 1 15,-8 6 1-15,9-12-4 16,-9 12 0-16,-2-13 0 16,2 13 0-16,-18-7 0 15,4 7 0-15,-2 0 0 16,-1 0 0-16,4 2-3 0,4 1-11 15,2-1-8-15,7-2-27 16,0 0-36-16,0 0-2 16</inkml:trace>
  <inkml:trace contextRef="#ctx0" brushRef="#br1" timeOffset="38267.6">18523 15487 450 0,'0'0'5'0,"0"0"2"16,0 0 2-16,0 0 1 15,-6-4 0-15,6 4 0 0,0 0 0 16,0 0-10-16,-5 17 0 16,5 3 0-16,0 1 0 15,0 10 0-15,7 3 0 0,-1 3 0 16,4-1 0-16,-6-3 0 16,6 0-19-16,-2 2-54 15,2-13-15-15</inkml:trace>
  <inkml:trace contextRef="#ctx0" brushRef="#br1" timeOffset="38450.26">18519 15705 447 0,'0'0'4'0,"0"0"2"16,0 0 0-16,0 0 1 0,0 0 0 15,8-7 0-15,2 2 0 16,0-1-2-16,5-2-9 15,10 2-19-15,-1-4-57 16,4 1-4-16</inkml:trace>
  <inkml:trace contextRef="#ctx0" brushRef="#br1" timeOffset="38866.67">18756 15569 430 0,'0'0'4'16,"0"0"1"-16,0 0 2 0,0 0 0 16,0 0 1-16,0 0 0 15,4 13 2-15,-4-13-1 16,11 5-2-16,-11-5-1 16,17 4-1-16,-6-4 0 15,1 0-5-15,-3-7 0 0,9-3 0 16,-4-5 0-16,2-3 0 15,-7 0 0-15,3-12 0 16,-3-1 0-16,-5-2 0 16,-4-3 0-16,-2 2 0 0,-11-3 0 15,1 2 0-15,-3 3 0 16,-2 7 0-16,-1 5 0 16,-1 5 0-16,3 10 0 0,2 8 0 15,1 12 0-15,3 10 0 16,5 7 0-16,3 7 0 15,2 3 0-15,10 3 0 16,3 1 0-16,0-6 0 16,8-1 0-16,1-11-3 0,5-6-43 15,14-4-40-15,-17-9-4 16</inkml:trace>
  <inkml:trace contextRef="#ctx0" brushRef="#br1" timeOffset="39418.55">19052 15412 468 0,'0'0'3'0,"0"0"0"16,0 0 1-16,0 0 0 15,-13 9 1-15,13-9-1 16,-3 16 1-16,1-3 0 0,2-1-3 16,0 1-3-16,5-1-1 15,1-1-3-15,1-4-2 16,-7-7-2-16,17 15 0 0,-7-12-1 15,2-3 1-15,-5 0 1 16,4-8 3-16,-4-2 3 16,0 0 4-16,-2-2 1 0,2-3 3 15,2 2 0-15,-7-5 0 16,4 7-1-16,-2-3 0 16,-4 14 0-16,4-8-2 15,-4 8 0-15,0 0-2 16,5 12 0-16,-1-2 1 0,1 1-1 15,-1 7-1-15,6-8 0 16,1 0 0-16,3-5-1 16,0 0 1-16,4-5 0 15,2 0 0-15,0-2 0 0,0-8 0 16,-2-3 2-16,-1-1 1 16,-4-3 2-16,-6-6 0 15,-2 0 1-15,-5-4 0 16,0 3-6-16,-3-4 0 0,-4 7 0 15,-1 3 0-15,1 2 0 16,-1 7 0-16,8 9 0 16,-9 0 0-16,3 9 0 15,6 11 0-15,0 0 0 0,0 9 0 16,2-1 0-16,4 2 0 16,-1-2 0-16,5-3-18 15,-6 0-43-15,7-11-28 16,-4-7-1-16</inkml:trace>
  <inkml:trace contextRef="#ctx0" brushRef="#br1" timeOffset="39833.07">19479 15304 410 0,'0'0'5'0,"0"0"2"0,0 0 1 0,0 0 2 0,0 0-1 0,0 0 0 0,0 0 1 15,0 0-1-15,0 8-4 16,0-8-2-16,-6 15-3 15,6-15 0-15,-3 14 0 0,3-3-1 16,0-11 1-16,0 11 0 16,0-11 0-16,19 3 1 15,-10-3 0-15,4-3 0 16,4-4 1-16,1-3 0 0,-1 0 1 16,-2-4-1-16,-3 1 1 15,-1 1 1-15,-4 2-1 16,-4 0-1-16,-3 10 1 15,0-12-3-15,0 12 0 0,-13-3 0 16,13 3 0-16,-15 7 0 16,15-7 0-16,-7 14 0 15,7-3 0-15,0-1 0 16,0 2 0-16,7 1-2 16,-2-1 2-16,5 3 0 0,0 0 0 15,-3 0 2-15,1 0-4 16,-6 0 2-16,0 2-2 15,-2-2 0-15,-7 2-3 0,-10-2-6 16,0 3-13-16,-6-4-58 16,-4-2-3-16</inkml:trace>
  <inkml:trace contextRef="#ctx0" brushRef="#br1" timeOffset="40650.44">17389 15577 300 0,'0'0'2'0,"10"-15"3"0,5 2 4 0,7-3 2 0,8-12 1 16,7-7 2-16,20-5 2 16,14-7 1-16,10-2-1 0,18-2-4 15,13-2-2-15,17 2-3 16,13 1 0-16,8 2-2 16,8 6-1-16,4 5-1 15,5 7-2-15,-8 8 1 0,-3 5-1 16,-7 11 0-16,-12 6 0 15,-13 6 0-15,-12 11-1 16,-15 5 1-16,-10 8 0 16,-15 5 1-16,-15 2-1 0,-15 5 1 15,-8 4-1-15,-13 2 0 16,-14 1 1-16,-7 6-2 16,-12-3 1-16,-16 0 0 15,-9 3 0-15,-10-4-1 0,-13-1 1 16,-7 0-1-16,-10-6 0 15,-7-1 0-15,-6-6-1 16,-7 0 1-16,-4-6-2 16,-9 0 1-16,-5-4-2 15,-4-2 0-15,-5-6 0 0,-5 1-1 16,-5 0 0-16,3-7 0 16,-7-5 0-16,5-1 1 15,4-6 1-15,1-1-1 0,12-7 2 16,4-2 0-16,8-8 1 15,12-1 2-15,10-5 1 16,10 2 0-16,12-9 1 16,17-1 0-16,11-5 0 0,22-1 0 15,15-6 1-15,18-6-2 16,26-8-1-16,19-5-1 16,20 0-6-16,15-7-24 15,26-1-50-15,13 3-1 16</inkml:trace>
  <inkml:trace contextRef="#ctx0" brushRef="#br1" timeOffset="43549.94">19319 17038 288 0,'0'0'10'0,"0"0"3"0,0 0 4 16,0-5 2-16,0 5 3 16,0 0 2-16,6-12 1 0,-6 12 1 15,3-10-7-15,-3 10-5 16,0 0-3-16,0 0-2 15,0 0-3-15,0 0-1 16,0 18-2-16,-9 4-3 16,0 2 0-16,2-4 0 0,-1-3 0 15,-2 8 0-15,-2-3 0 16,-2 3 0-16,3 3 0 16,-1-4 0-16,-4 1 0 15,4 0-4-15,-1 0-5 0,1-6-5 16,3 1-13-16,-2 0-57 15,4-3-3-15</inkml:trace>
  <inkml:trace contextRef="#ctx0" brushRef="#br1" timeOffset="44116.47">18512 17635 360 0,'0'0'8'0,"0"0"1"0,0 0 3 0,0 0 0 0,0 0-1 16,0 0 2-16,0 0 1 16,5 0 0-16,-5 0-5 0,15 0-3 15,-6 0-2-15,5-2 1 16,3 2 0-16,1-3-2 15,3 2 0-15,-1-5-1 0,3 3 0 16,5 1-3-16,-1-1-2 16,-3-1-3-16,1 1-6 15,-1 0-8-15,0 2-16 16,-7-5-39-16,0 3-9 16</inkml:trace>
  <inkml:trace contextRef="#ctx0" brushRef="#br1" timeOffset="44468.23">18763 17581 333 0,'0'0'8'0,"0"0"3"16,0 0 3-16,0 0 1 16,0 0 2-16,0 0-1 0,0 0 1 15,0 0 1-15,0 10-7 16,0-10-5-16,2 10-1 16,2 0 0-16,0-1-2 0,1 4 0 15,-1-1-1-15,4 3-1 16,1 2 0-16,-5 1 0 15,1-4-1-15,0 4 0 16,0-1 0-16,-5-17-1 0,0 0 0 16,2 25-1-1,1 2 1-15,-3-27 0 0,-3 21-1 16,-2-2 1-16,-15 1 2 16,20-20-1-16,-22 6 2 15,9-2-1-15,1-4-1 16,-1 0-3-16,1 0-2 15,3 0-4-15,-5 0-7 0,5 0-11 16,9 0-34-16,-12 0-20 16,12 0-4-16</inkml:trace>
  <inkml:trace contextRef="#ctx0" brushRef="#br1" timeOffset="44916.89">19031 17762 406 0,'0'0'6'16,"0"0"3"-16,0 0 0 0,0 0 1 0,0 0 0 0,-4 0 1 15,4 0-1-15,0 0 1 16,0 0-6-16,-12 0-3 0,12 0-1 16,0 0-1-16,-11 7 0 15,11-7-1-15,-7 7 0 16,7-7 0-16,0 13 1 16,0-13 0-16,0 12 0 15,0-12 0-15,9 5 0 0,-9-5 0 16,18 5 1-16,-11-5 0 15,3 0 0-15,1 0 0 16,-2-5 1-16,-9 5-1 16,16-17 0-16,-11 7 0 0,-3 0-1 15,0 0 0-15,-2 0 0 16,-2 3-2-16,-3-4-2 16,5 11-3-16,-13-12-4 0,4 7-10 15,1 0-41-15,8 5-20 16</inkml:trace>
  <inkml:trace contextRef="#ctx0" brushRef="#br1" timeOffset="45133.49">19211 17667 390 0,'0'0'6'0,"0"0"4"15,0 0 1-15,0 0 0 16,0 0 0-16,0 0 1 16,0 0 0-16,0 10 0 15,0-10-6-15,0 12-7 0,0-12-8 16,4 13-13-16,-4-3-56 16,5-3-4-16</inkml:trace>
  <inkml:trace contextRef="#ctx0" brushRef="#br1" timeOffset="45667.34">19357 17705 410 0,'0'0'2'16,"0"0"2"-16,0 0 3 16,0 0 0-16,0 0 1 0,0 0 0 15,0 4-1-15,0-4 1 16,-2 14-1-16,2-14-4 15,0 8-2-15,0-8-1 0,0 13 0 16,0-13 0-16,0 12-1 16,0-12 1-16,5 8 0 15,-5-8 0-15,0 0 1 16,12 3 0-16,-12-3 1 16,9-3 1-16,-9 3-1 0,11-12 1 15,-4 2-1-15,-7 10 0 16,10-18 0-16,-8 8-2 15,-2 10 1-15,11-15-1 16,-11 15-1-16,12-12 1 16,-12 12 0-16,10-7 0 0,-10 7 0 15,13 0 0-15,-13 0 0 16,13 0 1-16,-1 0 0 0,-3 1 0 16,-2 5 0-16,4-6 0 15,-4 2 1-15,3-2 0 16,3-2 1-16,-13 2 0 15,13-10-1-15,-13 10 0 16,11-17 1-16,-9 7-3 16,2 0 0-16,-4 10 0 0,0-17 0 15,0 17 0-15,0-12 0 16,0 12 0-16,0 0 0 16,0 0 0-16,0 0-7 0,0 0-9 15,0 12-18 1,0 0-49-16,0-2-2 0</inkml:trace>
  <inkml:trace contextRef="#ctx0" brushRef="#br1" timeOffset="46067.44">19682 17749 336 0,'0'0'6'0,"0"0"2"0,0 0 1 0,5-10 2 15,-5 10-1-15,8-8 2 16,-8 8 0-16,12-14 2 0,-4 3-6 15,2 3-2-15,-3-3 0 16,3 1-1-16,-3 0 0 16,-1 1 0-16,1-1-2 0,0-1-1 15,-7 11 0-15,10-14-2 16,-10 14 0-16,0 0-1 16,0 0 0-16,0 0 0 15,0 0 0-15,0 0-1 0,0 12 0 16,0 1 1-16,0-1 0 15,3 1 1-15,2 1 0 16,0-2 0-16,2 1 0 16,3 2 1-16,1-3 0 15,3-2 0-15,-1 0 0 0,-3 0 1 16,2 0 0-16,-12-10 0 16,13 17 1-16,-13-17 0 15,0 17 0-15,0-17-3 0,0 0-9 16,0 0-37-16,-9 8-33 15,-44 19-2-15</inkml:trace>
  <inkml:trace contextRef="#ctx0" brushRef="#br1" timeOffset="49150.58">23234 16127 241 0,'0'0'3'0,"0"0"4"0,-11-8 4 0,11 8 4 16,-14-13 1-16,5 6 4 15,-3-5 2-15,0-1 0 16,-1 1 0-16,-6-5-3 0,1 2-4 15,-4-3-3-15,0 2-2 16,-2 0-3-16,0-2-1 16,-1 4-2-16,-5-1-1 15,3-2 0-15,-3 5-1 0,-2 0-1 16,0-1 1-16,-5-2 0 16,0 5 0-16,-5 0 1 15,4-3-1-15,1 4 1 16,-3 2-1-16,5-3 1 0,-3 3-1 15,4-1-1-15,-1-1 0 16,3 5 0-16,-3 0-1 16,1-1 0-16,-4 2 0 15,0 3 1-15,-1-3-1 0,-3 3 0 16,-6 3-1-16,2 2 1 16,0-1 0-16,-3 2 0 15,2-1 0-15,2 1 0 16,-2 5 0-16,2-7 0 0,5 5 0 15,1-2 0-15,1-2 0 16,1 2 0-16,0 1-1 16,-1-1 2-16,1 3-2 15,0-1 1-15,-2 2 0 0,-2 2 0 16,4-3 0-16,-2 1 0 16,3 2-1-16,5 2 1 15,1-2 0-15,3 1 0 16,1-2 0-16,9 4 1 0,0 0-1 15,1-1 1-15,2 3-1 16,-1-1 1-16,0 2-1 16,-3 2 0-16,3-1-1 15,-2 1 1-15,0 3 0 16,-1-3-1-16,-4-1 1 0,5 5 0 16,0-4-1-16,2-2 1 15,-1 6 0-15,2-5-1 16,1 2 1-16,3 0 0 0,1 0 0 15,1 0 0-15,0 1 0 16,3-4 0-16,0 4 0 16,-2-3 0-16,5 1 0 0,0 3 0 15,-1-2-1-15,3 3 2 16,0-2-1-16,0 1 2 16,5 0-1-16,4-2 2 15,1 1-2-15,6 1 1 16,-4-4 1-16,5 3-1 15,0-2 0-15,1 4 0 0,-1 0-1 16,-2 0 0-16,3 3 0 16,1-3 0-16,-1 2 1 15,1-2-1-15,2 0 0 0,-1-1-1 16,2-4 1-16,0 2 1 16,3 0-2-16,-5-4 0 15,4 2 0-15,-1-1 0 16,2-1 0-16,3-4 0 0,-6 1 0 15,7 0 0-15,-4 0 0 16,-9-7 0-16,0-1 0 16,2 0 0-16,-1 0 0 15,3 4 0-15,2-4 0 16,2 0 0-16,2 4 0 0,-1-4 0 16,2 3 0-16,3 0 0 15,3-3 0-15,-1 3 0 16,0-3 0-16,3 0 0 15,0 1 0-15,2-3 0 0,1 3 0 16,-4-4 0-16,6 4 0 16,-6-5 0-16,7-1 0 15,-4 3 0-15,0-5 0 16,0 0 0-16,1 0 0 16,-1 0 0-16,-2 0 0 0,2-5 0 15,0 0 0-15,-1 0 0 16,-2 1 0-16,-2-3 0 15,3-4 0-15,14 1 0 0,8-10 0 16,-4-2 0-16,-9 2 0 16,-3 0 0-16,-9 3 0 15,-2-3 0-15,-3 5 0 16,-8 0 0-16,4-2 0 16,-3-1 0-16,-3 0 0 0,6 2 0 15,-3-4 0-15,-1 0 0 16,-1-1 0-16,1 0 0 15,2-1 0-15,-1 4 0 16,-3-3 0-16,-1-2 0 0,2 1 0 16,0-1 0-16,0 3 0 15,-1-4 0-15,-2 1 0 16,0 1 0-16,-2 5 0 16,-4-2 0-16,1-2 0 0,-5 4 0 15,3-3 0-15,-3 0 0 16,-3 3 0-16,0-3 0 15,1 0 0-15,2-1 0 16,-5 0 0-16,2-1 0 0,0 0 0 16,3 1 0-16,-1 0 0 15,-2-2 0-15,1 6 0 16,-1-5 0-16,0 2 0 16,-2 3 0-16,0-1 0 0,0 3 0 15,0 0 0-15,0 1 0 16,0-1 0-16,-2-1 0 15,0 4 0-15,2 0 0 16,-5-1 0-16,5-1 0 0,-6 2 0 16,3-3 0-16,1-1 0 15,0 2 0-15,-2-4 0 16,0 6 0-16,2-3 0 16,0 3 0-16,-1 0 0 0,-3 2 0 15,6 10 0-15,-7-15 0 16,7 15 0-16,-9-16 0 15,9 16 0-15,-10-7 0 16,10 7 0-16,-13-5 0 0,13 5 0 16,0 0 0-16,-10-7 0 15,10 7 0-15,0 0 0 16,0 0 0-16,-17 0 0 16,17 0-59-16,-12 3-33 0,12-3-1 15</inkml:trace>
  <inkml:trace contextRef="#ctx0" brushRef="#br1" timeOffset="50816.54">23062 15951 431 0,'0'0'3'0,"0"0"3"0,0 0 3 0,0 0 0 15,5-5 2-15,2 0 0 16,6-7 1-16,6 1 0 16,4-1-5-16,7-6-7 15,-1 4 0-15,8-6 0 16,-4 5 0-16,1-2 0 0,-4 4 0 16,-2 2 0-16,-6 0 0 15,-6 4 0-15,-4 1 0 16,-12 6 0-16,14-9-3 15,-14 9-59-15,0 0-26 0,-7-13-2 16</inkml:trace>
  <inkml:trace contextRef="#ctx0" brushRef="#br1" timeOffset="51049.75">23601 15500 480 0,'0'0'2'16,"0"0"2"-16,0 0 1 0,0 0 0 16,0 0 1-16,0 0 0 15,8 10-3-15,-6 7-3 16,1 3 0-16,-1 5 0 16,3 5 0-16,-3 2 0 0,3 2 0 15,1-4 0-15,-1 1-12 16,-5 0-53-16,2-14-23 15,-2 1-3-15</inkml:trace>
  <inkml:trace contextRef="#ctx0" brushRef="#br1" timeOffset="51233.53">23442 15537 478 0,'0'0'2'0,"0"0"1"0,0-7 1 15,0 7 0-15,20-15 0 16,-6 8 0-16,7-1-1 16,1-2-4-16,13 7-13 0,-8 9-52 15,10-6-18-15</inkml:trace>
  <inkml:trace contextRef="#ctx0" brushRef="#br1" timeOffset="51533.4">23795 15540 419 0,'0'0'4'16,"0"0"2"-16,-7 14 0 16,1-4 2-16,1 5 0 15,0-1 0-15,1 7 1 0,-1-4 0 16,5 3-4-16,0-8 0 16,7-2-2-16,11-2 0 15,1-8 0-15,6 0 0 16,0-2 1-16,-2-9-1 15,1 1 2-15,-4-5-5 0,-6 1 0 16,-5-1 0-16,-7-2 0 16,-4 2 0-16,-11-3 0 15,-2 3 0-15,-3 6 0 0,-1-1 0 16,-1 4 0-16,0 6 0 16,3 0-9-16,4 0-9 15,13 0-21-15,-10 10-47 16,10-10 0-16</inkml:trace>
  <inkml:trace contextRef="#ctx0" brushRef="#br1" timeOffset="51733.8">24088 15272 501 0,'0'0'4'0,"0"0"-1"15,0 0 0-15,0 0-3 16,-5 5 0-16,5 9 0 15,-3 7 0-15,1 1 0 16,2 7 0-16,0 4 0 0,0 4 0 16,2-2-19-16,-6-3-67 15,4 1-3-15</inkml:trace>
  <inkml:trace contextRef="#ctx0" brushRef="#br1" timeOffset="51868.74">24071 15533 450 0,'0'0'4'0,"0"0"0"16,0-13 1-16,0 13-1 0,0-15 1 16,5 5-2-16,7 0-4 15,1 0-6-15,6 3-20 16,4 4-51-16,4-7-4 16</inkml:trace>
  <inkml:trace contextRef="#ctx0" brushRef="#br1" timeOffset="52350.59">24342 15391 435 0,'0'0'4'15,"0"0"1"-15,-6 0 2 0,6 0 1 16,-12 0 0-16,2 7 1 16,-3 1 0-16,1 2-1 0,2 3-3 15,-2-2-3-15,2 4-1 16,7-2-1-16,1-4 0 16,2 1-1-16,0-10 0 15,17 8 1-15,1-8 0 0,0 0 1 16,3-2-1-16,0-6 2 15,0-2 0-15,0 3 0 16,-9-3 1-16,0 2-1 16,-4-2-2-16,-8 10 0 0,0 0 0 15,0 0 0-15,0 0 0 16,-3 6 0-16,-4 3 0 16,2 1-2-16,0 2-3 15,2-2 1-15,1-2 0 0,2-8 1 16,0 0 1-16,13 0 1 15,-1-8 3-15,8-9 0 16,-1-5 2-16,9-10 0 16,2-8 1-16,-1-7-1 15,4-5-4-15,-3-5 0 0,-3-2 0 16,-9-1 0-16,-6 0 0 16,-7 6 0-16,-5 10 0 15,-5 9 0-15,-7 13 0 16,-4 15 0-16,-3 8 0 0,-1 24 0 15,2 20 0-15,4 9 0 16,4 10 0-16,-1 9 0 16,7 11 0-16,-1 0-49 15,5-5-38-15,0-5-2 0</inkml:trace>
  <inkml:trace contextRef="#ctx0" brushRef="#br1" timeOffset="53100.46">23770 16002 503 0,'0'0'3'0,"0"0"0"0,0 0-1 16,0 0-2-16,10 10 0 15,-10 3 0-15,2 2 0 0,0 7 0 16,-2 0 0-16,0 8 0 16,0-1 0-16,0 5 0 15,0-5 0-15,0-2 0 16,0-5 0-16,0-6 0 15,0-2 0-15,0-14 0 0,0 13 0 16,0-13 0-16,-2-11 0 16,0-3 0-16,2-5 0 15,-3-9 0-15,1-5 0 16,2 1 0-16,0-2 0 0,0 1 0 16,0 6 0-16,2 5 0 15,3 10 0-15,-5 12 0 16,13-3 0-16,-6 8 0 15,5 9 0-15,1 4 0 0,7 2 0 16,5 2 0-16,-5-4 0 16,5-2 0-16,2 0 0 15,-3-7 0-15,1 0 0 16,-2-7 0-16,-9-2 0 0,2 0 0 16,-4-6 0-16,-4-6 0 15,-6 0 0-15,-2-6 0 16,-2-7 0-16,-4 3 0 15,-1 0 0-15,0 0 0 16,0 2 0-16,2 5 0 0,1 0 0 16,4 15-24-16,0 0-64 15,6 0-3-15</inkml:trace>
  <inkml:trace contextRef="#ctx0" brushRef="#br1" timeOffset="53416.53">24180 16037 457 0,'0'0'4'0,"0"0"2"0,0 0 1 0,-12 12 1 16,12-12 1-16,-16 18-1 15,7-5 0-15,4 1-4 16,-2 1-4-16,1 0 0 16,6 0 0-16,0-5 0 0,6 0 0 15,1-6 0-15,7 0 0 16,2-4 0-16,0 0 0 15,2-8 0-15,-3-4 0 16,5-1 0-16,-5-4 0 0,-7-3 0 16,-4 0 0-16,-4-1 0 15,0 0 0-15,-10 4 0 16,0 1 0-16,-4 4 0 16,-2 5 0-16,2 4 0 0,-2 3 0 15,2 0-7-15,9 10-30 16,5-10-51-16,0 18-1 15</inkml:trace>
  <inkml:trace contextRef="#ctx0" brushRef="#br1" timeOffset="53867.28">24632 15896 472 0,'0'0'4'0,"0"0"3"0,0 0 0 16,0 0 0-16,0 0 1 15,-2 10-2-15,2-10-6 0,-16 10 0 16,7-3 0-16,-3 3 0 15,-1 0 0-15,3 3 0 16,3-3 0-16,2 0 0 16,5-10 0-16,0 11 0 0,0-11 0 15,17 3 0-15,1-3 0 16,-4-4 0-16,2-6 0 16,0 0 0-16,0-2 0 15,-2-4 0-15,-4 1 0 16,-4 1 0-16,-6-2 0 15,0 2 0-15,-9 3 0 0,-3 2 0 16,-2 4 0-16,-4 5 0 16,-4 0 0-16,2 5-5 0,-2-2-33 15,-1 7-49-15,23-10-2 16</inkml:trace>
  <inkml:trace contextRef="#ctx0" brushRef="#br1" timeOffset="54050.5">24864 15564 501 0,'0'0'4'0,"0"0"2"16,0 0-6-16,0 0 0 15,0 0 0-15,0 0 0 0,-4 8 0 16,2 9 0-16,2 5 0 16,0 10 0-16,2 4 0 15,7 3 0-15,-2 3 0 16,5 0 0-16,-7 5-72 15,8-15-19-15</inkml:trace>
  <inkml:trace contextRef="#ctx0" brushRef="#br1" timeOffset="54184.67">24873 15879 398 0,'0'0'6'16,"0"0"1"-16,0-15 1 0,0 15 0 15,15-17 0-15,-5 7 0 16,7 0-6-16,-1-2-22 15,8 2-56-15,1 4-4 16</inkml:trace>
  <inkml:trace contextRef="#ctx0" brushRef="#br1" timeOffset="54833.21">23832 16723 453 0,'0'0'5'0,"0"0"3"16,0 0 1-16,0-10 1 0,0 10 0 15,-12-7 0-15,1 2-4 16,-1 3-6-16,-5 2 0 16,5 2 0-16,-10 6 0 0,7 6 0 15,-3 4 0 1,6-1 0-16,-1 4 0 0,10-2 0 16,1 1 0-16,2-3 0 15,9-4 0-15,4-6 0 0,4-4 0 16,4-3 0-16,4-10 0 15,-3-5 0-15,5-3 0 16,-7-4 0-16,3 0 0 16,-3-6 0-16,-8-2 0 15,-5 1 0-15,0 4 0 0,-4-3 0 16,-3 9 0-16,-3 2 0 16,1 2 0-16,2 15 0 15,-12-3 0-15,9 11 0 16,-1 12 0-16,4-1 0 0,0 9 0 15,2 4 0-15,0 1-18 16,3-14-68-16,5 8-5 16</inkml:trace>
  <inkml:trace contextRef="#ctx0" brushRef="#br1" timeOffset="55183.82">24088 16605 436 0,'0'0'7'0,"0"0"1"0,0 0 0 0,-10 4 0 0,10-4 0 16,-7 18 1-16,-1-5 0 15,0 6-1-15,1-2-5 0,5 0-2 16,2 7-1-16,0-8 0 16,5-1 0-16,2-2-1 15,6-6 0-15,-1-4 1 16,3-3-1-16,2 0 0 15,-1-10 1-15,-4 0 0 0,3-5 1 16,-3 0 1-16,-5-2 0 16,-4-3 1-16,-3 8-1 15,-3-6-2-15,-6 8 0 16,-1 0 0-16,-5 7 0 0,-3 3 0 16,3 0 0-16,-1 9 0 15,5 0-11-15,4 6-8 16,-1-5-30-16,8-10-37 15,-5 13-2-15</inkml:trace>
  <inkml:trace contextRef="#ctx0" brushRef="#br1" timeOffset="55416.92">24393 16381 474 0,'0'0'6'0,"0"0"1"0,0-9 2 15,0 9 0-15,0 0-3 16,0 0-6-16,-12 2 0 0,8 11 0 16,-2 12 0-16,1 5 0 15,3 7 0-15,-3 2 0 16,2 5 0-16,1 0 0 16,2 4 0-16,0-10 0 0,2 1-14 15,3-9-74 1,0-11-2-16</inkml:trace>
  <inkml:trace contextRef="#ctx0" brushRef="#br1" timeOffset="55566.78">24262 16583 453 0,'0'0'3'0,"0"0"1"0,0 0 1 15,10-3 0-15,0 3 0 16,7-3 1-16,6-4-1 0,9 5-6 15,0-11-15-15,0 4-65 16,14-1-3-16</inkml:trace>
  <inkml:trace contextRef="#ctx0" brushRef="#br1" timeOffset="56150.39">24826 16536 405 0,'0'0'5'0,"0"0"4"15,-5-6 1-15,5 6 1 16,-12-1 0-16,1 1 1 15,2 0 0-15,-1 4 0 16,-1 0-5-16,2 7-3 0,-1-1-2 16,2 0-1-16,3 2-1 15,3 1 0-15,2-1-1 16,0-5 1-16,0-7 0 0,18 7 0 16,-6-7 0-16,3 0 1 15,2-4 0-15,1-5 2 16,-4-2 1-16,-1-1-2 15,-3-3-2-15,-3-1 0 0,-7 7 0 16,0-4 0-16,-2 4 0 16,-6 0 0-16,-4 8 0 15,-3 1 0-15,0 0 0 16,-5 1 0-16,11 8-18 0,-4-7-29 16,-2 1-42-16,15-3 0 15</inkml:trace>
  <inkml:trace contextRef="#ctx0" brushRef="#br1" timeOffset="56333.59">24980 16221 438 0,'0'0'6'0,"0"-17"4"0,0 9 2 15,0 8 2-15,-5-15-1 16,5 15 1-16,0 0-10 16,0 0-4-16,-7 20 0 15,7 9 0-15,0 6 0 0,2 5 0 16,3 4 0-16,0 1 0 15,5-3 0-15,-5-7-38 16,5-2-51-16,-1-4-3 0</inkml:trace>
  <inkml:trace contextRef="#ctx0" brushRef="#br1" timeOffset="56467.4">24963 16476 470 0,'0'0'2'0,"0"0"1"0,7-5-1 15,3 0 1-15,8-5-2 16,8 8-10-16,5 2-69 16,1-6-4-16</inkml:trace>
  <inkml:trace contextRef="#ctx0" brushRef="#br1" timeOffset="57267.52">23317 17187 383 0,'0'0'9'0,"0"0"4"0,0 0 2 15,-12-8 1-15,12 8-1 16,0 0 0-16,0 0 1 16,-7 8-1-16,4 2-10 0,3 5-4 15,-3-1-3-15,1 9-6 16,0-1-6-16,-3 3-18 16,-2-1-52-16,7 1 1 15</inkml:trace>
  <inkml:trace contextRef="#ctx0" brushRef="#br1" timeOffset="57900.24">23204 17424 365 0,'0'0'5'0,"0"-7"1"0,0 7 2 16,9-19 2-16,6-6 1 16,5-8 1-16,0 1 1 15,4-5 1-15,4-3-4 16,-1 1-1-16,2 3-1 15,-12 20-2-15,-8 3-1 0,1 4-2 16,-10 9 0-16,10 0 0 16,-10 13-1-16,0 1-1 15,0-3 0-15,0 7-1 16,0 2 1-16,-2 0 0 0,2 2-1 16,-2 3 0-16,2 0 0 15,0 0 0-15,-4 0 0 16,4 0-1-16,0-3 1 15,0-5-1-15,0 3 0 0,4-6 1 16,-2 0-1-16,3-6 1 16,-5-8 0-16,9 0 1 15,-9 0-1-15,12-4 1 16,-12 4 0-16,13-15-1 16,-8 5 0-16,-5 10 1 0,10-12 0 15,-10 12-1-15,13-9 1 16,-13 9-1-16,10 0 1 15,-10 0-1-15,9 4 1 16,-9-4-1-16,11 13 0 0,-11-13 0 16,14 14 1-16,-3-7-1 15,-4-2 0-15,3 0 1 16,-1-3 0-16,2-2 0 16,-3-2 0-16,1-4 0 0,1 0 0 15,-2-5 0-15,-8 11 1 16,7-14-2-16,-7 14 0 15,2-12 0-15,-2 12 0 16,0 0 0-16,-5-3 0 0,5 3 0 16,-9 4 0-16,9-4 0 15,-11 18 0-15,9-5 0 16,2-2-2-16,0-3-7 16,0-8-19-16,10 13-55 0,5-8-3 15</inkml:trace>
  <inkml:trace contextRef="#ctx0" brushRef="#br1" timeOffset="58267.38">24058 17108 463 0,'0'0'6'0,"0"0"2"16,0 0 1-16,0 0 1 0,0 0-1 16,0 0-3-16,-10 7-6 0,10 5 0 15,0 9 0-15,0-13 0 16,5 10 0-16,0 0 0 16,0 2 0-16,3 2 0 15,-3 3 0-15,-1 2 0 16,1 0 0-16,-2 0 0 15,2 0 0-15,0 1 0 0,-2 0 0 16,-3-2 0-16,0-1 0 16,-8-2-3-16,3-2 0 15,-5-5 0-15,0 1-1 0,-7-5-1 16,2-7-4-16,0-2-6 16,0-3-27-16,0-8-41 15,3-1-2-15</inkml:trace>
  <inkml:trace contextRef="#ctx0" brushRef="#br1" timeOffset="58583.52">24274 17209 454 0,'0'0'3'16,"0"0"3"-16,-5 8 0 0,5-8 1 15,-5 12-1-15,5-12 0 16,-7 18 0-16,4-9 0 15,3 2-3-15,0-2-2 16,0 1-1-16,0 0 1 16,0 0-1-16,0-10 1 0,10 17 0 15,-10-17 1-15,18 10 0 16,-18-10-2-16,15 4 0 16,-8-5 0-16,8-12 0 0,-5-4 0 15,-5-3 0-15,-5-3 0 16,-10 9 0-16,-2-1 0 15,-6 3-9-15,6 7-42 16,-3 5-35-16,8 0-2 16</inkml:trace>
  <inkml:trace contextRef="#ctx0" brushRef="#br1" timeOffset="58750.3">24448 17149 474 0,'0'0'5'0,"0"0"1"15,0 0 1-15,0 0-1 16,3 13 1-16,-3-13-1 16,0 19-6-16,0-19 0 15,0 13 0-15,0-13 0 16,0 15-29-16,0-15-57 16,-3 15-2-16</inkml:trace>
  <inkml:trace contextRef="#ctx0" brushRef="#br1" timeOffset="59600.26">24572 17155 448 0,'0'0'5'0,"0"0"0"0,0 0 0 16,0 0 0-16,-4 7 1 16,4 0-1-16,0 5 0 15,0 1 1-15,0-13-7 16,0 18 0-16,0-11-1 0,0 3 0 15,0-10-1-15,4 14 1 16,-4-14-1-16,10 11 2 16,3-6 2-16,-3-5 2 15,2-3 0-15,6-10 0 0,-3-1 0 16,2-6 0-16,-5 0 0 16,-2 4-1-16,-2-1-1 15,-1 6-1-15,-2 1 0 16,-5 10 0-16,0 0 0 0,0 0 0 15,10 5 0-15,-10-5 0 16,10 15 0-16,2-5 0 16,1-2 0-16,4-4 1 15,1-2-1-15,4-2 1 16,-5 0 1-16,3-6 1 0,-4-11 0 16,-2 6 1-16,-7-9-4 15,-2-3 0-15,-5 1 0 16,0 0 0-16,-7 0 0 15,0 2 0-15,-6 2 0 16,3 6 0-16,10 12 0 0,-14 0 0 16,5 10 0-16,7 12 0 15,2 8 0-15,0 1 0 0,5-12 0 16,-5 1-14 0,6 2-12-16,-4 0-13 0,3-3-17 15,0-1-6-15,2-3 3 16,-2 0 9-16,10 5 19 15,0-13 18-15,-2-7 15 16,3-5 17-16,0-12 23 0,1-11 7 16,3-1 0-16,0-3-9 15,5 2-7-15,-3 5-8 16,-4-3-4-16,4 9-3 16,-10-1-2-16,3 3-1 0,-7 4-3 15,-3 6-3-15,-5 7-9 16,0 0 0-16,0 0 0 15,-13-2 0-15,3 10 0 16,1 4 0-16,-6 7 0 0,4 1 0 16,-1 5 0-16,2 2 0 15,3 1 0-15,4-3 0 16,3-4 0-16,5 2 0 16,0-11 0-16,0-2 0 15,3 0 0-15,-1 0 0 0,3-1 0 16,-3 4 0-16,-1-6 0 15,1 3 0-15,-7 0 0 16,0 0 0-16,0 1-5 0,0-2-6 16,-10 1-19-16,0 0-55 15,-5-3 0-15</inkml:trace>
  <inkml:trace contextRef="#ctx0" brushRef="#br1" timeOffset="60316.49">23264 17137 340 0,'0'0'8'0,"0"0"3"0,0 0 4 16,0 0 1-16,0 0 0 0,0 0 0 16,0 0 1-16,0 0 0 15,0 8-7-15,0-1-4 0,0 6-2 16,0-5-2 0,0 0-2-16,0 8 1 0,0-1-1 15,0 2 0-15,0 5-1 16,0 0-2-16,0 1-5 15,0 1-6-15,2-1-16 16,-2-1-50-16,2 3-3 0</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4:11:41.189"/>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F0"/>
    </inkml:brush>
    <inkml:brush xml:id="br2">
      <inkml:brushProperty name="width" value="0.05292" units="cm"/>
      <inkml:brushProperty name="height" value="0.05292" units="cm"/>
      <inkml:brushProperty name="color" value="#FFC000"/>
    </inkml:brush>
  </inkml:definitions>
  <inkml:trace contextRef="#ctx0" brushRef="#br0">18095 13077 363 0,'0'0'3'0,"-10"-18"1"0,0 2 0 0,-8-5 1 16,-6-4 1-16,-8-6-1 15,-11-2 0-15,-12-2 0 16,-7 3-1-16,-12 7-2 16,-11 3 0-16,-7 5 0 15,-7 6 0-15,-13 7 1 0,-2 4 0 16,-8 10 0-16,-4 9 0 16,-1 14 1-16,-3 7 0 15,1 10 0-15,5 11 0 16,5 8-1-16,7 11 0 0,12 10 0 15,11 5 0-15,10 5 0 16,19 13-1-16,8 4 0 16,19 8 0-16,12 5 0 0,8 4 0 15,10 2 0-15,10 5-1 16,14 3 0-16,13 0 0 16,8-3-1-16,13-4 1 15,10-4 0-15,15-7 0 0,7-4 0 16,12-13 0-16,13-10 0 15,15-12 1-15,9-11 1 16,11-13 1-16,12-14-2 16,9-19 2-16,11-15-1 15,10-14 1-15,8-9-1 0,-6-20 0 16,7-17 0-16,2-9-2 16,-14-15 0-16,-7-9 1 15,-11-16-2-15,-14-4 0 0,-14-14 0 16,-18-7 0-16,-23-8 0 15,-19-6 0-15,-20-6 0 16,-23-7 0-16,-25-2 0 16,-16-8 0-16,-25 0 0 0,-17-3 0 15,-20 2 0-15,-13 6 0 16,-20 3 0-16,-18 11 0 16,-20 7 0-16,-17 16 0 15,-22 11 0-15,-23 17 0 16,-22 19 0-16,-30 25 0 0,-25 30 0 15,-34 30 0-15,-41 52 0 16,-34 62 0-16,-10 54-73 16,-87 64-17-16</inkml:trace>
  <inkml:trace contextRef="#ctx0" brushRef="#br0" timeOffset="5416.5">19199 15656 450 0,'0'0'4'0,"0"0"2"0,0 0 1 0,0 0 1 0,0-10 0 16,0 10 0-16,4-12 1 16,4 2 0-16,1-3-7 0,9 4-2 15,1-2 0-15,6 2 0 16,0 1 0-16,3 6 0 15,-3-1 0-15,-4 3 0 16,-3 0 0-16,-6 5 0 0,-6 8 0 16,-6-3 0-16,0 4 0 15,-8 2 0-15,-4-2 0 16,-6 3 0-16,1-2 0 16,-1 3 0-16,2-5 0 15,-1-2 0-15,9-1 0 0,5 0 0 16,3-2 0-16,0-8 0 15,11 15 0-15,8-8 0 16,0 2 0-16,1-3 0 16,3 1 0-16,0 1 0 0,-2 2 0 15,-3-3 0-15,-3 0 0 16,-2 3 0-16,-4-2 0 16,-6-1 0-16,-3-7 0 0,-3 18 0 15,-4-12 0-15,-11 5 0 16,-4-4 0-16,-5 0 0 15,-9 2 0-15,4-2 0 16,-6-3 0-16,4-1 0 0,2-3 0 16,7 0 0-16,0-3-6 15,11 1-10-15,2-7-18 16,12 9-51-16,-6-10-1 16</inkml:trace>
  <inkml:trace contextRef="#ctx0" brushRef="#br0" timeOffset="5917.84">19873 15636 473 0,'0'0'4'0,"0"0"2"0,0 0 0 0,-3-9 1 0,3 9 1 16,-6-9-1-16,-4 7-7 15,-3 2 0-15,1 0 0 16,-6 8 0-16,2 2 0 16,0 2 0-16,-1 3 0 0,2 3 0 15,5-1 0-15,5-2 0 16,3-1 0-16,2-2 0 16,10-1 0-16,-1-7 0 15,7-1 0-15,4-3 0 16,-1-5 0-16,1-8 0 0,3-3 0 15,-4-7 0-15,-3-4 0 16,-4-6 0-16,0-6 0 16,-6-8 0-16,-6 0 0 0,-3 0 0 15,-8 0 0-15,2 4 0 16,-1 4 0-16,-3 9 0 16,4 5 0-16,-1 10 0 15,10 15 0-15,0 0 0 16,-11 6 0-16,11 20 0 0,8 10 0 15,0 5 0-15,1 9 0 16,3 5 0-16,4 5 0 16,1-6 0-16,1 0 0 0,-3-9 0 15,4-1-31-15,-3-6-59 16,-2-11-2-16</inkml:trace>
  <inkml:trace contextRef="#ctx0" brushRef="#br0" timeOffset="6249.67">20165 15611 464 0,'0'0'2'0,"0"0"1"0,0 0 0 0,-7 5 0 16,-2 6 1-16,2-2 0 0,-5 6 0 16,1 2 0-16,2 2-2 15,-1 5 0-15,5-6-1 16,5 1 0-16,0-2 0 15,12-5 0-15,6-8 1 0,-1 0-1 16,8-4 0-16,-3-5 1 16,6-7 0-16,-6-6 0 15,-2-3 0-15,0-4-2 0,-8-3 0 16,-4-2 0-16,-8 2 0 16,-3 3 0-16,-6 1 0 15,-9 7 0-15,-4 2 0 16,-1 11 0-16,-2 1 0 15,3 3 0-15,0 0-5 0,7 4-38 16,15-4-43-16,-10 7-2 16</inkml:trace>
  <inkml:trace contextRef="#ctx0" brushRef="#br0" timeOffset="6466.81">20567 15195 494 0,'0'0'4'0,"0"0"0"15,-5-10 2-15,5 10-3 16,-17-2-3-16,7 2 0 0,-3 12 0 16,-2 8 0-16,3 13 0 15,2 6 0-15,0 8 0 16,5 7 0-16,5 6 0 16,0-3 0-16,11 0 0 0,3-3 0 15,3-2 0-15,-4-12-21 16,4-5-67-16,-1-5-3 15</inkml:trace>
  <inkml:trace contextRef="#ctx0" brushRef="#br0" timeOffset="6633.55">20371 15537 490 0,'0'0'2'0,"0"0"0"15,5-7 1-15,-5 7 0 0,19-15 1 16,2 5-1-16,8 3 1 15,7-4-4-15,8 4 0 16,10 2-7-16,3-2-22 16,3 1-54-16,-5 4-3 0</inkml:trace>
  <inkml:trace contextRef="#ctx0" brushRef="#br0" timeOffset="7232.59">18833 15510 409 0,'0'0'2'0,"5"-25"0"16,7 0 2-16,13-9 2 15,12-9 1-15,13-11 2 0,17-6 0 16,23-7 2-16,18 1-1 16,22 1 0-16,16 8-2 15,21 8 0-15,12 4-2 0,8 15-1 16,6 11 0-16,-2 14-5 16,-7 7 0-16,-5 20 0 15,-13 13 0-15,-19 17 0 16,-13 12 0-16,-19 11 0 0,-21 9 0 15,-21 3 0-15,-24 5 0 16,-22 2 0-16,-24-3 0 16,-25-1 0-16,-21-4 0 0,-33-4 0 15,-25-5 0-15,-23-5 0 16,-25-6 0-16,-22-4 0 16,-20-7 0-16,-18-5 0 15,-12-6 0-15,-8-9 0 16,1-6 0-16,-1-10 0 15,10-8 0-15,18-11 0 0,22-12 0 16,23-16 0-16,29-12 0 16,33-18 0-16,29-15 0 15,40-18 0-15,30-11 0 16,43-12 0-16,33-2 0 0,38-5 0 16,37 4 0-16,38 6 0 15,33 11 0-15,26 20 0 16,30 9 0-16,23 24 0 0,7 10 0 15,3 25-62-15,-7 12-29 16</inkml:trace>
  <inkml:trace contextRef="#ctx0" brushRef="#br0" timeOffset="16983.82">10186 1451 174 0,'0'0'5'0,"0"0"2"0,0 0 1 0,0 0 3 15,0 0 0-15,0 0 4 16,0 0 0-16,0 0 2 0,7 3-2 15,-7-3-4-15,13 4 0 16,-1-1-1-16,3 0-2 16,3 2 1-16,4-3-3 0,6 3-1 15,2-3 0-15,7 6-1 16,4-3 0-16,10 0-1 16,3 5 0-16,9-3-1 15,6 1 0-15,5 2-1 0,11 0 0 16,-16 0 4-16,135 12-2 15,-1 0 0-15,11 4 1 16,0 2-1-16,2 2 1 16,-7-2-1-16,-5-3 0 15,-36 6-3-15,12-6 0 0,1 10 1 16,3-3-1-16,2 3 0 16,5-5 1-16,9 2-1 15,-2-2 0-15,1-1 0 0,-3 1 0 16,0-8 0-16,-1 0 0 15,-4-2 0-15,-7 0 0 16,-9-3 0-16,-5 1 1 16,-11-3-1-16,-12-2 0 15,-14-6 1-15,-11 3-1 0,-14-6 0 16,-16 0 0-16,-16-4 0 16,-16 0 1-16,-13 0 0 15,-14 0-1-15,-12 0-1 16,-10 0-5-16,-11 0-7 0,0 0-21 15,-13 0-39-15,-6 0-4 16</inkml:trace>
  <inkml:trace contextRef="#ctx0" brushRef="#br0" timeOffset="18517.63">9977 1971 215 0,'0'0'4'0,"0"0"2"0,5-2 2 15,-5 2 4-15,13-2 1 0,-13 2 1 16,19 0 1-16,-6-3 1 16,1 3-3-16,2 0-2 15,6 0-3-15,0 0-2 16,3 0-2-16,5 5-1 15,-2 0-2-15,6 3 1 0,1 1-1 16,7-1 0-16,-3 1-1 16,9-1 1-16,2 0 0 15,3 1 0-15,3 2 0 16,1-4 0-16,5 5-1 16,3-4 1-16,5 2-1 0,-3-3 1 15,2 3-1-15,3 0 1 16,3 1-1-16,-1-5 0 15,6 1 1-15,-3 3 0 0,3 0-1 16,0 1 2-16,-1 1-2 16,0-5 0-16,0 3 1 15,4 3 1-15,-7-4-2 0,4 1 1 16,-6 3 1-16,16 2 0 31,-1-3 2-31,1 6-1 16,-1-6 1-16,3 2 0 0,-7-1-1 15,2 2 0-15,-1-3-1 16,-18-2-1-16,2-5-1 16,-1 5 0-16,-2-3 1 15,-3 1-1-15,7-1 1 0,-4 0-1 16,4 4 0-16,-1-1 0 16,0-3 1-16,-1 3-1 15,1 0 0-15,-1 0 0 16,-1 1 1-16,4 2-1 15,-6-3 0-15,4 0 1 0,0 0-1 16,-1 0 0-16,0-1 0 16,1 2 0-16,-2-1 0 15,-4 0 1-15,3 0-1 0,0-1 0 16,0 4 0-16,6-3 0 16,-6 0 0-16,0 0 0 15,2 2 0-15,0-2 0 16,2-3 0-16,-2 3 0 0,0-2 0 15,-2-1 0-15,3 1 0 16,2-4 0-16,-5 4 0 16,2-1 0-16,-1-1 0 15,-6-2 1-15,3 0-1 16,-5 2 0-16,2 2 0 0,-5-5 0 16,-3 1 0-16,-2 0 1 15,-4-1-1-15,-1 0 0 16,-5-1 0-16,-2 1 0 15,-5-1 1-15,-3-2 1 0,-5 0 0 16,-7 0 2-16,0 0 1 16,-5 0 1-16,-3 0 2 15,-2 0-1-15,-10 0 1 16,0 0-1-16,0 0-1 0,0 0-1 16,0 0-1-16,2-10-2 15,-2 10-1-15,0 0 0 16,0 0 0-16,-4-7-1 0,4 7 0 15,0 0 0-15,0 0-1 16,0 0-3-16,0 0-2 16,0 0-5-16,0 0-11 15,-10 7-44-15,10-7-13 16</inkml:trace>
  <inkml:trace contextRef="#ctx0" brushRef="#br0" timeOffset="19816.49">14308 1687 272 0,'0'0'5'0,"0"0"2"0,5-8 1 0,-5 8 3 0,12-10-1 16,-12 10 3-16,16-10-4 15,-16 10 4-15,27-7-5 16,-5 4-2-16,5 3-2 16,8 0-1-16,3 6-1 15,1 6-1-15,8 3 1 0,-4 7-2 16,-1 0 0-16,3 3-1 15,-5 5 1-15,-1 8 0 16,-2 1 0-16,-5-1 0 0,2 10-1 16,-8 2 1-16,-1 0 0 15,-7 1 1-15,-1 17 2 32,-4-7 0-32,-4 4-1 0,-6 2 1 15,-1 0-2-15,-4-1-1 16,-3 2-1-16,-5-4-4 15,-8-12-1-15,2-4-2 16,-7 0 1-16,-4-3 0 0,-3-3 1 16,-5-4 1-16,-5-6 1 15,0-3 3-15,-7-5 0 16,2 4 1-16,-4-8 0 16,-3-5 2-16,-1 0-1 15,2-5 1-15,-2-6 2 0,1-2 0 16,-1 2 2-16,4-4 1 15,-1-4 1-15,6 0-1 16,-2-6 1-16,5 3-1 16,4-1-2-16,2-2-1 0,5 3-1 15,0-3-1-15,8 0-1 16,-3 3 0-16,13-1-4 16,-6 4-4-16,8-5-15 15,10 9-48-15,-13-2-3 0</inkml:trace>
  <inkml:trace contextRef="#ctx0" brushRef="#br0" timeOffset="20266.75">14150 2910 377 0,'0'0'6'0,"0"0"-1"0,0 0 2 0,0 0 0 16,-13-2 1-16,13 2-1 16,-15 0 1-16,2 0 0 15,-1 0-3-15,-2 0-3 0,-1 2 0 16,-3 1 0-16,-2 3 0 15,-2-2 0-15,-4-1 0 16,3-2 0-16,-5-1 0 16,5 0 0-16,2 0 1 0,4 0 0 15,1-4 0-15,6 1-2 16,4 2 1-16,8 1-1 16,0 0-1-16,0 7-1 15,8 5 0-15,12 2 0 16,5 7 0-16,5 1 1 15,7 3-2-15,5 4 3 0,3-1 0 16,-2 2 0-16,1-4-4 16,-2 2-10-16,-2-1-63 15,-5-8-1-15</inkml:trace>
  <inkml:trace contextRef="#ctx0" brushRef="#br0" timeOffset="26049.91">16363 2221 206 0,'0'0'8'0,"0"0"5"16,10 3 1-16,-10-3 3 0,17 5 3 15,-2-5 1-15,0 3 1 16,3-3 1-16,-2 0-6 15,10 0-2-15,1 0-3 16,0 0-3-16,6 0-2 0,6 0-1 16,-1 2-2-16,6-2 0 15,1 3-2-15,-2-1 1 16,1 3-1-16,-1-3 0 16,-1 1 1-16,8 2 5 31,1-2-3-31,-4 2 1 15,1-3 1-15,-3 0-3 16,-1 1-1-16,-3-1 1 0,-4 1 1 16,-18-1-3-16,1 1 0 15,-8 0 0-15,1-3-1 16,-13 0 3-16,15 0 2 16,-15 0-2-16,0 0-2 0,0 0 1 15,0 0 0-15,0 0-1 16,0 0 0-16,-5 1 0 15,-5-1-3-15,-3-1-1 16,-4 1 1-16,-3-3 0 0,1 0-2 16,-4 1-1-16,-5-1 1 15,4 1 0-15,-6-1 1 16,5 1 2-16,1 0-2 0,-4-1 1 16,6 1 1-16,-3-1 1 15,0 3-1-15,3-2 0 16,-3 2 1-16,0-3-1 15,2 3 1-15,-1 0 0 0,-3 0 0 16,2 0-1-16,0 0 1 16,0 0 0-16,-3 3 0 15,2-3-1-15,3 2 2 16,-5 3 3 0,-1 0-1-1,1 0 0-15,1-3 0 16,-1 6-4-16,3-4 0 0,1 4 0 15,-1-3 0 1,10 0 0-16,-2 0 0 0,-1 2 0 16,4 1 0-16,-3-1 0 15,4 1 0-15,-2 0 0 16,0 0 0-16,2 0 0 0,-1 1 0 16,1-2 0-16,1 2 0 15,0 1 0-15,1-3 0 16,-1 6 0-16,2-1 0 15,0-1 0-15,3 1 0 16,-3 1 0-16,2-2 0 0,1 3 0 16,2-3 0-16,0 4 0 15,3 0 0-15,-1 0 0 16,3-2 0-16,0-1 0 0,0 5 0 16,0-2 0-16,0-3 0 15,3 2 0-15,-1 3 0 16,3-6 0-16,2 4 0 15,-2-3 0-15,3 4 0 0,2-4 0 16,-1-1 0-16,2 3 0 16,3-4 0-16,2 2 0 15,-4 0 0-15,8-2 0 16,-3-2 0-16,1 1 0 0,1-1 0 16,1 2 0-16,3-5 0 15,-3 2 0-15,2-1 0 16,-5-2 0-16,6 1 0 15,-1-2 0-15,0 2 0 0,1-1 0 16,2-1 0-16,-1-1 0 16,6 3 0-16,0-2 0 15,-3 0 0-15,3 1 0 16,0-1 0-16,0 2 0 0,-3-3 0 16,1 3 0-16,-2-2 0 15,2 0 0-15,-4 1 0 16,4-1 0-16,-1-2 0 15,1-1 0-15,-1 6 0 0,-2-6 0 16,8 2 0-16,-8-2 0 16,1 3 0-16,-1 3 0 15,0-5 0-15,-2-1 0 16,-6 3 0-16,-2 0 0 16,-3-2 0-16,0-1 0 0,-1 3 0 15,-11-3 0-15,14 3 0 16,-14-3 0-16,11 0 0 15,-11 0 0-15,0 0 0 0,0 0 0 16,0 0 0-16,0 0 0 16,0 0 0-16,0 0 0 15,0 0 0-15,-11 0 0 16,-1-3 0-16,-1 3 0 0,-4-4 0 16,-3-2 0-16,-4 5 0 15,-1-8 0-15,-3 7 0 16,1-4 0-16,-3 5 0 15,0-2 0-15,0-1 0 0,1 1 0 16,-1-2 0-16,-2 0 0 16,-1 0 0-16,1 0 0 15,0 0 0-15,-3-3 0 16,3 3 0-16,-5-2 0 0,5 2 0 16,-1-3 0-16,3 1 0 15,-2 0 0-15,5 2 0 16,2-5 0-16,0 2 0 15,2 1 0-15,3 2 0 0,3-2 0 16,-3-1 0-16,3 3 0 16,-1-2 0-16,4-1 0 15,-2 4 0-15,4-3 0 16,0 1 0-16,2-1 0 0,-2-1 0 16,4 1 0-16,-2 1 0 15,10 6 0-15,-17-14 0 16,9 4 0-16,8 10 0 15,-15-20 0-15,10 8 0 0,-2 2 0 16,-1-2 0-16,3-1 0 16,-2-2 0-16,2 0 0 15,3 1 0-15,-3 3 0 16,2 2 0-16,-2-3 0 0,2-1 0 16,1 1 0-16,2 2 0 15,0 2 0-15,0-2 0 16,0 0 0-16,0-1 0 15,0-2 0-15,2 3 0 0,3 0 0 16,1 0 0-16,1 0 0 16,3-2 0-16,-1 2 0 15,2-2 0-15,3 2 0 16,4-4 0-16,-1 6 0 16,3-8 0-16,5 4 0 0,-2-3 0 15,-1 5 0-15,8 1 0 16,-8-2 0-16,6-1 0 15,-3 7 0-15,2 0 0 0,3 0 0 16,-1 0 0-16,9 3 0 16,-3 2 0-16,4-3 0 15,3 3 0-15,1 117 0 16,9-112 0 0,-5 34 0-16,8-34 0 15,0 2 0 1,-1 1 0-16,-54-8 0 0,54 8 0 0,1-4 0 15,0-108 0-15,-6 104 0 16,-1-24 0-16,-9 24 0 16,-6 0 0-16,-3 2 0 15,-8 3 0-15,1-5 0 16,-11 2 0-16,0 1 0 0,-12-3 0 16,13 2 0-16,-13-2 0 15,0 0 0-15,0 0 0 16,0 0 0-16,0 0 0 15,0 0 0-15,-7 0 0 0,-4 0 0 16,-3 0 0-16,-4 0 0 16,-7-2 0-16,1 2 0 15,-6 0 0-15,-5 0 0 0,-3-3 0 16,3 3 0-16,-2-2 0 16,3 2 0-16,-1 0 0 15,-3 0 0-15,6 0 0 16,0-3 0-16,2 3 0 15,3 0 0-15,0 0 0 0,2 0 0 16,-5 0 0-16,7-2 0 16,1 2 0-16,-8-2 0 31,6-1 0-31,-1 1 0 16,2 2 0-16</inkml:trace>
  <inkml:trace contextRef="#ctx0" brushRef="#br0" timeOffset="27634.32">16330 2271 289 0,'0'0'7'0,"0"0"2"16,0-9 3-16,0 9 2 15,3-16 2-15,-3 16 0 0,18-14 4 16,-5 3-1-16,8 4-6 16,4 0-2-16,7 2-2 15,8-1-1-15,10 5-2 16,7-2-2-16,8 3 0 0,2 3 0 16,10 1-2-16,0 2 1 15,5 2-1-15,2-2-1 16,-4 4 0-16,0-2 3 15,6 1 1 1,-4 4-1-16,-7-3 0 16,-10 3 1-16,-9-6-1 15,-13 0-1-15,-6-2 1 16,-7 2-2-16,-21-4-2 0,-9-3 2 16,0 0-1-16,0 0 2 15,0 10-3-15,0-10 0 16,-14 0 0-16,-4 0 0 15,-1 0 0-15,-8-5 0 0,-3 0 0 16,-5-5 0-16,-8 5 0 16,1-5 0-16,-5 3 0 15,-2-6 0-15,-2 6-4 16,2 0 1-16,-1-1 0 0,0-2 1 16,8 3 2-16,-2-1 0 15,6 3 0-15,-1 0 0 16,-1 1 0-16,5 1 0 15,0 3 0-15,-7 0 0 0,2 0 0 16,-5 0-1-16,1 3 1 16,2 5 0-16,-6-4 0 15,1 3 0-15,2 1 0 0,-2 4 2 16,2 1 1 0,4 1 1-16,-2 4 0 15,8-4-4-15,3 4 0 16,4 5 0-16,6-7 0 15,5 1 0-15,5 4 0 0,4-2 0 16,0 2 0-16,1-2 0 16,5 6 0-16,2-5 0 15,0 5 0-15,0-3 0 16,0-2 0-16,0 2 0 0,2-2 0 16,3-4 0-16,0 5 0 15,0-4 0-15,3 0 0 16,-1 1 0-16,0-1 0 15,5-2 0-15,-1-1 0 0,3 4 0 16,4-3 0-16,-1 0 0 16,6-2 0-16,-1 1 0 15,6-2 0-15,2 4 0 0,2-4 0 16,5-2 0-16,2 2 0 16,1-1 0-16,10-3 0 15,0 0 0-15,1 2 0 16,2 0 0-16,2 0 0 15,-6 0 0-15,3 3 0 0,-1-3 0 16,-5-4 0-16,-1 5 0 16,-5-1 0-16,-3-3 0 15,-2 0 0-15,-6-1 0 16,-3 1 0-16,-6-2 0 0,-6 0 0 16,-1 0 0-16,-3-3 0 15,-10-2 0-15,7 5 0 16,-7-5 0-16,0 0 0 15,0 0 0-15,11 5 0 16,-11-5 0-16,0 0-22 0,0 0-62 16,0 0-3-16</inkml:trace>
  <inkml:trace contextRef="#ctx0" brushRef="#br0" timeOffset="32183.04">17700 2464 206 0,'0'0'8'0,"0"0"7"0,0 0 2 15,0-10 4-15,0 10 4 16,0 0 0-16,2-12 4 15,-2 12 1-15,3-10-5 16,-3 10-5-16,0 0-3 0,2-9-3 16,-2 9-3-16,0 0-4 15,0 0-2-15,0 0-1 16,0 0-1-16,0 9-2 16,0 1-1-16,0 2 0 0,0 5 1 15,0-4-1-15,0 5 1 16,0-3 0-16,0 0 0 15,0-3 0-15,0-2 0 16,0-10 0-16,0 12 0 0,0-12 2 16,0 0-1-16,0 0 1 15,0 0-1-15,0 0 1 16,0-8 0-16,0-4-1 16,0 3 0-16,0-7-2 0,0 4 0 15,0-3 0-15,-2 9 0 16,-1-5 0-16,3 11 0 15,0-10 0-15,0 10 0 16,0 0 0-16,0 0 0 0,-7 12 0 16,2-3 0-16,-1 2 0 15,4 4 0-15,-5 3 0 16,2-4 0-16,-5 1 0 0,0 0 0 16,0 0 0-16,1 0 0 15,-7-2 0-15,-1-5 0 16,2 3 0-16,-5-4 0 15,3 0 0-15,-6 4 0 16,3-5 0-16,1 0 0 0,-1-1 0 16,3-3 0-16,-1 4 0 15,6-6 0-15,-1 0 0 16,3 0 0-16,10 0 0 16,-9 0 0-16,9 0 0 0,0 0 0 15,0 0 0-15,0 0 0 16,-11-6 0-16,11 6 0 15,0 0 0-15,0 0 0 16,0-7 0-16,0 7 0 0,0 0 0 16,0 0 0-16,0 0 0 15,0 0 0-15,0 0 0 16,5-10 0-16,-5 10 0 16,0 0 0-16,0 0 0 0,10-2 0 15,-10 2 0-15,0 0 0 16,12-3 0-16,-12 3 0 15,0 0 0-15,16 0 0 16,-16 0 0-16,0 0 0 0,7 0 0 16,-7 0 0-16,0 0 0 15,0 0 0-15,0 0 0 16,0 0 0-16,0 0 0 16,0 0 0-16,0 0 0 0,0 0 0 15,0 0 0-15,0 0 0 16,0 0 0-16,0 0 0 15,0 0 0-15,0 0 0 16,0 0 0-16,0 0 0 16,0 0 0-16,0 0 0 0,0 0 0 15,0 0 0-15,0 0 0 16,0 0 0-16,0 0 0 0,0 0 0 16,0 0 0-16,12 0 0 15,1 3 0-15,2 3 0 16,2 0 0-16,3-1 0 15,5 3 0-15,0-4 0 16,0 4 0-16,-6-1 0 16,4-1 0-16,-6-2 0 0,-2 0 0 15,-2 2 0-15,-6 2 0 16,-7-8 0-16,12 10 0 16,-12-10 0-16,5 9 0 15,-5-9 0-15,6 13 0 0,-6-13 0 16,0 10 0-16,0-10 0 15,0 7 0-15,0-7 0 16,0 0 0-16,0 10 0 0,0-10 0 16,0 0 0-16,-6 13 0 15,6-13 0-15,0 0 0 16,-7 12 0-16,7-12 0 0,-5 10 0 16,5-10 0-1,0 0 0-15,-3 10 0 0,3-10 0 16,0 10 0-16,0-10 0 15,0 9 0-15,0-9 0 16,8 13 0-16,-8-13 0 0,4 10 0 16,-4-10 0-16,6 7 0 15,-6-7 0-15,0 0 0 16,10 10 0-16,-10-10 0 16,0 0 0-16,0 0 0 15,0 0 0-15,7 10 0 0,-7-10 0 16,0 0 0-16,0 0 0 15,0 0 0-15,0 0 0 16,0 11 0-16,0-11 0 0,0 0 0 16,0 0 0-16,0 0 0 15,0 0 0-15,0 0 0 16,0 0 0-16,0 0 0 16,0 0 0-16,0 0 0 0,0 0 0 15,0 0 0-15,0 0 0 16,-7 0 0-16,7 0 0 15,0 0 0-15,0 0 0 16,-2-11 0-16,2 11 0 0,0 0 0 16,0-14 0-16,0 14 0 15,0-13 0-15,0 13 0 16,2-18 0-16,0 8 0 16,1-2 0-16,-1 0 0 0,1 2 0 15,-1-2 0-15,-2 1 0 16,2-1 0-16,1 5 0 15,-3 7 0-15,6-14 0 16,-6 14 0-16,7-17 0 0,-7 17 0 16,7-11 0-16,-7 11 0 15,12-8 0-15,-12 8 0 16,13-7 0-16,-6 4 0 0,3 1 0 16,0 2 0-16,0-2 0 15,0 2 0-15,-2-3 0 16,2 3 0-16,-10 0 0 15,12-3 0-15,-12 3 0 16,0 0 0-16,10 0 0 0,-10 0 0 16,0 0 0-16,0 0 0 15,0 0 0-15,0 0 0 16,7 0 0-16,-7 0 0 16,0 0 0-16,0 0 0 0,10 0 0 15,-10 0 0-15,0 0 0 16,0 0 0-16,13-3 0 15,-13 3 0-15,0 0 0 16,12 0 0-16,-12 0 0 0,12-2 0 16,-12 2 0-16,11-2 0 15,-11 2 0-15,9 0 0 16,-9 0 0-16,10 0 0 16,-10 0 0-16,0 0 0 0,13 0 0 15,-13 0 0-15,0 0 0 16,0 0 0-16,0 0 0 15,0 0 0-15,0 0 0 16,0 0 0-16,0 0 0 16,0 0 0-16,0 0 0 0,0 0 0 15,-7 0 0-15,7 0 0 16,-13-2 0-16,5 2 0 16,-1 0 0-16,-4-3 0 0,3 3 0 15,-3-3 0-15,4 1 0 16,-1 0 0-16,0 2 0 15,10 0 0-15,-15-6 0 16,15 6 0-16,0 0 0 0,-7-7 0 16,7 7 0-16,0 0 0 15,7-12 0-15,3 7 0 16,3-1 0-16,1 2 0 16,4 0 0-16,-1-2 0 0,0 1 0 15,1 3 0-15,-1-3 0 16,-5 2 0-16,-1 1 0 15,-11 2 0-15,14-2 0 16,-14 2 0-16,0 0 0 0,0 0 0 16,0 0 0-16,0 0 0 15,0 0 0-15,-8 0 0 16,-1 0 0-16,-1 2 0 16,0-2 0-16,-4 2 0 0,-2 2 0 15,7 0 0-15,-2-2 0 16,1 3 0-16,10-5 0 15,-12 6 0-15,12-6 0 16,0 0 0-16,0 0 0 0,0 0 0 16,0 0 0-16,10 1 0 15,-10-1 0-15,18 0 0 16,-18 0 0-16,12-7 0 16,-12 7 0-16,9-5 0 0,-9 5 0 15,0 0 0-15,0 0 0 16,-9 8 0-16,-1-1 0 15,-3 5 0-15,-1 1 0 16,-2 2 0-16,0 4 0 0,-2-5 0 16,1 4 0-16,1 0 0 15,2-4 0-15,-2-1 0 16,5-3 0-16,0-2 0 16,1-3 0-16,10-5 0 0,-12 7 0 15,12-7 0-15,0 0 0 16,0 0 0-16,0 0 0 15,0 0 0-15,0 0 0 16,0 0 0-16,5 0 0 0,-5 0 0 16,15-2 0-16,-15 2 0 15,15-5 0-15,-15 5 0 16,12-3 0-16,-12 3 0 16,0 0 0-16,0 0 0 0,0 0 0 15,0 0 0-15,0 8 0 16,0-8 0-16,0 0 0 15,-7 9 0-15,7-9 0 16,0 0 0-16,-12 12 0 16,12-12 0-16,-8 6 0 0,8-6 0 15,0 0 0-15,-10 5 0 16,10-5 0-16,0 0 0 16,0 0 0-16,0 0 0 0,0 0 0 15,0 0 0-15,-2-5 0 16,2 5 0-16,2-10 0 15,-2 10 0-15,7-15 0 16,-2 5 0-16,3-2 0 0,-3-1 0 16,2 1 0-16,0-6 0 15,4 4 0-15,-4-1 0 16,3 2 0-16,-3-4 0 0,5 4 0 16,-1-1 0-16,-1 3 0 15,0 3 0-15,0-5 0 16,-1 5 0-16,4 1 0 15,-3 2 0-15,3 0 0 16,-1 0 0-16,0 0 0 16,1 0 0-16,-1 5 0 0,-1 0 0 15,-4-3 0-15,-7 3 0 16,14-2 0-16,-14 2 0 16,0 0 0-16,0 0 0 15,0 0 0-15,0 0 0 0,0 0 0 16,-9 5 0-16,1 0 0 15,-2-5 0-15,-5 2 0 16,-3 1 0-16,4-1 0 0,-6-2 0 16,-3 0 0-16,4 0 0 15,-4 0 0-15,1-2 0 16,0-8 0-16,-1 0 0 0,3 3 0 16,1-3 0-16,1 0 0 15,-2-3 0-15,5 4 0 16,6-2 0-16,-4 4 0 15,13 7 0-15,-15-18 0 16,15 18 0-16,-4-8 0 16,4 8 0-16,0-14 0 0,0 14 0 15,0-7 0-15,0 7 0 16,0 0 0-16,12 0 0 16,-12 0 0-16,14 10 0 0,-3 1 0 15,-2 5 0-15,7 4 0 16,-4 0 0-16,2 0 0 15,4 2 0-15,-3 0 0 16,0-4 0-16,0 0 0 0,-3-7 0 16,0-3 0-16,-1 2 0 15,-11-10 0-15,12 9 0 16,-12-9 0-16,0 0 0 16,0 0 0-16,0 0 0 0,0 0 0 15,0 0 0-15,-7-5 0 16,-4-2 0-16,-3 0 0 15,-1-1 0-15,-3-2 0 16,1 0 0-16,0 2 0 16,-1 0 0-16,1 0 0 0,4-2 0 15,1 5 0-15,5-5 0 16,7 10 0-16,-13-17 0 16,13 17 0-16,0-15 0 0,0 5 0 15,0 10 0-15,0-11 0 16,0 11 0-16,0 0 0 15,0 0 0-15,2-9 0 16,-2 9 0-16,0 0 0 0,0 0 0 16,11 8 0-16,-10 1 0 15,5 4 0-15,-1 4 0 16,2 3 0-16,1 2 0 16,0 0 0-16,-4 1 0 0,1-4 0 15,2 2 0-15,-4-6 0 16,-1-3 0-16,-2-2 0 15,4 0 0-15,-4-10 0 16,0 12 0-16,0-12 0 0,0 0 0 16,-9 0 0-16,9 0 0 15,-9-12 0-15,4 2 0 16,-2 0 0-16,-4-5 0 16,4 5 0-16,0-2 0 0,-4-1 0 15,4 3 0-15,7 10 0 16,-12-10 0-16,12 10 0 15,-7-3 0-15,7 3 0 16,0 0 0-16,0 0 0 0,-11 6 0 16,11-6 0-16,0 0-9 15,0 0-9-15,0 0-5 16,7 7-6-16,-7-7-10 16,0 0-26-16,8-5-11 0,-8 5 1 15</inkml:trace>
  <inkml:trace contextRef="#ctx0" brushRef="#br0" timeOffset="32499.24">17670 2544 109 0,'0'0'9'0,"0"0"4"0,0-15 6 0,0 15 4 0,0-20 6 16,0 10 3-16,0-1 5 15,0-6 2-15,0 3-6 0,2-1-4 16,-2 3-2-16,0 2-4 16,0 0-3-16,0 0-6 15,0 10-4-15,0 0-4 16,0 0-1-16,0 0-1 15,3 7-3-15,-3 11 0 0,2 3-1 16,-2 10 1-16,5 1 0 16,-3 8 0-16,1-3 1 0,0 3-1 15,2-3 1-15,-2 0 0 16,-1-8 0-16,0 1-1 16,-2-5 1-16,0-5 0 15,0-5-1-15,0-1 1 16,0-3-1-16,0-11-1 0,-2 9 0 15,2-9-2-15,0 0-7 16,0 0-11-16,-13-2-59 16,13 2-4-16</inkml:trace>
  <inkml:trace contextRef="#ctx0" brushRef="#br0" timeOffset="33116.94">17655 2799 337 0,'0'0'8'0,"0"0"5"0,0 0 3 0,0 0 0 16,0 0-1-16,0 0 1 15,0 5-1-15,0-5 1 0,0 12-8 16,-3-4-5-16,1 4-3 16,-1 1-1-16,3 1 1 15,-2 4 0-15,0-3-1 16,-3-1 1-16,5 2 0 16,-3-4 0-16,3 0 1 0,-2-5 0 15,2-7 1-15,0 13 0 16,0-13-1-16,0 0-1 0,0 0-3 15,0 0-4-15,0 0-15 16,0 0-56-16,0 0 0 16</inkml:trace>
  <inkml:trace contextRef="#ctx0" brushRef="#br0" timeOffset="33799.8">17146 2933 319 0,'0'0'7'0,"0"0"2"0,0 0 3 16,0 0 0-16,0 0 1 15,0 0 1-15,0 0-1 16,0 0 1-16,0 0-5 0,0 0-1 16,2 11 0-16,10-5-2 15,8 1 2-15,6 1 0 16,6 0 0-16,5-4 1 16,7 4-2-16,1-3-1 0,5-3 0 15,0 2-2-15,-3-4-1 16,-3 4-1-16,-6-4 1 15,-6 2 0-15,-7-2-3 16,-5 2 0-16,-6-2 0 16,-3 0 0-16,-11 0 0 0,7 0 0 15,-7 0 0-15,0 0 0 16,0 0 0-16,0 0 0 16,0 0 0-16,-9-4 0 0,-2 0 0 15,-7 4 0-15,4 0 0 16,-5-1 0-16,-9 1 0 15,1 0 0-15,-1 0 0 16,-4 0 0-16,5 0 0 0,-3 0 0 16,2 0 0-16,8 0 0 15,1 1 0-15,9-1 0 16,10 0 0-16,0 0 0 16,0 0 0-16,10 4 0 0,12-4 0 15,5 0 0-15,3 0 0 16,2 0 0-16,4 0 0 15,-4 0 0-15,-8-4 0 16,1 4 0-16,-10 0 0 16,-3 0 0-16,-12 0 0 0,0 0 0 15,0 0 0-15,0 0 0 16,-7 4 0-16,7-4-12 16,-22 17-56-16,7-14-17 15</inkml:trace>
  <inkml:trace contextRef="#ctx0" brushRef="#br1" timeOffset="38249.76">17374 2670 206 0,'0'0'7'15,"0"0"4"-15,0 0 4 0,0 0 2 16,0 0 1-16,0 0 3 0,0 0-1 16,0 0 2-16,0 0-7 15,0 0-2-15,0 0-3 16,0 0-4-16,0 0 0 15,-5 0-2-15,5 0-2 0,0 12 0 16,0-12 0-16,0 18-1 16,5-5-1-16,0-5 2 15,5 6-1-15,5 0 0 0,3 1 0 16,1 3 0-16,1-4 1 16,5 4-1-16,3-3-1 15,4 2-1-15,3 3 1 16,2 0-1-16,2 2 0 15,6 0 1-15,5 3-1 0,-1-3 0 16,9 8 3-16,1-5 0 16,1 2 0-16,9 5 1 15,7-2-1-15,0-3 0 16,4 2-1-16,-1 1 1 0,3-5-1 16,3 3-1-16,-4-6 0 15,4-5 1-15,-5 1-1 16,1-3 1-16,-1-1 0 15,3-6-1-15,-7 2 1 0,2-3 0 16,-7-2-1-16,-4 3 1 16,-12-3-2-16,-2-3 1 15,-9 3 0-15,-7-3 0 0,-5 3 0 16,-8-2 0 0,-2 0 1-16,-8-1-2 0,-1 0 2 15,-1-2-1-15,-12 0 1 16,14 3 0-16,-14-3 0 15,11 0 1-15,-11 0-2 0,0 0-8 16,0 0-16-16,0 0-48 16,-5-3-3-16</inkml:trace>
  <inkml:trace contextRef="#ctx0" brushRef="#br1" timeOffset="39583.75">17958 2529 245 0,'0'0'6'0,"0"0"2"0,0 0 4 0,0 0 0 15,0 0 1-15,0 0 0 16,0 0 4-16,0 0 0 16,11-5-3-16,-4 5-1 0,5 0-2 15,3 3 0-15,4 2 0 16,4 0-2-16,2 2-1 15,5 0-2-15,-3 0-1 16,8 1-2-16,-5 2 1 0,1 2-2 16,7 1 0-16,-6-3 0 15,3 0 0-15,0 2 0 16,0-1 0-16,0 0-1 0,-3-1 1 16,1 0-1-16,-4 0 1 15,1 3 0-15,0-4-1 16,0 1 0-16,-4-2 0 15,2 2 1-15,4 0-1 16,-4-3 0-16,1 5 0 16,4-2 0-16,-1 3 0 0,0-4 0 15,-2 3 0-15,2 4 0 16,-4-7 0-16,2 7-1 16,-3-7 1-16,-2-1-2 0,0 2 0 15,-6-3 0 1,4 4 0-16,0-4 0 0,-1 0 1 15,-5 4-1-15,3-4 0 16,3 2 1-16,-4 1 1 0,-1 0 0 16,3-2-1-16,0 2 1 15,-3-1 0-15,1-1-1 16,1 2 1-16,-4 0 0 16,-2 0-1-16,4-3 0 15,-4 3 0-15,-2-1 1 0,1-1-1 16,-3 2 0-16,-3-3 0 15,6 4 0-15,-6-4 0 16,2 2 0-16,3 0 1 16,-3 0-1-16,1 1 0 0,0-3 1 15,0 4-1-15,0-2 0 16,0 1 0-16,-5 0 0 16,1 2 0-16,3-3 0 15,-9-9 1-15,10 16-1 0,-10-16 0 16,10 13 0-16,-10-13 0 15,7 12 0-15,-7-12 1 16,5 15-1-16,-5-15 1 0,5 10-1 16,-5-10 0-16,3 15 0 15,-3-15 1-15,2 13-1 16,-2-13 1-16,0 14 0 16,0-14 0-16,-2 12 0 15,2-12 1-15,-8 13 0 0,8-13 0 16,-15 12-1-16,6-5 1 15,-4 1-1-15,1 0 1 16,-6-4 0-16,1 3-1 0,-3 2 0 16,1-5 0-16,1 1 0 15,0-2 0-15,1-1-1 16,4 0 0-16,1-2 0 16,1 0-1-16,11 0-3 0,-9 0-3 15,9 0-7-15,0 0-14 16,0 0-54-16,0 0 0 15</inkml:trace>
  <inkml:trace contextRef="#ctx0" brushRef="#br1" timeOffset="40099.83">19381 3314 355 0,'0'0'6'0,"0"0"4"0,0 0 0 16,0 0 2-16,0 0-1 15,0 0 1-15,0 0 0 16,11 0 1-16,3 3-5 0,9 7-3 15,7 0-1-15,9 1 0 16,14 5 0-16,4-2-2 16,10 6 1-16,10 3-1 0,7-1-2 15,11 3 0-15,1-1 0 16,7 4 0-16,7-2 0 16,13 5 0-16,7-1 0 0,1 0 0 15,6 4 1-15,7-2 0 16,5 3 0-16,3 0-1 15,0 2 0-15,-4-2 1 16,-4 2-1-16,-2-3 0 16,-13 1-1-16,-4-2 1 15,-11-7 0-15,-10 2-1 0,-12-3 1 16,-12-6 1-16,-13-2-1 16,-12-3 0-16,-13-6 2 15,-12 0-2-15,-14-3-1 16,-16-5-5-16,0 0-9 0,-9 0-37 15,-14-5-28-15,-7-4-4 16</inkml:trace>
  <inkml:trace contextRef="#ctx0" brushRef="#br1" timeOffset="40700.28">19552 3362 230 0,'0'0'6'0,"0"0"8"0,0 0 2 0,0 0 4 16,0 0 2-16,0 0 0 15,0 0 0-15,0 0 1 16,0 0-6-16,0 0-5 0,9 0-4 15,1 4-2-15,7 1-1 16,15 8 0-16,5-1 0 16,21 5 0-16,9 1-1 15,20 2 0-15,9 5-1 16,17-1-2-16,6 5 0 0,10 2-1 16,8-2 0-16,2 5 1 15,3 0-2-15,-1 0 2 16,3 1-1-16,-3 2 1 15,6-5-1-15,-2 5 0 0,-6-2 1 16,-3 0-1-16,-7-1 0 16,-4-2 1-16,-13-5-1 15,-11-2 0-15,-11 0 0 0,-19-7 0 16,-11-6-1-16,-12 1-1 16,-18-6-3-16,-13-6-7 15,-17-1-9-15,0 0-55 16,-22-4-3-16</inkml:trace>
  <inkml:trace contextRef="#ctx0" brushRef="#br1" timeOffset="41132.87">19393 3220 316 0,'0'0'5'0,"22"3"1"0,-1 4 1 0,16 3 0 15,16 4 0-15,11 7 1 16,16 0 1-16,17 10 0 15,15-1-2-15,2 4-1 16,10 3-2-16,6 3 1 16,1-3 1-16,10 3-1 0,4-3 0 15,4 2-1-15,-3 4-1 16,4-6-1-16,-4 0 1 16,-4-2-2-16,-6 2 1 0,-11-2-1 15,-11-6 0-15,-17 1 0 16,-10-8 0-16,-18-2 0 15,-14-5-1-15,-18-3-4 16,-14-7-7-16,-23-5-13 0,0 0-51 16,-11-5-2-16</inkml:trace>
  <inkml:trace contextRef="#ctx0" brushRef="#br1" timeOffset="41466.05">19841 3289 299 0,'0'0'5'0,"28"6"2"16,4 3 0-16,13 4 3 0,17 7 0 15,20 5 2-15,20 7 0 16,20 8 2-16,12-1-4 16,10 8-3-16,8-3-1 15,2 4 0-15,2-3-3 0,-2 4 0 16,-4-7-1-16,-7-2-1 16,-8-4 1-16,-13-1-1 0,-16-5 0 15,-14-5-3-15,-20-7-2 16,-17-4-7-16,-26-14-51 15,-19 5-11-15</inkml:trace>
  <inkml:trace contextRef="#ctx0" brushRef="#br1" timeOffset="41800.87">19270 3495 290 0,'0'0'7'16,"5"-3"2"-16,10 1 3 16,6 2 3-16,12 5-1 15,20 7 0-15,14 4 1 16,21 0 1-16,17 12-7 0,20-1-3 15,14 6-2-15,10-1-3 16,8 2 1-16,-1-4 0 16,-2-1 0-16,-2 1-1 15,-13 1-2-15,-12-6-6 16,-23-4-12-16,-17-1-55 0,-13-3-1 16</inkml:trace>
  <inkml:trace contextRef="#ctx0" brushRef="#br1" timeOffset="42782.78">21471 2316 376 0,'0'0'8'0,"0"-10"2"16,0 10 2-16,0-10-1 15,0 10 2-15,0-14-1 16,0 14 1-16,0-13-1 0,0 13-5 16,0 7-1-16,0 8 0 15,-2 5-1-15,2 7-1 16,0 5 0-16,0 11 2 16,0-2 0-16,2 4-6 0,3 2 0 15,-2-2 0-15,0-3 0 16,-1-5 0-16,1 0 0 15,-3-12 0-15,0-3 0 16,0-5 0-16,0-4 0 16,0-5 0-16,0-8 0 0,0 0 0 15,0 0-15-15,-8-29-61 16,3 11-9-16</inkml:trace>
  <inkml:trace contextRef="#ctx0" brushRef="#br1" timeOffset="43516.48">21206 2507 316 0,'0'0'8'0,"0"0"2"16,0 0 2-16,0 0 3 16,0 0 3-16,-11-8 1 0,11 8-1 15,0 0-1-15,-7-3-5 16,7 3-4-16,0 0-2 16,0 0 0-16,0 8-1 15,13-3 0-15,4 0 2 0,8 0 1 16,5 0 0-16,9-5 0 15,4 3-3-15,6-3-5 16,4-3 0-16,-4-4 0 16,-1 4 0-16,-9-2 0 0,-7 3 0 15,-4-1 0-15,-8 1 0 16,-6 2 0-16,-3 0 0 16,-11 0 0-16,0 0 0 15,0 0 0-15,0 0 0 0,0 0 0 16,-18 0 0-16,1 2 0 15,-5-2 0-15,-8 3 0 16,-2-1 0-16,-9 3 0 16,-6-2 0-16,3 1 0 15,-3 2 0-15,2-1 0 0,0-4 0 16,6 3 0-16,4-4 0 16,10 2 0-16,5 0 0 15,5-2 0-15,15 0 0 16,-10 0 0-16,10 0 0 0,8 0 0 15,4 0 0-15,8-2 0 16,2 2 0-16,10-2 0 16,4-2 0-16,1 3 0 0,2-4 0 15,-2 2 0-15,1-2 0 16,-11 0 0-16,-2 3 0 16,-6-1 0-16,-4-2 0 15,-15 5 0-15,11 0 0 0,-11 0 0 16,0 0 0-16,-6-2 0 15,-3-1 0-15,-3 3 0 16,-6 0 0-16,-2-3-9 16,3 3-36-16,-1-2-41 0,-4 0-2 15</inkml:trace>
  <inkml:trace contextRef="#ctx0" brushRef="#br1" timeOffset="43982.58">21439 2306 387 0,'0'0'6'0,"0"0"4"0,0 0-1 16,2-10 1-16,-2 10 0 16,3-7 1-16,-3 7-2 15,0 0 3-15,0 0-4 0,0 5-4 16,0 12 0 0,0 10 0-16,0 4 1 15,3 5-1-15,2 5 1 16,0 5-1-16,0-1-2 0,4-8 0 15,-4 0-1-15,3-4 1 16,-3-7 0-16,2-6-2 16,-4-6 0-16,1-1 0 15,-4-13 0-15,0 0 0 0,0 0 0 16,0-10 0-16,0-9 0 16,-4-6 0-16,-1-7 0 15,0-3 0-15,0-4 0 0,0-4 0 16,5 3 0-16,-5 4 0 15,2 5 0-15,3 7 0 16,-2 7 0-16,-1 3 0 16,3 14 0-16,0 0 0 0,-4 6 0 15,1 9 0-15,1 7 0 16,-1 10 0-16,3 4 0 16,-2 3 0-16,2 3 0 15,0 0 0-15,0-2 0 16,2-8 0-16,3-2-19 0,-5-8-12 15,-7-5-53-15,7-5-1 16</inkml:trace>
  <inkml:trace contextRef="#ctx0" brushRef="#br1" timeOffset="44249.48">21208 2588 392 0,'0'0'6'0,"0"0"3"0,-2-12 1 16,2 12 0-16,0-12 1 0,0 12-1 15,14-13 2 1,4 6 1-16,10 4-5 0,9-1-2 16,7 4-1-16,9-4 1 15,4 4-2-15,3-1 1 0,-8-4-1 16,2 5-4-16,-9-3 0 16,-8 3 0-16,-13-3 0 15,-6 3 0-15,-18 0 0 16,0 0 0-16,0 0 0 0,-19 0 0 15,-4 0-6-15,-7 0-8 16,1 8-13-16,8 0-54 16,-9-4-4-16</inkml:trace>
  <inkml:trace contextRef="#ctx0" brushRef="#br1" timeOffset="44533.59">21566 2276 313 0,'0'0'5'0,"-5"-10"2"16,5 10 0-16,-12-14 0 0,5 4 0 16,-4 2 0-16,-3-5-4 15,0 6-6-15,-2 6-36 16,0 1-31-16,7 0-7 16</inkml:trace>
  <inkml:trace contextRef="#ctx0" brushRef="#br1" timeOffset="46999.72">17293 2698 241 0,'0'0'5'0,"0"0"3"16,0 0 4-16,0 0 2 0,0-10 1 15,0 10 0-15,0 0 1 16,0 0-1-16,0 0-3 16,0 0-3-16,0 0-2 15,0 0-3-15,0 0-1 0,0 0-1 16,0 0 1-16,7 4 2 15,-7-4-2-15,9 18 0 16,-9-18 1-16,10 15 1 16,-4-5 0-16,1 1 1 0,0 0 0 15,1-1-1-15,0 0 0 16,1 0-1-16,3-1 0 16,1 2-1-16,-3-2-1 15,2-1-1-15,-1 1 0 0,-2 2 0 16,1-6-1-16,1 4-1 15,-2-1 0-15,1-1 0 16,0 1 0-16,0 2 0 16,2-3 0-16,-1 1 1 0,-2-1 0 15,4 0 0-15,-3 0 1 16,2 1 0-16,-1-3 0 16,-2 3 0-16,1-4 0 15,-3 4-1-15,6-3 1 0,-1 3 0 16,-1-4-1-16,1 1 1 15,0 3-1-15,3-2 1 16,-3 0 0-16,4-1-1 16,-2 2 1-16,1 0-1 0,0-1 0 15,0 1 1-15,2 1-1 16,-2-1 1-16,2 1-1 16,0-3 1-16,1 2-1 15,2 1 0-15,0-3 1 0,2 2-1 16,-4-2 1-16,7 2-1 15,-6 0 1-15,6 1-1 16,-5-1 0-16,3 1 1 16,1-1-1-16,1 1 1 15,-2 4 0-15,2-1 0 0,2-3-1 16,3 6 1-16,-2-4 0 16,-2-4 0-16,1 6-1 15,1-6 1-15,-3 1-1 16,-2 1 0-16,2 0 0 0,-6 1 0 15,-1-3 1-15,1 1-1 16,-1 0 0-16,0 1 0 16,1-4 1-16,-1 3-1 0,1-1 1 15,-1 1-1-15,-4 1 0 16,6-1 0-16,-2 1 0 16,-1-1 0-16,1 0 0 15,-1-1 0-15,-2 1 0 16,4 0 0-16,2-2 0 0,-4 0 1 15,0 1-1-15,1-2 0 16,-1 1 0-16,-2 0 0 16,2 2 0-16,1-1 0 15,2-2 0-15,-1 1 0 0,4 0 0 16,2 0 1-16,0 1-2 16,-1-2 1-16,1-1 0 15,-6 2 0-15,5 0 0 0,-7-4 0 16,1 6 0-16,-4-6 0 15,4 5 0-15,-2-4 0 16,0 0-1-16,1 1 1 16,1 0 0-16,-4-2 0 0,-1 2-1 15,-5-3 0-15,1 2 1 16,-9-2 0-16,13 3 0 16,-13-3 0-16,0 0 1 15,0 0-1-15,10 0 0 16,-10 0 0-16,0 0 0 0,7 0-2 15,-7 0-1-15,0 0-5 16,11-5-10-16,-11 5-57 16,0 0-2-16</inkml:trace>
  <inkml:trace contextRef="#ctx0" brushRef="#br1" timeOffset="48103.78">17958 2479 174 0,'0'0'7'0,"0"0"6"0,0 0 5 0,0 0 3 16,0 0 2-16,0 0 1 0,0 0 0 15,0 0 0-15,7 0-5 16,1 0-5-16,7 3-4 16,0 3-2-16,7-2-1 15,5 3-1-15,6 3-1 16,1 0 0-16,7 3 0 16,-2-1-1-16,3 1 0 0,3-1-1 15,-3 0 0-15,3 3 0 16,-5 0-1-16,4 0 0 15,-3 0 0-15,-2-4 0 16,3 6 0-16,-4-4-1 0,-1 3 0 16,3-4 1-16,-1 3-1 15,-3-2 0-15,1 1 1 16,0 3-1-16,-3-2 1 16,3-5-1-16,-4 4 1 0,-1 2-1 15,4-4-1-15,-6 3 0 16,-4-5 0-16,6 2-1 15,-7 1 1-15,5-3-1 0,-5 0 1 16,3 3-1-16,-3-5 2 16,2 5 0-16,-3-3 0 15,-1 3 0-15,4-3-1 16,-4 2 1-16,-2-1 0 16,2 0 0-16,2 2-1 0,-5-1 0 15,-3 0 1-15,6 1-1 16,-5-1 0-16,1 2 0 15,1-1 1-15,-3-2-2 16,-2 1 1-16,2-3 0 0,-4 4 0 16,-1-3 1-16,-2 0-1 15,-2 0 1-15,-8-10-1 16,7 17 0-16,-7-17 1 0,5 13 0 16,-5-13 0-16,0 0-1 15,0 0 2-15,2 6-2 16,-2-6 0-16,0 0-5 15,3 12-16-15,-3-12-55 0,2 8-2 16</inkml:trace>
  <inkml:trace contextRef="#ctx0" brushRef="#br1" timeOffset="50483.4">15794 1358 372 0,'0'0'8'0,"0"0"4"0,0 0 1 16,5-13 2-16,-5 13 1 15,0 0 1-15,2-10-1 16,-2 10 0-16,0 0-6 16,0 0-5-16,0 0-2 0,0 0-2 15,11 11-1-15,-9 3-1 16,1 0 1-16,1 4 0 16,4 11 2-16,-4 19 0 0,1 2-1 15,1 1-3-15,-1-4-3 16,0-5-7-16,-5-17-11 15,2-7-59-15,-2-18-6 16</inkml:trace>
  <inkml:trace contextRef="#ctx0" brushRef="#br1" timeOffset="50666.35">15923 1358 396 0,'0'0'6'0,"0"0"2"15,0 0 1-15,0 0 1 16,0 0 0-16,0 0-1 15,0 0 1-15,0 0 0 0,0 0-6 16,10 9-2-16,-5 4-2 16,0 1 0-16,2 13 3 15,3 13-3-15,1 2-4 0,1 7-9 16,-5 16-48-16,4-19-21 16</inkml:trace>
  <inkml:trace contextRef="#ctx0" brushRef="#br1" timeOffset="50883.64">15776 1590 388 0,'0'0'3'16,"0"0"2"-16,0 0 0 0,0 0 2 15,8-7-1-15,-8 7 1 16,15-6 1-16,-2 2-1 15,4 1-5-15,1-2-10 16,1 1-30-16,3-2-41 16,3 2-4-16</inkml:trace>
  <inkml:trace contextRef="#ctx0" brushRef="#br1" timeOffset="51250.93">16139 1476 417 0,'0'0'3'16,"0"0"0"-16,0 0 0 0,0 0 0 16,-7 2-1-16,7-2 1 15,0 0-1-15,-8 10 0 16,8-10-2-16,-4 10 0 15,4-10 0-15,0 15 0 0,0-15 0 16,7 13 0-16,-7-13 1 16,12 12 1-16,1-9 0 15,-1 1 1-15,-2-1 0 0,3-3 1 16,1 0 0-16,-1 0-1 16,-3-3 0-16,0-4 0 15,-10 7-1-15,13-15-1 16,-13 15 0-16,2-15-3 0,-2 15-5 15,-8-14-5-15,8 14-12 16,-15-6-48-16,15 6-11 16</inkml:trace>
  <inkml:trace contextRef="#ctx0" brushRef="#br1" timeOffset="51588.91">16425 1412 405 0,'0'0'3'0,"0"0"1"16,-5-5 1-16,5 5 0 0,-12 0-1 16,12 0 1-16,-18 2-1 15,18-2 1-15,-14 8-4 16,14-8-1-16,-13 15 0 16,13-15 0-16,-8 17 0 0,8-17 1 15,0 12 1-15,0-12 0 16,8 17-1-16,2-9 2 15,0-3 0-15,5 0 1 0,0-5 0 16,-3 2 0-16,5-2-1 16,-1-4 0-16,-4-4 1 15,0 0-2-15,-12 8 0 16,13-17-2-16,-13 17-3 16,2-12-4-16,-2 12-8 0,-7-15-10 15,7 15-58 1,-15-7-3-16</inkml:trace>
  <inkml:trace contextRef="#ctx0" brushRef="#br1" timeOffset="51799.48">16601 1169 421 0,'0'0'5'0,"0"0"2"15,0 0 0-15,0 0-1 0,0 0 0 16,0 0 0-16,0 0 0 15,0 7 0-15,0 4-5 16,0 1-1-16,0 5-1 0,3 0 0 16,-3 3 1-16,5 3-1 15,-2-1-1-15,2 5-5 16,0-6-11-16,2 4-64 16,0 3 0-16</inkml:trace>
  <inkml:trace contextRef="#ctx0" brushRef="#br1" timeOffset="51999.96">16674 1320 365 0,'0'0'4'0,"0"0"1"16,0 0 1-16,0 0 1 16,-6 10 0-16,6-10 1 15,-2 10 0-15,2-10 1 16,0 18-3-16,0-18-1 0,8 13 0 15,-3-2-2-15,-5-11-6 16,17 17-10-16,-7-4-64 16,5-8-2-16</inkml:trace>
  <inkml:trace contextRef="#ctx0" brushRef="#br1" timeOffset="52399.65">16877 1315 388 0,'0'0'3'0,"0"0"2"16,0 0 0-16,0 0 1 0,0 0 1 16,-2 5 2-16,2-5 0 15,0 0 1-15,5 10-2 16,-5-10-1-16,14 5-1 16,-1-5 0-16,-3 0-1 0,5 0-1 15,-3 0 0-15,1-2-1 16,4-4 0-16,-4 2-1 15,1-2 0-15,-1 0-2 0,-3-3 1 16,-10 9-2-16,12-8 1 16,-12 8-2-16,0 0 0 15,0 0 0-15,0 0 0 16,-7 0 1-16,7 0-1 16,-15 14 2-16,7-5-1 0,3 1 1 15,3 3 0-15,2-3 1 16,0 0-1-16,7-3 1 15,4 0-1-15,6-1-2 16,0-6-2-16,3 0-2 0,2 0-2 16,1 0-6-16,-5-9-9 15,3 2-25-15,-3-2-34 16,-1-1-4-16</inkml:trace>
  <inkml:trace contextRef="#ctx0" brushRef="#br1" timeOffset="53366.63">17385 1107 418 0,'0'0'5'0,"0"0"1"15,0 0 1-15,0 0 1 0,0 0 0 16,0 0 0-16,0 0-1 16,-6-8 1-16,6 8-5 15,-8 0-2-15,8 0-1 16,-11 0 0-16,11 0-2 0,-11 10 1 15,11-10 1-15,-7 12-1 16,7-12 1-16,-5 18 0 16,5-8 0-16,0 0 0 0,5 2 1 15,0-1-1-15,3 1 0 16,4 1 1-16,0-1-2 16,1-3 1-16,-4 1 0 15,7-2 1-15,-4 2-1 16,-3-3 0-16,0 0 0 0,-9-7-3 15,9 16-4-15,-9-16-10 16,0 16-65-16,0-16-2 16</inkml:trace>
  <inkml:trace contextRef="#ctx0" brushRef="#br1" timeOffset="53566.07">17056 887 444 0,'0'0'0'0,"0"0"0"15,0 0 0-15,5 9 1 16,0 7-1-16,3 0-3 16,-1 4-11-16,5 5-64 15,-2 4-2-15</inkml:trace>
  <inkml:trace contextRef="#ctx0" brushRef="#br1" timeOffset="54099.66">16398 1721 445 0,'0'0'4'16,"0"0"0"-16,0 0 0 15,0 0 0-15,0 0-1 16,-8 8 1-16,6 2-1 0,-1 2 0 16,3 3-3-16,0 5-1 15,5 4 0-15,8 4 1 16,4-3 0-16,1-3 0 15,7-2 0-15,2-8 1 0,0 1 0 16,0-9 2-16,0-4 0 16,-1-10 1-16,-6-4 1 15,-6-6 0-15,-1 0 0 16,-6-5 0-16,-4-1 0 0,-3-5-3 16,-3 9-2-16,-4 5 0 15,-3-3-5-15,10 20-10 16,-20-3-45-16,10 3-26 15,10 0-3-15</inkml:trace>
  <inkml:trace contextRef="#ctx0" brushRef="#br1" timeOffset="54449.64">16776 1749 460 0,'0'0'4'0,"0"0"0"16,0 0 0-16,0 0 0 15,0 0-1-15,-5-3 0 0,5 3 0 16,0 0 0-16,-3 11-4 16,3-2 0-16,3 3 0 15,2 4-1-15,2-2 2 16,0-2 0-16,4 3 0 0,-11-15 0 16,12 13 1-16,-12-13 0 15,7 2 1-15,-7-2 0 16,11-10 0-16,-7-4 0 15,1-2 0-15,0 0 0 16,2-5 0-16,-2 5-1 16,1 0-1-16,1 4-1 0,-7 12 0 15,7-8 0-15,-7 8-1 16,10 3-1-16,-4 6-2 0,1 7-4 16,-2-4-6-16,7 3-14 15,8-3-54-15,-8 1-1 16</inkml:trace>
  <inkml:trace contextRef="#ctx0" brushRef="#br1" timeOffset="54800.76">17041 1682 328 0,'0'0'5'0,"0"0"1"16,0 0 0-16,0 0 1 15,0 0 0-15,0 0 0 16,6 5 2-16,-6-5 0 0,2 12-5 16,2-2-1-16,-1 0 0 15,2 0 1-15,0 2 0 16,3 0 0-16,-1 1 0 16,5-6 1-16,1 1 1 15,-1-3 1-15,3-3 0 0,-2-2 1 16,-1 0 0-16,1-2 1 15,-4-6-1-15,-1-1-1 16,-4-2 0-16,-1-1-1 16,-3-2-1-16,0 3-2 0,0-1-3 15,-3 2-4-15,3 10-7 16,-12-10-21-16,12 10-52 16,-12 0 0-16</inkml:trace>
  <inkml:trace contextRef="#ctx0" brushRef="#br1" timeOffset="55217.68">17284 1667 255 0,'0'0'3'0,"0"0"1"15,0 0 2-15,0 0 1 16,0 0 4-16,0 0 1 15,0 0 3-15,0 0 3 16,0 0 0-16,0 0 3 16,0 0-2-16,0 0-1 15,0 0-3-15,0 0-2 0,0 0-2 16,0 0-4-16,0 0-2 16,10 7-4-16,-10-7 0 15,13 13-1-15,-6-6 0 0,4 1 0 16,1-1 0-16,-5 0 1 15,6 1-1-15,1-3 1 16,0-1 1-16,-7-1 0 16,5 0 0-16,-12-3 1 0,18 0 0 15,-18 0 1-15,9-13 0 16,-6 3 1-16,-1-4-1 16,-2-1 0-16,0 15-3 15,0-13-2-15,0 13-4 16,0-11-11-16,-5 0-39 0,5 11-31 15,0 0-4-15</inkml:trace>
  <inkml:trace contextRef="#ctx0" brushRef="#br1" timeOffset="55816.62">17612 1638 401 0,'0'0'4'16,"0"0"0"-16,0 0 0 0,-4 1 1 15,4-1 0-15,0 0 0 16,-13 13-1-16,13-13 2 16,-5 12-5-16,5-12 1 0,0 15 0 15,0-15 0-15,11 8 1 16,-4-6-1-16,5-2 2 16,1 0-1-16,-3-5 1 15,-1-2 0-15,3-1 0 0,-12 8-4 16,6-12 1-16,-6 12-1 15,5-12-2-15,-5 12 1 16,2-13-2-16,-2 13-1 16,0-12-1-16,0 12 3 0,0 0-2 15,-2-10 1-15,2 10 0 16,0 0 3-16,0 0 1 16,0 0 0-16,0 10 2 15,9 2-1-15,2-2 1 16,1-3 1-16,4-1 0 0,-2-4-3 15,1-2 1-15,-3 0-1 16,3 0 1-16,-2 0 0 16,-1-2 0-16,-12 2-3 15,11-3 0-15,-11 3 0 0,0 0 0 16,8-6 0-16,-8 6-1 16,0 0 1-16,0 0-1 15,4-8 3-15,-4 8-1 16,0 0 0-16,0 0 1 0,0-11-2 15,0 11 1-15,0 0 0 16,0 0-1-16,0 0 0 16,-5-10 0-16,5 10 0 15,0 0-1-15,0 0-2 0,0 0-3 16,0 0-8-16,0 0-14 16,0 0-53-16,5 0-1 15</inkml:trace>
  <inkml:trace contextRef="#ctx0" brushRef="#br1" timeOffset="56766.8">17884 1570 421 0,'0'0'4'0,"0"0"1"0,0 0 1 0,0 0 0 16,0 0 0-16,0 0 0 15,0 0 0-15,0 0-1 16,0 0-2-16,0 0-3 16,0 0 0-16,0 0-1 0,5 5 1 15,-5-5 0-15,14 11 3 16,1-2-1-16,-15-9-2 15,10 13 3-15,6-4 1 16,-2 1 0-16,-14-10 0 16,5 11-2-16,-5-11-2 0,0 0 0 15,0 0 2-15,0 0-3 16,-5 0-1-16,5 0-3 16,-5-11-2-16,5 11-2 15,0-12-4-15,0 12-3 16,10-17-2-16,0 9 1 0,5-2 1 15,-2 0 4-15,-1-2 8 16,2 2 7-16,4 0 6 16,-2 0 3-16,-2 1 2 0,1 1-1 15,-3 0 1-15,0 1-5 16,-3 2-4-16,-9 5-3 16,12-5-2-16,-12 5-1 15,0 0-1-15,0 0 1 16,-10 8 0-16,10-8-1 0,-8 14 2 15,8-14 0-15,-10 15 0 16,10-15 1-16,0 18 0 16,0-11-1-16,3 3 1 15,-3-10 0-15,13 15-1 16,-13-15 0-16,14 13 0 0,-14-13 0 16,18 6-1-16,-11-3-1 15,-7-3-1-15,14 3-2 16,-14-3-1-16,11 0-1 0,-11 0 0 15,0 0 0-15,0 0 1 16,0 0 0-16,7-8 1 16,-7 8 2-16,0 0 0 15,0 0 1-15,0 0 1 0,3-10-1 16,-3 10-1-16,0 0 1 16,0 0 1-16,7-7 1 15,-7 7 0-15,11 0 3 16,-11 0 1-16,14-4 1 0,-7-2 0 15,6 4 3-15,-1-7 0 16,4 2 1-16,-2-5 0 16,-2 0-1-16,4-6 0 15,-2-2 0-15,-3-2 0 0,1 0-2 16,-3-5 0-16,-1 3-1 16,-3-1-1-16,-2 0-1 15,-2 2-2-15,-1 2-1 16,-4 4-2-16,-3 6 0 0,7 11 0 15,-15-5-1-15,15 5 0 16,-10 15-2-16,8 3-5 16,2 3-12-16,-3-3-59 15,15 43-1-15</inkml:trace>
  <inkml:trace contextRef="#ctx0" brushRef="#br1" timeOffset="57205.53">18010 1845 488 0,'0'0'3'0,"0"0"-1"0,-4-10 2 0,4 10-1 16,0 0 0-16,-11-9-1 15,11 9 0-15,0 0-1 16,-2 4-1-16,7 14-1 0,10 4-1 16,3 4 0-16,8 8 1 15,2 0 1-15,-1 3-1 16,3-2 1-16,-1-2-1 15,-6-7 1-15,-8-1-1 16,-7-5 1-16,-8-3-1 0,-6-4 1 16,-11-3 0-16,-3-2 1 15,-7-8-1-15,-1 0 1 16,-1 0-1-16,3-11-2 16,0-1-2-16,10-1-6 0,2-7-8 15,14 3-19-15,12-3-48 16,3-2-2-16</inkml:trace>
  <inkml:trace contextRef="#ctx0" brushRef="#br1" timeOffset="57449.61">18268 1944 413 0,'0'0'3'0,"0"0"1"15,0 0 1-15,0 0 1 16,-4 8-1-16,4-8 1 16,-8 12 0-16,8-12 0 15,-2 13-2-15,2-13-2 0,5 14 1 16,4-6 0-16,4-6 0 15,2-2 0-15,3 0 0 16,-2 0 1-16,0-5 0 16,3-2 0-16,-6-8 1 0,-3 0-2 15,-8 0 1-15,-2 1-2 16,0-2-1-16,-12 7-2 16,-1-1-3-16,-1 7-6 15,-4 3-12-15,6-2-60 0,-2 12-5 16</inkml:trace>
  <inkml:trace contextRef="#ctx0" brushRef="#br1" timeOffset="58033.63">18512 1865 433 0,'0'0'3'0,"0"0"0"16,0 0 0-16,0 0 0 15,0 0-2-15,0 0 1 16,0 0-1-16,0 8 1 0,0-8-3 15,2 12 0-15,-2-12 1 16,11 10 0-16,-11-10 2 16,14 5 1-16,-4-5 0 15,6 0 0-15,-4-5 0 0,3-7 0 16,-3-4 0-16,3 7 0 16,0-4 0-16,-2 3-2 15,-6 1 1-15,0-1-3 16,-7 10 0-16,10-8 0 0,-10 8-1 15,0 0 0-15,11 8 0 16,-11-8 0-16,14 14 1 16,-1-4 0-16,1-2 1 0,4-4 0 15,-1-1 1-15,3-3 0 16,1-5 1-16,-7-7 1 16,4-3 1-16,-9-7 0 15,1-1 1-15,-5-4 1 0,-3 2-2 16,1 15-2-1,-3-2-1-15,0-5 1 0,-3 1-1 16,3 16-2-16,0 0 0 16,-7 11-1-16,7 9 1 15,0 4 1-15,5 7 1 0,0 3-4 16,3 2 0-16,1-3 1 16,1-5-1-16,1-3 1 15,-2-6-1-15,-2-7 1 16,-7-12 1-16,14 2 1 0,-10-6 1 15,-1-8-1-15,2-4 1 16,2 2-1-16,3-3 0 16,7-1-4-16,1-3-7 15,9 7-25-15,6 0-45 16,1-4-3-16</inkml:trace>
  <inkml:trace contextRef="#ctx0" brushRef="#br1" timeOffset="62316.48">8407 4386 211 0,'0'0'5'0,"0"0"3"0,0 0 2 0,0 0 1 16,0 0 0-16,0 0 0 0,0 0 0 15,0 0-1-15,0 0-2 16,0 0-3-16,5 0-1 16,-5 0 0-16,17 3 3 15,-2-3 2-15,5 3-1 16,3-1 1-16,9 0-1 15,5 1 0-15,7-3-1 0,9 0-1 16,4 0-2-16,10 0-1 16,8 0-1-16,4 0 2 0,6 0-3 15,9 0 1-15,8-5 0 16,5 3 0-16,2-1-1 16,3-2 1-16,3 3 0 15,-2-2 0-15,4 0 1 16,0 0-1-16,-10 1 1 15,0 0 0-15,-3 0 1 0,-7 2 0 16,-8 1 1-16,-4-6-1 16,-11 6 1-16,-8-1-1 15,-15 1 0-15,-8 0 0 0,-17 0-1 16,-1 0 1-16,-14 0-2 16,-11 0-2-16,0 0-10 15,0 29-52-15,0-29-15 16</inkml:trace>
  <inkml:trace contextRef="#ctx0" brushRef="#br1" timeOffset="65066.57">16120 9918 330 0,'0'0'7'0,"0"0"2"0,0 0 3 0,4-10 3 0,-4 10 3 0,6-9 1 15,-6 9 2-15,2-15 0 16,-2 5-5-16,-2 0-3 0,-4 0-2 16,2 3-2-16,-4-3-3 15,-2 2-2-15,-2-2-4 16,-3 1 0-16,0 0 0 15,-5 2 0-15,0 0 0 0,-2 2 0 16,-3 1 0-16,0-2 0 16,-2 6 0-16,2 0 0 15,-5 0 0-15,0 3 0 0,-2 2 0 16,2 2 0-16,0 3 0 16,-2 3 0-16,2-1 0 15,0 3 0-15,3-1 0 16,5 4 0-16,-6 1 0 0,6-1 0 15,-1 5 0-15,4 1 0 16,-1 1 0-16,3 0 0 16,1 2 0-16,0 0 0 15,0 3 0-15,2-3 0 16,-2 6 0-16,4-1 0 0,-3 0 0 16,3 3 0-16,-1 1 0 15,1 2 0-15,5-4 0 16,-4 4 0-16,4-4 0 15,0 3 0-15,4-1 0 16,1-3 0-16,2 3 0 0,0-4 0 16,5 2 0-16,2-1 0 15,-2 1 0-15,5 2 0 0,0-7 0 16,2 4 0-16,1-7 0 16,-1 4 0-16,6-5 0 15,-1 2 0-15,0-5 0 16,6-2 0-16,1 0 0 0,1-2 0 15,0-2 0-15,3-3 0 16,-1-1 0-16,3-1 0 16,0-2 0-16,-3-4 0 15,3 0 0-15,2 1 0 16,-2-5 0-16,2 2 0 0,-4-3 0 16,7 0 0-16,-6 0 0 15,4-4 0-15,-4-2 0 16,1 1 0-16,3 0 0 15,-4-2 0-15,4-3 0 0,-1-3 0 16,-3 3 0-16,2 1 0 16,-7-1 0-16,1-3 0 15,-5 1 0-15,-6-3 0 0,-1 5 0 16,-3-3 0-16,-5-1 0 16,0 3 0-16,-2 0 0 15,-3 1 0-15,0 0 0 16,0 10 0-16,0-10 0 0,0 10 0 15,0 0 0-15,0 0 0 16,0 0 0-16,-11-7 0 16,11 7 0-16,0 0 0 15,0 0 0-15,-7 0 0 0,7 0 0 16,0 0 0-16,-9 4 0 16,9-4-41-16,0 0-50 15,0 11-1-15</inkml:trace>
  <inkml:trace contextRef="#ctx0" brushRef="#br1" timeOffset="65466.69">16114 10799 366 0,'0'0'6'0,"0"0"2"0,-14 0 4 0,7 0 2 0,-4 0 1 15,-1 0 2-15,2 0 1 16,-5 1 0-16,3 2-4 15,1 0-3-15,11-3-2 0,-7 9-6 16,7-9-3-16,10 13 0 16,7-10 0-16,6-2 0 15,7 2 0-15,2-3 0 16,8 0 0-16,-2 0 0 0,6-3 0 16,-5 2 0-16,1 1 0 15,-5-3 0-15,-8 3 0 16,-4 0 0-16,-6 7 0 15,-7 1 0-15,-10 6 0 0,-2 1 0 16,-8 7 0-16,-8 2 0 16,-4 0 0-16,-3 5 0 15,-5-1 0-15,3-1 0 16,0 0 0-16,4-5 0 0,3-2 0 16,6-5 0-16,0-3 0 15,10-4 0-15,4-8 0 16,0 0 0-16,8 17-52 15,4-19-39-15</inkml:trace>
  <inkml:trace contextRef="#ctx0" brushRef="#br1" timeOffset="67084.89">16619 11201 348 0,'0'0'4'0,"0"0"1"0,0 0 3 0,0 0 2 0,0 0 1 16,0 0 0-16,0 0 1 16,0 0 1-16,0 0-4 15,7-4-1-15,-7 4 0 16,8-4-2-16,2 0-1 0,0-1 0 16,4 0 0-16,4 1-1 15,5-2 1-15,2-1-2 16,4 2 0-16,3 3 0 15,1-3-2-15,4 5 1 16,3-3 0-16,-3 3-1 0,0 0 1 16,3 4-1-16,-3 0 1 15,0 3 0-15,3 0 0 16,-2 3 0-16,-3 0 1 0,-1 2-1 16,-2 4 1-16,1-4-3 15,-3 5 0-15,-3 1 0 16,-2 1 0-16,-3 1 0 15,-2-1 0-15,0 5 0 0,-3-5 0 16,-2 6 0-16,-5-3 0 16,2 3 0-16,-1-3 0 15,-4 3 0-15,0-2 0 0,1-2 0 16,-3-1 0-16,0 3 0 16,-3-3 0-16,-2 3 0 15,0-2 0-15,0-1 0 16,0 3 0-16,-5-1 0 0,-2 0 0 15,-1 3 0-15,1-3 0 16,-5-2 0-16,1 3 0 16,-3-4 0-16,1-2 0 15,-5 1 0-15,1 2 0 16,0-9 0-16,-3 7 0 0,0-3 0 16,-2-2 0-16,2-1 0 15,-5-1 0-15,0-2 0 16,1 0 0-16,-1-2 0 15,-3-1 0-15,3-3 0 0,-5-2 0 16,3-1 0-16,0 3 0 16,0-3 0-16,0 0 0 15,-3 0 0-15,2 0 0 0,1 0 0 16,2 0 0-16,2 0 0 16,3-3 0-16,-2 2 0 15,7-2 0-15,3-3 0 16,0 5 0-16,-1-5 0 0,6 5 0 15,-1-6 0-15,8 7 0 16,-15-6 0-16,15 6 0 16,-10-8 0-16,10 8 0 15,0 0 0-15,0 0 0 0,0 0 0 16,0 0 0-16,-7-7 0 16,7 7 0-16,0 0 0 15,5 0-15-15,-5 0-32 16,14-2-41-16,2-1 0 15</inkml:trace>
  <inkml:trace contextRef="#ctx0" brushRef="#br1" timeOffset="67599.14">16972 11851 425 0,'0'0'6'0,"0"0"3"0,0 0 1 0,0 0 2 16,0 0 1-16,0 0 0 16,0 0 1-16,0 0-5 15,0 0-9-15,-5 5 0 16,-5 3 0-16,-3-1 0 0,-1 5 0 16,-7 1 0-16,-6-3 0 15,2 2 0-15,-1 0 0 16,0-5 0-16,-1 1 0 15,4 0 0-15,1-6 0 0,5 3 0 16,1-3 0-16,7-2 0 16,-1 0 0-16,10 0 0 15,-7 0 0-15,7 0 0 16,0 0 0-16,0 0 0 16,0 0 0-16,12 8 0 0,0-3 0 15,4 4 0-15,3 1 0 16,1 4 0-16,5 0 0 15,-2 1 0-15,1 0 0 0,1-1 0 16,-3 1 0-16,0-2 0 16,-2-1 0-16,-2-2 0 15,-6-3 0-15,-1-2 0 16,-2 0 0-16,-9-5 0 0,11 6 0 16,-11-6 0-16,0 0 0 15,0 0 0-15,0 0 0 16,0 0 0-16,0 0 0 15,12 2 0-15,-10 10-59 0,-2-12-33 16</inkml:trace>
  <inkml:trace contextRef="#ctx0" brushRef="#br2" timeOffset="72483.5">17337 2759 152 0,'0'0'7'0,"0"0"4"0,0 0 3 0,0 0 3 0,0-13 2 16,0 13 3-16,0 0 1 16,0 0 0-16,0 0-6 15,0 0-4-15,0 0-1 16,0 0-4-16,0 0-2 0,-10 0-1 16,10 0-1-16,0 0 2 15,-13 8 0-15,13-8 2 16,-12 9-1-16,12-9 1 15,-15 4-2-15,8-2-1 0,-5 0 0 16,-4 4-1-16,-1-1-1 16,-3-3-2-16,-5 6 1 15,-2-1-1-15,-3 1 0 16,-7 1 0-16,-8 4-2 16,-2-1 1-16,-11 3-1 0,-6-2 0 15,-5 4 1-15,-11-1-1 16,-9 5 0-16,-3 1 0 15,-2 3 2-15,-6-3 0 0,1 3 0 16,-1 0 0-16,1 0-1 16,1-1 1-16,2 4 0 15,4-6-1-15,6 3 1 16,1 3-1-16,0-7 1 0,9 2-1 16,1-1 0-16,8-5 0 15,5 1 1-15,7-9-1 16,10 1 0-16,7-3 0 15,4-1 0-15,6-4 0 0,7 1 1 16,3-1 0-16,6-2 1 16,5 0 1-16,7 0 0 15,-16-5 0-15,16 5 2 16,-2-8-3-16,2 8 1 16,0 0 0-16,-3-9-2 0,3 9 0 15,0 0-1-15,0 0-4 16,0 0-6-16,0 0-10 15,0 7-54-15,0-7-2 0</inkml:trace>
  <inkml:trace contextRef="#ctx0" brushRef="#br2" timeOffset="73451.62">18073 2546 228 0,'0'0'8'0,"0"0"7"0,-10 0 1 15,10 0 2-15,-13-5 3 16,13 5 0-16,-15-8 1 16,15 8 2-16,-13-9-8 15,13 9-6-15,0 0-3 0,0 0-2 16,0 0-2-16,0 0-1 15,13 0-1-15,7 0-1 16,5 0 0-16,7 0 1 0,16 0 0 16,7-3 0-16,11-6 1 15,11-4 0-15,10-2-1 16,12-5 0-16,13-4 0 16,10-3 0-16,7-6-2 15,9 4-1-15,5-6 0 0,11 5 0 16,2-2 1-16,1 2 1 15,-5 1-1-15,-1 1 0 16,-11 6 2-16,-9 0 2 16,-14 7 0-16,-18-2-1 0,-14 7-1 15,-20 2 1-15,-13 1 0 16,-15 4 1-16,-15 1 0 16,-12 2-2-16,-10 0 0 15,-7 0-3-15,-8 0-9 0,-5-8-66 16,-4 11-2-16</inkml:trace>
  <inkml:trace contextRef="#ctx0" brushRef="#br2" timeOffset="74666.45">15300 3042 282 0,'0'0'5'0,"0"0"3"0,0 0 3 0,0 0 4 0,0 0 1 0,0 0 2 16,-10-5 3-16,10 5 1 0,0 0-5 15,-8-13-3-15,8 13-2 16,-5-14-3-16,5 4-2 16,0-2-3-16,2-1-1 15,7-2-1-15,3-1 1 0,2-1-1 16,6 0 0-16,0 5 0 15,2 0 0-15,6 2 0 16,-1 0-1-16,5 5 1 16,-2-3-2-16,7 6 0 15,-1 0 0-15,3 2 0 0,1 0 0 16,-1 0 1-16,-1 0-1 16,-1 7 0-16,-4 0-1 15,-4 6-1-15,1-1 1 0,-2 1-1 16,-3 5 1-1,-4-2-1-15,0 1 1 0,-3 4 0 16,1-2 1-16,-1 2 1 16,-6 0 0-16,0 2-1 0,1 2 0 15,-6 0 0-15,-2 1 1 16,3 2-1-16,-6 2 0 16,-2-1 0-16,0 1 1 15,0-1-1-15,-8 1 1 0,-2 0 0 16,-2 2-1-16,-5-5 2 15,0 1-1-15,-3-2-2 16,-3-1 2-16,-2 0-1 16,-3 0 0-16,-1-6-1 0,0 5 1 15,-8-5 0-15,6 1 0 16,-6 0 1-16,-3-6-1 16,3 4 1-16,-3-6 0 15,3-1 0-15,-3-2-1 16,3-1 1-16,1-3 0 0,4-2-1 15,6-3 1-15,-2 0-1 16,8 0 1-16,6-3-1 16,1 0-1-16,13 3-2 15,-9-12-3-15,9 12-5 0,4-13-10 16,5-4-50-16,2 9-11 16</inkml:trace>
  <inkml:trace contextRef="#ctx0" brushRef="#br2" timeOffset="75233.57">15528 3513 398 0,'0'0'7'0,"0"0"2"0,0 0 1 0,0 0 1 16,6-11 0-16,-6 11 1 15,0 0-1-15,0 0 0 0,-11 8-6 16,-1 2-3-16,-1 2 0 16,-4 2-2-16,-1 3 0 15,-7-1 0-15,4-3 1 16,-7 2 0-16,1-1 0 0,-1-1 0 15,1-4-1-15,-1-1 1 16,7 0-1-16,1-3 1 16,4-3 0-16,6 0 0 15,10-2 0-15,0 0 0 16,0 0 0-16,16 0 0 0,6 0 0 16,5 3 0-16,8 2-1 15,-1 0 0-15,7 5 0 16,-2 2 0-16,-2 1 0 15,-4 2 0-15,1 2 0 0,-6 0 0 16,1-2-1-16,-8 0 1 16,1 0 0-16,-7-4 0 15,-2 0 0-15,-1-1 1 0,-12-10 0 16,9 12 1-16,-9-12 0 16,0 0 1-16,3 8-3 15,-3-8 0-15,0 0 0 16,0 0 0-16,0 0 0 15,0 0 0-15,-5 0-6 0,5 0-77 16,5 0-3-16</inkml:trace>
  <inkml:trace contextRef="#ctx0" brushRef="#br2" timeOffset="78349.39">17516 1263 186 0,'0'0'8'0,"0"0"3"0,0 0 5 0,-5-10 2 0,5 10 2 15,0 0 2-15,-2-9 1 16,2 9 0-16,0 0-7 15,0 0-5-15,0 0-3 0,0 0-2 16,0 0-3-16,-4 14-2 16,4 1-2-16,0 6 1 15,0 15 2-15,13 28-1 16,-3 13 1-16,5 22 0 16,-3 8 0-16,4 10 1 0,-6-1 2 15,-1 2 2-15,-1 2-3 16,-5 3 1-16,-1 1 1 15,1 2-2-15,-3 1 1 16,0 2 1-16,0 2-2 0,2-5-2 16,-2-2 0-16,0-5 0 15,2-7-2-15,-2-6 3 16,2-9-2-16,-2-11-1 0,3-7-3 16,-3-8-2-16,0-12-1 15,0-10-3-15,-3-9-4 16,3-6-5-16,-9-12-13 15,4-9-36-15,5 5-9 16</inkml:trace>
  <inkml:trace contextRef="#ctx0" brushRef="#br2" timeOffset="78532.73">17565 3998 289 0,'0'0'3'0,"0"0"1"0,0 0-2 0,0 0-14 0,0 5-46 16,0-5-6-16</inkml:trace>
  <inkml:trace contextRef="#ctx0" brushRef="#br2" timeOffset="80216.75">17287 3709 393 0,'0'0'6'0,"0"0"1"0,-5-13 1 0,5 13 1 0,-7-8 0 15,-3 4 1-15,0 1 0 16,-5 0 1-16,0 3-5 16,-2 0-3-16,-1 8 0 15,-1-1-1-15,-4 6 0 16,3 2-1-16,1-1 0 0,-6 3-1 15,4 6 0-15,2 0 0 16,1 0 0-16,1 5 0 16,0-3 0-16,4 3-1 15,6-2 1-15,2-1-2 0,5-2 1 16,0-1 0-16,12-3 0 16,3 2 0-16,5-6 0 15,4-3 0-15,4 1 0 16,7-6 0-16,3 0 1 0,1-3 1 15,3-1-1-15,3-3-1 16,2 0 1-16,-2 0-1 16,2 0-1-16,-2 0 1 15,-3-3-1-15,3-1-1 0,-5 1 1 16,-1-1 0-16,-4-2 1 16,2 0-1-16,-1 0 2 15,-2-1-1-15,-2 0 1 16,1-1 0-16,-6-2 0 15,3 1 0-15,-5-1 1 0,4 0-1 16,-2-1 0-16,1 1 1 16,-8 1-1-16,3-4 1 0,-2 1 1 15,0 2 0-15,-4-3 1 16,0 1 2-16,-1 0-1 16,-4-3 2-16,-3 0 0 15,2 0 0-15,-4 1-1 16,-2-3 0-16,-3-1 0 0,-2-2-1 15,0 3-2-15,-2-1-2 16,-3 4 0-16,-5-1 0 16,0 2 0-16,-2 3 0 15,1 0 0-15,-3 1 0 0,-1 3 0 16,-2-1 0-16,1 2 0 16,2 0 0-16,-4 1 0 15,6-2 0-15,0 3 0 0,-1 1 0 16,1-1 0-16,1 3 0 15,11 0 0-15,-12 0 0 16,12 0 0-16,-9-2 0 16,9 2 0-16,0 0 0 0,-11 0 0 15,11 0 0-15,0 0 0 16,0 0 0-16,0 0 0 16,0 0 0-16,0 0 0 15,0 0 0-15,8 0 0 16,-8 0 0-16,10 2 0 0,-10-2 0 15,12 3 0-15,-12-3 0 16,8 2 0-16,-8-2-8 16,0 0 3-16,0 0 0 0,0 0 1 15,0 0 2-15,0 0 2 16,0 0 2-16,0-5 0 16,0 5 1-16,0 0 1 15,-6-6 0-15,6 6 0 0,0 0 1 16,-7 0-5-16,7 0 0 15,-7 6 0-15,4 4 0 16,1 5 0-16,-3 1 0 16,3 3 0-16,-4 4 0 0,6 2 0 15,-3-1 0-15,1 1 0 16,2-4 0-16,0 0 0 16,0-4 0-16,0-5 0 15,0-1 0-15,0-11 0 16,0 0 0-16,0 0 0 0,0 0 0 15,11-13 0-15,-11 1 0 16,0-6 0-16,0-4 0 16,0 0 0-16,0 0 0 0,0-3 0 15,0 3 0-15,0 2 0 16,0-2 0-16,0 6 0 16,0 1 0-16,0 5 0 15,0 1 0-15,0 9 0 16,0-11 0-16,0 11 0 0,0 0 0 15,0 0 0-15,0 0 0 16,0 0 0-16,0 0 0 16,0 0 0-16,0 0 0 0,9 9 0 15,1-7 0-15,1 3 0 16,2-3 0-16,6 0 0 16,-2 1 0-16,3-1 0 15,5 1 0-15,2-3 0 16,0 0 0-16,5 6 0 0,0-4-76 15,-2-2-14-15</inkml:trace>
  <inkml:trace contextRef="#ctx0" brushRef="#br2" timeOffset="87066.61">23188 11168 466 0,'0'0'4'0,"0"0"3"0,-4-11 1 0,4 11 1 0,-3-12 1 15,1 2-3-15,2-3-7 16,0 1 0-16,5-3 0 0,4 1 0 16,7-2 0-16,0 4 0 15,7 2 0-15,0 3 0 16,1 4 0-16,-2 3 0 15,1 0 0-15,-3 6 0 16,-5 8 0-16,-2 1 0 0,-8 6 0 16,-5 0 0-16,0 6 0 15,-11 1 0-15,-6 1 0 16,-3 1 0-16,-3-1 0 16,-1-1 0-16,-3-6 0 0,7 1 0 15,-1-9 0-15,7 2 0 16,2-8 0-16,12-8 0 15,0 0 0-15,0 0 0 0,13 1 0 16,9-2 0-16,-1-10 0 16,7 4 0-16,4-3 0 15,0-4 0-15,4 8 0 16,-6-4 0-16,-4 7 0 0,-1-4 0 16,0 7 0-16,3 0-82 15,-15 0-10-15</inkml:trace>
  <inkml:trace contextRef="#ctx0" brushRef="#br2" timeOffset="87516.11">23678 11184 475 0,'0'0'4'0,"0"0"2"0,0 0 1 0,-2-12 1 0,2 12 1 16,-10-7-7-16,2 1-2 15,-4 2 0-15,0 4 0 16,-1 0 0-16,-2 10 0 0,5 0 0 16,-2 8 0-16,0-2 0 15,6 4 0-15,3 0 0 16,3-3 0-16,0-2 0 16,13-5 0-16,2-5 0 0,3-5 0 15,3 0 0-15,0-9 0 16,4-12 0-16,-7-1 0 15,3-5 0-15,-3-11 0 16,-6-1 0-16,-2-6 0 0,-5-4 0 16,-2 2 0-16,-3 2 0 15,-8 5 0-15,-1 6 0 16,3 7 0-16,-3 9 0 16,0 14 0-16,0 5 0 0,1 24 0 15,6 2 0-15,2 13 0 16,0 7 0-16,2 3 0 15,8 4 0-15,1-1 0 16,6-2 0-16,0-11 0 0,3-3 0 16,-5-6-13-16,7-20-64 15,0 5-13-15</inkml:trace>
  <inkml:trace contextRef="#ctx0" brushRef="#br2" timeOffset="88200.19">23936 11199 353 0,'0'0'8'0,"0"0"7"16,0 0 2-16,-7-10 0 0,7 10 0 15,-12-5 1-15,12 5 0 16,-18 0 0-16,8 3-8 16,6 7-5-16,-5 0-3 0,5 2-1 15,4 3 0-15,0-3 0 16,0 1 0-16,8-3 0 16,4-3 1-16,2-5-1 15,6-2 0-15,1 0 1 0,-2-9 0 16,4-4-2-16,-3-1 0 15,-6-2 0-15,-1-1 0 16,-6 2 0-16,-4 0 0 16,-3 1 0-16,0 4 0 0,0 10 0 15,-18-10 0-15,6 10 0 16,0 2 0-16,-1 2 0 16,1 4 0-16,1 5 0 15,11-13-4-15,-7 15-8 0,7-15 0 16,7 2-1-16,9-2 0 15,1-10 1-15,8-1 5 16,-3-12 1-16,6-2 6 16,-3-10 3-16,-4 3 4 15,0-3 4-15,-6 4 2 0,-5-2 2 16,-8 8-1-16,-2 5-1 16,0 8-10-16,0 12-3 15,-12 0 0-15,4 12 0 0,3 13 0 16,3 5 0-16,2 5 0 15,0 2 0-15,7 5 0 16,3 2 0-16,2-4 0 16,0 2 0-16,-1-12 0 0,1 2 0 15,-2-5-19-15,3-6-8 16,-8-9-7-16,-5-12-4 16,12 7 1-16,-12-7 11 0,5-12 10 15,-5-6 15 1,-2 4 11-16,-6-4 9 0,1 3 11 15,-3 1 6-15,2 4-2 16,-2 4-6-16,3 4-6 16,7 2-8-16,0 0-9 0,0 0-5 15,0 0 0-15,20 2 0 16,10-2 0-16,7-2 0 16,5-3 0-16,15-2-23 15,0-1-62-15,1-7-4 0</inkml:trace>
  <inkml:trace contextRef="#ctx0" brushRef="#br2" timeOffset="89917.68">20167 6946 275 0,'0'0'5'0,"-5"-18"1"0,-5 3 3 0,5-6 1 0,2-7 3 16,3-4 1-16,11-8 1 0,8-7-1 16,14 0-1-16,17 0-2 15,17 0-3-15,25-4-2 16,14-5-1-16,26 1-2 15,13 2 0-15,26-2 0 0,13 0 0 16,17 4-1-16,10 4 0 16,7 0 2-16,7 10 0 15,0 7-1-15,7 7-1 16,-2 13 0-16,2 10 1 16,-1 2-2-16,-8 16 0 0,-9 12-2 15,-8 12 0-15,-12 10 1 16,-18 10 0-16,-22 12-2 15,-17 8 1-15,-23 14 0 16,-19 9-1-16,-20 4 1 0,-26 4-1 16,-17 6 2-16,-16 0-1 15,-21 3 1-15,-20 2-1 16,-25-5-1-16,-17 0 1 0,-25-3 0 16,-20-2 1-16,-22-7-1 15,-18-9 0-15,-21-8 1 16,-17-11 1-16,-13-7 1 15,-8-13 1-15,-19-11 0 0,2-12 1 16,-11-11 0-16,-4-7-2 16,-3-16 1-16,2-2 1 15,2-20-1-15,1-9 0 16,11-11 1-16,9-7-1 0,15-18 2 16,15-4-1-16,25-10 0 15,24-10 0-15,25-6 0 16,31-9 0-16,33-10-1 15,35-8 0-15,41-11 0 16,46-6 0-16,55-11-1 0,46-4 0 16,85-5 0-16,24 3-2 15,49 7 0-15,37 11-6 16,70 1-62-16,-3 38-15 16</inkml:trace>
  <inkml:trace contextRef="#ctx0" brushRef="#br2" timeOffset="97850.78">17325 5269 293 0,'-6'-8'11'0,"-1"-9"0"0,-8-10 1 0,-2-8 2 15,-13-7-1-15,-8-3 2 16,-11-2 1-16,-13 0-2 15,-10 15-9-15,-15 15-3 0,-10 17 0 16,-9 22-1-16,-16 22-1 16,0 26-1-16,-9 27 4 15,11 21 2-15,8 29 0 16,15 20 1-16,15 27 0 0,20 15-1 16,18 15-2-16,16 10-1 15,23-1-3-15,12-6-2 16,16-9-2-16,14-14 1 15,15-11 2-15,18-17 1 0,14-20 2 16,16-15 0-16,9-16-1 16,11-13 1-16,16-19 1 15,8-19 0-15,5-25 2 0,7-27 0 16,1-22 2-16,4-19 1 16,4-37 2-16,-2-21 1 15,-6-30-2-15,-3-25-1 16,-14-24-1-16,-11-20-4 15,-21-14 0-15,-18-20 0 16,-17-12-2-16,-24-3 1 0,-17-3 1 16,-30 10-2-16,-14 2 0 15,-32 14 0-15,-31 16 0 16,-22 12-3-16,-29 28 0 0,-33 15-1 16,-43 24 0-16,-26 31 0 15,-31 33 0-15,-22 38 0 16,-12 30-1-16,-7 47-3 15,12 30-50-15,9 91-21 0,20 18-4 16</inkml:trace>
  <inkml:trace contextRef="#ctx0" brushRef="#br2" timeOffset="102066.59">7965 9676 353 0,'0'0'1'0,"5"-13"1"0,17 4 1 0,8-8-1 15,23-3 2-15,23-5-1 0,21-3 0 16,20-4 0-16,26-3 0 16,24 3-1-16,22-1-1 15,18 2 2-15,6 4-2 16,11 2 0-16,6 8 1 0,7 7-1 16,-1 10 0-16,-6 7 0 15,-6 18 0-15,-10 12 0 16,-12 12 1-16,-9 8 0 15,-14 18 0-15,-13 4 0 0,-17 10 0 16,-14 10 0-16,-24 5 0 16,-16 6 1-16,-22 6-2 15,-24 5 1-15,-27 1-1 16,-22-2 1-16,-25 2-1 0,-21 0 3 16,-27-5-1-16,-17-4 0 15,-23-7 1-15,-20-4-1 16,-15-10 2-16,-17-8-2 15,-8-5 0-15,-17-9-1 0,-8-12 0 16,-11-8 0-16,-12-7-1 16,-5-14 0-16,-5-9-1 15,-6-15 2-15,7-10-1 16,2-15 1-16,12-16 0 0,11-8 0 16,19-19-1-16,20-6 0 15,16-16 0-15,27-6 0 16,18-6-2-16,26-9 0 15,19-6 0-15,23-3 0 0,24-8-1 16,26-1 1-16,36-6 1 16,26-7 0-16,34 0 2 15,31 4 0-15,33 2-1 16,26 7 1-16,19 9 0 0,16 12-2 16,9 19-7-16,-4 14-27 15,-3 18-45-15,-15 10-2 16</inkml:trace>
  <inkml:trace contextRef="#ctx0" brushRef="#br2" timeOffset="102799.27">8335 6529 404 0,'5'-10'0'0,"12"-4"0"0,13-11 0 0,15-7 1 16,15-7-1-16,27-6 2 0,17-2 0 16,29-9 0-16,19 12 2 15,22 8-1-15,18 3 0 16,24 13 1-16,9 13 0 15,17 7-1-15,4 15 0 0,5 16 0 16,3 17-1-16,-11 15 1 16,-12 13-2-16,-13 11-2 15,-16 14-1-15,-25 8-1 16,-23 5-2-16,-28 5 0 16,-19 3-2-16,-34-6 0 0,-21 5 1 15,-38-3 1-15,-28-1 1 16,-39-3 3-16,-31-2 4 15,-36-6 2-15,-29-5 1 16,-32-6 2-16,-23-6 0 0,-22-12 0 16,-23-7 0-16,-11-15-1 15,-13-16-3-15,-6-9-1 16,-7-18 0-16,0-12-1 16,8-10-1-16,2-20-1 0,18-11 1 15,22-19-1-15,17-12 0 16,33-19 0-16,27-19 1 15,35-13 0-15,39-16 1 0,41-14-1 16,38-14 2-16,44-12 0 16,52-8 1-16,58-10-1 15,46 5 1-15,55-1-2 16,41 9-3-16,71 15-20 0,23 18-58 16,21 13-4-16</inkml:trace>
  <inkml:trace contextRef="#ctx0" brushRef="#br2" timeOffset="104532.71">8154 13800 407 0,'3'-10'0'0,"8"-4"-2"0,14-11 1 0,5-7-1 0,20-10 0 15,15-8 2-15,17-9-1 16,19-8 2-16,21 0 1 16,17-2 0-16,23-1 3 0,14 3 0 15,15 8 0-15,18 4 0 16,12 13 0-16,13 13-2 16,0 14 1-16,1 15-2 15,-14 15-1-15,-1 26 0 16,-24 22-2-16,-17 20 1 0,-23 24 0 15,-24 17 1-15,-23 17-1 16,-17 8 0-16,-22 12 1 16,-18-2 1-16,-17-1 0 15,-21-4-1-15,-14-6 0 0,-23-4 0 16,-23-5 0-16,-32-10-1 16,-30-4 1-16,-24-3-2 15,-24-10 1-15,-26-8-1 16,-20-15 1-16,-14-10-1 0,-18-15 0 15,-1-15 1-15,-9-15-1 16,-4-20 1-16,2-14 0 16,2-20 0-16,3-16 1 15,13-19-1-15,12-20 2 0,16-12 0 16,27-19 1-16,17-15 1 16,28-13-1-16,27-15 1 15,26-4 0-15,30-11 0 16,31-5 0-16,26-6 0 0,43-1-1 15,41 0 0-15,54 3 2 16,75 0-1-16,32 7 0 16,54 14-1-16,61 24-6 15,38 26-47-15,64 38-31 0,-1 29-4 16</inkml:trace>
  <inkml:trace contextRef="#ctx0" brushRef="#br2" timeOffset="106332.78">10007 16124 331 0,'0'0'4'0,"0"0"2"0,-7-2 3 0,7 2 2 16,-18-3 3-16,8 3 2 15,-5-2-1-15,-2 2 0 0,2 0-3 16,-7 2-3-16,4 6-2 16,1 2-4-16,2 5-2 15,3 0-1-15,-1 2-1 0,3 3 0 16,8-1 0-16,0 1 0 15,2-5 0-15,2-2 0 16,5-7 2-16,5 0 0 16,6-6 1-16,2-10 1 0,5-5 2 15,4-6 0-15,-1-8 1 16,-1-8 0-16,0-3 0 16,-4-4 1-16,0-6-1 15,-11-1 0-15,-3-2-1 16,-4 1 0-16,-1 5-5 0,-4 8 0 15,0 6 0-15,-4 6 0 16,2 13 0-16,2 14 0 16,-5 4 0-16,5 21 0 15,0 6 0-15,2 12 0 0,7 7 0 16,-2 2 0-16,5 5 0 16,1 0 0-16,-1-5 0 15,6-1-9-15,-6-3-17 0,2-9-59 16,-1-7-4-16</inkml:trace>
  <inkml:trace contextRef="#ctx0" brushRef="#br2" timeOffset="106850.05">10402 15993 460 0,'0'0'0'0,"0"0"0"0,0 0 1 16,0 7 0-16,0 3 0 15,-5 0 0-15,3 5 1 0,0-1-1 16,2 2 0-16,-4-1 1 16,4-1 0-16,0-6-1 15,0-8 1-15,13 7 0 16,-13-7 0-16,17-3 1 0,-17 3 0 16,16-16 1-16,-12 0-1 15,1-3 0-15,-5 1 0 16,0-1-1-16,-5 3-1 15,-7 1 0-15,-6 7-2 16,2 5 0-16,-5 3 1 0,4 10-2 16,-5 0-2-16,9 6-3 15,3 2-4-15,8-3-6 16,2-4-3-16,10-2-9 0,5-7-16 16,15-7-8-16,0-12-2 15,4-3 7-15,3-9 18 16,3-5 23-16,-6 1 17 15,-4-8 18-15,-5 7 19 0,-7 2 10 16,-3 9 2-16,-13 1-4 16,3 10-15-16,-5 12-14 15,-7 0-11-15,-1 16-13 16,1 15-2-16,-1 6 0 0,3 10 0 16,3 5 0-16,2 5 0 15,2 3 0-15,3-1-13 16,8-2-20-16,12-8-53 15,-8-8-1-15</inkml:trace>
  <inkml:trace contextRef="#ctx0" brushRef="#br2" timeOffset="107016.93">10504 16080 493 0,'0'0'2'0,"0"0"1"0,0 0-1 0,0 0 0 0,0 0 1 15,0 0-1-15,7-13 2 16,11 2-4-16,2 0-7 16,15-4-13-16,4-3-64 0,6-1-3 15</inkml:trace>
  <inkml:trace contextRef="#ctx0" brushRef="#br2" timeOffset="107185.02">10733 16087 495 0,'0'0'1'0,"0"0"0"16,-11 12 0-16,11-12 0 16,-7 10 0-16,7-10 1 0,0 10 0 15,10-7 0-15,8-3-3 16,4-10-3-16,8 2-11 16,0-4-28-16,2-6-42 15,-2 3-1-15</inkml:trace>
  <inkml:trace contextRef="#ctx0" brushRef="#br2" timeOffset="107316.52">10817 16127 456 0,'0'0'4'16,"-10"12"1"-16,1-2 0 16,-5 2 1-16,5 4 0 15,-1-2 0-15,2-1 0 16,6 1 0-16,2-14-6 16,15 5-7-16,8-15-19 0,7-5-56 15,9-10-3-15</inkml:trace>
  <inkml:trace contextRef="#ctx0" brushRef="#br2" timeOffset="107449.32">11262 15773 508 0,'0'0'1'0,"-5"25"1"16,-8 4-2-16,4 16 0 16,-1 6 0-16,4 13 0 0,6 19-12 15,13 3-72-15,-8-1-1 16</inkml:trace>
  <inkml:trace contextRef="#ctx0" brushRef="#br2" timeOffset="108599.67">7500 11940 441 0,'0'0'2'0,"0"0"0"0,-15-3 1 16,5 3 0-16,-3 0 0 16,1 8-1-16,-2 0 1 0,-4 5-1 15,6 5-1 1,1 6 0-16,2 0-1 0,6 3 0 15,3-2 0-15,3-3 0 16,4-2 0-16,6-7 1 0,4-9 0 16,1-4 0-16,1-4 1 15,4-12 1-15,-3-9 1 16,-1-4 0-16,-4-8 1 16,2-5 1-16,-4-8 0 15,-8-4 0-15,-3-6 0 0,-2-2-3 16,-4 3-3-16,-6-3 0 15,-8 8 0-15,4 6 0 16,-4 8 0-16,0 8 0 16,4 13 0-16,4 13 0 0,10 6 0 15,-8 28 0-15,8 9 0 16,8 10 0-16,7 5 0 16,0 10 0-16,2 7 0 0,3-5 0 15,5-3 0-15,1-7 0 16,-3-14-25-16,-8-7-61 15,13-5-4-15</inkml:trace>
  <inkml:trace contextRef="#ctx0" brushRef="#br2" timeOffset="109150.02">7798 11853 339 0,'0'0'5'0,"0"0"2"0,0 0 1 0,0 0 3 16,-5 11-1-16,5-11 2 0,0 8 1 15,0-8 2-15,0 0-3 16,0 9-2-16,0-9-1 16,11 0-1-16,-4-5 0 15,5 0-2-15,-3-5 0 16,2 2-2-16,-4-4-2 0,1 2 0 15,-6 0-1-15,-2 10 1 16,-2-12-2-16,-8 12 1 16,0 0-1-16,-5 0 1 15,-2 5-1-15,2 7-1 0,-2-1 1 16,4 0 0-16,-2 5 0 16,5-2 0-16,3-2-1 15,2 4 1-15,5-7 0 0,0 1 0 16,0-10 0-16,12 12 1 15,3-9-1-15,2-3 0 16,1 0 1-16,2 0-1 16,2-5 0-16,-2-2 1 0,-6-1-1 15,2 2 0-15,-4-5 1 16,-4 1-1-16,-8 10 1 16,5-15 0-16,-5 15-1 15,-5-14 0-15,-6 8 1 16,2 4-1-16,-7 2 0 0,2 0 0 15,-2 8-1-15,4-1-2 16,-2 3 0-16,3 2-5 16,4-5-4-16,5 3-9 15,2-10-20-15,0 0-41 0,0 0-4 16</inkml:trace>
  <inkml:trace contextRef="#ctx0" brushRef="#br2" timeOffset="109383.04">7984 11544 380 0,'0'0'9'0,"0"-10"2"0,0 10 3 0,-7-15 0 16,7 15 1-16,-19-10 1 0,8 8 0 15,-3 2 0-15,-3 7-7 16,6 18-4-16,4 9-2 16,-1 7-2-16,8 5 1 15,0 9-2-15,8 2 0 16,4-1 0-16,2-1 0 0,7-3-4 15,-1-7-2-15,-1-6-6 16,-1-6-7-16,2-7-13 16,-3-3-52-16,-7-8-1 15</inkml:trace>
  <inkml:trace contextRef="#ctx0" brushRef="#br2" timeOffset="109532.92">7905 11966 420 0,'0'0'4'0,"0"0"1"15,-5-11 0-15,5 11 0 0,3-18 0 16,2 6 1-16,7-5 0 16,3-1-1-16,8-1-7 15,-4-1-10-15,13-5-42 16,-2 8-25-16,0 0-3 0</inkml:trace>
  <inkml:trace contextRef="#ctx0" brushRef="#br2" timeOffset="110017.89">8206 11747 462 0,'0'0'3'0,"0"0"1"0,0 0 1 15,0 0 0-15,5-3 0 16,-5 3 0-16,19-11 1 15,-1 3-2-15,-4-5-3 0,4 6-5 16,0-5-5-16,4 2-9 16,-4-1-7-16,-6 9-12 15,-5 2-7-15,-7 0 7 16,6 10 10-16,-12 3 12 0,-1 2 12 16,-8-1 14-16,2 7 8 15,-6-5 15-15,6-1 6 16,1 0-5-16,2-3-8 15,10-1-10-15,0-11-5 16,5 7-7-16,7-7-4 0,6-7-7 16,3-6-10-16,9-8-42 15,-2 2-23-15,2-1-6 16</inkml:trace>
  <inkml:trace contextRef="#ctx0" brushRef="#br2" timeOffset="110166.86">8596 11489 479 0,'0'0'4'0,"0"0"0"15,-5 0 1-15,0 8 2 16,0 7 0-16,3 4-2 16,-3 12-5-16,1 3 0 0,4 10 0 15,4 1 0-15,8 9 0 16,0-6 0-16,13 4-79 0,0-5-8 16</inkml:trace>
  <inkml:trace contextRef="#ctx0" brushRef="#br2" timeOffset="111132.79">7878 6114 430 0,'0'0'4'0,"-5"-5"0"0,-6 5 1 0,2-3 1 16,-8 3 0-16,-3 5 0 15,-3 5 1-15,-2 3 0 16,6 4-3-16,-4 7-2 0,11 4 0 16,1 1 0-16,9-1-1 15,2-3 0-15,13-1-1 16,2-6 1-16,7-9 0 16,1-3 0-16,3-6 0 0,2-13 0 15,2-7 0-15,-3-7 2 16,-4-8 0-16,-3-3 1 15,-3-12 1-15,-4-3-2 16,-13-4-3-16,0-6 0 16,-11 2 0-16,-6-1 0 0,-10 3 0 15,-1 4 0-15,-1 4 0 16,-6 12 0-16,10 11 0 16,0 13 0-16,8 15 0 0,4 9 0 15,11 25 0-15,4 7 0 16,11 16 0-16,9 5 0 15,5 5 0-15,0 0 0 16,8 0-4-16,-5-10-24 0,0-8-56 16,7-4-5-16</inkml:trace>
  <inkml:trace contextRef="#ctx0" brushRef="#br2" timeOffset="111651.05">8084 6073 402 0,'0'0'7'0,"0"0"1"15,-13-9 2-15,13 9-1 16,-14 0 2-16,14 0-1 16,-16 13 1-16,9-6 0 0,5 7-7 15,2-1-1-15,7-3-1 16,3 0-1-16,7-5 0 16,4-5 0-16,4-2 0 15,7-9 1-15,-2-3-1 16,-1-1 1-16,-4-7 0 0,0 4 0 15,-5-2 0-15,-10 0 0 16,-8 3 0-16,-2 5 0 16,-12 5-2-16,-3 7 2 0,-8 2-2 15,-1 4-2-15,-4 11 0 16,6 0-2-16,5 2-2 16,4-1-1-16,8-3-3 15,5-15-1-15,7 9 0 0,9-11 2 16,9-10 1-16,7-8 1 15,3-7 4-15,-1-3 4 16,-4-7 5-16,3-6 0 0,-14-1 2 16,-1 1 1-16,-14 4 1 15,-4 4 1-15,-4 3-1 16,-14 7-2-16,1 11-2 16,-7 11-1-16,6 8-5 15,3 13 0-15,3 9 0 16,7 7 0-16,5 5 0 0,7 6 0 15,10 3 0-15,3-4 0 16,10 1 0-16,-3-5 0 16,6-6 0-16,-6-4-5 0,3-5-11 15,-8-6-13-15,-5-11-38 16,-2 2-19-16</inkml:trace>
  <inkml:trace contextRef="#ctx0" brushRef="#br2" timeOffset="111784.62">8375 5985 405 0,'0'0'7'0,"0"0"1"0,-10-10 1 0,10 10 0 0,-2-15 0 0,2 2 1 0,2 0-1 0,10-5-2 15,1-6-14-15,13-17-65 16,4 19-9-16</inkml:trace>
  <inkml:trace contextRef="#ctx0" brushRef="#br2" timeOffset="111949.85">8566 5853 443 0,'0'0'4'0,"0"0"2"15,0 0 0-15,-10 3 0 0,10-3 0 16,0 0 1-16,5-5-1 16,8-3-1-16,6-1-8 15,1-6-14-15,8-15-60 16,4 15-6-16</inkml:trace>
  <inkml:trace contextRef="#ctx0" brushRef="#br2" timeOffset="112100.96">8671 5826 386 0,'0'0'6'0,"-6"10"2"0,6-10 1 16,-10 15 1-16,5-7 0 16,5-8 1-16,-2 14 0 0,2-14 0 15,7 8-5-15,11-8-7 16,-5-10-10-16,16-5-25 15,10 0-43-15,-3-10-2 16</inkml:trace>
  <inkml:trace contextRef="#ctx0" brushRef="#br2" timeOffset="112237.6">8973 5470 466 0,'0'0'3'16,"0"0"1"-16,0 0 1 0,-2 9 0 15,2 6 0-15,0 10 1 16,2 7 0-16,6 15 0 15,4 8-5-15,11 17-16 16,19 7-66-16,-10 13-3 16</inkml:trace>
  <inkml:trace contextRef="#ctx0" brushRef="#br2" timeOffset="114149.67">21514 5417 447 0,'0'0'4'0,"0"0"1"0,3-10 0 0,-3 10 0 0,-8-9 0 16,-5 6 1-16,-4 3-1 16,-3 5 3-16,-5 5-4 15,-2 10-2-15,-1 4 2 16,1 4-2-16,10 1 1 15,-1 7-1-15,11-10 0 0,7-1 0 16,2-2-2-16,14-9 0 16,1-4 0-16,8-10 0 15,0-4 0-15,5-14 0 0,-3-7 0 16,0-9 0-16,-5-8 0 16,-2-8 0-16,-8-7 0 15,1-7 0-15,-10-1 0 16,-3-4 0-16,-7 5 0 0,-6-1 0 15,-4 15 0-15,-1 6 0 16,0 14 0-16,4 20 0 16,-1 10 0-16,7 23 0 15,5 14 0-15,3 15 0 16,8 7 0-16,5 11 0 0,1-4 0 16,11 1-5-16,-3-7-3 15,9-6-4-15,-4-12-3 16,3-12-3-16,-2-5 3 0,-4-13 0 15,-2-7 3-15,-2-5 4 16,-8-5 5-16,-7-10 7 16,3-2 4-16,-8-3 4 15,0 3 0-15,-3-1 1 0,-4 4-2 16,-3 6-1-16,1 2-2 16,-4 6-3-16,3 6 0 15,5 6-2-15,0 1-2 16,5 2 0-16,0-3 0 0,10-2 0 15,4-3-1-15,7-4 1 16,4-3 0-16,5-3 0 16,-3-6 0-16,0-7 0 15,0 4 0-15,-5-8 0 16,-6 1-1-16,-6 1 0 0,-8 1 0 16,-2 1-1-16,-12 2 0 15,-6 4 1-15,-2 9-1 16,1 1-1-16,-4 1 2 15,5 12-1-15,1-1-3 0,8 3-3 16,0-2-4-16,9-1-8 16,6-5-8-16,9-3-17 15,3 2-17-15,3-6-8 0,6-7 0 16</inkml:trace>
  <inkml:trace contextRef="#ctx0" brushRef="#br2" timeOffset="114383.56">21961 5301 16 0,'0'0'13'0,"5"-10"9"0,3 0 10 0,-8-7 7 16,5-3 6-16,-1-2 4 15,-4-8 4-15,3 3 0 0,-6-3-10 16,3 8-9-16,-9 1-8 16,3 13-5-16,-4 2-5 15,-2 6-6-15,2 17-4 16,-2 5-2-16,5 11-2 0,4 2 1 16,1 9-2-16,2 0 2 15,5 4-1-15,4-2 1 16,7 0-1-16,0-5-2 15,2-3-1-15,1-3-5 16,4-6-5-16,-5-1-11 0,1-14-39 16,-1 1-23-16,-8-3-2 15</inkml:trace>
  <inkml:trace contextRef="#ctx0" brushRef="#br2" timeOffset="114582.81">21938 5504 370 0,'0'0'6'0,"0"0"4"16,0 0 1-16,4-10 1 16,-4 10 0-16,14-16 0 0,-2 5 0 15,3 1-2-15,6-7-18 16,3 5-68-16,3-3-3 15</inkml:trace>
  <inkml:trace contextRef="#ctx0" brushRef="#br2" timeOffset="114899.68">22209 5346 416 0,'0'0'5'0,"0"0"2"16,0 0 3-16,-9 5-3 0,9-5 2 15,0 0 1-15,0 0-1 16,12 0 0-16,1-3-7 16,6 1-7-16,4-6-12 0,2 4-14 15,0-2-26-15,-6 4-9 16,-1-1-4-16,-11 6 2 16,-7-3 14-16,0 10 21 15,-5 5 26-15,-13-3 28 0,1 3 34 16,-3-1 12-16,1 1-4 15,1-5-6-15,4 5-12 16,14-15-15-16,-9 10-12 16,9-10-12-16,9 0-14 0,5-10-53 15,9 8-16-15</inkml:trace>
  <inkml:trace contextRef="#ctx0" brushRef="#br2" timeOffset="115216.45">22538 5211 434 0,'0'0'6'16,"0"0"1"-16,-8-2 2 15,8 2 0-15,-10-6 1 16,10 6 1-16,-5-11-1 0,5 11 1 16,0-14-7-16,10 8-4 15,3 4 0-15,1-1 0 16,4 3 0-16,0 5 0 15,-6 8 0-15,0-1 0 0,-6 8 0 16,-4-1 0-16,-2 6 0 16,-8 0 0-16,-2 2 0 15,-2-2 0-15,-3-3 0 0,3 2 0 16,3-5 0-16,7-5 0 16,2-6 0-16,15-5 0 15,10-3 0-15,25-3 0 16,12-15-6-16,10 1-79 0,42-6-3 15</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4:14:00.206"/>
    </inkml:context>
    <inkml:brush xml:id="br0">
      <inkml:brushProperty name="width" value="0.05292" units="cm"/>
      <inkml:brushProperty name="height" value="0.05292" units="cm"/>
      <inkml:brushProperty name="color" value="#FFC000"/>
    </inkml:brush>
  </inkml:definitions>
  <inkml:trace contextRef="#ctx0" brushRef="#br0">10186 9111 187 0,'0'0'2'0,"0"0"1"0,-9-7 0 0,9 7 0 16,-21 9 1-16,12 4 1 16,-7 4 3-16,4 6 1 15,-3 11-1-15,3 4 0 0,-1 9-2 16,3 2 1-16,1 3-1 16,-5 11-1-16,5 0-2 15,-9 9-2-15,4 10-1 16,-9-1 0-16,6 9 1 0,-10 2-2 15,4 1 2-15,-4 9 0 16,4 5 2-16,-3-4 1 16,3 5 0-16,0 0 1 15,3 1 1-15,1 3 1 0,1 11-1 16,4-5 1-16,-7 0-2 16,9 5 1-16,-1 4-1 15,1 2-1-15,3 2 0 16,-2-2-2-16,6-5-1 0,-2 5 0 15,2 7 0-15,3-5 1 16,-1-2 0-16,3 5-1 16,3 3 1-16,4-4-1 0,0 6 1 15,3-6 0-15,3 6 0 16,4 0 0-16,-2 0 0 16,5 0 0-16,-3 1 0 15,1 2 0-15,-4-3 1 16,7-3-1-16,-5-4 0 0,7-5 0 15,0 0-1-15,2-11 1 16,-4-4 0-16,14-11 0 16,1-4 0-16,3-5 1 15,5-10-1-15,4-13 0 0,7-7 1 16,2-13-1-16,5-6 1 16,1-16 0-16,1-8 0 15,3-16-1-15,-5-10 0 0,5-18 1 16,0-12-1-16,-3-16 0 15,7-11-1-15,-7-15 1 16,1-10-1-16,-1-13 1 16,-4-7 0-16,0-9-1 0,-9-12 0 15,2-4 1-15,-6-12-1 16,-5-7 0-16,-2-8-1 16,-6-7 1-16,-2-8 1 15,-2-8 1-15,-2 1 0 16,-3-11 1-16,-3 2 1 0,-5-7 2 15,-1 1 0-15,-7 0-1 16,-4 0 0-16,-2-4-1 16,-3 3-1-16,-3 0-2 15,-2 1 0-15,-7 3-1 0,-1 1-1 16,1 6 0-16,-2 2-1 16,-6 13 2-16,-1 4-1 15,-4 5 1-15,1 16 0 0,-6 10-1 16,-2 11 2-16,-6 13-1 15,-1 14 0-15,-6 7 0 16,-5 13 1-16,3 14-1 16,-7 9 0-16,-6 10 0 0,-4 10 0 15,-1 10-1-15,-3 9 0 16,-6 11-1-16,-3 7 0 16,0 12-1-16,-3 13 1 15,-4 12-1-15,0 15 0 16,-1 18 1-16,-5 18 0 15,1 29-1-15,-1 29 1 0,4 43 0 16,-1 39 1-16,5 51-1 16,3 73-2-16,6 62-12 15,6 3-63-15,10 37-5 0</inkml:trace>
  <inkml:trace contextRef="#ctx0" brushRef="#br0" timeOffset="1183.95">10847 9707 408 0,'0'0'3'0,"0"0"5"0,-3 11 2 0,3-11 4 0,0 0 3 16,23-3 2-16,16-31 1 16,44-28-8-16,48-35-12 15,92-37 0-15,59-47-50 0,82-41-34 16</inkml:trace>
  <inkml:trace contextRef="#ctx0" brushRef="#br0" timeOffset="2265.75">10777 10664 404 0,'0'0'5'0,"0"0"2"0,0 0 1 0,0 0 3 15,0 0 2-15,12-10 1 16,24-15 2-16,31-17 0 16,39-24-5-16,53-21-5 15,48-32-40-15,64-17-46 16,39-13-4-16</inkml:trace>
  <inkml:trace contextRef="#ctx0" brushRef="#br0" timeOffset="2915.76">10703 11611 495 0,'0'0'3'0,"0"0"2"0,0 0 3 0,10-10-8 0,32-15 0 0,40-27 0 16,79-29 0-16,46-40-44 16,108-39-39-16</inkml:trace>
  <inkml:trace contextRef="#ctx0" brushRef="#br0" timeOffset="4449.85">10810 12389 198 0,'0'0'3'0,"0"0"0"0,0 0 2 15,0 0 1-15,0 0 4 16,0 0 5-16,0 0 2 15,0 0 3-15,0 0 0 16,0 0 0-16,0 0 1 0,0 0-2 16,0 0 2-16,0 0-1 15,-3 4-1-15,3-4 0 16,0 0 1-16,-5 10 2 0,10-10 1 16,32-7-13-16,43-27-10 15,61-26 0-15,88-47 0 16,82-22-53-16,91-29-34 15</inkml:trace>
  <inkml:trace contextRef="#ctx0" brushRef="#br0" timeOffset="5349.78">10814 13407 511 0,'0'0'0'0,"5"-8"0"0,13-7 0 0,19-15 0 0,36-19 0 15,75-23 0-15,29-29 0 16,80-23-49-16,72-20-37 16</inkml:trace>
  <inkml:trace contextRef="#ctx0" brushRef="#br0" timeOffset="6116.17">10876 14229 453 0,'0'0'3'0,"0"0"4"0,0 0 2 0,-7 0 2 0,7 0 4 15,7-2-2-15,34-13-13 16,47-20 0-16,64-24 0 16,75-36 0-16,113-29-54 0,75-36-34 15</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4:21:41.105"/>
    </inkml:context>
    <inkml:brush xml:id="br0">
      <inkml:brushProperty name="width" value="0.05292" units="cm"/>
      <inkml:brushProperty name="height" value="0.05292" units="cm"/>
      <inkml:brushProperty name="color" value="#FFC000"/>
    </inkml:brush>
  </inkml:definitions>
  <inkml:trace contextRef="#ctx0" brushRef="#br0">7664 13000 318 0,'0'0'5'0,"0"0"2"0,0 0 2 16,-10-10 2-16,10 10 0 16,-13-9 2-16,6 4 0 15,-5-3 1-15,-1 4-2 0,-1-2-3 16,-9 4-1-16,-4 2-2 15,-6 0 1-15,-6 0-1 16,-11 8 0-16,-5-1-2 16,-1 3-1-16,-12-1 0 0,-2 1-1 15,-1 0 1-15,-4-2-1 16,0-1 1-16,-2-4 0 16,3-3 1-16,-6 2 0 15,3-2-1-15,-3 0 0 0,2 0 0 16,-2 0-1-16,-3 0-1 15,4 3 0-15,-3 1 0 16,1 4-1-16,-2 0 1 16,1 1-1-16,1 1 1 0,-4 2-1 15,5 1 0-15,-1-3 1 16,1-3-1-16,-5 3 0 16,6-5 0-16,-3 0 0 15,2 0 0-15,1-5 0 0,-1 0 1 16,1 0-1-16,6 0 0 15,-1-5 1-15,2-2-1 16,5-1 1-16,2 1 0 16,1-1 0-16,4 4-1 0,3-2 1 15,2 2-1-15,3-2 2 16,4 2-2-16,2-1 0 16,1-1 0-16,5 2 0 15,3-2 0-15,2 0 0 0,6 0 0 16,-1-1 0-16,5 2 0 15,-3 3 0-15,3-3 0 16,1 5 0-16,4 0 0 16,-4 0 0-16,8 0 0 15,-1 0 0-15,2 2 0 0,0 3 0 16,5 3 0-16,-1-1 0 16,2 5 0-16,2 3 0 15,-3 8 0-15,-1 1 0 0,4 5 0 16,-2 7 0-16,-2 3 0 15,-1 4 0-15,2 6 0 16,-3 0 0-16,-3 6 0 16,2-6 0-16,-2 6 0 0,0-3 0 15,2 2 0-15,-2-6 0 16,4-2 0-16,3-1 0 16,-2-7 0-16,6 1 0 15,3-6 0-15,0-4 0 0,2-2 0 16,0-2 0-16,0-3 0 15,0-5 0-15,4 1 0 16,1-3 0-16,0-3 0 16,5-2 0-16,0-3 0 15,0-1 0-15,8 1 0 0,4-5 0 16,2 1 0-16,6-3 0 16,6 0 0-16,3 0 0 15,6 0 0-15,2 0 0 0,11-3 0 16,3-2 0-16,4 1 0 15,7-2 0-15,5 2 0 16,7-2 0-16,6 4 0 16,2-3 0-16,0 3 0 0,7-1 0 15,-2-1 0-15,7 4 0 16,-4-3 0-16,2 3 0 16,0 0 0-16,2 0 0 15,5 0 0-15,3 0 0 16,0 0 0-16,5 0 0 0,5 0 0 15,-1 0 0-15,5 0 0 16,2 0 0-16,-2 0 0 16,3-3 0-16,0 3 0 15,-1-2 0-15,1 2 0 0,-5 0 0 16,3-3 0-16,-7 3 0 16,6-2 0-16,-7-1 0 15,-2 3 0-15,-1-2 0 0,1-1 0 16,2-1 0-16,-2 1 0 15,-2-5 0-15,-1 7 0 16,-2-7 0-16,5 3 0 16,-6 0 0-16,-1-1 0 0,-4 2 0 15,1-4 0-15,-3 1 0 16,-2 2 0-16,-2-2 0 16,-8 1 0-16,2-1 0 15,-2 2 0-15,-4 0 0 16,-2 3 0-16,-2-4 0 0,-4 4 0 15,-1 0 0-15,-1-1 0 16,-4 2 0-16,1-5 0 16,-3 1 0-16,2-1 0 15,-4 2 0-15,0 0 0 0,-1-5 0 16,0 5 0-16,-1-4 0 16,-6 6 0-16,0-3 0 15,-2 2 0-15,-6-2 0 0,-4 3 0 16,-2 2 0-16,-7-2 0 15,1-1 0-15,-5 0 0 16,1 1 0-16,-3 0 0 16,0-1 0-16,-1 0 0 0,-1 1 0 15,-1-1 0-15,-5 2 0 16,-4-2 0-16,-4 3 0 16,-1 0 0-16,-6-3 0 15,-4 3 0-15,-8 0 0 16,10 0 0-16,-10 0 0 0,0 0 0 15,1-12 0-15,-1 12 0 16,0-17 0-16,0 4 0 16,-3-7 0-16,0-2 0 15,-4-6 0-15,1-1 0 0,-1-8 0 16,2 2 0-16,-2-9 0 16,2-6 0-16,-4 0 0 15,5 1 0-15,-1-2 0 16,-2-2 0-16,2 3 0 0,-3 3 0 15,1 0 0-15,2 5 0 16,-2 6 0-16,0 0 0 16,1 4 0-16,-1 6 0 0,2-2 0 15,0 8 0-15,0 0 0 16,-1 8 0-16,4 1 0 16,2 11 0-16,-5-14 0 15,5 14 0-15,0 0 0 0,0 0 0 16,0 0 0-16,-12 0 0 15,12 0 0-15,-18 5 0 16,6 0 0-16,-1 3 0 16,-4-1 0-16,-5-2 0 0,-3 2 0 15,-3-2 0-15,-6 0 0 16,-7 3 0-16,0-4 0 16,-11-1 0-16,-6 2 0 15,-4-3 0-15,-7 1 0 16,-4-1 0-16,-8 1 0 0,-4 0 0 15,-5-1 0-15,-4-2 0 16,-5 2 0-16,-6-2 0 16,-1 0 0-16,-6 0 0 0,-4 0 0 15,-1 0 0-15,2 0 0 16,-4 0 0-16,2-2 0 16,-5 0 0-16,4 2 0 15,-2-3 0-15,3 0 0 0,-2 1 0 16,4 2 0-16,-1-5 0 15,4 5 0-15,0-5 0 16,3 2 0-16,-1-1 0 16,2-2 0-16,0 1 0 15,2 3 0-15,-2-3 0 0,4 0 0 16,3 3 0-16,1-1 0 16,5-2 0-16,0 1 0 15,4 4 0-15,1-8 0 16,7 5 0-16,-4 1 0 0,2-1 0 15,0-1 0-15,6 4 0 16,2 0 0-16,3 0 0 16,7 4 0-16,7-1 0 0,12 6 0 15,4-4-8-15,6 1-77 16,16 6-2-16</inkml:trace>
  <inkml:trace contextRef="#ctx0" brushRef="#br0" timeOffset="20266.43">5967 10249 206 0,'0'0'5'16,"9"-3"3"-16,-1 0 1 15,3-2 5-15,-2-2 4 0,7 2 5 16,-4 0 2-16,0-3 3 15,-4 1-4-15,-8 7-1 16,0 0-5-16,0 0-4 16,-16 5-4-16,-11 5-4 0,-3 0-3 15,-14 2-2-15,-9 1 0 16,-6 2 1-16,-13-1 1 16,-3-2 0-16,-2-2 0 0,-7-2 1 15,-6-3-1-15,0 0 1 16,-6 0-2-16,-3-3 1 15,-3-2-1-15,-3 0 0 16,-1 0 0-16,-9-2-1 0,0-3 1 16,4 0-1-16,-3 0 1 15,1 0-1-15,2 0 0 16,4 0 1-16,5 2-1 16,6 3 1-16,11-4-1 0,6 1 1 15,4 0-1-15,8-2 1 16,7 1 0-16,8 0-1 15,3-5 0-15,8 7 0 16,4 0 0-16,5 2 0 16,4 2-1-16,3 10 0 0,9 6-1 15,0 9 1-15,9 3 1 16,-4 7-1-16,10 8 0 16,-4 4 0-16,3 2 0 0,2 10 0 15,-4-3 1-15,4 4-2 16,0 3 1-16,-5 0 0 15,1 1 1-15,-1-4 0 16,0 0 0-16,-6-6 1 0,7 0-1 16,-4-8 1-16,1-4 0 15,2-5-2-15,1-9 0 16,0-3 1-16,2-7-1 0,2-8 0 16,0-12 0-1,2 15 1-15,-2-15 0 0,20 0-1 16,-4-2 1-16,8-8 1 15,3 2-2-15,6-2 0 16,7-1 0-16,4 0 0 0,6-1 0 16,4 2 0-16,6 0 0 15,2 3 0-15,8-4 0 16,9 2 0-16,6-1 0 16,5 0 0-16,11 0 0 0,7 0 0 15,0 3 0-15,9 2 0 16,3-3 0-16,6 6 0 15,6-1 0-15,3 3 0 16,-2 0 0-16,9 0 0 0,-1 3 0 16,9 2 0-16,4 0 0 15,0 0 0-15,5-3 0 16,8 3 0-16,1 0 0 0,4 0 0 16,6 0 0-16,-1 0 0 15,7-1 0-15,2 2 0 16,-2-1 0-16,0-3 0 15,2 1 0-15,-2-3 0 16,-5 0 0-16,5 0 0 0,-5 0 0 16,-6-3 0-16,4 1 0 15,-5 0 0-15,-8 2 0 16,-3-3 0-16,-7 3 0 16,-5 0 0-16,-7 0 0 15,-8 0 0-15,-5 0 0 0,-5-3 0 16,-9 3 0-16,-3 0 0 15,-8 0 0-15,-2-3 0 16,-11 3 0-16,-6 0 0 0,-2 0 0 16,-7 3 0-16,-9-3 0 15,-3 6 0-15,-7-6 0 16,-4 2 0-16,-3 0 0 0,-10-2 0 16,-8 0 0-16,-7 0 0 15,-2 0 0-15,-9 0 0 16,-2 0 0-16,-12 0 0 15,0 0 0-15,0 0 0 16,0 0 0-16,0 0 0 0,6-4 0 16,-6 4 0-16,0-16 0 15,0 7 0-15,0-4 0 16,0-2 0-16,0-1 0 16,0-2 0-16,0-7 0 15,0-3 0-15,0-1 0 0,0-8 0 16,0-5 0-16,2-1 0 15,3-9 0-15,0 1 0 16,0-7 0-16,2-1 0 0,4 0 0 16,-2-4 0-16,1 4 0 15,0 2 0-15,0 0 0 16,0 8 0-16,-2 4 0 0,-1 3 0 16,-2 9 0-16,0 3 0 15,-3 9 0-15,1 3 0 16,-1 6 0-16,-2 2 0 15,0 10 0-15,0-8 0 0,0 8 0 16,0 0 0-16,0 0 0 16,0 0 0-16,0 0 0 15,-5 5 0-15,5-5 0 16,0 0 0-16,-5 13 0 16,5-13 0-16,-12 7 0 0,4-2 0 15,-6 1 0-15,-4-4 0 16,-1 0 0-16,-11-2 0 15,-5 0 0-15,-8 0 0 16,-1 0 0-16,-12 0 0 0,-5 0 0 16,-6-2 0-16,-10 0 0 15,-5-1 0-15,-10 0 0 16,-8-2 0-16,-6 0-2 0,-9-2 2 16,-4 2 0-16,-5-4 0 15,-5-2 0-15,-3 2 0 16,-2-4 0-16,-3 3 0 15,1-2 0-15,-6-3 0 0,0 2 0 16,-2 2 0-16,0 0 0 16,-10-2 2-16,0 3-2 15,-3 4 0-15,1-2 0 16,-3 3 0-16,-6 5 0 16,7 0 0-16,-1 0 0 0,-3 0 0 15,6 5 0-15,2 0 0 16,5 2 0-16,-3 4 0 15,8-4 0-15,5 0 0 16,2 4 0-16,5-3 0 0,11 5 0 16,1-1 0-16,3 4 0 15,8-4 0-15,10 3 0 16,2-1-5-16,10 4-10 0,-2 7-60 16,4-8-11-16</inkml:trace>
  <inkml:trace contextRef="#ctx0" brushRef="#br0" timeOffset="34583.25">3917 14039 267 0,'0'0'8'15,"0"0"4"-15,-7-11 5 16,7 11 2-16,-12-17 0 0,3 8 2 16,4-2 3-16,1 2-2 15,4 9-8-15,-10-13-3 16,10 13-4-16,-7 13-1 0,1 11-3 15,-1 13-1-15,-3 9-1 16,1 12 0-16,-4 9 1 16,-2 10-1-16,-5 4 1 15,0 5-1-15,0-8 1 0,-2 4 0 16,-3-5 1-16,-3-6-1 16,3-1 0-16,-1-6 0 15,1-4 0-15,-3-6 0 16,3-7-1-16,5-4 0 15,3-6-1-15,-1-3 0 0,9-7 0 16,2-2 1-16,4-4-1 16,3-4 0-16,5-3-1 15,9-4 1-15,2 0 0 16,5-5-1-16,5-2 1 0,6-1 0 16,11-2 0-16,3 0 0 15,9-5 1-15,5-2-1 16,12-1 1-16,10 2-1 0,8-5 1 15,6 1-1-15,14 0 1 16,4-1-1-16,5 3 1 16,10-2-1-16,5-1 1 15,5 1 0-15,8 1-1 16,3 1 1-16,-1 3 1 0,7 0-1 16,3 2 1-16,0 3-1 15,5 0 0-15,3 0 0 16,-1 0 0-16,3 0 0 15,0 3 0-15,3 2-1 0,-2-2 1 16,2 1-1-16,5 4 1 16,-4 2-1-16,2 0 1 15,-5 0-1-15,2 0 1 0,0 0-1 16,2 3 0-16,-5-6 1 16,-3 0-1-16,-6-2 0 15,0 1 1-15,-2-6 0 16,-10 0-1-16,-4 0 1 15,-4 0 0-15,-9-6-1 0,-4 1 1 16,-10-1-1-16,-6 2 1 16,-6-6-1-16,-3 6 0 15,-8-4 0-15,-4 1 1 16,-8-3-1-16,-8-1 0 0,1 4 0 16,-6 2 0-16,-4-2 0 15,-9 1 0-15,0 4 0 16,-7-3 0-16,-1 5 2 15,-4-1-2-15,-1-3 0 0,-6 4 0 16,0-3 0-16,-5 2 0 16,1-2 0-16,-8 0 0 15,0 0 0-15,-6 2 0 16,-4-5 0-16,-3 5 0 0,1 1 0 16,-13 0 0-16,12-7 0 15,-12 7 0-15,0 0 0 16,10-4 0-16,-10 4 0 0,0 0 0 15,6-7 0-15,-6 7 0 16,0-13 0-16,0 3 0 16,0 1 0-16,-4-9 0 15,2 0 0-15,-5-9 0 16,2-5 0-16,-2-5 0 16,0-5 0-16,-2-5 0 0,2-5 0 15,-2-5 0-15,0-1 0 16,2 0 0-16,0-2 0 15,-3 1 0-15,6 2 0 0,0-3 0 16,-1 6 0-16,-2 0 0 16,5 4 0-16,-1-2 0 15,-2 6 0-15,3 2 0 0,-4 5 0 16,4 2 0-16,2 5 0 16,-3 4 0-16,3 3 0 15,-2 5 0-15,2 6 0 16,0 1 0-16,0 3 0 15,0 10 0-15,-2-10 0 16,2 10 0-16,0 0 0 0,0 0 0 16,0 0 0-16,0 0 0 15,0 0 0-15,-10-3 0 16,10 3 0-16,0 0 0 0,-15 11 0 16,15-11 0-16,-15 12 0 15,2-7 0-15,-1 0 0 16,-2 0 0-16,-3 0 0 15,1 0 0-15,-4-3 0 0,-5 4 0 16,0-6 0-16,-8 2 0 16,-5 1 0-16,-5-1 0 15,-7 1 0-15,-5-1 0 16,-6 0 0-16,-6-2 0 0,-3 5 0 16,-5-2 0-16,-2 2 0 15,-8-2 0-15,-3-3 0 16,-2 5 0-16,-4-3 0 15,-4 0 0-15,0-2 0 16,-6 3 0-16,1-1 0 0,-4 1 0 16,-1-1 0-16,4-2 0 15,-1 0 0-15,0 2 0 16,0-2 0-16,1 0 0 0,-1 0 0 16,-3 0 0-16,6 0 0 15,-3 0 0-15,-2 0 0 16,-1 0 0-16,7 0 0 15,-7 0 0-15,6 0 0 0,-6 0 0 16,6 4-2-16,-1-3 2 16,3 4 0-16,3 1-1 15,0 1 1-15,1-2 0 16,6 2 0-16,-2-1-1 0,0-2 1 16,8 1 0-16,-6 0 0 15,7-3 0-15,-2-2 0 16,2 3 0-16,0 0 1 15,6 0-1-15,2-3 0 16,3 0 0-16,2 0 0 0,2 1 0 16,5-1 0-16,0 0 0 15,-1 0 0-15,4 0 0 16,0 0 1-16,-1 0-1 0,-3-1 0 16,6-2 2-16,-5-3-2 15,6 4 0-15,-1 2 0 16,3 0-2-16,-1 0 2 15,1 0 0-15,6 0 0 0,-4 0 0 16,5 2 2-16,-5 1-2 16,3 3 0-16,-3-5 0 15,0-1 0-15,1 3 0 16,-5-3 0-16,-4 3 0 16,4-3 0-16,-1 0 0 0,-2 0 0 15,5-3 0-15,-3 0 0 16,5 2 0-16,1-2 0 15,4 0 0-15,5 0 0 16,3 1 0-16,5 0 0 0,2-3 0 16,6 2 0-16,1-1 0 15,6-2 0-15,-1-1 0 16,6 2 0-16,2 0 0 16,0 0 0-16,2 0 0 0,4 1 0 15,9 4 0-15,-16-4 0 16,16 4 0-16,0 0 0 15,-5 16 0-15,3-2 0 0,2 13-13 16,0 14-45-16,5 3-28 16,3 3-1-16</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511" units="deg"/>
          <inkml:channel name="T" type="integer" max="2.14748E9" units="dev"/>
        </inkml:traceFormat>
        <inkml:channelProperties>
          <inkml:channelProperty channel="X" name="resolution" value="2404.03516" units="1/cm"/>
          <inkml:channelProperty channel="Y" name="resolution" value="4260.98828" units="1/cm"/>
          <inkml:channelProperty channel="F" name="resolution" value="1.41944E-5" units="1/deg"/>
          <inkml:channelProperty channel="T" name="resolution" value="1" units="1/dev"/>
        </inkml:channelProperties>
      </inkml:inkSource>
      <inkml:timestamp xml:id="ts0" timeString="2025-08-09T14:14:37.256"/>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7030A0"/>
    </inkml:brush>
    <inkml:brush xml:id="br2">
      <inkml:brushProperty name="width" value="0.05292" units="cm"/>
      <inkml:brushProperty name="height" value="0.05292" units="cm"/>
      <inkml:brushProperty name="color" value="#00B050"/>
    </inkml:brush>
    <inkml:brush xml:id="br3">
      <inkml:brushProperty name="width" value="0.05292" units="cm"/>
      <inkml:brushProperty name="height" value="0.05292" units="cm"/>
      <inkml:brushProperty name="color" value="#FFC000"/>
    </inkml:brush>
  </inkml:definitions>
  <inkml:trace contextRef="#ctx0" brushRef="#br0">12733 4991 206 0,'0'0'5'16,"0"0"0"-16,0 0 3 15,0 0 1-15,0 0 2 16,0 0 1-16,0 0 2 0,10-10 3 16,-2 10-3-16,7-2-3 15,4 0 1-15,6 2-2 16,2-3-2-16,8 3-1 0,3 0-2 16,9 0-1-16,5 0-2 15,8 0 0-15,12 0 1 16,2 5-3-16,10-5 3 15,4 2-2-15,1 3 0 0,10-2 0 16,3-1-1-16,0-2 1 16,0 6 0-16,4-5-1 15,2 2 1-15,5 2-1 16,2-2 0-16,-3-1 1 0,-1 3-1 16,1-3 0-16,3-2 0 15,0 4 0-15,-4-3 0 16,-1-1 1-16,-7 0-1 15,-1 0 0-15,-4 0 0 16,-12 0-1-16,1 0 1 0,-9 3 0 16,-9-1 0-16,-9-2 0 15,-5 3 0-15,-11 0 0 16,-7-3 0-16,-5 4 1 0,-7-4 0 16,-7 0 1-16,-6 0 2 15,-2 0 1-15,-10 0 0 16,10 0 0-16,-10 0 0 15,0 0 0-15,0 0 0 0,0 0-2 16,0 0-1-16,-7-4-1 16,7 4 0-16,-11-3-1 15,11 3 0-15,0 0 0 16,-12 0-2-16,12 0-5 16,0 0-8-16,-9 10-29 0,9-10-30 15,-6 15-6-15</inkml:trace>
  <inkml:trace contextRef="#ctx0" brushRef="#br0" timeOffset="1500.13">17323 4972 93 0,'0'0'5'0,"0"0"7"15,0 0 1-15,4-5 2 0,-4 5-1 16,20-3 3-16,-5 3-2 15,10-3 1-15,-1 3-6 16,14 0-5-16,-3 0-1 16,11 0-2-16,7 3 0 0,2-3-1 15,5 0-1-15,2 3 1 16,1-3-1-16,5 0 0 16,4 0 0-16,3-3 2 15,1 0-2-15,4 1 0 0,3-3 0 16,-2 3 0-16,4-1 0 15,-3 1-3-15,2 2 2 16,-2 0-1-16,-2 0 0 16,-1 0-1-16,1-3 2 15,-1 3-2-15,-2 0 2 0,6 0 1 16,-7 0-1-16,7 0 1 16,-2 0-1-16,1 0 1 15,5 0 1-15,-2 0-1 0,1 3 0 16,4-1 0-16,4-2 0 15,-2 0 0-15,-2 0 0 16,-3 0-1-16,2 0 1 16,-2 0-2-16,-2 0 2 0,1 0 0 15,1 0-1-15,-2 0 1 16,0 0 0-16,-1 0 0 16,-2 0 1-16,0 0-1 15,0 0 2-15,-5 0-2 16,0 0 1-16,0 0 0 15,-3 0 0-15,2 0 0 0,-2 0 0 16,3 0 0-16,0 0 0 16,0 3-1-16,2-3 3 15,1 2-3-15,-1 1 0 0,1-1 0 16,0 0-3-16,-1 1 3 16,1-3-1-16,-1 3 0 15,1-3 1-15,0 0-1 0,1 0 1 16,1 0-1-16,3 0-4 15,-1 0-4-15,10 0-1 16,-4 0-4-16,-1 2 1 16,-2-2-4-16,0 0 2 15,3 0 0-15,-1 0 2 16,1 0 7-16,-4 0 5 0,-1 3 5 16,2-3 6-16,-5 0 2 15,-3 0 2-15,-1 0 2 16,-4 2 1-16,-7-2 3 0,-12 0-2 15,-1 0-1-15,-4 0 0 16,-5 0-2-16,-8 0 0 16,-7-2 0-16,-5-1-1 0,-11 1-4 15,2-1-1-15,-16 3-1 16,0 0-5-16,0 0-12 16,-13-3-14-16,-11 3-44 15,-1 3-4-15</inkml:trace>
  <inkml:trace contextRef="#ctx0" brushRef="#br0" timeOffset="2666.57">11028 5794 156 0,'0'0'2'16,"0"0"1"-16,0 0 7 15,0 0 3-15,7 0 1 16,-1 0 2-16,11 0 2 15,1 0 0-15,7 0-1 0,1 0 0 16,15 0-8-16,-4 0 0 16,15 0-3-16,6 0 0 15,6 0-1-15,5 0 1 16,10 0-2-16,8 0 0 16,5 0 0-16,13 0-1 0,2 0-1 15,0 0 0-15,4 0 0 16,-1 0-1-16,1 0-1 15,1 0-1-15,-8-2 1 0,-7 2 0 16,-4 0 0-16,-9 0 1 16,-7 0 1-16,-7 0 0 15,-15 0 2-15,-11 0 1 0,-10 0 0 16,-6 0 0-16,-6 0-1 16,-9 0 0-16,-13 0-1 15,13 0 1-15,-13 0-1 16,0 0 0-16,-8 6-4 0,8-6-6 15,-18 6-15-15,11 4-34 16,7-10-14-16</inkml:trace>
  <inkml:trace contextRef="#ctx0" brushRef="#br0" timeOffset="3966.9">14263 5754 121 0,'0'0'2'0,"0"0"4"0,11 0 2 16,-11 0 3-16,17 3 2 16,-4-3 0-16,8 4 1 15,2-1 0-15,9 0-2 16,5-3-2-16,6 5-2 15,6-5-2-15,0 2-2 0,10-2 0 16,3 0 0-16,5 0-1 16,2 0 1-16,0 0-2 15,9 0-1-15,2-2 1 16,6 2-1-16,1 0-1 16,5 0 1-16,0 0-1 0,5 0 0 15,8 0 1-15,-6-3 0 16,0 3-1-16,0-2 0 15,-1 2 0-15,3-3 0 0,6 3 0 16,-7-3 1-16,4 1-1 16,-5 0 0-16,0-1 1 15,9 2-1-15,3-3 1 0,-4 4-1 16,-5 0 1-16,3 0-1 16,-6 0 0-16,7-2 0 15,3 0 0-15,-4 2 1 16,0 0-1-16,-4 0 0 15,1-3 0-15,8 3 1 0,4 0-1 16,-7 0 0-16,-1 0-1 16,-3 0 0-16,-2 0 0 15,3 0 1-15,4 3-1 16,-12-3 1-16,-1 0-1 0,-3 0 1 16,0 0 0-16,-3 4 0 15,1 0 1-15,-1-4-1 16,1 1 1-16,-1 2-1 15,3-3 0-15,0 0 0 0,-6 0 0 16,4 0 0-16,4 0 1 16,-11-3 0-16,-6 2 2 15,-3-3 1-15,-4 2-1 0,-6 0 0 16,-4-1 2-16,-8 0 1 16,-10 0 0-16,0 2 1 15,-9 1 1-15,-5-3 2 16,-8 3 2-16,-3 0 1 0,-8 0 1 15,-9 0-3-15,16 0 0 16,-16 0-2-16,0 0-2 16,-8-4-3-16,8 4-5 15,-15-3-9-15,3 3-17 16,-6 0-43-16,6 0-5 0</inkml:trace>
  <inkml:trace contextRef="#ctx0" brushRef="#br0" timeOffset="5766.63">4285 14935 350 0,'0'0'6'0,"0"0"4"0,0 0 2 16,0 0 2-16,0 0-1 15,0 0 1-15,0 0 0 16,0 0 0-16,-5 15-5 15,-2 0-3-15,-1 3-2 16,-2 3-2-16,-2 9 1 16,-1 0-1-16,-4 2-1 0,1 1 1 15,0-7-1-15,0 6 0 16,2-7 0-16,2 0-1 16,1-4-3-16,4-10-4 0,2 3-11 15,5-14-28-15,0 0-36 16,0 0-3-16</inkml:trace>
  <inkml:trace contextRef="#ctx0" brushRef="#br0" timeOffset="6050.13">4560 14991 406 0,'0'0'5'0,"0"0"2"16,0 0 3-16,0 0 1 16,9 0 1-16,-9 0 0 0,0 0 0 15,4 8 1-15,-4 5-4 16,-8 2-4-16,1 5-2 16,-5 1-1-16,1 9-1 15,-6 3 0-15,4-2 1 0,-3 0-2 16,3-1-3-16,1-1 0 15,0-7-6-15,3 1-16 16,0-8-59-16,6-5-2 16</inkml:trace>
  <inkml:trace contextRef="#ctx0" brushRef="#br0" timeOffset="6332.89">5023 15012 391 0,'0'0'6'0,"0"0"3"16,0 0 3-16,0 0 1 0,2 7 1 16,-2-7 0-16,-2 20 0 15,-8-7 0-15,-3 3-5 16,1 7-4-16,-7 2-2 15,1 0-2-15,-2 2 1 0,5-2-3 16,0-6-1-16,5 4-6 16,1-13-11-16,9-10-54 15,0 0-13-15</inkml:trace>
  <inkml:trace contextRef="#ctx0" brushRef="#br0" timeOffset="6534.29">5390 14980 420 0,'0'0'5'0,"0"0"1"16,0 11 2-16,0 0 1 16,-2 1 0-16,-5 6 1 0,0-1 0 15,-4 2-1-15,-4 1-3 16,2 5-5-16,-1-2-6 15,1-4-12-15,-1 11-65 16,4-13-3-16</inkml:trace>
  <inkml:trace contextRef="#ctx0" brushRef="#br0" timeOffset="6750.33">5744 15041 424 0,'0'0'3'0,"0"11"2"0,-5-2 1 16,1 7 1-16,0 5 0 15,-8 4 0-15,-4 6 1 16,-1 5-1-16,0-1-7 16,-8-8-13-16,10 4-67 0,0-7-1 15</inkml:trace>
  <inkml:trace contextRef="#ctx0" brushRef="#br0" timeOffset="6899.98">6004 15111 453 0,'0'0'2'16,"-2"20"-1"-16,-5 0 1 15,-4 8 0-15,-1 3-5 16,-6-4-26-16,1 10-49 0,2 3-2 15</inkml:trace>
  <inkml:trace contextRef="#ctx0" brushRef="#br0" timeOffset="9532.89">10998 6550 230 0,'0'0'8'16,"0"0"1"-16,0 0 3 15,0 0 0-15,0 0-2 16,0 0 1-16,0 4 4 15,0-4 2-15,13 3-6 0,4 0-1 16,15-2-1-16,5 2 2 16,16 0 2-16,14-1-1 15,10 1-4-15,8-1-1 0,9 1-2 16,8-1-1-16,4-2-1 16,11 0-1-16,0 0 0 15,3 0 0-15,2-2 0 16,2-3 0-16,0 0 1 15,-2-1 1-15,-8 2 0 0,-7 0 0 16,-6-2 1-16,-11 1 0 16,-13-1 0-16,-12 6 0 0,-13-1 0 15,-15-2 0-15,-9 3 1 16,-11-3-1-16,-7 3-1 16,-10 0 0-16,0 0 0 15,-6 0-1-15,-3 0-2 0,-3 0-5 16,4 6-11-16,-9-1-65 15,4 2-3-15</inkml:trace>
  <inkml:trace contextRef="#ctx0" brushRef="#br0" timeOffset="11017.95">14410 6453 190 0,'0'0'3'15,"7"0"1"-15,6 0 2 16,-13 0 1-16,24 0-1 0,-6 0 2 15,5 0 0-15,2 0 0 16,-6 0-2-16,8 3-1 16,-4 0-1-16,12-2-1 15,-5 2 1-15,9 0-1 0,4-3 1 16,6 1 0-16,8-1 1 16,3 0-2-16,9 0-1 15,6 0-1-15,2 0-2 16,5 0-2-16,1-1-3 0,0 1-2 15,7-3-1-15,4 3-2 16,-3-3 1-16,5 2 1 16,0-2 1-16,-1 0-2 0,10 0 4 15,3 1 0-15,-3-4 4 16,2 5 1-16,-2-2 0 16,-1 3 0-16,3-4 1 15,4 1 1-15,-6 3 0 16,-1 0 0-16,0-3 0 0,-1 3 0 15,3-2 0-15,4-1 2 16,-6 3-1-16,-3-2 0 16,2-3 2-16,-1 2-1 15,-1 1 0-15,9 0 1 0,-11-1-2 16,0-2 1-16,0 2 1 16,-1 1-2-16,-1 2 0 15,0 0-1-15,-1 0 0 16,1 0-1-16,0 0 1 0,-3 0-1 15,2 0 0-15,-8 0-1 16,4 0 1-16,0 0 2 16,-12 0 2-16,-6 0 2 15,-6 0 3-15,-8 0 3 0,-11 0 0 16,-4-3 1-16,-13-1 1 16,-12 1-4-16,-5 3-3 15,-5-2-9-15,-6-9-51 16,-4 11-11-16</inkml:trace>
  <inkml:trace contextRef="#ctx0" brushRef="#br0" timeOffset="15216.69">11239 7310 188 0,'0'0'6'0,"0"0"3"0,0 0 2 16,-9-3 3-16,9 3 0 15,0 0 0-15,-11-2 0 16,11 2-1-16,0 0-4 0,0 0-5 16,0 0 0-16,0 0 0 15,0 0-2-15,11 8 2 16,1-6-1-16,6 3 2 15,1-3 2-15,11 1-1 0,4 0-2 16,7-3-1-16,1 2 0 16,5-2 0-16,5 0-1 15,0 0 0-15,8 0 0 16,-3 0-1-16,3 0 0 0,5 0 0 16,6 0 0-16,-1 0 0 15,5-2 0-15,-1 2 0 16,1-3-1-16,1 0 1 15,4 3-1-15,-1-2 1 16,-1 2-1-16,1 0 1 0,-2 0-1 16,3-3 1-16,-1 3 0 15,1 0 0-15,-3 0-1 0,3 0 2 16,-6 3-2-16,3-3 1 16,-3 2 1-16,6-2-1 15,-6 0 0-15,-2 0-1 16,1 0 1-16,-6 0-1 15,-3 0 1-15,1 0-1 0,-3 0 0 16,-5-2 0-16,0 2 1 16,-4-3-1-16,-4 3 1 15,-4-2-1-15,-5 2 1 16,-3-2-1-16,-7-1 0 0,-5 3 0 16,-3 0 0-16,-7-3 0 15,-6 3 0-15,4-2 1 16,-13 2-1-16,10 0 0 15,-10 0 1-15,0 0-1 0,0 0 1 16,0 0 0-16,0 0 0 16,0 0 0-16,0 0 2 15,0 0-1-15,0 0 0 16,0 0 0-16,0 0 0 0,0 0 0 16,0 0 0-16,0 0-1 15,0 0 0-15,0 0-1 16,0 0 0-16,0 0 0 0,0 0 0 15,0 0 0-15,0 0 0 16,0 0 0-16,0 0 0 16,0 0-1-16,0 0 1 15,0 0 0-15,0 0 0 16,0 0 0-16,0 0 0 0,0 0 0 16,0 0 0-16,0 0 0 15,0 0 0-15,11 0 0 16,-11 0 0-16,0 0 0 15,12-2 0-15,-3 2 0 0,2 0 1 16,1-3-1-16,2 3 1 16,7-3-1-16,-1 1 1 15,5-1-1-15,5 2 0 16,0-5 1-16,4 4-1 16,1 0 0-16,4-1 0 0,-2 0 0 15,9-1 0-15,-8 0-1 16,3 3 0-16,4-2 1 15,-3 0-1-15,5 3 1 0,-2-4-1 16,2 4 1-16,2-3 0 16,-1 3 0-16,1-3 0 15,1 3 0-15,0 0 1 16,-3-1-1-16,4 1 0 0,-5-3 0 16,4 0 0-16,-4 3 0 15,2-2 1-15,0 2-1 16,-4-3 0-16,4 3 0 15,-4 0 0-15,4-2 0 0,-4 2 0 16,0 0 0-16,-3 0 0 16,1-3 0-16,-1 3 0 15,0 0 0-15,1 0 1 16,-3 0-1-16,1 0 0 0,5-2 0 16,-9-1 0-16,8 3 0 15,-2-2 0-15,-3-3 1 16,7 0-1-16,-6 2 0 0,7 1 1 15,-3-3-1-15,4 5 0 16,-2-3 0-16,2 1 1 16,1 0-1-16,-1 2 1 15,1-2-1-15,-4 2 0 16,5 0 0-16,-1-4 0 16,-1 2 0-16,-4 2 0 0,2 0 0 15,-5 0 0-15,-4 0 0 16,3 0 0-16,-7 0 0 15,-4 0 0-15,-4 2 0 0,0 2 0 16,0-2 0-16,-5 0 0 16,-1 0 0-16,-1 1 0 15,-1 0 0-15,1-3 0 16,-1 2 0-16,-2-2 0 0,0 0 0 16,0 2 0-16,0-2 0 15,0 0 0-15,-1 0 0 16,2 3 0-16,1-3 0 15,1 0 0-15,-1 0 0 0,7 0 1 16,-1 0-1-16,2 0 0 16,3 0 0-16,4 0 1 15,0 0-1-15,0 0 0 0,3 0 0 16,4 0 0-16,4 0 0 16,2 0-1-16,0 0 2 15,1 0-1-15,7 0 1 16,2 0 1-16,-1 0 0 15,3 0 1-15,0 2 0 0,2-2 1 16,-1 3 0-16,2 0 0 16,-5-1-1-16,1 0 1 15,-3 1-1-15,-1-1 0 16,1-2 0-16,-4 3 0 0,-2-3 1 16,-2 0-1-16,-8 0 0 15,-3 0-1-15,2 0 1 16,-8 0 0-16,-7-3-2 15,-3 3 1-15,-6-2-1 0,1-1 0 16,-13 3 0-16,10-2 0 16,-10 2 0-16,0 0 0 15,0 0-1-15,0 0 1 0,0 0-1 16,0 0 0-16,0 0 1 16,0 0-1-16,0 0 0 15,0 0 0-15,0 0 0 16,0 0 1-16,0 0-1 15,0 0 0-15,0 0 0 0,0 0-1 16,0 0-1-16,0 0-2 16,0 0-3-16,0 0-5 15,0 0-9-15,0 0-22 16,0 0-39-16,9 7-2 0</inkml:trace>
  <inkml:trace contextRef="#ctx0" brushRef="#br0" timeOffset="39582.72">13247 14876 241 0,'0'0'4'0,"0"0"2"0,0 0 3 16,0 0 3-16,0 0 2 16,0 0 2-16,2-8 0 15,-2 8 2-15,18-5-2 16,-6 0-2-16,8 3 0 16,-5-3-3-16,7-3-3 0,6 1-1 15,7-2-1-15,7 0-2 16,5-3 0-16,8-3-2 15,5-2 0-15,9 2 0 16,5-3 1-16,8-4 0 0,3 0-1 16,12-3 2-16,4-2-2 15,12 3 0-15,8-6 0 16,4-3 1-16,4 3-1 16,13-1 0-16,1-2 0 0,6 2 0 15,1 3 0-15,11-2 0 16,-5 2 0-16,9 4 0 15,6-3 0-15,-2 4-1 0,5-1 0 16,7 2 1-16,3-1 0 16,2-2 0-16,4 4 0 15,1 0-1-15,3-1 0 16,-3 4 1-16,6-1-1 16,-4 5-1-16,6-2 0 15,0 1 0-15,-3 5 0 0,-3 3 0 16,4 2 0-16,-1 0 0 15,-5 5 0-15,1 0 0 16,-3 5 0-16,-7 2 1 0,1 3-1 16,-1 1 0-16,-4 1 0 15,-8 2 1-15,-2 4-2 16,-6 1 1-16,0 1-1 16,-11 5 1-16,-2 2-1 0,-8 3 1 15,-3 0-1-15,-9 5 1 16,-3-1 0-16,-11 3 1 15,-6 3-1-15,-8 2 1 16,-5 5-1-16,-13-2 0 16,-8 2 0-16,-5 3 0 0,-8-3 0 15,-7 3-1-15,-9 1 0 16,-5-1 0-16,-6-1 0 16,-6 3 0-16,-5 3 0 15,-3-4 0-15,-8 4 1 0,-1 0-1 16,-8-1 1-16,-1 1-1 15,-3-1 1-15,-3-2-1 16,-1 0 0-16,-6 1 0 0,-3-6 1 16,-1 1-1-16,-7 2 0 15,-2-5-1-15,-4 0 1 16,-5-1 0-16,-5 4 0 16,-5-9 0-16,-6 3-1 15,-1 0 2-15,-10 0-1 0,-6-1 1 16,-5-2 0-16,-4-2-1 15,-6-2 1-15,-4 2 0 16,-5-3 0-16,-3-2 0 16,-5 4 0-16,-6-7-1 0,-6 0 1 15,0 2 0-15,-6-1 0 16,-1-1 0-16,-10-2 0 16,-7-2-1-16,-1 2 1 0,-8-2 0 15,-4-1 0-15,-10 1-1 16,-4-3 1-16,-4 3-1 15,-2 3 1-15,-8-3 0 16,0-1 0-16,-2 1 0 16,-1-3 0-16,3 0 0 0,-7 1 1 15,3-6 0-15,1 0 0 16,0 1-1-16,0-4 0 16,-1-3 1-16,3 3-1 15,-3-3 0-15,1-1 0 0,3-3 0 16,-2-2 0-16,0-1-1 15,5-1 1-15,4 0 0 16,-2-3 0-16,2 0 0 0,6 0 0 16,0 0 0-16,4-3 0 15,3 0 0-15,0-1 0 16,10-4 0-16,-1 1-2 16,11 0 1-16,4-6-2 0,5 1 1 15,5 0-1-15,3-1 1 16,9-2-1-16,0-2 2 15,7 2-2-15,-4-3 2 16,8 3 0-16,3-2 0 16,4-3 2-16,3 3-1 0,6-5 0 15,3-1 0-15,4 2 0 16,7-2 0-16,5-2 1 16,2 1-1-16,5-1 0 15,5 0 1-15,4 0-1 0,0-2 1 16,9 0 1-16,0-1-2 15,3 1 1-15,6-3 0 16,3 1 0-16,-2 1-1 16,7-1 1-16,-2-4 0 0,2 1 0 15,3 0-1-15,1 0 1 16,4-3-1-16,-1 3 0 16,1-2 1-16,5 0-1 15,2 1 1-15,-1 0 0 16,4 1 1-16,0 2 0 0,2-2 0 15,0 0 1-15,0-1 0 16,2 4 0-16,3-3-1 16,1-1 1-16,3 1-1 0,1 0 0 15,5 0 0-15,-3 0-1 16,1-3-1-16,4 1-1 16,1-1 1-16,4 0 0 15,-5-2-1-15,11 2 1 0,-5-3-1 16,1 5 1-16,5-2 0 15,1 2 0-15,-2 1-1 16,4 0 2-16,-2-1-1 16,4 4 0-16,-1-1 0 0,5 4 0 15,-1-2 0-15,2 0 0 16,7 5 1-16,0-2-1 16,4 0 0-16,-1 0 0 15,6 0 0-15,0 0 0 16,2 3 1-16,-2-1-1 0,2 4 0 15,-7-1 0-15,-3 8 0 16,-7 1-1-16,-5 4-1 16,-8 0-6-16,-4 7-21 15,6 4-51-15,-29-4-1 0</inkml:trace>
  <inkml:trace contextRef="#ctx0" brushRef="#br0" timeOffset="42366.4">14544 8254 184 0,'0'0'8'0,"0"0"3"16,0 0 5-16,0 0-1 15,0 0 2-15,0 0 1 16,0-10 0-16,0 10 0 0,18-7-7 16,-2 2-2-16,5-3-4 15,6 1-2-15,8-3 0 16,12-3-1-16,5 1-1 0,8-1 0 16,8-1 0-16,8-1 0 15,9-3-1-15,4 3 1 16,8-1-1-16,9-4 1 15,2-2-1-15,9 1 1 0,7 1 0 16,5-2 0-16,2 3 0 16,6-6-1-16,10 2 0 15,2 1 0-15,2 3 0 16,6 1 0-16,-3-1 0 0,5 2-1 16,2 0 1-16,4 6 0 15,-4 1 1-15,3 2-1 16,-2 4 1-16,2-2 0 15,2 6-1-15,-4 0 1 16,-3 0 0-16,2 3 0 0,-5 2 0 16,-1 2 0-16,-1 3-1 15,-10 3 1-15,3-1-1 16,-11 5 2-16,0 3-1 0,-4 0 0 16,-5 2 1-16,-2 0 1 15,-4 3-3-15,-6 3 3 16,-9-1-1-16,1 0-1 15,-5-2 0-15,-7-1 0 16,-8 6 1-16,-8-3-1 0,-7 2-1 16,-10-1 0-16,-5 2 0 15,-12-2 1-15,-8 4-1 16,-7-3 1-16,-7 4-1 16,-7 0 0-16,-3-4 0 0,-8 3-1 15,-2 5 1-15,-3-8 0 16,-8 11 0-16,-5-5 0 15,-3 2 0-15,-5 0 0 0,-4 3 1 16,-7-4 1-16,-3 2-1 16,-4-1 1-16,-6 0-1 15,-2 1 1-15,-10-4-1 16,-1 3 0-16,-4-4 0 16,0 1 0-16,-5 1-1 0,-4-3 0 15,-6 0 0-15,-6 1 0 16,-1-4 0-16,-8 1 0 15,-5 0-1-15,-8-3 1 0,-3 3 0 16,-5-5 0-16,1-4 0 16,-4 4 1-16,-3-5-1 15,-3 3 1-15,-5-3-1 16,-5 0 1-16,2-3 0 16,-3 0 0-16,-9 0 1 0,1 1-1 15,-6-3-1-15,-4 2 1 16,-1-2-1-16,-5-1 1 15,1 2-1-15,-5-4 1 0,4 1-1 16,-5-4 0-16,8 2 1 16,-2-2-1-16,-1 1 1 15,3-3-1-15,0-2 0 16,2 3 0-16,-2-6-1 0,3 3 1 16,5-2 0-16,-4-3 0 15,4 0-1-15,6-3 1 16,4 1-1-16,-2-5 1 15,12-1-1-15,4-2 1 0,4 0 0 16,6-3-1-16,4-1 1 16,9-4-1-16,5 1 1 15,7-3-1-15,10-4 1 16,0 2 0-16,5-6 0 0,7 1-1 16,6-4 2-16,6 0-1 15,7 1 0-15,5-3 1 16,6-1-1-16,6 2 1 15,7-2 0-15,2-4 0 16,8 4-1-16,1-1 1 0,4-2 0 16,4 5-1-16,3-6 1 15,0 4 0-15,7-3-1 16,1 4 1-16,5-1 0 0,4-1 0 16,1 0 0-16,7 1 0 15,7-1 0-15,2 3 0 16,8-3 0-16,8-4 1 15,8 1 0-15,9-2-1 0,2 3 1 16,13 0-1-16,5-1 0 16,4 5 1-16,10 0-2 15,0 4 0-15,4 1-1 16,1 3-1-16,2 3-2 0,-4 3-5 16,-3 1-21-16,-2 3-43 15,-1 0-3-15</inkml:trace>
  <inkml:trace contextRef="#ctx0" brushRef="#br1" timeOffset="53616.55">7644 13327 269 0,'0'0'6'0,"0"0"4"0,-7-9 2 15,7 9 2-15,-13-13 2 0,13 13 0 16,-17-18 2-16,5 9 2 16,-1 2-4-16,1 0-4 15,0-2-3-15,-6 1-1 16,2 1-1-16,-3 0 0 15,-1 2-2-15,-5 0 0 0,1 0-1 16,-4 1 0-16,-1 1-1 16,-1 0 1-16,2 1-1 0,-4-1 0 15,2 3-1-15,-2 0 0 16,-3 3-1-16,1 5 1 16,-2-1-1-16,1 2 0 15,1 8 0-15,-3 1-1 0,7 2 1 16,-5 3-1-16,0-1 0 15,6 2 0-15,-1 1 0 16,1 0-1-16,8 3 1 16,-2-4-1-16,4 3 0 0,3 1 1 15,2 1-1-15,3 1 1 16,2 0-1-16,4-1 1 16,2-1 0-16,-1 4 1 15,4-2 0-15,0-1 0 16,0 6 0-16,0-4 0 15,2 5 0-15,3-3 0 0,-5 3 1 16,5-3-1-16,-1 4 0 16,5 0-2-16,-2-2 1 0,-2 1 0 15,4-3 0-15,2-1-1 16,1 0 1-16,2-2-1 16,2-1 1-16,-2-5 0 15,2 0 0-15,4 1 0 0,-1-5 0 16,4-1 0-16,-3 1 1 15,4-3-1-15,1-3 0 16,3 3 1-16,-3-1-1 16,4-1 1-16,-1-2-1 0,-1-1 0 15,1 1-1-15,-4-1 1 16,6-2 0-16,-5 0 0 16,0-1 0-16,2 0 0 15,-2-5 1-15,5-2-1 16,-4 1 1-16,2-3-1 15,2 0 1-15,0-3-1 0,2-2 0 16,0 0 1-16,4-2-1 16,-6-3 1-16,2 0-1 15,0 0 1-15,-2 1-1 0,2-4 0 16,1 3 0-16,-6-5 0 16,3 0 1-16,0 3-1 15,-2-3 0-15,2-2 0 16,0 2 0-16,0-5 0 0,0 0 0 15,-3 3 0-15,1-5 0 16,-3 0 1-16,-3-3-1 16,-2-3 1-16,-2-1 1 15,-4-1-1-15,-1-6 1 16,-1 3-1-16,-2-4 1 0,-5-1-1 16,3-1 1-16,-5 2-2 15,1-1 1-15,-4 2 0 16,0-2 1-16,-4 1-2 0,1 0 0 15,-7-1 0-15,-1-1 0 16,-3 2 0-16,-4-1 0 16,1-4 0-16,-3 4 0 15,0-3 0-15,-4 1 0 0,-1 6 0 16,-3-3 0-16,1 4 0 16,-5 4 0-16,-1-1 0 15,-1 6 0-15,-7 0 0 0,-2 3 0 16,0 3 0-16,-7 4 0 15,0 1 0-15,1 3 0 16,-4 5 0-16,1 3 0 16,3 2 0-16,-1 2 0 15,10 3 0-15,1 1 0 0,3 3 0 16,10-1 0-16,8 4-20 16,2 10-60-16,9-10-9 15</inkml:trace>
  <inkml:trace contextRef="#ctx0" brushRef="#br1" timeOffset="68599.72">18696 16236 322 0,'0'0'6'0,"0"0"4"16,0 0 2-16,0 0 1 0,0 0 3 16,0 0 2-16,0 0 0 15,-2-10 2-15,2 10-6 16,0 0-3-16,0 0-1 15,-10-10-2-15,10 10-1 0,0 0-1 16,-13-3-2-16,13 3 0 16,-12 0-1-16,12 0-1 15,-12 0 0-15,1 0-1 16,11 0 0-16,-14 0 0 16,3 0-1-16,4 3 2 0,-4-1-2 15,-1 1 0-15,3 2 0 16,-6-2 0-16,-1 1 0 15,5 0 0-15,-5 2 0 0,2-1 0 16,-1 2 0-16,0-1 0 16,0-2 0-16,3 4 0 15,2-1 0-15,-3 0 0 16,6-1 0-16,0-1 0 0,7-5 0 16,-16 12 0-16,16-12 0 15,-12 13 0-15,12-13 0 16,-15 11 0-16,15-11 0 15,-15 14 0-15,15-14 0 0,-13 14 0 16,13-14 0-16,-12 15 0 16,12-15 0-16,-12 12 0 15,12-12 0-15,-10 15 0 16,5-5 0-16,5-10 0 16,-10 15 0-16,8-2 0 0,-3-4 0 15,3 1 0-15,-4 0 0 16,3 0 0-16,3-3 0 15,0-7 0-15,-2 16 0 0,2-16 0 16,0 12 0-16,0-12 0 16,0 10 0-16,0-10 0 15,0 11 0-15,0-11 0 16,2 11 0-16,-2-11 0 0,5 10 0 16,-5-10 0-16,8 12 0 15,-8-12 0-15,8 13 0 16,-8-13 0-16,7 10 0 15,-7-10 0-15,13 12 0 16,-13-12 0-16,12 10 0 0,-12-10 0 16,12 8 0-16,-12-8 0 15,13 8 0-15,-13-8 0 16,14 13 0-16,-14-13 0 16,13 8 0-16,-13-8 0 0,15 15 0 15,-15-15 0-15,15 9 0 16,-15-9 0-16,17 8 0 15,-10-5 0-15,4 2 0 0,-4-4 0 16,3-1 0-16,-2 6 0 16,-8-6 0-16,19 5 0 15,-12-3 0-15,-7-2 0 16,16 3 0-16,-16-3 0 16,20 2 0-16,-10 0 0 15,-4-2 0-15,6 0 0 0,0 0 0 16,-3 0 0-16,-2 0 0 15,4 0 0-15,-11 0 0 16,14-2 0-16,-3 0 0 16,-11 2 0-16,17-8 0 0,-10 6 0 15,4 0 0-15,-4-2 0 16,5 3 0-16,-1-2 0 16,-2 1 0-16,0-1 0 0,2 3 0 15,-1-3 0-15,0-2 0 16,0 5 0-16,2-2 0 15,-2-3 0-15,3 3 0 16,-4-1 0-16,5-2 0 16,-5 0 0-16,3 0 0 0,-1 0 0 15,-2-2 0-15,3 1 0 16,-1-1 0-16,1 0 0 16,-2 2 0-16,3-1 0 0,-4-1 0 15,3 3 0-15,-3-4 0 16,-9 8 0-16,13-14 0 15,-13 14 0-15,16-13 0 16,-16 13 0-16,12-17 0 0,-12 17 0 16,12-17 0-16,-6 7 0 15,0 2 0-15,3-2 0 16,-5-2 0-16,1 2 0 16,1 0 0-16,-4-2 0 0,3 1 0 15,-2 2 0-15,-1-1 0 16,0 0 0-16,1-2 0 15,-3 4 0-15,0-2 0 16,0 0 0-16,0 10 0 0,0-15 0 16,0 15 0-16,0-14 0 15,0 14 0-15,-3-14 0 16,3 14 0-16,-4-11 0 16,4 11 0-16,-5-15 0 15,5 15 0-15,-5-15 0 0,5 15 0 16,-11-17 0-16,11 17 0 15,-7-15 0-15,7 15 0 16,-12-12 0-16,12 12 0 0,-10-10 0 16,10 10 0-16,-15-13 0 15,15 13 0-15,-15-10 0 16,15 10 0-16,-15-9 0 16,6 6 0-16,-2-2 0 15,4 2 0-15,-5-2 0 0,1 1 0 16,-1 1 0-16,-1-1 0 15,1 0 0-15,0-1 0 16,-1 0 0-16,-1 3 0 0,-2 0 0 16,-1-3 0-16,2 3 0 15,-2-1 0-15,2 3 0 16,-2-2 0-16,2-2 0 16,0 4 0-16,-3 0 0 0,4 0 0 15,-2 0 0-15,0 0 0 16,0 0 0-16,2 0 0 15,-2 0 0-15,0 0 0 16,0 4 0-16,2-2 0 0,-4 1 0 16,6 1 0-16,-4-1 0 15,2-1 0-15,1 4 0 16,-1-5 0-16,0 4 0 16,0 1 0-16,1-1 0 0,0 2 0 15,0-2 0-15,-3 3 0 16,2-4 0-16,-2 4 0 15,0 2 0-15,2-3 0 16,0 1 0-16,1-1 0 0,-1 3 0 16,3 0 0-16,1-1 0 15,10-9 0-15,-14 18 0 16,14-18 0-16,-11 15 0 16,11-15 0-16,-2 17 0 0,2-17 0 15,-5 15 0-15,5-2 0 16,0-3 0-16,0 2 0 15,0 0 0-15,0 1 0 16,0 2 0-16,0-3 0 16,3 1 0-16,1 1 0 0,-1-2 0 15,3 1 0-15,-2-3 0 16,0 3 0-16,4-1 0 16,-3-2 0-16,0 1 0 15,3 2 0-15,-1-3 0 0,-2 0 0 16,2-3 0-16,-4 3 0 15,-3-10 0-15,15 15 0 16,-8-5 0-16,-7-10 0 0,10 11 0 16,-10-11 0-16,18 11 0 15,-18-11 0-15,14 15 0 16,-14-15 0-16,16 10 0 16,-16-10 0-16,14 10 0 0,-14-10 0 15,13 10 0-15,-13-10 0 16,17 5 0-16,-17-5 0 15,15 8 0-15,-5-7 0 16,-3 5 0-16,4-4 0 16,-4 1 0-16,3-1 0 0,0 1 0 15,0-3 0-15,0 0 0 16,-2 2 0-16,4-2 0 16,0 0 0-16,-2 0 0 15,0 0 0-15,0 0 0 0,5 0 0 16,-3 0 0-16,-1-2 0 15,1-1 0-15,2 1 0 16,2 2 0-16,-2-3 0 16,4-1 0-16,0-1 0 0,-4 2 0 15,4 1 0-15,-1-1 0 16,-2-2 0-16,0 2 0 16,0-1 0-16,-4-1 0 15,6 0 0-15,-3-3 0 0,4 1 0 16,-1 0 0-1,-2-2 0-15,2 1 0 0,3-3 0 16,-3 1 0-16,-2 3 0 16,2-5 0-16,1-1 0 0,-4 3 0 15,4 0 0-15,0-3 0 16,-1 2 0-16,-2 1 0 16,0-1 0-16,-2 2 0 15,1-1 0-15,-5 3 0 0,2-1 0 16,-11 8 0-16,12-15 0 15,-12 15 0-15,10-14 0 16,-10 14 0-16,6-11 0 16,-6 11 0-16,0-9 0 15,0 9 0-15,2-13 0 0,-2 13 0 16,0-12 0-16,0 12 0 16,0-13 0-16,0 13 0 15,-6-12 0-15,6 12 0 16,-4-13 0-16,4 13 0 0,-5-10 0 15,5 10 0-15,0 0 0 16,-10-9 0-16,10 9 0 16,0 0 0-16,-7-10 0 15,7 10 0-15,-11-6 0 0,11 6 0 16,0 0 0-16,-12-9 0 16,12 9 0-16,-9-10 0 15,9 10 0-15,-11-7 0 0,11 7 0 16,-7-15 0-16,7 15 0 15,-12-12 0-15,12 12 0 16,-13-13 0-16,13 13 0 16,-17-15 0-16,11 8 0 0,6 7 0 15,-18-18 0-15,12 8 0 16,6 10 0-16,-18-12 0 16,11 2 0-16,-2 3 0 15,-3-1 0-15,3 0 0 16,2 1 0-16,-6 0 0 0,3 0 0 15,-5 2 0-15,5-1 0 16,1 2 0-16,-4-1 0 16,3 2 0-16,-2-2 0 0,2 3 0 15,0-4 0-15,-2 4 0 16,-4 0 0-16,4-1 0 16,-3 1 0-16,-2-1 0 15,-1 1 0-15,-2 2 0 16,-1 0 0-16,-2 0 0 0,-2 0 0 15,2 0 0-15,-1 0 0 16,-1 0 0-16,0 2 0 16,0 1 0-16,6-1 0 15,-4 3 0-15,3 0 0 0,-3 0 0 16,6 3 0-16,2-3 0 16,2 2 0-16,2 1 0 15,-2 2 0-15,3-1 0 16,3 3 0-16,-4 1 0 0,4 5 0 15,-2-1 0-15,-2 3 0 16,1 1 0-16,6 0 0 16,-6 1 0-16,2 3 0 15,3-3 0-15,0 0 0 0,-2-2 0 16,5 0 0-16,-1-3 0 16,3 3 0-16,0-3 0 15,0-2 0-15,0 0 0 16,3-2 0-16,4 2 0 15,-2-4 0-15,2 2 0 0,-1-3 0 16,1 0 0-16,0-3 0 16,3 3 0-16,-10-10 0 0,18 15 0 15,-9-8 0-15,4-1 0 16,-3-2 0-16,4 1 0 16,-1-2 0-16,-1 0 0 15,-1 1 0-15,1-1 0 16,-3 0 0-16,2-1 0 0,-11-2 0 15,12 2 0-15,-12-2 0 16,0 0 0-16,0 0 0 16,7 0 0-16,-7 0 0 15,0 0 0-15,0 0 0 0,0 0 0 16,0 0-48-16,-7-13-45 16,7 13-5-16</inkml:trace>
  <inkml:trace contextRef="#ctx0" brushRef="#br1" timeOffset="70049.77">18593 16035 303 0,'0'0'4'15,"0"0"2"-15,0 0 3 16,0 0 2-16,0 0 2 16,0 0 2-16,0 0 3 0,0 0 1 15,0 0-3-15,0 0-2 16,0 0-1-16,0 0-3 15,0 0 0-15,0 0-2 16,0 0-1-16,-1-5-1 0,1 5 0 16,-5-15-1-16,5 2-1 15,-2-2 1-15,-2-4-1 16,2-1-1-16,-3-10-1 0,0 4-2 16,1-10 0-16,-4 2 0 15,0-11 0-15,0 1 0 16,4-8 0-16,-6-2 0 15,6-7 0-15,-7-3 0 16,4-5 0-16,0-3 0 0,-2-2 0 16,2-5 0-16,0-3 0 15,0-5 0-15,-4 0 0 16,4-2 0-16,0-5 0 16,0 0 0-16,2-2 0 15,-6-4 0-15,4 1 0 0,2-3 0 16,0 3 0-16,0 0 0 15,2-3 0-15,-4 7 0 16,1-5 0-16,2 3 0 0,-5 4 0 16,0 1 0-16,0 0 0 15,-1 5 0-15,-1 4 0 16,0-3 0-16,-5 10 0 16,6 2 0-16,1 2 0 0,-4 3 0 15,3 4 0-15,1 7 0 16,1 5 0-16,3 6 0 15,0-1 0-15,0 11 0 16,3 3 0-16,-2 9 0 16,0 2 0-16,2 4 0 0,2 6 0 15,-2 1 0-15,2 12 0 16,-4-10 0-16,4 10 0 16,0 0 0-16,0 0 0 0,0 0 0 15,0 0 0-15,0 0 0 16,0 0 0-16,0 0 0 15,0 0 0-15,0 0-2 16,0 0-59-16,0 0-27 0,0 0-2 16</inkml:trace>
  <inkml:trace contextRef="#ctx0" brushRef="#br1" timeOffset="70954.45">17956 12291 339 0,'0'0'7'16,"0"0"3"-16,-3-9 3 16,3 9 3-16,-2-7 0 0,2 7 1 15,-3-10 3-15,3 10-3 16,0 0-5-16,0 0-3 16,0 0-3-16,-9 10-2 0,9 9-2 15,0 6-1-15,0 8-1 16,0 4 0-16,5 10 1 15,-1 0-1-15,4 3 0 16,-4-1 0-16,1 0 0 0,1 1 0 16,-1-6 0-16,0 1 1 15,-4-6 0-15,-1-1-1 16,0-7 1-16,0 0-1 16,0-9 1-16,0 0-1 15,0-7 0-15,0-2 0 0,0-4-1 16,0-9-1-16,0 13 1 15,0-13-2-15,0 0 0 16,0 0-1-16,0 0-3 0,-9-6-4 16,9-2-7-16,-2-5-10 15,0-7-36-15,2 3-17 16</inkml:trace>
  <inkml:trace contextRef="#ctx0" brushRef="#br1" timeOffset="72049.92">17916 12228 114 0,'0'0'7'0,"0"0"6"16,-2-13 3-16,2 13 5 0,0 0 3 15,-3-10 2-15,3 10 2 16,0 0 2-16,0 0-6 16,0 0-3-16,0 0-3 0,0 0-3 15,0 0-1-15,0 0-2 16,0 0-2-16,0 0-2 15,0 0 0-15,0 0-1 16,0 0 0-16,0 0 0 0,10-8 1 16,2 6-3-16,3 2 1 15,2-5 0-15,0 4-1 16,9-3 0-16,-1 0-2 16,3 1 0-16,1 0 0 15,0-1 0-15,4 1 0 0,2 0-1 16,-5 2 0-16,2-2-1 15,0 0 1-15,-6-2-2 16,0 3 1-16,-3-2 0 16,-3 3-1-16,-6-2 0 0,-3 3 1 15,-11 0 0-15,12 0 0 16,-12 0 1-16,0 0 0 16,0 0 0-16,0 0 1 0,0 0 1 15,0 0-1-15,0 0 0 16,0 0-3-16,0 0 0 15,0 0 0-15,0 0 0 16,0 0 0-16,0 0 0 0,0 0 0 16,0 0 0-16,0 0 0 15,0 8 0-15,0 2 0 16,2 1 0-16,1 10 0 16,-1 1 0-16,3 8 0 0,1 2 0 15,-1 3 0-15,-1 6 0 16,4 2 0-16,-1 1 0 15,1 1 0-15,-1 3 0 16,-2-2 0-16,2-2 0 16,-2 1 0-16,-3-2 0 0,4-4 0 15,-3-2 0-15,-1-2 0 16,0-5 0-16,1-4 0 16,-3-1 0-16,2-2 0 15,-2-3 0-15,0-5 0 0,0-4 0 16,0 0 0-16,0-11 0 15,0 14 0-15,0-14 0 16,0 9 0-16,0-9 0 0,0 0 0 16,0 0 0-16,0 9 0 15,0-9 0-15,0 0 0 16,0 0 0-16,0 0 0 16,0 0 0-16,0 0 0 0,0 0 0 15,0 0 0-15,0 0 0 16,0 0 0-16,0 0-7 15,0 0-5-15,0 0-11 16,0 0-49-16,-2-7-14 0</inkml:trace>
  <inkml:trace contextRef="#ctx0" brushRef="#br1" timeOffset="73816.13">18123 12019 174 0,'0'0'7'0,"0"0"5"0,0 0 6 16,4 3 5-16,-4-3 3 15,0 0 3-15,10 2 1 16,-10-2 1-16,0 0-4 0,0 0-4 16,0 0-6-16,7-5-3 15,-7 5-3-15,0-10-1 16,0 10-2-16,0-18 1 16,0 7-1-16,0-7 0 0,0 3-1 15,0-4 0-15,0-3-1 16,0-1 0-16,0-2-6 15,0 0 0-15,0-2 0 16,0-3 0-16,-2 3 0 0,-1-3 0 16,1 1 0-16,-3-1 0 15,0 1 0-15,3-5 0 16,0 3 0-16,-2-4 0 16,4 5 0-16,-2-3 0 0,2-1 0 15,0 3 0-15,0 0 0 16,-3 2 0-16,3 2 0 15,-2 0 0-15,2 0 0 16,-5 2 0-16,5 2 0 0,-5-2 0 16,1 1 0-16,1 4 0 15,-2-3 0-15,2 4 0 16,1-3 0-16,-1 5 0 0,1-4 0 16,-1 2 0-16,3 1 0 15,-2 4 0-15,2-4 0 16,0 1 0-16,-2-1 0 15,-1 5 0-15,3-1 0 16,-2 2 0-16,2-4 0 0,-4 2 0 16,4 1 0-16,-1-1 0 15,1-1 0-15,0 2 0 16,0 1 0-16,0-2 0 16,0-1 0-16,0-1 0 0,-2 1 0 15,2 3 0-15,-4-2 0 16,4-2 0-16,-2 4 0 15,-1-3 0-15,3 3 0 16,-2-1 0-16,2 1 0 0,0-3 0 16,0 2 0-16,-3-1 0 15,3-1 0-15,0 0 0 16,0 0 0-16,0-3 0 16,0 1 0-16,0 1 0 0,0-2 0 15,0 0 0-15,0-1 0 16,0 1 0-16,0-4 0 15,0 5 0-15,-2-2 0 16,2-2 0-16,-2 2 0 16,-1-2 0-16,1 1 0 0,-1 1 0 15,1 0 0-15,0 1 0 16,-2 3 0-16,2 0 0 16,-3 2 0-16,0 4 0 0,5 9 0 15,-5-16 0-15,5 16 0 16,0 0 0-16,-4-9 0 15,4 9 0-15,0 0 0 16,0 0 0-16,0 0 0 0,0 0 0 16,0 0 0-16,0 0 0 15,0 0 0-15,0 0 0 16,0 0 0-16,0 0 0 0,0 0 0 16,0 0 0-16,0 0 0 15,0 0 0-15,0 0 0 16,0 0 0-16,-3-10 0 15,3 10 0-15,0 0 0 0,0-7 0 16,0 7 0-16,0 0 0 16,3-11 0-16,-3 11 0 15,0 0 0-15,0 0 0 16,0 0 0-16,0 0 0 0,0 0 0 16,0 0 0-16,0 0 0 15,0 0 0-15,0 0 0 16,0 0 0-16,0 0 0 15,0 0 0-15,0 0-3 16,0 0-10-16,0 0-13 0,4 6-41 16,-4-6-20-16</inkml:trace>
  <inkml:trace contextRef="#ctx0" brushRef="#br1" timeOffset="75032.88">17921 9668 331 0,'0'0'6'0,"0"0"3"0,0 0 3 16,0 0 3-16,0 0 2 0,0 0 1 16,-3-5 1-16,3 5 0 15,0 0-4-15,-14-7-2 16,14 7-4-16,-8-5-2 16,8 5-3-16,-15-5 0 0,5 5-1 15,-2 0-1-15,0 0-1 16,-6 3 1-16,0-1-1 15,-1 3 1-15,-4 0 0 16,3 0-2-16,-2 0 0 0,2 2 0 16,-3 3 0-16,3-2 0 15,3 2 0-15,3-1 0 16,1 4 0-16,-1-1 0 16,1 3 0-16,3 2 0 0,3 1 0 15,-4-1 0-15,6 2 0 16,0 2 0-16,3-1 0 15,2 0 0-15,0-1 0 16,0 1 0-16,5 3 0 0,2-7 0 16,4 5 0-16,3-4 0 15,2 0 0-15,3-2 0 16,1-5 0-16,3 0 0 16,4-3 0-16,1 0 0 15,1-4 0-15,1 1 0 0,-1-4 0 16,4 3 0-16,0-3 0 15,-1 0 0-15,-2 0 0 16,2 0 0-16,-2-3 0 0,-4 2 0 16,4-5 0-16,-2 2 0 15,-1-4 0-15,0 4 0 16,-2-4 0-16,1 0 0 0,-1-1 0 16,-6-1 0-16,3-1 0 15,-1 4 0-15,-5-5 0 16,-2 2 0-16,0 0 0 15,-2 0 0-15,-1-2 0 16,-2-1 0-16,-2 1 0 0,2-3 0 16,-2 3 0-16,-5-3 0 15,1 0 0-15,-3-2 0 16,0-4 0-16,0 5 0 16,-5-1 0-16,-2-1 0 0,-2-2 0 15,0 2 0-15,-1 2 0 16,-5 1 0-16,-2-1 0 15,1 2 0-15,0 1 0 16,0 6 0-16,-6-3 0 0,0 5 0 16,2-3 0-16,-1 4 0 15,0 1 0-15,-7 1 0 16,1 2 0-16,0-3 0 0,-1 3 0 16,-2 0 0-16,3 0 0 15,-3 0 0-15,0 3 0 16,5-1 0-16,-1 1 0 15,-2-1 0-15,1 4 0 0,-1-2 0 16,1 4 0-16,2-1 0 16,2-2 0-16,2 2 0 15,-2 3 0-15,8-2 0 16,0-1 0-16,3 3 0 16,1-2 0-16,7 2 0 15,-2 1 0-15,6 0 0 0,8 8 0 16,7-1-47-16,7-5-46 15,5 1-3-15</inkml:trace>
  <inkml:trace contextRef="#ctx0" brushRef="#br1" timeOffset="76550.13">19265 15968 399 0,'0'0'5'16,"0"0"3"-16,0 0 1 0,0 0 2 15,0 0 2-15,0 0 0 16,0 0 0-16,-2 5 1 16,2-5-5-16,0 0-2 15,0 0-2-15,0 10-2 0,0-10-1 16,0 13-2-16,0 1 0 15,0-4 0-15,5 7 0 16,-3-2 0-16,1 6 0 0,-3-4 0 16,2-1 0-16,3 5 0 15,-3-1 0-15,3 0 0 16,1-1 0-16,-4 1 0 16,6 0 0-16,-4 0 0 0,4-4 0 15,-4-1 0-15,5 1 0 16,-2-4 0-16,0-2 0 15,0-1 0-15,-7-9 0 16,13 16 0-16,-13-16 0 16,17 8 0-16,-6-7 0 0,-2 2 0 15,-2-3 0-15,4 0 0 16,1 0 0-16,0 0 0 16,-1-3 0-16,1-1 0 15,3 1 0-15,-3-2 0 0,4 2 0 16,-7-4 0-16,6 3 0 15,-5-4 0-15,1 1 0 16,-11 7 0-16,13-18 0 0,-7 5 0 16,1 4 0-16,-2-1 0 15,0-2 0-15,-3-1 0 16,3-2 0-16,-2 3 0 16,0-1 0-16,-3-1 0 15,0-2 0-15,0 2 0 0,0-1 0 16,0-2 0-16,0-1 0 15,0-1 0-15,-6-2 0 16,1 2 0-16,1 2 0 16,-1-1 0-16,0-1 0 0,0 6 0 15,-1-2 0-15,-1 5 0 16,1-2 0-16,6-1 0 16,-3 6 0-16,3 7 0 15,-5-14 0-15,5 14 0 0,-3-9 0 16,3 9 0-16,0 0 0 15,0 0 0-15,0 0 0 16,0 0 0-16,0 0 0 0,0 0 0 16,0 0 0-16,-2-9 0 15,2 9 0-15,0 0 0 16,0 0 0-16,0 0 0 16,0 0 0-16,0 0 0 15,0 0 0-15,0 0 0 16,0 0 0-16,0 0 0 0,0 0 0 15,0 0 0-15,2 4 0 16,6 1-89-16,-8-5-7 16</inkml:trace>
  <inkml:trace contextRef="#ctx0" brushRef="#br1" timeOffset="78265.98">18863 12398 408 0,'0'0'7'0,"0"0"4"16,2-15 1-16,-2 15 3 15,5-12 1-15,-5 12 1 0,5-9 1 16,-5 9-11-16,5-10-7 16,-5 10 0-16,0 0 0 15,7 17 0-15,-1 0 0 16,-4 5 0-16,3 3 0 15,2 7 0-15,-2 3 0 0,2-1 0 16,4-4 0-16,-4 3 0 16,3-7 0-16,0-1 0 15,-2-2 0-15,1-3 0 0,-4-5 0 16,1-3 0-16,-4-5 0 16,-2-7 0-16,3 8 0 15,-3-8 0-15,-3-5 0 16,-3-5 0-16,2-5 0 0,-4-7 0 15,1-3 0-15,-8-8 0 16,3-1 0-16,2-3 0 16,-3 0 0-16,6 0 0 0,-3 2 0 15,2 3 0-15,3-1 0 16,5 8 0-16,11 4 0 16,-4 1 0-16,5-1 0 15,1 7 0-15,2-1 0 16,5 8 0-16,-1-1 0 15,1 6 0-15,0 2 0 0,2 0 0 16,-4 7 0-16,0 3 0 16,1 3 0-16,-6 1 0 15,-1 4 0-15,-2-3 0 0,-2 2 0 16,-3-3 0-16,-5 2 0 16,0 1 0-16,-5-2 0 15,-6 0 0-15,-1-3 0 16,-4 0 0-16,-2 4 0 0,-3-4 0 15,5-5 0-15,-2 1 0 16,2-1 0-16,2-4 0 16,2-1 0-16,12-2 0 15,-11 0 0-15,11 0 0 0,0 0 0 16,0 0 0-16,0 0 0 16,-12 0 0-16,12 0 0 15,0 0 0-15,0 0-90 16,0 0-3-16</inkml:trace>
  <inkml:trace contextRef="#ctx0" brushRef="#br1" timeOffset="82100.08">18793 9715 404 0,'0'0'5'0,"0"0"3"0,0 0 2 16,0-12 1-16,0 12 3 16,-3-15 0-16,1 8 1 15,2 7 0-15,-10-15-5 0,10 15-5 16,-18-10-5-16,6 8 0 16,-1 2 0-16,-3 4 0 15,-3 4 0-15,1 4 0 0,-5 3 0 16,5 3 0-16,1-1 0 15,2 0 0-15,5 0 0 16,3 3 0-16,5-5 0 16,2-2 0-16,7 2 0 0,7-3 0 15,4-2 0-15,5-3 0 16,4 3 0-16,3-2 0 16,2-1 0-16,0 1 0 15,-2-1 0-15,0-2 0 0,-6 2 0 16,-1 0 0-16,-3 1 0 15,-3 2 0-15,-4-3 0 16,-3 1 0-16,-10-8 0 16,13 15 0-16,-13-15 0 0,2 13 0 15,-2-13 0-15,-8 12 0 16,-2-8 0-16,-2 5 0 16,-8-5 0-16,-5 0 0 15,0 1 0-15,-5 1 0 0,0-4 0 16,-2 0 0-16,0 1 0 15,-1-3 0-15,6 0 0 16,-1 3 0-16,9-3 0 16,-1 0 0-16,8 0 0 0,1 0 0 15,11 0 0-15,-7 0 0 16,7 0-83-16,0 0-6 16</inkml:trace>
  <inkml:trace contextRef="#ctx0" brushRef="#br1" timeOffset="91782.76">21273 15791 308 0,'0'0'9'0,"0"0"5"0,0 0 2 0,4-6 3 16,-4 6 4-16,0 0 0 15,6-8 0-15,-6 8 2 0,0 0-9 16,0 0-4-16,0 0-2 15,0 0-3-15,-6-4-1 16,6 4-6-16,-9 1 0 16,9-1 0-16,-18 16 0 0,9-4 0 15,-4 2 0-15,3 4 0 16,-2 2 0-16,-1 5 0 16,3-2 0-16,-3 4 0 15,6 2 0-15,2-1 0 0,1-2 0 16,1-1 0-16,3 0 0 15,3-3 0-15,4 0 0 16,0-4 0-16,4-3 0 16,-2-2 0-16,7-4 0 15,-2 1 0-15,-2-2 0 0,6-3 0 16,0-3 0-16,1-2 0 16,1 0 0-16,5-2 0 15,0-5 0-15,-1-2 0 0,1 0 0 16,0-1 0-16,3-2 0 15,-6-1 0-15,2 1 0 16,-6-1 0-16,3-2 0 16,-5 1 0-16,0-4 0 0,-2 1 0 15,-4-3 0-15,0-2 0 16,-5 0 0-16,-2-1 0 16,-3-2 0-16,0 1 0 15,-8-3 0-15,1-1 0 0,-6 0 0 16,1 2 0-16,-6 4 0 15,2-3 0-15,-5 5 0 16,3 2 0-16,-6 0 0 16,7 7 0-16,-6 1 0 15,1 2 0-15,0 4 0 0,1 4 0 16,-1 0 0-16,3 2 0 16,1 5 0-16,-1-2 0 15,6 6 0-15,1-7 0 0,12-4 0 16,-16 13 0-16,16-4 0 15,0-2-56-15,5-7-38 16</inkml:trace>
  <inkml:trace contextRef="#ctx0" brushRef="#br1" timeOffset="92949.23">21271 15572 209 0,'0'0'7'0,"0"0"6"0,0 0 1 16,4 0 5-16,-4 0 0 15,0 0 2-15,10 0 0 16,-10 0 0-16,0 0-5 0,0 0-3 16,0 0-2-16,5 5-2 15,-5-5-2-15,0 0-1 16,0 10 0-16,0-10 0 15,0 0 1-15,0 0 0 0,0 0 0 16,0 0 2-16,0 0-1 16,0 0 2-16,0 0-1 15,6-15 1-15,-6 5-1 16,0-8-1-16,0-2-1 0,0-4-5 16,-6-6-2-16,1-4 0 15,0-4 0-15,-2-1 0 16,2-8 0-16,-3-3 0 15,-2-4 0-15,3-3 0 0,-3-1 0 16,2-3 0-16,-1-5 0 16,-1 0 0-16,-1-1 0 15,2-2 0-15,-3-4 0 16,-1 0 0-16,3-2 0 0,-5 1 0 16,5 0 0-16,-4 0 0 15,3-1 0-15,-1 1 0 16,2 2 0-16,0 0 0 15,0 1 0-15,3 1 0 0,-4 1 0 16,7-1 0-16,-4 6 0 16,6-1 0-16,0 4 0 15,2-1 0-15,-3 2 0 16,1 6 0-16,-1-1 0 0,3 3 0 16,-3 5 0-16,-1 2 0 15,1 6 0-15,0 2 0 16,-2 5 0-16,1 4 0 15,-1 3 0-15,-1 6 0 0,1 2 0 16,0-1 0-16,3 8 0 16,-3 0 0-16,5 10 0 15,-5-15 0-15,5 15 0 16,0 0 0-16,0-7 0 0,0 7 0 16,0 0 0-16,0 0 0 15,0 0 0-15,0 0 0 16,0 0 0-16,0 0 0 15,0 0 0-15,0 0 0 0,0 0 0 16,0 2 0-16,0-2 0 16,0 0-19-16,0 0-67 15,0 0-4-15</inkml:trace>
  <inkml:trace contextRef="#ctx0" brushRef="#br1" timeOffset="94265.97">20699 13129 211 0,'0'0'9'0,"0"0"7"0,0 0 8 16,0 0 2-16,0 0 1 15,-3-5 3-15,3 5 2 0,0-15 2 16,0 3-7-16,0-1-7 16,0-5-5-16,-2-1-2 15,-1-6-1-15,1 0-3 16,-3-4-3-16,3-3-6 0,-4-1 0 16,1-6 0-16,0 2 0 15,3-6 0-15,-3 4 0 16,3-3 0-16,-1 5 0 15,1-2 0-15,0 1 0 0,-1 1 0 16,0 1 0-16,-1 7 0 16,4-2 0-16,-4 3 0 15,4 3 0-15,-2 0 0 16,-3 6 0-16,5 4 0 16,-2-2 0-16,-1 6 0 0,3 11 0 15,-2-14 0-15,2 14 0 16,0 0 0-16,0-11 0 15,0 11 0-15,0 0 0 16,0 0 0-16,0 0 0 0,0 0 0 16,0 0 0-16,0 0 0 15,0 0 0-15,0 0 0 16,0 0 0-16,0 0 0 0,0 0 0 16,0 0 0-16,0 0 0 15,0 0 0-15,0 0 0 16,0 0 0-16,0 0 0 0,0 0 0 15,0 0 0-15,0 0 0 16,0 0 0-16,0 0 0 16,0 0 0-16,0 0 0 15,0 0 0-15,0 0 0 16,10-4 0-16,-2-1 0 0,11 2 0 16,-2-4 0-16,8 0 0 15,5-3 0-15,-3-4 0 16,8 3 0-16,-5-1 0 15,2-1 0-15,-5-2 0 0,3 3 0 16,-7 2 0-16,-9 3 0 16,4-1 0-16,-11 2 0 15,-7 6 0-15,13-1 0 16,-13 1 0-16,0 0 0 0,0 0 0 16,0 0 0-16,0 0 0 15,0 0 0-15,0 10 0 16,3-1 0-16,-1 11 0 15,1 0 0-15,4 8 0 0,1 5 0 16,7 5 0-16,-6 10 0 16,7-4 0-16,0 6 0 15,0-1 0-15,1 0 0 0,0 4 0 16,0-4 0-16,-1 2 0 16,-2-3 0-16,-1-2 0 15,-1-3 0-15,-2 0 0 16,0-4 0-16,-5-4 0 15,2-5 0-15,-4-1 0 0,-1-4 0 16,-2-2 0-16,0-6 0 16,0-1 0-16,0-5 0 15,0-11 0-15,0 14 0 16,0-14 0-16,0 0 0 0,0 0 0 16,0 0 0-16,0 0 0 15,0 0 0-15,-12-2 0 16,10-12-69-16,-3 4-21 15</inkml:trace>
  <inkml:trace contextRef="#ctx0" brushRef="#br1" timeOffset="98570.48">20001 9366 297 0,'0'0'7'0,"0"0"3"16,0-7 4-16,0 7 1 0,-6-10 3 16,6 10 4-16,-12-15-1 15,12 15 1-15,-14-10-6 16,3 5-3-16,-1 0-3 15,5 3-3-15,-4 2-2 0,2 0-1 16,-1 0-3-16,-5 5 0 16,5 4-1-16,-1 3 0 15,-1 12-1-15,0-3 0 16,-1 9 1-16,1 6 0 0,3 0-1 16,5 4 1-16,2 2 0 15,2-2 0-15,2-1 0 16,11-2 0-16,4-2 0 15,3-8 0-15,3 0 1 16,7-6-1-16,0-4 2 0,4-8-1 16,-1 1 1-16,6-10 0 15,-2 0 1-15,4-3 0 16,-2-5 0-16,-2-3 1 0,-2-6-1 16,-1 2 1-16,-4-5-1 15,-5-3-3-15,-5 2 0 16,0-7 0-16,-5-1 0 15,-8-4 0-15,-2-1 0 0,-2-3 0 16,-3-1 0-16,-8 4 0 16,1-1 0-16,-8 3 0 15,-2 2 0-15,-3 5 0 16,-2-2 0-16,-3 7 0 0,-2 0 0 16,-1 0 0-16,-6 6 0 15,1-1 0-15,-4 0 0 16,2 8 0-16,2-1 0 15,-1 5 0-15,6 3 0 0,2 0 0 16,3 8 0-16,5-1-5 16,18 3-54-16,0 9-29 15,3-1-1-15</inkml:trace>
  <inkml:trace contextRef="#ctx0" brushRef="#br1" timeOffset="99582.6">20130 9797 231 0,'0'0'5'0,"0"0"2"16,-11 0 0-16,11 0-2 15,0 0 4-15,-2 4 0 16,0 7 3-16,2 2 0 16,8 4-5-16,-1 3-1 0,5 10 3 15,-2 2 1-15,8 5-3 16,-3 2 1-16,4 6 0 16,-1 3 0-16,-1 1 0 0,3 2-1 15,-2-1 1-15,-4 7-2 16,-2 0 0-16,4 0-3 15,-4 3-1-15,-2-3 0 0,2-1-1 16,-2 1 0-16,1 0-1 16,-2-2 0-16,3-4 0 15,-1 4 0-15,-1 1 2 16,-1-5 0-16,2-2 0 16,1 4 0-16,-3-2 1 0,2 2 0 15,2-4 2-15,-1-2-1 16,-2-2-1-16,-1-1 1 15,4-1 0-15,-3-3-3 16,0-7 2-16,0 5-1 0,-3-4-1 16,-2 1-1-16,0 0 0 15,-3 0 0-15,3-1 0 16,-2 1 0-16,0-3 0 16,-1-4-1-16,1 2 2 0,-1-5-1 15,3-6 0-15,0 3 1 16,-3-4-1-16,5 1 0 15,-1-1 0-15,-1-1 0 0,0-2 0 16,2 4 0-16,-5-2 0 16,2 4 0-16,3-4 1 15,-4 3-1-15,1-1 1 16,-1-1-1-16,-1 0 0 0,3-1 0 16,-3-5 0-16,3 1 0 15,-2-4 0-15,2 1 1 16,-2 0-1-16,-3-10 0 15,2 18 0-15,-2-18 0 16,5 9 1-16,-5-9-2 0,2 10 0 16,-2-10-1-16,0 0-4 15,0 8-14-15,0-8-57 16,0 0 0-16</inkml:trace>
  <inkml:trace contextRef="#ctx0" brushRef="#br1" timeOffset="100349.56">20741 9351 395 0,'0'0'5'0,"0"0"1"16,-10-9 3-16,10 9 0 0,-15-8 1 16,5 3 1-16,-2 0-1 15,-3 3 0-15,-5 2-3 16,1 2-4-16,3 3-1 0,-4 8-1 16,6 1 0-16,1 4-2 15,1-1 1-15,5 3 0 16,4 0 1-16,3 2 0 15,4-1 0-15,9-2 1 0,5 0 0 16,3 1 1-16,8-2 0 16,2-1 0-16,7-2-1 15,-1-3 0-15,0 3 0 16,0-3-1-16,-4 0 0 0,-4-1 0 16,-4 1-1-16,-4 0 1 15,-9 1 0-15,-7-1 0 16,-3 2 0-16,-4 3 1 15,-10-4 0-15,-6 0-2 16,-10 2 0-16,-2-2 0 0,-2-4 0 16,2 4 0-16,-7-3-3 15,5-1-9-15,0-2-27 16,4 2-45-16,9-5-2 16</inkml:trace>
  <inkml:trace contextRef="#ctx0" brushRef="#br1" timeOffset="101167.61">21392 12352 421 0,'0'0'4'0,"0"0"1"0,0 0 0 16,0 0 1-16,0 7-1 15,0 3 1-15,0 4-1 16,0 6 1-16,5 3-5 0,2 4-1 16,-2 3 1-16,6 3-1 15,-2 3 0-15,3-6 0 16,-3 2 0-16,0-7 0 15,-4-3 1-15,0-5-1 0,0-2 2 16,-5-15 1-16,5 13 1 16,-5-13 0-16,0 0 1 15,-3-9 0-15,-2-2 0 16,-2-7 0-16,-3-4 0 16,0-8-1-16,-5-4-1 0,0-4-3 15,5-1 0-15,-2 2 0 16,8 0 0-16,0 4 0 15,4 6 0-15,4 5 0 16,5 5 0-16,6 1 0 0,2 9 0 16,8 5 0-16,-5 2 0 15,7 2 0-15,-7 8 0 16,5 5 0-16,-8 3 0 0,-1 1 0 16,-7 3 0-16,-4 1 0 15,-5 0 0-15,-5-2 0 16,-14 2 0-16,4-3 0 15,-10-3-9-15,2 4-12 0,-1 2-62 16,1-8-4-16</inkml:trace>
  <inkml:trace contextRef="#ctx0" brushRef="#br1" timeOffset="101850.46">21666 15477 406 0,'0'0'1'0,"0"0"2"0,0 0 4 0,0 0 0 15,9 10 2-15,-4 1 0 16,0 3 1-16,6 4 0 16,-4 1-1-16,5 4-3 0,1-2-2 15,4 2-1-15,1-3-2 16,1-5 0-16,1-3 1 16,5-7-1-16,-2-5 2 0,-2 0 1 15,0-10 0-15,-4-2 1 16,-2-7 1-16,-6-2-6 15,0-3 0-15,-9-6 0 16,0 2 0-16,-6-6 0 16,-6 2 0-16,0 0 0 0,-4 2 0 15,4 2 0-15,-1 6 0 16,6 5-2-16,2 2-85 16,0 3-2-16</inkml:trace>
  <inkml:trace contextRef="#ctx0" brushRef="#br1" timeOffset="103116.76">15946 9794 254 0,'0'0'8'0,"0"0"4"0,2-7 3 15,-2 7 3-15,2-12 3 16,-2 12 1-16,0-18 3 16,0 8 1-16,0 0-7 15,-4 4-3-15,4 6-4 0,-13-16-1 16,3 14-4-16,0-4-1 15,-5 5-3-15,-2 1-1 16,-1 0 0-16,-3 7-1 0,-4 1-1 16,0 3 1-16,0 4 0 15,-5 3 0-15,2 2-1 16,1 2 0-16,3 0 0 16,-1 6-1-16,2-1 1 15,3 1-1-15,3-2 0 0,4 4 0 16,6-5 0-16,2 4 1 15,3-4-1-15,2 3 1 16,4-3 0-16,8-1 1 16,4-1-1-16,9-3 2 0,0-4-1 15,7 0 1-15,3-4 0 16,7-5 0-16,0-1 0 16,0-6 0-16,0 0 0 15,1 0 0-15,-3-6 0 0,-6-1-1 16,-4-3 1-16,0 2 0 15,-5-6 0-15,0-2 0 16,-3 2 0-16,-2-3 1 0,5-6-3 16,-6 1 0-16,4-8 0 15,0 3 0-15,-4-4 0 16,-4-3 0-16,-3 2 0 16,-6-2 0-16,-6 2 0 15,0 2 0-15,-13 3 0 0,1 2 0 16,-8 0 0-16,-5 5 0 15,0 4 0-15,-4-1 0 16,-1 6 0-16,-6 3 0 16,2 1 0-16,-1 4 0 0,-2 1 0 15,2 2 0-15,1 0 0 16,4 5 0-16,2 0 0 16,10 5-25-16,11 0-61 15,7-10-2-15</inkml:trace>
  <inkml:trace contextRef="#ctx0" brushRef="#br1" timeOffset="104599.75">15844 10238 242 0,'0'0'8'0,"0"0"2"0,0 0 5 15,0 0 0-15,0 0 1 0,0 0-1 16,0 0-1-16,0 0 1 16,0 5-7-16,0 8-3 15,0 5-3-15,0 8-1 16,0 4 1-16,0 8 0 0,3 1 0 16,-1 5-2-16,0 6 1 15,1-1-1-15,-1 6 1 16,1-1-2-16,-3 4 1 0,0 3-1 15,0 4 2-15,0 6 1 16,-3 2-1-16,-2-2 2 16,1 6 1-16,1 0 1 15,1 2 1-15,-7 0 1 16,5 2-1-16,-4 2 0 0,1-2 0 16,-3 4 0-16,0-7-1 15,3 2-2-15,-6-1 0 16,1-4 0-16,0 0-1 15,1-6 1-15,2-3-1 0,1-1-1 16,2 0 1-16,-1-9-1 16,2-4 0-16,1-3-1 15,1-1 0-15,1-3 1 16,-1-6-1-16,1-4 0 0,0-3 1 16,2-1-1-16,-4-5 1 15,2-7-1-15,-1-1 0 16,3-1 1-16,-2-4-1 15,2-6 0-15,0-7 1 0,-2 10 1 16,2-10 0-16,0 0 1 16,0 0-1-16,0 0-1 15,0 0-4-15,0 0-5 0,-5-15-18 16,0 3-53-16,5-1-2 16</inkml:trace>
  <inkml:trace contextRef="#ctx0" brushRef="#br1" timeOffset="107070.82">15396 12795 102 0,'0'0'5'0,"0"0"2"16,-4 2 5-16,4-2 3 0,0 0 5 16,0 0 4-16,-12 15 4 15,12-15 3-15,-9 4 0 16,9-4-3-16,0 0-3 16,-9 11-4-16,9-11-2 0,0 0-4 15,0 0-5-15,0 0-2 16,-8 10-3-16,8-10 0 15,0 0 0-15,8 7 1 16,-1-7 1-16,8 0 0 0,0 0 0 16,3 0 0-16,3 0 0 15,7 0-1-15,-1-3-2 16,1 1 0-16,1 0-1 0,-1-1 0 16,-1 1-1-16,1-3 0 15,-3 3 0-15,-6-1-1 16,1 0 1-16,-3 0-1 15,1 3-1-15,-4 0 1 16,-1 0-1-16,-1 0 0 0,-1 0 0 16,-4 0 1-16,-7 0-1 15,15 0 0-15,-15 0 1 16,0 0 0-16,0 0-1 16,8-1 1-16,-8 1 1 0,0 0-1 15,0 0 1-15,0 0 0 16,0 0-1-16,0 0 1 15,0 0 0-15,0 0-1 0,0 0 1 16,0 0-2-16,0 0 1 16,0 0-1-16,-4 10 1 15,0-1-1-15,4 6 0 16,-3 2 2-16,3 6-2 0,-2-1 0 16,2 6 0-16,0-1 0 15,0 0 0-15,0-2 0 16,2 0 0-16,1-3 0 15,-3-3-3-15,0-1 0 16,1-1-3-16,-1 1-3 0,0-6-6 16,0-2-17-16,-9 0-52 15,9-1-2-15</inkml:trace>
  <inkml:trace contextRef="#ctx0" brushRef="#br1" timeOffset="107632.93">15302 12849 292 0,'0'0'9'0,"0"0"4"0,0 0 4 16,0 0 0-16,0 0 1 0,0 0 2 16,0 0-1-16,7 5 1 15,-4 13-7-15,1 4-6 16,0 10-2-16,3 3-2 16,-2 10 0-16,4 2 0 0,0 4-1 15,-5 2-1-15,1-2 0 16,-5-1-1-16,3-6 1 15,-3 1-1-15,0-5 1 16,-5-3-1-16,-2-5 1 0,3 1 0 16,-1-11 0-16,1 0-1 15,-1-5 0-15,1-2-2 16,3-5-1-16,1-10-1 16,0 0-2-16,0 0-5 0,0 0-9 15,5-13-52-15,4 3-9 16</inkml:trace>
  <inkml:trace contextRef="#ctx0" brushRef="#br1" timeOffset="108249.72">15757 12866 315 0,'0'0'7'0,"0"0"3"0,0 0 3 0,0 0 3 16,-3-7 2-16,3 7 0 16,0 0 0-16,0 0 0 15,0 13-5-15,5 1-4 0,3 9-4 16,-4 4-2-16,4 5-1 15,0 6 0-15,-1 3-1 16,0-1 0-16,0 2 0 16,-1-5-1-16,-1 3 1 0,2-6-1 15,-4-2 1-15,-3-2-2 16,0-5-2-16,0-2-4 16,0-7-7-16,0-3-19 0,0-1-48 15,0-12-1-15</inkml:trace>
  <inkml:trace contextRef="#ctx0" brushRef="#br1" timeOffset="110316.78">15509 13018 121 0,'0'0'9'0,"0"0"5"0,0 0 4 16,0 0 1-16,0 0 4 16,0 0 3-16,0 0 0 15,0 0 3-15,2 4-7 0,-2-4-4 16,5 15-3-16,-3-2-2 15,1 2-3-15,1 3-1 16,1 3-3-16,1 4-1 0,-1 3-2 16,2 4-1-16,-2-3-1 15,0 6-1-15,-1-1-1 16,0 1 1-16,-2 5-1 16,1-5 0-16,-1 4 0 15,0 6 0-15,1-4 1 0,-3 5 0 16,0 1 1-16,0 0 0 15,0-2 0-15,0 6 0 16,0-4 0-16,0-2 1 16,0-1 0-16,0-1 0 0,0 4-2 15,0-3 1-15,0 0-1 16,0 2 1-16,5-5 0 16,-3 4 0-16,-2-3 0 15,2 1 1-15,1 1 1 0,-1-5 0 16,-2 5 1-16,2-2 0 15,-2 2 0-15,0-3-1 16,0-1 0-16,0 2 0 0,0-5 0 16,4 3-1-16,-4-1 0 15,3-1 0-15,-3-3 0 16,2-1 1-16,-2-2 0 16,0 3 0-16,0-5-1 15,0-3 1-15,0 5 0 0,0-2-1 16,0-3-1-16,-2-2 0 15,2 2 0-15,-3-3 0 16,3 1-1-16,-4 3 0 16,4-3 1-16,-2 1 0 0,0 2 0 15,2 0 1-15,0 2 1 16,0 2 0-16,-3 0 0 16,3 0 1-16,0 0 0 15,0 3 0-15,0-1 0 0,0 0-1 16,0-1 0-16,-2 0-1 15,2-1 0-15,0-1 0 16,0 0 0-16,-2 1-1 16,2-5 0-16,-3 2-1 0,3-1 0 15,-2 0 0-15,2-2 0 16,0-1 0-16,-3 0 0 16,3-1 2-16,0 1-2 15,0-2 0-15,-2 0 0 0,2-4 0 16,0 2 0-16,0-4 0 15,2 2 0-15,1-4 0 16,-3 3 0-16,5-4 0 16,-5 1 0-16,2 0 0 0,-2-3 0 15,2 3 0-15,-2-2 0 16,0-6 0-16,0 1 0 16,0-8 0-16,3 17 0 15,-3-17 0-15,0 13 0 0,0-13 0 16,2 14 0-16,-2-14 0 15,2 13 0-15,-2-13 0 16,0 10 0-16,0-10 0 16,0 0 0-16,0 0 0 15,0 10 0-15,0-10 0 0,0 0 0 16,0 0 0-16,0 0 0 16,0 0 0-16,0 0 0 15,0 0 0-15,0 0 0 0,0 0 0 16,0 0 0-16,0 0 0 15,-7-3 0-15,7 3 0 16,-9-10 0-16,9 10 0 16,-10-10 0-16,10 10 0 0,-15-10 0 15,15 10 0-15,-15-8 0 16,5 4 0-16,3 4 0 16,-5-2 0-16,-1 2 0 15,1 0 0-15,2 0 0 0,-3 4 0 16,1 4 0-16,-1 2 0 15,-2-1 0-15,2 1 0 16,-1 2 0-16,0 1 0 16,1 2 0-16,-2 0 0 15,2-1 0-15,2 2 0 0,3-1 0 16,-5-1 0-16,6 2 0 16,-3 1 0-16,2-3 0 15,3 1 0-15,3 1 0 0,-3-2 0 16,5 4 0-16,0-4 0 15,0 1 0-15,5 0 0 16,-1 3 0-16,7-4 0 16,3 5 0-16,2-1 0 0,-2 2 0 15,4-2 0-15,1 4 0 16,2-2 0-16,-1-3 0 16,-3-2 0-16,3 3 0 15,1-4 0-15,0-2 0 16,-1 1 0-16,3-6 0 0,1 3 0 15,-2-2 0-15,3-1 0 16,0-5 0-16,-1 1 0 16,4-3 0-16,-3 0 0 15,0-3 0-15,-3-4 0 0,6-1 0 16,-6-2 0-16,3-2 0 16,-7 1 0-16,1-3 0 15,-1 0 0-15,-2-1 0 16,-3 2 0-16,-1-2 0 0,-1 0 0 15,-1 1 0-15,-3-1 0 16,-2 0 0-16,1-3 0 16,-2 2 0-16,-1-7 0 15,-3 1 0-15,0 0 0 0,0-3 0 16,-3 0 0-16,-3 0 0 16,-1-2 0-16,0 2 0 15,0 1 0-15,-4 4 0 16,2-5 0-16,-3 3 0 0,-1-2 0 15,-4 3 0-15,1-2 0 16,-3 4 0-16,1-1 0 16,-4 1 0-16,2 1 0 15,-2 3 0-15,-1 3 0 0,0-1 0 16,2 9 0-16,3-2 0 16,-1 4 0-16,-4 2 0 15,1 0 0-15,1 2 0 16,0 5 0-16,3-4 0 15,-5 3 0-15,9-2 0 0,-4-4 0 16,18 0 0-16,-19 0-13 16,19-13-78-16,2-8-4 15</inkml:trace>
  <inkml:trace contextRef="#ctx0" brushRef="#br1" timeOffset="111217.72">16296 16173 426 0,'0'0'5'0,"0"0"2"16,0 0 0-16,0 0 0 15,0 0 2-15,0 0-1 16,0 13 0-16,0-3 1 16,0 10-4-16,0 1-3 0,2 4 0 15,6 6-1-15,-1-1 0 16,3-1 0-16,0-2 0 15,8 0 0-15,-5-9 1 16,3 0 0-16,2-12 0 0,-1 0 3 16,1-6-5-16,1-6 0 15,4-6 0-15,-3-6 0 16,-1 2 0-16,-1-7 0 16,-6-1 0-16,1-4 0 0,-8 3 0 15,-3-4 0-15,-2 2 0 16,-5-1 0-16,-5 1 0 15,-2 4 0-15,-1 4 0 16,6 1 0-16,-3 6 0 0,10 12 0 16,-12-10 0-16,12 10 0 15,0 0 0-15,10 0-69 16,-10 0-25-16</inkml:trace>
  <inkml:trace contextRef="#ctx0" brushRef="#br1" timeOffset="112167.44">14780 12931 397 0,'0'0'5'0,"0"0"1"0,-5-5 3 0,5 5 2 0,-9-10 0 0,9 10 1 0,-8-5 0 15,8 5 1-15,0 0-6 16,-12 15-1-16,12 5-3 16,0 5-2-16,0 10-1 0,4-1 0 15,-1 6-1-15,2 4 0 16,3-4 1-16,-3-3-1 16,-1-5 0-16,-1-1 1 15,-3-10-1-15,2-1 1 0,-2-7 0 16,0-13 0-16,0 9 0 15,0-9 1-15,-2-7 0 16,-1-8 0-16,-1-7 0 0,1-3 1 16,-3-7 1-16,2-3-1 15,-1-4 1-15,2-6 0 16,1 3-1-16,2-1 2 16,0 4-4-16,5 4 0 15,2 3 0-15,6 7 0 0,-1 3 0 16,1 7 0-16,4 5 0 15,-2 5 0-15,0 5 0 16,3 0 0-16,-5 10 0 16,1 3 0-16,-4 2 0 0,-3 4 0 15,-2 1 0-15,-5 0 0 16,-3 2 0-16,-9-2 0 16,-3-1 0-16,-7-1-3 15,-3-3-1-15,-5 0 0 0,3-2-3 16,-5-5-3-16,9 3-12 15,4 2-53-15,3-13-10 16</inkml:trace>
  <inkml:trace contextRef="#ctx0" brushRef="#br1" timeOffset="113249.71">15194 9961 398 0,'0'0'6'0,"0"0"1"16,0 0 2-16,0 0 1 16,-11-12 1-16,3 9 0 0,-1-2 1 15,-4 2 0-15,-2 3-5 16,-2 0-3-16,2 3 0 16,0 2-2-16,-2 2-1 15,1 5 0-15,4-2-1 0,1 5 0 16,5 1 0-16,6-2-1 15,0-2 1-15,0 3 0 16,9 0 0-16,7-1 0 16,0 0 0-16,7-4 1 0,0 2-1 15,4 0 1-15,-2 1-1 16,-3-6 1-16,3 3-1 16,-2-2 0-16,-9-3 0 15,-1 2 1-15,-3-5 0 0,-10-2 0 16,7 7 0-16,-7-7 1 15,0 0 0-15,-10 13 0 16,-4-5 2-16,-6-4-4 16,2 1 0-16,-12 3 0 0,6-1 0 15,-6 1 0-15,3-1 0 16,-1 0 0-16,3-1-3 16,11 3-28-16,3-3-53 15,11-6-2-15</inkml:trace>
  <inkml:trace contextRef="#ctx0" brushRef="#br1" timeOffset="115832.72">13750 9312 317 0,'0'0'9'0,"0"0"2"15,0-13 3-15,0 13 3 16,-4-10 2-16,4 10-1 16,-10-13 2-16,10 13 0 0,-19-7-6 15,6 7-4-15,-1 0-3 16,-2 7-3-16,0 9 0 16,-2-1-2-16,6 4 0 15,-9 4-1-15,9 4-1 16,-3 3 1-16,5 2-1 0,0 5 0 15,5-2 1-15,3 2-1 16,2-2 0-16,0 2 0 16,7-5 0-16,6-2 0 15,-1 0 1-15,8-9 0 0,3-3 0 16,-2-3 0-16,7-5 1 16,1-7 0-16,4-3 0 15,-1-3 0-15,0-10 1 0,4 1-1 16,-1-3 1-16,-5 1-3 15,-6-6 0-15,1 0 0 16,-8 0 0-16,-2-4 0 0,-4-1 0 16,-4-3 0-16,-7 1 0 15,0-5 0-15,0 0 0 16,-7-4 0-16,-9 0 0 16,2-2 0-16,-7 1 0 0,-4 8 0 15,-2-1 0-15,-1 8 0 16,-4 4 0-16,-2 6 0 15,1 9 0-15,3 3 0 16,0 6 0-16,1 6 0 16,6 7 0-16,6 4 0 0,9 4-33 15,8 8-53-15,4-1-4 16</inkml:trace>
  <inkml:trace contextRef="#ctx0" brushRef="#br1" timeOffset="116983.24">12708 15418 38 0,'0'0'8'0,"0"0"9"0,-2-14 11 16,-1 1 8-16,-2 1 1 15,0-6 4-15,-5 3 1 0,1-2 3 16,-4 2-5-16,1 3-7 16,-2-1-6-16,2 8-7 15,-2-2-1-15,-4 4-3 0,0 1-3 16,4 2-2-16,-4 0-3 16,1 7-2-16,-5 5-2 15,5 6 0-15,-1 5-1 16,0 4-1-16,1 2 0 15,4 6-1-15,4 2 0 0,2 5 0 16,4-3 0-16,3 4-1 16,3-3 0-16,6-3 0 15,4 0 0-15,2-6 0 16,7-2 0-16,-3-7 0 0,2-4 0 16,6-1 0-16,1-8 2 15,1-4-1-15,-1-5 3 16,2 0-4-16,0-7 0 15,-3-6 0-15,-1-5 0 0,-3 0 0 16,-3-5 0-16,-3-4 0 16,-1 2 0-16,-7-5 0 15,-2-4 0-15,-1-1 0 0,-3-2 0 16,-6-1 0-16,-3-6 0 16,-6 1 0-16,0 2 0 15,-6 4 0-15,-2 0 0 16,3 4 0-16,-5 6 0 15,5 6 0-15,-6 7 0 0,3 5 0 16,-3 3 0-16,4 6 0 16,-6 3 0-16,7 7 0 15,2 2 0-15,-5-1 0 0,17 6 0 16,-8-8-63-16,12-9-27 16,7 10 0-16</inkml:trace>
  <inkml:trace contextRef="#ctx0" brushRef="#br1" timeOffset="118432.85">13706 9750 205 0,'0'0'9'0,"0"0"5"16,0 0 2-16,0 0 5 0,0-5 1 16,0 5 2-16,0 0 1 15,0 0 0-15,0 0-7 16,0 0-4-16,0 0-4 0,-2 5-3 16,-3 5-3-16,5-10-1 15,-4 20-1-15,-1-6-1 16,2 7 0-16,-2 1-1 15,-3 3 0-15,1 1-1 0,-2 2-1 16,-2 7 0-16,1 2 0 16,-2 5-1-16,-3 0 0 15,0 8-2-15,-2-3 1 16,2 8 1-16,-3-1-1 0,1 2 1 16,2 4 0-16,-5 0 1 15,1 1 1-15,-2 4 2 16,1 2 0-16,-1-2-1 15,-3 1 0-15,0 1 3 0,-1 2-1 16,-4 1 0-16,6-3 1 16,-2 2-1-16,0-5 0 15,3 1 1-15,2-3-1 16,2-3 0-16,-2-4-1 16,8-1-1-16,0-5 0 0,-1 1 0 15,6-3 0-15,-3-7-1 16,2 4 1-16,-1-4 0 15,1-2-1-15,-2-2 1 16,5-3 1-16,-2-3-1 0,0 2 0 16,2-5 0-16,-1 0 0 15,-1-2 0-15,2-3 0 16,0 0 0-16,0-1 0 0,1-2 1 16,1-4-1-16,-3 3 0 15,1-6 0-15,5 1 0 16,-4-5 0-16,1 3 0 15,3-11 0-15,-2 13 0 0,2-13 0 16,-5 10 1-16,5-10-1 16,0 0 0-16,-5 12 0 15,5-12 1-15,0 0-1 0,0 0 1 16,0 0 0-16,0 0 1 16,0 0 1-16,0 0-1 15,0 0 1-15,0 0-1 16,0 0-1-16,0 0 0 15,0-4-4-15,0 4-6 0,0-17-10 16,3 1-34-16,-3 16-21 16,9-17-6-16</inkml:trace>
  <inkml:trace contextRef="#ctx0" brushRef="#br1" timeOffset="120299.88">12760 12136 258 0,'0'0'7'0,"0"0"3"0,0 0 4 16,0 0 3-16,0 0 3 16,0 0-1-16,0 0 1 0,0 0 2 15,0 0-6-15,0 0-4 16,-3 7-3-16,12 1-1 16,0-1-2-16,9-1 0 15,4 1 0-15,0 0 0 0,8-2 0 16,0 1-1-16,2-2-1 15,-2-2 0-15,2-2-2 16,-5 5 1-16,4-2-1 16,-11-1 0-16,9 1 0 15,-12-3-1-15,4 0 1 0,-7 0 0 16,-1 2-1-16,-3-2 1 16,-10 0 1-16,12 0-2 15,-12 0-1-15,0 0-2 16,0 0-2-16,-8 0-5 15,-1 0-9-15,9 0-35 0,-15-2-31 16,3 2-2-16</inkml:trace>
  <inkml:trace contextRef="#ctx0" brushRef="#br1" timeOffset="120700.47">12817 12141 343 0,'0'0'8'0,"0"0"6"16,0 0 1-16,0 0 3 15,0 0-1-15,0 0 0 16,0 0 0-16,-2 10 0 0,-1 7-7 15,1 4-6-15,-3 5-2 16,3 6-1-16,-3 5-1 16,0 3 0-16,2 5 0 15,-5 0 0-15,3-3 0 0,1 2 1 16,-3-3-1-16,-2 0 0 16,3-7 0-16,0-2 0 15,1-4-2-15,-2-3 0 16,1-5 0-16,4-6-2 15,-3-2-3-15,5-12-1 0,0 13-2 16,0-13-1-16,0 0-8 16,0 0-16-16,3 0-43 15,1-10-3-15</inkml:trace>
  <inkml:trace contextRef="#ctx0" brushRef="#br1" timeOffset="121116.13">13130 12233 219 0,'0'0'4'0,"0"0"5"0,0 0 4 16,-3-11 6-16,3 11 3 15,0 0 4-15,0 0 3 0,0 0 0 16,0 0-3-16,0 6-5 16,0 3-4-16,0 1-4 15,0 2-5-15,0 6-3 16,0 2-2-16,0 5 0 15,0 5 0-15,0 1-1 0,0 4 0 16,-2-3 0-16,0 3-1 16,-1 0 1-16,1-1-1 15,-3-1-1-15,0-1 0 0,0-5-3 16,0-2-4-16,0 0-6 16,-2-10-12-16,-3-1-56 15,8-4-1-15</inkml:trace>
  <inkml:trace contextRef="#ctx0" brushRef="#br1" timeOffset="122382.85">12944 12381 274 0,'0'0'6'0,"0"0"0"0,0 0 3 0,0 0-1 16,0 0 2-16,0 0 2 15,0 10-1-15,0-10 0 0,-3 20-3 16,1-9-3-16,2 7 0 16,-3 2-1-16,1 5-1 15,2-1-1-15,-2 4-1 16,2-1 0-16,0 3-1 0,0-3-1 15,0 0 0-15,-3 1 0 16,1 4 0-16,-1-7-1 16,1 7 1-16,0 3-2 15,-8-1 3-15,4-2 0 16,-1 5 0-16,0-1 0 0,-2-3 2 16,2 5-4-16,0-5 2 15,-1-1-1-15,-2 0 1 16,3 2 0-16,0-4 0 15,2 2-2-15,0-2 1 0,-1 1 1 16,-1-5-1-16,5 2 0 16,-3-5 1-16,3 2-1 15,-1 0 1-15,-2-5-1 16,3 3 2-16,2 1-2 0,0-1 0 16,-3-1 1-16,3 0 0 15,-3 3 0-15,1 0 1 16,-1 5 0-16,1-6 0 0,-3 4 1 15,0 1 1-15,1 1 0 16,-5 0 0-16,3 2-1 16,3 1 0-16,-5-1 0 15,6-3 0-15,-3 3-1 16,2-2 0-16,-2 0 1 0,3 0-1 16,-1-3 0-16,3 3-1 15,-2-1 0-15,-1-4 0 16,3 3 0-16,-2-3 0 15,0 1 1-15,-1-3 1 0,1 6 0 16,-1-6 2-16,1 1 1 16,-1-1-1-16,-5 4 1 15,4-7 0-15,1 4-1 0,-2-4-1 16,3 3 0-16,-4-3-1 16,1-1 1-16,3 1-1 15,0-2 0-15,-3 3 0 16,-2-3 0-16,4 4 0 0,-2-1 0 15,-1 1 0-15,2 2 0 16,1-2 1-16,-2 3-1 16,0 2 1-16,1 1-1 15,1-1 0-15,-2 3 0 16,0-3 0-16,0-2-1 0,0 2-1 16,3-2 1-16,-1-3-1 15,-1 1 1-15,1-1-1 16,0 3 0-16,0-6 0 15,1 1 1-15,0 0-1 0,-1 0 0 16,1-5 1-16,-1-1-1 16,1 2 0-16,0-4 0 15,-1-2 0-15,1 0 1 0,-1-3-1 16,3-7 1-16,-5 12-2 16,5-12-1-16,-5 13-6 15,5-13-10-15,-25 3-61 16,25-3-1-16</inkml:trace>
  <inkml:trace contextRef="#ctx0" brushRef="#br1" timeOffset="123499.59">11835 15171 407 0,'0'0'5'0,"0"0"3"16,0 0 2-16,0 0 2 15,0 0-1-15,0 0 1 16,0 0 0-16,-4 4 1 0,4 8-6 15,0 3-2-15,0 8-4 16,0 1 1-16,0 4-2 16,4 2 2-16,5-3-2 0,0 0 1 15,3-5 0-15,8-1 1 16,-2-9-2-16,6-2 0 16,1-10 0-16,0 0 0 15,0-10 0-15,-2-2 0 0,-1-6 0 16,-4-2 0-16,-2-5 0 15,-3 2 0-15,-5-4 0 16,-4 5 0-16,-1-2 0 16,-3 2 0-16,-3 1 0 0,-4 4 0 15,2 4 0-15,-2 6 0 16,7 7 0-16,-13-4 0 16,13 4 0-16,0 19-46 15,0-19-43-15,5 13-2 16</inkml:trace>
  <inkml:trace contextRef="#ctx0" brushRef="#br1" timeOffset="124416.94">12136 12121 475 0,'0'0'4'0,"-9"-10"2"0,9 10 2 15,-10-15 0-15,10 15 2 16,-13-15-10-16,13 15 0 16,-10-7 0-16,10 7 0 0,0 17 0 15,5 6 0-15,2 2 0 16,6 4 0-16,-1 3 0 16,4 3 0-16,-6-5 0 15,2-1 0-15,-4-4 0 16,-3-3 0-16,-3-4 0 0,-2-6 0 15,0-5 0-15,0-7 0 16,-11 3 0-16,11-3 0 16,-16-12 0-16,8-8 0 15,-5-7 0-15,4-6 0 0,1-6 0 16,0-6 0-16,3-2 0 16,3 0 0-16,2 2 0 15,0 3 0-15,7 5 0 0,4 5 0 16,3 5 0-16,4 7 0 15,5 5 0-15,-2 8 0 16,4 2 0-16,-2 5 0 16,-4 2 0-16,2 8 0 0,-8 5 0 15,-1 2 0-15,-8 5 0 16,-4 1 0-16,-7 1 0 16,-8-2 0-16,-2 1 0 15,-6 2 0-15,-4-5 0 16,-3-1 0-16,3-4 0 15,1 3 0-15,2-13-21 0,-1 0-65 16,16-4-3-16</inkml:trace>
  <inkml:trace contextRef="#ctx0" brushRef="#br1" timeOffset="125101.41">13187 9141 423 0,'0'0'6'0,"0"0"3"0,-7-13-1 0,7 13 2 16,-17-10 1-16,2 8 0 0,-3-1 1 15,-1 3 1-15,-2 5-5 16,-1 5-8-16,5 8 0 16,2-1 0-16,7 5 0 15,8 0 0-15,3 1 0 0,12 2 0 16,4-5 0-16,14 2 0 16,-1-5 0-16,6-5 0 15,1 0 0-15,-2-1 0 16,-2-4 0-16,-4 3 0 15,-5-5 0-15,-5 5 0 0,-9-3 0 16,-8 4 0-16,-4 3 0 16,-12 1 0-16,-10 3 0 15,-10 1 0-15,-8 4 0 0,1-1 0 16,-7 5 0-16,-11 0-76 16,20-9-11-16</inkml:trace>
  <inkml:trace contextRef="#ctx0" brushRef="#br1" timeOffset="126701.09">21352 8393 383 0,'0'0'6'0,"0"0"4"16,0 0 1-16,-3-8 2 16,3 8 2-16,-9-7 0 15,9 7 0-15,-12-3 0 16,12 3-6-16,-18 5-3 0,6 10-1 15,1 8-4-15,-1 6 0 16,5 8-1-16,-4 8 0 16,7 4 1-16,1 4 0 15,3 1-1-15,10-2 1 0,5-2 0 16,6-6 1-16,5-7-2 16,4-9 0-16,6-8 0 15,1-8 0-15,2-5 0 0,0-7 0 16,0-10 0-1,-5-5 0-15,-2-4 0 0,1-6 0 16,-8-5 0-16,-6-2 0 16,-1-5 0-16,-9-4 0 0,-6 0 0 15,-3-6 0-15,-7-3 0 16,-11 0 0-16,-1 1 0 16,-11 3 0-16,-3 3 0 15,-1 3 0-15,-4 11 0 16,-2 4 0-16,3 10 0 0,0 5 0 15,3 10 0-15,-2 2 0 16,12 8 0-16,-1 5 0 16,9 5 0-16,2-2-7 0,14 4-81 15,2-2-1-15</inkml:trace>
  <inkml:trace contextRef="#ctx0" brushRef="#br1" timeOffset="128399.28">21608 8980 4 0,'0'0'8'16,"0"0"7"-16,0 0 4 16,0 0 3-16,0-8 3 0,0 8 4 15,0 0 1-15,0 0 2 16,0 0-10-16,0 0-5 16,0 0-2-16,0 0-3 15,0 0-3-15,0 0 0 0,0 0 1 16,0 0 0-16,0 0 2 15,0 0-1-15,0 8 1 16,0-8-1-16,0 0-1 16,3 14-3-16,-3-14-1 0,2 10-1 15,-2-10-2-15,5 13 0 16,-5-13 0-16,5 15-1 16,-3-5 1-16,3-1 0 15,-1 7 2-15,0 1-1 0,4 7 1 16,-4-1 0-16,1 3 0 15,3 8 0-15,-3 0 0 16,2 1-1-16,1 2 0 16,-1-2-1-16,3 4-1 0,2-2 0 15,1 5-2-15,2 1 1 16,0 1-1-16,-3 6 0 16,3 7 0-16,3 2 0 15,-6 6 0-15,5 4-1 0,0 6 1 16,1 1-1-16,0 5 1 15,-1 4 0-15,3-1 0 16,3 6 1-16,-4-1-1 16,6 0 1-16,-2 0 0 0,2 3 0 15,-1-5-1-15,1-1 2 16,-3-2 0-16,2-2 1 16,1-2-2-16,-2-7 1 15,0-3 1-15,-3-5-1 16,-1-7 1-16,-1 0-2 0,-1-9 0 15,-3-4-1-15,-1-3 0 16,-2-12-1-16,-2-1 1 16,-1-9-1-16,-4-5 1 0,-1-3 2 15,-1-4 1-15,-2-8 1 16,0 0 1-16,0 0-1 16,0 0 0-16,0 0-1 15,0 0-3-15,0-8-5 0,0 8-12 16,-5-17-60-16,5 17-3 15</inkml:trace>
  <inkml:trace contextRef="#ctx0" brushRef="#br1" timeOffset="129833.11">22150 11801 383 0,'0'0'6'0,"0"0"0"0,0 0-1 16,0 0-1-16,0 0 1 0,0 0 1 15,0 18 1-15,2 0 1 16,4 11-4-16,1 8 0 16,0 7 3-16,-2 10 0 15,6 4 0-15,-7 4 0 0,4 0-2 16,-2-4-1-16,0 3-1 16,-1-11-2-16,3-4 0 15,-4-8-1-15,-1-6 1 16,2-10-1-16,-1-4-1 0,-4-10 0 15,0-8 0-15,0 0 1 16,0 0-1-16,0 0 0 16,3-8 0-16,-3-7 0 0,-3-6 1 15,-1-5-2-15,-4-4 1 16,4-8-1-16,-4 1 0 16,0-5 1-16,-1 2 0 15,1 1 0-15,-5-3 0 16,9 3 1-16,-6 1 0 0,3 6 0 15,-1-3 0-15,0 5 0 16,4 1-1-16,-5-1 1 16,6 3 0-16,-6-1 0 15,7 4 0-15,-3-1 0 0,0 3 1 16,0 4 0-16,1 1 0 16,0 7 0-16,2 0 0 15,2 10 1-15,-7-13-1 0,7 13 0 16,0 0-1-16,-3-8 0 15,3 8 1-15,0 0-1 16,-5-9 1-16,5 9 0 16,0 0 0-16,0 0 0 0,0 0 1 15,0 0-2-15,0 0 1 16,0 0-1-16,0 0 0 16,0 0 1-16,8-9-1 0,5 6 1 15,-1-1 0-15,8-5 1 16,4-3 1-16,3 0 1 15,6-5-2-15,-1-1 1 16,0 1-1-16,-2-2 1 16,-3 1-2-16,-2 3 1 15,-2 5-1-15,-8 1 0 0,-5 0 1 16,-3 4 1-16,-7 5-3 16,0 0 0-16,0 0 0 15,0 0 0-15,0 0 0 16,0 0 0-16,0 0 0 0,0 0 0 15,0 0 0-15,0 0 0 16,0 0 0-16,0 0 0 16,0 0 0-16,5 14 0 0,-5-3 0 15,3 5 0-15,1 3 0 16,1 8 0-16,3 0 0 16,1 8 0-16,-1 1 0 15,5 3 0-15,-3 5 0 0,-1-4 0 16,5 7 0-16,-5 0 0 15,1 0 0-15,0-3 0 16,-2-1 0-16,1-1 0 0,-2-3 0 16,2-4 0-16,0-5 0 15,-2-5 0-15,-2-5 0 16,1-4 0-16,-4-3 0 16,3-3 0-16,-5-10 0 15,0 0 0-15,3 10 0 0,-3-10 0 16,0 0 0-16,0 0 0 15,0 0 0-15,0 0 0 16,0 0 0-16,0 0 0 16,0 0 0-16,0 0-22 0,-8-2-62 15,8 2-4-15</inkml:trace>
  <inkml:trace contextRef="#ctx0" brushRef="#br1" timeOffset="132065.89">22811 14430 349 0,'0'0'10'0,"0"0"4"16,-7-8 3-16,7 8 0 15,0 0 1-15,-11-10 1 0,11 10 1 16,0 0-1-16,-12 0-8 16,12 0-3-16,-7 4-2 15,7-4-3-15,-15 21-3 16,10-6 0-16,-2 5 0 15,-2 2 0-15,4 2 0 0,1 6 0 16,4 1 0-16,0 4 0 16,0-4 0-16,2 7 0 15,5-9 0-15,2 3 0 0,3-4 0 16,-3-1 0-16,4 1 0 16,-1-7 0-16,1 3 0 15,-2-3 0-15,6-1 0 16,-3 2 0-16,4-2 0 15,1-3 0-15,-1 1 0 0,7-6 0 16,-3-2 0-16,3 2 0 16,0-4 0-16,0-6 0 15,2-2 0-15,-3 0 0 0,1 0 0 16,0-10 0-16,-4 0 0 16,4-5 0-16,-6-1 0 15,-1-2 0-15,-2-2 0 16,5-3 0-16,-9-3 0 15,-2-2 0-15,0 1 0 0,-3 2 0 16,-2-5 0-16,-3 6 0 16,-2-5 0-16,0 4 0 15,-2 2 0-15,0-4 0 0,-3 4 0 16,0-1 0-16,-5-1 0 16,0-5 0-16,-5 5 0 15,-3-4 0-15,-1 1 0 16,-3 1 0-16,-3 2 0 0,-3 0 0 15,1 5 0-15,-6 3 0 16,6 4 0-16,-3 6 0 16,4 0 0-16,-4 2 0 15,5 5 0-15,-3 0 0 16,6 5 0-16,3-2 0 0,1 4 0 16,-3 0 0-16,9 3 0 15,-1 5 0-15,1-3 0 16,3 1 0-16,2-1 0 15,-2 0 0-15,7 1 0 0,0-3 0 16,2 1 0-16,9-3-69 16,-1-8-25-16</inkml:trace>
  <inkml:trace contextRef="#ctx0" brushRef="#br1" timeOffset="135432.82">22333 11947 54 0,'0'0'3'0,"0"0"2"15,0 0 3-15,0 0 5 16,0 0 6-16,0 0 6 16,-4-10 3-16,4 10 3 0,0 0-2 15,0 0-1-15,0-7-5 16,0 7-4-16,0 0-5 15,0 0-4-15,0 0-2 16,4 5-1-16,-4-5-3 0,3 18 0 16,-1-6 1-16,4 3 0 15,-1 2-1-15,0 0-1 16,-1 6-1-16,3 2 0 16,2 0-1-16,-4 2-1 15,0 0 1-15,2 3 0 0,-2-1-1 16,3 4 1-16,-3-4-1 15,-1 3 1-15,1-2-1 16,0 2 1-16,0-5-1 16,1 4 1-16,-2-6 0 0,1-4 0 15,-1 4-1-15,-1-2 3 16,2-4-3-16,-2 1 0 16,1 2 1-16,2-2 1 0,-1 2-1 15,-3-5-1-15,3 3 1 16,0 0-1-16,-3 1 1 15,3-4-1-15,1-1 0 16,-3 1 1-16,1-1-1 0,1-1 0 16,0-1 0-16,-3-3 0 15,3 3 0-15,-2 2 0 16,2 0 0-16,0 2 1 0,-2 0-1 16,1 7 1-16,1-8-1 15,-2 5 1-15,1 1-1 16,0-1 1-16,1-2 0 15,-1-1 0-15,1 1 1 16,0 0 1-16,0-1-1 0,1 1 0 16,-2 0 0-16,1 0 0 15,0 0-1-15,-1 2 1 16,2 0 0-16,0 0-2 16,1 3 2-16,-2 0-1 0,-1 3 0 15,8-2 0-15,-3 2 1 16,0-1-2-16,-2 6 2 15,4-3 0-15,-1-1 0 16,2 4 0-16,-2-1 0 16,-3-1 0-16,3 0 1 0,-3-2 0 15,4 0-1-15,-1 2-1 16,-1-7 1-16,-1 3 0 16,2-2 0-16,-3-2-1 0,4-1 1 15,-2 3-1-15,-5-3 0 16,4 0 2-16,1 0-3 15,-2-2 1-15,0 3 0 16,-2-4-1-16,2-4 1 0,-1 2 0 16,-1 1 0-16,0-6-1 15,2 1 1-15,-2 2-1 16,-1-5 1-16,2 4 0 16,-1-3-1-16,-3 1-1 0,3 0 1 15,-2 1 0-15,1-5-1 16,-1 6 1-16,-1-4-1 15,0-1 0-15,-2-9 0 16,6 17 2-16,-6-17-1 0,5 11 0 16,-5-11 0-16,3 10 0 15,-3-10 1-15,2 10-1 16,-2-10 0-16,0 0 1 16,2 12-1-16,-2-12 0 15,0 0 0-15,0 0 1 0,0 0 0 16,0 0 0-16,0 0-1 15,0 0-2-15,0 0-7 16,0 0-13-16,0 0-54 0,0 0-3 16</inkml:trace>
  <inkml:trace contextRef="#ctx0" brushRef="#br1" timeOffset="136649.84">23509 14658 362 0,'0'0'7'0,"0"0"2"0,0 0 2 16,0 0-1-16,0 0 1 15,0 0 0-15,0 12 0 0,5 1 0 16,-2-1-5-16,4 8-3 16,0 2-2-16,4 0 1 15,-4 3-1-15,5-3 0 0,3-1 0 16,0-7 2-16,3-4 0 16,-4-5 1-16,4-5 1 15,-1 0 2-15,1-5 0 16,-6-8 1-16,5-2 1 0,-7-2-2 15,-3 0-7-15,-1-3 0 16,-6 0 0-16,0-5 0 16,-2 0 0-16,-9 1 0 15,-1 1 0-15,-1 1 0 0,1 6 0 16,0-2 0-16,-1 3 0 16,6 7 0-16,7 8 0 15,-10-7 0-15,10 7 0 16,0-10-60-16,0 10-31 15</inkml:trace>
  <inkml:trace contextRef="#ctx0" brushRef="#br1" timeOffset="137449.5">22804 11792 399 0,'0'0'6'0,"0"0"3"0,0 0 3 16,0-8 2-16,0 8-1 16,0 0 1-16,0 0-1 15,0 0 1-15,2 5-6 16,5 15-3-16,1-1-3 15,5 11-2-15,6 5 2 0,-1 5-2 16,3-3 0-16,0-3 0 16,-4-1 0-16,0-6 0 15,-1-2 0-15,-7-11 0 16,-2 1 0-16,-7-15 0 0,5 10 0 16,-5-10 0-16,0-5 0 15,-5-10 0-15,-2-2 0 16,-2-5 0-16,-7-10 0 15,2-5 0-15,-4-5 0 0,1-2 0 16,2-4 0-16,0 3 0 16,5-2 0-16,2 7 0 15,8 6 0-15,0 4 0 0,8 7 0 16,2 9 0-16,5 6 0 16,3 8 0-16,-2 3 0 15,2 9 0-15,-6 1 0 16,-1 4 0-16,-2 6 0 15,-4-1 0-15,-5 2 0 0,-7-1 0 16,-6-1 0-16,-4 0 0 16,-5-2 0-16,-1 2-26 15,6-6-58-15,-6-4-4 16</inkml:trace>
  <inkml:trace contextRef="#ctx0" brushRef="#br1" timeOffset="138166.76">22100 8132 441 0,'0'0'6'0,"0"-10"1"0,0 10 2 15,-4-12 0-15,4 12 0 16,-16-11 1-16,4 3-1 0,-1 5 2 16,-1 3-11-16,-2 3 0 15,0 9 0-15,0 0 0 16,6 3 0-16,3 2 0 15,7 4 0-15,0-3 0 0,12 0 0 16,9 0 0-16,0-3 0 16,7-3 0-16,4 1 0 15,0-3 0-15,0-3 0 16,-7-3 0-16,0 1 0 0,-7-2 0 16,-8 3 0-16,-10-6 0 15,0 11 0-15,-15-3 0 16,-10 4 0-16,-4 1 0 15,-5 6 0-15,-8 6-72 0,5-5-14 16</inkml:trace>
  <inkml:trace contextRef="#ctx0" brushRef="#br1" timeOffset="139766.74">17019 7857 225 0,'0'0'11'0,"0"0"6"16,-8-12 3-16,8 12 5 16,0-7 2-16,0 7 1 0,-2-10 2 15,2 10-1-15,0 0-10 16,0 0-6-16,-15 0-4 16,8 10-3-16,-6-1-3 15,1 7-7-15,-1-1-6 0,1 4-21 16,0-2-47-16,4 1-2 15</inkml:trace>
  <inkml:trace contextRef="#ctx0" brushRef="#br1" timeOffset="139967.1">16875 8018 331 0,'0'0'6'0,"0"0"2"16,0 0 1-16,0 0 0 0,-12 0 1 15,12 0 0-15,-13 8 0 16,13-8-1-16,-17 20-8 16,9-10-6-16,5 2-10 0,1 1-18 15,2-3-21-15,2 4-21 16</inkml:trace>
  <inkml:trace contextRef="#ctx0" brushRef="#br1" timeOffset="140133.28">16939 8219 279 0,'0'0'6'0,"0"0"4"16,0 0 0-16,0 0 3 16,3 10 1-16,-3-10 0 15,2 8 0-15,-2-8 2 16,11 10-6-16,-11-10-4 0,9 9-6 16,-9-9-6-16,11 13-12 15,1-10-22-15,7 4-31 16,-6-5-4-16</inkml:trace>
  <inkml:trace contextRef="#ctx0" brushRef="#br1" timeOffset="140282.89">17093 8331 370 0,'0'0'2'0,"0"0"-1"0,0 0 1 16,0 0-1-1,0 0 2-15,10 0-1 0,-10 0-3 16,15 0-8-16,-15 0-18 15,12-7-37-15,1 4-7 16</inkml:trace>
  <inkml:trace contextRef="#ctx0" brushRef="#br1" timeOffset="140449.94">17250 8324 344 0,'0'0'6'0,"0"0"2"15,0 0 4-15,0 0-1 0,0 0 1 16,0 0-1-16,0 0 1 15,13 0 0-15,-13 0-8 16,12 0-8-16,-12 0-7 16,18-8-15-16,-9 0-20 0,-9 8-29 15,23-15-6-15</inkml:trace>
  <inkml:trace contextRef="#ctx0" brushRef="#br1" timeOffset="140599.65">17417 8194 359 0,'0'0'6'0,"0"0"4"0,0 0 3 15,0 0-1-15,0-9 0 16,0 9 1-16,0 0 0 16,0-13-1-16,0 13-6 0,2-12-6 15,-2 12-7-15,12-13-9 16,-12 13-17-16,18-22-35 16,-6 15-12-16</inkml:trace>
  <inkml:trace contextRef="#ctx0" brushRef="#br1" timeOffset="140767.32">17505 7900 335 0,'0'0'4'16,"0"0"3"-16,-14-7 1 15,7 4 1-15,-6-5 1 16,3 4 1-16,-4-4-1 0,-2 1-1 16,4-3-7-16,2 4-8 15,0-3-13-15,10 9-17 16,-10-6-38-16,10 6-4 0</inkml:trace>
  <inkml:trace contextRef="#ctx0" brushRef="#br1" timeOffset="140882.82">17319 7758 336 0,'0'0'4'16,"0"0"0"-16,-10-2 1 0,10 2 0 16,-15 0-4-16,15 0-23 15,-10 5-43-15,10-5-3 16</inkml:trace>
  <inkml:trace contextRef="#ctx0" brushRef="#br1" timeOffset="141450.92">17173 8464 326 0,'0'0'8'0,"0"0"3"0,0 0 0 16,0 8 2-16,0-8 1 15,0 12-2-15,0-4 0 0,0 9-1 16,0-4-12-16,0 3-16 16,0-16-42-16,7 30-15 15</inkml:trace>
  <inkml:trace contextRef="#ctx0" brushRef="#br1" timeOffset="141616.95">17195 8943 358 0,'0'0'7'0,"0"0"3"16,0 7 2-16,0-7-1 0,-5 13 0 15,5-13 0-15,0 17 0 16,-2-7-3-16,2-10-13 16,0 24-18-16,0-4-42 0,0-3-11 15</inkml:trace>
  <inkml:trace contextRef="#ctx0" brushRef="#br1" timeOffset="141782.82">17171 9416 288 0,'0'0'2'16,"0"0"1"-16,0 0 1 15,0 10-1-15,0-10-2 16,5 6-12-16,-3 5-25 0,0-1-24 15,1-3-6-15</inkml:trace>
  <inkml:trace contextRef="#ctx0" brushRef="#br1" timeOffset="141949.4">17180 9693 371 0,'0'0'5'0,"0"0"3"0,0 0-1 15,-9 10 0-15,9-10 0 16,0 0 0-16,0 0-5 16,-13 8-8-16,13-13-50 15,0 5-17-15</inkml:trace>
  <inkml:trace contextRef="#ctx0" brushRef="#br1" timeOffset="143233.35">17160 9793 304 0,'0'0'7'0,"0"0"3"0,0 0 3 0,0 0 0 16,0 0 1-16,-5-3 1 15,5 3 0-15,0 0-1 16,0 11-6-16,0 3-3 15,0 0-4-15,0 8-1 0,5 3 0 16,-2 5 1-16,2 5-1 16,0-1 0-16,-2 6 1 15,-1 0 0-15,0 2 0 0,1-2 1 16,-3 2 0-16,2 0-1 16,-2 5 2-16,0-3 0 15,0 1-1-15,0-1 0 16,0 1 0-16,0 0 0 0,0-1 0 15,0 1 0-15,0-6-1 16,-2 1 0-16,2 2 1 16,0-5-1-16,0 1 0 15,0-4 0-15,0 1-1 16,0-4 1-16,-3 2-1 0,1-3 1 16,2-2 1-16,0 1-1 15,0-4 1-15,0 2 0 16,0-2 0-16,-2 0 1 15,2-1 0-15,0-1-1 0,0 0 0 16,-3-2 0-16,3 2-1 16,-2-1 1-16,2-3-1 15,-6 4-1-15,6-3 1 0,-2 5 1 16,-1-3-2-16,1 3 1 16,-1 0 0-16,3 0 0 15,-2 0 0-15,2 0 0 16,-2-4-1-16,-1 4 1 15,1-2 0-15,2-2 0 0,0 4-1 16,0-5 0-16,0 2 0 16,-3-2 0-16,3 0 1 15,0-2-1-15,0 0 0 16,0-1-1-16,0-1 2 0,0-1-1 16,0 3 1-16,0-7-1 15,0 5 1-15,0 2 0 16,0-2-1-16,0-1 1 15,-2 6-1-15,2-7 1 0,0 1 0 16,0-2-1-16,0 1 1 16,-2-1-1-16,2-1 1 15,0-2-1-15,0 1 1 0,0 3 0 16,0 0 0-16,0 1 0 16,0-2 1-16,0 4-1 15,-5-3 1-15,5 2 0 16,0-4-2-16,-1-2 0 0,1-10 0 15,0 15 0-15,0-15 0 16,0 10 0-16,0-10 0 16,0 0 0-16,0 0 0 15,0 10 0-15,0-10-8 0,0 0-10 16,0 0-55-16,0 0-12 16</inkml:trace>
  <inkml:trace contextRef="#ctx0" brushRef="#br1" timeOffset="143999.44">16857 12139 312 0,'0'0'9'0,"0"0"3"0,0 0 2 0,0 0 4 15,0 0 0-15,6 0 0 16,-6 0 1-16,0 0 1 0,14 0-7 15,-4 0-3 1,0 0-3-16,5 0-1 0,5 2-1 16,3 0 0-16,4 2-1 15,2 0 0-15,4-2-1 0,0 1 0 16,1-3 0-16,1 0 0 16,-3 0-1-16,-2-5 1 15,-5 5-3-15,-1-4 0 16,-1 3 0-16,-9-2 0 15,-1 3 0-15,-3 0 0 0,-10 0 0 16,10 0 0-16,-10 0 0 16,0 0 0-16,0 0 0 15,0 0 0-15,0 0 0 16,0 0 0-16,0 0 0 0,0 0-10 16,0 0-10-16,-4 0-37 15,4 0-28-15,-16 3-2 16</inkml:trace>
  <inkml:trace contextRef="#ctx0" brushRef="#br1" timeOffset="144485.71">16914 12158 385 0,'0'0'6'0,"0"0"2"0,0 0 2 0,0 0 1 0,0 0 1 0,0 0-1 15,3 10 1-15,-3 0-1 16,3 5-4-16,-1 7-3 15,1 4-2-15,4 10 1 16,-2 9 1-16,-3 2 0 0,5 6 0 16,-1 8 0-16,-3-4 1 15,2 2-2-15,-1-2 2 16,-1 1-5-16,-3-4 0 16,0-6 0-16,0 0 0 0,0-6 0 15,0-5 0-15,0-2 0 16,0-7 0-16,0-6 0 15,0-3 0-15,0-7 0 0,0 1 0 16,0-5 0-16,0-8 0 16,0 10 0-16,0-10 0 15,0 0 0-15,0 0-2 16,0 0-10-16,0 0-8 0,-5 0-32 16,5-7-33-16,0-7-2 15</inkml:trace>
  <inkml:trace contextRef="#ctx0" brushRef="#br1" timeOffset="144949.7">17231 12200 361 0,'0'0'9'0,"0"0"4"0,0 0 1 15,0 0 1 1,0 0 1-16,0 0-1 0,2 8 2 15,0 4 0-15,-2 8-7 16,3 6-4-16,2 10-1 0,-3 6-1 16,0 5 0-16,3 9 1 15,-2 2-5-15,-1-1 0 16,4 2 0-16,-4-7 0 16,1 0 0-16,-1-7 0 0,0-6 0 15,1-4 0-15,2-7 0 16,-5-4 0-16,2-9 0 15,0 0 0-15,-2-5 0 16,3 0-4-16,-3-10-14 0,0 0-33 16,0 0-35-16,0 0-1 15</inkml:trace>
  <inkml:trace contextRef="#ctx0" brushRef="#br1" timeOffset="146434.94">17093 13525 338 0,'0'0'5'0,"0"0"4"0,0-7 2 16,0 7 4-16,0 0 0 16,-2-13 1-16,2 13 1 0,-5-9 0 15,5 9-4-15,-12-3-4 16,12 3-2-16,-15 0-2 16,5 0 0-16,-3 0-2 15,1 5 0-15,-3-2-1 16,3 4 0-16,-6-1 0 15,3 2 1-15,3 3-2 0,-3-1 1 16,0 5 0-16,0-3-1 16,2 3 0-16,1 2 0 0,0-3 0 15,2 4-1-15,0-2 0 16,5 0 1-16,0 2-1 16,0 0 0-16,3 1 1 15,2 1 0-15,0 0-1 0,0-1 2 16,0-2-2-16,5 4 0 15,-1 1 0-15,1-7 0 16,0 2 0-16,6 1 0 16,-6 0 0-16,4-4 0 15,-2 1 0-15,3 0 0 0,-2 2 0 16,2-2 0-16,-2-5 0 16,2 2 0-16,-3 3 0 15,2-5 0-15,0 0 0 16,0 0 0-16,1-3 0 0,-2 3 0 15,2-6 0-15,2 7 0 16,-2-4 0-16,0 0 0 16,2-2 0-16,1 3 0 0,-1-3 0 15,1-2 0-15,2-1 0 16,-3 0 0-16,3 1 0 16,-1-3 0-16,2 0 0 15,-4 0 0-15,3-3 0 0,0 1 0 16,0-3 0-16,0 0 0 15,-2 0 0-15,1-3 0 16,-2 4 0-16,3-4 0 16,-5 1 0-16,2-3 0 15,1 0 0-15,-1 3 0 0,-4-3 0 16,2-3 0-16,-3 3 0 16,1-5 0-16,-5 6 0 15,4-7 0-15,-2 2 0 16,-1-3 0-16,-1-3 0 0,-3 2 0 15,0-4 0-15,0 0 0 16,0 2 0-16,-5-7 0 16,0 5 0-16,-4-1 0 0,3 1 0 15,-1-2 0-15,-3 0 0 16,-3 3 0-16,-1 1 0 16,2 2 0-16,-4 3 0 15,-1 2 0-15,0 5 0 16,-4 0 0-16,2 5 0 0,-1 3 0 15,-3 0 0-15,4 3 0 16,4 5 0-16,-2 0-66 16,1-5-24-16,7 0-1 15</inkml:trace>
  <inkml:trace contextRef="#ctx0" brushRef="#br1" timeOffset="147185.17">17053 12266 266 0,'0'0'5'0,"0"0"-1"0,0 0 1 15,0 0 2-15,0 9 1 16,3-2 0-16,-3 8 1 16,3 4 3-16,-1 9-5 0,0 1 0 15,1 9 1-15,5 4-2 16,-3 2-1-16,0 6 0 16,2-3-1-16,-2 5 0 15,0-5-2-15,-3 5 0 16,1 0-1-16,0-2 0 15,-3-1 1-15,0-2-2 0,0 0 1 16,-3-4-1-16,3-1 1 16,0-10-1-16,0 0 0 15,0-5 0-15,0-4 0 16,0-4 1-16,0-4-1 0,0 1 0 16,0-8 2-16,0 3-2 15,0-11 0-15,0 14 0 16,0-14-3-16,0 11 0 0,0-11-3 15,0 7-5-15,0-7-3 16,0 0-6-16,0 0-10 16,0 0-24-16,0 0-19 15</inkml:trace>
  <inkml:trace contextRef="#ctx0" brushRef="#br1" timeOffset="147366.93">17106 13285 354 0,'0'0'4'0,"0"0"1"0,0 0 1 0,0 0-3 16,0 0-7-16,0-7-41 16,0 7-23-16,0 0-3 15</inkml:trace>
  <inkml:trace contextRef="#ctx0" brushRef="#br1" timeOffset="149218.91">16454 8122 427 0,'0'0'5'0,"0"-9"2"16,0 9 2-16,-9-14 1 16,-1 6 0-16,0-5 1 15,-2 6 0-15,0-1 0 0,-6 8-5 16,3 0-2-16,0 0-4 16,1 11 0-16,0 0 0 15,2 4 0-15,3 0 0 16,3 2 0-16,6 1 0 0,0 0 0 15,11-4 0-15,1 1 0 16,6-3 0-16,3 1 0 16,2-1 0-16,4 1 0 0,-2-4 0 15,3 1 0-15,-4-2 0 16,-2-1 0-16,-1 3 0 16,-9-2 0-16,1-1 0 15,-13-7 0-15,12 10 0 16,-12-10 0-16,-5 16 0 0,-8-10 0 15,-2 5 0-15,-2-4 0 16,-7 3 0-16,-1-2 0 16,-3-4 0-16,3 3 0 0,0-2 0 15,3-2 0-15,2 7 0 16,0 5-78-16,20-15-9 16</inkml:trace>
  <inkml:trace contextRef="#ctx0" brushRef="#br1" timeOffset="150432.9">16364 12319 292 0,'0'0'10'0,"0"0"5"16,0 0 5-16,0 0 2 15,-6-5 5-15,6 5-1 0,0 0 3 16,-10-12 1-16,10 12-8 16,0 0-6-16,0-11-14 0,0 11-2 15,-2 8 0-15,2 2 0 16,0 8 0-16,2 4 0 16,3 0 0-16,0 10 0 15,0-2 0-15,3 2 0 16,-3-4 0-16,-1-5 0 0,1 2 0 15,-2-4 0-15,-1-6 0 16,0-5 0-16,-2-10 0 16,0 0 0-16,0 0 0 0,0 0 0 15,-4-8 0-15,-1-9 0 16,0-5 0-16,-2-9 0 16,0 0 0-16,1-7 0 15,3-1 0-15,1 0 0 0,2 4 0 16,0-1 0-16,0 10 0 15,5 6 0-15,1 3 0 16,6 7 0-16,0 7 0 16,5 3 0-16,-2 0 0 0,3 5 0 15,-2 5 0-15,5 5 0 16,-9-1 0-16,-2 6 0 16,0-2 0-16,-10 1 0 15,0 4 0-15,-14-3 0 16,-4-1 0-16,-7 1 0 0,-3 0 0 15,-2 1 0-15,1-4 0 16,5-3-33-16,3-1-54 16,1-3-3-16</inkml:trace>
  <inkml:trace contextRef="#ctx0" brushRef="#br1" timeOffset="151216.81">16383 13689 430 0,'0'0'5'0,"0"0"2"16,0 0 2-16,0 0 1 0,-5-10 0 16,5 10 0-16,-7 0 1 15,7 0-1-15,-11 7-4 16,9 4-3-16,2 3-3 15,0 6 0-15,0-3 0 0,6 8 0 16,3-5 0-16,3 1 0 16,6-5 0-16,-5-1 0 15,9-5 0-15,-2-5 0 0,2-5 0 16,-5 0 0-16,3-5 0 16,-3-7 0-16,1-4 0 15,-6-3 0-15,-2-3 0 16,-5 0 0-16,-2-6 0 15,-3 1 0-15,-3 4 0 0,-7 1 0 16,3 2 0-16,0 5 0 16,1 2 0-16,6 13 0 15,0 0-15-15,0 0-75 16,13 0-3-16</inkml:trace>
  <inkml:trace contextRef="#ctx0" brushRef="#br1" timeOffset="168799.96">9860 1852 419 0,'0'0'5'0,"0"0"2"16,0-8 1-16,0 8 1 15,-12-11 0-15,-1 5 0 16,-6 6 1-16,-1 0 0 16,-8 3-5-16,-2 7-2 0,1 10-2 15,-1 5 0-15,0 3 0 16,8 3-1-16,2 2 0 15,8-2-1-15,4 2 1 16,8-1-1-16,3-11 1 0,9-5 0 16,11-6 1-16,4-7 0 15,8-6 0-15,1-12 2 16,7-9 0-16,0-13 0 16,1-6 1-16,-2-12-4 0,-22 26 0 15,-1-3 0-15,-1-8 0 16,0-4 0-16,-8-4 0 15,-1-1 0-15,-3 0 0 16,-4 2 0-16,-2 2 0 16,0 3 0-16,0 3 0 0,-4 3 0 15,-2 9 0-15,-1 7 0 16,-3 5 0-16,3 11 0 16,-11 4 0-16,0 37 0 0,8 29 0 15,8 14 0-15,2 14 0 16,7 6 0-16,4-13-3 15,3-24-22-15,4-11-63 16,1-10-3-16</inkml:trace>
  <inkml:trace contextRef="#ctx0" brushRef="#br1" timeOffset="169116">10161 1840 383 0,'0'0'5'16,"0"0"1"-16,-12 8 0 0,12-8 1 15,-15 22 0-15,4-7 0 16,5 5 1-16,0-4 1 16,4 2-6-16,2 2 0 15,8-5-1-15,6-2 0 0,6-6 1 16,2-5 0-16,8-2 0 16,2-5 0-16,1-9 1 15,2-6 1-15,-5-3 0 0,0-4 0 16,-9-3 0-16,-3 1 1 15,-11 0-1-15,-7-2-1 16,-4 14 0-16,-14 3-3 16,-4 6 1-16,-3 5-2 15,-2 3-3-15,2 11-2 0,0-2-5 16,8 6-6-16,4-2-11 16,10-5-23-16,16 3-36 15,4-5-3-15</inkml:trace>
  <inkml:trace contextRef="#ctx0" brushRef="#br1" timeOffset="169349.69">10628 1548 388 0,'0'0'8'16,"0"0"4"-16,0-10 2 15,0 10 2-15,0-10-1 16,0 10-1-16,0 0 2 0,0 0-1 16,0 0-8-16,-7 5-1 15,2 17-6-15,0 11 0 16,-1 6 0-16,4 18 0 15,-1 12 0-15,3 5 0 16,0 6 0-16,3-18 0 16,-1 1 0-16,2-10-6 0,-2 2-23 15,-2-15-58 1,0-15-2 0</inkml:trace>
  <inkml:trace contextRef="#ctx0" brushRef="#br1" timeOffset="169499.68">10589 1979 436 0,'0'0'5'0,"0"0"0"0,0-20 2 15,7 10 0-15,6-5 0 16,4 1 0-16,5-4-1 16,6 1-5-16,9 2-17 0,2 0-65 15,9 4-3-15</inkml:trace>
  <inkml:trace contextRef="#ctx0" brushRef="#br1" timeOffset="169683.38">11035 1808 420 0,'0'0'6'0,"0"0"2"16,0 0 0-16,0 0 0 15,0 12 1-15,0-12 1 0,11 3 0 16,3-3 0-16,4 0-7 15,7-3-5-15,-1-1-7 16,6 1-19-16,15-2-54 16,-20 3-4-16</inkml:trace>
  <inkml:trace contextRef="#ctx0" brushRef="#br1" timeOffset="169818.9">10949 1967 431 0,'0'0'3'0,"0"10"1"16,0-10 2-16,0 14 0 0,0-14 1 15,21 13 0-15,0-9 0 16,4 2-1-16,5-6-8 16,17-6-41-16,3 5-38 15,5-12-3-15</inkml:trace>
  <inkml:trace contextRef="#ctx0" brushRef="#br1" timeOffset="170349.87">11822 1645 444 0,'0'0'3'0,"0"0"2"16,0 0 2-16,0 0 0 16,-3-13 1-16,3 13-1 0,-10 0 3 15,-3 3 0-15,-1 14-3 16,-4 2-4-16,1 12-3 15,-6 11 0-15,5 10 0 16,1 10 0-16,7-6 0 0,5-1 0 16,3-5 0-16,2-3 0 15,7-12 0-15,13-11 0 16,0-9 0-16,4-7 0 16,4-8 0-16,-1-8 0 0,1-7 0 15,-3-5 0-15,-7-8 0 16,-2 2 0-16,-8-9 0 15,-8 3 0-15,-3 2 0 16,-9 6 0-16,-10 7 0 0,-3 6 0 16,-3 11 0-16,-2 3 0 15,6 13-11-15,-1 2-43 16,7 5-35-16,4-3-2 16</inkml:trace>
  <inkml:trace contextRef="#ctx0" brushRef="#br1" timeOffset="170665.93">12459 1457 473 0,'0'0'3'0,"0"0"1"0,0 0 1 16,-4-8-1-1,4 8 0-15,-13 0 0 0,13 0 0 16,-17 8 0-16,-3 11 0 16,-10 18-2-16,-2 13-2 0,-5 14 0 15,5 21 0-15,-3 9 0 16,7 10 0-16,8-3 0 16,11-7 0-16,9-11 0 15,7-5 0-15,13-13 0 0,10-11 0 16,9-14 0-16,10-8 0 15,4-5-42-15,9-19-44 16,5-6-4-16</inkml:trace>
  <inkml:trace contextRef="#ctx0" brushRef="#br1" timeOffset="172251.44">12665 1761 459 0,'0'0'4'0,"0"0"3"0,0 0 0 15,0 0 0-15,0 0 0 16,0 0-1-16,0 5 1 16,-2 10 0-16,0 10-7 15,-6 7 0-15,4 5 0 16,1 2 0-16,-4 6 0 0,3-3 0 16,-3-5 0-16,5-2 0 15,-1-7 0-15,3-6 0 16,-2-7 0-16,2-3 0 15,0-12 0-15,0 10 0 0,0-10 0 16,0 0 0-16,0-8 0 16,0-6 0-16,0-1 0 15,2-13 0-15,3-4 0 0,-2-5 0 16,1-5 0-16,2 2 0 16,-3 3 0-16,2 0 0 15,-3 5 0-15,0 7 0 16,-2 8 0-16,3 7 0 0,-3 10 0 15,2-13 0-15,-2 13 0 16,7 3 0-16,6 7 0 16,-3 2 0-16,5 16 0 15,2-2 0-15,1 7 0 16,4 2 0-16,0-1 0 0,-1 1 0 16,-2-5 0-16,1-3 0 15,-3-4 0-15,-2-9 0 16,-2-2 0-16,-1-2 0 15,-2-2 0-15,1-2 0 0,-11-6 0 16,9 1 0-16,-9-1 0 16,7-7 0-16,-4-5 0 15,-1-6 0-15,1-4 0 0,-3-7 0 16,3-7 0-16,-3-1 0 16,2-1 0-16,-2 2 0 15,0-1 0-15,0 2 0 16,0 5 0-16,3 8 0 15,-3 0 0-15,0 4 0 0,2 4 0 16,-2-1 0-16,0 5 0 16,3-1 0-16,-3 11 0 15,0-12 0-15,0 12 0 16,0 0 0-16,0 0 0 0,0 0 0 16,0 12 0-16,0-1-25 15,-8 3-63-15,3 4-4 16</inkml:trace>
  <inkml:trace contextRef="#ctx0" brushRef="#br1" timeOffset="177782.93">13120 1962 386 0,'0'0'4'0,"0"0"2"0,0 0-1 15,0 0 2-15,3 7 2 16,-3-7 2-16,15 10 1 0,-5-5 1 16,8 2-3-16,1-4-1 15,8 2 0-15,5-5-2 16,6 0-1-16,4-3-1 15,5-2-1-15,1-4-2 0,-4-6 1 16,1-3 0-16,-3 3-3 16,-7 2 0-16,-5 2 0 15,-8 1 0-15,-7 0 0 16,-5 5 0-16,-10 5 0 16,5 5 0-16,-5-5 0 0,-5 15 0 15,1-6-4-15,-2 4-10 16,-1-6-13-16,-1 5-59 15,4-1-2-15</inkml:trace>
  <inkml:trace contextRef="#ctx0" brushRef="#br1" timeOffset="178049.59">13920 1773 443 0,'0'0'5'0,"0"0"2"16,0 0 0-16,0 0-1 0,13-2 1 15,-13 2 0-15,5 12 0 16,-2 1 0-16,-3 11-4 16,0 6-3-16,0 5 1 15,0 0 0-15,0 2-1 0,0 0 0 16,0-3-1-16,0 1-4 15,0-10-9-15,4-5-29 16,1-1-43-16,0-8 0 16</inkml:trace>
  <inkml:trace contextRef="#ctx0" brushRef="#br1" timeOffset="178519.59">14311 1852 438 0,'0'0'3'0,"0"0"2"0,0 0 1 16,0 0 0-16,0 0 1 16,9 0 1-16,-1 0 0 15,5 0 1-15,3 0-3 16,7 0-2-16,5-2 0 0,4 0 0 15,4-2-1-15,8-2-3 16,-6 1 0-16,5-1 0 16,-2 5 0-16,-2-6 0 15,-9 1 0-15,0 1 0 0,-11 5 0 16,-1-6 0-16,-9 5 0 16,-9 1 0-16,11-3 0 15,-11 3-4-15,0 0-13 0,0 0-23 16,0 0-47-1,-8 0-2-15</inkml:trace>
  <inkml:trace contextRef="#ctx0" brushRef="#br1" timeOffset="178949.68">14888 1615 360 0,'0'0'5'0,"0"0"2"16,0 0 2-16,0 0 3 16,0 0 0-16,9 2 1 15,1 1 1-15,3-2 1 0,4 3-4 16,3-4-2-16,5 0-1 16,1 2-2-16,1-2-2 15,4 0-1-15,3 0 0 16,-4 0 0-16,6-2 0 0,-8-2-2 15,2 3-3-15,0-4-4 16,-7 5-11-16,0-5-35 16,-9 0-34-16,-3 5-4 15</inkml:trace>
  <inkml:trace contextRef="#ctx0" brushRef="#br1" timeOffset="179266.83">15146 1602 377 0,'0'0'7'0,"0"0"0"16,0 0 1-16,0 0 0 0,0 0 2 16,0 0 3-16,7 13 0 15,6-1 1-15,-4 3-6 16,6 2-1-16,3 6 0 16,-2 7-2-16,0-3 0 0,2 0-4 15,-9 5 0-15,-1 0 0 16,-1 1-1-16,-1-4 1 15,-6-1 0-15,0-4 1 16,-4 1 0-16,-5-3 0 0,-1-6 0 16,-5-4 0-16,-5-3 0 15,-2 1 0-15,-3-4 1 16,2-4-3-16,-1-2-2 16,1 2 0-16,1-2-1 0,-1-2-4 15,4-6-7-15,3 3-19 16,9 4-52-16,-2-10-1 15</inkml:trace>
  <inkml:trace contextRef="#ctx0" brushRef="#br1" timeOffset="179616.77">15431 1280 469 0,'0'0'3'0,"0"0"1"0,0 0 0 15,0 0-1-15,0 0 1 16,11-7 0-16,-11 7 0 16,19 4 0-16,-10 9-3 15,7 2-1-15,4 10 0 0,-5-9 2 16,26 47 0-1,5 6 1-15,0 16-1 0,-3 9 0 16,2 12-2-16,-13-4 0 16,-17-8 0-16,-17-21 0 15,-14-3 0-15,-11-7 0 0,-13-7 0 16,-1-3 0-16,-12-8 0 16,9 5-13-16,-9-12-71 15,3-3-2-15</inkml:trace>
  <inkml:trace contextRef="#ctx0" brushRef="#br1" timeOffset="180853.1">16241 1625 412 0,'0'0'6'15,"0"0"2"-15,0 0 2 16,0 0 1-16,0 0 0 0,0 0 1 16,0 0-1-16,0 0 4 15,0 0-6-15,0 13-3 16,0 4-6-16,0-1 0 0,0 15 0 15,6-1 0-15,-4 4 0 16,5 2 0-16,-2 0 0 16,2-4 0-16,1 0 0 15,-5-4 0-15,4-1-32 16,7-2-55-16,-10-8-2 0</inkml:trace>
  <inkml:trace contextRef="#ctx0" brushRef="#br1" timeOffset="181099.3">16095 1791 466 0,'0'0'3'16,"0"0"0"-16,0 0 2 0,0 0 1 15,12-3 1-15,5-2 1 16,9 3 0-16,11-3-3 15,7 2-5-15,6-1 0 16,8 1 0-16,-2-5 0 0,-1 7 0 16,-5-5 0-16,-6 1 0 15,-9 0 0-15,-8 5 0 16,-7-5-2-16,-20 5-86 0,15-4-1 16</inkml:trace>
  <inkml:trace contextRef="#ctx0" brushRef="#br1" timeOffset="187549.68">17146 1358 384 0,'0'0'6'0,"0"0"3"0,0 0 1 15,0-12 1-15,0 12 2 16,0 0 0-16,7-6-1 16,-7 6 1-16,0 0-6 15,0 0-2-15,0 0-3 16,0 0 0-16,-12 6-1 0,4 6-1 15,-2-3 0-15,-2 1 0 16,-1 5 0-16,-1 0 0 16,-4-1 0-16,5 4 0 15,-4 0-1-15,5-1 1 0,-3 0-1 16,5 3 1-16,3-5-1 16,4-3 1-16,3 1 1 15,3-3-1-15,9-1 0 0,3-4 1 16,2 3-1-16,6-5 0 15,-1 1 0-15,0-2 0 16,3 1 0-16,-2 2 0 16,9-5 3-16,5 8 0 15,-14-1-1-15,-16 5 1 0,-12 0 0 16,-18 4-1-16,-7 0 1 16,-4 0-1-16,2 1-3 15,-1-2 1-15,1-2 0 16,5 4 0-16,2-5-1 0,8 0 1 15,-1-2-1-15,6 1 0 16,5-4 0-16,7-7 0 16,0 18 0-16,0-18 0 15,19 11 0-15,-1-3 1 0,4-2-1 16,8-2 1-16,3 0 1 16,4-1-1-16,4-3 0 15,5 0 0-15,-2 0 1 16,-5 0-1-16,4 0-1 15,-10 0-4-15,-4 0-10 0,-14 0-47 16,-2 0-22-16,-13 0-4 16</inkml:trace>
  <inkml:trace contextRef="#ctx0" brushRef="#br1" timeOffset="188034.36">17695 1298 447 0,'0'0'4'0,"0"0"1"16,0 0 0-16,0 0 1 15,0 0-1-15,0 0 1 16,0 0 0-16,0 0-1 0,0 0-3 16,-11 4-1-16,2 5-1 15,-2 0 0-15,-1 1 0 16,0 2 0-16,-3 1 0 0,-2-4 1 16,-1 4-2-16,1 2 2 15,-1 0-1-15,-1-3 0 16,1 3-1-16,1 0 1 15,0-3-1-15,4 1-1 0,3-4 1 16,1 2 0-16,4-2 0 16,2 1 0-16,3-10 1 15,0 15-1-15,0-15 1 16,15 13 0-16,-8-3 0 16,6 0 0-16,6 4 2 0,4 3 1 15,4 1-1-15,-4 2-3 16,-9-4-4-16,-1 2-9 15,-10 0-24-15,-3-6-45 16,0 3-2-16</inkml:trace>
  <inkml:trace contextRef="#ctx0" brushRef="#br1" timeOffset="188249.85">17461 1659 371 0,'0'0'6'0,"0"0"3"0,12-4-1 15,-1 4 1-15,1-3 0 16,6-3 0-16,1 2-1 16,8 4-8-16,-16-3-35 15,3 2-43-15,-1 1-4 16</inkml:trace>
  <inkml:trace contextRef="#ctx0" brushRef="#br1" timeOffset="188451.89">17804 1610 395 0,'0'0'3'0,"0"0"1"15,0 0 1-15,0 0 4 16,2 7-1-16,1 1 2 15,3 6-1-15,-4 2 1 0,4-2-2 16,0 9-2-16,1-3-2 16,-4-3-7-16,2 3-14 15,0-6-62-15,-5-1-4 16</inkml:trace>
  <inkml:trace contextRef="#ctx0" brushRef="#br1" timeOffset="188633.26">17836 1486 485 0,'0'0'2'0,"0"0"1"16,0 0-1-16,0 0-1 16,0 0-5-16,0 0-37 15,0 0-42-15,0 0-3 0</inkml:trace>
  <inkml:trace contextRef="#ctx0" brushRef="#br2" timeOffset="198219.02">17091 15225 383 0,'0'0'7'0,"0"0"2"0,0 0 3 16,0 0 1-16,0 0 1 16,0 0 1-16,0 12 1 15,0-12 2-15,0 22-7 0,0-7-2 16,0 5-5-16,-2 4-4 15,2 1 0-15,-3 0 0 16,3 3 0-16,-2-3 0 0,2-6 0 16,0 1 0-16,0-7 0 15,0-1-2-15,0-12-30 16,-10 10-52-16,10-10-5 16</inkml:trace>
  <inkml:trace contextRef="#ctx0" brushRef="#br2" timeOffset="198882.66">17059 14991 321 0,'0'0'8'0,"0"0"4"0,0 0 3 15,0 0 3-15,-8-11 2 16,8 11 1-16,-13-10 2 16,4 5-2-16,2 0-5 15,-4 5-5-15,-1 0-4 16,-2 5-1-16,-4 10-2 15,6 4-2-15,-6 14-1 0,1 1 0 16,-1 11 0-16,3 6 0 16,-2 5 1-16,7 0-2 15,2 2 0-15,6-4 0 0,2-3 0 16,2-1 0-16,9-4 0 16,3-10 0-16,9-1 0 15,2-3 0-15,2-5 0 16,8-7 0-16,-3-5 0 0,2-5 0 15,4-6 0-15,-1-4 0 16,-2-4 0-16,0-8 0 16,-5-8 0-16,-1-5 0 15,-2-5 0-15,1-4 0 16,-3-12 0-16,-7-2 0 0,-2-8 0 16,-5-2 0-16,-6-7 0 15,-5 0 0-15,0 1 0 16,-13 0 0-16,-6 9 0 0,-4 3 0 15,-9 4 0-15,2 12 0 16,-7 2 0-16,-1 9 0 16,-4 5 0-16,3 10 0 15,-4 5 0-15,3 5 0 16,3 15 0-16,0 6 0 0,7 7 0 16,3 12 0-16,4 3 0 15,16 3-36-15,0 9-54 16</inkml:trace>
  <inkml:trace contextRef="#ctx0" brushRef="#br2" timeOffset="202265.75">12969 13830 389 0,'0'0'6'16,"0"0"4"-16,0 0 1 15,-8-8 1-15,8 8 1 0,0-8 1 16,0 8 0-16,5-17 1 15,-5 17-6-15,16-17-4 16,-4 13 0-16,-3-1-3 16,4 0 0-16,2 5 0 0,-2 0 0 15,1 5-2-15,-7 2 0 16,4 4 0-16,-6 0 0 16,0 7 0-16,-5-1 0 15,-5 3 0-15,-7 2 0 0,1 3 0 16,-6-3 0-16,2 3 0 15,1-3 0-15,-4-4 0 16,8-4 0-16,-3-1 0 16,13-13 0-16,-12 12 0 0,12-12 0 15,0 0 0-15,10 0 0 16,3-5 0-16,-1 0 0 16,3-2 0-16,2-1 0 0,3-1 0 15,-3 1 0-15,-2 4 0 16,5-4 0-16,-10 3 0 15,2 2 0-15,-5 1 0 16,-7 2 0-16,14-3 0 16,-14 3 0-16,0 0 0 0,0 0 0 15,0 0 0-15,0 8 0 16,0-8 0-16,0 0 0 16,-8 8-4-16,8-8-5 15,0 0-6-15,-10 5-13 16,2 7-52-16,8-12-5 0</inkml:trace>
  <inkml:trace contextRef="#ctx0" brushRef="#br2" timeOffset="203582.27">13026 13560 247 0,'0'0'7'0,"0"0"3"15,-14-10 4-15,3 7 1 16,1-4 2-16,-2 3 2 15,-8-2-1-15,0 6 1 0,1 0-4 16,-2 10-4-16,-4 5-3 16,6 5-3-16,-4 7-1 15,6 5-1-15,0 6 0 0,4-1-1 16,3 7 1-16,5 0-1 16,5 4 0-16,5-3 1 15,7-1 0-15,6-4 1 16,5-6 0-16,6-6-1 15,9-6 1-15,3-9 0 0,7-4-1 16,1-9 0-16,6-2-1 16,0-11-1-16,-3-1 0 15,0-6 0-15,-4-8 1 16,-11 2-1-16,-3-10 1 0,-12-1 0 16,-9-5 0-16,-11-2-1 15,-2-1 1-15,-16-7-1 16,-12 5-1-16,-7 2 1 15,-7 3-1-15,-8 10 0 0,-2 7 0 16,-1 9 0-16,0 10-1 16,5 6-3-16,4 10-5 15,9 11-16-15,10 5-56 0,7 2-2 16</inkml:trace>
  <inkml:trace contextRef="#ctx0" brushRef="#br2" timeOffset="205899.81">13412 11169 277 0,'0'0'7'0,"0"0"5"16,0 0 2-16,0 0 4 15,0 0 1-15,0 0 4 0,0 0 1 16,0 0 0-16,0 0-4 16,0 0-6-16,-11-10-2 15,11 10-2-15,0 0-3 16,2-12-1-16,-2 12-2 0,13-15-2 16,-3 8 0-16,0 0-1 15,0-1 0-15,0 4-1 16,2 1 0-16,-2 3 0 15,0 0 0-15,0 0 0 0,-10 0 1 16,13 9-1-16,-8 1 1 16,-1 0 0-16,-4 3 0 15,0-1 0-15,-2 0 1 0,-5 1-1 16,0-1 0-16,-2 1-1 16,2-3 0-16,2-3 0 15,5-7-1-15,-9 10 0 16,9-10 0-16,0 0 1 15,0 0-1-15,12 8 0 0,-5-8 1 16,4 2 0-16,1 0 0 16,-3 1 0-16,2-1 0 15,0 3 0-15,-1 1 0 16,3-2 1-16,-5 3-1 0,-8-7 0 16,14 14 1-16,-14-14-1 15,8 9 2-15,-8-9-1 16,3 15 0-16,-3-15 1 15,-5 11 0-15,5-11-2 0,-16 17 0 16,4-10 0-16,-3-3 0 16,1 2 0-16,-4-2 0 15,1 0 0-15,-1-4 0 0,4 0 0 16,-2 0 0-16,7-4 0 16,-2 1 0-16,11 3 0 15,-10-4-8-15,10 4-13 16,0 0-18-16,-14-3-46 0,14 3-1 15</inkml:trace>
  <inkml:trace contextRef="#ctx0" brushRef="#br2" timeOffset="206700.31">13483 10992 337 0,'0'0'4'0,"0"0"3"0,0 0 1 0,-15-8 1 16,15 8 2-16,-19 0 1 15,6 3-1-15,-4 6 2 16,-3 7-4-16,0 5-2 15,2 4-2-15,-2 6 0 0,3 2-2 16,2 7-1-16,5 2 0 16,3-4-1-16,2 3-1 15,5-3 1-15,0-3-1 16,8-4 0-16,4 0-1 0,1-6 1 16,6-6 0-16,3-2 0 15,4-7 0-15,1 0 0 16,3-8 1-16,0-2 1 15,4-2 1-15,-1-8 1 0,-4-5 0 16,1-1 1-16,-2-5 1 16,-7-1 2-16,2-6-1 15,-5-2 0-15,-2-5 0 0,-8 0-1 16,-2-8-1-16,-6-2-5 16,-11-3 0-16,-6 4 0 15,-5 1 0-15,-8 3 0 16,-5 8 0-16,-4 7 0 15,-2 9 0-15,-3 12 0 0,-1 4 0 16,0 20 0-16,-2 2-20 16,10 15-65-16,4 8-2 15</inkml:trace>
  <inkml:trace contextRef="#ctx0" brushRef="#br2" timeOffset="208932.82">15070 14851 205 0,'0'0'8'0,"0"0"7"0,6-3 3 15,-6 3 5-15,10-2 4 16,-10 2 1-16,9-3 1 16,-9 3 5-16,0 0-9 15,11-2-5-15,-11 2-5 0,0 0-3 16,0 0-4-16,0 0-2 15,5 10-3-15,-5 0-1 16,0 5-1-16,-2-1 0 16,-3 1 0-16,-4 5 0 15,1 0 0-15,0 0 0 0,-1-2-1 16,0-4 1-16,-1-2 0 16,1-2 0-16,9-10-1 15,-13 15 1-15,13-15-1 0,0 0 0 16,0 0 0-16,0 0 0 15,0 0-1-15,0 0 0 16,0 0 1-16,13-7-1 16,-1-1 1-16,0 3-1 0,8-5 1 15,3 3 1-15,-4 0-1 16,1 0 0-16,-2 1 0 16,-1 1 0-16,-2-2-1 15,-1 4 2-15,-6 1-1 0,-8 2 0 16,13-2-1-16,-13 2-1 15,0 0-5-15,0 0-7 16,0 0-23-16,12-3-44 16,-12 3-2-16</inkml:trace>
  <inkml:trace contextRef="#ctx0" brushRef="#br2" timeOffset="209149.91">15091 14868 424 0,'0'0'5'0,"0"0"0"16,0 0 1-16,0 0 0 15,0 0 1-15,7 3-1 0,-7-3 1 16,15 17 0-16,-7-1-5 16,1-2 0-16,4 5-3 15,-3-1-4-15,-1 7-8 16,-3-8-21-16,-6 0-46 0,7-2-2 15</inkml:trace>
  <inkml:trace contextRef="#ctx0" brushRef="#br2" timeOffset="209569">15051 14716 389 0,'0'0'5'0,"0"0"1"0,-13 0 2 15,6 0 1-15,-3 0 2 16,-5 3 0-16,-2 7 1 0,-1 2 0 16,-3 9-4-16,3 3-2 15,0 6-1-15,6 5-2 16,2 4-1-16,6 6 0 0,4 0-1 16,4-3-1-16,8-3 0 15,6-2 0-15,6-2 0 16,4-7 0-16,10-4 0 15,-1-9 0-15,5-5 0 0,1-5 0 16,3-5 0-16,-2-5 1 16,2-10-1-16,-7-1 1 15,-4-8 1-15,-5 2 0 16,-8-5 1-16,-6-2 1 16,-11-1 0-16,-5-8 0 0,-13 3-4 15,-11-2 0-15,-6-3 0 16,-8 4 0-16,-4 2 0 15,-6 6 0-15,-3 8 0 16,3 3 0-16,4 14 0 0,0-2-7 16,13 8-42-16,7 2-36 15,6 2-2-15</inkml:trace>
  <inkml:trace contextRef="#ctx0" brushRef="#br2" timeOffset="210316.62">15312 11541 392 0,'0'0'7'0,"0"0"4"0,0 0 1 0,0 0 1 0,-10-2 0 15,10 2 1-15,-14 0 0 16,5 5 0-16,0-1-7 16,2 10-3-16,-2-3-2 15,1 5-1-15,7 1-1 0,1 2 0 16,1-1 0-16,11-6 0 15,-3 3 0-15,3-5 0 16,4 3 0-16,1-6 0 0,-1-2 1 16,0-1-1-16,-3-1 1 15,-3 3 0-15,-1-2-1 16,-9-4 2-16,11 7 0 16,-11-7-2-16,0 14 0 0,0-14 0 15,-16 14 0-15,7-7 0 16,-7-2 0-16,2 2 0 15,-6-1-7-15,3 1-11 16,-6-7-24-16,5 0-43 0,-1 0-1 16</inkml:trace>
  <inkml:trace contextRef="#ctx0" brushRef="#br2" timeOffset="210483.91">15228 11474 419 0,'0'0'6'0,"0"0"1"16,0 0 1-16,10-15 0 16,-3 6 1-16,6 2-1 15,-4-6 0-15,3 1-2 0,-1-6-13 16,6 8-23-16,10 0-50 16,-11 2-1-16</inkml:trace>
  <inkml:trace contextRef="#ctx0" brushRef="#br2" timeOffset="210849.33">15203 11262 394 0,'0'0'3'0,"0"0"2"0,-20 14 1 16,10 1 1-16,-5 8 1 16,-2 9 0-16,-3 4 0 15,5 8 0-15,-5 6-3 16,10 5-2-16,4 0-1 0,6 2-1 15,6-7 0-15,11-9-1 16,6-1 1-16,4-8-1 16,8-10 1-16,2-7 0 15,6-10 0-15,-4-5 1 0,1-9 0 16,-1-9 1-16,-1-7 1 16,-3-4 2-16,-8-5 0 15,-5-6 1-15,-4-8-1 0,-13-1 0 16,-5-3 0-16,-5 0-6 15,-18 0 0-15,-2 5 0 16,-10 7 0-16,-2 8 0 16,-7 12 0-16,-1 15 0 0,1 7 0 15,1 22-10-15,-6 26-67 16,14-10-9-16</inkml:trace>
  <inkml:trace contextRef="#ctx0" brushRef="#br2" timeOffset="211916.76">18003 14724 351 0,'0'0'8'0,"0"0"4"15,0 0 4-15,0 0 0 16,0 0 1-16,-8 5 1 15,8-5-1-15,-2 12 1 16,2-1-8-16,-3 1-5 0,3 8-2 16,0 2-2-16,0 1 0 15,0 4-1-15,0 3 0 16,5-3 0-16,1-3 1 0,3-3-1 16,-1-7 0-16,5-2 0 15,-4-5-1-15,6-1 2 16,0-6-1-16,0-3 0 15,-2-4 1-15,1-3 0 0,-3-2 1 16,-2-1 1-16,-4-4 1 16,0 2-1-16,-5 0 0 15,-7 3-3-15,-3 2 0 16,-8 3 0-16,4 3 0 0,-6 4 0 16,-1 0 0-16,0 7 0 15,3 4 0-15,3-1-10 16,5 3-9-16,0-4-22 15,1-1-44-15,9-8-2 0</inkml:trace>
  <inkml:trace contextRef="#ctx0" brushRef="#br2" timeOffset="212349.41">17990 14524 375 0,'0'0'5'0,"0"0"4"16,-14-6 1-16,3 6 0 0,-1 0 2 16,-2 6 0-16,-4 6 1 15,0 5 0-15,1 9-4 16,-1 10-2-16,9 4-3 16,-1 7 0-16,5 5-1 0,5 3-1 15,3-1 0-15,6-2-1 16,6-2-1-16,7-7 1 15,3-4-1-15,3-9 0 16,2-3 0-16,4-10 0 16,1-7 0-16,2-5 0 0,0-5 1 15,-1-5 0-15,-4-10 1 16,-2-3 1-16,-6-3 0 16,-4-7 1-16,-10-5 1 0,-4 0-5 15,-6-5 0-15,-6-7 0 16,-6-4 0-16,-11-3 0 15,-7 2 0-15,-2 0 0 16,-5 9 0-16,-2 5 0 0,-2 7 0 16,-3 15 0-16,7 6 0 15,0 8 0-15,9 5 0 16,3 2-21-16,7 8-63 16,14 2-4-16</inkml:trace>
  <inkml:trace contextRef="#ctx0" brushRef="#br2" timeOffset="213149.36">17635 11135 433 0,'0'0'5'16,"0"0"-1"-16,0 0 2 0,0 0 0 16,5-3 1-16,-5 3 1 15,12-2-1-15,-1 0 1 16,-2-4-3-16,3 4-2 16,4 0-1-16,-4-4 0 15,3 4-1-15,0-1 0 0,-2 2 0 16,-4-2 0-16,-9 3-1 15,12 0 2-15,-12 0-1 16,3 4 1-16,-3 7-1 16,-8 3 1-16,1 4-1 0,0 1 1 15,-1 5-2-15,-2-3 0 16,6-1-2-16,1 2-1 16,1-5-1-16,2-1-5 15,2-9-7-15,5 3-21 0,16-5-47 16,-23-5 0-16</inkml:trace>
  <inkml:trace contextRef="#ctx0" brushRef="#br2" timeOffset="213568.73">17660 10901 345 0,'0'0'3'0,"-13"0"1"15,4 3 1-15,2 5 3 16,-9 4 0-16,-4 3 0 16,6 13 4-16,-4 1-1 15,1 8-3-15,7 3 0 0,-3 7-1 16,8 1-2-16,3 1-2 16,2-2 0-16,5 0-1 15,7-5-1-15,6-5 0 16,2-7 1-16,4-6 0 0,8-9 0 15,-2-5 1-15,8-10 0 16,-3-1 2-16,2-16 1 16,-5 0 0-16,-2-7 0 15,-3-6 1-15,-4-4-1 0,-11-6 1 16,0-2-1-16,-12-5-2 16,0-5 0-16,-12-1-4 15,-6 5 0-15,-6-2 0 16,-3 7 0-16,-6 6 0 0,-1 7 0 15,-4 10 0-15,3 12 0 16,0 8-5-16,8 14-4 16,0 15-21-16,15 6-52 0,-4 5-4 15</inkml:trace>
  <inkml:trace contextRef="#ctx0" brushRef="#br2" timeOffset="214566.57">20804 14601 406 0,'0'0'7'0,"0"0"1"15,-6-10 3-15,6 10 1 0,-10-10 2 16,10 10-1-16,-12-10 1 16,12 10 0-16,-13-5-7 15,3 5-2-15,10 0-5 16,-20 5 0-16,13 3 0 0,-5 6 0 15,4 1 0-15,1 2 0 16,4-2 0-16,1 3 0 16,2-4 0-16,7 4 0 15,6-9 0-15,4 4 0 16,5-6 0-16,1 1 0 0,5-6 0 16,-7 3 0-16,4 0 0 15,-2-3 0-15,-3 1 0 16,-8 2 0-16,-2-2 0 15,-10-3 0-15,5 10 0 0,-5-10 0 16,-10 10 0-16,-4-3 0 16,-2 0 0-16,-4-4 0 15,-2 4 0-15,0-7 0 16,-1 0 0-16,1 0 0 0,4 0 0 16,4-7 0-16,3-3 0 15,4 0-2-15,4-5 0 16,3-2-1-16,6-4-1 15,1 4-3-15,6-2-5 0,-4-9-9 16,6 5-36-16,-2-1-27 16,-3 2-2-16</inkml:trace>
  <inkml:trace contextRef="#ctx0" brushRef="#br2" timeOffset="-214513.79">20726 14330 400 0,'0'0'4'0,"0"0"1"16,-12 0 3-16,1 0 1 0,-1 3 0 16,-8 4 2-16,1 6 1 15,-4 4 0-15,-2 10-3 16,3 6-1-16,2 6-3 16,3 8 0-16,2 3-2 0,10 5 0 15,2-4-1-15,6 1-1 16,7-4 0-16,7-4 0 15,8-6-1-15,2-9 0 16,8-4 1-16,2-8-1 0,3-7 0 16,2-8 2-16,4-2-2 15,-9-4 0-15,0-9 0 16,-3-2 0-16,-6-4 0 16,-9-6 0-16,-6 0 0 15,-6-7 0-15,-7-6 0 0,0-6 0 16,-12-1 0-16,-6-3 0 15,-9-5 0-15,-8 4 0 16,1 4 0-16,-6 7 0 0,-2 9 0 16,2 11 0-16,5 8 0 15,-2 10 0-15,12 8 0 16,8 5-52-16,7 6-35 16,7-5-2-16</inkml:trace>
  <inkml:trace contextRef="#ctx0" brushRef="#br2" timeOffset="-213630.06">20027 11008 388 0,'0'0'5'0,"0"0"4"0,0 0 1 0,0-12 1 15,0 12 1-15,0-9 1 16,0 9 1-16,-14-11-1 16,4 6-4-16,-5 5-4 0,-2 0-1 15,-3 5-2-15,-3 6-1 16,4 1 1-16,-1 3-1 16,1 2 0-16,8 0 0 15,1 0 0-15,8-1 0 0,2-2-1 16,7-3 2-16,8-7-2 15,0-2 0-15,4-2 0 16,4-2 1-16,-3-8 0 0,-1-5 1 16,-1 3 0-16,0-3-2 15,-8 0 0-15,-1 3 0 16,-6-3 0-16,-1 7 0 16,-2 8 0-16,0-7 0 15,0 7 0-15,-5 5 0 16,3 10 0-16,-3 3 0 0,3 4 0 15,-1-1 0-15,3 9 0 16,0 1 0-16,5-5 0 16,0-1 0-16,2-2 0 0,1-6 0 15,0-2 0-15,-4-8 0 16,-4-7-13-16,10 10-23 16,-10-17-47-16,0 7-4 0</inkml:trace>
  <inkml:trace contextRef="#ctx0" brushRef="#br2" timeOffset="-213197.06">19912 10840 338 0,'0'0'4'0,"0"0"3"0,-16-8 3 15,9 7 2-15,-3 1 2 0,-3 0 0 16,-1 0 1-16,-9 9 1 15,3 8-4-15,3 8-3 16,-3 11-3-16,3 0 1 16,2 9-2-16,5 2-1 0,5 0-1 15,5 3 0-15,0 0 0 16,7-9 0-16,10 1 1 16,1-12-3-16,10 0 1 15,-1-13-1-15,8-5 0 16,2-7 0-16,2-5 0 0,4-10-1 15,-1-10 1-15,-3-4-1 16,-1-3 2-16,-5-9 0 16,-9 2 2-16,-6-10-1 15,-9-1 0-15,-6-4-3 0,-8-4 0 16,-12-1 0-16,-11-1 0 16,-4 4 0-16,-5 7 0 15,-6 6 0-15,-1 10 0 16,-1 13 0-16,3 15 0 0,5 10 0 15,2 13-13-15,13 4-68 16,4 20-7-16</inkml:trace>
  <inkml:trace contextRef="#ctx0" brushRef="#br2" timeOffset="-212430.39">22958 13275 436 0,'0'0'6'16,"0"0"1"-16,0 0 2 16,0 0 0-16,0 0 0 15,0 0 0-15,0 0 0 0,5 5 0 16,-5 8-5-16,0 4-3 16,0 3-1-16,0 2 0 15,0 1 0-15,0 1-3 16,0-4-3-16,0-5-5 0,4 3-11 15,-1-9-33-15,-3-9-31 32,9 5-4-32</inkml:trace>
  <inkml:trace contextRef="#ctx0" brushRef="#br2" timeOffset="-211930.02">23074 13230 425 0,'0'0'5'0,"0"0"1"0,0 0 1 15,0 0 1-15,0 0-1 16,0 0 1-16,0 9 1 16,0 3-1-16,0 5-4 15,0 0-1-15,0 8-2 0,0 2 0 16,0-2 0-16,0 0-1 16,6-3 0-16,-2-4 0 15,4-4 1-15,1-2-1 0,2-4 0 16,1-5 0-16,2-3 1 15,2 0 0-15,-4-3 0 16,1-6 0-16,-1-2 1 16,-3 2-1-16,0-7 1 15,-5-1 0-15,0 0-1 0,0 0 1 16,-4-1 1-16,0 1-3 16,0 2 0-16,0-3 0 15,-5 8 0-15,0 3 0 16,5 7 0-16,-11-9 0 0,11 9 0 15,0 0 0-15,-9-10 0 16,9 10 0-16,0 0 0 16,0 0 0-16,0 0 0 15,-10 0 0-15,10 0 0 0,0 0 0 16,-9 14-6-16,9-14 1 16,0 0-1-16,-13 10 0 15,13-10-1-15,-8 5-2 0,8-5 0 16,0 0 0-16,-9 0 1 15,9 0 0-15,0 0-4 16,-16-7-5-16,16 7-20 16,0 0-39-16,-4-11-4 0</inkml:trace>
  <inkml:trace contextRef="#ctx0" brushRef="#br2" timeOffset="-211346.63">23046 13045 356 0,'0'0'6'0,"0"0"4"0,-14-8 2 16,7 6 0-16,-6 0 1 15,-2 2 1-15,-3 0 1 0,-3 4-1 16,-2 9-6-16,-2 9-1 16,0 8-3-16,0 7-1 15,1 7 0-15,1 6-2 16,6 2 0-16,7 3 0 0,5-1 0 15,5-4 0-15,7-3 0 16,9-5 0-16,5-5 0 16,9-7 1-16,3-3-1 15,3-10 1-15,7-2-2 0,2-8 1 16,0-4 0-16,2-3 0 16,-2-10 0-16,-1-8 0 15,-3-4-1-15,-4-2 1 16,-5-6 1-16,-5-7 0 0,-7-2 1 15,-2-9 0-15,-11-2 0 16,-6-4-1-16,-1-5-2 16,-13-3 0-16,-8 3 0 15,-4 2 0-15,-7 7 0 0,-7 6 0 16,-7 10 0-16,5 10 0 16,-4 9 0-16,2 10 0 15,6 5 0-15,3 5-10 16,10 8-34-16,15 2-43 15,0-4-1-15</inkml:trace>
  <inkml:trace contextRef="#ctx0" brushRef="#br2" timeOffset="-210714.43">22167 9849 402 0,'0'0'7'0,"0"0"1"0,0 0 2 16,0 0-1-16,0 0 0 15,-4 2 1-15,4-2 0 16,0 18 0-16,0 0-7 0,0-1-1 16,4 3-1-16,-1 5-1 15,2 0 1-15,-1 0-2 16,5-4-2-16,-5-4-7 0,1 3-12 15,2 10-54-15,-2-20-6 16</inkml:trace>
  <inkml:trace contextRef="#ctx0" brushRef="#br2" timeOffset="-210497.01">22276 9867 427 0,'0'0'5'0,"0"0"2"15,0 0-1-15,0 0 1 0,0 0 0 16,0 0 0-16,-2 9 1 16,2 3 0-16,0 6-5 15,6 2-1-15,-2 5-2 16,0-2-1-16,4 3-2 0,0-4-7 16,0 1-11-16,-1 14-53 15,3-22-9-15</inkml:trace>
  <inkml:trace contextRef="#ctx0" brushRef="#br2" timeOffset="-209130.22">22209 9696 229 0,'0'0'6'0,"0"0"6"0,-3-8 4 16,3 8 3-16,0 0 3 16,-2-10 3-16,2 10 1 15,-4-12 2-15,4 12-6 16,-10-5-4-16,10 5-5 15,-13-5-3-15,3 5-3 0,1 0-3 16,-7 5-1-16,2 2-1 16,-4 6 0-16,-2 7 0 15,3 4-1-15,-6 8 1 0,7 4-1 16,-2 6 0-16,6 2-1 16,3 1 0-16,5 5 0 15,4-4-1-15,4-1 1 16,10-3-1-16,2-5 1 0,5-2-1 15,6-6 2-15,0-6-1 16,6-5 0-16,1-6 1 16,1-8 0-16,0-4 1 15,2-2-1-15,-3-11 1 16,2-4 0-16,-4-3 0 0,1-10 1 16,-6 1-1-16,-3-8 2 15,-4-4 0-15,-4-3 0 16,-9-2 0-16,-5-2 0 15,-4-3 0-15,-9 1-2 0,-6 0-2 16,-11 0 0-16,-1 9 0 16,-5 6 0-16,-4 11 0 15,-2 6 0-15,3 12 0 0,0 6 0 16,5 16-2-16,-1 1-26 16,1 15-56-16,14 5-4 15</inkml:trace>
  <inkml:trace contextRef="#ctx0" brushRef="#br2" timeOffset="-207879.68">17294 13211 376 0,'0'0'9'0,"0"0"1"16,0 0 2-16,-10-3 0 15,10 3 0-15,0 0 1 16,0 0 0-16,-7 10 0 15,7 0-8-15,0 5-2 0,0 0-2 16,3 5 0-16,-1-5 0 16,0 7 0-16,1-4-1 15,3-1-2-15,-5-1-3 0,5-3-7 16,-4-1-13-16,3 11-54 16,-5-23-5-16</inkml:trace>
  <inkml:trace contextRef="#ctx0" brushRef="#br2" timeOffset="-207395.23">17337 13255 474 0,'0'0'3'16,"0"0"2"-16,0 0 0 15,0 0 1-15,0 0 0 0,0 0 0 16,0 0 0-16,0-9-6 16,0 9 0-16,10-13 0 15,-10 13 0-15,17-7 0 16,-5 7 0-16,1 0 0 16,-1 0 0-16,-2 7 0 0,3 6 0 15,-8-1 0-15,2 5 0 16,-5 1 0-16,-2 1 0 15,-2 2-2-15,-3 0 0 0,0-3 0 16,-4 1 1-16,3-3-1 16,-1-4 1-16,4-3 0 15,3-9 1-15,0 8 0 16,0-8 0-16,8 0 1 0,2-4 0 16,2-4 0-16,4-2 1 15,-2 0 0-15,-2-3-1 16,4 4 0-16,-4-1-1 15,1 4 2-15,-6 2-2 0,-7 4-2 16,12-4 1-16,-12 4-2 16,0 0-1-16,0 0-4 15,0 0-6-15,0 0-24 16,0 0-47-16,0 0-1 16</inkml:trace>
  <inkml:trace contextRef="#ctx0" brushRef="#br2" timeOffset="-206296.84">17355 13065 369 0,'0'0'7'0,"0"0"3"15,-6-10 1-15,6 10 1 0,-7-12 2 16,7 12 1-16,-15-13-1 16,5 8 1-16,0 5-7 15,-4 0-2-15,1 0-1 16,-4 5-2-16,-1 5-1 0,-5 5-1 16,4 2-1-16,-1 2 0 15,0 6 0-15,3 6 0 16,-1 0 0-16,6 2-1 15,5 3 0-15,-1 0 1 0,5 1-1 16,3-3 0-16,5 1 0 16,8 0 1-16,4-6 0 15,3 1 0-15,3-5 0 16,4-3 0-16,1-5 0 0,4-4 1 16,-2-3-1-16,2-5 1 15,0-5-1-15,0 0 1 16,1-5-1-16,-2-5 0 15,0-3 0-15,-1-1 0 16,-3-5 0-16,1 1 0 0,-7-5 1 16,1 2 0-16,-1-3 0 15,-7 0 2-15,-4 2-1 16,-3-6 2-16,-3 1-1 0,-4-5 0 16,-5 2 0-16,-8-2-3 15,-2-3 0-15,-5 3 0 16,-5 0 0-16,-2 2 0 15,-8 6 0-15,3 6 0 0,-3 6 0 16,-2 7 0-16,2 5 0 16,1 2 0-16,9 10-21 15,4 4-63-15,6-4-4 16</inkml:trace>
  <inkml:trace contextRef="#ctx0" brushRef="#br2" timeOffset="-205646.89">16842 10806 407 0,'0'0'5'0,"0"0"1"0,0 0 2 0,0 0 0 15,0 0 0-15,-9 0 0 16,9 0 1-16,0 14 0 15,0-2-5-15,0 3-2 16,0 6 0-16,2-5-1 0,3 9-1 16,0-5 0-16,0 2-1 15,0 1-3-15,3-3-7 16,-8-8-19-16,0 3-51 0,5-5-1 16</inkml:trace>
  <inkml:trace contextRef="#ctx0" brushRef="#br2" timeOffset="-205177.99">16937 10738 411 0,'0'0'6'0,"0"0"3"0,0 0 3 15,0 0-1-15,0 0 1 16,0 0 0-16,-3-7 1 15,3 7-1-15,0 0-5 16,0 0-4-16,0-7-2 0,0 7-1 16,8-3 0-16,-8 3 0 15,15 0-1-15,-5 0 1 16,-2 7-1-16,4 2 0 0,-7-3-1 16,2 7 1-16,-5-1-1 15,1 3 0-15,-3 2 0 16,0-2-1-16,-3 1 1 15,1-4 0-15,-3 2 0 16,3-1 0-16,2-7 1 0,0 5-1 16,0-11 1-16,2 13 0 15,-2-13 0-15,12 4 0 16,-1-1 1-16,-2-3 0 16,-1 0 0-16,2 2 0 15,-10-2 0-15,15 0 1 0,-15 0-1 16,0 0 1-16,4 13-1 15,-4-13 0-15,-4 12-2 16,-6-4-2-16,-3-3-4 0,1 5-5 16,-8-10-18-16,-5 7-50 15,8-2-3-15</inkml:trace>
  <inkml:trace contextRef="#ctx0" brushRef="#br2" timeOffset="-204658.65">16748 10518 439 0,'0'0'2'0,"0"0"0"0,-7 3 1 16,7-3 0-16,-20 22 1 15,8-5 0-15,-4 8-1 16,2 9 1-16,-4 4-1 16,4 8-1-16,3 4 0 0,4 4-1 15,7 4-1-15,0-1 2 16,9-3 0-16,7-2-1 16,6-7 0-16,0 0 1 15,8-8-1-15,0-8 1 0,4-4 0 16,2-12-1-16,1-6 1 15,0-7-1-15,-2-3 0 16,-3-9 1-16,-2-5-1 0,-3-5 1 16,-4-6 0-16,-4-1 0 15,-3-7 0-15,-9 0-1 16,-2-9 0-16,-5-2 1 16,-3-6 0-16,-9-3-1 0,-8 1 2 15,-5 2-3-15,-5 0 0 16,-4 8 0-16,-6 6 0 15,-2 11 0-15,-1 6 0 16,4 7 0-16,2 5 0 0,0 10 0 16,9 0-9-16,8 13-9 15,2 5-31-15,13-2-36 16,5-1-2-16</inkml:trace>
  <inkml:trace contextRef="#ctx0" brushRef="#br2" timeOffset="-204063.67">17871 8581 470 0,'0'0'5'16,"0"0"1"-16,0-9 2 0,0 9 0 15,0 0 0-15,0-14-2 16,0 14-6-16,0 0 0 16,0 10 0-16,2 8 0 15,2 2 0-15,-2 5 0 0,3 4 0 16,-3 4 0-16,3-1 0 15,0-3 0-15,0-1 0 16,-2-1-11-16,2 7-70 0,-3-19-6 16</inkml:trace>
  <inkml:trace contextRef="#ctx0" brushRef="#br2" timeOffset="-203730.19">18087 8504 465 0,'0'0'4'16,"0"0"1"-16,0 0 0 15,0 0-1-15,8 8 1 0,-5-1 1 16,-3 5 0-16,0 6 0 16,-3 1-4-16,-5 6 1 15,-2 0-3-15,-3 0 0 16,-1 0 0-16,2 0 0 0,-1-6 0 15,1-2 0-15,5-3 0 16,2-6 0-16,5-8 0 16,0 11 0-16,0-11 0 15,12 0 0-15,0-8 0 0,6-2 0 16,2 3 0-16,-1-5 0 16,4 2 0-16,-3 0 0 15,-3-2 0-15,1 7-5 16,-11-5-29-16,-7 10-48 0,0 0-4 15</inkml:trace>
  <inkml:trace contextRef="#ctx0" brushRef="#br2" timeOffset="-203514.01">18050 8588 424 0,'0'0'6'0,"0"0"2"16,0 0-1-16,0 0 2 0,7 11 0 15,-1-3 1-15,1 6 0 16,0 3 1-16,1 2-7 16,2 6-1-16,-3 3-3 15,1-1-6-15,-4-2-9 16,1-8-42-16,1 5-25 0,-1-4-3 16</inkml:trace>
  <inkml:trace contextRef="#ctx0" brushRef="#br2" timeOffset="-203047.2">18070 8199 391 0,'0'0'6'0,"-13"-6"0"0,-1-1 1 15,-4 3 1-15,-1 4 1 16,-11 0 0-16,-2 3 1 15,-9 9 1-15,4 13-5 0,-2 9 1 16,4 16-3-16,-2 4 0 16,1 8 0-16,12 8 0 15,1 4-2-15,6 5 0 16,7-2-1-16,8-3-1 0,4-2 1 16,13-5 0-16,9-8-1 15,6-2 0-15,13-14 0 16,1-6 0-16,9-12 1 15,7-15 1-15,2-10 0 16,7-9-1-16,-2-15 2 0,0-15 0 16,-5-6 0-16,0-10 0 15,-9-4-3-15,-8-8 0 16,-10 0 0-16,-14-5 0 16,-10-2 0-16,-11 2 0 0,-18 1 0 15,-12-1 0-15,-9 2 0 16,-14 8 0-16,-7 10 0 15,-9 10 0-15,-7 17 0 0,-2 15 0 16,-2 20 0-16,6 20 0 16,10 25-46-16,1 20-39 15,6 16-3-15</inkml:trace>
  <inkml:trace contextRef="#ctx0" brushRef="#br2" timeOffset="-199296.57">886 3104 357 0,'0'0'8'0,"0"0"4"16,0 0 4-16,2-15 0 16,-2 15 2-16,0-16 1 15,0 7 1-15,0 9 0 0,0-15-7 16,0 15-5-1,0 0-4-15,-2 18-4 0,-3 6 0 16,0 8 0-16,-1 3 0 16,2 8 0-16,-4-2 0 15,4 2 0-15,-1-4 0 0,0-6 0 16,2-4 0-16,0-9 0 16,1-5 0-16,2-15 0 15,-5 10 0-15,5-10 0 16,-2-13 0-16,2-4 0 0,0-8 0 15,0-3 0-15,0-8 0 16,0-5 0-16,0 2 0 16,0 8 0-16,0-4 0 15,0 10 0-15,0 3 0 0,0 10 0 16,0 12 0-16,0 0 0 16,15 9 0-16,-5 8 0 15,4 3 0-15,4 8 0 16,0-2 0-16,6 7 0 15,1-3 0-15,-3-4 0 0,3-3 0 16,-3-3 0-16,-2-2 0 16,-2-9 0-16,-1 1 0 15,-4-4 0-15,-3-4 0 0,-10-2 0 16,14-6 0-16,-13-3 0 16,3-6 0-16,-4-5 0 15,0-7 0-15,0-3 0 16,0-5 0-16,0 0 0 0,0 4 0 15,0 1 0-15,0 5 0 16,3 5 0-16,-3 6 0 16,0 14 0-16,0 0-19 0,10-4-67 15,-10 4-3-15</inkml:trace>
  <inkml:trace contextRef="#ctx0" brushRef="#br2" timeOffset="-199079.86">1333 3123 466 0,'0'0'3'16,"0"0"1"-16,0 0 0 16,0 0 1-16,10 0-1 0,-3-2 1 15,5 0-1-15,4-1 0 16,-2-2-5-16,9 5-11 15,-4 3-36-15,1 2-37 0,1-3 0 16</inkml:trace>
  <inkml:trace contextRef="#ctx0" brushRef="#br2" timeOffset="-198912.76">1325 3309 410 0,'0'0'5'0,"0"0"3"16,0 0 1-16,8 0 0 15,2 0 0-15,2-2 1 16,8-1 0-16,0-5 1 16,2 1-7-16,8 6-9 0,-5-8-32 15,0 1-44-15,3 4-1 16</inkml:trace>
  <inkml:trace contextRef="#ctx0" brushRef="#br2" timeOffset="-198530.61">1684 3037 435 0,'0'0'5'0,"0"0"1"16,0 0 2-16,2-10 0 15,-2 10 1-15,0 0 1 0,5-10 0 16,-5 10-1-16,0 0-3 15,0 0-3-15,0 0-1 16,0 0-2-16,9 15 0 16,-6-1 0-16,0 4 0 15,0 7 0-15,-3 5 0 0,2-1 0 16,-2 7 0-16,0-5 0 16,0 4 0-16,0 0 0 15,0-6 0-15,0-1 0 16,2-6 0-16,-2-2 0 0,0-3 0 15,0-2 0-15,0-3 0 16,0-12 0-16,0 15 0 16,0-15 0-16,0 0 0 15,0 0-42-15,0 0-43 0,0-9-3 16</inkml:trace>
  <inkml:trace contextRef="#ctx0" brushRef="#br2" timeOffset="-198113.67">1989 3059 463 0,'0'0'3'0,"0"0"0"15,0 0 0-15,0 0 1 16,0 8-1-16,0-2 2 15,-2 8-1-15,-4 3 1 0,1 2-3 16,-4 4 0-16,1 2 0 16,-5 2-1-16,-1-5 0 15,-2 0 0-15,4 0 0 16,0-7 0-16,2 1 0 0,0-7-1 16,10-9 0-16,-9 13 1 15,9-13-1-15,0 0 0 16,7 0 0-16,7 0 0 15,4-5 0-15,7 0 1 0,-1-3-1 16,6 1 1-16,3 0-1 16,-4-1 1-16,2 1-1 15,-2 1 2-15,-2 2-2 0,-2 1 0 16,-7 0 0-16,-1 3 0 16,-4 0-3-16,-13 0-4 15,14 9-15-15,-14-9-61 16,0 14-2-16</inkml:trace>
  <inkml:trace contextRef="#ctx0" brushRef="#br2" timeOffset="-197847.23">2054 3079 450 0,'0'0'6'16,"0"0"2"-16,0 0 1 15,0 0-1-15,0 0 1 16,0 0 0-16,7 4 0 0,-5 11-6 16,3 6-3-16,0 6 0 15,3 4 0-15,-1 7 0 16,1 7 0-16,-4-1 0 0,1 0 0 16,1-3 0-16,-1 1 0 15,-3-5 0-15,-2-7 0 16,3 1-6-16,4-11-81 15,-7-2-2-15</inkml:trace>
  <inkml:trace contextRef="#ctx0" brushRef="#br2" timeOffset="-194112.19">771 4207 283 0,'0'0'9'0,"0"0"3"0,0 0 5 16,0-11 0-16,0 11 2 16,0 0 2-16,0-10 2 15,0 10 0-15,16-7-8 16,-4 1-3-16,5 2-3 0,5-1-2 16,8 3-1-16,-3-3-1 15,8 2-1-15,0 3-2 16,0 0 1-16,2 0-2 15,-2 0 0-15,-5 0 0 0,-3 3 0 16,-4-1-1-16,-4 1 1 16,-1 1-1-16,-8-1 1 15,-10-3 0-15,12 8-1 0,-12-8 0 16,0 0-3-16,0 0-1 16,0 0-6-16,-10 2-8 15,10-2-25-15,-12 0-41 16,-1 0-3-16</inkml:trace>
  <inkml:trace contextRef="#ctx0" brushRef="#br2" timeOffset="-193730.4">960 4211 374 0,'0'0'3'15,"0"0"4"-15,0 0 0 0,0 0 1 16,-5 15 1-16,5-5 1 15,0 2 0-15,7 6 1 16,2 4-3-16,2 3-2 0,-1-2-1 16,6 2-2-16,0 3-1 15,2 2 0-15,-3-2 0 16,0-2-1-16,-3-1-1 16,1 0 1-16,-6-6 0 0,-2 5 0 15,-5-8 1-15,0 0-1 16,-5-4 1-16,-4 1-1 15,-7-7 1-15,-3 4 0 16,-1-7 0-16,-5 2-1 0,-5-3 0 16,0-2 0-16,0 0 0 15,0-2 0-15,3-3-1 16,0-2 1-16,7 0-1 16,2-4 1-16,6 1-3 15,5 1-2-15,7 9-9 0,0-18-22 16,3 11-50-16,11 0 0 15</inkml:trace>
  <inkml:trace contextRef="#ctx0" brushRef="#br2" timeOffset="-193430">1442 4295 439 0,'0'0'4'0,"0"0"2"0,0 0 1 15,0 0 0-15,0 0 0 0,0 0 0 16,12-4 1-16,-12 4-1 15,21 0-3-15,-9-3-2 16,8 3-2-16,-2-3-6 16,3 3-27-16,2 0-50 0,-3 0-3 15</inkml:trace>
  <inkml:trace contextRef="#ctx0" brushRef="#br2" timeOffset="-193276.94">1412 4484 408 0,'0'0'6'0,"0"0"1"16,5 0 1-16,5-2 1 15,5-2-2-15,6-1 2 0,8 4-11 16,4-5-70-16,9-1-7 16</inkml:trace>
  <inkml:trace contextRef="#ctx0" brushRef="#br2" timeOffset="-181697.01">1914 4166 387 0,'0'0'7'0,"0"0"3"16,0 0 1-16,0-9 3 15,0 9 0-15,0 0 0 16,0 0 0-16,0 0 1 15,2 7-6-15,-2 11-3 0,3 1-2 16,-3 8-2-16,0 4 2 16,0 5-4-16,0-1 0 15,0-1 0-15,0 1 0 16,0-5 0-16,0-5 0 16,0-1 0-16,-3-6 0 0,3-3 0 15,-2-5 0-15,2 0 0 16,0-10-4-16,-2 10-6 15,2-10-10-15,0-20-60 16,0 20-8-16</inkml:trace>
  <inkml:trace contextRef="#ctx0" brushRef="#br2" timeOffset="-181014.3">2337 4196 400 0,'0'0'7'0,"0"-12"2"16,0 5 1-16,0-4 2 16,0-1 0-16,-3 0 1 0,-4-1 0 15,-6 4 0-15,1 3-6 16,-6 6-3-16,1 3-2 15,-3 4-1-15,3 8 0 16,-3 0 0-16,-5 8-2 16,8-4 1-16,1 6 0 0,2-5-1 15,1 5 1-15,6-6 0 16,5 1 0-16,2 0 0 16,5-3 0-16,9-6 1 15,1 3 0-15,6-3 1 0,0-3-1 16,7 2 0-16,-1-2 1 15,3 2-2-15,-2-5 0 16,-1 5 0-16,-2-3 0 0,-3 5 0 16,-5-1 0-16,-2 2 0 15,-4-1 0-15,-7 0 0 16,-4 3 0-16,0 0 0 16,-9 0 0-16,-7-1 0 0,-1 1 0 15,-3-3 0-15,-2 1 0 16,-3-3 0-16,0-4 0 15,-2-2 0-15,4-4 0 16,-2 0 0-16,5-5 0 16,3-5 0-16,5-5 0 0,2-3 0 15,4-1 0-15,6-3 0 16,3-3 0-16,7 0 0 16,3-3 0-16,1-1 0 15,9 2 0-15,-5-4 0 0,1 2 0 16,1 0 0-16,-3 6 0 15,1-1 0-15,-3 6 0 16,-3 3 0-16,-7 3 0 16,2 4 0-16,-7 8 0 0,0 0 0 15,0 0 0-15,0 0 0 16,0 0 0-16,0 0-15 16,3 13-73-16,-3-3-2 15</inkml:trace>
  <inkml:trace contextRef="#ctx0" brushRef="#br2" timeOffset="-164096.71">4590 2894 310 0,'0'0'8'16,"3"-8"5"-16,-3 8 2 15,4-10 2-15,-4 10 4 16,6-13 0-16,-6 13 0 0,7-14 2 16,-7 14-8-16,0 0-4 15,0 0-3-15,0 0-2 16,0 0-2-16,-9 9-1 0,-4-1-2 15,-6 4 0-15,-2 4-1 16,-6-2 0-16,-5 5 0 16,-1-1 0-16,-1 0 0 15,-1-2 0-15,-1 5 1 0,4-7 0 16,2 1-1-16,6-2 0 16,6-6 0-16,6 1 0 15,12-8 0-15,-5 10 0 16,10-8 0-16,11 2 0 15,6-4 1-15,7 4 0 0,8-2 0 16,3 2-1-16,0 0 1 16,5-2 0-16,0 3 0 15,-3-3-1-15,0 6 0 16,-10-4 1-16,-2 4 0 0,-8-1-1 16,-1-2 1-16,-9 3 1 15,-12-8-2-15,7 15 0 16,-7-5 0-16,-10 0 0 15,-8 3 0-15,-1 1 0 0,-8-2 0 16,-8 5 0-16,-4-2 0 16,-2 6 0-16,-6-5 0 15,-3 4 0-15,3-5 0 0,-2 3 0 16,3-4 0-16,7-1 0 16,4-3 0-16,5-1 0 15,10-1 0-15,6 0 0 16,14-8 0-16,-7 9 0 15,7-9 0-15,12 10 0 0,8-7 0 16,3-1 0-16,11 1 0 16,6-1 0-16,1-2 0 15,9 0 0-15,3 0 0 16,-2 0 0-16,-5 0 0 0,0 0 0 16,-9 0 0-16,-1 0 0 15,-9 0 0-15,-5 3 0 16,-6-1 0-16,-7 1 0 15,-2-3 0-15,-7 0 0 0,0 0 0 16,11 3 0-16,-11-3 0 16,0 0 0-16,0 0 0 15,0 0 0-15,0 0 0 16,-8 0 0-16,8 0 0 16,0 0 0-16,-10 0 0 0,10 0 0 15,0 0 0-15,0 0-19 16,-18-8-66-16,18 8-4 15</inkml:trace>
  <inkml:trace contextRef="#ctx0" brushRef="#br2" timeOffset="-163430.08">5296 2965 347 0,'0'0'8'0,"0"-8"5"0,0 8 0 0,0-12 4 15,0 12-1-15,-2-18 0 16,-1 11 2-16,3 7-1 15,-18-12-7-15,2 10-5 16,-5 2-2-16,-1 0-2 0,-5 0 0 16,0 4 0-16,-4-1-2 15,4 3 0-15,-2-5 1 16,6 5 1-16,3-5 0 16,5 2-1-16,0 0 0 15,5-3 0-15,10 0 0 0,-9 5 0 16,9-5 0-16,-3 10 0 15,3-10-1-15,3 17 1 16,1-5 0-16,4 3 0 0,-1 3 0 16,4 4 1-16,-2 3-1 15,1 0 1-15,-2 1-1 16,1 4 1-16,-4 1-1 16,3-2 1-16,-5 0 0 0,-1 1 0 15,-2-5 0-15,0 0 1 16,0 0-1-16,0-5-1 15,-2-1-2-15,-4-6-4 16,6-1-5-16,0-12-11 0,-5 13-58 16,5-13-2-16</inkml:trace>
  <inkml:trace contextRef="#ctx0" brushRef="#br2" timeOffset="-163214.18">4852 3254 393 0,'0'0'5'0,"0"0"2"0,0 0 1 0,7-4 1 16,2-4 0-16,5 6 1 16,2-3 1-16,9 0-1 15,0-2-3-15,8 4-3 16,1-2-3-16,3 5-8 0,0-2-19 15,-1 2-53-15,4 0 0 16</inkml:trace>
  <inkml:trace contextRef="#ctx0" brushRef="#br2" timeOffset="-162978.95">5406 3202 420 0,'0'0'5'16,"0"0"1"-16,0 0 1 0,0 0-2 15,0 0 2-15,0 0 0 16,-3 13 0-16,3-3 1 16,0 7-5-16,0 4-1 15,0 1 1-15,0 0 0 16,0 0 0-16,3 3-1 0,-3-6-1 16,2 2-2-16,1-2-4 15,-1-6-8-15,3-1-17 16,13-2-50-16,-18-10-2 15</inkml:trace>
  <inkml:trace contextRef="#ctx0" brushRef="#br2" timeOffset="-162728.2">5418 3059 430 0,'0'0'6'0,"0"0"3"0,0 0 1 16,-3-7 2-16,3 7 0 15,-2-10 0-15,2 10 0 16,0 0-4-16,-5-10-8 16,5 10 0-16,0 0 0 0,0 0 0 15,0 7-3-15,10 3-41 16,-5 0-40-16,5 0-3 15</inkml:trace>
  <inkml:trace contextRef="#ctx0" brushRef="#br2" timeOffset="-162396.14">5833 3144 476 0,'0'0'4'0,"0"0"0"0,-3-8 1 15,3 8 1-15,0 0-1 16,6-13 0-16,-6 13 1 16,14-4-6-16,1 1 0 0,5 3 0 15,5 3 0-15,0-3-2 16,7 9-33-16,0-4-47 16,-2 0-4-16</inkml:trace>
  <inkml:trace contextRef="#ctx0" brushRef="#br2" timeOffset="-162213.83">5827 3295 456 0,'0'0'4'0,"0"0"3"16,0 0 0-16,13-3 2 16,4 0 0-16,4 2 1 15,4-2-1-15,9 0-9 0,10 3 0 16,-3 3-79-16,13-3-6 15</inkml:trace>
  <inkml:trace contextRef="#ctx0" brushRef="#br2" timeOffset="-155627.4">6698 2919 365 0,'0'0'10'16,"0"0"1"-16,0-11 3 0,0 11 2 16,0-7 2-16,0 7 0 15,-6-10 1-15,6 10 1 16,0 0-8-16,-10-5-4 15,10 5-8-15,-9 0 0 0,9 0 0 16,-16 8 0-16,7-1 0 16,-1 2 0-16,-3 7 0 15,4-2 0-15,-4 3 0 16,-3 3 0-16,5 3 0 16,-2-2 0-16,1 4 0 0,1-2 0 15,2 2 0 1,2 2 0-16,2-2 0 0,2 0 0 15,3-1 0-15,0 0 0 16,0-1 0-16,5-1 0 0,5-1 0 16,-1-4 0-16,2-2 0 15,1 0 0-15,1-3 0 16,-2 1 0-16,8-6 0 0,-5 0 0 16,2-2 0-16,1-3 0 15,-2 2 0-15,2-4 0 16,1 0 0-16,-2 0 0 15,2-6 0-15,3 1 0 16,-7 0 0-16,4-4 0 0,-6 0 0 16,2 0 0-16,-6-1 0 15,0-2 0-15,-1-1 0 16,-5-2 0-16,-2 3 0 16,0-1 0-16,0 1 0 0,-2 0 0 15,-3-1 0-15,-1 1 0 16,2 2 0-16,-4 0 0 15,-1 0 0-15,-1 1 0 16,-3 2 0-16,-1-1 0 0,2 3 0 16,-4 0 0-16,2 2 0 15,-4 1 0-15,6 0 0 16,-6 2 0-16,6 0 0 16,-3 0 0-16,3 0 0 0,1 0 0 15,1 0 0-15,1 0 0 16,1 0 0-16,8 0 0 15,-16 0 0-15,16 0 0 0,-6 0 0 16,6 0 0-16,-11 0 0 16,11 0 0-16,-9 0 0 15,9 0 0-15,-8 2 0 16,8-2 0-16,-9 5 0 16,9-5 0-16,0 0 0 0,-13 5 0 15,13-5 0-15,0 0 0 16,-10 7 0-16,10-7 0 15,-9 8 0-15,9-8 0 16,0 0 0-16,-9 2 0 0,9-2 0 16,0 0 0-16,0 0 0 15,-9 12 0-15,9-12 0 16,0 0 0-16,2 10 0 0,-2-10 0 16,10 0-80-16,8 0-12 15</inkml:trace>
  <inkml:trace contextRef="#ctx0" brushRef="#br2" timeOffset="-148996.95">7708 3116 381 0,'0'0'7'0,"0"0"2"16,0 0 3-16,0 0 0 0,4-12 2 16,-4 12 1-16,5-10 1 15,-5 10 0-15,9-17-5 16,1 9-3-16,-2 1-2 16,5-1-2-16,4 0-4 0,-3 4 0 15,6-1 0-15,0 0 0 16,0 5 0-16,-6 0 0 15,4 0 0-15,-3 2 0 0,-5 6 0 16,0-1 0-16,-5 3 0 16,-5 4 0-16,0 4 0 15,-5 2 0-15,-5 0 0 16,-3-3 0-16,-1 4 0 16,-4 1 0-16,-1-6 0 0,-2 2 0 15,1-1 0-15,3-2 0 16,2-2 0-16,3-4 0 15,0 0 0-15,12-9 0 16,-13 8 0-16,13-8 0 0,0 0 0 16,7 0 0-16,4 0 0 15,6-1 0-15,0-5 0 16,8 2 0-16,3-2 0 16,-4 2 0-16,3-1 0 0,1-1 0 15,-3 2 0-15,0 1 0 16,-3-2 0-16,-5 5 0 15,-1-2 0-15,-7 2 0 0,1 0 0 16,-10 0 0-16,10 0 0 16,-10 0 0-16,0 0 0 15,0 0 0-15,0 0 0 16,-5 7 0-16,5-7 0 0,-15 3 0 16,2-3-19-16,-1 0-67 15,7 0-4 1</inkml:trace>
  <inkml:trace contextRef="#ctx0" brushRef="#br2" timeOffset="-148579.68">8074 2920 377 0,'0'0'11'0,"0"0"2"0,0-10 2 0,0 10 2 15,1-9 1-15,-1 9 0 16,7-7 1-16,-7 7 1 16,12-3-17-16,-5 3-3 0,4 10 0 15,6-3 0 1,-2 8 0-16,4 2 0 0,4 6 0 15,2 2 0-15,-1 4 0 16,-4-2 0-16,3 6 0 16,-9 1 0-16,-1-1 0 0,-3 0 0 15,-9 0 0-15,-1 2 0 16,-8-3 0-16,-2 0 0 16,-10-2 0-16,-5 0 0 0,-3-5 0 15,-2-1 0-15,-2-1 0 16,-2-5 0-16,-3-1 0 15,-3-5-5-15,8-10-66 16,-6 8-19-16</inkml:trace>
  <inkml:trace contextRef="#ctx0" brushRef="#br2" timeOffset="-147931.02">7657 2796 376 0,'0'0'8'0,"0"0"1"0,0 0 2 0,-5-7 1 16,5 7 1-16,-13-5 1 15,13 5 1-15,-17 0 0 16,2 0-6-16,0 10-2 0,-3 8-1 16,4 2-3-16,-1 6 1 15,-2 7-1-15,4 2-1 0,1 4 0 16,5 3 0-16,1 5-2 15,6 0 0-15,0-2 0 16,6 3 0-16,3-4 0 16,8 0 0-16,-2-2 0 0,10-4 0 15,-1-6 0-15,6-3 0 16,-2-4 0-16,4 0 0 16,4-10 0-16,-7-1 0 15,4-3 0-15,-7-4 0 16,2-2 0-16,-3-3 0 15,-5-2 0-15,-6 0 0 0,2 0 0 16,-4 0 0-16,-3 0 0 16,-9 0-77-16,13-2-10 15</inkml:trace>
  <inkml:trace contextRef="#ctx0" brushRef="#br2" timeOffset="-145712.52">8834 3037 452 0,'0'0'5'0,"0"0"2"0,3-10 2 15,-3 10 1-15,2-10 2 16,-2 10 0-16,0 0-8 15,0 0-4-15,0 0 0 0,0 0 0 16,0 20 0-16,0 0 0 16,0 2 0-16,0 7 0 15,0 4 0-15,0-1 0 16,0 0 0-16,0-2 0 0,3 2 0 16,-1-7 0-16,-1-3 0 15,3-2 0-15,-4-8 0 16,3 4-2-16,-3-16-87 15,5 9-1-15</inkml:trace>
  <inkml:trace contextRef="#ctx0" brushRef="#br2" timeOffset="-145430.03">8650 3232 402 0,'0'0'9'0,"0"0"3"16,-9-7 3-16,9 7 0 0,0 0 1 16,-8-10 2-1,8 10 0-15,1-13-12 0,15 12-6 16,7-5 0-16,5-1 0 16,11 3 0-16,3-3 0 0,1 1 0 15,1 1 0-15,1 2 0 16,-6 1 0-16,-1-1 0 15,-6 1 0-15,-7 2 0 16,-2 0 0-16,-9 5-5 16,2-3-85-16,-5 1-2 0</inkml:trace>
  <inkml:trace contextRef="#ctx0" brushRef="#br2" timeOffset="-142813.7">9580 2965 298 0,'0'0'9'0,"2"-10"6"0,-2 10 3 15,5-15 3-15,-2 5 5 0,0 0 0 16,-1-2 0-16,0 2 2 16,-2 0-8-16,0 10-5 15,0-10-6-15,0 10-9 16,-10 5 0-16,0 6 0 15,1 3 0-15,-5 8 0 0,0 5 0 16,-1 6 0-16,-2 1 0 16,4 4 0-16,-2 1 0 15,6 4 0-15,-4-2 0 16,8-1 0-16,3-1 0 0,2-1 0 16,0-3 0-16,7-6 0 15,6-1 0-15,-2-9 0 16,8-4 0-16,0-5 0 15,6-7 0-15,-6-3 0 16,7-3 0-16,-2-4 0 0,-1-8 0 16,-3-5 0-16,-1 0 0 15,-6-4 0-15,-5-4 0 0,-4 0 0 16,-4 3 0-16,-7 4 0 16,-2 1 0-16,-12 9 0 15,-1 2 0-15,-6 6 0 16,-4 3 0-16,2 6 0 15,0 6 0-15,0 3 0 0,3 5 0 16,3-9-7-16,6 7-81 16,11 2-2-16</inkml:trace>
  <inkml:trace contextRef="#ctx0" brushRef="#br2" timeOffset="-139159.92">10081 2826 313 0,'0'0'8'0,"0"0"5"0,0-10 3 15,0 10 3-15,-2-8 3 16,2 8-1-16,0 0 1 16,0-9 1-16,0 9-7 15,0 0-5-15,-5 15-2 0,0 3-4 16,-2 6-1-16,0 6-2 15,-7 7 1-15,5 5-1 16,-4 3 0-16,3 4-2 16,3-1 0-16,0 1 0 0,1-3 0 15,6-3 0-15,0 0 0 16,6-7 0-16,1-1 0 16,5-5 0-16,4-6 0 15,-2-2 0-15,4-5 0 0,1-1 0 16,-1-4 0-16,5-4 0 15,-4-6 0-15,1 0 0 16,-2-2 0-16,1 0 0 16,-6 0 0-16,4-2-14 0,-10 10-60 15,4-11-12-15</inkml:trace>
  <inkml:trace contextRef="#ctx0" brushRef="#br2" timeOffset="-138547">10290 3077 380 0,'0'0'10'0,"0"0"2"0,0 0 2 16,-5-8 1-16,5 8 0 16,0 0 1-16,-9 0 1 15,9 0 1-15,-8 22-9 0,5-5-4 16,1 3-5-16,-1 5 0 16,1-1 0-16,2 1 0 15,0-2 0-15,0 2 0 16,2-8 0-16,1 1 0 0,2-7 0 15,0 0 0-15,-5-11 0 16,7 12 0-16,-7-12-12 16,0 0-40-16,15 0-33 15,-15 0-3-15</inkml:trace>
  <inkml:trace contextRef="#ctx0" brushRef="#br2" timeOffset="-138096.18">10439 2769 369 0,'0'0'8'16,"0"0"6"-16,0 0 1 15,0-10 3-15,0 10 1 16,0 0 0-16,0-13 1 0,0 13 2 16,0 0-15-16,12 0-7 15,1 6 0-15,4 6 0 16,8 3 0-16,5 8 0 0,7 1 0 16,1 8 0-16,3 1 0 15,-3 3 0-15,-6 2 0 16,-2 1 0-16,-7 3 0 15,-5-1 0-15,-9 3 0 16,-4-4 0-16,-5-1 0 0,-7 1 0 16,0-2 0-16,-9-5 0 15,4-2 0-15,-8-7 0 16,2-2 0-16,1-2 0 16,4-3 0-16,-1-4 0 0,2-1 0 15,1-4 0-15,3-3 0 16,8 4 0-16,-6 7-44 15,6-16-47-15</inkml:trace>
  <inkml:trace contextRef="#ctx0" brushRef="#br2" timeOffset="-135080.83">7207 3166 380 0,'0'0'7'0,"0"0"1"0,0 0 2 16,0 0 0-16,0 0 1 15,0 0 1-15,-5 10 0 16,5-10 1-16,-12 15-6 0,6-5-2 16,-1-1-2-16,0 1 0 15,-1 2-1-15,4-2-1 16,-2 2-2-16,0-2-4 15,6-10-8-15,-6 15-19 0,6-15-48 16,0 10-2-16</inkml:trace>
  <inkml:trace contextRef="#ctx0" brushRef="#br2" timeOffset="-134897.12">7167 3148 398 0,'0'0'6'16,"0"0"2"-16,-5-10 0 15,5 10 2-15,0 0 0 16,0 0 0-16,0 0 1 0,0 0 0 16,17 8-4-16,-4 2-4 15,4 3-4-15,3-5-10 16,8 3-66-16,-1 3-5 16</inkml:trace>
  <inkml:trace contextRef="#ctx0" brushRef="#br2" timeOffset="-133630.08">11239 3007 452 0,'0'0'4'0,"0"0"1"0,10-11 2 0,-10 11 0 15,8-8 1-15,-8 8 0 16,0 0 0-16,10 4 0 15,-8 11-4-15,-2 5-4 0,0 7 0 16,0 6 0-16,3 1 0 16,-1 1 0-16,3 0 0 15,1-1 0-15,-2-5 0 0,4-1-2 16,-8-8-23-16,2-3-58 16,3-2-4-16</inkml:trace>
  <inkml:trace contextRef="#ctx0" brushRef="#br2" timeOffset="-133414.23">11113 3195 415 0,'0'0'7'16,"0"0"1"-16,0 0 3 0,5-7 1 15,-5 7 0-15,20-15 2 16,-6 8 0-16,11-1 0 15,3-4-10-15,6 7-4 16,8-3 0-16,4 6 0 0,-3-1 0 16,6 8-13-16,-3 0-70 15,-1 1-4-15</inkml:trace>
  <inkml:trace contextRef="#ctx0" brushRef="#br2" timeOffset="-130930.43">12012 2955 356 0,'0'0'6'0,"0"0"5"0,0-7 3 0,0 7 2 16,2-13 0-16,-2 13 3 16,3-9-1-16,-3 9 1 0,0-13-7 15,0 13-3-15,0 0-3 16,-10 6-3-16,3 2 0 15,-4 10-2-15,-1 4 1 16,0 6-2-16,-1 4 0 0,-3 8 0 16,0 1 0-16,7 4 0 15,1-3 0-15,2-2 0 16,6 2 0-16,0-7 0 16,6-3 0-16,4-5 0 0,2-2 0 15,3-8 0-15,2-4 0 16,3-4 0-16,3-3 0 15,0-6 0-15,-2 0 0 0,4-10 0 16,-2-3 0-16,-4-2 0 16,-3-2 0-16,-3-3 0 15,-1 0 0-15,-10-5 0 16,-2 3 0-16,-5 0 0 16,-8 2 0-16,-4 3 0 0,-8 2 0 15,0 9 0-15,-2 0 0 16,-5 6 0-16,3 2 0 15,3 8 0-15,2 3 0 16,4 1 0-16,4 1-2 0,11 3-83 16,5-4-3-16</inkml:trace>
  <inkml:trace contextRef="#ctx0" brushRef="#br2" timeOffset="-127763.73">12584 2816 349 0,'0'0'7'0,"0"0"3"0,0 0 3 0,0 0 2 15,2-8 0-15,-2 8 0 16,0 0 1-16,0 0 0 15,-7-1-6-15,7 1-3 16,-18 19-3-16,6 1-2 0,-3 7 0 16,1 6 0-16,-2 5-1 15,2 3 1-15,1 6 0 16,3 3-1-16,2 1 1 16,6 0 0-16,2-5 0 0,5 3 0 15,5-4 0-15,5-3 0 16,2-5 0-16,3-5-1 15,3-4 0-15,1-3 0 16,1-8 0-16,0-2 1 16,-2-6 0-16,-2 0-2 0,2-8 0 15,-3 2 0-15,-1-3 0 16,-6 0-9-16,4 0-73 16,-1 0-2-16</inkml:trace>
  <inkml:trace contextRef="#ctx0" brushRef="#br2" timeOffset="-126080.02">12757 3107 421 0,'0'0'5'0,"0"0"2"0,0 0 2 0,0-11 2 16,0 11-1-16,0-9 2 16,0 9-1-16,11-18 0 15,-4 11-4-15,3-1-3 0,3 3-1 16,1-2-3-16,4 4 0 16,-1 1 0-16,3 2 0 15,-3 0 0-15,1 0 0 16,-6 7 0-16,-2 1 0 0,-5 2 0 15,-5 1 0-15,-2 5 0 16,-5-1 0-16,-6 2 0 16,1 0 0-16,-2-2 0 0,0-2 0 15,4-2 0-15,0 0 0 16,3-1 0-16,4-3 0 16,3-7 0-16,5 15 0 15,2-10 0-15,6 2 0 16,2-1 0-16,0-2 0 0,0 4 0 15,2-4 0-15,-5 5 0 16,1-2 0-16,-3 0 0 16,-10-7 0-16,12 12 0 15,-10-2 0-15,-2-2 0 0,-4 2 0 16,-4-3 0-16,-4-2 0 16,-3 5 0-16,-5-3 0 15,1-1 0-15,-7-1 0 16,4-3 0-16,-3 1-5 0,3-1-8 15,-3-2-16-15,1-2-52 16,13-3-4-16</inkml:trace>
  <inkml:trace contextRef="#ctx0" brushRef="#br2" timeOffset="-125730.45">13061 2826 461 0,'0'0'5'0,"0"0"1"0,0-10 2 16,0 10-1-16,0 0 1 16,0-9 0-16,0 9 0 0,8 0-8 15,9 5 0-15,3 7 0 16,1 10 0-16,9 5 0 15,3 6 0-15,-1 6 0 0,4 8 0 16,-4 3 0-16,-2 2 0 16,-6 0 0-16,-4 3 0 15,-11-2 0-15,-3 0 0 16,-6-3 0-16,-8-6 0 0,-6-2 0 16,-7-5 0-16,-5-4 0 15,3 0 0-15,-9-5-76 16,6-10-12-16</inkml:trace>
  <inkml:trace contextRef="#ctx0" brushRef="#br2" timeOffset="-121379.84">13665 3166 301 0,'0'0'10'15,"0"0"6"-15,0 0 3 16,0 0 3-16,0 0 1 16,0 0 1-16,0 0 1 15,0 0 1-15,0 0-9 16,5-5-4-16,-5 5-4 0,17 0-3 16,0 0-6-16,1 0 0 15,4 0 0-15,3 0 0 16,5 0 0-16,-1 0 0 15,4-5 0-15,-3 2 0 0,-3-2 0 16,0 3 0-16,-6-3 0 16,-5 2 0-16,-6 1 0 15,-10 2 0-15,11-3 0 0,-11 3 0 16,-5 3-34-16,-6-1-52 16,-1 6-4-16</inkml:trace>
  <inkml:trace contextRef="#ctx0" brushRef="#br2" timeOffset="-120930.79">13647 3332 376 0,'0'0'9'0,"0"0"2"0,0 0 2 16,0 0 2-16,0 0 1 0,7 0 1 16,-7 0 2-16,13 0 0 15,-13 0-6-15,17-3-10 16,-4 3-3-16,4-2 0 15,3 2 0-15,3 0 0 0,2 0 0 16,1-3 0-16,2 0 0 16,1 3 0-16,-3-2 0 15,-1 0 0-15,-3 2 0 16,-5-5 0-16,-4 5 0 16,-1-3 0-16,-12 3 0 0,10-2 0 15,-10 2 0-15,0 0 0 16,0 0 0-16,0 0 0 15,0 0 0-15,0 0 0 16,0 0 0-16,0 12 0 0,0-12-61 16,-12 15-30-16</inkml:trace>
  <inkml:trace contextRef="#ctx0" brushRef="#br2" timeOffset="-118513.87">14385 3064 356 0,'0'0'9'0,"0"0"6"16,0-7 2-16,0 7 2 16,0-13 0-16,0 13 2 15,0-10-1-15,0 10 1 16,0 0-9-16,0 0-10 15,2 15-2-15,1 5 0 0,-1 2 0 16,2 8 0-16,-2 2 0 16,-1 0 0-16,3 2 0 0,1-3 0 15,-1-6 0-15,1 2 0 16,-2-10-8-16,-3-17-59 16,15 13-19-16</inkml:trace>
  <inkml:trace contextRef="#ctx0" brushRef="#br2" timeOffset="-118080.14">14666 3077 472 0,'0'0'4'0,"0"0"3"15,0 0 0-15,0-10 2 16,0 10-1-16,0-18-4 15,0 11-4-15,2-3 0 0,4-2 0 16,6 2 0-16,0 2 0 16,6 2 0-16,0 6 0 15,1 0 0-15,3 4 0 16,-7 3 0-16,0 6 0 0,-5 4 0 16,-5 5 0-16,-5 2 0 15,-3 1 0-15,-9 0 0 16,-3 3 0-16,-2 2 0 15,-3-6 0-15,3-1 0 0,-2-7 0 16,8 0 0-16,0-7 0 16,11-9 0-16,-2 16 0 15,2-16 0-15,13 0 0 16,1 0 0-16,7-6 0 0,-4 2 0 16,8-4 0-16,-3 1 0 15,3-3 0-15,-3 4 0 16,1 0 0-16,-3 3 0 15,-6-2-3-15,-14 5-83 0,13-2-2 16</inkml:trace>
  <inkml:trace contextRef="#ctx0" brushRef="#br2" timeOffset="-117780.77">15322 2945 456 0,'0'0'5'0,"0"0"3"16,-2-12 1-16,2 12 1 0,0 0 0 16,0 0 0-16,-11-3-7 15,6 8-3-15,3 12 0 16,0 6 0-16,2 6 0 15,-3 4 0-15,3 3 0 16,0 2 0-16,3-1 0 0,-1 0 0 16,3-2 0-16,-5-5-18 15,-15-5-67-15,15-4-2 16</inkml:trace>
  <inkml:trace contextRef="#ctx0" brushRef="#br2" timeOffset="-117528.68">15100 3091 401 0,'0'0'8'0,"0"0"3"0,0 0 2 15,0 0 0-15,0 0 2 16,0 0 1-16,11-4 1 16,1 0 0-16,11 0-17 15,4 2 0-15,8-2 0 0,3 0 0 16,8 2 0-16,3-3 0 15,-3 2 0-15,-4 1 0 16,-3-1 0-16,-7 3 0 0,-4 0 0 16,-10 0 0-16,-9 3 0 15,-9-3 0-15,0 12-2 16,0-12-85-16,-7 14-2 16</inkml:trace>
  <inkml:trace contextRef="#ctx0" brushRef="#br2" timeOffset="-116977.83">15849 2944 412 0,'0'0'7'0,"0"0"3"16,0-17 5-16,0 17 0 0,0-8 2 15,0 8-1-15,0 0-1 16,0 0-11-16,-7 8-4 16,-4 13 0-16,-1 6 0 15,5 5 0-15,-6 10 0 0,3 3 0 16,5 2 0-16,3 0 0 16,2-5 0-16,5-1 0 15,4-5 0-15,3-6 0 16,11-13 0-16,-3-5 0 0,5-5 0 15,-5-7 0-15,-3-2 0 16,3-12 0-16,-7-4 0 16,-6-2 0-16,-2-3 0 15,-5-3 0-15,-8 4 0 0,-6-1 0 16,-4 5 0-16,-4 9 0 16,-3 5 0-16,-2 4 0 15,2 7 0-15,-2 2 0 16,4 8-87-16,13 6-2 0</inkml:trace>
  <inkml:trace contextRef="#ctx0" brushRef="#br2" timeOffset="-115780.02">16517 2988 422 0,'0'0'7'0,"0"0"2"15,7-13 1-15,-7 13 3 16,8-15 1-16,-8 15 1 16,7-12 0-16,-7 12-9 0,0 0-6 15,0 0 0-15,3 9 0 16,-3 11 0-16,0 3 0 15,0 6 0-15,0 6 0 16,0 5 0-16,0-6 0 0,2 4 0 16,3-4 0-16,1-4 0 15,-6-3 0-15,4-6-50 16,-1-5-36-16,-3-6-2 16</inkml:trace>
  <inkml:trace contextRef="#ctx0" brushRef="#br2" timeOffset="-115562.36">16333 3133 402 0,'0'0'7'0,"0"0"4"15,0 0 0-15,-10 0 1 16,10 0 0-16,0 0 1 16,0 0 1-16,0 0 0 15,18 0-7-15,4-5-3 0,3 3 0 16,9-3-4-16,7 0 0 15,3 3-8-15,1-4-19 16,-22 5-54-16,19-2-3 16</inkml:trace>
  <inkml:trace contextRef="#ctx0" brushRef="#br2" timeOffset="-115347.2">16875 3010 454 0,'0'0'5'0,"0"0"0"16,0 0 2-16,0 0 0 16,0 0 0-16,2 7 0 15,-2 8 1-15,3-1 1 0,-1 7-7 16,3 6-2-16,1 2 0 16,-2 1 0-16,1 2 0 15,-2-7-9-15,4 5-32 16,1-3-42-16,-3-6-2 0</inkml:trace>
  <inkml:trace contextRef="#ctx0" brushRef="#br2" timeOffset="-114877.62">17238 3021 463 0,'0'0'4'0,"0"0"3"16,0-7 1-16,0 7 0 15,-10-12 1-15,2 6 0 16,-2 0-6-16,-8 1-3 0,2-1 0 16,-7 6 0-16,3 6 0 15,-2 4 0-15,0 2 0 16,4 2 0-16,6 7 0 0,2-4 0 16,8 6 0-16,2-4 0 15,9 3 0-15,6 1 0 16,5-3 0-16,7 2 0 15,1-3 0-15,-1-1 0 0,1-1 0 16,-1 1 0-16,-5-1 0 16,-2-5 0-16,-6 1 0 15,-4 2 0-15,-4-3 0 16,-4 1 0-16,-2-1 0 0,-8-2 0 16,-4-3 0-16,-2-2 0 15,-4-3 0-15,1 2 0 16,-6-4 0-16,3-6 0 15,6-4 0-15,-4-4 0 16,8-6 0-16,5-5 0 0,3-3 0 16,2-3 0-16,7-2 0 15,5 2 0-15,6-2 0 16,5 5 0-16,1 1 0 16,3 8 0-16,1 11-63 0,4-4-23 15,5-1-2-15</inkml:trace>
  <inkml:trace contextRef="#ctx0" brushRef="#br2" timeOffset="-114614.02">17903 3083 500 0,'0'0'3'0,"0"0"2"0,0 0-2 0,1-10-3 15,-1 10 0-15,12-11 0 16,-5 3 0-16,9 0 0 16,1 4 0-16,3-1 0 0,5 5 0 15,-4-3 0-15,0 3-77 16,4 8-11-16</inkml:trace>
  <inkml:trace contextRef="#ctx0" brushRef="#br2" timeOffset="-114430.35">17891 3240 444 0,'0'0'5'0,"0"0"3"16,0 0 3-16,0 0 0 15,0 0 2-15,12 0 0 0,6-5-7 16,5 2-6-16,4 3 0 15,10-7 0-15,2 7 0 16,4-5 0-16,-6 4-76 16,12 1-12-16</inkml:trace>
  <inkml:trace contextRef="#ctx0" brushRef="#br2" timeOffset="-113609.91">18485 3017 480 0,'0'0'4'0,"0"0"1"0,-10-10 1 0,10 10 1 16,0-15 0-16,0 5-5 15,7 1-2-15,4-1 0 16,8-1 0-16,8 4 0 0,6 0 0 16,-1 4 0-16,3 1 0 15,-3 2 0-15,-3 5 0 0,-3 5 0 16,-8 2 0-16,-9 1 0 16,-4 4 0-16,-5 0 0 15,-7 0 0-15,-5-2 0 16,-4 3 0-16,0-6 0 15,-2 2 0-15,0-3 0 0,3-4 0 16,6 0 0-16,9-7 0 16,-6 13 0-16,6-13 0 15,13 12 0-15,4-7 0 16,3 5 0-16,3 3 0 0,-2-3 0 16,2 4 0-1,-3 2 0-15,-3-4 0 0,-4 5 0 16,-6-2 0-16,-2 0 0 15,-5 2 0-15,-2-5 0 0,-8 1 0 16,-8-1 0-16,-3 1 0 16,-7-3 0-16,-4-5 0 15,-6-1 0-15,3-2 0 0,-2-2 0 16,5 0 0-16,0-2 0 16,7-5 0-16,8-5-7 15,11-3-20-15,6-1-56 16,11-5-3-16</inkml:trace>
  <inkml:trace contextRef="#ctx0" brushRef="#br2" timeOffset="-113230.58">19066 2913 454 0,'0'0'5'0,"0"0"2"0,0 0 1 16,0 0 0-16,0 0 0 15,-9 10 1-15,1 5 0 16,-5 2-6-16,1 5-3 0,5 8 0 16,-4 5 0-16,9 5 0 15,2-3 0-15,0 0 0 16,13 1 0-16,1-9 0 16,7 0 0-16,0-4 0 0,6-10 0 15,-4-8 0-15,5-4 0 16,-5-3 0-16,-2-6 0 15,2-5 0-15,-10-11 0 16,-6-3 0-16,-2-3 0 0,-5 2 0 16,-5-2 0-16,-10 3 0 15,-5 5 0-15,-5 5 0 16,-5 13 0-16,-2 2 0 16,0 7 0-16,5 13 0 15,-3 7-36-15,9-2-51 0,7 3-4 16</inkml:trace>
  <inkml:trace contextRef="#ctx0" brushRef="#br2" timeOffset="-106897.11">8991 7918 406 0,'0'0'7'0,"0"-11"2"16,0 11 1-16,-3-14 2 15,-1 3 0-15,-1 4 0 16,-3-3 1-16,-4 0 0 16,-3 8-6-16,-3 2-3 0,-2 0-1 15,-4 12-2-15,-3 1 1 16,2 3-2-16,-1 9 0 15,4-2 0-15,3 4 0 16,1 1 0-16,13 1 0 0,3-6 0 16,4-1 0-16,5-2 0 15,11-8 0-15,4-5 0 16,3-2 0-16,2-5 0 16,3-8 0-16,0-6 0 0,0-11 0 15,-3 0 0-15,-2-12 0 16,-8-2 0-16,-2-9 0 15,-5-6 0-15,-5-4 0 0,-3-2 0 16,-2-8 0-16,-5 7 0 16,-4 0 0-16,-2 7 0 15,2 7 0-15,-3 8 0 16,4 11 0-16,-2 8 0 16,10 20 0-16,-15-2 0 0,13 17 0 15,0 12 0-15,2 13 0 16,0 10 0-16,2 7 0 15,5 6 0-15,0 0 0 16,6 2 0-16,-3-6 0 0,4-5 0 16,2-7 0-16,-2-7 0 15,4-3 0-15,-6-13-6 16,6-6-70-16,-1-3-13 16</inkml:trace>
  <inkml:trace contextRef="#ctx0" brushRef="#br2" timeOffset="-106528.02">9207 7897 423 0,'0'0'4'16,"0"0"2"-16,0 0 1 16,-2 7-1-16,2-7 1 15,-3 14 0-15,1-4 1 0,-1 1 0 16,3-1-4-16,0 5-1 15,0 0 0-15,8-3 0 16,4 1 0-16,1-4 0 16,2 0-1-16,9-5 1 0,1-4-1 15,-2 0 1-15,1-8 0 16,-4-2 0-16,0-1-3 16,-8-7 0-16,-2 0 0 15,-10-1 0-15,0 1 0 0,-7-2 0 16,-8 2 0-16,-3 2 0 15,-1 6 0-15,-3 3 0 16,-4 4 0-16,1 3 0 0,6 0 0 16,-1 7-11-16,5 1-7 15,7 2-24-15,8 0-44 16,0-10-1-16</inkml:trace>
  <inkml:trace contextRef="#ctx0" brushRef="#br2" timeOffset="-106280.16">9557 7647 427 0,'0'0'6'16,"0"-15"3"-16,0 5 1 16,0 1 2-16,-5-1 0 15,3-3 0-15,2 13 0 0,-12-10-1 16,1 15-11-16,6 13 0 16,-2 8 0-16,2 12 0 15,-2 6 0-15,7 8 0 16,0 3 0-16,5-1 0 0,-1 2 0 15,6-5 0-15,1-2 0 16,-2-3 0-16,3-5 0 16,-6-5 0-16,4-1 0 15,-5-10 0-15,2 3-31 0,-5-8-55 16,4-7-3-16</inkml:trace>
  <inkml:trace contextRef="#ctx0" brushRef="#br2" timeOffset="-106058.39">9492 7972 438 0,'0'0'6'0,"0"0"2"0,0 0 1 16,0 0 2-16,6-5-1 15,-6 5 2-15,12-8-1 16,-5 6-5-16,3-3-6 15,8 2 0-15,-3-4 0 0,7 4 0 16,3-4-10-16,-10 4-76 16,15-2-1-16</inkml:trace>
  <inkml:trace contextRef="#ctx0" brushRef="#br2" timeOffset="-105864.2">9811 7860 480 0,'0'0'2'0,"0"0"1"16,10 0 0-16,-1 0-1 16,4-3 0-16,2 1-3 0,3 0-9 15,4 2-69-15,2 0-6 16</inkml:trace>
  <inkml:trace contextRef="#ctx0" brushRef="#br2" timeOffset="-105696.96">9814 8006 422 0,'0'0'5'16,"0"0"2"-16,0 0 2 16,0 0 1-16,0 0 2 15,0 0 1-15,14 5 0 0,1-5 1 16,10 0-8-16,-3 0-6 15,15 0-14-15,11-3-69 16,-11-4-3-16</inkml:trace>
  <inkml:trace contextRef="#ctx0" brushRef="#br2" timeOffset="-104897.11">10621 7538 429 0,'0'0'6'0,"0"-7"3"16,0 7 1-16,0-13 1 0,0 13 1 16,-3-12-1-16,3 12 0 15,-15 0 1-15,3 15-12 16,-6 5 0-16,1 9 0 16,-3 6 0-16,3 4 0 0,2 6 0 15,3-1 0-15,1 1 0 16,9-3 0-16,2-2 0 15,6-7 0-15,6-8 0 0,2-4 0 16,6-6 0-16,3-2 0 16,-4-11 0-16,6-2 0 15,0 0 0-15,-5-10 0 16,0-2 0-16,-7-6 0 16,-1 0 0-16,-7 0 0 0,-5-3 0 15,-5 4 0-15,-10 3 0 16,-6-2 0-16,-3 9 0 15,1 2 0-15,-3 5 0 16,3 0 0-16,-2 5 0 0,5 5 0 16,2 0 0-16,12 5-21 15,6-8-66 1,0-7-3-16</inkml:trace>
  <inkml:trace contextRef="#ctx0" brushRef="#br2" timeOffset="-104613.98">11090 7452 484 0,'0'0'4'0,"0"0"1"16,0-14 2-16,0 14 1 0,0-11-5 15,0 11-3-15,-9-8 0 16,-1 11 0-16,-9 13 0 15,0 12 0-15,-3 12 0 16,-3 11 0-16,0 10 0 0,3 7 0 16,2 7 0-16,5-1 0 15,4 1 0-15,11-4 0 16,0-1 0-16,13-6 0 0,5-10 0 16,5-1 0-16,0-13 0 15,8-1 0-15,-2-8-53 16,6-14-39-16</inkml:trace>
  <inkml:trace contextRef="#ctx0" brushRef="#br2" timeOffset="-103479.92">11304 7786 452 0,'0'0'6'0,"0"0"2"16,0-12 1-16,0 12 2 15,0-16 1-15,0 16 1 0,0-11-13 16,0 11 0-16,0 0 0 16,-2 9 0-16,-3 9 0 15,0 1 0-15,0 6 0 16,3 2 0-16,-2 6 0 0,2-4 0 16,-1 3 0-16,3-10 0 15,0 5 0-15,0-11-9 16,-16 2-79-16,16-4-2 15</inkml:trace>
  <inkml:trace contextRef="#ctx0" brushRef="#br2" timeOffset="-103114.06">11575 7729 453 0,'0'0'5'0,"0"0"2"0,6-5 1 16,-6 5 1-16,0 0 0 15,12 0 1-15,-12 0 0 16,0 17-10-16,-4 0 0 0,-5 6 0 16,-6 6 0-16,-5-1 0 15,-5 2 0 1,0-4 0-16,1-1 0 16,1-5 0-16,3-5 0 0,3-2 0 15,4-8 0-15,13-5 0 16,0 0 0-16,0 0 0 15,13-5 0-15,4-3 0 16,8 1 0-16,0-3 0 0,7-3 0 16,-2 6 0-16,3-1 0 15,-1 1 0-15,-2 3 0 16,-5-2 0-16,-4 3 0 0,-3 2 0 16,0 2-16-16,-18-1-71 31,0 0-3-31</inkml:trace>
  <inkml:trace contextRef="#ctx0" brushRef="#br2" timeOffset="-102830.08">11637 7763 465 0,'0'0'5'0,"0"0"3"0,0 0 0 15,0 0 1-15,5 5 1 16,-3 3-4-16,1 7-6 15,-1 4 0-15,-2 1 0 16,2 10 0-16,2 3 0 16,-2 3 0-16,3-4 0 15,-2 4 0-15,1-7 0 16,1-4 0-16,0-1 0 0,-3-6 0 16,4-4 0-16,-1-6 0 15,0-1 0-15,-5-7 0 16,0 0 0-16,0 0-16 15,0 0-74-15,12-7-3 0</inkml:trace>
  <inkml:trace contextRef="#ctx0" brushRef="#br2" timeOffset="-102247.05">12052 7816 412 0,'0'0'7'0,"0"0"2"0,0 0 3 0,0 0 0 16,0 0 1-16,0 0 1 15,0 0 1-15,0 0 2 16,0 0-17-16,13 8 0 0,3-8 0 16,2 0 0-16,2 0 0 15,10-4 0-15,0 0 0 16,0-2 0-16,5 2 0 16,-3-2 0-16,-5-1 0 0,1 2 0 15,-4 0 0-15,-6 3 0 16,-9-1 0-16,2 1 0 15,-11 2 0-15,0 0 0 0,10 0 0 16,-10 0 0-16,0 0 0 16,-8 2 0-16,8-2 0 15,-13 8 0-15,13-8 0 16,-17 7 0-16,7 0 0 16,3-7-2-16,7 0-87 0,-15 0-2 15</inkml:trace>
  <inkml:trace contextRef="#ctx0" brushRef="#br2" timeOffset="-101814.22">12611 7644 447 0,'0'0'5'0,"0"0"3"16,5-15 1-16,-5 15 2 16,7-14 1-16,-7 14 1 0,16-15-7 15,-11 5-6-15,-5 10 0 16,0 0 0-16,0 0 0 16,5 13 0-16,-5 3 0 0,-8 9 0 15,6 5 0-15,-2 7 0 16,-3 1 0-16,7 1 0 15,0 1 0-15,0-5 0 16,0-5 0-16,0-4 0 0,0-3 0 16,3-6 0-16,-1 0 0 15,-2-17 0-15,2 15 0 16,-2-15 0-16,0 0 0 16,0 0 0-16,0 0 0 15,0 0 0-15,0 0 0 0,0 0 0 16,9-5 0-16,-9 5 0 15,2-7 0-15,-2 7 0 16,0 0 0-16,3-12-72 0,-3 12-22 16</inkml:trace>
  <inkml:trace contextRef="#ctx0" brushRef="#br2" timeOffset="-100980.1">13012 7774 371 0,'0'0'6'16,"0"0"5"-16,0 0 0 15,0 0 2-15,0 0 2 16,0 0 0-16,0 0 3 0,0 4 0 15,4-1-5-15,8-1-2 16,9 1-2-16,4-3-9 16,7 0 0-16,5 2 0 0,2-2 0 15,7 0 0-15,-7-2 0 16,1-1 0-16,-6 1 0 16,-6-1 0-16,-3 1 0 15,-10 2 0-15,-5-2 0 0,-10 2 0 16,12 0 0-16,-12 0 0 15,0 0 0-15,0 0 0 16,0 0 0-16,0 0 0 0,0 0 0 16,0 0 0-16,0 0 0 15,0 0 0-15,0 0 0 16,0 0 0-16,0 0 0 16,0 0 0-16,0 0 0 0,-7-3 0 15,7 3-56-15,0 0-36 16,0 0 0-16</inkml:trace>
  <inkml:trace contextRef="#ctx0" brushRef="#br2" timeOffset="-100514.05">13727 7600 439 0,'0'0'6'0,"0"0"3"0,12-5 2 0,-12 5 1 16,7-5 0-16,-7 5 1 16,11 0-4-16,-11 0-9 15,5 10 0-15,-5 3 0 0,0 3 0 16,0 8 0-16,0 0 0 15,0 1 0-15,0 2 0 16,0-3 0-16,0-1 0 0,0-6 0 16,2 3 0-16,0-5 0 15,1-5 0-15,-1 2 0 16,-2-12-6-16,0 0-82 16,0 10-2-16</inkml:trace>
  <inkml:trace contextRef="#ctx0" brushRef="#br2" timeOffset="-99913.78">14150 7600 432 0,'0'0'6'16,"0"0"1"-16,0-12 2 0,0 12 1 15,0-16 2-15,0 7 0 16,-4-4 0-16,-1 4-1 16,5 9-11-16,-16-13 0 15,7 9 0-15,-1 1 0 0,-4 3 0 16,-1 3 0-16,3 1 0 16,-4 3 0-16,2 3 0 15,-1 2 0-15,5 1 0 0,-1-1 0 16,8 3 0-16,-3 1 0 15,6-1 0-15,2 0 0 16,5-4 0-16,6 7 0 16,3-6 0-16,1 3 0 0,3-3 0 15,2 4 0-15,0-5 0 16,-4 2 0-16,5-1 0 16,-7-1 0-16,0-2 0 15,1 4 0-15,-8-3 0 0,-1 0 0 16,-5-1 0-16,-1 1 0 15,-2-10 0-15,-5 15 0 16,5-15 0-16,-17 15 0 16,0-10 0-16,-1-3 0 0,0 1 0 15,1-3 0-15,2 0 0 16,-4-3 0-16,6-6 0 16,1-1 0-16,4-5 0 15,4-3 0-15,4-2 0 0,0-2 0 16,4 0 0-16,8-3 0 15,1 3 0-15,4-3 0 16,1 5 0-16,-3 0 0 16,5 5 0-16,-3 4 0 0,3 3-33 15,7 1-56-15,-12 1-2 16</inkml:trace>
  <inkml:trace contextRef="#ctx0" brushRef="#br2" timeOffset="-99580.06">14417 7250 485 0,'0'0'5'16,"0"0"1"-16,0-14 2 15,0 14-1-15,0 0-7 16,0 0 0-16,11-5 0 15,1 10 0-15,8 15 0 0,2 5 0 16,8 11 0-16,-1 4 0 16,6 12 0-16,-3 2 0 15,2 7 0-15,-10-5 0 16,1-1 0-16,-12 2 0 0,-9-6 0 16,-4-3 0-16,-15-1 0 15,-12-7 0-15,-8-4 0 16,-5 2 0-16,-1-6 0 0,-5-5 0 15,4 8 0-15,4-10-69 16,6-5-24-16</inkml:trace>
  <inkml:trace contextRef="#ctx0" brushRef="#br2" timeOffset="-98227.77">15074 7557 387 0,'0'0'8'0,"0"-8"4"0,0 8 3 16,7-17 3-16,-7 17 0 15,10-14 1-15,-10 14 1 16,7-15-6-16,-7 15-14 0,0 0 0 15,6 15 0-15,-6-1 0 16,0 10 0-16,0 0 0 16,0 3 0-16,0 5 0 0,2-2 0 15,1 0 0-15,-1-5 0 16,3 0 0-16,-3-3 0 16,-2-5 0-16,3 1 0 15,-3-11-3-15,0-7-53 0,0 15-34 16,0-15-1-16</inkml:trace>
  <inkml:trace contextRef="#ctx0" brushRef="#br2" timeOffset="-97847.54">14890 7672 441 0,'0'0'5'0,"0"0"2"15,0 0 2-15,0 0 0 0,0 0 1 16,0 0 1-16,7 2 1 16,5-2-5-16,11 0-7 15,4 0 0-15,13-5 0 0,3 3 0 16,6-4 0-16,3 4 0 16,-3-4 0-16,1 2 0 15,-8-1 0-15,-4 4 0 16,-10-3 0-16,-11 4 0 15,0-3 0-15,-7 3 0 0,-10 0 0 16,10 0 0-16,-10 0 0 16,0 0 0-16,0 0 0 15,0 0 0-15,0 0 0 0,0 0 0 16,0 0 0-16,0 0 0 16,-8 0 0-16,8 0 0 15,0 0 0-15,0 0 0 16,-12 17-73-16,12-17-21 15</inkml:trace>
  <inkml:trace contextRef="#ctx0" brushRef="#br2" timeOffset="-97164">15690 7486 453 0,'0'0'5'0,"0"0"3"0,0 0 2 16,0-10 1-16,0 10 0 15,5-10 2-15,-5 10-13 16,12-17 0-16,-3 10 0 0,7-4 0 16,-4 4 0-16,6 0 0 15,2 4 0-15,-1 0 0 16,4 3 0-16,0 0 0 15,-7 6 0-15,2-1 0 16,-3 4 0-16,-2-2 0 0,-4 4 0 16,-4 1 0-16,-3-5 0 15,-2 6 0-15,-7-1 0 16,-2 1 0-16,-2-1 0 0,-1-2 0 16,2 0 0-16,0-6 0 15,10-4 0-15,-12 15 0 16,12-15 0-16,0 10 0 15,0-10 0-15,7 11 0 0,6-4 0 16,-3 0 0-16,4 1 0 16,4 2 0-16,-1-1 0 15,-4 1 0-15,-1 0 0 16,1 0 0-16,-6 0 0 0,-2 0 0 16,-5-2 0-16,-5 1 0 15,-5 2 0-15,-5-4 0 16,-5 0 0-16,-2 1 0 15,-8-3 0-15,-2 2 0 0,0-5 0 16,2 1 0-16,2-3 0 16,6 0 0-16,-1-3 0 15,9 1-9-15,4 0-61 16,8-8-19-16</inkml:trace>
  <inkml:trace contextRef="#ctx0" brushRef="#br2" timeOffset="-96747.04">16328 7295 489 0,'0'0'4'0,"0"0"2"0,0 0 0 0,0 0 0 15,0 0-6-15,-3 8 0 16,-4 4 0-16,-2 5 0 15,-7 5 0-15,2 6 0 16,-2 7 0-16,2 4 0 0,3-2 0 16,4 2 0-16,7-1 0 15,0-3 0-15,10-5 0 16,5-6 0-16,5-1 0 0,2-8 0 16,5-8 0-16,1-2 0 15,-5-5 0-15,2 0 0 16,-10-10 0-16,2-3 0 15,-8-4 0-15,-4 1 0 16,-5-5 0-16,-5 2 0 0,-7 1 0 16,-8 5 0-16,-5 1 0 15,-2 8 0-15,-6 4 0 16,1 1 0-16,0 10 0 16,5 6 0-16,-2 7-54 0,16-7-37 15</inkml:trace>
  <inkml:trace contextRef="#ctx0" brushRef="#br2" timeOffset="-94528.5">9271 9408 326 0,'0'0'9'0,"0"0"4"0,0 0 4 16,-7-7 3-16,7 7 0 15,0 0 1-15,0 0 1 16,-9-10 1-16,9 10-9 0,0 0-4 15,12-8-4-15,0 6-2 16,5-3-1-16,4 3-3 16,6-1-5-16,-5 1-8 15,5 2-22-15,13 0-48 0,-20 0-2 16</inkml:trace>
  <inkml:trace contextRef="#ctx0" brushRef="#br2" timeOffset="-94364.02">9287 9482 380 0,'0'0'6'0,"0"0"2"0,0 0 1 16,0 0 2-16,0 0 0 15,7 0 2-15,-7 0 0 0,17 0 0 16,-2-2-5-16,8 2-6 16,-4-5-10-16,11 0-35 15,8 5-37-15,-9-2-3 16</inkml:trace>
  <inkml:trace contextRef="#ctx0" brushRef="#br2" timeOffset="-93796.68">9826 9163 442 0,'0'0'5'0,"0"0"2"15,0 0 3-15,0 0 0 0,0-10 0 16,0 10 1-16,-8 0-1 16,8 0-4-16,-20 18-6 15,8 2 0-15,-6 7 0 16,1 6 0-16,0 3 0 0,2 6 0 16,0 0 0-16,5 3 0 15,5-4 0-15,5-3 0 16,0-3 0-16,8-5 0 15,4-6 0-15,5-1 0 0,1-6 0 16,-1-8 0-16,3-4 0 16,-3-2 0-16,3-3 0 15,-3-4 0-15,-1-7 0 16,-7-2 0-16,-1-1 0 0,-5-1 0 16,-3-2 0-16,-8 0 0 15,-2-3 0-15,-8 5 0 16,1 3 0-16,-3-1 0 15,1 8 0-15,-1 0 0 0,2 5 0 16,3 0 0-16,0 5-3 16,15-5-67-16,-17 3-20 15</inkml:trace>
  <inkml:trace contextRef="#ctx0" brushRef="#br2" timeOffset="-92896.82">10235 9012 362 0,'0'0'7'0,"0"0"4"0,4-11 3 15,-4 11 1-15,0 0 2 16,0-11 0-16,0 11 1 0,0 0 0 16,0 0-5-16,-11 0-5 15,1 14-3-15,1 11-2 16,-7 8 0-16,0 9-3 15,-5 7 0-15,-1 11 0 0,2 3 0 16,0 7 0-16,5 0 0 16,5-1 0-16,3-4 0 15,7-3 0-15,0-6 0 16,12-6 0-16,3-11 0 0,5-3 0 16,0-11 0-16,2-4 0 15,0-9 0-15,-2-1 0 16,-2-6 0-16,-1 0 0 15,-6-5 0-15,-2 2 0 16,-9-2 0-16,7 0 0 0,-7 0 0 16,0 0 0-16,0 0 0 15,0 0-20-15,-2 18-43 16,2-18-25-16,0 0-2 0</inkml:trace>
  <inkml:trace contextRef="#ctx0" brushRef="#br2" timeOffset="-86946.48">10246 9418 370 0,'0'0'6'0,"0"0"4"16,0 0 2-1,0 0 1-15,-7-10 1 0,7 10 1 16,0 0-1-16,0 0 2 16,0 0-6-16,0 0-2 0,14-7-3 15,-2 7 0-15,5 0-1 16,9 0 0-16,-3 0 1 16,11-2-5-16,-4-1 0 15,7 0 0-15,0 1 0 0,-2-3 0 16,-3 2 0-16,-2 1 0 15,-7-3 0-15,-1 3 0 16,-7 2 0-16,-6 0 0 0,-9 0 0 16,8 0 0-16,-8 0 0 15,0 0 0-15,0 0 0 16,0 0 0-16,0 0 0 16,0 0 0-16,0 0 0 0,0 0 0 15,0 0 0-15,0 0 0 16,0 0 0-16,-4 2 0 15,4-2 0-15,0 0 0 16,-9 15-28-16,9-15-59 16,0 12-3-16</inkml:trace>
  <inkml:trace contextRef="#ctx0" brushRef="#br2" timeOffset="-86227.02">10862 9255 301 0,'0'0'7'0,"0"0"6"0,0 0 1 15,0 0 4-15,0 0 2 16,0 0 2-16,0-12 1 16,0 12 0-16,0 0-6 0,0-13-3 15,0 13-4-15,0 0-2 16,0 0-2-16,0 0-2 16,-11-5-2-16,11 5 0 15,-12 7 0-15,8 4-2 0,-4 1 0 16,0-2 0-16,0 7 0 15,4-2 1-15,2 0-1 16,-1-3 0-16,3 1 1 16,5-1 0-16,5 1 1 0,0-4-2 15,2 1 0-15,4-3 0 16,1-2 0-16,-2 3 0 16,2-1 0-16,-2 1 0 15,0 0 0-15,-2-4 0 0,-1 0 0 16,-3 2 0-16,-9-6 0 15,13 11 0-15,-13-11 0 16,0 0 0-16,5 8 0 16,-5-8 0-16,0 13 0 0,0-13 0 15,-7 10 0-15,7-10 0 16,-11 13 0-16,11-13 0 16,-14 10 0-16,14-10 0 15,-15 4 0-15,7 1 0 0,-1-2 0 16,-2 0 0-16,1-3 0 15,2 1 0-15,0 2 0 16,-1-3 0-16,9 0 0 16,-16 0 0-16,16 0 0 15,-16 0 0-15,16 0 0 0,-12 0 0 16,12 0 0-16,-9 0 0 16,9 0-10-16,0 0-3 15,-12-3-4-15,12 3-10 0,0 0-27 16,0 0-30-16,0 0-2 15</inkml:trace>
  <inkml:trace contextRef="#ctx0" brushRef="#br2" timeOffset="-85763.79">10805 9326 394 0,'0'0'6'0,"0"0"3"0,0 0 2 15,-3-9 0-15,3 9 2 16,0-10 1-16,0 10 1 0,5-13 0 15,7 8-5-15,-1 1-2 16,3-2-3-16,4 2-5 16,1-2 0-16,4 5 0 15,2-2 0-15,-2-2 0 0,4 2 0 16,-5 3 0-16,0-2 0 16,-4 2 0-16,-7 0 0 15,2 0 0-15,-13 0 0 16,13 0 0-16,-13 0 0 0,0 0 0 15,0 0 0-15,0 0 0 16,0 0 0-16,0 0 0 16,-9 0 0-16,9 0 0 15,-11 5 0-15,11-5 0 0,-12 5 0 16,12-5-14-16,-11 0-54 16,11 0-21-16,-9 4-1 15</inkml:trace>
  <inkml:trace contextRef="#ctx0" brushRef="#br2" timeOffset="-85313.81">11058 8893 413 0,'0'0'6'0,"0"0"2"0,0 0 3 16,0 0 0-16,0 0 1 0,0 0-1 16,0 0 2-16,0 0 0 15,7 0-4-15,6 6-5 16,4 5-4-16,3 7 0 15,10 7 0-15,2 4 0 0,5 6 0 16,-2 7 0-16,3 0 0 16,-3 6 0-16,-5 6 0 15,-9 0 0-15,-8 6 0 0,-8-1 0 16,-5 1 0-16,-10-1 0 16,-10-3 0-16,-10 0 0 15,-4-7 0-15,-1-4 0 16,0-9 0-16,1-3 0 0,-2-9 0 15,12 0 0-15,-3-13 0 16,16 7-19-16,-3-8-70 16,14-10-3-16</inkml:trace>
  <inkml:trace contextRef="#ctx0" brushRef="#br2" timeOffset="-83447.24">11771 9104 410 0,'0'0'6'0,"0"0"2"0,0 0 2 15,0 0 2-15,0 0 0 16,0 0 0-16,0 0 1 16,0 0-1-16,6 17-5 0,-6 0-3 15,2 2-2-15,-2 9-1 16,3 2-1-16,-1 2 2 16,0 3-2-16,1-5 0 15,-1 0 0-15,1-1 0 0,-3-4-4 16,0-3-4-16,0-2-6 15,-3-2-18-15,-11-6-51 16,14-12-3-16</inkml:trace>
  <inkml:trace contextRef="#ctx0" brushRef="#br2" timeOffset="-83114.23">11610 9319 425 0,'0'0'3'0,"0"0"1"15,0 0 2-15,0 0 1 16,9 0 1-16,4 0 2 0,2-2 1 16,5-1 0-16,5-2-3 15,7-3 0-15,3 1-2 16,2 0-2-16,-2-1-4 0,-3 4 0 15,0-2 0-15,-7 2 0 16,-5 4 0-16,-3 0 0 16,-6 0 0-16,-11 0 0 15,9 3 0-15,-9-3 0 0,0 0 0 16,0 11 0-16,0-11-7 16,-12 8-12-16,-1-1-33 15,6-7-34-15,7 0-1 16</inkml:trace>
  <inkml:trace contextRef="#ctx0" brushRef="#br2" timeOffset="-82496.75">12049 9188 427 0,'0'0'5'0,"0"0"3"0,-5-10 2 0,5 10 1 16,0-17 1-16,0 17 0 15,0-15 0-15,0 5 0 0,0 10-10 16,15-15-2-16,-5 12 0 16,8 3 0-16,-3 0 0 15,5 3 0-15,-2 4 0 16,1 1 0-16,-5 5 0 0,-1-1 0 16,-3 2 0-16,-5 2 0 15,-5 0 0-15,0-1 0 16,-3 3 0-16,-6-3 0 15,-1-1 0-15,2 2 0 16,-4-4 0-16,5-2 0 0,2 0 0 16,5-10 0-16,-7 12 0 15,7-12 0-15,7 9 0 16,0-3 0-16,5-1 0 0,-1 0 0 16,1 0 0-16,0-1 0 15,-2 4 0-15,0 0 0 16,-10-8 0-16,12 14 0 15,-12-4 0-15,0 0 0 0,-2-2 0 16,-6 2 0-16,-4-3 0 16,-1 4 0-16,-3-4 0 15,-2-3 0-15,-3 1 0 16,-3-2-2-16,4-1-7 0,-5-2-6 16,6 0-10-16,-4-5-22 15,8-4-37-15,5-4-3 16</inkml:trace>
  <inkml:trace contextRef="#ctx0" brushRef="#br2" timeOffset="-82130.12">12425 8920 416 0,'0'0'6'0,"0"0"3"0,0 0 2 15,0 0 0-15,0 0 1 16,0 0 1-16,0 0-1 15,0 18 1-15,-6 1-5 16,-1 9-8-16,-2 6 0 16,1 6 0-16,2 2 0 0,4 3 0 15,2-3 0-15,6-2 0 16,6-8 0-16,2 0 0 16,9-10 0-16,4-7 0 0,-2-6 0 15,5-5 0-15,-2-4 0 16,-1-4 0-16,-3-8 0 15,-6 0 0-15,-6-5 0 16,-6-4 0-16,-6 2 0 0,-11 5 0 16,-3-4 0-16,-14 8 0 15,-1 2 0-15,-8 8 0 16,-6 0 0-16,6 13 0 16,-5 2-33-16,7 5-52 15,5 0-4-15</inkml:trace>
  <inkml:trace contextRef="#ctx0" brushRef="#br2" timeOffset="-81547.12">9282 10639 428 0,'0'0'4'16,"0"0"2"-16,0 0-1 0,0 0 1 0,0 0 0 0,12-2 1 0,-5 2-1 15,6-5 1-15,2 2-5 16,7-1-2-16,-2-2-7 0,12 2-15 16,-2 4-58-16,-3-3-2 15</inkml:trace>
  <inkml:trace contextRef="#ctx0" brushRef="#br2" timeOffset="-81395.09">9287 10803 378 0,'0'0'6'15,"0"0"0"-15,0 0 1 16,0 0 3-16,0 7 0 16,0-7 0-16,19 4 1 15,-6-4-1-15,6 0-6 0,6-4-10 16,-2 4-42-16,16-7-32 16,-1 0-2-16</inkml:trace>
  <inkml:trace contextRef="#ctx0" brushRef="#br2" timeOffset="-80980.02">9793 10684 435 0,'0'0'5'0,"0"0"1"15,0 0 1-15,0 0 0 16,0 0 1-16,0 0 0 15,5 0 0-15,-5 0 1 0,13 0-4 16,2 3-1-16,2-3-2 16,5 0 1-16,3 0 1 15,5-3-4-15,-3 3 0 16,3-5 0-16,-5 2 0 16,-5 1 0-16,-3-3 0 0,1 5-10 15,-18 0-16-15,0 0-58 16,0 0-3-16</inkml:trace>
  <inkml:trace contextRef="#ctx0" brushRef="#br2" timeOffset="-80414.27">10114 10531 445 0,'0'0'5'0,"0"0"2"16,-3-13 2-16,3 13 2 16,-5-17 0-16,5 7 0 15,-2 0 1-15,2-5-12 16,0 5 0-16,5 0 0 0,-5 10 0 16,14-14 0-16,-1 8 0 15,0 4 0-15,4 2 0 16,1 0 0-16,-2 5 0 15,0 4 0-15,-4 2 0 0,1 3 0 16,-6 6 0-16,-2-2 0 16,-3-1 0-16,-2 5 0 15,-2-2 0-15,-5 0 0 16,0-3 0-16,-2 1 0 0,5-4 0 16,-1 0 0-16,2-6 0 15,3 3 0-15,0-11 0 16,3 12 0-16,6-10 0 15,4 4 0-15,2-4 0 0,0 1 0 16,2-1 0-16,-1 1 0 16,-2 1 0-16,-1 3 0 15,-3 2 0-15,-1 3 0 16,-6 1 0-16,-3-1 0 0,-3 3 0 16,-6 2 0-16,-7-2 0 15,2-1 0-15,-7 1 0 16,0-3 0-16,-2-2 0 15,1-2 0-15,2-3 0 0,0-5 0 16,2 0 0-16,4-3 0 16,14 3-11-16,-18-20-13 15,18-7-58-15,0 10-6 16</inkml:trace>
  <inkml:trace contextRef="#ctx0" brushRef="#br2" timeOffset="-80047.03">10531 10454 438 0,'0'0'3'0,"0"0"0"16,0 9 1-16,-5 2 1 16,1 3 2-16,-1 4 1 0,-1 1 0 15,1 9 0-15,5-1-2 16,0 0-1-16,0-2 0 15,8 0-2-15,4-8 0 16,5-2-2-16,6-5 1 0,0-8 0 16,4-2-2-16,-2-5 0 15,2-7 0-15,-2-5 0 16,-8-3 0-16,-2-1 0 0,-7 0 0 16,-8 1 0-16,-2-3 0 15,-14 4 0-15,-4 0 0 16,-7 3 0-16,-2 7 0 15,-7 3 0-15,4 6 0 16,-3 0 0-16,8 6-11 0,-3 6-41 16,13-2-37-16,2 0 0 15</inkml:trace>
  <inkml:trace contextRef="#ctx0" brushRef="#br2" timeOffset="-79663.55">11028 10376 460 0,'0'0'4'0,"0"0"1"0,0 0 0 0,0 0 1 16,5 11 0-16,-5-1 0 15,0 10 0-15,0 0 0 16,-3 5-4-16,1 6-1 0,-3 1 0 16,5 5-6-16,-5-2-5 15,5 0-18-15,5-3-56 16,-5-4-1-16</inkml:trace>
  <inkml:trace contextRef="#ctx0" brushRef="#br2" timeOffset="-79447.43">10876 10556 438 0,'0'0'2'0,"0"0"2"0,0 0 0 16,0 0 1-16,5 0 1 15,6 0-1-15,-2 0 2 0,9 0-1 16,2 0-2-16,2 0-4 15,6-6-9-15,9 2-31 16,-3-4-41-16,3 1-2 16</inkml:trace>
  <inkml:trace contextRef="#ctx0" brushRef="#br2" timeOffset="-78727.84">11311 10409 435 0,'0'0'4'0,"0"0"1"0,0-10 1 0,0 10 1 15,0-12 0-15,0 12 0 16,4-18 0-16,5 11-1 16,1-4-2-16,5 4-2 15,4 3-1-15,4-2-1 0,0 4 0 16,2 0 0-16,-4 2-1 16,-3 2 1-16,-6 6-1 15,1-1 1-15,-6 5 0 0,-7 4 0 16,-2-4 0-16,-9 5-1 15,-1-2 2-15,0 3 0 16,-3-4-1-16,1-2 0 16,3 1-1-16,0-1 1 15,10-4-1-15,1-8 1 0,0 15 0 16,0-15 0-16,18 13 0 16,-4-9 0-16,4 3 1 15,-4 1-1-15,7-1 0 16,-7 0 0-16,4 4 0 15,-6-4 1-15,-5 3-1 0,1-2 1 16,-8 2 0-16,0 2 0 16,-13-2 0-16,1 2 0 0,-8 0 0 15,-3-2-1-15,-1 0 0 16,-3 3 0-16,-3-6-1 16,3-2-3-16,2 0 0 15,2-3-4-15,1-2-6 0,9 0-13 16,1-2-50-16,7-10-6 15</inkml:trace>
  <inkml:trace contextRef="#ctx0" brushRef="#br2" timeOffset="-78330.02">11871 10062 440 0,'0'0'5'0,"0"0"2"0,0 0 1 0,0 0 0 16,0 6 0-16,0 2 0 16,-6 10 1-16,-1 2-1 15,-5 10-4-15,-3 7-2 16,-2 10 0-16,1 6 0 0,0-2-2 16,0 4 0-16,4-4 0 15,1-3 0-15,7-6 0 16,4-5 0-16,4-12 0 0,9-3 0 15,4-9 0-15,4-6 0 16,4-7 0-16,2-3 0 16,0-8 0-16,-5-2 0 15,-2-5 0-15,-8 1 0 0,-1-4 0 16,-11 0 0-16,-2 4 0 16,-14 2 0-16,-4 5 0 15,-2 5 0-15,-8 2 0 16,1 6 0-16,-1 4-27 0,-10 6-60 15,18-1-4-15</inkml:trace>
  <inkml:trace contextRef="#ctx0" brushRef="#br2" timeOffset="-77380.03">9227 11631 432 0,'0'0'6'0,"0"0"2"15,-2-13 1-15,2 13 0 16,-6-12 1-16,6 12 0 15,-10-10 0-15,1 7 0 16,2 3-6-16,-9 3-1 0,2 7-3 16,-2 2 0-16,-1 9-2 15,2-2 2-15,-2 3-1 0,2 3 0 16,3-1-1-16,3-2 1 16,7 1 1-16,2-8-1 15,2-3 1-15,9-4 0 16,4-8 0-16,5 0 0 15,-3-8 1-15,8-4 0 0,-3-8 0 16,3-2 2-16,-3-7-1 16,-4-2-2-16,-3-3 0 15,-3-5 0-15,-5-2 0 16,-4-4 0-16,-3 1 0 0,-7 3 0 16,-3 1 0-1,-3 1 0-15,1 8 0 0,-1 4 0 16,6 12 0-16,-3 2 0 0,10 13 0 15,-9 3 0-15,6 17 0 16,3 10 0-16,0 7 0 16,5 10 0-16,2 6 0 15,3 3 0-15,0 1 0 0,0-3 0 16,3-4 0-16,1-6 0 16,1-4-18-16,-2 5-65 15,1-22-6-15</inkml:trace>
  <inkml:trace contextRef="#ctx0" brushRef="#br2" timeOffset="-77030.86">9441 11639 426 0,'0'0'5'0,"0"0"2"0,0 0-2 15,-2 4 1-15,2-4 0 16,-6 17 1-16,1-5 0 15,2 6 0-15,1 0-4 16,2-1-2-16,2 1 1 0,9-4 1 16,1-4-2-16,5-3 1 15,6-7 0-15,-1 0 0 16,3-2 0-16,0-8 0 16,-3-1 1-16,-2-3 1 0,-5-1 0 15,-5 1 0-15,-5-1-4 16,-5-3 0-16,-5 3 0 15,-8 0 0-15,-4 1 0 0,-3 1 0 16,-3 3 0-16,-4 5 0 16,5 3 0-16,2 2 0 15,-2 0-21-15,7 5-38 0,10 3-28 16,3 0-2-16</inkml:trace>
  <inkml:trace contextRef="#ctx0" brushRef="#br2" timeOffset="-76813.99">9701 11385 457 0,'0'0'6'0,"0"0"3"16,0 0 2-16,0 0 0 15,0 0-1-15,0 0-3 16,0 0-7-16,3 15 0 16,-3 3 0-16,0 8 0 15,2 6 0-15,3 6 0 0,3 4 0 16,2-1 0-16,-3 5 0 15,6-6 0-15,-3-1 0 16,4 1 0-16,-6-8-27 0,-8-3-58 16,5-4-4-16</inkml:trace>
  <inkml:trace contextRef="#ctx0" brushRef="#br2" timeOffset="-76596.96">9664 11662 454 0,'0'0'4'16,"0"0"2"-16,0 0 1 0,0 0 0 15,7-4 1-15,-7 4 0 16,16-5 0-16,-4-1 1 16,6 4-9-16,1-3 0 15,4-2 0-15,6 2-13 0,1 5-60 16,7-7-12-16</inkml:trace>
  <inkml:trace contextRef="#ctx0" brushRef="#br2" timeOffset="-76413.99">10136 11534 441 0,'0'0'5'15,"0"0"3"-15,0 0 1 0,0 0 0 16,0 0 1-16,7 5-1 15,-7-5 2-15,16 5-2 16,-4-5-9-16,1 0 0 16,6 0-3-16,1-3-26 15,-10 3-53-15,12-4-5 0</inkml:trace>
  <inkml:trace contextRef="#ctx0" brushRef="#br2" timeOffset="-76247">10173 11639 449 0,'0'0'2'0,"0"0"2"0,-7 8 2 16,7-8 0-16,-10 13 0 16,10-13 1-16,-2 15 0 15,2-15 1-15,2 15-2 16,8-12-2-16,5-3-4 0,7 0-7 16,1-10-18-16,-1-1-56 15,12 1-3-15</inkml:trace>
  <inkml:trace contextRef="#ctx0" brushRef="#br2" timeOffset="-75747.12">10685 11239 436 0,'0'0'5'15,"0"0"2"-15,0 0 2 16,0 0 2-16,0 0 0 16,0 0-1-16,0 0 1 0,0 0 0 15,-12 7-11-15,4 9 0 16,-2 9 0-16,3-1 0 15,0 11 0-15,-4 1 0 16,7 7 0-16,1 0 0 0,3-2 0 16,0-2 0-16,10-4 0 15,-2-3 0-15,3-7 0 16,5-5 0-16,1-8 0 16,-1-1 0-16,1-7 0 0,-2-4 0 15,-1-2 0-15,2-5 0 16,-7-3 0-16,-1-3 0 15,-6 1 0-15,-2-6 0 16,-2 1 0-16,-10-2 0 0,1 3 0 16,-1 1 0-16,-2 3 0 15,-4 5 0-15,6 5 0 16,-6 2 0-16,-2 4 0 16,5 8 0-16,-5-3-9 0,3 7-78 15,4 2-3-15</inkml:trace>
  <inkml:trace contextRef="#ctx0" brushRef="#br2" timeOffset="-73697.53">9021 12126 403 0,'0'0'4'0,"0"0"2"0,0 0 0 16,0 0 2-16,0 0-1 15,0 0 2-15,0 0 0 16,7 0 1-16,8 0-3 0,7 0-2 16,8 0-1-16,8 0-1 15,11 0 1-15,13 0-1 16,8 0-2-16,9-3 0 15,6 3 1-15,5-5-1 16,4 3 0-16,3-3 0 0,2-3 0 16,0 1 0-16,1 0-1 15,-1-1 1-15,3-2 0 16,-5 1 0-16,-1-1 0 16,-4-1 0-16,-2 2 0 0,-8 1 0 15,-10 3 0-15,-8 2 1 16,-9 1-1-16,-12 0-1 15,-6 2 1-15,-12 0-1 16,-6 2 2-16,-5 0-2 0,-6 1 0 16,-8-3 0-16,0 0 0 15,13 0 0-15,-13 0 0 16,0 0 0-16,0 0 0 0,0 0 0 16,0 0 0-16,0 0 0 15,0 0 0-15,0 0 0 16,0 0 0-16,8 0 0 15,-8 0 0-15,0 0 0 16,0 0 0-16,10 0 0 0,-10 0 0 16,0 0 0-16,0 0 0 15,0 0 0-15,0 0 0 16,0 0 0-16,0 0 0 16,0-5 0-16,0-1 0 15,0-5 0-15,0-3 0 0,0-9 0 16,0-4 0-16,0-10 0 15,0-6 0-15,0-7 0 16,0-2 0-16,0-4 0 0,0-4 0 16,0-2 0-16,0 3 0 15,0 3 0-15,0 1 0 16,0 8 0-16,-2-1 0 0,2 6 0 16,0 2 0-16,0 7 0 15,0-1 0-15,0 5 0 16,0 2 0-16,0-1 0 15,-3 6 0-15,3 5 0 16,0-3 0-16,0 7 0 0,0 2 0 16,0-3 0-16,0 7 0 15,0 7 0-15,0-14 0 16,0 14 0-16,0 0 0 16,-2-8 0-16,2 8 0 0,0 0 0 15,0 0 0-15,0 0 0 16,0 0 0-16,0 0 0 15,0 0 0-15,0 0 0 16,0 0 0-16,0 0 0 0,0 0 0 16,0 0 0-16,0 0 0 15,0 0 0-15,0 0 0 16,-11 0 0-16,11 0 0 0,-13 0 0 16,5 0 0-16,-6 0 0 15,-2 2 0-15,-9 1 0 16,-3 0 0-16,-9 2 0 15,0 0 0-15,-13-1 0 0,-3 1 0 16,-4 0 0-16,-5 3 0 16,-5-1 0-16,0-2 0 15,-2 2 0-15,-6-3 0 16,3 2 0-16,5 0 0 0,-4-2 0 16,0-1 0-16,2-1 0 15,2 1 0-15,0-3 0 16,5 0 0-16,0 0 0 15,0 0 0-15,0 0 0 16,4 0 0-16,3 0 0 0,1 0 0 16,2 3 0-16,2-3 0 15,5 0 0-15,3-3 0 16,5 0 0-16,2 1 0 0,3-3 0 16,1 3 0-16,7-6 0 15,-1 6 0-15,2-4 0 16,2 4 0-16,0-1 0 15,4-1 0-15,0 1 0 0,1 1 0 16,2 0 0-16,4-1 0 16,-3 3 0-16,3 0 0 15,1 0 0-15,9 0 0 16,-13 0 0-16,13 0 0 16,0 0 0-16,-7-2 0 0,7 2 0 15,0 0 0-15,0 0 0 16,0 0 0-16,0 0 0 0,0 0 0 15,0 0 0 1,-10 14 0-16,4-1 0 0,2 6 0 16,-4 6 0-16,1 2 0 15,0 13 0-15,4 4 0 16,-2 9 0-16,5-2 0 16,0 7 0-16,8 6 0 0,-1 0 0 15,3 3 0-15,2-2 0 16,-2 2 0-16,0-6 0 15,0-4 0-15,-2-2 0 0,-1-8 0 16,0-3 0-16,-2-6 0 16,0-7 0-16,-2-6 0 15,-3-4 0-15,3-5 0 16,-3 0 0-16,0-7 0 0,0-9 0 16,0 11 0-16,0-11 0 15,0 0 0-15,0 0 0 16,0 0 0-16,0 0 0 0,0 0 0 15,0 0-25-15,0 0-50 16,5 0-15-16</inkml:trace>
  <inkml:trace contextRef="#ctx0" brushRef="#br2" timeOffset="-62964.21">18457 8443 231 0,'0'0'7'0,"0"0"4"16,-2-11 2-16,2 11-1 15,0 0 3-15,0 0-1 16,-10-7 0-16,10 7 1 16,-9 0-7-16,9 0-4 0,-16 1-2 15,16-1-1-15,-14 14 0 16,3-7-1-16,4 0 0 16,-3 3 1-16,-3 0-3 0,4 0-2 15,-3 3-6-15,3-1-9 16,0 1-11-16,9-13-15 15,-12 16-15-15,12-16-13 16</inkml:trace>
  <inkml:trace contextRef="#ctx0" brushRef="#br2" timeOffset="-60247.54">18778 8161 262 0,'0'0'4'0,"0"0"3"16,0 0 3-16,0 0-1 0,-9 7 2 15,9-7 4-15,0 0 2 16,0 0 0-16,13-11-1 16,6-3-4-16,11-7 1 15,4-2-1-15,18-15-2 16,10-10-3-16,13-6-2 0,19-12 0 16,10-7 1-16,9 0-3 15,6-10 1-15,3 4 0 16,0 2-1-16,-3 5 1 15,-13 5-1-15,-11 11-1 0,-15 6-1 16,-16 8 1-16,-12 12-1 16,-17 2 0-16,-11 12 0 15,-11 3 1-15,-13 13-2 16,0 0-2-16,-7-2-3 0,-6 6-7 16,1 4-9-16,-1-5-45 15,3 9-14-15</inkml:trace>
  <inkml:trace contextRef="#ctx0" brushRef="#br2" timeOffset="-59929.47">20029 7127 304 0,'0'0'9'15,"0"0"4"-15,0 0-1 0,0 0 2 16,9 0 0-16,-9 0 4 16,17-5-1-16,1 0 1 15,2-5-8-15,12 0-3 16,1-2 0-16,8-4 0 16,0 4-2-16,6 0 0 0,-8 7-2 15,-4 5 1-15,-10 2-2 16,-7 11 1-16,-14 11-2 15,-4 8 1-15,-18 9 0 16,-7 6-2-16,-7 4-5 0,-5 2-15 16,-19 4-59-16,18-3-2 15</inkml:trace>
  <inkml:trace contextRef="#ctx0" brushRef="#br2" timeOffset="-59213.96">18070 8572 253 0,'0'0'2'0,"-13"6"1"0,-4 4 2 15,-3 8-1-15,-7 4 1 16,-13 5 1-16,-10 11 1 16,-9 6 3-16,-11 6-1 0,-4 6 1 15,-11 1 0-15,-7 8 1 16,-5 2-1-16,-4 2 1 15,-4 1-2-15,3-6 0 16,6 5-3-16,-1-7 0 16,3 3-2-16,6-6-1 0,6-6-1 15,6-2-1-15,5-4-1 16,7-2 0-16,9-6 0 16,6-7-1-16,7-2-1 0,12-10-3 15,3-1-8-15,9-8-8 16,6-4-10-16,12-7-36 15,0 0-7-15</inkml:trace>
  <inkml:trace contextRef="#ctx0" brushRef="#br2" timeOffset="-58813.71">16468 9366 327 0,'0'0'5'0,"0"0"4"0,0 0 3 15,0 0 1-15,0 0 1 16,0 0 1-16,0 0-1 16,-10 5-1-16,-1 5-4 15,-1 8-2-15,-3 9-6 0,-2 3 0 16,-8 7-1-16,0 2 1 15,-3 3 0-15,-1 1 0 16,-1-2 0-16,-2 0 0 16,2-8 0-16,0 0 1 0,2-11-1 15,9-2-2-15,4-8 1 16,5-5 0-16,10-7 1 16,7 0 0-16,11-7 0 15,12-5 0-15,2 2 1 0,13-5 0 16,4 3 0-16,7-1-1 15,0 3-3-15,1 8-9 16,0-6-21-16,1 8-45 0,-1 3-3 16</inkml:trace>
  <inkml:trace contextRef="#ctx0" brushRef="#br2" timeOffset="-58163.75">18813 8744 336 0,'0'0'1'0,"0"0"0"0,0 0 0 15,7 7 1-15,6-7 2 16,6 6 2-16,14-4 1 16,12 1 1-16,12-1 2 15,15-2-1-15,13 0-1 16,14 0-1-16,15-5-2 0,11-3-1 15,11 0-2-15,13-3 0 16,12-2-1-16,11 4-1 16,10-6 0-16,6 2 0 15,6 1-1-15,12 2-2 0,-5 3 1 16,-1-1-1-16,-9 1 0 16,-3 0 1-16,-4 4-1 15,-14 0 1-15,-11-1 0 0,-14 1 1 16,-7 1 1-16,-19-1-1 15,-10 1 1-15,-20-2 0 16,-16 3 1-16,-19-2-1 16,-11 3-3-16,-18 0-10 0,-11 0-32 15,-14 0-26-15,0 0-3 16</inkml:trace>
  <inkml:trace contextRef="#ctx0" brushRef="#br2" timeOffset="-57846.97">22749 8366 414 0,'0'0'4'0,"0"0"0"0,0 0 1 0,0 0 0 15,0 0 1-15,10 0 1 16,-1 0 0-16,7 0 0 15,9 4-3-15,0 1-1 0,7 2 0 16,5 1 0-16,2 5-1 16,1-3-1-16,-2-1 0 15,-6 4-1-15,-10-1 1 0,-4 5-1 16,-16 1 1-16,-9-1 0 16,-18 6 1-16,-12-4-2 15,-12 3-1-15,-10 1-7 16,-8 2-13-16,-7-1-58 0,6-4-1 15</inkml:trace>
  <inkml:trace contextRef="#ctx0" brushRef="#br2" timeOffset="-56963.69">17555 8678 230 0,'0'0'3'0,"0"0"2"0,-7 4 1 15,7-4 2-15,-18 6 2 0,6-1 0 16,-5-1 2-16,-7 0 3 16,-1 2-3-16,-10-3 2 15,-3-1-3-15,-9 1-1 0,-10 0-2 16,-8-2 0-16,-6-1 0 16,-15 0-3-16,-5 0-2 15,-11-1-1-15,-5-5 1 16,-10 1-1-16,-2-2 1 0,-8-3-1 15,3-2 1-15,-3-1 0 16,1 1 0-16,4 0 0 16,0-1 0-16,7 3-1 15,7-2 0-15,0-1-1 16,7 1 1-16,4-1-1 0,7-1 1 16,8-2 0-16,3 2-1 15,10 2-1-15,7-8-2 16,7 10-5-16,12-8-9 15,11 8-32-15,12 3-25 0,12 0-4 16</inkml:trace>
  <inkml:trace contextRef="#ctx0" brushRef="#br2" timeOffset="-56580.96">15461 8242 341 0,'0'0'4'0,"0"0"-1"15,-7 0 1-15,-5 7 1 0,-4 0-1 16,-5 6 1-16,-4 1 1 16,-9 4-1-16,-5-1-2 15,-5 8-2-15,-4-5 2 16,-1 2-1-16,-1-2-1 15,-3 0 0-15,4-5 0 16,1-4 1-16,4 0-1 16,4-4 0-16,5-2 0 0,8-3-1 15,2-2 0-15,13 0-1 16,2 0 0-16,10 0 1 0,0 0-1 16,17-4 1-16,8 4-1 15,12 0 0-15,15 10 1 16,20 0 1-16,18 10-6 15,27-18-54-15,16 28-11 0</inkml:trace>
  <inkml:trace contextRef="#ctx0" brushRef="#br2" timeOffset="-55427.78">17941 8316 250 0,'0'0'8'0,"0"0"5"16,0 0 6-16,0 0 2 16,0 0 0-16,3-15 2 0,1 2 1 15,1-6 1-15,-2-8-7 16,1-6-5-16,1-8-4 15,1-12-3-15,-4-6-1 16,-2-9-2-16,0-10 0 0,0-8 0 16,-2-11-1-16,-4-2-1 15,-1-8 0-15,2 0 1 16,-2 8 1-16,0 2 1 0,1 11-1 16,3 9 0-16,1 10-1 15,2 13 1-15,0 8 0 16,0 12-1-16,5 5-1 15,-2 7-1-15,2 7 0 0,0 5-1 16,-5 10 0-16,0 0 0 16,0 0-1-16,0 0 0 15,0 0 0-15,0 7-1 16,0-7 0-16,0 12 1 16,0-12-1-16,0 13 1 0,0-13 0 15,0 0 0-15,2 7 1 16,-2-7 0-16,0 11 0 15,0-3 0-15,0 8 1 16,-2 6-1-16,-3 6 0 0,-3 6 0 16,-2 5 0-16,3 6 0 15,-6 0 0-15,-1 1 1 16,2-1 0-16,-1-2 0 0,-2-6 1 16,5-6-1-16,0-6 1 15,0-7 0-15,2-3 1 16,8-15 0-16,0 0-2 15,-2-10 2-15,2-10-1 0,8-8 0 16,2-8 0-16,2-7 0 16,3-6-1-16,-3-4 1 15,6 5 0-15,-4-2 0 16,2 5 1-16,-9 8-1 16,5 5 1-16,-6 10-1 0,1 6-1 15,-7 16 0-15,0 0 0 16,10 23 0-16,-6 4-1 15,9 13-1-15,2 8 1 16,10 8 1-16,0 11-4 0,12 5-8 16,0 5-20-16,8 5-49 15,2 4 0-15</inkml:trace>
  <inkml:trace contextRef="#ctx0" brushRef="#br2" timeOffset="-54962.48">18100 9334 421 0,'0'0'2'0,"0"0"0"16,0 0 1-16,0 15 1 0,0-1-1 16,2 9 1-16,1 9 2 15,-1 7 0-15,1 14-2 16,1 4 0-16,1 5-1 16,-1 8 0-16,0 3-1 0,-1-1 0 15,2-3-1-15,-3 0-1 16,0-4-3-16,-2-5-6 15,0-4-11-15,0-6-60 16,0-13-1-16</inkml:trace>
  <inkml:trace contextRef="#ctx0" brushRef="#br2" timeOffset="-54596.77">17963 10100 392 0,'0'0'1'0,"0"0"1"15,-3 7 0-15,3 0 2 0,0 11 2 16,3 1 1-16,3 6 0 16,1 5 0-16,7 4-1 15,-1 7 1-15,2 0-2 0,2 5 0 16,0-5-3-16,-1 4 0 15,-4-3 0-15,1-6-1 16,-6 2 1-16,-2-8-2 16,0-8 1-16,-3-5 0 0,0-7 0 15,-2-10 0-15,0 0 1 16,3-15-1-16,3-10 0 16,1-4 1-16,7-11-2 15,2-7-6-15,11 0-11 0,1-2-62 16,11-1-2-16</inkml:trace>
  <inkml:trace contextRef="#ctx0" brushRef="#br2" timeOffset="-53613.99">22517 9195 344 0,'0'0'5'0,"0"0"4"0,0 0 2 0,0 0 3 15,0 0 0-15,0 0 1 16,-12 10 0-16,12-10 1 16,-13 5-4-16,4 3-3 15,-1-4-1-15,-8 2-3 16,1 1 0-16,-3-2-1 0,-5 0 0 15,-3-5 0-15,1 0-1 16,-3-5 1-16,-2-7 0 16,0-9 0-16,0-4-2 0,-3-8-2 15,0-8 0-15,3-10 0 16,5-9 0-16,-3-9 0 16,7-10 0-16,9-6 0 15,4-1 0-15,10-9 0 16,5-4 0-16,14 3 0 0,9 1 0 15,10 3 0-15,6 6 0 16,8 7 0-16,6 2 0 16,9 15 0-16,-3 10 0 15,2 10 0-15,4 10 0 0,3 10 0 16,-6 9 0-16,0 10 0 16,-3 3-2-16,-4 14 2 15,-7 5-1-15,-4 1 1 16,-4 7 0-16,-10 1 3 0,-8-1-3 15,-4 2 0-15,-9-2 0 16,-4 1 0-16,-4-6 0 16,-6 1 0-16,0-4 0 15,0-2 0-15,0-4 0 0,-6 2 0 16,3-5 0-16,1 0 0 16,2-10-5-16,-7 14-11 15,7-14-19-15,-8 0-51 0,8 0 0 16</inkml:trace>
  <inkml:trace contextRef="#ctx0" brushRef="#br2" timeOffset="-53113.91">22864 8095 401 0,'0'0'4'0,"0"0"1"0,0 0-1 16,0 0 2-16,0 0 0 15,9 0 1-15,1 0 1 0,5 5-1 16,2 0-3-16,6 5 0 16,-1 0 0-16,6 0-1 15,-4 2-1-15,3-2 0 0,-2-2 1 16,0-1 0-16,-4-3 1 15,-2-4 1-15,-1 0 1 16,-4-1 1-16,1-6-1 16,-7-6 0-16,1-2-2 15,-6-5-4-15,-3-1 0 0,0-4 0 16,0 0 0-16,-3 2 0 16,-4 1 0-16,2 6 0 15,-4 2-13-15,5-11-67 16,4 25-8-16</inkml:trace>
  <inkml:trace contextRef="#ctx0" brushRef="#br2" timeOffset="-52296.92">19206 7134 369 0,'0'0'6'16,"0"0"3"-16,0-7 1 15,0 7 2-15,2-13 0 16,-2 3 1-16,3-2 0 0,-1-1 1 15,5-3-6-15,9-5-2 16,5 1-1-16,15-3-1 16,11-2-1-16,6-1 0 15,18 1-1-15,9 4 0 0,6 1-1 16,3 5 0-16,3 7-1 16,-2 8 0-16,-3 5 0 15,-7 13 0-15,-6 4 0 16,-5 8 1-16,-7 7-1 0,-9 2 0 15,-8 4 0-15,-8 1 0 16,-7 6 0-16,-8 4 0 16,-7-2 0-16,-5 0 0 15,-8-3 0-15,-2 4 1 0,-7-4-1 16,-7-4 1-16,-4-8 0 16,-2 0-1-16,-4-7 1 15,-2-3-1-15,-1-5 0 16,-3-2-2-16,3-2 0 0,-3-6 0 15,2-3-2-15,-1-3-2 16,7-1-4-16,-3-5-6 16,7 0-22-16,18 0-44 15,-17 0-1-15</inkml:trace>
  <inkml:trace contextRef="#ctx0" brushRef="#br2" timeOffset="-51980">20252 7585 443 0,'0'0'2'0,"0"0"0"0,0 0 1 0,0 5 0 16,0-5 0-16,-5 17 0 15,-2-5 1-15,-1 4 0 16,-2 2-2-16,-5-2 1 15,0 1-1-15,0-4 0 0,0 1 0 16,2-3 0-16,6-2-1 16,7-9 1-16,0 10 0 15,7-10-1-15,9 0 0 0,4-2 1 16,4-6-1-16,6 4-1 16,0-6-2-16,0 4-6 15,-3-5-14-15,-12 6-59 16,7-3-3-16</inkml:trace>
  <inkml:trace contextRef="#ctx0" brushRef="#br2" timeOffset="-51547.17">19220 6869 360 0,'0'0'8'15,"0"0"0"-15,-2-10 2 16,2 10 0-16,0 0 0 0,0 0 1 16,-15 0 0-16,5 2 0 15,0 11-6-15,1 5-3 16,-5 1 0-16,2 4-1 16,-3-4 0-16,3 2-1 0,2-4 1 15,6-2-1-15,-5-5 0 16,9-10 0-16,-7 12 1 15,7-12 0-15,0 0 0 0,18 4 0 16,1-1 1-16,13-3-1 16,11 5-3-16,4-5-13 15,3 5-61-15,19 3-2 16</inkml:trace>
  <inkml:trace contextRef="#ctx0" brushRef="#br2" timeOffset="-50096.87">17501 7644 339 0,'0'0'6'15,"0"0"1"-15,0 0 0 0,-10 0 2 16,10 0-2-16,-12 13 2 15,-1-1 0-15,3 5-2 16,1 6-4-16,-4 1-1 0,5 4-1 16,6-1 1-16,4 5 0 15,10-7 1 1,14 2 0-16,6-6 0 16,11-3 1-16,8-1-1 0,11-6 1 15,5-6-2-15,6-2 0 16,1-3 0-16,4-5-2 15,0-5-1-15,0 0 1 0,-4-8 0 16,1 0-1-16,-5 2 1 16,-8-4 0-16,-3-2-1 15,-6 0 2-15,-9-1 1 16,-4-2 1-16,-11-2-1 0,-4 0 1 16,-7-3 0-16,-11 3-1 15,-4-2 2-15,-3 3-1 16,-3 0 0-16,-4 2 0 15,-6 6 0-15,1-3-1 0,-1 4 1 16,-1 3-1-16,-2-2 0 16,2 4-1-16,-4-1 1 15,4 1-1-15,-2 2-1 16,-1 3 1-16,4 2-1 0,1 0-1 16,3-1 1-16,-2 5-1 15,11 1 0-15,-12-3-1 16,12 3 0-16,0 0-1 15,0 0-1-15,0 0 0 0,0 0 0 16,0 0-2-16,-5 7 1 16,5-7-3-16,0 0 1 15,8 3-2-15,-8-3 0 16,0 0 1-16,9 2 1 0,-9-2 2 16,0 0 0-16,0 0 3 15,0 0 1-15,8-5 3 16,-8 5 2-16,0 0 1 15,0-15 1-15,0 15 1 0,0-7 1 16,0 7 0-16,0 0 0 16,0 0-1-16,-10-10-1 15,10 10-3-15,0 0-1 16,0 0 0-16,-10 7-2 0,8 3 0 16,-1 5-1-16,-1-2 1 15,1 7-1-15,-3 2 1 16,4 0 0-16,-5-2 0 15,2 2 0-15,0-5 1 0,-2-1-1 16,1-4 0-16,4 1 0 16,2-13 0-16,-5 9 1 15,5-9 0-15,0 0-1 16,0-9 1-16,2-4-1 0,3-2 1 16,3-2 0-16,-1-8 0 15,3 1 1-15,1-1 0 16,-2 0 0-16,1 0 2 15,-3 2-1-15,1 3 0 0,0 4 1 16,-6 3-2-16,3 3 0 16,-5 10-1-16,0 0-1 15,0 0 0-15,13 0-1 16,-8 7 0-16,4 3 0 0,7 5 1 16,-2 2-1-16,4 4-2 15,1-4-6-15,4 0-15 16,4 0-57-16,-8-4 0 15</inkml:trace>
  <inkml:trace contextRef="#ctx0" brushRef="#br2" timeOffset="-49564.54">17327 7704 325 0,'0'0'7'0,"0"0"2"15,0-5 4-15,0 5 2 16,10-17 2-16,-3 4-1 0,6-3 1 16,4-2 2-16,1-2-7 15,4 0-3-15,0 0-3 16,-5 2 0-16,1 3-3 0,-5 5 0 16,-4 9-1-16,-1 1-2 15,-8 0 1-15,15 7-2 16,-8 12 1-16,3 6 0 15,5 3-1-15,6 5-4 16,0-4-26-16,9 5-51 0,5 3 1 16</inkml:trace>
  <inkml:trace contextRef="#ctx0" brushRef="#br2" timeOffset="-47430.88">22446 9094 308 0,'0'0'8'0,"0"0"4"0,0 0 1 15,0 0 1-15,0 0 2 16,7-6 2-16,-7 6 0 16,13 0 1-16,-4 0-7 15,3 6-3-15,4-4-1 0,1 3-1 16,5 0-1-16,1 0-1 15,2-3-1-15,-1 1-1 16,-4-1 1-16,3-2-1 16,-6 3 1-16,-2-3-1 0,-3 0 2 15,-1 0-1-15,-11 0 0 16,0 0 0-16,0 0-4 16,0 0 0-16,-4 10 0 0,-8 2 0 15,-4 1 0-15,-6 6 0 16,-2-1 0-16,-4 7 0 15,-1 0 0-15,-1-8 0 16,5 5 0-16,6 0 0 0,-1-2-47 16,10-6-38-16,8-1-1 15</inkml:trace>
  <inkml:trace contextRef="#ctx0" brushRef="#br2" timeOffset="-20460.88">13322 15470 296 0,'0'-10'4'0,"-12"-13"2"16,-3-6 3-16,-10-11 2 16,-5-6 2-16,-10-10-1 15,-7-8 2-15,-11-7-1 16,-6 1-3-16,-6 6-3 16,-1 4-2-16,-9 9-2 0,-3 3-2 15,-3 14-1-15,-1 7 0 16,-2 14-1-16,-3 11-6 15,7 9-11-15,3 20-41 16,7 4-14-16</inkml:trace>
  <inkml:trace contextRef="#ctx0" brushRef="#br3" timeOffset="-2297.16">6561 3894 235 0,'0'0'6'0,"0"0"4"15,-12 0 3-15,12 0 2 16,-18 0 3-16,8 0 0 16,1 0 2-16,0 0 0 0,9 0-2 15,0 0-3-15,0 0-3 16,18 2-1-16,12-2-2 15,9 0-2-15,14 0 0 16,14 0-1-16,18-2-2 16,4-3 0-16,13 3-1 0,-1-3 0 15,9-3-2-15,1 3 1 16,-3-2 0-16,-4 2-1 16,-8 0 0-16,-7-1 1 0,-11 5-1 15,-6-5 0-15,-15 6 0 16,-11-1 0-16,-12 1 0 15,-12 0 0-15,-9 0 0 16,-13 0 0-16,-11 1 0 0,-10 5-2 16,-7 1 1-16,-15 0-2 15,-6 3-1-15,-10 0 0 16,-13 0 0-16,-8 3 0 16,-10 1 0-16,-4-2 1 0,-5 1 0 15,-6 2 0-15,-1 0 1 16,4-2 1-16,4-2-1 15,10 0 0-15,1 0 1 16,9 0-1-16,14-1 0 0,14-6 1 16,10 2 0-16,10-4 0 15,13 1 1-15,17-3 0 16,0 0 0-16,15 0 1 16,15-3 0-16,9 1 0 0,16-4 0 15,12 4 0-15,18-3 0 16,9 2 0-16,13-3 0 15,9 0 0-15,10-1 1 16,-2 0-1-16,2 2 0 0,-4-1 0 16,-6 2 1-16,-6-2-1 15,-16 5 0-15,-7-2 0 16,-20 3-1-16,-14-3 1 16,-16 3 1-16,-12 0-2 15,-25 0 1-15,0 0 0 0,-23 3 0 16,-8 0-1-16,-7-3 1 15,-12 1-2-15,-5 5-1 16,-5-5-1-16,-4 8-4 16,-6-7-11-16,4 8-64 0,-1 5-3 15</inkml:trace>
  <inkml:trace contextRef="#ctx0" brushRef="#br3" timeOffset="9668.94">9227 4075 282 0,'0'0'7'0,"0"0"6"16,-13-5 1-16,13 5 5 15,-14-5-1-15,14 5 4 16,-13-10-1-16,13 10 1 15,-3-10-6-15,14 5-4 0,8 0-3 16,16 0-3-16,15-2-1 16,10 0 0-16,17 0 0 15,12-1-2-15,13-2 0 16,7 3 0-16,8-4 0 0,5 1-1 16,-8 3 1-16,0-3-2 15,-4 2 1-15,-11 4-1 16,-10 2 0-16,-13-2 0 15,-14 2 0-15,-13-1-1 0,-15 3 1 16,-6 0-1-16,-13 0 1 16,-15 0 0-16,0 0 0 15,0 0-1-15,-18 3 0 16,-9-1 1-16,-5-2-1 16,-15 4 0-16,-8-2-1 0,-12 0-1 15,-11 0 1-15,-11 1-1 16,-8-1 1-16,-11 1-1 15,-7 2 0-15,-9 0 1 0,-5-2 0 16,-6 4 1-16,8-2-1 16,10 0 1-16,11 3 0 15,17-4 0-15,17 0 1 16,19-1-1-16,26-3 1 0,27 0 0 16,9-3 0-16,32-4 0 15,13-2 0-15,21 1 0 16,12-4 0-16,12-1 0 15,10 2 0-15,8 0 0 0,5 2 0 16,-6-1 0-16,-3 2-1 16,-9 1 1-16,-5 2-1 15,-12 0 1-15,-12 2-1 16,-16 0 0-16,-11 3 1 16,-11-2-1-16,-10 2 0 0,-15-2 1 15,-12 2-1-15,0 0 1 16,-7 0 1-16,-18 2-2 15,-10-2 0-15,-6 2 0 0,-17-2 0 16,-11 3 0-16,-16-3 0 16,-7 3 0-16,-12 2 0 15,-8 0 0-15,-10 2 0 16,-2 3 0-16,5 0 0 16,5 2 0-16,16 0 0 0,15-2 0 15,18 3-2-15,20-3 2 16,22-5 0-16,28 0-1 15,32-5 1-15,31 0 1 16,23-5-1-16,25-5 2 0,20-5-2 16,15-2 0-16,5-1 0 15,1-2 0-15,-5 1 0 16,-10-1 0-16,-13 2 0 0,-20 7 0 16,-22 3 0-16,-18 1 0 15,-14 4 0-15,-20 3 0 16,-20 3 0-16,-10 5-2 15,-10 3-17-15,-16 3-65 0,5 4-1 16</inkml:trace>
  <inkml:trace contextRef="#ctx0" brushRef="#br3" timeOffset="31820">11711 3941 280 0,'0'0'7'16,"0"0"3"-16,-12 0 3 16,12 0 2-16,-18 0 2 15,11 0 0-15,-2 2 3 0,9-2 1 16,-8 0-5-16,8 0-3 15,17 0-2-15,15 0-1 16,16-2-2-16,12-1 0 16,21 1-1-16,13-2-2 0,11-2 0 15,12 3-2-15,3 1 1 16,4-3-1-16,-6 5 0 16,-1-2 0-16,-2 2-1 15,-6 0 0-15,-7 0 0 0,-3 0 0 16,-11 2-1-16,-9 0 2 15,-12-2-3-15,-13 5 0 16,-13-5 0-16,-17 3 0 16,-11-3 0-16,-13 0 0 0,-16 8 0 15,-13-6 0-15,-13 3 0 16,-13 2 0-16,-17 1 0 16,-10-1 0-16,-10 1 0 15,-15-1 0-15,-10 3 0 0,-1 0-2 16,-5-2 1-16,1-1 1 15,3 3-1-15,8-1 0 16,6-1 1-16,13 0-1 16,15-3 1-16,15-1-1 0,17 2 1 15,10-4 0-15,16-2 0 16,19 0 1-16,0 0-1 16,0 0 0-16,17 8 1 15,8-3 0-15,5-4 0 0,9 5 0 16,11-3 1-16,7 1-2 15,15-1 0-15,6-2 0 16,12-1 0-16,9 0 0 0,2 0 0 16,3 0 0-16,-1-1 0 15,-2-5 0-15,-9 2 0 16,-9-2 0-16,-14 2 0 16,-12 2 0-16,-12-1 0 15,-8-2 0-15,-20 5 0 0,-7-2 0 16,-10 2 0-16,-10 0 0 15,-7 0 0-15,-3 0 0 16,-2 2 0-16,-3 3 0 16,8 7 0-16,-1 1-85 0,4-5-3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43B82EB1-B157-497A-B3B0-151FD3C30A73}" type="datetimeFigureOut">
              <a:rPr lang="en-CA"/>
              <a:pPr>
                <a:defRPr/>
              </a:pPr>
              <a:t>2025-08-09</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CA"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12C65C7-A042-4799-86BB-627996430EC7}" type="slidenum">
              <a:rPr lang="en-CA" altLang="en-US"/>
              <a:pPr>
                <a:defRPr/>
              </a:pPr>
              <a:t>‹#›</a:t>
            </a:fld>
            <a:endParaRPr lang="en-CA" altLang="en-US"/>
          </a:p>
        </p:txBody>
      </p:sp>
    </p:spTree>
    <p:extLst>
      <p:ext uri="{BB962C8B-B14F-4D97-AF65-F5344CB8AC3E}">
        <p14:creationId xmlns:p14="http://schemas.microsoft.com/office/powerpoint/2010/main" val="16268886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17895E2-9FCB-4111-942F-7A6951F58E06}" type="slidenum">
              <a:rPr lang="en-US" altLang="en-US" smtClean="0"/>
              <a:pPr/>
              <a:t>1</a:t>
            </a:fld>
            <a:endParaRPr lang="en-US" altLang="en-US"/>
          </a:p>
        </p:txBody>
      </p:sp>
    </p:spTree>
    <p:extLst>
      <p:ext uri="{BB962C8B-B14F-4D97-AF65-F5344CB8AC3E}">
        <p14:creationId xmlns:p14="http://schemas.microsoft.com/office/powerpoint/2010/main" val="2303493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5562256-33F3-400F-833D-1C6D9017A847}" type="slidenum">
              <a:rPr lang="en-CA" altLang="en-US" smtClean="0"/>
              <a:pPr/>
              <a:t>2</a:t>
            </a:fld>
            <a:endParaRPr lang="en-CA" altLang="en-US"/>
          </a:p>
        </p:txBody>
      </p:sp>
    </p:spTree>
    <p:extLst>
      <p:ext uri="{BB962C8B-B14F-4D97-AF65-F5344CB8AC3E}">
        <p14:creationId xmlns:p14="http://schemas.microsoft.com/office/powerpoint/2010/main" val="31390010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latin typeface="Arial" pitchFamily="34" charset="0"/>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pic>
        <p:nvPicPr>
          <p:cNvPr id="7" name="Picture 10" descr="BITS_university_logo_whitevert.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76200" y="5257800"/>
            <a:ext cx="2209800" cy="554038"/>
          </a:xfrm>
          <a:prstGeom prst="rect">
            <a:avLst/>
          </a:prstGeom>
          <a:noFill/>
        </p:spPr>
        <p:txBody>
          <a:bodyPr>
            <a:spAutoFit/>
          </a:bodyPr>
          <a:lstStyle/>
          <a:p>
            <a:pPr algn="ctr">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12"/>
          <p:cNvSpPr txBox="1">
            <a:spLocks noChangeArrowheads="1"/>
          </p:cNvSpPr>
          <p:nvPr/>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607689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pic>
        <p:nvPicPr>
          <p:cNvPr id="9" name="Picture 10" descr="BITS_university_logo_whitevert.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76200" y="5257800"/>
            <a:ext cx="2209800" cy="554038"/>
          </a:xfrm>
          <a:prstGeom prst="rect">
            <a:avLst/>
          </a:prstGeom>
          <a:noFill/>
        </p:spPr>
        <p:txBody>
          <a:bodyPr>
            <a:spAutoFit/>
          </a:bodyPr>
          <a:lstStyle/>
          <a:p>
            <a:pPr algn="ctr">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2"/>
          <p:cNvSpPr txBox="1">
            <a:spLocks noChangeArrowheads="1"/>
          </p:cNvSpPr>
          <p:nvPr/>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493801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pic>
        <p:nvPicPr>
          <p:cNvPr id="5" name="Picture 8" descr="Picture 7.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 name="TextBox 8"/>
          <p:cNvSpPr txBox="1"/>
          <p:nvPr/>
        </p:nvSpPr>
        <p:spPr>
          <a:xfrm>
            <a:off x="6858000" y="762000"/>
            <a:ext cx="2209800" cy="554038"/>
          </a:xfrm>
          <a:prstGeom prst="rect">
            <a:avLst/>
          </a:prstGeom>
          <a:noFill/>
        </p:spPr>
        <p:txBody>
          <a:bodyPr>
            <a:spAutoFit/>
          </a:bodyPr>
          <a:lstStyle/>
          <a:p>
            <a:pPr algn="ctr">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3"/>
          <p:cNvSpPr txBox="1">
            <a:spLocks noChangeArrowheads="1"/>
          </p:cNvSpPr>
          <p:nvPr/>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28034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7162800" y="6596063"/>
            <a:ext cx="1981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r>
              <a:rPr lang="en-US" altLang="en-US" sz="1100" b="1">
                <a:solidFill>
                  <a:srgbClr val="101141"/>
                </a:solidFill>
              </a:rPr>
              <a:t>BITS </a:t>
            </a:r>
            <a:r>
              <a:rPr lang="en-US" altLang="en-US" sz="1100">
                <a:solidFill>
                  <a:srgbClr val="101141"/>
                </a:solidFill>
              </a:rPr>
              <a:t>Pilani, Pilani Campus</a:t>
            </a:r>
          </a:p>
        </p:txBody>
      </p:sp>
      <p:grpSp>
        <p:nvGrpSpPr>
          <p:cNvPr id="2" name="Group 7"/>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pic>
        <p:nvPicPr>
          <p:cNvPr id="9" name="Picture 11" descr="Picture 7.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2"/>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10" name="Group 16"/>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34717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latin typeface="Arial" pitchFamily="34" charset="0"/>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pic>
        <p:nvPicPr>
          <p:cNvPr id="7" name="Picture 10" descr="BITS_university_logo_whitevert.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76200" y="5257800"/>
            <a:ext cx="2209800" cy="554038"/>
          </a:xfrm>
          <a:prstGeom prst="rect">
            <a:avLst/>
          </a:prstGeom>
          <a:noFill/>
        </p:spPr>
        <p:txBody>
          <a:bodyPr>
            <a:spAutoFit/>
          </a:bodyPr>
          <a:lstStyle/>
          <a:p>
            <a:pPr algn="ctr">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12"/>
          <p:cNvSpPr txBox="1">
            <a:spLocks noChangeArrowheads="1"/>
          </p:cNvSpPr>
          <p:nvPr/>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solidFill>
                  <a:srgbClr val="FFFFFF"/>
                </a:solidFil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607689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pic>
        <p:nvPicPr>
          <p:cNvPr id="9" name="Picture 10" descr="BITS_university_logo_whitevert.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76200" y="5257800"/>
            <a:ext cx="2209800" cy="554038"/>
          </a:xfrm>
          <a:prstGeom prst="rect">
            <a:avLst/>
          </a:prstGeom>
          <a:noFill/>
        </p:spPr>
        <p:txBody>
          <a:bodyPr>
            <a:spAutoFit/>
          </a:bodyPr>
          <a:lstStyle/>
          <a:p>
            <a:pPr algn="ctr">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2"/>
          <p:cNvSpPr txBox="1">
            <a:spLocks noChangeArrowheads="1"/>
          </p:cNvSpPr>
          <p:nvPr/>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solidFill>
                  <a:srgbClr val="FFFFFF"/>
                </a:solidFil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493801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pic>
        <p:nvPicPr>
          <p:cNvPr id="5" name="Picture 8" descr="Picture 7.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 name="TextBox 8"/>
          <p:cNvSpPr txBox="1"/>
          <p:nvPr/>
        </p:nvSpPr>
        <p:spPr>
          <a:xfrm>
            <a:off x="6858000" y="762000"/>
            <a:ext cx="2209800" cy="554038"/>
          </a:xfrm>
          <a:prstGeom prst="rect">
            <a:avLst/>
          </a:prstGeom>
          <a:noFill/>
        </p:spPr>
        <p:txBody>
          <a:bodyPr>
            <a:spAutoFit/>
          </a:bodyPr>
          <a:lstStyle/>
          <a:p>
            <a:pPr algn="ctr">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3"/>
          <p:cNvSpPr txBox="1">
            <a:spLocks noChangeArrowheads="1"/>
          </p:cNvSpPr>
          <p:nvPr/>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200">
                <a:solidFill>
                  <a:srgbClr val="FFFFFF"/>
                </a:solidFil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28034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MECH">
    <p:spTree>
      <p:nvGrpSpPr>
        <p:cNvPr id="1" name=""/>
        <p:cNvGrpSpPr/>
        <p:nvPr/>
      </p:nvGrpSpPr>
      <p:grpSpPr>
        <a:xfrm>
          <a:off x="0" y="0"/>
          <a:ext cx="0" cy="0"/>
          <a:chOff x="0" y="0"/>
          <a:chExt cx="0" cy="0"/>
        </a:xfrm>
      </p:grpSpPr>
      <p:pic>
        <p:nvPicPr>
          <p:cNvPr id="4" name="Picture 6" descr="Picture 7.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7"/>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10" name="Group 11"/>
          <p:cNvGrpSpPr>
            <a:grpSpLocks/>
          </p:cNvGrpSpPr>
          <p:nvPr/>
        </p:nvGrpSpPr>
        <p:grpSpPr bwMode="auto">
          <a:xfrm>
            <a:off x="2133600" y="64770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
        <p:nvSpPr>
          <p:cNvPr id="2" name="Title 1"/>
          <p:cNvSpPr>
            <a:spLocks noGrp="1"/>
          </p:cNvSpPr>
          <p:nvPr>
            <p:ph type="title"/>
          </p:nvPr>
        </p:nvSpPr>
        <p:spPr>
          <a:xfrm>
            <a:off x="304801" y="274638"/>
            <a:ext cx="8518523" cy="943927"/>
          </a:xfrm>
        </p:spPr>
        <p:txBody>
          <a:bodyPr>
            <a:normAutofit/>
          </a:bodyPr>
          <a:lstStyle>
            <a:lvl1pPr>
              <a:defRPr sz="3600"/>
            </a:lvl1pPr>
          </a:lstStyle>
          <a:p>
            <a:r>
              <a:rPr lang="en-US" dirty="0"/>
              <a:t>Click to edit Master title style</a:t>
            </a:r>
          </a:p>
        </p:txBody>
      </p:sp>
      <p:sp>
        <p:nvSpPr>
          <p:cNvPr id="8" name="Content Placeholder 7"/>
          <p:cNvSpPr>
            <a:spLocks noGrp="1"/>
          </p:cNvSpPr>
          <p:nvPr>
            <p:ph sz="quarter" idx="1"/>
          </p:nvPr>
        </p:nvSpPr>
        <p:spPr>
          <a:xfrm>
            <a:off x="304801" y="1418272"/>
            <a:ext cx="8518524" cy="50580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Date Placeholder 16"/>
          <p:cNvSpPr>
            <a:spLocks noGrp="1"/>
          </p:cNvSpPr>
          <p:nvPr>
            <p:ph type="dt" sz="half" idx="10"/>
          </p:nvPr>
        </p:nvSpPr>
        <p:spPr>
          <a:xfrm>
            <a:off x="457200" y="6492875"/>
            <a:ext cx="2133600" cy="365125"/>
          </a:xfrm>
        </p:spPr>
        <p:txBody>
          <a:bodyPr/>
          <a:lstStyle/>
          <a:p>
            <a:pPr>
              <a:defRPr/>
            </a:pPr>
            <a:fld id="{1B5DDA5B-0DCC-4B35-8048-DB090EE34DE8}" type="datetime3">
              <a:rPr lang="en-CA" smtClean="0"/>
              <a:pPr>
                <a:defRPr/>
              </a:pPr>
              <a:t>9 August 2025</a:t>
            </a:fld>
            <a:endParaRPr lang="en-CA"/>
          </a:p>
        </p:txBody>
      </p:sp>
      <p:sp>
        <p:nvSpPr>
          <p:cNvPr id="18" name="Slide Number Placeholder 17"/>
          <p:cNvSpPr>
            <a:spLocks noGrp="1"/>
          </p:cNvSpPr>
          <p:nvPr>
            <p:ph type="sldNum" sz="quarter" idx="11"/>
          </p:nvPr>
        </p:nvSpPr>
        <p:spPr>
          <a:xfrm>
            <a:off x="6629400" y="6492875"/>
            <a:ext cx="2133600" cy="365125"/>
          </a:xfrm>
        </p:spPr>
        <p:txBody>
          <a:bodyPr/>
          <a:lstStyle/>
          <a:p>
            <a:pPr>
              <a:defRPr/>
            </a:pPr>
            <a:fld id="{329D9082-6628-4ABA-973B-A62DDACA0227}" type="slidenum">
              <a:rPr lang="en-CA" altLang="en-US" smtClean="0"/>
              <a:pPr>
                <a:defRPr/>
              </a:pPr>
              <a:t>‹#›</a:t>
            </a:fld>
            <a:endParaRPr lang="en-CA" altLang="en-US" dirty="0"/>
          </a:p>
        </p:txBody>
      </p:sp>
      <p:sp>
        <p:nvSpPr>
          <p:cNvPr id="19" name="Footer Placeholder 18"/>
          <p:cNvSpPr>
            <a:spLocks noGrp="1"/>
          </p:cNvSpPr>
          <p:nvPr>
            <p:ph type="ftr" sz="quarter" idx="12"/>
          </p:nvPr>
        </p:nvSpPr>
        <p:spPr>
          <a:xfrm>
            <a:off x="3124200" y="6492240"/>
            <a:ext cx="3505200" cy="365125"/>
          </a:xfrm>
        </p:spPr>
        <p:txBody>
          <a:bodyPr/>
          <a:lstStyle/>
          <a:p>
            <a:pPr>
              <a:defRPr/>
            </a:pPr>
            <a:r>
              <a:rPr lang="en-IN" dirty="0"/>
              <a:t>DE  ZG561</a:t>
            </a:r>
            <a:r>
              <a:rPr lang="en-CA" dirty="0"/>
              <a:t>, MECHANISMS AND ROBOTICS</a:t>
            </a:r>
          </a:p>
        </p:txBody>
      </p:sp>
    </p:spTree>
    <p:extLst>
      <p:ext uri="{BB962C8B-B14F-4D97-AF65-F5344CB8AC3E}">
        <p14:creationId xmlns:p14="http://schemas.microsoft.com/office/powerpoint/2010/main" val="1003123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4" name="TextBox 6"/>
          <p:cNvSpPr txBox="1">
            <a:spLocks noChangeArrowheads="1"/>
          </p:cNvSpPr>
          <p:nvPr/>
        </p:nvSpPr>
        <p:spPr bwMode="auto">
          <a:xfrm>
            <a:off x="7162800" y="6596063"/>
            <a:ext cx="1981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r>
              <a:rPr lang="en-US" altLang="en-US" sz="1100" b="1">
                <a:solidFill>
                  <a:srgbClr val="101141"/>
                </a:solidFill>
              </a:rPr>
              <a:t>BITS </a:t>
            </a:r>
            <a:r>
              <a:rPr lang="en-US" altLang="en-US" sz="1100">
                <a:solidFill>
                  <a:srgbClr val="101141"/>
                </a:solidFill>
              </a:rPr>
              <a:t>Pilani, Pilani Campus</a:t>
            </a:r>
          </a:p>
        </p:txBody>
      </p:sp>
      <p:grpSp>
        <p:nvGrpSpPr>
          <p:cNvPr id="2" name="Group 7"/>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pic>
        <p:nvPicPr>
          <p:cNvPr id="9" name="Picture 11" descr="Picture 7.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2"/>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10" name="Group 16"/>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34717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7"/>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6" name="Group 11"/>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
        <p:nvSpPr>
          <p:cNvPr id="14" name="TextBox 15"/>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590786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grpSp>
        <p:nvGrpSpPr>
          <p:cNvPr id="2" name="Group 6"/>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7" name="Group 10"/>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pic>
        <p:nvPicPr>
          <p:cNvPr id="16" name="Picture 14" descr="Picture 7.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5"/>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39006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grpSp>
        <p:nvGrpSpPr>
          <p:cNvPr id="2" name="Group 6"/>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3"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pic>
        <p:nvPicPr>
          <p:cNvPr id="12" name="Picture 14" descr="Picture 7.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5"/>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r>
              <a:rPr lang="en-US" altLang="en-US" sz="1100" b="1">
                <a:solidFill>
                  <a:srgbClr val="101141"/>
                </a:solidFill>
              </a:rPr>
              <a:t>BITS </a:t>
            </a:r>
            <a:r>
              <a:rPr lang="en-US" altLang="en-US" sz="1100">
                <a:solidFill>
                  <a:srgbClr val="101141"/>
                </a:solidFil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374237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Content with Caption">
    <p:spTree>
      <p:nvGrpSpPr>
        <p:cNvPr id="1" name=""/>
        <p:cNvGrpSpPr/>
        <p:nvPr/>
      </p:nvGrpSpPr>
      <p:grpSpPr>
        <a:xfrm>
          <a:off x="0" y="0"/>
          <a:ext cx="0" cy="0"/>
          <a:chOff x="0" y="0"/>
          <a:chExt cx="0" cy="0"/>
        </a:xfrm>
      </p:grpSpPr>
      <p:grpSp>
        <p:nvGrpSpPr>
          <p:cNvPr id="2" name="Group 6"/>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5"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pic>
        <p:nvPicPr>
          <p:cNvPr id="14" name="Picture 14" descr="Picture 7.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5"/>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r>
              <a:rPr lang="en-US" altLang="en-US" sz="1100" b="1">
                <a:solidFill>
                  <a:srgbClr val="101141"/>
                </a:solidFill>
              </a:rPr>
              <a:t>BITS </a:t>
            </a:r>
            <a:r>
              <a:rPr lang="en-US" altLang="en-US" sz="1100">
                <a:solidFill>
                  <a:srgbClr val="101141"/>
                </a:solidFill>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57790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pic>
        <p:nvPicPr>
          <p:cNvPr id="14" name="Picture 14" descr="Picture 7.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5"/>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r>
              <a:rPr lang="en-US" altLang="en-US" sz="1100" b="1">
                <a:solidFill>
                  <a:srgbClr val="101141"/>
                </a:solidFill>
              </a:rPr>
              <a:t>BITS </a:t>
            </a:r>
            <a:r>
              <a:rPr lang="en-US" altLang="en-US" sz="1100">
                <a:solidFill>
                  <a:srgbClr val="101141"/>
                </a:solidFil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915739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Title and Vertical Text">
    <p:spTree>
      <p:nvGrpSpPr>
        <p:cNvPr id="1" name=""/>
        <p:cNvGrpSpPr/>
        <p:nvPr/>
      </p:nvGrpSpPr>
      <p:grpSpPr>
        <a:xfrm>
          <a:off x="0" y="0"/>
          <a:ext cx="0" cy="0"/>
          <a:chOff x="0" y="0"/>
          <a:chExt cx="0" cy="0"/>
        </a:xfrm>
      </p:grpSpPr>
      <p:grpSp>
        <p:nvGrpSpPr>
          <p:cNvPr id="2" name="Group 6"/>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4"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pic>
        <p:nvPicPr>
          <p:cNvPr id="12" name="Picture 14" descr="Picture 7.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5"/>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r>
              <a:rPr lang="en-US" altLang="en-US" sz="1100" b="1">
                <a:solidFill>
                  <a:srgbClr val="101141"/>
                </a:solidFill>
              </a:rPr>
              <a:t>BITS </a:t>
            </a:r>
            <a:r>
              <a:rPr lang="en-US" altLang="en-US" sz="1100">
                <a:solidFill>
                  <a:srgbClr val="101141"/>
                </a:solidFil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30260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smtClean="0">
                <a:solidFill>
                  <a:schemeClr val="tx1">
                    <a:tint val="75000"/>
                  </a:schemeClr>
                </a:solidFill>
                <a:latin typeface="Arial" pitchFamily="34" charset="0"/>
                <a:cs typeface="Arial" pitchFamily="34" charset="0"/>
              </a:defRPr>
            </a:lvl1pPr>
          </a:lstStyle>
          <a:p>
            <a:pPr>
              <a:defRPr/>
            </a:pPr>
            <a:fld id="{3DE923C3-CD8C-4738-95ED-94BC2E42DD68}" type="datetime3">
              <a:rPr lang="en-CA" smtClean="0"/>
              <a:pPr>
                <a:defRPr/>
              </a:pPr>
              <a:t>9 August 2025</a:t>
            </a:fld>
            <a:endParaRPr lang="en-CA"/>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pitchFamily="34" charset="0"/>
                <a:cs typeface="Arial" pitchFamily="34" charset="0"/>
              </a:defRPr>
            </a:lvl1pPr>
          </a:lstStyle>
          <a:p>
            <a:pPr>
              <a:defRPr/>
            </a:pPr>
            <a:r>
              <a:rPr lang="en-US"/>
              <a:t>DE  ZG561, MECHANISMS AND ROBOTICS</a:t>
            </a:r>
            <a:endParaRPr lang="en-CA"/>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latin typeface="Arial" pitchFamily="34" charset="0"/>
                <a:cs typeface="Arial" pitchFamily="34" charset="0"/>
              </a:defRPr>
            </a:lvl1pPr>
          </a:lstStyle>
          <a:p>
            <a:pPr>
              <a:defRPr/>
            </a:pPr>
            <a:fld id="{329D9082-6628-4ABA-973B-A62DDACA0227}"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7" r:id="rId5"/>
    <p:sldLayoutId id="2147483708" r:id="rId6"/>
    <p:sldLayoutId id="2147483709" r:id="rId7"/>
    <p:sldLayoutId id="2147483696" r:id="rId8"/>
    <p:sldLayoutId id="2147483710" r:id="rId9"/>
    <p:sldLayoutId id="2147483711" r:id="rId10"/>
    <p:sldLayoutId id="2147483712" r:id="rId11"/>
    <p:sldLayoutId id="2147483713" r:id="rId12"/>
    <p:sldLayoutId id="2147483714" r:id="rId13"/>
    <p:sldLayoutId id="2147483715" r:id="rId14"/>
    <p:sldLayoutId id="2147483716" r:id="rId15"/>
  </p:sldLayoutIdLst>
  <p:hf hdr="0"/>
  <p:txStyles>
    <p:titleStyle>
      <a:lvl1pPr algn="l" rtl="0" fontAlgn="base">
        <a:spcBef>
          <a:spcPct val="0"/>
        </a:spcBef>
        <a:spcAft>
          <a:spcPct val="0"/>
        </a:spcAft>
        <a:defRPr sz="4000" b="1" kern="1200" spc="-150">
          <a:solidFill>
            <a:schemeClr val="tx1"/>
          </a:solidFill>
          <a:latin typeface="Arial" pitchFamily="34" charset="0"/>
          <a:ea typeface="+mj-ea"/>
          <a:cs typeface="Arial" pitchFamily="34" charset="0"/>
        </a:defRPr>
      </a:lvl1pPr>
      <a:lvl2pPr algn="l" rtl="0" fontAlgn="base">
        <a:spcBef>
          <a:spcPct val="0"/>
        </a:spcBef>
        <a:spcAft>
          <a:spcPct val="0"/>
        </a:spcAft>
        <a:defRPr sz="4000" b="1">
          <a:solidFill>
            <a:schemeClr val="tx1"/>
          </a:solidFill>
          <a:latin typeface="Arial" panose="020B0604020202020204" pitchFamily="34" charset="0"/>
          <a:cs typeface="Arial" panose="020B0604020202020204" pitchFamily="34" charset="0"/>
        </a:defRPr>
      </a:lvl2pPr>
      <a:lvl3pPr algn="l" rtl="0" fontAlgn="base">
        <a:spcBef>
          <a:spcPct val="0"/>
        </a:spcBef>
        <a:spcAft>
          <a:spcPct val="0"/>
        </a:spcAft>
        <a:defRPr sz="4000" b="1">
          <a:solidFill>
            <a:schemeClr val="tx1"/>
          </a:solidFill>
          <a:latin typeface="Arial" panose="020B0604020202020204" pitchFamily="34" charset="0"/>
          <a:cs typeface="Arial" panose="020B0604020202020204" pitchFamily="34" charset="0"/>
        </a:defRPr>
      </a:lvl3pPr>
      <a:lvl4pPr algn="l" rtl="0" fontAlgn="base">
        <a:spcBef>
          <a:spcPct val="0"/>
        </a:spcBef>
        <a:spcAft>
          <a:spcPct val="0"/>
        </a:spcAft>
        <a:defRPr sz="4000" b="1">
          <a:solidFill>
            <a:schemeClr val="tx1"/>
          </a:solidFill>
          <a:latin typeface="Arial" panose="020B0604020202020204" pitchFamily="34" charset="0"/>
          <a:cs typeface="Arial" panose="020B0604020202020204" pitchFamily="34" charset="0"/>
        </a:defRPr>
      </a:lvl4pPr>
      <a:lvl5pPr algn="l" rtl="0" fontAlgn="base">
        <a:spcBef>
          <a:spcPct val="0"/>
        </a:spcBef>
        <a:spcAft>
          <a:spcPct val="0"/>
        </a:spcAft>
        <a:defRPr sz="4000" b="1">
          <a:solidFill>
            <a:schemeClr val="tx1"/>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4000" b="1">
          <a:solidFill>
            <a:schemeClr val="tx1"/>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4000" b="1">
          <a:solidFill>
            <a:schemeClr val="tx1"/>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4000" b="1">
          <a:solidFill>
            <a:schemeClr val="tx1"/>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4000" b="1">
          <a:solidFill>
            <a:schemeClr val="tx1"/>
          </a:solidFill>
          <a:latin typeface="Arial" panose="020B0604020202020204" pitchFamily="34" charset="0"/>
          <a:cs typeface="Arial" panose="020B060402020202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customXml" Target="../ink/ink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6.tif"/><Relationship Id="rId2" Type="http://schemas.openxmlformats.org/officeDocument/2006/relationships/image" Target="../media/image5.tif"/><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customXml" Target="../ink/ink3.xml"/></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8.tif"/><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0.png"/><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2.jpg"/><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4.png"/><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6.tiff"/><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customXml" Target="../ink/ink12.xml"/><Relationship Id="rId3" Type="http://schemas.openxmlformats.org/officeDocument/2006/relationships/image" Target="../media/image15.emf"/><Relationship Id="rId7" Type="http://schemas.openxmlformats.org/officeDocument/2006/relationships/image" Target="../media/image19.png"/><Relationship Id="rId2" Type="http://schemas.openxmlformats.org/officeDocument/2006/relationships/customXml" Target="../ink/ink9.xml"/><Relationship Id="rId1" Type="http://schemas.openxmlformats.org/officeDocument/2006/relationships/slideLayout" Target="../slideLayouts/slideLayout8.xml"/><Relationship Id="rId6" Type="http://schemas.openxmlformats.org/officeDocument/2006/relationships/customXml" Target="../ink/ink11.xml"/><Relationship Id="rId5" Type="http://schemas.openxmlformats.org/officeDocument/2006/relationships/image" Target="../media/image18.png"/><Relationship Id="rId4" Type="http://schemas.openxmlformats.org/officeDocument/2006/relationships/customXml" Target="../ink/ink10.xml"/><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13.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customXml" Target="../ink/ink14.xml"/><Relationship Id="rId7" Type="http://schemas.openxmlformats.org/officeDocument/2006/relationships/customXml" Target="../ink/ink15.xml"/><Relationship Id="rId2" Type="http://schemas.openxmlformats.org/officeDocument/2006/relationships/image" Target="../media/image22.png"/><Relationship Id="rId1" Type="http://schemas.openxmlformats.org/officeDocument/2006/relationships/slideLayout" Target="../slideLayouts/slideLayout8.xml"/><Relationship Id="rId6" Type="http://schemas.openxmlformats.org/officeDocument/2006/relationships/image" Target="../media/image18.emf"/></Relationships>
</file>

<file path=ppt/slides/_rels/slide14.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8.xml"/><Relationship Id="rId6" Type="http://schemas.openxmlformats.org/officeDocument/2006/relationships/customXml" Target="../ink/ink18.xml"/><Relationship Id="rId5" Type="http://schemas.openxmlformats.org/officeDocument/2006/relationships/image" Target="../media/image29.png"/><Relationship Id="rId4" Type="http://schemas.openxmlformats.org/officeDocument/2006/relationships/customXml" Target="../ink/ink17.xml"/></Relationships>
</file>

<file path=ppt/slides/_rels/slide16.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image" Target="../media/image30.png"/><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20.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customXml" Target="../ink/ink21.xml"/><Relationship Id="rId2" Type="http://schemas.openxmlformats.org/officeDocument/2006/relationships/image" Target="../media/image33.jpeg"/><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image" Target="../media/image35.png"/><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8" Type="http://schemas.openxmlformats.org/officeDocument/2006/relationships/customXml" Target="../ink/ink25.xml"/><Relationship Id="rId3" Type="http://schemas.openxmlformats.org/officeDocument/2006/relationships/image" Target="../media/image38.jpeg"/><Relationship Id="rId7" Type="http://schemas.openxmlformats.org/officeDocument/2006/relationships/image" Target="../media/image39.png"/><Relationship Id="rId2" Type="http://schemas.openxmlformats.org/officeDocument/2006/relationships/image" Target="../media/image37.jpeg"/><Relationship Id="rId1" Type="http://schemas.openxmlformats.org/officeDocument/2006/relationships/slideLayout" Target="../slideLayouts/slideLayout8.xml"/><Relationship Id="rId6" Type="http://schemas.openxmlformats.org/officeDocument/2006/relationships/customXml" Target="../ink/ink24.xml"/><Relationship Id="rId5" Type="http://schemas.openxmlformats.org/officeDocument/2006/relationships/image" Target="../media/image300.png"/><Relationship Id="rId4" Type="http://schemas.openxmlformats.org/officeDocument/2006/relationships/customXml" Target="../ink/ink23.xml"/><Relationship Id="rId9"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8.xml"/><Relationship Id="rId5" Type="http://schemas.openxmlformats.org/officeDocument/2006/relationships/image" Target="../media/image43.png"/><Relationship Id="rId4" Type="http://schemas.openxmlformats.org/officeDocument/2006/relationships/customXml" Target="../ink/ink26.xml"/></Relationships>
</file>

<file path=ppt/slides/_rels/slide2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8.xml"/><Relationship Id="rId5" Type="http://schemas.openxmlformats.org/officeDocument/2006/relationships/image" Target="../media/image46.png"/><Relationship Id="rId4" Type="http://schemas.openxmlformats.org/officeDocument/2006/relationships/customXml" Target="../ink/ink27.xml"/></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49.png"/><Relationship Id="rId2" Type="http://schemas.openxmlformats.org/officeDocument/2006/relationships/image" Target="../media/image47.png"/><Relationship Id="rId1" Type="http://schemas.openxmlformats.org/officeDocument/2006/relationships/slideLayout" Target="../slideLayouts/slideLayout8.xml"/><Relationship Id="rId6" Type="http://schemas.openxmlformats.org/officeDocument/2006/relationships/customXml" Target="../ink/ink29.xml"/><Relationship Id="rId5" Type="http://schemas.openxmlformats.org/officeDocument/2006/relationships/image" Target="../media/image43.emf"/><Relationship Id="rId4" Type="http://schemas.openxmlformats.org/officeDocument/2006/relationships/customXml" Target="../ink/ink28.xml"/></Relationships>
</file>

<file path=ppt/slides/_rels/slide2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8.xml"/><Relationship Id="rId5" Type="http://schemas.openxmlformats.org/officeDocument/2006/relationships/image" Target="../media/image52.png"/><Relationship Id="rId4" Type="http://schemas.openxmlformats.org/officeDocument/2006/relationships/customXml" Target="../ink/ink30.xml"/></Relationships>
</file>

<file path=ppt/slides/_rels/slide25.xml.rels><?xml version="1.0" encoding="UTF-8" standalone="yes"?>
<Relationships xmlns="http://schemas.openxmlformats.org/package/2006/relationships"><Relationship Id="rId3" Type="http://schemas.openxmlformats.org/officeDocument/2006/relationships/customXml" Target="../ink/ink31.xml"/><Relationship Id="rId2" Type="http://schemas.openxmlformats.org/officeDocument/2006/relationships/image" Target="../media/image53.png"/><Relationship Id="rId1" Type="http://schemas.openxmlformats.org/officeDocument/2006/relationships/slideLayout" Target="../slideLayouts/slideLayout8.xml"/><Relationship Id="rId4" Type="http://schemas.openxmlformats.org/officeDocument/2006/relationships/image" Target="../media/image54.png"/></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customXml" Target="../ink/ink3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56.gif"/><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customXml" Target="../ink/ink33.xml"/><Relationship Id="rId2" Type="http://schemas.openxmlformats.org/officeDocument/2006/relationships/image" Target="../media/image57.png"/><Relationship Id="rId1" Type="http://schemas.openxmlformats.org/officeDocument/2006/relationships/slideLayout" Target="../slideLayouts/slideLayout8.xml"/><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3" Type="http://schemas.openxmlformats.org/officeDocument/2006/relationships/customXml" Target="../ink/ink34.xml"/><Relationship Id="rId2" Type="http://schemas.openxmlformats.org/officeDocument/2006/relationships/image" Target="../media/image57.png"/><Relationship Id="rId1" Type="http://schemas.openxmlformats.org/officeDocument/2006/relationships/slideLayout" Target="../slideLayouts/slideLayout8.xml"/><Relationship Id="rId4" Type="http://schemas.openxmlformats.org/officeDocument/2006/relationships/image" Target="../media/image5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customXml" Target="../ink/ink35.xml"/><Relationship Id="rId2" Type="http://schemas.openxmlformats.org/officeDocument/2006/relationships/image" Target="../media/image60.png"/><Relationship Id="rId1" Type="http://schemas.openxmlformats.org/officeDocument/2006/relationships/slideLayout" Target="../slideLayouts/slideLayout8.xml"/><Relationship Id="rId4" Type="http://schemas.openxmlformats.org/officeDocument/2006/relationships/image" Target="../media/image61.png"/></Relationships>
</file>

<file path=ppt/slides/_rels/slide3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customXml" Target="../ink/ink36.xml"/><Relationship Id="rId2" Type="http://schemas.openxmlformats.org/officeDocument/2006/relationships/image" Target="../media/image62.png"/><Relationship Id="rId1" Type="http://schemas.openxmlformats.org/officeDocument/2006/relationships/slideLayout" Target="../slideLayouts/slideLayout8.xml"/><Relationship Id="rId4" Type="http://schemas.openxmlformats.org/officeDocument/2006/relationships/image" Target="../media/image63.png"/></Relationships>
</file>

<file path=ppt/slides/_rels/slide3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customXml" Target="../ink/ink37.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customXml" Target="../ink/ink38.xml"/><Relationship Id="rId2" Type="http://schemas.openxmlformats.org/officeDocument/2006/relationships/image" Target="../media/image65.png"/><Relationship Id="rId1" Type="http://schemas.openxmlformats.org/officeDocument/2006/relationships/slideLayout" Target="../slideLayouts/slideLayout8.xml"/><Relationship Id="rId4" Type="http://schemas.openxmlformats.org/officeDocument/2006/relationships/image" Target="../media/image66.png"/></Relationships>
</file>

<file path=ppt/slides/_rels/slide38.xml.rels><?xml version="1.0" encoding="UTF-8" standalone="yes"?>
<Relationships xmlns="http://schemas.openxmlformats.org/package/2006/relationships"><Relationship Id="rId3" Type="http://schemas.openxmlformats.org/officeDocument/2006/relationships/customXml" Target="../ink/ink39.xml"/><Relationship Id="rId2" Type="http://schemas.openxmlformats.org/officeDocument/2006/relationships/image" Target="../media/image67.png"/><Relationship Id="rId1" Type="http://schemas.openxmlformats.org/officeDocument/2006/relationships/slideLayout" Target="../slideLayouts/slideLayout8.xml"/><Relationship Id="rId4" Type="http://schemas.openxmlformats.org/officeDocument/2006/relationships/image" Target="../media/image68.png"/></Relationships>
</file>

<file path=ppt/slides/_rels/slide39.xml.rels><?xml version="1.0" encoding="UTF-8" standalone="yes"?>
<Relationships xmlns="http://schemas.openxmlformats.org/package/2006/relationships"><Relationship Id="rId3" Type="http://schemas.openxmlformats.org/officeDocument/2006/relationships/customXml" Target="../ink/ink40.xml"/><Relationship Id="rId2" Type="http://schemas.openxmlformats.org/officeDocument/2006/relationships/image" Target="../media/image69.png"/><Relationship Id="rId1" Type="http://schemas.openxmlformats.org/officeDocument/2006/relationships/slideLayout" Target="../slideLayouts/slideLayout8.xml"/><Relationship Id="rId6" Type="http://schemas.openxmlformats.org/officeDocument/2006/relationships/image" Target="../media/image71.png"/><Relationship Id="rId5" Type="http://schemas.openxmlformats.org/officeDocument/2006/relationships/customXml" Target="../ink/ink41.xml"/><Relationship Id="rId4" Type="http://schemas.openxmlformats.org/officeDocument/2006/relationships/image" Target="../media/image70.png"/></Relationships>
</file>

<file path=ppt/slides/_rels/slide40.xml.rels><?xml version="1.0" encoding="UTF-8" standalone="yes"?>
<Relationships xmlns="http://schemas.openxmlformats.org/package/2006/relationships"><Relationship Id="rId3" Type="http://schemas.openxmlformats.org/officeDocument/2006/relationships/customXml" Target="../ink/ink42.xml"/><Relationship Id="rId2" Type="http://schemas.openxmlformats.org/officeDocument/2006/relationships/image" Target="../media/image72.png"/><Relationship Id="rId1" Type="http://schemas.openxmlformats.org/officeDocument/2006/relationships/slideLayout" Target="../slideLayouts/slideLayout8.xml"/><Relationship Id="rId4" Type="http://schemas.openxmlformats.org/officeDocument/2006/relationships/image" Target="../media/image73.png"/></Relationships>
</file>

<file path=ppt/slides/_rels/slide4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09800" y="3344838"/>
            <a:ext cx="6400800" cy="922362"/>
          </a:xfrm>
        </p:spPr>
        <p:txBody>
          <a:bodyPr/>
          <a:lstStyle/>
          <a:p>
            <a:pPr algn="r" fontAlgn="auto">
              <a:lnSpc>
                <a:spcPct val="100000"/>
              </a:lnSpc>
              <a:spcAft>
                <a:spcPts val="0"/>
              </a:spcAft>
              <a:defRPr/>
            </a:pPr>
            <a:r>
              <a:rPr lang="en-US" sz="2800" dirty="0"/>
              <a:t>Mechanisms and Robotics</a:t>
            </a:r>
            <a:br>
              <a:rPr lang="en-US" sz="2800" dirty="0"/>
            </a:br>
            <a:r>
              <a:rPr lang="en-IN" sz="2800" dirty="0"/>
              <a:t>DE ES ZG561</a:t>
            </a:r>
            <a:endParaRPr lang="en-US" sz="2800" dirty="0"/>
          </a:p>
        </p:txBody>
      </p:sp>
      <p:sp>
        <p:nvSpPr>
          <p:cNvPr id="15363" name="Content Placeholder 5"/>
          <p:cNvSpPr>
            <a:spLocks noGrp="1"/>
          </p:cNvSpPr>
          <p:nvPr>
            <p:ph sz="quarter" idx="13"/>
          </p:nvPr>
        </p:nvSpPr>
        <p:spPr>
          <a:xfrm>
            <a:off x="6523415" y="4495800"/>
            <a:ext cx="2071464" cy="533400"/>
          </a:xfrm>
        </p:spPr>
        <p:txBody>
          <a:bodyPr/>
          <a:lstStyle/>
          <a:p>
            <a:pPr>
              <a:spcBef>
                <a:spcPct val="0"/>
              </a:spcBef>
            </a:pPr>
            <a:r>
              <a:rPr lang="en-US" altLang="en-US" sz="2800" b="1" dirty="0">
                <a:solidFill>
                  <a:srgbClr val="FF0000"/>
                </a:solidFill>
              </a:rPr>
              <a:t>Lecture - 3</a:t>
            </a:r>
          </a:p>
        </p:txBody>
      </p:sp>
      <p:sp>
        <p:nvSpPr>
          <p:cNvPr id="4" name="Content Placeholder 5"/>
          <p:cNvSpPr txBox="1">
            <a:spLocks/>
          </p:cNvSpPr>
          <p:nvPr/>
        </p:nvSpPr>
        <p:spPr bwMode="auto">
          <a:xfrm>
            <a:off x="4950726" y="5396553"/>
            <a:ext cx="3657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marL="0" indent="0" algn="r" rtl="0" fontAlgn="base">
              <a:lnSpc>
                <a:spcPts val="1800"/>
              </a:lnSpc>
              <a:spcBef>
                <a:spcPts val="0"/>
              </a:spcBef>
              <a:spcAft>
                <a:spcPct val="0"/>
              </a:spcAft>
              <a:buFont typeface="Arial" panose="020B0604020202020204" pitchFamily="34" charset="0"/>
              <a:buNone/>
              <a:defRPr sz="1800" kern="1200" baseline="0">
                <a:solidFill>
                  <a:schemeClr val="bg1"/>
                </a:solidFill>
                <a:latin typeface="Arial" pitchFamily="34" charset="0"/>
                <a:ea typeface="+mn-ea"/>
                <a:cs typeface="Arial" pitchFamily="34" charset="0"/>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spcBef>
                <a:spcPct val="0"/>
              </a:spcBef>
            </a:pPr>
            <a:r>
              <a:rPr lang="en-US" altLang="en-US" b="1" dirty="0"/>
              <a:t>Dr. Glynn John </a:t>
            </a:r>
          </a:p>
          <a:p>
            <a:pPr eaLnBrk="1" hangingPunct="1">
              <a:spcBef>
                <a:spcPct val="0"/>
              </a:spcBef>
            </a:pPr>
            <a:r>
              <a:rPr lang="en-US" altLang="en-US" b="1" dirty="0"/>
              <a:t>Mechanical Engineering</a:t>
            </a:r>
          </a:p>
        </p:txBody>
      </p:sp>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2556720" y="5001120"/>
              <a:ext cx="360" cy="360"/>
            </p14:xfrm>
          </p:contentPart>
        </mc:Choice>
        <mc:Fallback xmlns="">
          <p:pic>
            <p:nvPicPr>
              <p:cNvPr id="2" name="Ink 1"/>
              <p:cNvPicPr/>
              <p:nvPr/>
            </p:nvPicPr>
            <p:blipFill>
              <a:blip r:embed="rId4"/>
              <a:stretch>
                <a:fillRect/>
              </a:stretch>
            </p:blipFill>
            <p:spPr>
              <a:xfrm>
                <a:off x="2544480" y="4988880"/>
                <a:ext cx="24840" cy="2484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228600" y="457200"/>
            <a:ext cx="8712200" cy="785813"/>
          </a:xfrm>
        </p:spPr>
        <p:txBody>
          <a:bodyPr>
            <a:noAutofit/>
          </a:bodyPr>
          <a:lstStyle/>
          <a:p>
            <a:pPr fontAlgn="auto">
              <a:spcAft>
                <a:spcPts val="0"/>
              </a:spcAft>
              <a:defRPr/>
            </a:pPr>
            <a:r>
              <a:rPr lang="en-US" sz="3200" dirty="0"/>
              <a:t>Fundamentals of Robot Technology</a:t>
            </a:r>
            <a:endParaRPr lang="en-CA" altLang="en-US" sz="3200" dirty="0"/>
          </a:p>
        </p:txBody>
      </p:sp>
      <p:sp>
        <p:nvSpPr>
          <p:cNvPr id="5" name="Footer Placeholder 4"/>
          <p:cNvSpPr>
            <a:spLocks noGrp="1"/>
          </p:cNvSpPr>
          <p:nvPr>
            <p:ph type="ftr" sz="quarter" idx="12"/>
          </p:nvPr>
        </p:nvSpPr>
        <p:spPr>
          <a:xfrm>
            <a:off x="2895600" y="6477000"/>
            <a:ext cx="4343400" cy="381000"/>
          </a:xfrm>
        </p:spPr>
        <p:txBody>
          <a:bodyPr/>
          <a:lstStyle/>
          <a:p>
            <a:pPr>
              <a:defRPr/>
            </a:pPr>
            <a:r>
              <a:rPr lang="en-US"/>
              <a:t>DE  ZG561, MECHANISMS AND ROBOTICS</a:t>
            </a:r>
            <a:endParaRPr lang="en-CA" dirty="0"/>
          </a:p>
        </p:txBody>
      </p:sp>
      <p:sp>
        <p:nvSpPr>
          <p:cNvPr id="17412" name="Slide Number Placeholder 3"/>
          <p:cNvSpPr>
            <a:spLocks noGrp="1"/>
          </p:cNvSpPr>
          <p:nvPr>
            <p:ph type="sldNum" sz="quarter" idx="11"/>
          </p:nvPr>
        </p:nvSpPr>
        <p:spPr bwMode="auto">
          <a:xfrm>
            <a:off x="7620000" y="6477000"/>
            <a:ext cx="1066800" cy="381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F52D7E5-A4BE-4329-ACDB-D2D986EBE08B}" type="slidenum">
              <a:rPr lang="en-CA" altLang="en-US" sz="1200">
                <a:solidFill>
                  <a:srgbClr val="898989"/>
                </a:solidFill>
                <a:latin typeface="Calibri" panose="020F0502020204030204" pitchFamily="34" charset="0"/>
              </a:rPr>
              <a:pPr>
                <a:spcBef>
                  <a:spcPct val="0"/>
                </a:spcBef>
                <a:buFontTx/>
                <a:buNone/>
              </a:pPr>
              <a:t>2</a:t>
            </a:fld>
            <a:endParaRPr lang="en-CA" altLang="en-US" sz="1200">
              <a:solidFill>
                <a:srgbClr val="898989"/>
              </a:solidFill>
              <a:latin typeface="Calibri" panose="020F0502020204030204" pitchFamily="34" charset="0"/>
            </a:endParaRPr>
          </a:p>
        </p:txBody>
      </p:sp>
      <p:sp>
        <p:nvSpPr>
          <p:cNvPr id="3075" name="Content Placeholder 2"/>
          <p:cNvSpPr>
            <a:spLocks noGrp="1"/>
          </p:cNvSpPr>
          <p:nvPr>
            <p:ph sz="quarter" idx="1"/>
          </p:nvPr>
        </p:nvSpPr>
        <p:spPr>
          <a:xfrm>
            <a:off x="685800" y="1447800"/>
            <a:ext cx="7772400" cy="5029200"/>
          </a:xfrm>
        </p:spPr>
        <p:txBody>
          <a:bodyPr rtlCol="0">
            <a:normAutofit/>
          </a:bodyPr>
          <a:lstStyle/>
          <a:p>
            <a:pPr>
              <a:buFont typeface="Wingdings" panose="05000000000000000000" pitchFamily="2" charset="2"/>
              <a:buChar char="Ø"/>
            </a:pPr>
            <a:r>
              <a:rPr lang="en-IN" sz="2400" b="1" dirty="0"/>
              <a:t>Wrist Configuration</a:t>
            </a:r>
          </a:p>
          <a:p>
            <a:pPr>
              <a:buFont typeface="Wingdings" panose="05000000000000000000" pitchFamily="2" charset="2"/>
              <a:buChar char="Ø"/>
            </a:pPr>
            <a:r>
              <a:rPr lang="en-IN" sz="2400" b="1" dirty="0"/>
              <a:t>Design &amp; Control issues</a:t>
            </a:r>
          </a:p>
          <a:p>
            <a:pPr>
              <a:buFont typeface="Wingdings" panose="05000000000000000000" pitchFamily="2" charset="2"/>
              <a:buChar char="Ø"/>
            </a:pPr>
            <a:r>
              <a:rPr lang="en-IN" sz="2400" b="1" dirty="0"/>
              <a:t>Manipulation &amp; Control</a:t>
            </a:r>
          </a:p>
          <a:p>
            <a:pPr>
              <a:buFont typeface="Wingdings" panose="05000000000000000000" pitchFamily="2" charset="2"/>
              <a:buChar char="Ø"/>
            </a:pPr>
            <a:r>
              <a:rPr lang="en-IN" sz="2400" b="1" dirty="0"/>
              <a:t>Robot Specifications</a:t>
            </a:r>
          </a:p>
          <a:p>
            <a:pPr>
              <a:buFont typeface="Wingdings" panose="05000000000000000000" pitchFamily="2" charset="2"/>
              <a:buChar char="Ø"/>
            </a:pPr>
            <a:r>
              <a:rPr lang="en-IN" sz="2400" b="1" dirty="0"/>
              <a:t>Analysis &amp; modelling of mechanisms</a:t>
            </a:r>
            <a:r>
              <a:rPr lang="en-IN" sz="2800" b="1" dirty="0"/>
              <a:t>	</a:t>
            </a:r>
            <a:endParaRPr lang="en-US" sz="2800" dirty="0"/>
          </a:p>
          <a:p>
            <a:pPr lvl="1">
              <a:buFont typeface="Arial" panose="020B0604020202020204" pitchFamily="34" charset="0"/>
              <a:buChar char="‒"/>
            </a:pPr>
            <a:r>
              <a:rPr lang="en-IN" sz="2000" dirty="0"/>
              <a:t>Mechanisms</a:t>
            </a:r>
          </a:p>
          <a:p>
            <a:pPr>
              <a:buFont typeface="Wingdings" panose="05000000000000000000" pitchFamily="2" charset="2"/>
              <a:buChar char="Ø"/>
            </a:pPr>
            <a:r>
              <a:rPr lang="en-IN" sz="2400" b="1" dirty="0"/>
              <a:t>Robot Kinematics</a:t>
            </a:r>
          </a:p>
          <a:p>
            <a:pPr lvl="1"/>
            <a:r>
              <a:rPr lang="en-IN" sz="2000" dirty="0"/>
              <a:t>Forward kinematics</a:t>
            </a:r>
          </a:p>
          <a:p>
            <a:pPr lvl="1"/>
            <a:r>
              <a:rPr lang="en-IN" sz="2000" dirty="0"/>
              <a:t>Rotation</a:t>
            </a:r>
          </a:p>
          <a:p>
            <a:pPr lvl="1"/>
            <a:r>
              <a:rPr lang="en-IN" sz="2000" dirty="0"/>
              <a:t>Translation</a:t>
            </a:r>
          </a:p>
          <a:p>
            <a:pPr lvl="1"/>
            <a:r>
              <a:rPr lang="en-IN" sz="2000" dirty="0"/>
              <a:t>Post-multiplication Vs. Pre-multiplication</a:t>
            </a:r>
          </a:p>
          <a:p>
            <a:pPr lvl="1"/>
            <a:r>
              <a:rPr lang="en-IN" sz="2000" dirty="0"/>
              <a:t>Homogeneous Transformation</a:t>
            </a:r>
          </a:p>
          <a:p>
            <a:pPr>
              <a:buFont typeface="Wingdings" panose="05000000000000000000" pitchFamily="2" charset="2"/>
              <a:buChar char="Ø"/>
            </a:pPr>
            <a:endParaRPr lang="en-US" sz="2800" b="1" dirty="0"/>
          </a:p>
        </p:txBody>
      </p:sp>
      <p:sp>
        <p:nvSpPr>
          <p:cNvPr id="2" name="Date Placeholder 1"/>
          <p:cNvSpPr>
            <a:spLocks noGrp="1"/>
          </p:cNvSpPr>
          <p:nvPr>
            <p:ph type="dt" sz="quarter" idx="10"/>
          </p:nvPr>
        </p:nvSpPr>
        <p:spPr>
          <a:xfrm>
            <a:off x="457200" y="6477000"/>
            <a:ext cx="2133600" cy="365125"/>
          </a:xfrm>
        </p:spPr>
        <p:txBody>
          <a:bodyPr/>
          <a:lstStyle/>
          <a:p>
            <a:pPr>
              <a:defRPr/>
            </a:pPr>
            <a:fld id="{C6C4E1A7-1E26-48BB-A733-6113B56E3E57}" type="datetime3">
              <a:rPr lang="en-CA" smtClean="0"/>
              <a:pPr>
                <a:defRPr/>
              </a:pPr>
              <a:t>9 August 2025</a:t>
            </a:fld>
            <a:endParaRPr lang="en-CA"/>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64727" y="1371600"/>
            <a:ext cx="8560617" cy="1754326"/>
          </a:xfrm>
          <a:prstGeom prst="rect">
            <a:avLst/>
          </a:prstGeom>
        </p:spPr>
        <p:txBody>
          <a:bodyPr wrap="square">
            <a:spAutoFit/>
          </a:bodyPr>
          <a:lstStyle/>
          <a:p>
            <a:pPr marL="342900" lvl="2" indent="-228600" algn="just">
              <a:lnSpc>
                <a:spcPct val="150000"/>
              </a:lnSpc>
              <a:buFont typeface="Wingdings" pitchFamily="2" charset="2"/>
              <a:buChar char="v"/>
            </a:pP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Arm configurations carry and position the wrist, the second major part of a Manipulator,</a:t>
            </a:r>
            <a:r>
              <a:rPr lang="en-US" sz="2400" dirty="0"/>
              <a:t> Wrist is attached to the end point of the arm</a:t>
            </a:r>
            <a:endParaRPr lang="en-US" sz="2400" dirty="0">
              <a:latin typeface="Arial" panose="020B0604020202020204" pitchFamily="34" charset="0"/>
              <a:cs typeface="Arial" panose="020B0604020202020204" pitchFamily="34" charset="0"/>
            </a:endParaRPr>
          </a:p>
        </p:txBody>
      </p:sp>
      <p:sp>
        <p:nvSpPr>
          <p:cNvPr id="6" name="Rectangle 5"/>
          <p:cNvSpPr/>
          <p:nvPr/>
        </p:nvSpPr>
        <p:spPr>
          <a:xfrm>
            <a:off x="263955" y="3320649"/>
            <a:ext cx="8686800" cy="1131848"/>
          </a:xfrm>
          <a:prstGeom prst="rect">
            <a:avLst/>
          </a:prstGeom>
        </p:spPr>
        <p:txBody>
          <a:bodyPr wrap="square">
            <a:spAutoFit/>
          </a:bodyPr>
          <a:lstStyle/>
          <a:p>
            <a:pPr marL="342900" lvl="2" indent="-228600" algn="just">
              <a:lnSpc>
                <a:spcPct val="150000"/>
              </a:lnSpc>
              <a:buFont typeface="Wingdings" pitchFamily="2" charset="2"/>
              <a:buChar char="v"/>
            </a:pPr>
            <a:r>
              <a:rPr lang="en-US" sz="2400" dirty="0">
                <a:latin typeface="Arial" panose="020B0604020202020204" pitchFamily="34" charset="0"/>
                <a:cs typeface="Arial" panose="020B0604020202020204" pitchFamily="34" charset="0"/>
              </a:rPr>
              <a:t> Wrist subassembly enables the manipulator to orient the end-effector to perform the desired task properly.</a:t>
            </a:r>
          </a:p>
        </p:txBody>
      </p:sp>
      <p:sp>
        <p:nvSpPr>
          <p:cNvPr id="8" name="Rectangle 7"/>
          <p:cNvSpPr/>
          <p:nvPr/>
        </p:nvSpPr>
        <p:spPr>
          <a:xfrm>
            <a:off x="247035" y="4703774"/>
            <a:ext cx="8742044" cy="1131848"/>
          </a:xfrm>
          <a:prstGeom prst="rect">
            <a:avLst/>
          </a:prstGeom>
        </p:spPr>
        <p:txBody>
          <a:bodyPr wrap="square">
            <a:spAutoFit/>
          </a:bodyPr>
          <a:lstStyle/>
          <a:p>
            <a:pPr marL="342900" lvl="2" indent="-228600" algn="just">
              <a:lnSpc>
                <a:spcPct val="150000"/>
              </a:lnSpc>
              <a:buFont typeface="Wingdings" pitchFamily="2" charset="2"/>
              <a:buChar char="v"/>
            </a:pPr>
            <a:r>
              <a:rPr lang="en-US" sz="2400" dirty="0">
                <a:latin typeface="Arial" panose="020B0604020202020204" pitchFamily="34" charset="0"/>
                <a:cs typeface="Arial" panose="020B0604020202020204" pitchFamily="34" charset="0"/>
              </a:rPr>
              <a:t> The end effector, if gripper, must be oriented at an appropriate angle to pick and grasp a work piece.</a:t>
            </a:r>
          </a:p>
        </p:txBody>
      </p:sp>
      <p:sp>
        <p:nvSpPr>
          <p:cNvPr id="7" name="Content Placeholder 2"/>
          <p:cNvSpPr>
            <a:spLocks noGrp="1"/>
          </p:cNvSpPr>
          <p:nvPr>
            <p:ph sz="quarter" idx="10"/>
          </p:nvPr>
        </p:nvSpPr>
        <p:spPr>
          <a:xfrm>
            <a:off x="236333" y="414877"/>
            <a:ext cx="6324600" cy="762000"/>
          </a:xfrm>
        </p:spPr>
        <p:txBody>
          <a:bodyPr>
            <a:normAutofit/>
          </a:bodyPr>
          <a:lstStyle/>
          <a:p>
            <a:r>
              <a:rPr lang="en-IN" dirty="0"/>
              <a:t>Wrist Configurations</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6878520" y="2542680"/>
              <a:ext cx="30240" cy="16200"/>
            </p14:xfrm>
          </p:contentPart>
        </mc:Choice>
        <mc:Fallback xmlns="">
          <p:pic>
            <p:nvPicPr>
              <p:cNvPr id="3" name="Ink 2"/>
              <p:cNvPicPr/>
              <p:nvPr/>
            </p:nvPicPr>
            <p:blipFill>
              <a:blip r:embed="rId3"/>
              <a:stretch>
                <a:fillRect/>
              </a:stretch>
            </p:blipFill>
            <p:spPr>
              <a:xfrm>
                <a:off x="6862680" y="2532600"/>
                <a:ext cx="56160" cy="42120"/>
              </a:xfrm>
              <a:prstGeom prst="rect">
                <a:avLst/>
              </a:prstGeom>
            </p:spPr>
          </p:pic>
        </mc:Fallback>
      </mc:AlternateContent>
    </p:spTree>
    <p:extLst>
      <p:ext uri="{BB962C8B-B14F-4D97-AF65-F5344CB8AC3E}">
        <p14:creationId xmlns:p14="http://schemas.microsoft.com/office/powerpoint/2010/main" val="3760431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727" y="1295400"/>
            <a:ext cx="8553517" cy="1131848"/>
          </a:xfrm>
          <a:prstGeom prst="rect">
            <a:avLst/>
          </a:prstGeom>
        </p:spPr>
        <p:txBody>
          <a:bodyPr wrap="square">
            <a:spAutoFit/>
          </a:bodyPr>
          <a:lstStyle/>
          <a:p>
            <a:pPr marL="342900" lvl="2" indent="-228600" algn="just">
              <a:lnSpc>
                <a:spcPct val="150000"/>
              </a:lnSpc>
              <a:buFont typeface="Wingdings" pitchFamily="2" charset="2"/>
              <a:buChar char="v"/>
            </a:pPr>
            <a:r>
              <a:rPr lang="en-US" sz="2400" dirty="0">
                <a:latin typeface="Arial" panose="020B0604020202020204" pitchFamily="34" charset="0"/>
                <a:cs typeface="Arial" panose="020B0604020202020204" pitchFamily="34" charset="0"/>
              </a:rPr>
              <a:t> For an arbitrary orientation of wrist in 3-D space, the wrist must possess at least 3-DOF.</a:t>
            </a:r>
          </a:p>
        </p:txBody>
      </p:sp>
      <p:sp>
        <p:nvSpPr>
          <p:cNvPr id="4" name="Rectangle 3"/>
          <p:cNvSpPr/>
          <p:nvPr/>
        </p:nvSpPr>
        <p:spPr>
          <a:xfrm>
            <a:off x="264728" y="2675875"/>
            <a:ext cx="8553516" cy="1131848"/>
          </a:xfrm>
          <a:prstGeom prst="rect">
            <a:avLst/>
          </a:prstGeom>
        </p:spPr>
        <p:txBody>
          <a:bodyPr wrap="square">
            <a:spAutoFit/>
          </a:bodyPr>
          <a:lstStyle/>
          <a:p>
            <a:pPr marL="342900" lvl="2" indent="-228600" algn="just">
              <a:lnSpc>
                <a:spcPct val="150000"/>
              </a:lnSpc>
              <a:buFont typeface="Wingdings" pitchFamily="2" charset="2"/>
              <a:buChar char="v"/>
            </a:pPr>
            <a:r>
              <a:rPr lang="en-US" sz="2400" dirty="0">
                <a:latin typeface="Arial" panose="020B0604020202020204" pitchFamily="34" charset="0"/>
                <a:cs typeface="Arial" panose="020B0604020202020204" pitchFamily="34" charset="0"/>
              </a:rPr>
              <a:t> This 3-DOF gives three rotations about the three principal axes.</a:t>
            </a:r>
          </a:p>
        </p:txBody>
      </p:sp>
      <p:sp>
        <p:nvSpPr>
          <p:cNvPr id="5" name="Rectangle 4"/>
          <p:cNvSpPr/>
          <p:nvPr/>
        </p:nvSpPr>
        <p:spPr>
          <a:xfrm>
            <a:off x="264728" y="3915526"/>
            <a:ext cx="8553516" cy="1131848"/>
          </a:xfrm>
          <a:prstGeom prst="rect">
            <a:avLst/>
          </a:prstGeom>
        </p:spPr>
        <p:txBody>
          <a:bodyPr wrap="square">
            <a:spAutoFit/>
          </a:bodyPr>
          <a:lstStyle/>
          <a:p>
            <a:pPr marL="342900" lvl="2" indent="-228600" algn="just">
              <a:lnSpc>
                <a:spcPct val="150000"/>
              </a:lnSpc>
              <a:buFont typeface="Wingdings" pitchFamily="2" charset="2"/>
              <a:buChar char="v"/>
            </a:pPr>
            <a:r>
              <a:rPr lang="en-US" sz="2400" dirty="0">
                <a:latin typeface="Arial" panose="020B0604020202020204" pitchFamily="34" charset="0"/>
                <a:cs typeface="Arial" panose="020B0604020202020204" pitchFamily="34" charset="0"/>
              </a:rPr>
              <a:t> Less than 3-DOF wrists are also used depending on the requirement.</a:t>
            </a:r>
          </a:p>
        </p:txBody>
      </p:sp>
      <p:sp>
        <p:nvSpPr>
          <p:cNvPr id="6" name="Rectangle 5"/>
          <p:cNvSpPr/>
          <p:nvPr/>
        </p:nvSpPr>
        <p:spPr>
          <a:xfrm>
            <a:off x="264728" y="5191035"/>
            <a:ext cx="8553516" cy="1200329"/>
          </a:xfrm>
          <a:prstGeom prst="rect">
            <a:avLst/>
          </a:prstGeom>
        </p:spPr>
        <p:txBody>
          <a:bodyPr wrap="square">
            <a:spAutoFit/>
          </a:bodyPr>
          <a:lstStyle/>
          <a:p>
            <a:pPr marL="342900" lvl="2" indent="-228600" algn="just">
              <a:lnSpc>
                <a:spcPct val="150000"/>
              </a:lnSpc>
              <a:buFont typeface="Wingdings" pitchFamily="2" charset="2"/>
              <a:buChar char="v"/>
            </a:pPr>
            <a:r>
              <a:rPr lang="en-US" sz="2400" dirty="0">
                <a:latin typeface="Arial" panose="020B0604020202020204" pitchFamily="34" charset="0"/>
                <a:cs typeface="Arial" panose="020B0604020202020204" pitchFamily="34" charset="0"/>
              </a:rPr>
              <a:t> Wrist must be compact and at the same time must not affect the performance of the arm.</a:t>
            </a:r>
          </a:p>
        </p:txBody>
      </p:sp>
      <p:sp>
        <p:nvSpPr>
          <p:cNvPr id="7" name="Content Placeholder 2"/>
          <p:cNvSpPr>
            <a:spLocks noGrp="1"/>
          </p:cNvSpPr>
          <p:nvPr>
            <p:ph sz="quarter" idx="10"/>
          </p:nvPr>
        </p:nvSpPr>
        <p:spPr>
          <a:xfrm>
            <a:off x="304800" y="533400"/>
            <a:ext cx="6324600" cy="762000"/>
          </a:xfrm>
        </p:spPr>
        <p:txBody>
          <a:bodyPr>
            <a:normAutofit/>
          </a:bodyPr>
          <a:lstStyle/>
          <a:p>
            <a:r>
              <a:rPr lang="en-IN" dirty="0"/>
              <a:t>Wrist Configurations</a:t>
            </a:r>
          </a:p>
        </p:txBody>
      </p:sp>
    </p:spTree>
    <p:extLst>
      <p:ext uri="{BB962C8B-B14F-4D97-AF65-F5344CB8AC3E}">
        <p14:creationId xmlns:p14="http://schemas.microsoft.com/office/powerpoint/2010/main" val="691745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371601"/>
            <a:ext cx="3962400" cy="533400"/>
          </a:xfrm>
        </p:spPr>
        <p:txBody>
          <a:bodyPr/>
          <a:lstStyle/>
          <a:p>
            <a:r>
              <a:rPr lang="en-IN" dirty="0"/>
              <a:t>Two Axis Wrist (RT)</a:t>
            </a:r>
          </a:p>
          <a:p>
            <a:endParaRPr lang="en-IN" dirty="0"/>
          </a:p>
          <a:p>
            <a:endParaRPr lang="en-IN" dirty="0"/>
          </a:p>
          <a:p>
            <a:endParaRPr lang="en-IN" dirty="0"/>
          </a:p>
          <a:p>
            <a:endParaRPr lang="en-IN" dirty="0"/>
          </a:p>
        </p:txBody>
      </p:sp>
      <p:sp>
        <p:nvSpPr>
          <p:cNvPr id="3" name="Content Placeholder 2"/>
          <p:cNvSpPr>
            <a:spLocks noGrp="1"/>
          </p:cNvSpPr>
          <p:nvPr>
            <p:ph sz="quarter" idx="10"/>
          </p:nvPr>
        </p:nvSpPr>
        <p:spPr>
          <a:xfrm>
            <a:off x="304800" y="533400"/>
            <a:ext cx="6324600" cy="762000"/>
          </a:xfrm>
        </p:spPr>
        <p:txBody>
          <a:bodyPr/>
          <a:lstStyle/>
          <a:p>
            <a:r>
              <a:rPr lang="en-IN" dirty="0"/>
              <a:t>Wrist Configurations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94" y="2133600"/>
            <a:ext cx="4577128" cy="3377700"/>
          </a:xfrm>
          <a:prstGeom prst="rect">
            <a:avLst/>
          </a:prstGeom>
        </p:spPr>
      </p:pic>
      <p:pic>
        <p:nvPicPr>
          <p:cNvPr id="7" name="Content Placeholder 3"/>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204948" y="2133600"/>
            <a:ext cx="3691986" cy="347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1"/>
          <p:cNvSpPr txBox="1">
            <a:spLocks/>
          </p:cNvSpPr>
          <p:nvPr/>
        </p:nvSpPr>
        <p:spPr bwMode="auto">
          <a:xfrm>
            <a:off x="5204948" y="1434354"/>
            <a:ext cx="396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dirty="0"/>
              <a:t>Two Axis Wrist (TR)</a:t>
            </a:r>
          </a:p>
          <a:p>
            <a:endParaRPr lang="en-IN" dirty="0"/>
          </a:p>
          <a:p>
            <a:endParaRPr lang="en-IN" dirty="0"/>
          </a:p>
          <a:p>
            <a:endParaRPr lang="en-IN" dirty="0"/>
          </a:p>
          <a:p>
            <a:endParaRPr lang="en-IN" dirty="0"/>
          </a:p>
        </p:txBody>
      </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E3B8064C-0057-66D5-177D-A5FA0ABACBEE}"/>
                  </a:ext>
                </a:extLst>
              </p14:cNvPr>
              <p14:cNvContentPartPr/>
              <p14:nvPr/>
            </p14:nvContentPartPr>
            <p14:xfrm>
              <a:off x="158400" y="492120"/>
              <a:ext cx="8949240" cy="3885120"/>
            </p14:xfrm>
          </p:contentPart>
        </mc:Choice>
        <mc:Fallback>
          <p:pic>
            <p:nvPicPr>
              <p:cNvPr id="4" name="Ink 3">
                <a:extLst>
                  <a:ext uri="{FF2B5EF4-FFF2-40B4-BE49-F238E27FC236}">
                    <a16:creationId xmlns:a16="http://schemas.microsoft.com/office/drawing/2014/main" id="{E3B8064C-0057-66D5-177D-A5FA0ABACBEE}"/>
                  </a:ext>
                </a:extLst>
              </p:cNvPr>
              <p:cNvPicPr/>
              <p:nvPr/>
            </p:nvPicPr>
            <p:blipFill>
              <a:blip r:embed="rId5"/>
              <a:stretch>
                <a:fillRect/>
              </a:stretch>
            </p:blipFill>
            <p:spPr>
              <a:xfrm>
                <a:off x="149040" y="482760"/>
                <a:ext cx="8967960" cy="3903840"/>
              </a:xfrm>
              <a:prstGeom prst="rect">
                <a:avLst/>
              </a:prstGeom>
            </p:spPr>
          </p:pic>
        </mc:Fallback>
      </mc:AlternateContent>
    </p:spTree>
    <p:extLst>
      <p:ext uri="{BB962C8B-B14F-4D97-AF65-F5344CB8AC3E}">
        <p14:creationId xmlns:p14="http://schemas.microsoft.com/office/powerpoint/2010/main" val="684158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371601"/>
            <a:ext cx="3429000" cy="533400"/>
          </a:xfrm>
        </p:spPr>
        <p:txBody>
          <a:bodyPr/>
          <a:lstStyle/>
          <a:p>
            <a:r>
              <a:rPr lang="en-IN" dirty="0"/>
              <a:t>Three Axis Wrist (TRT)</a:t>
            </a:r>
          </a:p>
        </p:txBody>
      </p:sp>
      <p:sp>
        <p:nvSpPr>
          <p:cNvPr id="3" name="Content Placeholder 2"/>
          <p:cNvSpPr>
            <a:spLocks noGrp="1"/>
          </p:cNvSpPr>
          <p:nvPr>
            <p:ph sz="quarter" idx="10"/>
          </p:nvPr>
        </p:nvSpPr>
        <p:spPr>
          <a:xfrm>
            <a:off x="304800" y="533400"/>
            <a:ext cx="6324600" cy="762000"/>
          </a:xfrm>
        </p:spPr>
        <p:txBody>
          <a:bodyPr/>
          <a:lstStyle/>
          <a:p>
            <a:r>
              <a:rPr lang="en-IN" dirty="0"/>
              <a:t>Wrist Configurations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2133600"/>
            <a:ext cx="5581104" cy="3753232"/>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C6AD09B-6705-7C34-84CB-786F06FE0F09}"/>
                  </a:ext>
                </a:extLst>
              </p14:cNvPr>
              <p14:cNvContentPartPr/>
              <p14:nvPr/>
            </p14:nvContentPartPr>
            <p14:xfrm>
              <a:off x="3339360" y="1598760"/>
              <a:ext cx="4849920" cy="3511440"/>
            </p14:xfrm>
          </p:contentPart>
        </mc:Choice>
        <mc:Fallback>
          <p:pic>
            <p:nvPicPr>
              <p:cNvPr id="4" name="Ink 3">
                <a:extLst>
                  <a:ext uri="{FF2B5EF4-FFF2-40B4-BE49-F238E27FC236}">
                    <a16:creationId xmlns:a16="http://schemas.microsoft.com/office/drawing/2014/main" id="{FC6AD09B-6705-7C34-84CB-786F06FE0F09}"/>
                  </a:ext>
                </a:extLst>
              </p:cNvPr>
              <p:cNvPicPr/>
              <p:nvPr/>
            </p:nvPicPr>
            <p:blipFill>
              <a:blip r:embed="rId4"/>
              <a:stretch>
                <a:fillRect/>
              </a:stretch>
            </p:blipFill>
            <p:spPr>
              <a:xfrm>
                <a:off x="3330000" y="1589400"/>
                <a:ext cx="4868640" cy="3530160"/>
              </a:xfrm>
              <a:prstGeom prst="rect">
                <a:avLst/>
              </a:prstGeom>
            </p:spPr>
          </p:pic>
        </mc:Fallback>
      </mc:AlternateContent>
    </p:spTree>
    <p:extLst>
      <p:ext uri="{BB962C8B-B14F-4D97-AF65-F5344CB8AC3E}">
        <p14:creationId xmlns:p14="http://schemas.microsoft.com/office/powerpoint/2010/main" val="2321789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2399" y="1371600"/>
            <a:ext cx="8741229" cy="461665"/>
          </a:xfrm>
          <a:prstGeom prst="rect">
            <a:avLst/>
          </a:prstGeom>
          <a:noFill/>
        </p:spPr>
        <p:txBody>
          <a:bodyPr wrap="square" rtlCol="0">
            <a:spAutoFit/>
          </a:bodyPr>
          <a:lstStyle/>
          <a:p>
            <a:pPr marL="342900" indent="-342900" algn="just">
              <a:buFont typeface="Wingdings" panose="05000000000000000000" pitchFamily="2" charset="2"/>
              <a:buChar char="v"/>
            </a:pPr>
            <a:r>
              <a:rPr lang="en-US" sz="2400" b="1" dirty="0">
                <a:latin typeface="Arial" panose="020B0604020202020204" pitchFamily="34" charset="0"/>
                <a:cs typeface="Arial" panose="020B0604020202020204" pitchFamily="34" charset="0"/>
              </a:rPr>
              <a:t>Wrist with Roll, Pitch and Yaw motions is shown below.</a:t>
            </a:r>
          </a:p>
        </p:txBody>
      </p:sp>
      <p:sp>
        <p:nvSpPr>
          <p:cNvPr id="4" name="Content Placeholder 2"/>
          <p:cNvSpPr>
            <a:spLocks noGrp="1"/>
          </p:cNvSpPr>
          <p:nvPr>
            <p:ph sz="quarter" idx="10"/>
          </p:nvPr>
        </p:nvSpPr>
        <p:spPr>
          <a:xfrm>
            <a:off x="304800" y="533400"/>
            <a:ext cx="6324600" cy="762000"/>
          </a:xfrm>
        </p:spPr>
        <p:txBody>
          <a:bodyPr/>
          <a:lstStyle/>
          <a:p>
            <a:r>
              <a:rPr lang="en-IN" dirty="0"/>
              <a:t>Wrist Configurations</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2057400"/>
            <a:ext cx="6996263" cy="4034135"/>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C0D96167-8FF0-F926-8ADB-00773D57335F}"/>
                  </a:ext>
                </a:extLst>
              </p14:cNvPr>
              <p14:cNvContentPartPr/>
              <p14:nvPr/>
            </p14:nvContentPartPr>
            <p14:xfrm>
              <a:off x="1506600" y="1879920"/>
              <a:ext cx="4767120" cy="3727080"/>
            </p14:xfrm>
          </p:contentPart>
        </mc:Choice>
        <mc:Fallback>
          <p:pic>
            <p:nvPicPr>
              <p:cNvPr id="3" name="Ink 2">
                <a:extLst>
                  <a:ext uri="{FF2B5EF4-FFF2-40B4-BE49-F238E27FC236}">
                    <a16:creationId xmlns:a16="http://schemas.microsoft.com/office/drawing/2014/main" id="{C0D96167-8FF0-F926-8ADB-00773D57335F}"/>
                  </a:ext>
                </a:extLst>
              </p:cNvPr>
              <p:cNvPicPr/>
              <p:nvPr/>
            </p:nvPicPr>
            <p:blipFill>
              <a:blip r:embed="rId4"/>
              <a:stretch>
                <a:fillRect/>
              </a:stretch>
            </p:blipFill>
            <p:spPr>
              <a:xfrm>
                <a:off x="1497240" y="1870560"/>
                <a:ext cx="4785840" cy="3745800"/>
              </a:xfrm>
              <a:prstGeom prst="rect">
                <a:avLst/>
              </a:prstGeom>
            </p:spPr>
          </p:pic>
        </mc:Fallback>
      </mc:AlternateContent>
    </p:spTree>
    <p:extLst>
      <p:ext uri="{BB962C8B-B14F-4D97-AF65-F5344CB8AC3E}">
        <p14:creationId xmlns:p14="http://schemas.microsoft.com/office/powerpoint/2010/main" val="426902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13726"/>
            <a:ext cx="8229600" cy="830531"/>
          </a:xfrm>
        </p:spPr>
        <p:txBody>
          <a:bodyPr>
            <a:normAutofit/>
          </a:bodyPr>
          <a:lstStyle/>
          <a:p>
            <a:r>
              <a:rPr lang="en-US" sz="3600" dirty="0"/>
              <a:t>Design and Control Issues		</a:t>
            </a:r>
            <a:endParaRPr lang="en-IN" sz="3600" dirty="0"/>
          </a:p>
        </p:txBody>
      </p:sp>
      <p:sp>
        <p:nvSpPr>
          <p:cNvPr id="3" name="Content Placeholder 2"/>
          <p:cNvSpPr>
            <a:spLocks noGrp="1"/>
          </p:cNvSpPr>
          <p:nvPr>
            <p:ph sz="quarter" idx="1"/>
          </p:nvPr>
        </p:nvSpPr>
        <p:spPr>
          <a:xfrm>
            <a:off x="152400" y="1419999"/>
            <a:ext cx="4800600" cy="3733799"/>
          </a:xfrm>
        </p:spPr>
        <p:txBody>
          <a:bodyPr/>
          <a:lstStyle/>
          <a:p>
            <a:pPr algn="just"/>
            <a:r>
              <a:rPr lang="en-US" sz="2200" dirty="0"/>
              <a:t>Robots require higher mobility and dexterity than conventional machine tools.</a:t>
            </a:r>
          </a:p>
          <a:p>
            <a:pPr algn="just"/>
            <a:r>
              <a:rPr lang="en-US" sz="2200" dirty="0"/>
              <a:t>The mechanical structure of a robot consists of rigid cantilever beams connected by hinged joints.</a:t>
            </a:r>
          </a:p>
          <a:p>
            <a:pPr algn="just"/>
            <a:r>
              <a:rPr lang="en-US" sz="2200" dirty="0"/>
              <a:t>This is inherently poor in stiffness, accuracy and load carrying capacity.</a:t>
            </a:r>
          </a:p>
          <a:p>
            <a:pPr marL="0" indent="0" algn="just">
              <a:buNone/>
            </a:pPr>
            <a:endParaRPr lang="en-IN" sz="2200" dirty="0"/>
          </a:p>
        </p:txBody>
      </p:sp>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8</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p:pic>
        <p:nvPicPr>
          <p:cNvPr id="10" name="Picture 9">
            <a:extLst>
              <a:ext uri="{FF2B5EF4-FFF2-40B4-BE49-F238E27FC236}">
                <a16:creationId xmlns:a16="http://schemas.microsoft.com/office/drawing/2014/main" id="{12421D24-0BDA-4DA1-AE19-7FCF37FAA8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66005" y="1420634"/>
            <a:ext cx="3630265" cy="4895864"/>
          </a:xfrm>
          <a:prstGeom prst="rect">
            <a:avLst/>
          </a:prstGeom>
        </p:spPr>
      </p:pic>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5F049FA4-5F33-4EAA-208C-A86C0C8A5A96}"/>
                  </a:ext>
                </a:extLst>
              </p14:cNvPr>
              <p14:cNvContentPartPr/>
              <p14:nvPr/>
            </p14:nvContentPartPr>
            <p14:xfrm>
              <a:off x="107640" y="459360"/>
              <a:ext cx="8456400" cy="4623480"/>
            </p14:xfrm>
          </p:contentPart>
        </mc:Choice>
        <mc:Fallback>
          <p:pic>
            <p:nvPicPr>
              <p:cNvPr id="7" name="Ink 6">
                <a:extLst>
                  <a:ext uri="{FF2B5EF4-FFF2-40B4-BE49-F238E27FC236}">
                    <a16:creationId xmlns:a16="http://schemas.microsoft.com/office/drawing/2014/main" id="{5F049FA4-5F33-4EAA-208C-A86C0C8A5A96}"/>
                  </a:ext>
                </a:extLst>
              </p:cNvPr>
              <p:cNvPicPr/>
              <p:nvPr/>
            </p:nvPicPr>
            <p:blipFill>
              <a:blip r:embed="rId4"/>
              <a:stretch>
                <a:fillRect/>
              </a:stretch>
            </p:blipFill>
            <p:spPr>
              <a:xfrm>
                <a:off x="98280" y="450000"/>
                <a:ext cx="8475120" cy="4642200"/>
              </a:xfrm>
              <a:prstGeom prst="rect">
                <a:avLst/>
              </a:prstGeom>
            </p:spPr>
          </p:pic>
        </mc:Fallback>
      </mc:AlternateContent>
    </p:spTree>
    <p:extLst>
      <p:ext uri="{BB962C8B-B14F-4D97-AF65-F5344CB8AC3E}">
        <p14:creationId xmlns:p14="http://schemas.microsoft.com/office/powerpoint/2010/main" val="3766670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4996"/>
            <a:ext cx="8229600" cy="830531"/>
          </a:xfrm>
        </p:spPr>
        <p:txBody>
          <a:bodyPr>
            <a:normAutofit/>
          </a:bodyPr>
          <a:lstStyle/>
          <a:p>
            <a:r>
              <a:rPr lang="en-US" sz="3600" dirty="0"/>
              <a:t>Design and Control Issues		</a:t>
            </a:r>
            <a:endParaRPr lang="en-IN" sz="3600" dirty="0"/>
          </a:p>
        </p:txBody>
      </p:sp>
      <p:sp>
        <p:nvSpPr>
          <p:cNvPr id="3" name="Content Placeholder 2"/>
          <p:cNvSpPr>
            <a:spLocks noGrp="1"/>
          </p:cNvSpPr>
          <p:nvPr>
            <p:ph sz="quarter" idx="1"/>
          </p:nvPr>
        </p:nvSpPr>
        <p:spPr>
          <a:xfrm>
            <a:off x="152400" y="1524000"/>
            <a:ext cx="4876800" cy="4919003"/>
          </a:xfrm>
        </p:spPr>
        <p:txBody>
          <a:bodyPr/>
          <a:lstStyle/>
          <a:p>
            <a:pPr algn="just">
              <a:buFont typeface="Wingdings" panose="05000000000000000000" pitchFamily="2" charset="2"/>
              <a:buChar char="Ø"/>
            </a:pPr>
            <a:r>
              <a:rPr lang="en-US" sz="2200" dirty="0"/>
              <a:t>The errors accumulate because the joints are in series.</a:t>
            </a:r>
          </a:p>
          <a:p>
            <a:pPr algn="just">
              <a:buFont typeface="Wingdings" panose="05000000000000000000" pitchFamily="2" charset="2"/>
              <a:buChar char="Ø"/>
            </a:pPr>
            <a:r>
              <a:rPr lang="en-US" sz="2200" dirty="0"/>
              <a:t>The position and motion of each joint is affected by the position and motion of other joints.</a:t>
            </a:r>
          </a:p>
          <a:p>
            <a:pPr algn="just">
              <a:buFont typeface="Wingdings" panose="05000000000000000000" pitchFamily="2" charset="2"/>
              <a:buChar char="Ø"/>
            </a:pPr>
            <a:r>
              <a:rPr lang="en-US" sz="2200" dirty="0"/>
              <a:t>The weight and inertial load of each link is carried by the previous link and the links undergo rotary and linear motion, making centrifugal and Coriolis accelerations significant.</a:t>
            </a:r>
          </a:p>
          <a:p>
            <a:pPr algn="just">
              <a:buFont typeface="Wingdings" panose="05000000000000000000" pitchFamily="2" charset="2"/>
              <a:buChar char="Ø"/>
            </a:pPr>
            <a:endParaRPr lang="en-IN" sz="2200" dirty="0"/>
          </a:p>
        </p:txBody>
      </p:sp>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9</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3295" y="1645895"/>
            <a:ext cx="4040705" cy="4418448"/>
          </a:xfrm>
          <a:prstGeom prst="rect">
            <a:avLst/>
          </a:prstGeom>
        </p:spPr>
      </p:pic>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6EDC5F65-2FC4-1F1C-A3D8-CE651D5F0CE0}"/>
                  </a:ext>
                </a:extLst>
              </p14:cNvPr>
              <p14:cNvContentPartPr/>
              <p14:nvPr/>
            </p14:nvContentPartPr>
            <p14:xfrm>
              <a:off x="442440" y="1066680"/>
              <a:ext cx="7436160" cy="5311800"/>
            </p14:xfrm>
          </p:contentPart>
        </mc:Choice>
        <mc:Fallback>
          <p:pic>
            <p:nvPicPr>
              <p:cNvPr id="8" name="Ink 7">
                <a:extLst>
                  <a:ext uri="{FF2B5EF4-FFF2-40B4-BE49-F238E27FC236}">
                    <a16:creationId xmlns:a16="http://schemas.microsoft.com/office/drawing/2014/main" id="{6EDC5F65-2FC4-1F1C-A3D8-CE651D5F0CE0}"/>
                  </a:ext>
                </a:extLst>
              </p:cNvPr>
              <p:cNvPicPr/>
              <p:nvPr/>
            </p:nvPicPr>
            <p:blipFill>
              <a:blip r:embed="rId4"/>
              <a:stretch>
                <a:fillRect/>
              </a:stretch>
            </p:blipFill>
            <p:spPr>
              <a:xfrm>
                <a:off x="433080" y="1057320"/>
                <a:ext cx="7454880" cy="5330520"/>
              </a:xfrm>
              <a:prstGeom prst="rect">
                <a:avLst/>
              </a:prstGeom>
            </p:spPr>
          </p:pic>
        </mc:Fallback>
      </mc:AlternateContent>
    </p:spTree>
    <p:extLst>
      <p:ext uri="{BB962C8B-B14F-4D97-AF65-F5344CB8AC3E}">
        <p14:creationId xmlns:p14="http://schemas.microsoft.com/office/powerpoint/2010/main" val="3591594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DADA-ADCB-4FC5-AD63-8C2863D6928B}"/>
              </a:ext>
            </a:extLst>
          </p:cNvPr>
          <p:cNvSpPr>
            <a:spLocks noGrp="1"/>
          </p:cNvSpPr>
          <p:nvPr>
            <p:ph type="title"/>
          </p:nvPr>
        </p:nvSpPr>
        <p:spPr>
          <a:xfrm>
            <a:off x="188794" y="537241"/>
            <a:ext cx="8229600" cy="639762"/>
          </a:xfrm>
        </p:spPr>
        <p:txBody>
          <a:bodyPr>
            <a:normAutofit fontScale="90000"/>
          </a:bodyPr>
          <a:lstStyle/>
          <a:p>
            <a:r>
              <a:rPr lang="en-IN" dirty="0"/>
              <a:t>Manipulation and Control</a:t>
            </a:r>
          </a:p>
        </p:txBody>
      </p:sp>
      <p:sp>
        <p:nvSpPr>
          <p:cNvPr id="3" name="Content Placeholder 2">
            <a:extLst>
              <a:ext uri="{FF2B5EF4-FFF2-40B4-BE49-F238E27FC236}">
                <a16:creationId xmlns:a16="http://schemas.microsoft.com/office/drawing/2014/main" id="{B5158852-F026-4575-A128-D7B27A679578}"/>
              </a:ext>
            </a:extLst>
          </p:cNvPr>
          <p:cNvSpPr>
            <a:spLocks noGrp="1"/>
          </p:cNvSpPr>
          <p:nvPr>
            <p:ph sz="quarter" idx="1"/>
          </p:nvPr>
        </p:nvSpPr>
        <p:spPr>
          <a:xfrm>
            <a:off x="188794" y="3844299"/>
            <a:ext cx="8839200" cy="2480301"/>
          </a:xfrm>
        </p:spPr>
        <p:txBody>
          <a:bodyPr/>
          <a:lstStyle/>
          <a:p>
            <a:pPr algn="just">
              <a:buFont typeface="Wingdings" panose="05000000000000000000" pitchFamily="2" charset="2"/>
              <a:buChar char="Ø"/>
            </a:pPr>
            <a:r>
              <a:rPr lang="en-IN" sz="2000" dirty="0"/>
              <a:t>In the analysis of spatial mechanisms (manipulators), the location of links, joints and end effector in 3-D space is continuously required.</a:t>
            </a:r>
          </a:p>
          <a:p>
            <a:pPr algn="just">
              <a:buFont typeface="Wingdings" panose="05000000000000000000" pitchFamily="2" charset="2"/>
              <a:buChar char="Ø"/>
            </a:pPr>
            <a:r>
              <a:rPr lang="en-IN" sz="2000" dirty="0"/>
              <a:t>These need to be calculated using mathematical methods.</a:t>
            </a:r>
          </a:p>
          <a:p>
            <a:pPr algn="just">
              <a:buFont typeface="Wingdings" panose="05000000000000000000" pitchFamily="2" charset="2"/>
              <a:buChar char="Ø"/>
            </a:pPr>
            <a:r>
              <a:rPr lang="en-IN" sz="2000" dirty="0"/>
              <a:t>To describe the position and orientation of a body in space a frame or a coordinate system is attached to the body</a:t>
            </a:r>
          </a:p>
          <a:p>
            <a:pPr algn="just">
              <a:buFont typeface="Wingdings" panose="05000000000000000000" pitchFamily="2" charset="2"/>
              <a:buChar char="Ø"/>
            </a:pPr>
            <a:r>
              <a:rPr lang="en-IN" sz="2000" dirty="0"/>
              <a:t>The position and orientation of this frame with respect to a reference frame, mathematically describes the location of the body</a:t>
            </a:r>
            <a:r>
              <a:rPr lang="en-IN" sz="2200" dirty="0"/>
              <a:t>.</a:t>
            </a:r>
          </a:p>
        </p:txBody>
      </p:sp>
      <p:sp>
        <p:nvSpPr>
          <p:cNvPr id="4" name="Date Placeholder 3">
            <a:extLst>
              <a:ext uri="{FF2B5EF4-FFF2-40B4-BE49-F238E27FC236}">
                <a16:creationId xmlns:a16="http://schemas.microsoft.com/office/drawing/2014/main" id="{DBDD10C1-B969-4B2F-8968-00700E0F3D4E}"/>
              </a:ext>
            </a:extLst>
          </p:cNvPr>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a:extLst>
              <a:ext uri="{FF2B5EF4-FFF2-40B4-BE49-F238E27FC236}">
                <a16:creationId xmlns:a16="http://schemas.microsoft.com/office/drawing/2014/main" id="{CBA75606-44AF-4255-A8EC-18C66B36C77C}"/>
              </a:ext>
            </a:extLst>
          </p:cNvPr>
          <p:cNvSpPr>
            <a:spLocks noGrp="1"/>
          </p:cNvSpPr>
          <p:nvPr>
            <p:ph type="sldNum" sz="quarter" idx="11"/>
          </p:nvPr>
        </p:nvSpPr>
        <p:spPr/>
        <p:txBody>
          <a:bodyPr/>
          <a:lstStyle/>
          <a:p>
            <a:pPr>
              <a:defRPr/>
            </a:pPr>
            <a:fld id="{329D9082-6628-4ABA-973B-A62DDACA0227}" type="slidenum">
              <a:rPr lang="en-CA" altLang="en-US" smtClean="0"/>
              <a:pPr>
                <a:defRPr/>
              </a:pPr>
              <a:t>10</a:t>
            </a:fld>
            <a:endParaRPr lang="en-CA" altLang="en-US" dirty="0"/>
          </a:p>
        </p:txBody>
      </p:sp>
      <p:sp>
        <p:nvSpPr>
          <p:cNvPr id="6" name="Footer Placeholder 5">
            <a:extLst>
              <a:ext uri="{FF2B5EF4-FFF2-40B4-BE49-F238E27FC236}">
                <a16:creationId xmlns:a16="http://schemas.microsoft.com/office/drawing/2014/main" id="{4AF066E2-3422-4E5F-A869-E08244AA3594}"/>
              </a:ext>
            </a:extLst>
          </p:cNvPr>
          <p:cNvSpPr>
            <a:spLocks noGrp="1"/>
          </p:cNvSpPr>
          <p:nvPr>
            <p:ph type="ftr" sz="quarter" idx="12"/>
          </p:nvPr>
        </p:nvSpPr>
        <p:spPr/>
        <p:txBody>
          <a:bodyPr/>
          <a:lstStyle/>
          <a:p>
            <a:pPr>
              <a:defRPr/>
            </a:pPr>
            <a:r>
              <a:rPr lang="en-IN"/>
              <a:t>DE  ZG561</a:t>
            </a:r>
            <a:r>
              <a:rPr lang="en-CA"/>
              <a:t>, MECHANISMS AND ROBOTICS</a:t>
            </a:r>
            <a:endParaRPr lang="en-CA" dirty="0"/>
          </a:p>
        </p:txBody>
      </p:sp>
      <p:pic>
        <p:nvPicPr>
          <p:cNvPr id="7" name="Picture 6" descr="link_coordinate_diagram.tif"/>
          <p:cNvPicPr/>
          <p:nvPr/>
        </p:nvPicPr>
        <p:blipFill>
          <a:blip r:embed="rId2"/>
          <a:stretch>
            <a:fillRect/>
          </a:stretch>
        </p:blipFill>
        <p:spPr>
          <a:xfrm>
            <a:off x="475129" y="1331196"/>
            <a:ext cx="4439603" cy="2438400"/>
          </a:xfrm>
          <a:prstGeom prst="rect">
            <a:avLst/>
          </a:prstGeom>
        </p:spPr>
      </p:pic>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41B2F387-2404-5CD9-A8F7-FAB77C6D8753}"/>
                  </a:ext>
                </a:extLst>
              </p14:cNvPr>
              <p14:cNvContentPartPr/>
              <p14:nvPr/>
            </p14:nvContentPartPr>
            <p14:xfrm>
              <a:off x="790920" y="612720"/>
              <a:ext cx="7353360" cy="2724480"/>
            </p14:xfrm>
          </p:contentPart>
        </mc:Choice>
        <mc:Fallback>
          <p:pic>
            <p:nvPicPr>
              <p:cNvPr id="8" name="Ink 7">
                <a:extLst>
                  <a:ext uri="{FF2B5EF4-FFF2-40B4-BE49-F238E27FC236}">
                    <a16:creationId xmlns:a16="http://schemas.microsoft.com/office/drawing/2014/main" id="{41B2F387-2404-5CD9-A8F7-FAB77C6D8753}"/>
                  </a:ext>
                </a:extLst>
              </p:cNvPr>
              <p:cNvPicPr/>
              <p:nvPr/>
            </p:nvPicPr>
            <p:blipFill>
              <a:blip r:embed="rId4"/>
              <a:stretch>
                <a:fillRect/>
              </a:stretch>
            </p:blipFill>
            <p:spPr>
              <a:xfrm>
                <a:off x="781560" y="603360"/>
                <a:ext cx="7372080" cy="2743200"/>
              </a:xfrm>
              <a:prstGeom prst="rect">
                <a:avLst/>
              </a:prstGeom>
            </p:spPr>
          </p:pic>
        </mc:Fallback>
      </mc:AlternateContent>
    </p:spTree>
    <p:extLst>
      <p:ext uri="{BB962C8B-B14F-4D97-AF65-F5344CB8AC3E}">
        <p14:creationId xmlns:p14="http://schemas.microsoft.com/office/powerpoint/2010/main" val="463902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Robot Specifications</a:t>
            </a:r>
          </a:p>
        </p:txBody>
      </p:sp>
      <p:sp>
        <p:nvSpPr>
          <p:cNvPr id="3" name="Content Placeholder 2"/>
          <p:cNvSpPr>
            <a:spLocks noGrp="1"/>
          </p:cNvSpPr>
          <p:nvPr>
            <p:ph sz="quarter" idx="1"/>
          </p:nvPr>
        </p:nvSpPr>
        <p:spPr>
          <a:xfrm>
            <a:off x="304800" y="1371600"/>
            <a:ext cx="8534400" cy="5105400"/>
          </a:xfrm>
        </p:spPr>
        <p:txBody>
          <a:bodyPr/>
          <a:lstStyle/>
          <a:p>
            <a:pPr lvl="0">
              <a:defRPr/>
            </a:pPr>
            <a:r>
              <a:rPr lang="en-US" sz="2000" dirty="0"/>
              <a:t>Drive System</a:t>
            </a:r>
          </a:p>
          <a:p>
            <a:pPr lvl="1">
              <a:defRPr/>
            </a:pPr>
            <a:r>
              <a:rPr lang="en-US" sz="2000" dirty="0"/>
              <a:t>Electrical</a:t>
            </a:r>
          </a:p>
          <a:p>
            <a:pPr lvl="1">
              <a:defRPr/>
            </a:pPr>
            <a:r>
              <a:rPr lang="en-US" sz="2000" dirty="0"/>
              <a:t>Hydraulic</a:t>
            </a:r>
          </a:p>
          <a:p>
            <a:pPr lvl="1">
              <a:defRPr/>
            </a:pPr>
            <a:r>
              <a:rPr lang="en-US" sz="2000" dirty="0"/>
              <a:t>Pneumatic</a:t>
            </a:r>
          </a:p>
          <a:p>
            <a:pPr lvl="0">
              <a:defRPr/>
            </a:pPr>
            <a:r>
              <a:rPr lang="en-US" sz="2000" dirty="0"/>
              <a:t>Speed of Motion </a:t>
            </a:r>
          </a:p>
          <a:p>
            <a:pPr lvl="0">
              <a:defRPr/>
            </a:pPr>
            <a:r>
              <a:rPr lang="en-US" sz="2000" dirty="0"/>
              <a:t>Load-Carrying Capacity (Pay – Load)</a:t>
            </a:r>
          </a:p>
          <a:p>
            <a:pPr lvl="0">
              <a:defRPr/>
            </a:pPr>
            <a:r>
              <a:rPr lang="en-US" sz="2000" dirty="0"/>
              <a:t>Control Systems</a:t>
            </a:r>
          </a:p>
          <a:p>
            <a:pPr lvl="0">
              <a:defRPr/>
            </a:pPr>
            <a:r>
              <a:rPr lang="en-US" sz="2000" dirty="0"/>
              <a:t>Precision of Movement</a:t>
            </a:r>
          </a:p>
          <a:p>
            <a:pPr lvl="1">
              <a:defRPr/>
            </a:pPr>
            <a:r>
              <a:rPr lang="en-US" sz="2000" dirty="0"/>
              <a:t>Spatial Resolution</a:t>
            </a:r>
          </a:p>
          <a:p>
            <a:pPr lvl="1">
              <a:defRPr/>
            </a:pPr>
            <a:r>
              <a:rPr lang="en-US" sz="2000" dirty="0"/>
              <a:t>Accuracy</a:t>
            </a:r>
          </a:p>
          <a:p>
            <a:pPr lvl="1">
              <a:defRPr/>
            </a:pPr>
            <a:r>
              <a:rPr lang="en-US" sz="2000" dirty="0"/>
              <a:t>Repeatability</a:t>
            </a:r>
          </a:p>
          <a:p>
            <a:pPr lvl="0">
              <a:defRPr/>
            </a:pPr>
            <a:r>
              <a:rPr lang="en-US" sz="2000" dirty="0"/>
              <a:t>Work Volume</a:t>
            </a:r>
          </a:p>
          <a:p>
            <a:pPr lvl="1">
              <a:defRPr/>
            </a:pPr>
            <a:endParaRPr lang="en-US" sz="2000" dirty="0"/>
          </a:p>
          <a:p>
            <a:endParaRPr lang="en-US" sz="2000" dirty="0"/>
          </a:p>
        </p:txBody>
      </p:sp>
      <p:sp>
        <p:nvSpPr>
          <p:cNvPr id="4" name="Date Placeholder 3"/>
          <p:cNvSpPr>
            <a:spLocks noGrp="1"/>
          </p:cNvSpPr>
          <p:nvPr>
            <p:ph type="dt" sz="half" idx="10"/>
          </p:nvPr>
        </p:nvSpPr>
        <p:spPr>
          <a:xfrm>
            <a:off x="457200" y="6477000"/>
            <a:ext cx="2133600" cy="365125"/>
          </a:xfrm>
        </p:spPr>
        <p:txBody>
          <a:bodyPr/>
          <a:lstStyle/>
          <a:p>
            <a:pPr>
              <a:defRPr/>
            </a:pPr>
            <a:fld id="{E1162A6E-5227-46FD-BE5B-A9634D1E5507}" type="datetime3">
              <a:rPr lang="en-CA" smtClean="0"/>
              <a:pPr>
                <a:defRPr/>
              </a:pPr>
              <a:t>9 August 2025</a:t>
            </a:fld>
            <a:endParaRPr lang="en-CA" dirty="0"/>
          </a:p>
        </p:txBody>
      </p:sp>
      <p:sp>
        <p:nvSpPr>
          <p:cNvPr id="6" name="Slide Number Placeholder 5"/>
          <p:cNvSpPr>
            <a:spLocks noGrp="1"/>
          </p:cNvSpPr>
          <p:nvPr>
            <p:ph type="sldNum" sz="quarter" idx="11"/>
          </p:nvPr>
        </p:nvSpPr>
        <p:spPr>
          <a:xfrm>
            <a:off x="7620000" y="6477000"/>
            <a:ext cx="1066800" cy="381000"/>
          </a:xfrm>
        </p:spPr>
        <p:txBody>
          <a:bodyPr/>
          <a:lstStyle/>
          <a:p>
            <a:pPr>
              <a:defRPr/>
            </a:pPr>
            <a:fld id="{02C7A616-82D2-4688-B8E9-1671EAF5B666}" type="slidenum">
              <a:rPr lang="en-CA" altLang="en-US" smtClean="0"/>
              <a:pPr>
                <a:defRPr/>
              </a:pPr>
              <a:t>11</a:t>
            </a:fld>
            <a:endParaRPr lang="en-CA" altLang="en-US"/>
          </a:p>
        </p:txBody>
      </p:sp>
      <p:sp>
        <p:nvSpPr>
          <p:cNvPr id="8" name="Footer Placeholder 7"/>
          <p:cNvSpPr>
            <a:spLocks noGrp="1"/>
          </p:cNvSpPr>
          <p:nvPr>
            <p:ph type="ftr" sz="quarter" idx="12"/>
          </p:nvPr>
        </p:nvSpPr>
        <p:spPr/>
        <p:txBody>
          <a:bodyPr/>
          <a:lstStyle/>
          <a:p>
            <a:pPr>
              <a:defRPr/>
            </a:pPr>
            <a:r>
              <a:rPr lang="en-IN"/>
              <a:t>DE  ZG561</a:t>
            </a:r>
            <a:r>
              <a:rPr lang="en-CA"/>
              <a:t>, MECHANISMS AND ROBOTICS</a:t>
            </a:r>
            <a:endParaRPr lang="en-CA" dirty="0"/>
          </a:p>
        </p:txBody>
      </p:sp>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2632680" y="5743440"/>
              <a:ext cx="6120" cy="7200"/>
            </p14:xfrm>
          </p:contentPart>
        </mc:Choice>
        <mc:Fallback xmlns="">
          <p:pic>
            <p:nvPicPr>
              <p:cNvPr id="5" name="Ink 4"/>
              <p:cNvPicPr/>
              <p:nvPr/>
            </p:nvPicPr>
            <p:blipFill>
              <a:blip r:embed="rId3"/>
              <a:stretch>
                <a:fillRect/>
              </a:stretch>
            </p:blipFill>
            <p:spPr>
              <a:xfrm>
                <a:off x="2616480" y="5727240"/>
                <a:ext cx="3384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48BCE2C3-2C56-CED6-993F-8A863060C6E2}"/>
                  </a:ext>
                </a:extLst>
              </p14:cNvPr>
              <p14:cNvContentPartPr/>
              <p14:nvPr/>
            </p14:nvContentPartPr>
            <p14:xfrm>
              <a:off x="587160" y="981720"/>
              <a:ext cx="3965040" cy="44280"/>
            </p14:xfrm>
          </p:contentPart>
        </mc:Choice>
        <mc:Fallback>
          <p:pic>
            <p:nvPicPr>
              <p:cNvPr id="7" name="Ink 6">
                <a:extLst>
                  <a:ext uri="{FF2B5EF4-FFF2-40B4-BE49-F238E27FC236}">
                    <a16:creationId xmlns:a16="http://schemas.microsoft.com/office/drawing/2014/main" id="{48BCE2C3-2C56-CED6-993F-8A863060C6E2}"/>
                  </a:ext>
                </a:extLst>
              </p:cNvPr>
              <p:cNvPicPr/>
              <p:nvPr/>
            </p:nvPicPr>
            <p:blipFill>
              <a:blip r:embed="rId5"/>
              <a:stretch>
                <a:fillRect/>
              </a:stretch>
            </p:blipFill>
            <p:spPr>
              <a:xfrm>
                <a:off x="577800" y="972360"/>
                <a:ext cx="398376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Ink 8">
                <a:extLst>
                  <a:ext uri="{FF2B5EF4-FFF2-40B4-BE49-F238E27FC236}">
                    <a16:creationId xmlns:a16="http://schemas.microsoft.com/office/drawing/2014/main" id="{EBFD531A-2BCB-BF99-8101-EFD732E5318F}"/>
                  </a:ext>
                </a:extLst>
              </p14:cNvPr>
              <p14:cNvContentPartPr/>
              <p14:nvPr/>
            </p14:nvContentPartPr>
            <p14:xfrm>
              <a:off x="366120" y="277200"/>
              <a:ext cx="4496400" cy="5495760"/>
            </p14:xfrm>
          </p:contentPart>
        </mc:Choice>
        <mc:Fallback>
          <p:pic>
            <p:nvPicPr>
              <p:cNvPr id="9" name="Ink 8">
                <a:extLst>
                  <a:ext uri="{FF2B5EF4-FFF2-40B4-BE49-F238E27FC236}">
                    <a16:creationId xmlns:a16="http://schemas.microsoft.com/office/drawing/2014/main" id="{EBFD531A-2BCB-BF99-8101-EFD732E5318F}"/>
                  </a:ext>
                </a:extLst>
              </p:cNvPr>
              <p:cNvPicPr/>
              <p:nvPr/>
            </p:nvPicPr>
            <p:blipFill>
              <a:blip r:embed="rId7"/>
              <a:stretch>
                <a:fillRect/>
              </a:stretch>
            </p:blipFill>
            <p:spPr>
              <a:xfrm>
                <a:off x="356760" y="267840"/>
                <a:ext cx="4515120" cy="5514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0" name="Ink 9">
                <a:extLst>
                  <a:ext uri="{FF2B5EF4-FFF2-40B4-BE49-F238E27FC236}">
                    <a16:creationId xmlns:a16="http://schemas.microsoft.com/office/drawing/2014/main" id="{2E411ED9-EFB9-4A50-DADB-18D60474BC15}"/>
                  </a:ext>
                </a:extLst>
              </p14:cNvPr>
              <p14:cNvContentPartPr/>
              <p14:nvPr/>
            </p14:nvContentPartPr>
            <p14:xfrm>
              <a:off x="214200" y="1220760"/>
              <a:ext cx="5164920" cy="4872240"/>
            </p14:xfrm>
          </p:contentPart>
        </mc:Choice>
        <mc:Fallback>
          <p:pic>
            <p:nvPicPr>
              <p:cNvPr id="10" name="Ink 9">
                <a:extLst>
                  <a:ext uri="{FF2B5EF4-FFF2-40B4-BE49-F238E27FC236}">
                    <a16:creationId xmlns:a16="http://schemas.microsoft.com/office/drawing/2014/main" id="{2E411ED9-EFB9-4A50-DADB-18D60474BC15}"/>
                  </a:ext>
                </a:extLst>
              </p:cNvPr>
              <p:cNvPicPr/>
              <p:nvPr/>
            </p:nvPicPr>
            <p:blipFill>
              <a:blip r:embed="rId9"/>
              <a:stretch>
                <a:fillRect/>
              </a:stretch>
            </p:blipFill>
            <p:spPr>
              <a:xfrm>
                <a:off x="204840" y="1211400"/>
                <a:ext cx="5183640" cy="4890960"/>
              </a:xfrm>
              <a:prstGeom prst="rect">
                <a:avLst/>
              </a:prstGeom>
            </p:spPr>
          </p:pic>
        </mc:Fallback>
      </mc:AlternateContent>
    </p:spTree>
    <p:extLst>
      <p:ext uri="{BB962C8B-B14F-4D97-AF65-F5344CB8AC3E}">
        <p14:creationId xmlns:p14="http://schemas.microsoft.com/office/powerpoint/2010/main" val="3098053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pPr lvl="0"/>
            <a:r>
              <a:rPr lang="en-US" dirty="0"/>
              <a:t>Drive System</a:t>
            </a:r>
          </a:p>
        </p:txBody>
      </p:sp>
      <p:sp>
        <p:nvSpPr>
          <p:cNvPr id="3" name="Content Placeholder 2"/>
          <p:cNvSpPr>
            <a:spLocks noGrp="1"/>
          </p:cNvSpPr>
          <p:nvPr>
            <p:ph sz="quarter" idx="1"/>
          </p:nvPr>
        </p:nvSpPr>
        <p:spPr>
          <a:xfrm>
            <a:off x="304800" y="1371600"/>
            <a:ext cx="8458200" cy="4937760"/>
          </a:xfrm>
        </p:spPr>
        <p:txBody>
          <a:bodyPr/>
          <a:lstStyle/>
          <a:p>
            <a:pPr marL="457200" indent="-457200" algn="just">
              <a:spcBef>
                <a:spcPts val="1800"/>
              </a:spcBef>
              <a:buFont typeface="+mj-lt"/>
              <a:buAutoNum type="arabicPeriod"/>
            </a:pPr>
            <a:r>
              <a:rPr lang="en-US" sz="2000" dirty="0"/>
              <a:t>Hydraulic drive: gives a robot great speed and strength. These systems can be designed to actuate linear or rotational joints. The main disadvantage of a  hydraulic system is that it occupies floor space in addition to that required by the robot.</a:t>
            </a:r>
          </a:p>
          <a:p>
            <a:pPr marL="457200" indent="-457200" algn="just">
              <a:spcBef>
                <a:spcPts val="1800"/>
              </a:spcBef>
              <a:buFont typeface="+mj-lt"/>
              <a:buAutoNum type="arabicPeriod"/>
            </a:pPr>
            <a:r>
              <a:rPr lang="en-US" sz="2000" dirty="0"/>
              <a:t>Electric drive: compared with a hydraulic system, an electric system provides a robot with less speed and strength. Accordingly, electric drive systems are adopted for smaller robots. However, robots supported by electric drive systems are more accurate, exhibit better repeatability, and are cleaner to use.</a:t>
            </a:r>
          </a:p>
          <a:p>
            <a:pPr marL="457200" indent="-457200" algn="just">
              <a:spcBef>
                <a:spcPts val="1800"/>
              </a:spcBef>
              <a:buFont typeface="+mj-lt"/>
              <a:buAutoNum type="arabicPeriod"/>
            </a:pPr>
            <a:r>
              <a:rPr lang="en-US" sz="2000" dirty="0"/>
              <a:t>Pneumatic drive: are generally used for smaller robots. These robots, with fewer degrees of freedom, carry out simple pick-and-place material handling operations.</a:t>
            </a:r>
          </a:p>
        </p:txBody>
      </p:sp>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12</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82A08364-37A3-8030-89AC-667A11F8DA74}"/>
                  </a:ext>
                </a:extLst>
              </p14:cNvPr>
              <p14:cNvContentPartPr/>
              <p14:nvPr/>
            </p14:nvContentPartPr>
            <p14:xfrm>
              <a:off x="197280" y="89280"/>
              <a:ext cx="8330760" cy="5833440"/>
            </p14:xfrm>
          </p:contentPart>
        </mc:Choice>
        <mc:Fallback>
          <p:pic>
            <p:nvPicPr>
              <p:cNvPr id="7" name="Ink 6">
                <a:extLst>
                  <a:ext uri="{FF2B5EF4-FFF2-40B4-BE49-F238E27FC236}">
                    <a16:creationId xmlns:a16="http://schemas.microsoft.com/office/drawing/2014/main" id="{82A08364-37A3-8030-89AC-667A11F8DA74}"/>
                  </a:ext>
                </a:extLst>
              </p:cNvPr>
              <p:cNvPicPr/>
              <p:nvPr/>
            </p:nvPicPr>
            <p:blipFill>
              <a:blip r:embed="rId3"/>
              <a:stretch>
                <a:fillRect/>
              </a:stretch>
            </p:blipFill>
            <p:spPr>
              <a:xfrm>
                <a:off x="187920" y="79920"/>
                <a:ext cx="8349480" cy="5852160"/>
              </a:xfrm>
              <a:prstGeom prst="rect">
                <a:avLst/>
              </a:prstGeom>
            </p:spPr>
          </p:pic>
        </mc:Fallback>
      </mc:AlternateContent>
    </p:spTree>
    <p:extLst>
      <p:ext uri="{BB962C8B-B14F-4D97-AF65-F5344CB8AC3E}">
        <p14:creationId xmlns:p14="http://schemas.microsoft.com/office/powerpoint/2010/main" val="2727021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3927"/>
          </a:xfrm>
        </p:spPr>
        <p:txBody>
          <a:bodyPr/>
          <a:lstStyle/>
          <a:p>
            <a:r>
              <a:rPr lang="en-IN" dirty="0"/>
              <a:t>Speed of Motion</a:t>
            </a:r>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5115560" y="3656965"/>
            <a:ext cx="4094480" cy="2834640"/>
          </a:xfrm>
        </p:spPr>
      </p:pic>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13</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p:sp>
        <p:nvSpPr>
          <p:cNvPr id="8" name="Content Placeholder 2"/>
          <p:cNvSpPr txBox="1">
            <a:spLocks/>
          </p:cNvSpPr>
          <p:nvPr/>
        </p:nvSpPr>
        <p:spPr bwMode="auto">
          <a:xfrm>
            <a:off x="152400" y="1496355"/>
            <a:ext cx="6324600" cy="4681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IN" sz="2000" dirty="0"/>
              <a:t>Maximum speed of 500 degrees/second can be achieved.</a:t>
            </a:r>
          </a:p>
          <a:p>
            <a:pPr eaLnBrk="1" hangingPunct="1"/>
            <a:r>
              <a:rPr lang="en-IN" sz="2000" dirty="0"/>
              <a:t>Highest speed can be achieved by large robots with arm extended fully.</a:t>
            </a:r>
          </a:p>
          <a:p>
            <a:pPr eaLnBrk="1" hangingPunct="1"/>
            <a:r>
              <a:rPr lang="en-IN" sz="2000" dirty="0"/>
              <a:t>Hydraulic robots tend to be faster than electric drive robots.</a:t>
            </a:r>
          </a:p>
          <a:p>
            <a:pPr eaLnBrk="1" hangingPunct="1"/>
            <a:r>
              <a:rPr lang="en-IN" sz="2000" dirty="0"/>
              <a:t>Robots with electric drives have better control.</a:t>
            </a:r>
          </a:p>
          <a:p>
            <a:pPr eaLnBrk="1" hangingPunct="1"/>
            <a:r>
              <a:rPr lang="en-IN" sz="2000" dirty="0"/>
              <a:t>Selection of the most desirable speed also depends on</a:t>
            </a:r>
          </a:p>
          <a:p>
            <a:pPr lvl="1" eaLnBrk="1" hangingPunct="1"/>
            <a:r>
              <a:rPr lang="en-IN" sz="2000" dirty="0"/>
              <a:t>Accuracy of positioning of the object</a:t>
            </a:r>
          </a:p>
          <a:p>
            <a:pPr lvl="1" eaLnBrk="1" hangingPunct="1"/>
            <a:r>
              <a:rPr lang="en-IN" sz="2000" dirty="0"/>
              <a:t>Weight of the object to be handled</a:t>
            </a:r>
          </a:p>
          <a:p>
            <a:pPr lvl="1" eaLnBrk="1" hangingPunct="1"/>
            <a:r>
              <a:rPr lang="en-IN" sz="2000" dirty="0"/>
              <a:t>Distances to be moved.</a:t>
            </a:r>
          </a:p>
        </p:txBody>
      </p:sp>
      <mc:AlternateContent xmlns:mc="http://schemas.openxmlformats.org/markup-compatibility/2006" xmlns:p14="http://schemas.microsoft.com/office/powerpoint/2010/main">
        <mc:Choice Requires="p14">
          <p:contentPart p14:bwMode="auto" r:id="rId3">
            <p14:nvContentPartPr>
              <p14:cNvPr id="9" name="Ink 8"/>
              <p14:cNvContentPartPr/>
              <p14:nvPr/>
            </p14:nvContentPartPr>
            <p14:xfrm>
              <a:off x="5635440" y="5416920"/>
              <a:ext cx="121320" cy="93960"/>
            </p14:xfrm>
          </p:contentPart>
        </mc:Choice>
        <mc:Fallback xmlns="">
          <p:pic>
            <p:nvPicPr>
              <p:cNvPr id="9" name="Ink 8"/>
              <p:cNvPicPr/>
              <p:nvPr/>
            </p:nvPicPr>
            <p:blipFill>
              <a:blip r:embed="rId6"/>
              <a:stretch>
                <a:fillRect/>
              </a:stretch>
            </p:blipFill>
            <p:spPr>
              <a:xfrm>
                <a:off x="5621040" y="5400360"/>
                <a:ext cx="14796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152C5601-8610-66EC-4C6D-43B891544B86}"/>
                  </a:ext>
                </a:extLst>
              </p14:cNvPr>
              <p14:cNvContentPartPr/>
              <p14:nvPr/>
            </p14:nvContentPartPr>
            <p14:xfrm>
              <a:off x="339480" y="720"/>
              <a:ext cx="8582760" cy="5780880"/>
            </p14:xfrm>
          </p:contentPart>
        </mc:Choice>
        <mc:Fallback>
          <p:pic>
            <p:nvPicPr>
              <p:cNvPr id="3" name="Ink 2">
                <a:extLst>
                  <a:ext uri="{FF2B5EF4-FFF2-40B4-BE49-F238E27FC236}">
                    <a16:creationId xmlns:a16="http://schemas.microsoft.com/office/drawing/2014/main" id="{152C5601-8610-66EC-4C6D-43B891544B86}"/>
                  </a:ext>
                </a:extLst>
              </p:cNvPr>
              <p:cNvPicPr/>
              <p:nvPr/>
            </p:nvPicPr>
            <p:blipFill>
              <a:blip r:embed="rId8"/>
              <a:stretch>
                <a:fillRect/>
              </a:stretch>
            </p:blipFill>
            <p:spPr>
              <a:xfrm>
                <a:off x="330120" y="-8640"/>
                <a:ext cx="8601480" cy="5799600"/>
              </a:xfrm>
              <a:prstGeom prst="rect">
                <a:avLst/>
              </a:prstGeom>
            </p:spPr>
          </p:pic>
        </mc:Fallback>
      </mc:AlternateContent>
    </p:spTree>
    <p:extLst>
      <p:ext uri="{BB962C8B-B14F-4D97-AF65-F5344CB8AC3E}">
        <p14:creationId xmlns:p14="http://schemas.microsoft.com/office/powerpoint/2010/main" val="2348680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Spatial Resolution, Accuracy, Precision</a:t>
            </a:r>
          </a:p>
        </p:txBody>
      </p:sp>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14</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1423618"/>
            <a:ext cx="7247728" cy="2957758"/>
          </a:xfrm>
          <a:prstGeom prst="rect">
            <a:avLst/>
          </a:prstGeom>
        </p:spPr>
      </p:pic>
      <p:sp>
        <p:nvSpPr>
          <p:cNvPr id="7" name="TextBox 6"/>
          <p:cNvSpPr txBox="1"/>
          <p:nvPr/>
        </p:nvSpPr>
        <p:spPr>
          <a:xfrm>
            <a:off x="639762" y="4419142"/>
            <a:ext cx="7848600" cy="1754326"/>
          </a:xfrm>
          <a:prstGeom prst="rect">
            <a:avLst/>
          </a:prstGeom>
          <a:noFill/>
        </p:spPr>
        <p:txBody>
          <a:bodyPr wrap="square" rtlCol="0">
            <a:spAutoFit/>
          </a:bodyPr>
          <a:lstStyle/>
          <a:p>
            <a:r>
              <a:rPr lang="en-IN" b="1" dirty="0"/>
              <a:t>Spatial Resolution </a:t>
            </a:r>
            <a:r>
              <a:rPr lang="en-IN" dirty="0"/>
              <a:t>is the smallest increment of movement into which the robot can divide its work volume.</a:t>
            </a:r>
          </a:p>
          <a:p>
            <a:endParaRPr lang="en-IN" dirty="0"/>
          </a:p>
          <a:p>
            <a:r>
              <a:rPr lang="en-IN" b="1" dirty="0"/>
              <a:t>Accuracy</a:t>
            </a:r>
            <a:r>
              <a:rPr lang="en-IN" dirty="0"/>
              <a:t> refers to a robot’s ability to position its wrist at a target point within its work volume.</a:t>
            </a:r>
          </a:p>
          <a:p>
            <a:endParaRPr lang="en-IN" dirty="0"/>
          </a:p>
        </p:txBody>
      </p:sp>
      <p:sp>
        <p:nvSpPr>
          <p:cNvPr id="8" name="Rectangle 7"/>
          <p:cNvSpPr/>
          <p:nvPr/>
        </p:nvSpPr>
        <p:spPr>
          <a:xfrm>
            <a:off x="6340027" y="6171122"/>
            <a:ext cx="2803973" cy="246221"/>
          </a:xfrm>
          <a:prstGeom prst="rect">
            <a:avLst/>
          </a:prstGeom>
        </p:spPr>
        <p:txBody>
          <a:bodyPr wrap="none">
            <a:spAutoFit/>
          </a:bodyPr>
          <a:lstStyle/>
          <a:p>
            <a:pPr>
              <a:defRPr/>
            </a:pPr>
            <a:r>
              <a:rPr lang="en-US" sz="1000" i="1" dirty="0"/>
              <a:t>Source: Industrial Robotics - </a:t>
            </a:r>
            <a:r>
              <a:rPr lang="en-US" sz="1000" i="1" dirty="0" err="1"/>
              <a:t>Mikell</a:t>
            </a:r>
            <a:r>
              <a:rPr lang="en-US" sz="1000" i="1" dirty="0"/>
              <a:t> P. </a:t>
            </a:r>
            <a:r>
              <a:rPr lang="en-US" sz="1000" i="1" dirty="0" err="1"/>
              <a:t>Groover</a:t>
            </a:r>
            <a:endParaRPr lang="en-US" sz="1000" i="1" dirty="0"/>
          </a:p>
        </p:txBody>
      </p:sp>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1788E8DF-C34E-A184-E386-0EEACD666120}"/>
                  </a:ext>
                </a:extLst>
              </p14:cNvPr>
              <p14:cNvContentPartPr/>
              <p14:nvPr/>
            </p14:nvContentPartPr>
            <p14:xfrm>
              <a:off x="77400" y="84600"/>
              <a:ext cx="9177840" cy="5910480"/>
            </p14:xfrm>
          </p:contentPart>
        </mc:Choice>
        <mc:Fallback>
          <p:pic>
            <p:nvPicPr>
              <p:cNvPr id="9" name="Ink 8">
                <a:extLst>
                  <a:ext uri="{FF2B5EF4-FFF2-40B4-BE49-F238E27FC236}">
                    <a16:creationId xmlns:a16="http://schemas.microsoft.com/office/drawing/2014/main" id="{1788E8DF-C34E-A184-E386-0EEACD666120}"/>
                  </a:ext>
                </a:extLst>
              </p:cNvPr>
              <p:cNvPicPr/>
              <p:nvPr/>
            </p:nvPicPr>
            <p:blipFill>
              <a:blip r:embed="rId4"/>
              <a:stretch>
                <a:fillRect/>
              </a:stretch>
            </p:blipFill>
            <p:spPr>
              <a:xfrm>
                <a:off x="68040" y="75240"/>
                <a:ext cx="9196560" cy="5929200"/>
              </a:xfrm>
              <a:prstGeom prst="rect">
                <a:avLst/>
              </a:prstGeom>
            </p:spPr>
          </p:pic>
        </mc:Fallback>
      </mc:AlternateContent>
    </p:spTree>
    <p:extLst>
      <p:ext uri="{BB962C8B-B14F-4D97-AF65-F5344CB8AC3E}">
        <p14:creationId xmlns:p14="http://schemas.microsoft.com/office/powerpoint/2010/main" val="1201309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1020762"/>
          </a:xfrm>
        </p:spPr>
        <p:txBody>
          <a:bodyPr>
            <a:normAutofit fontScale="90000"/>
          </a:bodyPr>
          <a:lstStyle/>
          <a:p>
            <a:r>
              <a:rPr lang="en-IN" dirty="0"/>
              <a:t>Spatial Resolution, Accuracy, Repeatability</a:t>
            </a:r>
          </a:p>
        </p:txBody>
      </p:sp>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15</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1641"/>
            <a:ext cx="5039428" cy="433448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9757" y="2053757"/>
            <a:ext cx="4192069" cy="3166245"/>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45D44A2D-D851-2B09-8462-9AEEB5D9AD9F}"/>
                  </a:ext>
                </a:extLst>
              </p14:cNvPr>
              <p14:cNvContentPartPr/>
              <p14:nvPr/>
            </p14:nvContentPartPr>
            <p14:xfrm>
              <a:off x="2455200" y="3487680"/>
              <a:ext cx="181800" cy="210240"/>
            </p14:xfrm>
          </p:contentPart>
        </mc:Choice>
        <mc:Fallback xmlns="">
          <p:pic>
            <p:nvPicPr>
              <p:cNvPr id="3" name="Ink 2">
                <a:extLst>
                  <a:ext uri="{FF2B5EF4-FFF2-40B4-BE49-F238E27FC236}">
                    <a16:creationId xmlns:a16="http://schemas.microsoft.com/office/drawing/2014/main" id="{45D44A2D-D851-2B09-8462-9AEEB5D9AD9F}"/>
                  </a:ext>
                </a:extLst>
              </p:cNvPr>
              <p:cNvPicPr/>
              <p:nvPr/>
            </p:nvPicPr>
            <p:blipFill>
              <a:blip r:embed="rId5"/>
              <a:stretch>
                <a:fillRect/>
              </a:stretch>
            </p:blipFill>
            <p:spPr>
              <a:xfrm>
                <a:off x="2445840" y="3478320"/>
                <a:ext cx="20052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Ink 8">
                <a:extLst>
                  <a:ext uri="{FF2B5EF4-FFF2-40B4-BE49-F238E27FC236}">
                    <a16:creationId xmlns:a16="http://schemas.microsoft.com/office/drawing/2014/main" id="{C6656ED0-8516-56A4-6DBB-11322DA69D21}"/>
                  </a:ext>
                </a:extLst>
              </p14:cNvPr>
              <p14:cNvContentPartPr/>
              <p14:nvPr/>
            </p14:nvContentPartPr>
            <p14:xfrm>
              <a:off x="2406600" y="1740240"/>
              <a:ext cx="3594240" cy="1935000"/>
            </p14:xfrm>
          </p:contentPart>
        </mc:Choice>
        <mc:Fallback>
          <p:pic>
            <p:nvPicPr>
              <p:cNvPr id="9" name="Ink 8">
                <a:extLst>
                  <a:ext uri="{FF2B5EF4-FFF2-40B4-BE49-F238E27FC236}">
                    <a16:creationId xmlns:a16="http://schemas.microsoft.com/office/drawing/2014/main" id="{C6656ED0-8516-56A4-6DBB-11322DA69D21}"/>
                  </a:ext>
                </a:extLst>
              </p:cNvPr>
              <p:cNvPicPr/>
              <p:nvPr/>
            </p:nvPicPr>
            <p:blipFill>
              <a:blip r:embed="rId7"/>
              <a:stretch>
                <a:fillRect/>
              </a:stretch>
            </p:blipFill>
            <p:spPr>
              <a:xfrm>
                <a:off x="2397240" y="1730880"/>
                <a:ext cx="3612960" cy="1953720"/>
              </a:xfrm>
              <a:prstGeom prst="rect">
                <a:avLst/>
              </a:prstGeom>
            </p:spPr>
          </p:pic>
        </mc:Fallback>
      </mc:AlternateContent>
    </p:spTree>
    <p:extLst>
      <p:ext uri="{BB962C8B-B14F-4D97-AF65-F5344CB8AC3E}">
        <p14:creationId xmlns:p14="http://schemas.microsoft.com/office/powerpoint/2010/main" val="1098698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Spatial Resolution, Accuracy, Precision</a:t>
            </a:r>
          </a:p>
        </p:txBody>
      </p:sp>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16</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1447800"/>
            <a:ext cx="5488813" cy="3841799"/>
          </a:xfrm>
          <a:prstGeom prst="rect">
            <a:avLst/>
          </a:prstGeom>
        </p:spPr>
      </p:pic>
      <p:sp>
        <p:nvSpPr>
          <p:cNvPr id="7" name="Rectangle 6"/>
          <p:cNvSpPr/>
          <p:nvPr/>
        </p:nvSpPr>
        <p:spPr>
          <a:xfrm>
            <a:off x="838200" y="5480703"/>
            <a:ext cx="7467600" cy="646331"/>
          </a:xfrm>
          <a:prstGeom prst="rect">
            <a:avLst/>
          </a:prstGeom>
        </p:spPr>
        <p:txBody>
          <a:bodyPr wrap="square">
            <a:spAutoFit/>
          </a:bodyPr>
          <a:lstStyle/>
          <a:p>
            <a:r>
              <a:rPr lang="en-IN" b="1" dirty="0"/>
              <a:t>Repeatability</a:t>
            </a:r>
            <a:r>
              <a:rPr lang="en-IN" dirty="0"/>
              <a:t> is the ability of the robot to position its wrist at a point in space that had previously been taught to the robot.</a:t>
            </a:r>
            <a:endParaRPr lang="en-US" dirty="0"/>
          </a:p>
        </p:txBody>
      </p:sp>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0D567905-493B-3B16-397F-C35ABA328DCE}"/>
                  </a:ext>
                </a:extLst>
              </p14:cNvPr>
              <p14:cNvContentPartPr/>
              <p14:nvPr/>
            </p14:nvContentPartPr>
            <p14:xfrm>
              <a:off x="75600" y="1744200"/>
              <a:ext cx="2477880" cy="1711080"/>
            </p14:xfrm>
          </p:contentPart>
        </mc:Choice>
        <mc:Fallback>
          <p:pic>
            <p:nvPicPr>
              <p:cNvPr id="8" name="Ink 7">
                <a:extLst>
                  <a:ext uri="{FF2B5EF4-FFF2-40B4-BE49-F238E27FC236}">
                    <a16:creationId xmlns:a16="http://schemas.microsoft.com/office/drawing/2014/main" id="{0D567905-493B-3B16-397F-C35ABA328DCE}"/>
                  </a:ext>
                </a:extLst>
              </p:cNvPr>
              <p:cNvPicPr/>
              <p:nvPr/>
            </p:nvPicPr>
            <p:blipFill>
              <a:blip r:embed="rId4"/>
              <a:stretch>
                <a:fillRect/>
              </a:stretch>
            </p:blipFill>
            <p:spPr>
              <a:xfrm>
                <a:off x="66240" y="1734840"/>
                <a:ext cx="2496600" cy="1729800"/>
              </a:xfrm>
              <a:prstGeom prst="rect">
                <a:avLst/>
              </a:prstGeom>
            </p:spPr>
          </p:pic>
        </mc:Fallback>
      </mc:AlternateContent>
    </p:spTree>
    <p:extLst>
      <p:ext uri="{BB962C8B-B14F-4D97-AF65-F5344CB8AC3E}">
        <p14:creationId xmlns:p14="http://schemas.microsoft.com/office/powerpoint/2010/main" val="3079594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pPr lvl="0"/>
            <a:r>
              <a:rPr lang="en-US" dirty="0"/>
              <a:t>Load Carrying Capacity</a:t>
            </a:r>
          </a:p>
        </p:txBody>
      </p:sp>
      <p:sp>
        <p:nvSpPr>
          <p:cNvPr id="3" name="Content Placeholder 2"/>
          <p:cNvSpPr>
            <a:spLocks noGrp="1"/>
          </p:cNvSpPr>
          <p:nvPr>
            <p:ph sz="quarter" idx="1"/>
          </p:nvPr>
        </p:nvSpPr>
        <p:spPr>
          <a:xfrm>
            <a:off x="609600" y="1371600"/>
            <a:ext cx="8153400" cy="4937760"/>
          </a:xfrm>
        </p:spPr>
        <p:txBody>
          <a:bodyPr/>
          <a:lstStyle/>
          <a:p>
            <a:pPr marL="457200" indent="-457200" algn="just">
              <a:buFont typeface="+mj-lt"/>
              <a:buAutoNum type="arabicPeriod"/>
            </a:pPr>
            <a:r>
              <a:rPr lang="en-US" sz="2300" dirty="0"/>
              <a:t>The load the robot can carry at its weakest position without including the weight of the end effector, while maintaining its specified accuracy.</a:t>
            </a:r>
          </a:p>
          <a:p>
            <a:pPr marL="457200" indent="-457200" algn="just">
              <a:buFont typeface="+mj-lt"/>
              <a:buAutoNum type="arabicPeriod"/>
            </a:pPr>
            <a:endParaRPr lang="en-US" sz="2300" dirty="0"/>
          </a:p>
          <a:p>
            <a:pPr marL="457200" indent="-457200" algn="just">
              <a:buFont typeface="+mj-lt"/>
              <a:buAutoNum type="arabicPeriod"/>
            </a:pPr>
            <a:r>
              <a:rPr lang="en-US" sz="2300" dirty="0"/>
              <a:t>Effective/Net load carrying Capacity = </a:t>
            </a:r>
          </a:p>
          <a:p>
            <a:pPr marL="0" indent="0" algn="just">
              <a:buNone/>
            </a:pPr>
            <a:r>
              <a:rPr lang="en-US" sz="2300" dirty="0"/>
              <a:t>(Load carrying capacity – weight of the end effector) @ the weakest position</a:t>
            </a:r>
          </a:p>
        </p:txBody>
      </p:sp>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17</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A250BA86-6BA9-4DE4-49B1-17F95B4E6282}"/>
                  </a:ext>
                </a:extLst>
              </p14:cNvPr>
              <p14:cNvContentPartPr/>
              <p14:nvPr/>
            </p14:nvContentPartPr>
            <p14:xfrm>
              <a:off x="234720" y="463680"/>
              <a:ext cx="8551800" cy="5978160"/>
            </p14:xfrm>
          </p:contentPart>
        </mc:Choice>
        <mc:Fallback>
          <p:pic>
            <p:nvPicPr>
              <p:cNvPr id="7" name="Ink 6">
                <a:extLst>
                  <a:ext uri="{FF2B5EF4-FFF2-40B4-BE49-F238E27FC236}">
                    <a16:creationId xmlns:a16="http://schemas.microsoft.com/office/drawing/2014/main" id="{A250BA86-6BA9-4DE4-49B1-17F95B4E6282}"/>
                  </a:ext>
                </a:extLst>
              </p:cNvPr>
              <p:cNvPicPr/>
              <p:nvPr/>
            </p:nvPicPr>
            <p:blipFill>
              <a:blip r:embed="rId3"/>
              <a:stretch>
                <a:fillRect/>
              </a:stretch>
            </p:blipFill>
            <p:spPr>
              <a:xfrm>
                <a:off x="225360" y="454320"/>
                <a:ext cx="8570520" cy="5996880"/>
              </a:xfrm>
              <a:prstGeom prst="rect">
                <a:avLst/>
              </a:prstGeom>
            </p:spPr>
          </p:pic>
        </mc:Fallback>
      </mc:AlternateContent>
    </p:spTree>
    <p:extLst>
      <p:ext uri="{BB962C8B-B14F-4D97-AF65-F5344CB8AC3E}">
        <p14:creationId xmlns:p14="http://schemas.microsoft.com/office/powerpoint/2010/main" val="3036160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1" y="454614"/>
            <a:ext cx="8518523" cy="763951"/>
          </a:xfrm>
        </p:spPr>
        <p:txBody>
          <a:bodyPr/>
          <a:lstStyle/>
          <a:p>
            <a:r>
              <a:rPr lang="en-US" dirty="0"/>
              <a:t>Mechanisms</a:t>
            </a:r>
          </a:p>
        </p:txBody>
      </p:sp>
      <p:sp>
        <p:nvSpPr>
          <p:cNvPr id="3" name="Content Placeholder 2"/>
          <p:cNvSpPr>
            <a:spLocks noGrp="1"/>
          </p:cNvSpPr>
          <p:nvPr>
            <p:ph idx="1"/>
          </p:nvPr>
        </p:nvSpPr>
        <p:spPr>
          <a:xfrm>
            <a:off x="228600" y="1371600"/>
            <a:ext cx="6934200" cy="5105400"/>
          </a:xfrm>
        </p:spPr>
        <p:txBody>
          <a:bodyPr>
            <a:noAutofit/>
          </a:bodyPr>
          <a:lstStyle/>
          <a:p>
            <a:pPr algn="just"/>
            <a:r>
              <a:rPr lang="en-US" sz="2200" b="1" dirty="0"/>
              <a:t>Kinematic Link: </a:t>
            </a:r>
            <a:r>
              <a:rPr lang="en-US" sz="2200" dirty="0"/>
              <a:t>Each part of a machine, which moves relative to some other part is known as a kinematic link or link or element. </a:t>
            </a:r>
          </a:p>
          <a:p>
            <a:pPr algn="just"/>
            <a:r>
              <a:rPr lang="en-US" sz="2200" b="1" dirty="0"/>
              <a:t>Types of Links: </a:t>
            </a:r>
          </a:p>
          <a:p>
            <a:pPr lvl="1" algn="just"/>
            <a:r>
              <a:rPr lang="en-US" sz="2200" dirty="0"/>
              <a:t>Rigid Link </a:t>
            </a:r>
          </a:p>
          <a:p>
            <a:pPr lvl="1" algn="just"/>
            <a:r>
              <a:rPr lang="en-US" sz="2200" dirty="0"/>
              <a:t>Flexible Link</a:t>
            </a:r>
          </a:p>
          <a:p>
            <a:pPr lvl="1" algn="just"/>
            <a:r>
              <a:rPr lang="en-US" sz="2200" dirty="0"/>
              <a:t>Fluid Link</a:t>
            </a:r>
          </a:p>
          <a:p>
            <a:pPr algn="just"/>
            <a:r>
              <a:rPr lang="en-US" sz="2200" b="1" dirty="0"/>
              <a:t>Structure: </a:t>
            </a:r>
            <a:r>
              <a:rPr lang="en-US" sz="2200" dirty="0"/>
              <a:t>Assemblage of resistant bodies having no relative motion between them and meant for carrying loads.</a:t>
            </a:r>
          </a:p>
          <a:p>
            <a:pPr algn="just"/>
            <a:r>
              <a:rPr lang="en-US" sz="2200" b="1" dirty="0"/>
              <a:t>Kinematic Pair: </a:t>
            </a:r>
            <a:r>
              <a:rPr lang="en-US" sz="2200" dirty="0"/>
              <a:t>The two links or elements of a machine, when in contact with each other if the relative motion between them is completely constrained, the pair is known as kinematic pair.</a:t>
            </a:r>
          </a:p>
        </p:txBody>
      </p:sp>
      <p:pic>
        <p:nvPicPr>
          <p:cNvPr id="5" name="Picture 4" descr="corvette-independent-suspension.jpg"/>
          <p:cNvPicPr>
            <a:picLocks noChangeAspect="1"/>
          </p:cNvPicPr>
          <p:nvPr/>
        </p:nvPicPr>
        <p:blipFill>
          <a:blip r:embed="rId2"/>
          <a:stretch>
            <a:fillRect/>
          </a:stretch>
        </p:blipFill>
        <p:spPr>
          <a:xfrm>
            <a:off x="6858000" y="2192245"/>
            <a:ext cx="2286000" cy="1732055"/>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9F79BE35-8635-E453-6061-F8499DB1A01A}"/>
                  </a:ext>
                </a:extLst>
              </p14:cNvPr>
              <p14:cNvContentPartPr/>
              <p14:nvPr/>
            </p14:nvContentPartPr>
            <p14:xfrm>
              <a:off x="214200" y="384120"/>
              <a:ext cx="9009720" cy="6272640"/>
            </p14:xfrm>
          </p:contentPart>
        </mc:Choice>
        <mc:Fallback>
          <p:pic>
            <p:nvPicPr>
              <p:cNvPr id="4" name="Ink 3">
                <a:extLst>
                  <a:ext uri="{FF2B5EF4-FFF2-40B4-BE49-F238E27FC236}">
                    <a16:creationId xmlns:a16="http://schemas.microsoft.com/office/drawing/2014/main" id="{9F79BE35-8635-E453-6061-F8499DB1A01A}"/>
                  </a:ext>
                </a:extLst>
              </p:cNvPr>
              <p:cNvPicPr/>
              <p:nvPr/>
            </p:nvPicPr>
            <p:blipFill>
              <a:blip r:embed="rId4"/>
              <a:stretch>
                <a:fillRect/>
              </a:stretch>
            </p:blipFill>
            <p:spPr>
              <a:xfrm>
                <a:off x="204840" y="374760"/>
                <a:ext cx="9028440" cy="6291360"/>
              </a:xfrm>
              <a:prstGeom prst="rect">
                <a:avLst/>
              </a:prstGeom>
            </p:spPr>
          </p:pic>
        </mc:Fallback>
      </mc:AlternateContent>
    </p:spTree>
    <p:extLst>
      <p:ext uri="{BB962C8B-B14F-4D97-AF65-F5344CB8AC3E}">
        <p14:creationId xmlns:p14="http://schemas.microsoft.com/office/powerpoint/2010/main" val="4132588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1" y="454614"/>
            <a:ext cx="8518523" cy="763951"/>
          </a:xfrm>
        </p:spPr>
        <p:txBody>
          <a:bodyPr/>
          <a:lstStyle/>
          <a:p>
            <a:r>
              <a:rPr lang="en-US" dirty="0"/>
              <a:t>Mechanisms</a:t>
            </a:r>
          </a:p>
        </p:txBody>
      </p:sp>
      <p:sp>
        <p:nvSpPr>
          <p:cNvPr id="3" name="Content Placeholder 2"/>
          <p:cNvSpPr>
            <a:spLocks noGrp="1"/>
          </p:cNvSpPr>
          <p:nvPr>
            <p:ph idx="1"/>
          </p:nvPr>
        </p:nvSpPr>
        <p:spPr>
          <a:xfrm>
            <a:off x="142859" y="1371600"/>
            <a:ext cx="7528560" cy="5105400"/>
          </a:xfrm>
        </p:spPr>
        <p:txBody>
          <a:bodyPr>
            <a:noAutofit/>
          </a:bodyPr>
          <a:lstStyle/>
          <a:p>
            <a:pPr algn="just">
              <a:spcBef>
                <a:spcPts val="1800"/>
              </a:spcBef>
              <a:buFont typeface="Wingdings" panose="05000000000000000000" pitchFamily="2" charset="2"/>
              <a:buChar char="Ø"/>
            </a:pPr>
            <a:r>
              <a:rPr lang="en-US" sz="2200" b="1" dirty="0"/>
              <a:t>Kinematic Chain: </a:t>
            </a:r>
            <a:r>
              <a:rPr lang="en-US" sz="2200" dirty="0"/>
              <a:t>When the kinematic pairs are coupled in such a way that the last link is joined with the first link to transmit definite motion, it is called kinematic chain (Closed).</a:t>
            </a:r>
          </a:p>
          <a:p>
            <a:pPr algn="just">
              <a:spcBef>
                <a:spcPts val="1800"/>
              </a:spcBef>
              <a:buFont typeface="Wingdings" panose="05000000000000000000" pitchFamily="2" charset="2"/>
              <a:buChar char="Ø"/>
            </a:pPr>
            <a:r>
              <a:rPr lang="en-US" sz="2200" b="1" dirty="0"/>
              <a:t>Mechanism</a:t>
            </a:r>
            <a:r>
              <a:rPr lang="en-US" sz="2200" dirty="0"/>
              <a:t>: When one of the links in a kinematic chain is fixed, the chain is known as a mechanism.</a:t>
            </a:r>
          </a:p>
          <a:p>
            <a:pPr algn="just">
              <a:spcBef>
                <a:spcPts val="1800"/>
              </a:spcBef>
              <a:buFont typeface="Wingdings" panose="05000000000000000000" pitchFamily="2" charset="2"/>
              <a:buChar char="Ø"/>
            </a:pPr>
            <a:r>
              <a:rPr lang="en-US" sz="2200" b="1" dirty="0"/>
              <a:t>Machine</a:t>
            </a:r>
            <a:r>
              <a:rPr lang="en-US" sz="2200" dirty="0"/>
              <a:t>: When a mechanism is required to transmit power or do some particular work, it is called a machine.</a:t>
            </a:r>
          </a:p>
        </p:txBody>
      </p:sp>
      <p:pic>
        <p:nvPicPr>
          <p:cNvPr id="7" name="Picture 6" descr="1.png"/>
          <p:cNvPicPr>
            <a:picLocks noChangeAspect="1"/>
          </p:cNvPicPr>
          <p:nvPr/>
        </p:nvPicPr>
        <p:blipFill>
          <a:blip r:embed="rId2"/>
          <a:stretch>
            <a:fillRect/>
          </a:stretch>
        </p:blipFill>
        <p:spPr>
          <a:xfrm>
            <a:off x="7680960" y="4038600"/>
            <a:ext cx="1463040" cy="2438400"/>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B7DB8927-9D03-92DF-BB05-E8CC50590325}"/>
                  </a:ext>
                </a:extLst>
              </p14:cNvPr>
              <p14:cNvContentPartPr/>
              <p14:nvPr/>
            </p14:nvContentPartPr>
            <p14:xfrm>
              <a:off x="593640" y="384120"/>
              <a:ext cx="7049520" cy="5820480"/>
            </p14:xfrm>
          </p:contentPart>
        </mc:Choice>
        <mc:Fallback>
          <p:pic>
            <p:nvPicPr>
              <p:cNvPr id="4" name="Ink 3">
                <a:extLst>
                  <a:ext uri="{FF2B5EF4-FFF2-40B4-BE49-F238E27FC236}">
                    <a16:creationId xmlns:a16="http://schemas.microsoft.com/office/drawing/2014/main" id="{B7DB8927-9D03-92DF-BB05-E8CC50590325}"/>
                  </a:ext>
                </a:extLst>
              </p:cNvPr>
              <p:cNvPicPr/>
              <p:nvPr/>
            </p:nvPicPr>
            <p:blipFill>
              <a:blip r:embed="rId4"/>
              <a:stretch>
                <a:fillRect/>
              </a:stretch>
            </p:blipFill>
            <p:spPr>
              <a:xfrm>
                <a:off x="584280" y="374760"/>
                <a:ext cx="7068240" cy="5839200"/>
              </a:xfrm>
              <a:prstGeom prst="rect">
                <a:avLst/>
              </a:prstGeom>
            </p:spPr>
          </p:pic>
        </mc:Fallback>
      </mc:AlternateContent>
    </p:spTree>
    <p:extLst>
      <p:ext uri="{BB962C8B-B14F-4D97-AF65-F5344CB8AC3E}">
        <p14:creationId xmlns:p14="http://schemas.microsoft.com/office/powerpoint/2010/main" val="1668482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Links and Kinematic symbols</a:t>
            </a:r>
          </a:p>
        </p:txBody>
      </p:sp>
      <p:pic>
        <p:nvPicPr>
          <p:cNvPr id="5" name="Picture 4" descr="k1.jpg"/>
          <p:cNvPicPr>
            <a:picLocks noChangeAspect="1"/>
          </p:cNvPicPr>
          <p:nvPr/>
        </p:nvPicPr>
        <p:blipFill>
          <a:blip r:embed="rId2"/>
          <a:stretch>
            <a:fillRect/>
          </a:stretch>
        </p:blipFill>
        <p:spPr>
          <a:xfrm>
            <a:off x="2604247" y="1775821"/>
            <a:ext cx="6465376" cy="1199551"/>
          </a:xfrm>
          <a:prstGeom prst="rect">
            <a:avLst/>
          </a:prstGeom>
        </p:spPr>
      </p:pic>
      <p:sp>
        <p:nvSpPr>
          <p:cNvPr id="7" name="TextBox 6"/>
          <p:cNvSpPr txBox="1"/>
          <p:nvPr/>
        </p:nvSpPr>
        <p:spPr>
          <a:xfrm>
            <a:off x="165847" y="1887037"/>
            <a:ext cx="2057400" cy="461665"/>
          </a:xfrm>
          <a:prstGeom prst="rect">
            <a:avLst/>
          </a:prstGeom>
          <a:noFill/>
        </p:spPr>
        <p:txBody>
          <a:bodyPr wrap="square" rtlCol="0">
            <a:spAutoFit/>
          </a:bodyPr>
          <a:lstStyle/>
          <a:p>
            <a:r>
              <a:rPr lang="en-US" sz="2400" b="1" dirty="0"/>
              <a:t>Simple Link</a:t>
            </a:r>
          </a:p>
        </p:txBody>
      </p:sp>
      <p:pic>
        <p:nvPicPr>
          <p:cNvPr id="8" name="Picture 7" descr="k2.jpg"/>
          <p:cNvPicPr>
            <a:picLocks noChangeAspect="1"/>
          </p:cNvPicPr>
          <p:nvPr/>
        </p:nvPicPr>
        <p:blipFill>
          <a:blip r:embed="rId3"/>
          <a:stretch>
            <a:fillRect/>
          </a:stretch>
        </p:blipFill>
        <p:spPr>
          <a:xfrm>
            <a:off x="3033036" y="3905610"/>
            <a:ext cx="5715000" cy="1690989"/>
          </a:xfrm>
          <a:prstGeom prst="rect">
            <a:avLst/>
          </a:prstGeom>
        </p:spPr>
      </p:pic>
      <p:sp>
        <p:nvSpPr>
          <p:cNvPr id="9" name="TextBox 8"/>
          <p:cNvSpPr txBox="1"/>
          <p:nvPr/>
        </p:nvSpPr>
        <p:spPr>
          <a:xfrm>
            <a:off x="165847" y="4150941"/>
            <a:ext cx="2438400" cy="1200329"/>
          </a:xfrm>
          <a:prstGeom prst="rect">
            <a:avLst/>
          </a:prstGeom>
          <a:noFill/>
        </p:spPr>
        <p:txBody>
          <a:bodyPr wrap="square" rtlCol="0">
            <a:spAutoFit/>
          </a:bodyPr>
          <a:lstStyle/>
          <a:p>
            <a:r>
              <a:rPr lang="en-US" sz="2400" b="1" dirty="0"/>
              <a:t>Simple Link</a:t>
            </a:r>
          </a:p>
          <a:p>
            <a:r>
              <a:rPr lang="en-US" sz="2400" dirty="0"/>
              <a:t>with Point of interest</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1AF27C0D-3A66-5AB5-45B6-4BBDADECF989}"/>
                  </a:ext>
                </a:extLst>
              </p14:cNvPr>
              <p14:cNvContentPartPr/>
              <p14:nvPr/>
            </p14:nvContentPartPr>
            <p14:xfrm>
              <a:off x="7140960" y="1126080"/>
              <a:ext cx="642600" cy="487440"/>
            </p14:xfrm>
          </p:contentPart>
        </mc:Choice>
        <mc:Fallback xmlns="">
          <p:pic>
            <p:nvPicPr>
              <p:cNvPr id="3" name="Ink 2">
                <a:extLst>
                  <a:ext uri="{FF2B5EF4-FFF2-40B4-BE49-F238E27FC236}">
                    <a16:creationId xmlns:a16="http://schemas.microsoft.com/office/drawing/2014/main" id="{1AF27C0D-3A66-5AB5-45B6-4BBDADECF989}"/>
                  </a:ext>
                </a:extLst>
              </p:cNvPr>
              <p:cNvPicPr/>
              <p:nvPr/>
            </p:nvPicPr>
            <p:blipFill>
              <a:blip r:embed="rId5"/>
              <a:stretch>
                <a:fillRect/>
              </a:stretch>
            </p:blipFill>
            <p:spPr>
              <a:xfrm>
                <a:off x="7131600" y="1116720"/>
                <a:ext cx="661320" cy="506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DFD936DD-F4BE-4D81-7C05-1EF635E558D5}"/>
                  </a:ext>
                </a:extLst>
              </p14:cNvPr>
              <p14:cNvContentPartPr/>
              <p14:nvPr/>
            </p14:nvContentPartPr>
            <p14:xfrm>
              <a:off x="207000" y="2875680"/>
              <a:ext cx="7566120" cy="3505320"/>
            </p14:xfrm>
          </p:contentPart>
        </mc:Choice>
        <mc:Fallback xmlns="">
          <p:pic>
            <p:nvPicPr>
              <p:cNvPr id="4" name="Ink 3">
                <a:extLst>
                  <a:ext uri="{FF2B5EF4-FFF2-40B4-BE49-F238E27FC236}">
                    <a16:creationId xmlns:a16="http://schemas.microsoft.com/office/drawing/2014/main" id="{DFD936DD-F4BE-4D81-7C05-1EF635E558D5}"/>
                  </a:ext>
                </a:extLst>
              </p:cNvPr>
              <p:cNvPicPr/>
              <p:nvPr/>
            </p:nvPicPr>
            <p:blipFill>
              <a:blip r:embed="rId7"/>
              <a:stretch>
                <a:fillRect/>
              </a:stretch>
            </p:blipFill>
            <p:spPr>
              <a:xfrm>
                <a:off x="197640" y="2866320"/>
                <a:ext cx="7584840" cy="3524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CE18E734-E641-467C-00B9-EA7EE05A1F4C}"/>
                  </a:ext>
                </a:extLst>
              </p14:cNvPr>
              <p14:cNvContentPartPr/>
              <p14:nvPr/>
            </p14:nvContentPartPr>
            <p14:xfrm>
              <a:off x="230400" y="1392840"/>
              <a:ext cx="5915520" cy="3168000"/>
            </p14:xfrm>
          </p:contentPart>
        </mc:Choice>
        <mc:Fallback>
          <p:pic>
            <p:nvPicPr>
              <p:cNvPr id="6" name="Ink 5">
                <a:extLst>
                  <a:ext uri="{FF2B5EF4-FFF2-40B4-BE49-F238E27FC236}">
                    <a16:creationId xmlns:a16="http://schemas.microsoft.com/office/drawing/2014/main" id="{CE18E734-E641-467C-00B9-EA7EE05A1F4C}"/>
                  </a:ext>
                </a:extLst>
              </p:cNvPr>
              <p:cNvPicPr/>
              <p:nvPr/>
            </p:nvPicPr>
            <p:blipFill>
              <a:blip r:embed="rId9"/>
              <a:stretch>
                <a:fillRect/>
              </a:stretch>
            </p:blipFill>
            <p:spPr>
              <a:xfrm>
                <a:off x="221040" y="1383480"/>
                <a:ext cx="5934240" cy="3186720"/>
              </a:xfrm>
              <a:prstGeom prst="rect">
                <a:avLst/>
              </a:prstGeom>
            </p:spPr>
          </p:pic>
        </mc:Fallback>
      </mc:AlternateContent>
    </p:spTree>
    <p:extLst>
      <p:ext uri="{BB962C8B-B14F-4D97-AF65-F5344CB8AC3E}">
        <p14:creationId xmlns:p14="http://schemas.microsoft.com/office/powerpoint/2010/main" val="1004693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Links and Kinematic symbols</a:t>
            </a:r>
          </a:p>
        </p:txBody>
      </p:sp>
      <p:pic>
        <p:nvPicPr>
          <p:cNvPr id="4" name="Picture 3" descr="k3.jpg"/>
          <p:cNvPicPr>
            <a:picLocks noChangeAspect="1"/>
          </p:cNvPicPr>
          <p:nvPr/>
        </p:nvPicPr>
        <p:blipFill>
          <a:blip r:embed="rId2"/>
          <a:stretch>
            <a:fillRect/>
          </a:stretch>
        </p:blipFill>
        <p:spPr>
          <a:xfrm>
            <a:off x="3385762" y="1708981"/>
            <a:ext cx="5638800" cy="1915402"/>
          </a:xfrm>
          <a:prstGeom prst="rect">
            <a:avLst/>
          </a:prstGeom>
        </p:spPr>
      </p:pic>
      <p:pic>
        <p:nvPicPr>
          <p:cNvPr id="5" name="Picture 4" descr="k4.jpg"/>
          <p:cNvPicPr>
            <a:picLocks noChangeAspect="1"/>
          </p:cNvPicPr>
          <p:nvPr/>
        </p:nvPicPr>
        <p:blipFill>
          <a:blip r:embed="rId3"/>
          <a:stretch>
            <a:fillRect/>
          </a:stretch>
        </p:blipFill>
        <p:spPr>
          <a:xfrm>
            <a:off x="3421621" y="4114800"/>
            <a:ext cx="5196358" cy="2019476"/>
          </a:xfrm>
          <a:prstGeom prst="rect">
            <a:avLst/>
          </a:prstGeom>
        </p:spPr>
      </p:pic>
      <p:sp>
        <p:nvSpPr>
          <p:cNvPr id="6" name="Rectangle 5"/>
          <p:cNvSpPr/>
          <p:nvPr/>
        </p:nvSpPr>
        <p:spPr>
          <a:xfrm>
            <a:off x="304800" y="1905000"/>
            <a:ext cx="1882247" cy="461665"/>
          </a:xfrm>
          <a:prstGeom prst="rect">
            <a:avLst/>
          </a:prstGeom>
        </p:spPr>
        <p:txBody>
          <a:bodyPr wrap="none">
            <a:spAutoFit/>
          </a:bodyPr>
          <a:lstStyle/>
          <a:p>
            <a:r>
              <a:rPr lang="en-US" sz="2400" b="1" dirty="0"/>
              <a:t>Complex Link</a:t>
            </a:r>
          </a:p>
        </p:txBody>
      </p:sp>
      <p:sp>
        <p:nvSpPr>
          <p:cNvPr id="7" name="Rectangle 6"/>
          <p:cNvSpPr/>
          <p:nvPr/>
        </p:nvSpPr>
        <p:spPr>
          <a:xfrm>
            <a:off x="609600" y="4419600"/>
            <a:ext cx="1270220" cy="461665"/>
          </a:xfrm>
          <a:prstGeom prst="rect">
            <a:avLst/>
          </a:prstGeom>
        </p:spPr>
        <p:txBody>
          <a:bodyPr wrap="none">
            <a:spAutoFit/>
          </a:bodyPr>
          <a:lstStyle/>
          <a:p>
            <a:r>
              <a:rPr lang="en-US" sz="2400" b="1" dirty="0"/>
              <a:t>Pin Joint</a:t>
            </a: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EAFCE77E-A0AC-3E6B-1D42-EBFF196B1898}"/>
                  </a:ext>
                </a:extLst>
              </p14:cNvPr>
              <p14:cNvContentPartPr/>
              <p14:nvPr/>
            </p14:nvContentPartPr>
            <p14:xfrm>
              <a:off x="-23760" y="1836360"/>
              <a:ext cx="6255360" cy="4268160"/>
            </p14:xfrm>
          </p:contentPart>
        </mc:Choice>
        <mc:Fallback>
          <p:pic>
            <p:nvPicPr>
              <p:cNvPr id="3" name="Ink 2">
                <a:extLst>
                  <a:ext uri="{FF2B5EF4-FFF2-40B4-BE49-F238E27FC236}">
                    <a16:creationId xmlns:a16="http://schemas.microsoft.com/office/drawing/2014/main" id="{EAFCE77E-A0AC-3E6B-1D42-EBFF196B1898}"/>
                  </a:ext>
                </a:extLst>
              </p:cNvPr>
              <p:cNvPicPr/>
              <p:nvPr/>
            </p:nvPicPr>
            <p:blipFill>
              <a:blip r:embed="rId5"/>
              <a:stretch>
                <a:fillRect/>
              </a:stretch>
            </p:blipFill>
            <p:spPr>
              <a:xfrm>
                <a:off x="-33120" y="1827000"/>
                <a:ext cx="6274080" cy="4286880"/>
              </a:xfrm>
              <a:prstGeom prst="rect">
                <a:avLst/>
              </a:prstGeom>
            </p:spPr>
          </p:pic>
        </mc:Fallback>
      </mc:AlternateContent>
    </p:spTree>
    <p:extLst>
      <p:ext uri="{BB962C8B-B14F-4D97-AF65-F5344CB8AC3E}">
        <p14:creationId xmlns:p14="http://schemas.microsoft.com/office/powerpoint/2010/main" val="1942636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Links and Kinematic symbols</a:t>
            </a:r>
          </a:p>
        </p:txBody>
      </p:sp>
      <p:pic>
        <p:nvPicPr>
          <p:cNvPr id="4" name="Picture 3" descr="k5.jpg"/>
          <p:cNvPicPr>
            <a:picLocks noChangeAspect="1"/>
          </p:cNvPicPr>
          <p:nvPr/>
        </p:nvPicPr>
        <p:blipFill>
          <a:blip r:embed="rId2"/>
          <a:stretch>
            <a:fillRect/>
          </a:stretch>
        </p:blipFill>
        <p:spPr>
          <a:xfrm>
            <a:off x="2667000" y="1676400"/>
            <a:ext cx="4983480" cy="1143000"/>
          </a:xfrm>
          <a:prstGeom prst="rect">
            <a:avLst/>
          </a:prstGeom>
        </p:spPr>
      </p:pic>
      <p:sp>
        <p:nvSpPr>
          <p:cNvPr id="6" name="Rectangle 5"/>
          <p:cNvSpPr/>
          <p:nvPr/>
        </p:nvSpPr>
        <p:spPr>
          <a:xfrm>
            <a:off x="304800" y="1905000"/>
            <a:ext cx="1483419" cy="461665"/>
          </a:xfrm>
          <a:prstGeom prst="rect">
            <a:avLst/>
          </a:prstGeom>
        </p:spPr>
        <p:txBody>
          <a:bodyPr wrap="none">
            <a:spAutoFit/>
          </a:bodyPr>
          <a:lstStyle/>
          <a:p>
            <a:r>
              <a:rPr lang="en-US" sz="2400" b="1" dirty="0"/>
              <a:t>Slide Joint</a:t>
            </a:r>
          </a:p>
        </p:txBody>
      </p:sp>
      <p:pic>
        <p:nvPicPr>
          <p:cNvPr id="8" name="Picture 7" descr="k8.jpg"/>
          <p:cNvPicPr>
            <a:picLocks noChangeAspect="1"/>
          </p:cNvPicPr>
          <p:nvPr/>
        </p:nvPicPr>
        <p:blipFill>
          <a:blip r:embed="rId3"/>
          <a:stretch>
            <a:fillRect/>
          </a:stretch>
        </p:blipFill>
        <p:spPr>
          <a:xfrm>
            <a:off x="762000" y="3886200"/>
            <a:ext cx="7522845" cy="1676400"/>
          </a:xfrm>
          <a:prstGeom prst="rect">
            <a:avLst/>
          </a:prstGeom>
        </p:spPr>
      </p:pic>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4152BC6D-4B68-405B-7F19-0879B5A9D15B}"/>
                  </a:ext>
                </a:extLst>
              </p14:cNvPr>
              <p14:cNvContentPartPr/>
              <p14:nvPr/>
            </p14:nvContentPartPr>
            <p14:xfrm>
              <a:off x="1603440" y="1288440"/>
              <a:ext cx="1771200" cy="2896920"/>
            </p14:xfrm>
          </p:contentPart>
        </mc:Choice>
        <mc:Fallback>
          <p:pic>
            <p:nvPicPr>
              <p:cNvPr id="3" name="Ink 2">
                <a:extLst>
                  <a:ext uri="{FF2B5EF4-FFF2-40B4-BE49-F238E27FC236}">
                    <a16:creationId xmlns:a16="http://schemas.microsoft.com/office/drawing/2014/main" id="{4152BC6D-4B68-405B-7F19-0879B5A9D15B}"/>
                  </a:ext>
                </a:extLst>
              </p:cNvPr>
              <p:cNvPicPr/>
              <p:nvPr/>
            </p:nvPicPr>
            <p:blipFill>
              <a:blip r:embed="rId5"/>
              <a:stretch>
                <a:fillRect/>
              </a:stretch>
            </p:blipFill>
            <p:spPr>
              <a:xfrm>
                <a:off x="1594080" y="1279080"/>
                <a:ext cx="1789920" cy="2915640"/>
              </a:xfrm>
              <a:prstGeom prst="rect">
                <a:avLst/>
              </a:prstGeom>
            </p:spPr>
          </p:pic>
        </mc:Fallback>
      </mc:AlternateContent>
    </p:spTree>
    <p:extLst>
      <p:ext uri="{BB962C8B-B14F-4D97-AF65-F5344CB8AC3E}">
        <p14:creationId xmlns:p14="http://schemas.microsoft.com/office/powerpoint/2010/main" val="668527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Links and Kinematic symbols</a:t>
            </a:r>
          </a:p>
        </p:txBody>
      </p:sp>
      <p:pic>
        <p:nvPicPr>
          <p:cNvPr id="4" name="Content Placeholder 3" descr="3.png"/>
          <p:cNvPicPr>
            <a:picLocks noGrp="1" noChangeAspect="1"/>
          </p:cNvPicPr>
          <p:nvPr>
            <p:ph idx="1"/>
          </p:nvPr>
        </p:nvPicPr>
        <p:blipFill>
          <a:blip r:embed="rId2"/>
          <a:stretch>
            <a:fillRect/>
          </a:stretch>
        </p:blipFill>
        <p:spPr>
          <a:xfrm>
            <a:off x="1462721" y="1752600"/>
            <a:ext cx="6202681" cy="2514600"/>
          </a:xfrm>
        </p:spPr>
      </p:pic>
      <p:pic>
        <p:nvPicPr>
          <p:cNvPr id="5" name="Picture 4" descr="4.png"/>
          <p:cNvPicPr>
            <a:picLocks noChangeAspect="1"/>
          </p:cNvPicPr>
          <p:nvPr/>
        </p:nvPicPr>
        <p:blipFill>
          <a:blip r:embed="rId3"/>
          <a:stretch>
            <a:fillRect/>
          </a:stretch>
        </p:blipFill>
        <p:spPr>
          <a:xfrm>
            <a:off x="1615030" y="4648200"/>
            <a:ext cx="5868219" cy="1762371"/>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p14:cNvContentPartPr/>
              <p14:nvPr/>
            </p14:nvContentPartPr>
            <p14:xfrm>
              <a:off x="4273920" y="4371480"/>
              <a:ext cx="4680" cy="1440"/>
            </p14:xfrm>
          </p:contentPart>
        </mc:Choice>
        <mc:Fallback xmlns="">
          <p:pic>
            <p:nvPicPr>
              <p:cNvPr id="3" name="Ink 2"/>
              <p:cNvPicPr/>
              <p:nvPr/>
            </p:nvPicPr>
            <p:blipFill>
              <a:blip r:embed="rId5"/>
              <a:stretch>
                <a:fillRect/>
              </a:stretch>
            </p:blipFill>
            <p:spPr>
              <a:xfrm>
                <a:off x="4266360" y="4359960"/>
                <a:ext cx="2376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8852652D-C56C-73AE-4044-1A7FD12936C1}"/>
                  </a:ext>
                </a:extLst>
              </p14:cNvPr>
              <p14:cNvContentPartPr/>
              <p14:nvPr/>
            </p14:nvContentPartPr>
            <p14:xfrm>
              <a:off x="1346760" y="2816640"/>
              <a:ext cx="6353280" cy="3374640"/>
            </p14:xfrm>
          </p:contentPart>
        </mc:Choice>
        <mc:Fallback>
          <p:pic>
            <p:nvPicPr>
              <p:cNvPr id="6" name="Ink 5">
                <a:extLst>
                  <a:ext uri="{FF2B5EF4-FFF2-40B4-BE49-F238E27FC236}">
                    <a16:creationId xmlns:a16="http://schemas.microsoft.com/office/drawing/2014/main" id="{8852652D-C56C-73AE-4044-1A7FD12936C1}"/>
                  </a:ext>
                </a:extLst>
              </p:cNvPr>
              <p:cNvPicPr/>
              <p:nvPr/>
            </p:nvPicPr>
            <p:blipFill>
              <a:blip r:embed="rId7"/>
              <a:stretch>
                <a:fillRect/>
              </a:stretch>
            </p:blipFill>
            <p:spPr>
              <a:xfrm>
                <a:off x="1337400" y="2807280"/>
                <a:ext cx="6372000" cy="3393360"/>
              </a:xfrm>
              <a:prstGeom prst="rect">
                <a:avLst/>
              </a:prstGeom>
            </p:spPr>
          </p:pic>
        </mc:Fallback>
      </mc:AlternateContent>
    </p:spTree>
    <p:extLst>
      <p:ext uri="{BB962C8B-B14F-4D97-AF65-F5344CB8AC3E}">
        <p14:creationId xmlns:p14="http://schemas.microsoft.com/office/powerpoint/2010/main" val="47465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Links and Kinematic symbols</a:t>
            </a:r>
          </a:p>
        </p:txBody>
      </p:sp>
      <p:pic>
        <p:nvPicPr>
          <p:cNvPr id="6" name="Picture 5" descr="k6.jpg"/>
          <p:cNvPicPr>
            <a:picLocks noChangeAspect="1"/>
          </p:cNvPicPr>
          <p:nvPr/>
        </p:nvPicPr>
        <p:blipFill>
          <a:blip r:embed="rId2"/>
          <a:stretch>
            <a:fillRect/>
          </a:stretch>
        </p:blipFill>
        <p:spPr>
          <a:xfrm>
            <a:off x="3174624" y="4060411"/>
            <a:ext cx="5193632" cy="1973580"/>
          </a:xfrm>
          <a:prstGeom prst="rect">
            <a:avLst/>
          </a:prstGeom>
        </p:spPr>
      </p:pic>
      <p:sp>
        <p:nvSpPr>
          <p:cNvPr id="7" name="Rectangle 6"/>
          <p:cNvSpPr/>
          <p:nvPr/>
        </p:nvSpPr>
        <p:spPr>
          <a:xfrm>
            <a:off x="304800" y="5029200"/>
            <a:ext cx="2479781" cy="461665"/>
          </a:xfrm>
          <a:prstGeom prst="rect">
            <a:avLst/>
          </a:prstGeom>
        </p:spPr>
        <p:txBody>
          <a:bodyPr wrap="none">
            <a:spAutoFit/>
          </a:bodyPr>
          <a:lstStyle/>
          <a:p>
            <a:r>
              <a:rPr lang="en-US" sz="2400" b="1" dirty="0"/>
              <a:t>Cam and Follower</a:t>
            </a:r>
          </a:p>
        </p:txBody>
      </p:sp>
      <p:pic>
        <p:nvPicPr>
          <p:cNvPr id="8" name="Picture 7" descr="k7.jpg"/>
          <p:cNvPicPr>
            <a:picLocks noChangeAspect="1"/>
          </p:cNvPicPr>
          <p:nvPr/>
        </p:nvPicPr>
        <p:blipFill>
          <a:blip r:embed="rId3"/>
          <a:stretch>
            <a:fillRect/>
          </a:stretch>
        </p:blipFill>
        <p:spPr>
          <a:xfrm>
            <a:off x="2719556" y="1518900"/>
            <a:ext cx="6103768" cy="2209800"/>
          </a:xfrm>
          <a:prstGeom prst="rect">
            <a:avLst/>
          </a:prstGeom>
        </p:spPr>
      </p:pic>
      <p:sp>
        <p:nvSpPr>
          <p:cNvPr id="9" name="Rectangle 8"/>
          <p:cNvSpPr/>
          <p:nvPr/>
        </p:nvSpPr>
        <p:spPr>
          <a:xfrm>
            <a:off x="457200" y="2057400"/>
            <a:ext cx="1367682" cy="461665"/>
          </a:xfrm>
          <a:prstGeom prst="rect">
            <a:avLst/>
          </a:prstGeom>
        </p:spPr>
        <p:txBody>
          <a:bodyPr wrap="none">
            <a:spAutoFit/>
          </a:bodyPr>
          <a:lstStyle/>
          <a:p>
            <a:r>
              <a:rPr lang="en-US" sz="2400" b="1" dirty="0"/>
              <a:t>Gear pair</a:t>
            </a: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EDBB850F-76C8-69AD-E295-279414522930}"/>
                  </a:ext>
                </a:extLst>
              </p14:cNvPr>
              <p14:cNvContentPartPr/>
              <p14:nvPr/>
            </p14:nvContentPartPr>
            <p14:xfrm>
              <a:off x="297360" y="1486440"/>
              <a:ext cx="8071560" cy="3518640"/>
            </p14:xfrm>
          </p:contentPart>
        </mc:Choice>
        <mc:Fallback>
          <p:pic>
            <p:nvPicPr>
              <p:cNvPr id="3" name="Ink 2">
                <a:extLst>
                  <a:ext uri="{FF2B5EF4-FFF2-40B4-BE49-F238E27FC236}">
                    <a16:creationId xmlns:a16="http://schemas.microsoft.com/office/drawing/2014/main" id="{EDBB850F-76C8-69AD-E295-279414522930}"/>
                  </a:ext>
                </a:extLst>
              </p:cNvPr>
              <p:cNvPicPr/>
              <p:nvPr/>
            </p:nvPicPr>
            <p:blipFill>
              <a:blip r:embed="rId5"/>
              <a:stretch>
                <a:fillRect/>
              </a:stretch>
            </p:blipFill>
            <p:spPr>
              <a:xfrm>
                <a:off x="288000" y="1477080"/>
                <a:ext cx="8090280" cy="3537360"/>
              </a:xfrm>
              <a:prstGeom prst="rect">
                <a:avLst/>
              </a:prstGeom>
            </p:spPr>
          </p:pic>
        </mc:Fallback>
      </mc:AlternateContent>
    </p:spTree>
    <p:extLst>
      <p:ext uri="{BB962C8B-B14F-4D97-AF65-F5344CB8AC3E}">
        <p14:creationId xmlns:p14="http://schemas.microsoft.com/office/powerpoint/2010/main" val="30995193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Kutzbach</a:t>
            </a:r>
            <a:r>
              <a:rPr lang="en-US" dirty="0"/>
              <a:t> criterion</a:t>
            </a:r>
          </a:p>
        </p:txBody>
      </p:sp>
      <p:sp>
        <p:nvSpPr>
          <p:cNvPr id="3" name="Content Placeholder 2"/>
          <p:cNvSpPr>
            <a:spLocks noGrp="1"/>
          </p:cNvSpPr>
          <p:nvPr>
            <p:ph idx="1"/>
          </p:nvPr>
        </p:nvSpPr>
        <p:spPr>
          <a:xfrm>
            <a:off x="304801" y="1350273"/>
            <a:ext cx="6248399" cy="5058093"/>
          </a:xfrm>
        </p:spPr>
        <p:txBody>
          <a:bodyPr/>
          <a:lstStyle/>
          <a:p>
            <a:pPr algn="just"/>
            <a:r>
              <a:rPr lang="en-US" sz="2000" b="1" dirty="0"/>
              <a:t>m = 3(l - 1) - 2j – h</a:t>
            </a:r>
          </a:p>
          <a:p>
            <a:pPr algn="just"/>
            <a:endParaRPr lang="en-US" sz="2000" dirty="0"/>
          </a:p>
          <a:p>
            <a:pPr algn="just"/>
            <a:r>
              <a:rPr lang="en-US" sz="2000" dirty="0"/>
              <a:t>j = number of binary joints</a:t>
            </a:r>
          </a:p>
          <a:p>
            <a:pPr algn="just"/>
            <a:r>
              <a:rPr lang="en-US" sz="2000" dirty="0"/>
              <a:t>l = no. of links</a:t>
            </a:r>
          </a:p>
          <a:p>
            <a:pPr algn="just"/>
            <a:r>
              <a:rPr lang="en-US" sz="2000" dirty="0"/>
              <a:t>h – no of higher pairs (Cams and Gears).</a:t>
            </a:r>
          </a:p>
          <a:p>
            <a:pPr algn="just"/>
            <a:r>
              <a:rPr lang="en-US" sz="2000" dirty="0"/>
              <a:t>m – mobility, degree of freedom</a:t>
            </a:r>
          </a:p>
          <a:p>
            <a:pPr algn="just"/>
            <a:endParaRPr lang="en-IN" sz="2400" dirty="0"/>
          </a:p>
          <a:p>
            <a:pPr algn="just"/>
            <a:r>
              <a:rPr lang="en-US" sz="2000" b="1" i="1" dirty="0"/>
              <a:t>Binary joint</a:t>
            </a:r>
            <a:r>
              <a:rPr lang="en-US" sz="2000" dirty="0"/>
              <a:t>. When two links are joined at the same connection, the joint is known as binary joint.</a:t>
            </a:r>
          </a:p>
          <a:p>
            <a:pPr algn="just"/>
            <a:endParaRPr lang="en-US" sz="2000" b="1" i="1" dirty="0"/>
          </a:p>
          <a:p>
            <a:pPr algn="just"/>
            <a:r>
              <a:rPr lang="en-US" sz="2000" b="1" i="1" dirty="0"/>
              <a:t>Ternary joint</a:t>
            </a:r>
            <a:r>
              <a:rPr lang="en-US" sz="2000" dirty="0"/>
              <a:t>. When three links are joined at the same connection, the joint is known as ternary joint. It is equivalent to two binary joints as one of the three links joined carry the pin for the other two links</a:t>
            </a:r>
          </a:p>
        </p:txBody>
      </p:sp>
      <p:sp>
        <p:nvSpPr>
          <p:cNvPr id="4" name="TextBox 3"/>
          <p:cNvSpPr txBox="1"/>
          <p:nvPr/>
        </p:nvSpPr>
        <p:spPr>
          <a:xfrm>
            <a:off x="5791200" y="632639"/>
            <a:ext cx="3352800" cy="646331"/>
          </a:xfrm>
          <a:prstGeom prst="rect">
            <a:avLst/>
          </a:prstGeom>
          <a:noFill/>
        </p:spPr>
        <p:txBody>
          <a:bodyPr wrap="square" rtlCol="0">
            <a:spAutoFit/>
          </a:bodyPr>
          <a:lstStyle/>
          <a:p>
            <a:r>
              <a:rPr lang="en-US" dirty="0"/>
              <a:t>When h = 0, </a:t>
            </a:r>
            <a:r>
              <a:rPr lang="en-US" dirty="0" err="1"/>
              <a:t>Kutzbach</a:t>
            </a:r>
            <a:r>
              <a:rPr lang="en-US" dirty="0"/>
              <a:t> criterion becomes </a:t>
            </a:r>
            <a:r>
              <a:rPr lang="en-US" dirty="0" err="1"/>
              <a:t>Grubler’s</a:t>
            </a:r>
            <a:r>
              <a:rPr lang="en-US" dirty="0"/>
              <a:t> Equation</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3200" y="1492879"/>
            <a:ext cx="2478741" cy="4911005"/>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3FF3BA9B-8745-0981-1BC1-9D318BAC84E0}"/>
                  </a:ext>
                </a:extLst>
              </p14:cNvPr>
              <p14:cNvContentPartPr/>
              <p14:nvPr/>
            </p14:nvContentPartPr>
            <p14:xfrm>
              <a:off x="26640" y="123840"/>
              <a:ext cx="8872560" cy="5899680"/>
            </p14:xfrm>
          </p:contentPart>
        </mc:Choice>
        <mc:Fallback>
          <p:pic>
            <p:nvPicPr>
              <p:cNvPr id="5" name="Ink 4">
                <a:extLst>
                  <a:ext uri="{FF2B5EF4-FFF2-40B4-BE49-F238E27FC236}">
                    <a16:creationId xmlns:a16="http://schemas.microsoft.com/office/drawing/2014/main" id="{3FF3BA9B-8745-0981-1BC1-9D318BAC84E0}"/>
                  </a:ext>
                </a:extLst>
              </p:cNvPr>
              <p:cNvPicPr/>
              <p:nvPr/>
            </p:nvPicPr>
            <p:blipFill>
              <a:blip r:embed="rId4"/>
              <a:stretch>
                <a:fillRect/>
              </a:stretch>
            </p:blipFill>
            <p:spPr>
              <a:xfrm>
                <a:off x="17280" y="114480"/>
                <a:ext cx="8891280" cy="5918400"/>
              </a:xfrm>
              <a:prstGeom prst="rect">
                <a:avLst/>
              </a:prstGeom>
            </p:spPr>
          </p:pic>
        </mc:Fallback>
      </mc:AlternateContent>
    </p:spTree>
    <p:extLst>
      <p:ext uri="{BB962C8B-B14F-4D97-AF65-F5344CB8AC3E}">
        <p14:creationId xmlns:p14="http://schemas.microsoft.com/office/powerpoint/2010/main" val="32368460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74DD6-6156-0042-2007-AF35BE45E3C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CB5939A-5299-360A-7D1D-FDF477150BF6}"/>
              </a:ext>
            </a:extLst>
          </p:cNvPr>
          <p:cNvSpPr>
            <a:spLocks noGrp="1"/>
          </p:cNvSpPr>
          <p:nvPr>
            <p:ph sz="quarter" idx="1"/>
          </p:nvPr>
        </p:nvSpPr>
        <p:spPr/>
        <p:txBody>
          <a:bodyPr/>
          <a:lstStyle/>
          <a:p>
            <a:endParaRPr lang="en-IN"/>
          </a:p>
        </p:txBody>
      </p:sp>
      <p:sp>
        <p:nvSpPr>
          <p:cNvPr id="4" name="Date Placeholder 3">
            <a:extLst>
              <a:ext uri="{FF2B5EF4-FFF2-40B4-BE49-F238E27FC236}">
                <a16:creationId xmlns:a16="http://schemas.microsoft.com/office/drawing/2014/main" id="{36422FBF-A9ED-ED95-81EC-233FC48E97BF}"/>
              </a:ext>
            </a:extLst>
          </p:cNvPr>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a:extLst>
              <a:ext uri="{FF2B5EF4-FFF2-40B4-BE49-F238E27FC236}">
                <a16:creationId xmlns:a16="http://schemas.microsoft.com/office/drawing/2014/main" id="{3E54015E-A2BB-962B-820C-B5D1BBD69790}"/>
              </a:ext>
            </a:extLst>
          </p:cNvPr>
          <p:cNvSpPr>
            <a:spLocks noGrp="1"/>
          </p:cNvSpPr>
          <p:nvPr>
            <p:ph type="sldNum" sz="quarter" idx="11"/>
          </p:nvPr>
        </p:nvSpPr>
        <p:spPr/>
        <p:txBody>
          <a:bodyPr/>
          <a:lstStyle/>
          <a:p>
            <a:pPr>
              <a:defRPr/>
            </a:pPr>
            <a:fld id="{329D9082-6628-4ABA-973B-A62DDACA0227}" type="slidenum">
              <a:rPr lang="en-CA" altLang="en-US" smtClean="0"/>
              <a:pPr>
                <a:defRPr/>
              </a:pPr>
              <a:t>26</a:t>
            </a:fld>
            <a:endParaRPr lang="en-CA" altLang="en-US" dirty="0"/>
          </a:p>
        </p:txBody>
      </p:sp>
      <p:sp>
        <p:nvSpPr>
          <p:cNvPr id="6" name="Footer Placeholder 5">
            <a:extLst>
              <a:ext uri="{FF2B5EF4-FFF2-40B4-BE49-F238E27FC236}">
                <a16:creationId xmlns:a16="http://schemas.microsoft.com/office/drawing/2014/main" id="{66B6724F-AC04-9EAB-39B5-4F06F1D2DAA6}"/>
              </a:ext>
            </a:extLst>
          </p:cNvPr>
          <p:cNvSpPr>
            <a:spLocks noGrp="1"/>
          </p:cNvSpPr>
          <p:nvPr>
            <p:ph type="ftr" sz="quarter" idx="12"/>
          </p:nvPr>
        </p:nvSpPr>
        <p:spPr/>
        <p:txBody>
          <a:bodyPr/>
          <a:lstStyle/>
          <a:p>
            <a:pPr>
              <a:defRPr/>
            </a:pPr>
            <a:r>
              <a:rPr lang="en-IN"/>
              <a:t>DE  ZG561</a:t>
            </a:r>
            <a:r>
              <a:rPr lang="en-CA"/>
              <a:t>, MECHANISMS AND ROBOTICS</a:t>
            </a:r>
            <a:endParaRPr lang="en-CA" dirty="0"/>
          </a:p>
        </p:txBody>
      </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C685A805-33F5-695F-FA8F-EDAC53C008C3}"/>
                  </a:ext>
                </a:extLst>
              </p14:cNvPr>
              <p14:cNvContentPartPr/>
              <p14:nvPr/>
            </p14:nvContentPartPr>
            <p14:xfrm>
              <a:off x="279360" y="1679040"/>
              <a:ext cx="2716920" cy="1702080"/>
            </p14:xfrm>
          </p:contentPart>
        </mc:Choice>
        <mc:Fallback>
          <p:pic>
            <p:nvPicPr>
              <p:cNvPr id="7" name="Ink 6">
                <a:extLst>
                  <a:ext uri="{FF2B5EF4-FFF2-40B4-BE49-F238E27FC236}">
                    <a16:creationId xmlns:a16="http://schemas.microsoft.com/office/drawing/2014/main" id="{C685A805-33F5-695F-FA8F-EDAC53C008C3}"/>
                  </a:ext>
                </a:extLst>
              </p:cNvPr>
              <p:cNvPicPr/>
              <p:nvPr/>
            </p:nvPicPr>
            <p:blipFill>
              <a:blip r:embed="rId3"/>
              <a:stretch>
                <a:fillRect/>
              </a:stretch>
            </p:blipFill>
            <p:spPr>
              <a:xfrm>
                <a:off x="270000" y="1669680"/>
                <a:ext cx="2735640" cy="1720800"/>
              </a:xfrm>
              <a:prstGeom prst="rect">
                <a:avLst/>
              </a:prstGeom>
            </p:spPr>
          </p:pic>
        </mc:Fallback>
      </mc:AlternateContent>
    </p:spTree>
    <p:extLst>
      <p:ext uri="{BB962C8B-B14F-4D97-AF65-F5344CB8AC3E}">
        <p14:creationId xmlns:p14="http://schemas.microsoft.com/office/powerpoint/2010/main" val="1109829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01CED-74BF-9FBD-F84C-544A70F639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831374-F39F-A830-995C-BB0B52C4D88C}"/>
              </a:ext>
            </a:extLst>
          </p:cNvPr>
          <p:cNvSpPr>
            <a:spLocks noGrp="1"/>
          </p:cNvSpPr>
          <p:nvPr>
            <p:ph sz="quarter" idx="1"/>
          </p:nvPr>
        </p:nvSpPr>
        <p:spPr/>
        <p:txBody>
          <a:bodyPr/>
          <a:lstStyle/>
          <a:p>
            <a:endParaRPr lang="en-IN"/>
          </a:p>
        </p:txBody>
      </p:sp>
      <p:sp>
        <p:nvSpPr>
          <p:cNvPr id="4" name="Date Placeholder 3">
            <a:extLst>
              <a:ext uri="{FF2B5EF4-FFF2-40B4-BE49-F238E27FC236}">
                <a16:creationId xmlns:a16="http://schemas.microsoft.com/office/drawing/2014/main" id="{74D7311C-8014-6637-89FF-16A7238B531F}"/>
              </a:ext>
            </a:extLst>
          </p:cNvPr>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a:extLst>
              <a:ext uri="{FF2B5EF4-FFF2-40B4-BE49-F238E27FC236}">
                <a16:creationId xmlns:a16="http://schemas.microsoft.com/office/drawing/2014/main" id="{34BA0008-643F-F05F-E58E-E2DAC187FD4E}"/>
              </a:ext>
            </a:extLst>
          </p:cNvPr>
          <p:cNvSpPr>
            <a:spLocks noGrp="1"/>
          </p:cNvSpPr>
          <p:nvPr>
            <p:ph type="sldNum" sz="quarter" idx="11"/>
          </p:nvPr>
        </p:nvSpPr>
        <p:spPr/>
        <p:txBody>
          <a:bodyPr/>
          <a:lstStyle/>
          <a:p>
            <a:pPr>
              <a:defRPr/>
            </a:pPr>
            <a:fld id="{329D9082-6628-4ABA-973B-A62DDACA0227}" type="slidenum">
              <a:rPr lang="en-CA" altLang="en-US" smtClean="0"/>
              <a:pPr>
                <a:defRPr/>
              </a:pPr>
              <a:t>27</a:t>
            </a:fld>
            <a:endParaRPr lang="en-CA" altLang="en-US" dirty="0"/>
          </a:p>
        </p:txBody>
      </p:sp>
      <p:sp>
        <p:nvSpPr>
          <p:cNvPr id="6" name="Footer Placeholder 5">
            <a:extLst>
              <a:ext uri="{FF2B5EF4-FFF2-40B4-BE49-F238E27FC236}">
                <a16:creationId xmlns:a16="http://schemas.microsoft.com/office/drawing/2014/main" id="{9F8F602C-BF93-48AD-E35C-B928CFEF129B}"/>
              </a:ext>
            </a:extLst>
          </p:cNvPr>
          <p:cNvSpPr>
            <a:spLocks noGrp="1"/>
          </p:cNvSpPr>
          <p:nvPr>
            <p:ph type="ftr" sz="quarter" idx="12"/>
          </p:nvPr>
        </p:nvSpPr>
        <p:spPr/>
        <p:txBody>
          <a:bodyPr/>
          <a:lstStyle/>
          <a:p>
            <a:pPr>
              <a:defRPr/>
            </a:pPr>
            <a:r>
              <a:rPr lang="en-IN"/>
              <a:t>DE  ZG561</a:t>
            </a:r>
            <a:r>
              <a:rPr lang="en-CA"/>
              <a:t>, MECHANISMS AND ROBOTICS</a:t>
            </a:r>
            <a:endParaRPr lang="en-CA" dirty="0"/>
          </a:p>
        </p:txBody>
      </p:sp>
    </p:spTree>
    <p:extLst>
      <p:ext uri="{BB962C8B-B14F-4D97-AF65-F5344CB8AC3E}">
        <p14:creationId xmlns:p14="http://schemas.microsoft.com/office/powerpoint/2010/main" val="14140860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Robot Construction</a:t>
            </a:r>
            <a:endParaRPr lang="en-US" dirty="0"/>
          </a:p>
        </p:txBody>
      </p:sp>
      <p:sp>
        <p:nvSpPr>
          <p:cNvPr id="3" name="Content Placeholder 2"/>
          <p:cNvSpPr>
            <a:spLocks noGrp="1"/>
          </p:cNvSpPr>
          <p:nvPr>
            <p:ph sz="quarter" idx="1"/>
          </p:nvPr>
        </p:nvSpPr>
        <p:spPr>
          <a:xfrm>
            <a:off x="304801" y="1418272"/>
            <a:ext cx="4571999" cy="5058093"/>
          </a:xfrm>
        </p:spPr>
        <p:txBody>
          <a:bodyPr/>
          <a:lstStyle/>
          <a:p>
            <a:pPr algn="just">
              <a:buFont typeface="Wingdings" panose="05000000000000000000" pitchFamily="2" charset="2"/>
              <a:buChar char="v"/>
            </a:pPr>
            <a:r>
              <a:rPr lang="en-US" sz="2200" dirty="0"/>
              <a:t>A robot is mechanically constructed by connecting a set of bodies, called </a:t>
            </a:r>
            <a:r>
              <a:rPr lang="en-US" sz="2200" b="1" dirty="0"/>
              <a:t>links</a:t>
            </a:r>
            <a:r>
              <a:rPr lang="en-US" sz="2200" dirty="0"/>
              <a:t>, to each other using various types of </a:t>
            </a:r>
            <a:r>
              <a:rPr lang="en-US" sz="2200" b="1" dirty="0"/>
              <a:t>joints</a:t>
            </a:r>
            <a:r>
              <a:rPr lang="en-US" sz="2200" dirty="0"/>
              <a:t>.</a:t>
            </a:r>
          </a:p>
          <a:p>
            <a:pPr algn="just">
              <a:buFont typeface="Wingdings" panose="05000000000000000000" pitchFamily="2" charset="2"/>
              <a:buChar char="v"/>
            </a:pPr>
            <a:endParaRPr lang="en-US" sz="2200" dirty="0"/>
          </a:p>
          <a:p>
            <a:pPr algn="just">
              <a:buFont typeface="Wingdings" panose="05000000000000000000" pitchFamily="2" charset="2"/>
              <a:buChar char="v"/>
            </a:pPr>
            <a:r>
              <a:rPr lang="en-US" sz="2200" b="1" dirty="0"/>
              <a:t>Actuators</a:t>
            </a:r>
            <a:r>
              <a:rPr lang="en-US" sz="2200" dirty="0"/>
              <a:t>, such as electric motors, deliver forces or torques to the joints that cause the robot’s links to move.</a:t>
            </a:r>
          </a:p>
          <a:p>
            <a:pPr algn="just"/>
            <a:endParaRPr lang="en-US" sz="2200" dirty="0"/>
          </a:p>
        </p:txBody>
      </p:sp>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28</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3161" y="1752600"/>
            <a:ext cx="4140839" cy="3642967"/>
          </a:xfrm>
          <a:prstGeom prst="rect">
            <a:avLst/>
          </a:prstGeom>
        </p:spPr>
      </p:pic>
    </p:spTree>
    <p:extLst>
      <p:ext uri="{BB962C8B-B14F-4D97-AF65-F5344CB8AC3E}">
        <p14:creationId xmlns:p14="http://schemas.microsoft.com/office/powerpoint/2010/main" val="891142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Find the degrees of freedom</a:t>
            </a:r>
            <a:endParaRPr lang="en-US" dirty="0"/>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077444" y="1343111"/>
            <a:ext cx="7075956" cy="5133889"/>
          </a:xfrm>
        </p:spPr>
      </p:pic>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29</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AD8187ED-1FE6-5B30-7358-1F44EDD28474}"/>
                  </a:ext>
                </a:extLst>
              </p14:cNvPr>
              <p14:cNvContentPartPr/>
              <p14:nvPr/>
            </p14:nvContentPartPr>
            <p14:xfrm>
              <a:off x="57600" y="973440"/>
              <a:ext cx="9041040" cy="5136840"/>
            </p14:xfrm>
          </p:contentPart>
        </mc:Choice>
        <mc:Fallback>
          <p:pic>
            <p:nvPicPr>
              <p:cNvPr id="3" name="Ink 2">
                <a:extLst>
                  <a:ext uri="{FF2B5EF4-FFF2-40B4-BE49-F238E27FC236}">
                    <a16:creationId xmlns:a16="http://schemas.microsoft.com/office/drawing/2014/main" id="{AD8187ED-1FE6-5B30-7358-1F44EDD28474}"/>
                  </a:ext>
                </a:extLst>
              </p:cNvPr>
              <p:cNvPicPr/>
              <p:nvPr/>
            </p:nvPicPr>
            <p:blipFill>
              <a:blip r:embed="rId4"/>
              <a:stretch>
                <a:fillRect/>
              </a:stretch>
            </p:blipFill>
            <p:spPr>
              <a:xfrm>
                <a:off x="48240" y="964080"/>
                <a:ext cx="9059760" cy="5155560"/>
              </a:xfrm>
              <a:prstGeom prst="rect">
                <a:avLst/>
              </a:prstGeom>
            </p:spPr>
          </p:pic>
        </mc:Fallback>
      </mc:AlternateContent>
    </p:spTree>
    <p:extLst>
      <p:ext uri="{BB962C8B-B14F-4D97-AF65-F5344CB8AC3E}">
        <p14:creationId xmlns:p14="http://schemas.microsoft.com/office/powerpoint/2010/main" val="7677598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Find the degrees of freedom</a:t>
            </a:r>
            <a:endParaRPr lang="en-US" dirty="0"/>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838200" y="1358033"/>
            <a:ext cx="7075956" cy="5133889"/>
          </a:xfrm>
        </p:spPr>
      </p:pic>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30</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p:sp>
        <p:nvSpPr>
          <p:cNvPr id="3" name="TextBox 2"/>
          <p:cNvSpPr txBox="1"/>
          <p:nvPr/>
        </p:nvSpPr>
        <p:spPr>
          <a:xfrm>
            <a:off x="685800" y="2895600"/>
            <a:ext cx="1219200" cy="369332"/>
          </a:xfrm>
          <a:prstGeom prst="rect">
            <a:avLst/>
          </a:prstGeom>
          <a:noFill/>
        </p:spPr>
        <p:txBody>
          <a:bodyPr wrap="square" rtlCol="0">
            <a:spAutoFit/>
          </a:bodyPr>
          <a:lstStyle/>
          <a:p>
            <a:r>
              <a:rPr lang="en-IN" dirty="0" err="1">
                <a:solidFill>
                  <a:srgbClr val="FF0000"/>
                </a:solidFill>
              </a:rPr>
              <a:t>Dof</a:t>
            </a:r>
            <a:r>
              <a:rPr lang="en-IN" dirty="0">
                <a:solidFill>
                  <a:srgbClr val="FF0000"/>
                </a:solidFill>
              </a:rPr>
              <a:t> = 4</a:t>
            </a:r>
            <a:endParaRPr lang="en-US" dirty="0">
              <a:solidFill>
                <a:srgbClr val="FF0000"/>
              </a:solidFill>
            </a:endParaRPr>
          </a:p>
        </p:txBody>
      </p:sp>
      <p:sp>
        <p:nvSpPr>
          <p:cNvPr id="8" name="TextBox 7"/>
          <p:cNvSpPr txBox="1"/>
          <p:nvPr/>
        </p:nvSpPr>
        <p:spPr>
          <a:xfrm>
            <a:off x="4348469" y="2895600"/>
            <a:ext cx="1219200" cy="369332"/>
          </a:xfrm>
          <a:prstGeom prst="rect">
            <a:avLst/>
          </a:prstGeom>
          <a:noFill/>
        </p:spPr>
        <p:txBody>
          <a:bodyPr wrap="square" rtlCol="0">
            <a:spAutoFit/>
          </a:bodyPr>
          <a:lstStyle/>
          <a:p>
            <a:r>
              <a:rPr lang="en-IN" dirty="0" err="1">
                <a:solidFill>
                  <a:srgbClr val="FF0000"/>
                </a:solidFill>
              </a:rPr>
              <a:t>Dof</a:t>
            </a:r>
            <a:r>
              <a:rPr lang="en-IN" dirty="0">
                <a:solidFill>
                  <a:srgbClr val="FF0000"/>
                </a:solidFill>
              </a:rPr>
              <a:t> = 2</a:t>
            </a:r>
            <a:endParaRPr lang="en-US" dirty="0">
              <a:solidFill>
                <a:srgbClr val="FF0000"/>
              </a:solidFill>
            </a:endParaRPr>
          </a:p>
        </p:txBody>
      </p:sp>
      <p:sp>
        <p:nvSpPr>
          <p:cNvPr id="9" name="TextBox 8"/>
          <p:cNvSpPr txBox="1"/>
          <p:nvPr/>
        </p:nvSpPr>
        <p:spPr>
          <a:xfrm>
            <a:off x="152400" y="4941967"/>
            <a:ext cx="1219200" cy="369332"/>
          </a:xfrm>
          <a:prstGeom prst="rect">
            <a:avLst/>
          </a:prstGeom>
          <a:noFill/>
        </p:spPr>
        <p:txBody>
          <a:bodyPr wrap="square" rtlCol="0">
            <a:spAutoFit/>
          </a:bodyPr>
          <a:lstStyle/>
          <a:p>
            <a:r>
              <a:rPr lang="en-IN" dirty="0" err="1">
                <a:solidFill>
                  <a:srgbClr val="FF0000"/>
                </a:solidFill>
              </a:rPr>
              <a:t>Dof</a:t>
            </a:r>
            <a:r>
              <a:rPr lang="en-IN" dirty="0">
                <a:solidFill>
                  <a:srgbClr val="FF0000"/>
                </a:solidFill>
              </a:rPr>
              <a:t> = 1</a:t>
            </a:r>
            <a:endParaRPr lang="en-US" dirty="0">
              <a:solidFill>
                <a:srgbClr val="FF0000"/>
              </a:solidFill>
            </a:endParaRPr>
          </a:p>
        </p:txBody>
      </p:sp>
      <p:sp>
        <p:nvSpPr>
          <p:cNvPr id="10" name="TextBox 9"/>
          <p:cNvSpPr txBox="1"/>
          <p:nvPr/>
        </p:nvSpPr>
        <p:spPr>
          <a:xfrm>
            <a:off x="7304556" y="5118709"/>
            <a:ext cx="1219200" cy="369332"/>
          </a:xfrm>
          <a:prstGeom prst="rect">
            <a:avLst/>
          </a:prstGeom>
          <a:noFill/>
        </p:spPr>
        <p:txBody>
          <a:bodyPr wrap="square" rtlCol="0">
            <a:spAutoFit/>
          </a:bodyPr>
          <a:lstStyle/>
          <a:p>
            <a:r>
              <a:rPr lang="en-IN" dirty="0" err="1">
                <a:solidFill>
                  <a:srgbClr val="FF0000"/>
                </a:solidFill>
              </a:rPr>
              <a:t>Dof</a:t>
            </a:r>
            <a:r>
              <a:rPr lang="en-IN" dirty="0">
                <a:solidFill>
                  <a:srgbClr val="FF0000"/>
                </a:solidFill>
              </a:rPr>
              <a:t> = 1</a:t>
            </a:r>
            <a:endParaRPr lang="en-US" dirty="0">
              <a:solidFill>
                <a:srgbClr val="FF0000"/>
              </a:solidFill>
            </a:endParaRPr>
          </a:p>
        </p:txBody>
      </p:sp>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2F0BD39F-9270-CEE5-2F5E-31AB1A179CCE}"/>
                  </a:ext>
                </a:extLst>
              </p14:cNvPr>
              <p14:cNvContentPartPr/>
              <p14:nvPr/>
            </p14:nvContentPartPr>
            <p14:xfrm>
              <a:off x="320760" y="3304080"/>
              <a:ext cx="5113800" cy="2589120"/>
            </p14:xfrm>
          </p:contentPart>
        </mc:Choice>
        <mc:Fallback>
          <p:pic>
            <p:nvPicPr>
              <p:cNvPr id="11" name="Ink 10">
                <a:extLst>
                  <a:ext uri="{FF2B5EF4-FFF2-40B4-BE49-F238E27FC236}">
                    <a16:creationId xmlns:a16="http://schemas.microsoft.com/office/drawing/2014/main" id="{2F0BD39F-9270-CEE5-2F5E-31AB1A179CCE}"/>
                  </a:ext>
                </a:extLst>
              </p:cNvPr>
              <p:cNvPicPr/>
              <p:nvPr/>
            </p:nvPicPr>
            <p:blipFill>
              <a:blip r:embed="rId4"/>
              <a:stretch>
                <a:fillRect/>
              </a:stretch>
            </p:blipFill>
            <p:spPr>
              <a:xfrm>
                <a:off x="311400" y="3294720"/>
                <a:ext cx="5132520" cy="2607840"/>
              </a:xfrm>
              <a:prstGeom prst="rect">
                <a:avLst/>
              </a:prstGeom>
            </p:spPr>
          </p:pic>
        </mc:Fallback>
      </mc:AlternateContent>
    </p:spTree>
    <p:extLst>
      <p:ext uri="{BB962C8B-B14F-4D97-AF65-F5344CB8AC3E}">
        <p14:creationId xmlns:p14="http://schemas.microsoft.com/office/powerpoint/2010/main" val="18618325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endParaRPr lang="en-IN"/>
          </a:p>
        </p:txBody>
      </p:sp>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31</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p:spTree>
    <p:extLst>
      <p:ext uri="{BB962C8B-B14F-4D97-AF65-F5344CB8AC3E}">
        <p14:creationId xmlns:p14="http://schemas.microsoft.com/office/powerpoint/2010/main" val="219934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endParaRPr lang="en-IN"/>
          </a:p>
        </p:txBody>
      </p:sp>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32</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p:spTree>
    <p:extLst>
      <p:ext uri="{BB962C8B-B14F-4D97-AF65-F5344CB8AC3E}">
        <p14:creationId xmlns:p14="http://schemas.microsoft.com/office/powerpoint/2010/main" val="4262188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Find the degrees of freedom</a:t>
            </a:r>
            <a:endParaRPr lang="en-US" dirty="0"/>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143000" y="1348423"/>
            <a:ext cx="5760719" cy="3429000"/>
          </a:xfrm>
        </p:spPr>
      </p:pic>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33</a:t>
            </a:fld>
            <a:endParaRPr lang="en-CA" altLang="en-US" dirty="0"/>
          </a:p>
        </p:txBody>
      </p:sp>
      <p:sp>
        <p:nvSpPr>
          <p:cNvPr id="6" name="Footer Placeholder 5"/>
          <p:cNvSpPr>
            <a:spLocks noGrp="1"/>
          </p:cNvSpPr>
          <p:nvPr>
            <p:ph type="ftr" sz="quarter" idx="12"/>
          </p:nvPr>
        </p:nvSpPr>
        <p:spPr/>
        <p:txBody>
          <a:bodyPr/>
          <a:lstStyle/>
          <a:p>
            <a:pPr>
              <a:defRPr/>
            </a:pPr>
            <a:r>
              <a:rPr lang="en-IN" dirty="0"/>
              <a:t>DE  ZG561</a:t>
            </a:r>
            <a:r>
              <a:rPr lang="en-CA" dirty="0"/>
              <a:t>, MECHANISMS AND ROBOTICS</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F28C9C40-512A-FDA5-2933-C5C930D27C8B}"/>
                  </a:ext>
                </a:extLst>
              </p14:cNvPr>
              <p14:cNvContentPartPr/>
              <p14:nvPr/>
            </p14:nvContentPartPr>
            <p14:xfrm>
              <a:off x="1785600" y="1549080"/>
              <a:ext cx="7108200" cy="3481920"/>
            </p14:xfrm>
          </p:contentPart>
        </mc:Choice>
        <mc:Fallback>
          <p:pic>
            <p:nvPicPr>
              <p:cNvPr id="3" name="Ink 2">
                <a:extLst>
                  <a:ext uri="{FF2B5EF4-FFF2-40B4-BE49-F238E27FC236}">
                    <a16:creationId xmlns:a16="http://schemas.microsoft.com/office/drawing/2014/main" id="{F28C9C40-512A-FDA5-2933-C5C930D27C8B}"/>
                  </a:ext>
                </a:extLst>
              </p:cNvPr>
              <p:cNvPicPr/>
              <p:nvPr/>
            </p:nvPicPr>
            <p:blipFill>
              <a:blip r:embed="rId4"/>
              <a:stretch>
                <a:fillRect/>
              </a:stretch>
            </p:blipFill>
            <p:spPr>
              <a:xfrm>
                <a:off x="1776240" y="1539720"/>
                <a:ext cx="7126920" cy="3500640"/>
              </a:xfrm>
              <a:prstGeom prst="rect">
                <a:avLst/>
              </a:prstGeom>
            </p:spPr>
          </p:pic>
        </mc:Fallback>
      </mc:AlternateContent>
    </p:spTree>
    <p:extLst>
      <p:ext uri="{BB962C8B-B14F-4D97-AF65-F5344CB8AC3E}">
        <p14:creationId xmlns:p14="http://schemas.microsoft.com/office/powerpoint/2010/main" val="4374390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Find the degrees of freedom</a:t>
            </a:r>
            <a:endParaRPr lang="en-US" dirty="0"/>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143000" y="1348423"/>
            <a:ext cx="5760719" cy="3429000"/>
          </a:xfrm>
        </p:spPr>
      </p:pic>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34</a:t>
            </a:fld>
            <a:endParaRPr lang="en-CA" altLang="en-US" dirty="0"/>
          </a:p>
        </p:txBody>
      </p:sp>
      <p:sp>
        <p:nvSpPr>
          <p:cNvPr id="6" name="Footer Placeholder 5"/>
          <p:cNvSpPr>
            <a:spLocks noGrp="1"/>
          </p:cNvSpPr>
          <p:nvPr>
            <p:ph type="ftr" sz="quarter" idx="12"/>
          </p:nvPr>
        </p:nvSpPr>
        <p:spPr/>
        <p:txBody>
          <a:bodyPr/>
          <a:lstStyle/>
          <a:p>
            <a:pPr>
              <a:defRPr/>
            </a:pPr>
            <a:r>
              <a:rPr lang="en-IN" dirty="0"/>
              <a:t>DE  ZG561</a:t>
            </a:r>
            <a:r>
              <a:rPr lang="en-CA" dirty="0"/>
              <a:t>, MECHANISMS AND ROBOTICS</a:t>
            </a:r>
          </a:p>
        </p:txBody>
      </p:sp>
      <p:sp>
        <p:nvSpPr>
          <p:cNvPr id="8" name="TextBox 7"/>
          <p:cNvSpPr txBox="1"/>
          <p:nvPr/>
        </p:nvSpPr>
        <p:spPr>
          <a:xfrm>
            <a:off x="1371600" y="4900354"/>
            <a:ext cx="1219200" cy="923330"/>
          </a:xfrm>
          <a:prstGeom prst="rect">
            <a:avLst/>
          </a:prstGeom>
          <a:noFill/>
        </p:spPr>
        <p:txBody>
          <a:bodyPr wrap="square" rtlCol="0">
            <a:spAutoFit/>
          </a:bodyPr>
          <a:lstStyle/>
          <a:p>
            <a:r>
              <a:rPr lang="en-IN" dirty="0">
                <a:solidFill>
                  <a:srgbClr val="FF0000"/>
                </a:solidFill>
              </a:rPr>
              <a:t>N = 8</a:t>
            </a:r>
          </a:p>
          <a:p>
            <a:r>
              <a:rPr lang="en-IN" dirty="0">
                <a:solidFill>
                  <a:srgbClr val="FF0000"/>
                </a:solidFill>
              </a:rPr>
              <a:t>J = 9</a:t>
            </a:r>
          </a:p>
          <a:p>
            <a:r>
              <a:rPr lang="en-IN" b="1" dirty="0" err="1">
                <a:solidFill>
                  <a:srgbClr val="FF0000"/>
                </a:solidFill>
              </a:rPr>
              <a:t>Dof</a:t>
            </a:r>
            <a:r>
              <a:rPr lang="en-IN" b="1" dirty="0">
                <a:solidFill>
                  <a:srgbClr val="FF0000"/>
                </a:solidFill>
              </a:rPr>
              <a:t> = 3</a:t>
            </a:r>
            <a:endParaRPr lang="en-US" b="1" dirty="0">
              <a:solidFill>
                <a:srgbClr val="FF0000"/>
              </a:solidFill>
            </a:endParaRPr>
          </a:p>
        </p:txBody>
      </p:sp>
    </p:spTree>
    <p:extLst>
      <p:ext uri="{BB962C8B-B14F-4D97-AF65-F5344CB8AC3E}">
        <p14:creationId xmlns:p14="http://schemas.microsoft.com/office/powerpoint/2010/main" val="41757794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Find the degrees of freedom</a:t>
            </a:r>
            <a:endParaRPr lang="en-US" dirty="0"/>
          </a:p>
        </p:txBody>
      </p:sp>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35</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p:pic>
        <p:nvPicPr>
          <p:cNvPr id="9" name="Content Placeholder 8"/>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329575" y="1284445"/>
            <a:ext cx="8433425" cy="5195068"/>
          </a:xfr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71005EFE-C9B9-4EB9-AC2B-DE269D03C28C}"/>
                  </a:ext>
                </a:extLst>
              </p14:cNvPr>
              <p14:cNvContentPartPr/>
              <p14:nvPr/>
            </p14:nvContentPartPr>
            <p14:xfrm>
              <a:off x="627480" y="829080"/>
              <a:ext cx="8328240" cy="5193720"/>
            </p14:xfrm>
          </p:contentPart>
        </mc:Choice>
        <mc:Fallback>
          <p:pic>
            <p:nvPicPr>
              <p:cNvPr id="3" name="Ink 2">
                <a:extLst>
                  <a:ext uri="{FF2B5EF4-FFF2-40B4-BE49-F238E27FC236}">
                    <a16:creationId xmlns:a16="http://schemas.microsoft.com/office/drawing/2014/main" id="{71005EFE-C9B9-4EB9-AC2B-DE269D03C28C}"/>
                  </a:ext>
                </a:extLst>
              </p:cNvPr>
              <p:cNvPicPr/>
              <p:nvPr/>
            </p:nvPicPr>
            <p:blipFill>
              <a:blip r:embed="rId4"/>
              <a:stretch>
                <a:fillRect/>
              </a:stretch>
            </p:blipFill>
            <p:spPr>
              <a:xfrm>
                <a:off x="618120" y="819720"/>
                <a:ext cx="8346960" cy="5212440"/>
              </a:xfrm>
              <a:prstGeom prst="rect">
                <a:avLst/>
              </a:prstGeom>
            </p:spPr>
          </p:pic>
        </mc:Fallback>
      </mc:AlternateContent>
    </p:spTree>
    <p:extLst>
      <p:ext uri="{BB962C8B-B14F-4D97-AF65-F5344CB8AC3E}">
        <p14:creationId xmlns:p14="http://schemas.microsoft.com/office/powerpoint/2010/main" val="5811397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IN" dirty="0"/>
              <a:t>l = 12</a:t>
            </a:r>
          </a:p>
          <a:p>
            <a:r>
              <a:rPr lang="en-IN" dirty="0"/>
              <a:t>j = 15</a:t>
            </a:r>
          </a:p>
          <a:p>
            <a:r>
              <a:rPr lang="en-IN" dirty="0" err="1"/>
              <a:t>Dof</a:t>
            </a:r>
            <a:r>
              <a:rPr lang="en-IN" dirty="0"/>
              <a:t> = 3</a:t>
            </a:r>
            <a:endParaRPr lang="en-US" dirty="0"/>
          </a:p>
        </p:txBody>
      </p:sp>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36</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2D7575B4-9700-4279-45DF-13E05576FEF6}"/>
                  </a:ext>
                </a:extLst>
              </p14:cNvPr>
              <p14:cNvContentPartPr/>
              <p14:nvPr/>
            </p14:nvContentPartPr>
            <p14:xfrm>
              <a:off x="127440" y="1239480"/>
              <a:ext cx="2457360" cy="2228760"/>
            </p14:xfrm>
          </p:contentPart>
        </mc:Choice>
        <mc:Fallback>
          <p:pic>
            <p:nvPicPr>
              <p:cNvPr id="7" name="Ink 6">
                <a:extLst>
                  <a:ext uri="{FF2B5EF4-FFF2-40B4-BE49-F238E27FC236}">
                    <a16:creationId xmlns:a16="http://schemas.microsoft.com/office/drawing/2014/main" id="{2D7575B4-9700-4279-45DF-13E05576FEF6}"/>
                  </a:ext>
                </a:extLst>
              </p:cNvPr>
              <p:cNvPicPr/>
              <p:nvPr/>
            </p:nvPicPr>
            <p:blipFill>
              <a:blip r:embed="rId3"/>
              <a:stretch>
                <a:fillRect/>
              </a:stretch>
            </p:blipFill>
            <p:spPr>
              <a:xfrm>
                <a:off x="118080" y="1230120"/>
                <a:ext cx="2476080" cy="2247480"/>
              </a:xfrm>
              <a:prstGeom prst="rect">
                <a:avLst/>
              </a:prstGeom>
            </p:spPr>
          </p:pic>
        </mc:Fallback>
      </mc:AlternateContent>
    </p:spTree>
    <p:extLst>
      <p:ext uri="{BB962C8B-B14F-4D97-AF65-F5344CB8AC3E}">
        <p14:creationId xmlns:p14="http://schemas.microsoft.com/office/powerpoint/2010/main" val="28132751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1" y="533400"/>
            <a:ext cx="8518523" cy="685165"/>
          </a:xfrm>
        </p:spPr>
        <p:txBody>
          <a:bodyPr>
            <a:normAutofit/>
          </a:bodyPr>
          <a:lstStyle/>
          <a:p>
            <a:r>
              <a:rPr lang="en-US" dirty="0" err="1"/>
              <a:t>Gr¨ubler’s</a:t>
            </a:r>
            <a:r>
              <a:rPr lang="en-US" dirty="0"/>
              <a:t> formula for degrees of freedom</a:t>
            </a:r>
          </a:p>
        </p:txBody>
      </p:sp>
      <p:sp>
        <p:nvSpPr>
          <p:cNvPr id="3" name="Content Placeholder 2"/>
          <p:cNvSpPr>
            <a:spLocks noGrp="1"/>
          </p:cNvSpPr>
          <p:nvPr>
            <p:ph sz="quarter" idx="1"/>
          </p:nvPr>
        </p:nvSpPr>
        <p:spPr>
          <a:xfrm>
            <a:off x="42584" y="1418273"/>
            <a:ext cx="5105399" cy="5073332"/>
          </a:xfrm>
        </p:spPr>
        <p:txBody>
          <a:bodyPr/>
          <a:lstStyle/>
          <a:p>
            <a:pPr algn="just">
              <a:buFont typeface="Wingdings" panose="05000000000000000000" pitchFamily="2" charset="2"/>
              <a:buChar char="v"/>
            </a:pPr>
            <a:r>
              <a:rPr lang="en-US" sz="2200" dirty="0"/>
              <a:t>Consider a mechanism consisting of N links, where ground is also regarded as a link. Let J be the number of joints, m be the number of degrees of freedom of a rigid body.</a:t>
            </a:r>
          </a:p>
          <a:p>
            <a:pPr lvl="1" algn="just">
              <a:buFont typeface="Wingdings" panose="05000000000000000000" pitchFamily="2" charset="2"/>
              <a:buChar char="Ø"/>
            </a:pPr>
            <a:r>
              <a:rPr lang="en-US" sz="1800" dirty="0"/>
              <a:t>(m = 3 for planar mechanisms and</a:t>
            </a:r>
          </a:p>
          <a:p>
            <a:pPr lvl="1" algn="just">
              <a:buFont typeface="Wingdings" panose="05000000000000000000" pitchFamily="2" charset="2"/>
              <a:buChar char="Ø"/>
            </a:pPr>
            <a:r>
              <a:rPr lang="en-US" sz="1800" dirty="0"/>
              <a:t>m = 6 for spatial mechanisms) </a:t>
            </a:r>
          </a:p>
          <a:p>
            <a:pPr algn="just">
              <a:buFont typeface="Wingdings" panose="05000000000000000000" pitchFamily="2" charset="2"/>
              <a:buChar char="v"/>
            </a:pPr>
            <a:r>
              <a:rPr lang="en-US" sz="2200" i="1" dirty="0"/>
              <a:t>f</a:t>
            </a:r>
            <a:r>
              <a:rPr lang="en-US" sz="1600" i="1" dirty="0"/>
              <a:t>i</a:t>
            </a:r>
            <a:r>
              <a:rPr lang="en-US" sz="2200" dirty="0"/>
              <a:t> be the number of degrees of freedom provided by joint </a:t>
            </a:r>
            <a:r>
              <a:rPr lang="en-US" sz="2200" dirty="0" err="1"/>
              <a:t>i</a:t>
            </a:r>
            <a:r>
              <a:rPr lang="en-US" sz="2200" dirty="0"/>
              <a:t>, and ci be the number of constraints provided by joint </a:t>
            </a:r>
            <a:r>
              <a:rPr lang="en-US" sz="2200" dirty="0" err="1"/>
              <a:t>i</a:t>
            </a:r>
            <a:r>
              <a:rPr lang="en-US" sz="2200" dirty="0"/>
              <a:t> (it follows that </a:t>
            </a:r>
            <a:r>
              <a:rPr lang="en-US" sz="2200" i="1" dirty="0"/>
              <a:t>f</a:t>
            </a:r>
            <a:r>
              <a:rPr lang="en-US" sz="1600" i="1" dirty="0"/>
              <a:t>i</a:t>
            </a:r>
            <a:r>
              <a:rPr lang="en-US" sz="2200" i="1" dirty="0"/>
              <a:t> + c</a:t>
            </a:r>
            <a:r>
              <a:rPr lang="en-US" sz="1600" i="1" dirty="0"/>
              <a:t>i</a:t>
            </a:r>
            <a:r>
              <a:rPr lang="en-US" sz="2200" i="1" dirty="0"/>
              <a:t> </a:t>
            </a:r>
            <a:r>
              <a:rPr lang="en-US" sz="2200" dirty="0"/>
              <a:t>= m for all </a:t>
            </a:r>
            <a:r>
              <a:rPr lang="en-US" sz="2200" dirty="0" err="1"/>
              <a:t>i</a:t>
            </a:r>
            <a:r>
              <a:rPr lang="en-US" sz="2200" dirty="0"/>
              <a:t>). </a:t>
            </a:r>
          </a:p>
          <a:p>
            <a:pPr algn="just">
              <a:buFont typeface="Wingdings" panose="05000000000000000000" pitchFamily="2" charset="2"/>
              <a:buChar char="v"/>
            </a:pPr>
            <a:r>
              <a:rPr lang="en-US" sz="2200" dirty="0"/>
              <a:t>Then </a:t>
            </a:r>
            <a:r>
              <a:rPr lang="en-US" sz="2200" dirty="0" err="1"/>
              <a:t>Gr¨ubler’s</a:t>
            </a:r>
            <a:r>
              <a:rPr lang="en-US" sz="2200" dirty="0"/>
              <a:t> formula for the degrees of freedom (</a:t>
            </a:r>
            <a:r>
              <a:rPr lang="en-US" sz="2200" dirty="0" err="1"/>
              <a:t>dof</a:t>
            </a:r>
            <a:r>
              <a:rPr lang="en-US" sz="2200" dirty="0"/>
              <a:t>) of the robot is</a:t>
            </a:r>
          </a:p>
        </p:txBody>
      </p:sp>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37</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1671" y="2819400"/>
            <a:ext cx="4101294" cy="2785646"/>
          </a:xfrm>
          <a:prstGeom prst="rect">
            <a:avLst/>
          </a:prstGeom>
        </p:spPr>
      </p:pic>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FBFA7F5B-3BF8-E29E-E2B8-055B97BFAAE1}"/>
                  </a:ext>
                </a:extLst>
              </p14:cNvPr>
              <p14:cNvContentPartPr/>
              <p14:nvPr/>
            </p14:nvContentPartPr>
            <p14:xfrm>
              <a:off x="557640" y="3124800"/>
              <a:ext cx="8486640" cy="3307320"/>
            </p14:xfrm>
          </p:contentPart>
        </mc:Choice>
        <mc:Fallback>
          <p:pic>
            <p:nvPicPr>
              <p:cNvPr id="8" name="Ink 7">
                <a:extLst>
                  <a:ext uri="{FF2B5EF4-FFF2-40B4-BE49-F238E27FC236}">
                    <a16:creationId xmlns:a16="http://schemas.microsoft.com/office/drawing/2014/main" id="{FBFA7F5B-3BF8-E29E-E2B8-055B97BFAAE1}"/>
                  </a:ext>
                </a:extLst>
              </p:cNvPr>
              <p:cNvPicPr/>
              <p:nvPr/>
            </p:nvPicPr>
            <p:blipFill>
              <a:blip r:embed="rId4"/>
              <a:stretch>
                <a:fillRect/>
              </a:stretch>
            </p:blipFill>
            <p:spPr>
              <a:xfrm>
                <a:off x="548280" y="3115440"/>
                <a:ext cx="8505360" cy="3326040"/>
              </a:xfrm>
              <a:prstGeom prst="rect">
                <a:avLst/>
              </a:prstGeom>
            </p:spPr>
          </p:pic>
        </mc:Fallback>
      </mc:AlternateContent>
    </p:spTree>
    <p:extLst>
      <p:ext uri="{BB962C8B-B14F-4D97-AF65-F5344CB8AC3E}">
        <p14:creationId xmlns:p14="http://schemas.microsoft.com/office/powerpoint/2010/main" val="4169414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Joint types</a:t>
            </a:r>
            <a:endParaRPr lang="en-US" dirty="0"/>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322729" y="1600200"/>
            <a:ext cx="8568613" cy="4419600"/>
          </a:xfrm>
        </p:spPr>
      </p:pic>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38</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54BD88C6-7241-3B20-1204-116906BCB5F0}"/>
                  </a:ext>
                </a:extLst>
              </p14:cNvPr>
              <p14:cNvContentPartPr/>
              <p14:nvPr/>
            </p14:nvContentPartPr>
            <p14:xfrm>
              <a:off x="2657880" y="319320"/>
              <a:ext cx="6286320" cy="5564160"/>
            </p14:xfrm>
          </p:contentPart>
        </mc:Choice>
        <mc:Fallback>
          <p:pic>
            <p:nvPicPr>
              <p:cNvPr id="3" name="Ink 2">
                <a:extLst>
                  <a:ext uri="{FF2B5EF4-FFF2-40B4-BE49-F238E27FC236}">
                    <a16:creationId xmlns:a16="http://schemas.microsoft.com/office/drawing/2014/main" id="{54BD88C6-7241-3B20-1204-116906BCB5F0}"/>
                  </a:ext>
                </a:extLst>
              </p:cNvPr>
              <p:cNvPicPr/>
              <p:nvPr/>
            </p:nvPicPr>
            <p:blipFill>
              <a:blip r:embed="rId4"/>
              <a:stretch>
                <a:fillRect/>
              </a:stretch>
            </p:blipFill>
            <p:spPr>
              <a:xfrm>
                <a:off x="2648520" y="309960"/>
                <a:ext cx="6305040" cy="5582880"/>
              </a:xfrm>
              <a:prstGeom prst="rect">
                <a:avLst/>
              </a:prstGeom>
            </p:spPr>
          </p:pic>
        </mc:Fallback>
      </mc:AlternateContent>
    </p:spTree>
    <p:extLst>
      <p:ext uri="{BB962C8B-B14F-4D97-AF65-F5344CB8AC3E}">
        <p14:creationId xmlns:p14="http://schemas.microsoft.com/office/powerpoint/2010/main" val="2138238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Joint </a:t>
            </a:r>
            <a:r>
              <a:rPr lang="en-IN" dirty="0" err="1"/>
              <a:t>dof</a:t>
            </a:r>
            <a:endParaRPr lang="en-US" dirty="0"/>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914400" y="1828800"/>
            <a:ext cx="7578068" cy="3733800"/>
          </a:xfrm>
        </p:spPr>
      </p:pic>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39</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F7D5B39F-F826-9410-03FF-92592E2E6429}"/>
                  </a:ext>
                </a:extLst>
              </p14:cNvPr>
              <p14:cNvContentPartPr/>
              <p14:nvPr/>
            </p14:nvContentPartPr>
            <p14:xfrm>
              <a:off x="3404880" y="3234600"/>
              <a:ext cx="965520" cy="2333160"/>
            </p14:xfrm>
          </p:contentPart>
        </mc:Choice>
        <mc:Fallback>
          <p:pic>
            <p:nvPicPr>
              <p:cNvPr id="3" name="Ink 2">
                <a:extLst>
                  <a:ext uri="{FF2B5EF4-FFF2-40B4-BE49-F238E27FC236}">
                    <a16:creationId xmlns:a16="http://schemas.microsoft.com/office/drawing/2014/main" id="{F7D5B39F-F826-9410-03FF-92592E2E6429}"/>
                  </a:ext>
                </a:extLst>
              </p:cNvPr>
              <p:cNvPicPr/>
              <p:nvPr/>
            </p:nvPicPr>
            <p:blipFill>
              <a:blip r:embed="rId4"/>
              <a:stretch>
                <a:fillRect/>
              </a:stretch>
            </p:blipFill>
            <p:spPr>
              <a:xfrm>
                <a:off x="3395520" y="3225240"/>
                <a:ext cx="984240" cy="23518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A963BCD8-D23A-E082-6EB5-B8E8AAB12439}"/>
                  </a:ext>
                </a:extLst>
              </p14:cNvPr>
              <p14:cNvContentPartPr/>
              <p14:nvPr/>
            </p14:nvContentPartPr>
            <p14:xfrm>
              <a:off x="1111320" y="3614400"/>
              <a:ext cx="3000960" cy="1897200"/>
            </p14:xfrm>
          </p:contentPart>
        </mc:Choice>
        <mc:Fallback>
          <p:pic>
            <p:nvPicPr>
              <p:cNvPr id="8" name="Ink 7">
                <a:extLst>
                  <a:ext uri="{FF2B5EF4-FFF2-40B4-BE49-F238E27FC236}">
                    <a16:creationId xmlns:a16="http://schemas.microsoft.com/office/drawing/2014/main" id="{A963BCD8-D23A-E082-6EB5-B8E8AAB12439}"/>
                  </a:ext>
                </a:extLst>
              </p:cNvPr>
              <p:cNvPicPr/>
              <p:nvPr/>
            </p:nvPicPr>
            <p:blipFill>
              <a:blip r:embed="rId6"/>
              <a:stretch>
                <a:fillRect/>
              </a:stretch>
            </p:blipFill>
            <p:spPr>
              <a:xfrm>
                <a:off x="1101960" y="3605040"/>
                <a:ext cx="3019680" cy="1915920"/>
              </a:xfrm>
              <a:prstGeom prst="rect">
                <a:avLst/>
              </a:prstGeom>
            </p:spPr>
          </p:pic>
        </mc:Fallback>
      </mc:AlternateContent>
    </p:spTree>
    <p:extLst>
      <p:ext uri="{BB962C8B-B14F-4D97-AF65-F5344CB8AC3E}">
        <p14:creationId xmlns:p14="http://schemas.microsoft.com/office/powerpoint/2010/main" val="14493507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Find the </a:t>
            </a:r>
            <a:r>
              <a:rPr lang="en-IN" dirty="0" err="1"/>
              <a:t>dof</a:t>
            </a:r>
            <a:endParaRPr lang="en-US" dirty="0"/>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52400" y="1542561"/>
            <a:ext cx="4259272" cy="4798421"/>
          </a:xfrm>
        </p:spPr>
      </p:pic>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40</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p:sp>
        <p:nvSpPr>
          <p:cNvPr id="3" name="Rectangle 2"/>
          <p:cNvSpPr/>
          <p:nvPr/>
        </p:nvSpPr>
        <p:spPr>
          <a:xfrm>
            <a:off x="3886200" y="1459952"/>
            <a:ext cx="5105400" cy="1477328"/>
          </a:xfrm>
          <a:prstGeom prst="rect">
            <a:avLst/>
          </a:prstGeom>
        </p:spPr>
        <p:txBody>
          <a:bodyPr wrap="square">
            <a:spAutoFit/>
          </a:bodyPr>
          <a:lstStyle/>
          <a:p>
            <a:pPr algn="just"/>
            <a:r>
              <a:rPr lang="en-US" dirty="0">
                <a:latin typeface="CMR10"/>
              </a:rPr>
              <a:t>The Stewart-Gough platform consists of two platforms—the lower one stationary and regarded as ground, the upper one mobile—connected by six universal-prismatic-spherical (UPS) serial chains.</a:t>
            </a:r>
            <a:endParaRPr lang="en-US" dirty="0"/>
          </a:p>
        </p:txBody>
      </p:sp>
      <mc:AlternateContent xmlns:mc="http://schemas.openxmlformats.org/markup-compatibility/2006">
        <mc:Choice xmlns:p14="http://schemas.microsoft.com/office/powerpoint/2010/main" Requires="p14">
          <p:contentPart p14:bwMode="auto" r:id="rId3">
            <p14:nvContentPartPr>
              <p14:cNvPr id="16" name="Ink 15">
                <a:extLst>
                  <a:ext uri="{FF2B5EF4-FFF2-40B4-BE49-F238E27FC236}">
                    <a16:creationId xmlns:a16="http://schemas.microsoft.com/office/drawing/2014/main" id="{1A6D44F8-8EBA-55F1-DD91-A61FA2EBEF72}"/>
                  </a:ext>
                </a:extLst>
              </p14:cNvPr>
              <p14:cNvContentPartPr/>
              <p14:nvPr/>
            </p14:nvContentPartPr>
            <p14:xfrm>
              <a:off x="277560" y="458280"/>
              <a:ext cx="8589600" cy="5618880"/>
            </p14:xfrm>
          </p:contentPart>
        </mc:Choice>
        <mc:Fallback>
          <p:pic>
            <p:nvPicPr>
              <p:cNvPr id="16" name="Ink 15">
                <a:extLst>
                  <a:ext uri="{FF2B5EF4-FFF2-40B4-BE49-F238E27FC236}">
                    <a16:creationId xmlns:a16="http://schemas.microsoft.com/office/drawing/2014/main" id="{1A6D44F8-8EBA-55F1-DD91-A61FA2EBEF72}"/>
                  </a:ext>
                </a:extLst>
              </p:cNvPr>
              <p:cNvPicPr/>
              <p:nvPr/>
            </p:nvPicPr>
            <p:blipFill>
              <a:blip r:embed="rId4"/>
              <a:stretch>
                <a:fillRect/>
              </a:stretch>
            </p:blipFill>
            <p:spPr>
              <a:xfrm>
                <a:off x="268200" y="448920"/>
                <a:ext cx="8608320" cy="5637600"/>
              </a:xfrm>
              <a:prstGeom prst="rect">
                <a:avLst/>
              </a:prstGeom>
            </p:spPr>
          </p:pic>
        </mc:Fallback>
      </mc:AlternateContent>
    </p:spTree>
    <p:extLst>
      <p:ext uri="{BB962C8B-B14F-4D97-AF65-F5344CB8AC3E}">
        <p14:creationId xmlns:p14="http://schemas.microsoft.com/office/powerpoint/2010/main" val="558935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Find the </a:t>
            </a:r>
            <a:r>
              <a:rPr lang="en-IN" dirty="0" err="1"/>
              <a:t>dof</a:t>
            </a:r>
            <a:endParaRPr lang="en-US" dirty="0"/>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52400" y="1542561"/>
            <a:ext cx="4259272" cy="4798421"/>
          </a:xfrm>
        </p:spPr>
      </p:pic>
      <p:sp>
        <p:nvSpPr>
          <p:cNvPr id="4" name="Date Placeholder 3"/>
          <p:cNvSpPr>
            <a:spLocks noGrp="1"/>
          </p:cNvSpPr>
          <p:nvPr>
            <p:ph type="dt" sz="half" idx="10"/>
          </p:nvPr>
        </p:nvSpPr>
        <p:spPr/>
        <p:txBody>
          <a:bodyPr/>
          <a:lstStyle/>
          <a:p>
            <a:pPr>
              <a:defRPr/>
            </a:pPr>
            <a:fld id="{1B5DDA5B-0DCC-4B35-8048-DB090EE34DE8}" type="datetime3">
              <a:rPr lang="en-CA" smtClean="0"/>
              <a:pPr>
                <a:defRPr/>
              </a:pPr>
              <a:t>9 August 2025</a:t>
            </a:fld>
            <a:endParaRPr lang="en-CA"/>
          </a:p>
        </p:txBody>
      </p:sp>
      <p:sp>
        <p:nvSpPr>
          <p:cNvPr id="5" name="Slide Number Placeholder 4"/>
          <p:cNvSpPr>
            <a:spLocks noGrp="1"/>
          </p:cNvSpPr>
          <p:nvPr>
            <p:ph type="sldNum" sz="quarter" idx="11"/>
          </p:nvPr>
        </p:nvSpPr>
        <p:spPr/>
        <p:txBody>
          <a:bodyPr/>
          <a:lstStyle/>
          <a:p>
            <a:pPr>
              <a:defRPr/>
            </a:pPr>
            <a:fld id="{329D9082-6628-4ABA-973B-A62DDACA0227}" type="slidenum">
              <a:rPr lang="en-CA" altLang="en-US" smtClean="0"/>
              <a:pPr>
                <a:defRPr/>
              </a:pPr>
              <a:t>41</a:t>
            </a:fld>
            <a:endParaRPr lang="en-CA" altLang="en-US" dirty="0"/>
          </a:p>
        </p:txBody>
      </p:sp>
      <p:sp>
        <p:nvSpPr>
          <p:cNvPr id="6" name="Footer Placeholder 5"/>
          <p:cNvSpPr>
            <a:spLocks noGrp="1"/>
          </p:cNvSpPr>
          <p:nvPr>
            <p:ph type="ftr" sz="quarter" idx="12"/>
          </p:nvPr>
        </p:nvSpPr>
        <p:spPr/>
        <p:txBody>
          <a:bodyPr/>
          <a:lstStyle/>
          <a:p>
            <a:pPr>
              <a:defRPr/>
            </a:pPr>
            <a:r>
              <a:rPr lang="en-IN"/>
              <a:t>DE  ZG561</a:t>
            </a:r>
            <a:r>
              <a:rPr lang="en-CA"/>
              <a:t>, MECHANISMS AND ROBOTICS</a:t>
            </a:r>
            <a:endParaRPr lang="en-CA" dirty="0"/>
          </a:p>
        </p:txBody>
      </p:sp>
      <p:sp>
        <p:nvSpPr>
          <p:cNvPr id="3" name="Rectangle 2"/>
          <p:cNvSpPr/>
          <p:nvPr/>
        </p:nvSpPr>
        <p:spPr>
          <a:xfrm>
            <a:off x="3886200" y="1459952"/>
            <a:ext cx="5105400" cy="1477328"/>
          </a:xfrm>
          <a:prstGeom prst="rect">
            <a:avLst/>
          </a:prstGeom>
        </p:spPr>
        <p:txBody>
          <a:bodyPr wrap="square">
            <a:spAutoFit/>
          </a:bodyPr>
          <a:lstStyle/>
          <a:p>
            <a:pPr algn="just"/>
            <a:r>
              <a:rPr lang="en-US" dirty="0">
                <a:latin typeface="CMR10"/>
              </a:rPr>
              <a:t>The Stewart-Gough platform consists of two platforms—the lower one stationary and regarded as ground, the upper one mobile—connected by six universal-prismatic-spherical (UPS) serial chains.</a:t>
            </a:r>
            <a:endParaRPr lang="en-US" dirty="0"/>
          </a:p>
        </p:txBody>
      </p:sp>
      <p:sp>
        <p:nvSpPr>
          <p:cNvPr id="8" name="TextBox 7"/>
          <p:cNvSpPr txBox="1"/>
          <p:nvPr/>
        </p:nvSpPr>
        <p:spPr>
          <a:xfrm>
            <a:off x="4591358" y="5257800"/>
            <a:ext cx="1144012" cy="923330"/>
          </a:xfrm>
          <a:prstGeom prst="rect">
            <a:avLst/>
          </a:prstGeom>
          <a:noFill/>
        </p:spPr>
        <p:txBody>
          <a:bodyPr wrap="square" rtlCol="0">
            <a:spAutoFit/>
          </a:bodyPr>
          <a:lstStyle/>
          <a:p>
            <a:r>
              <a:rPr lang="en-IN" dirty="0">
                <a:solidFill>
                  <a:srgbClr val="FF0000"/>
                </a:solidFill>
              </a:rPr>
              <a:t>N =14</a:t>
            </a:r>
          </a:p>
          <a:p>
            <a:r>
              <a:rPr lang="en-IN" dirty="0">
                <a:solidFill>
                  <a:srgbClr val="FF0000"/>
                </a:solidFill>
              </a:rPr>
              <a:t>J = 18</a:t>
            </a:r>
          </a:p>
          <a:p>
            <a:r>
              <a:rPr lang="en-IN" b="1" dirty="0" err="1">
                <a:solidFill>
                  <a:srgbClr val="FF0000"/>
                </a:solidFill>
              </a:rPr>
              <a:t>Dof</a:t>
            </a:r>
            <a:r>
              <a:rPr lang="en-IN" b="1" dirty="0">
                <a:solidFill>
                  <a:srgbClr val="FF0000"/>
                </a:solidFill>
              </a:rPr>
              <a:t> = 6</a:t>
            </a:r>
            <a:endParaRPr lang="en-US" b="1" dirty="0">
              <a:solidFill>
                <a:srgbClr val="FF0000"/>
              </a:solidFill>
            </a:endParaRPr>
          </a:p>
        </p:txBody>
      </p:sp>
    </p:spTree>
    <p:extLst>
      <p:ext uri="{BB962C8B-B14F-4D97-AF65-F5344CB8AC3E}">
        <p14:creationId xmlns:p14="http://schemas.microsoft.com/office/powerpoint/2010/main" val="31678043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454025" y="260350"/>
            <a:ext cx="4683125" cy="909638"/>
          </a:xfrm>
        </p:spPr>
        <p:txBody>
          <a:bodyPr/>
          <a:lstStyle/>
          <a:p>
            <a:pPr fontAlgn="auto">
              <a:spcAft>
                <a:spcPts val="0"/>
              </a:spcAft>
              <a:defRPr/>
            </a:pPr>
            <a:r>
              <a:rPr lang="en-CA" altLang="en-US" dirty="0"/>
              <a:t>THANK YOU</a:t>
            </a:r>
          </a:p>
        </p:txBody>
      </p:sp>
      <p:sp>
        <p:nvSpPr>
          <p:cNvPr id="8" name="Footer Placeholder 7"/>
          <p:cNvSpPr>
            <a:spLocks noGrp="1"/>
          </p:cNvSpPr>
          <p:nvPr>
            <p:ph type="ftr" sz="quarter" idx="12"/>
          </p:nvPr>
        </p:nvSpPr>
        <p:spPr>
          <a:xfrm>
            <a:off x="2895600" y="6477000"/>
            <a:ext cx="4343400" cy="381000"/>
          </a:xfrm>
        </p:spPr>
        <p:txBody>
          <a:bodyPr/>
          <a:lstStyle/>
          <a:p>
            <a:pPr>
              <a:defRPr/>
            </a:pPr>
            <a:r>
              <a:rPr lang="en-US"/>
              <a:t>DE  ZG561, MECHANISMS AND ROBOTICS</a:t>
            </a:r>
            <a:endParaRPr lang="en-CA" dirty="0"/>
          </a:p>
        </p:txBody>
      </p:sp>
      <p:sp>
        <p:nvSpPr>
          <p:cNvPr id="54276" name="Slide Number Placeholder 6"/>
          <p:cNvSpPr>
            <a:spLocks noGrp="1"/>
          </p:cNvSpPr>
          <p:nvPr>
            <p:ph type="sldNum" sz="quarter" idx="11"/>
          </p:nvPr>
        </p:nvSpPr>
        <p:spPr bwMode="auto">
          <a:xfrm>
            <a:off x="7620000" y="6477000"/>
            <a:ext cx="1066800" cy="381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34EDCAC-E343-4FE9-BF44-C33D11AF0ACC}" type="slidenum">
              <a:rPr lang="en-CA" altLang="en-US" sz="1200">
                <a:solidFill>
                  <a:srgbClr val="898989"/>
                </a:solidFill>
                <a:latin typeface="Calibri" panose="020F0502020204030204" pitchFamily="34" charset="0"/>
              </a:rPr>
              <a:pPr>
                <a:spcBef>
                  <a:spcPct val="0"/>
                </a:spcBef>
                <a:buFontTx/>
                <a:buNone/>
              </a:pPr>
              <a:t>42</a:t>
            </a:fld>
            <a:endParaRPr lang="en-CA" altLang="en-US" sz="1200">
              <a:solidFill>
                <a:srgbClr val="898989"/>
              </a:solidFill>
              <a:latin typeface="Calibri" panose="020F0502020204030204" pitchFamily="34" charset="0"/>
            </a:endParaRPr>
          </a:p>
        </p:txBody>
      </p:sp>
      <p:sp>
        <p:nvSpPr>
          <p:cNvPr id="2" name="Date Placeholder 1"/>
          <p:cNvSpPr>
            <a:spLocks noGrp="1"/>
          </p:cNvSpPr>
          <p:nvPr>
            <p:ph type="dt" sz="quarter" idx="10"/>
          </p:nvPr>
        </p:nvSpPr>
        <p:spPr>
          <a:xfrm>
            <a:off x="457200" y="6477000"/>
            <a:ext cx="2133600" cy="365125"/>
          </a:xfrm>
        </p:spPr>
        <p:txBody>
          <a:bodyPr/>
          <a:lstStyle/>
          <a:p>
            <a:pPr>
              <a:defRPr/>
            </a:pPr>
            <a:fld id="{40EA5804-23DC-4D99-893D-09E85DF15296}" type="datetime3">
              <a:rPr lang="en-CA" smtClean="0"/>
              <a:pPr>
                <a:defRPr/>
              </a:pPr>
              <a:t>9 August 2025</a:t>
            </a:fld>
            <a:endParaRPr lang="en-CA"/>
          </a:p>
        </p:txBody>
      </p:sp>
      <p:sp>
        <p:nvSpPr>
          <p:cNvPr id="3" name="TextBox 2"/>
          <p:cNvSpPr txBox="1"/>
          <p:nvPr/>
        </p:nvSpPr>
        <p:spPr>
          <a:xfrm>
            <a:off x="454025" y="1398687"/>
            <a:ext cx="8229600" cy="4801314"/>
          </a:xfrm>
          <a:prstGeom prst="rect">
            <a:avLst/>
          </a:prstGeom>
          <a:noFill/>
        </p:spPr>
        <p:txBody>
          <a:bodyPr wrap="square">
            <a:spAutoFit/>
          </a:bodyPr>
          <a:lstStyle/>
          <a:p>
            <a:pPr>
              <a:defRPr/>
            </a:pPr>
            <a:r>
              <a:rPr lang="en-US" i="1" dirty="0"/>
              <a:t>References:</a:t>
            </a:r>
          </a:p>
          <a:p>
            <a:pPr marL="285750" indent="-285750">
              <a:buFont typeface="Wingdings" panose="05000000000000000000" pitchFamily="2" charset="2"/>
              <a:buChar char="v"/>
              <a:defRPr/>
            </a:pPr>
            <a:endParaRPr lang="en-US" i="1" dirty="0"/>
          </a:p>
          <a:p>
            <a:pPr marL="285750" indent="-285750">
              <a:buFont typeface="Wingdings" panose="05000000000000000000" pitchFamily="2" charset="2"/>
              <a:buChar char="v"/>
              <a:defRPr/>
            </a:pPr>
            <a:r>
              <a:rPr lang="en-US" i="1" dirty="0">
                <a:solidFill>
                  <a:srgbClr val="C00000"/>
                </a:solidFill>
              </a:rPr>
              <a:t>Machines and Mechanisms, Applied Kinematic Analysis (Fourth Edition) – David H. </a:t>
            </a:r>
            <a:r>
              <a:rPr lang="en-US" i="1" dirty="0" err="1">
                <a:solidFill>
                  <a:srgbClr val="C00000"/>
                </a:solidFill>
              </a:rPr>
              <a:t>Myszka</a:t>
            </a:r>
            <a:endParaRPr lang="en-US" i="1" dirty="0">
              <a:solidFill>
                <a:srgbClr val="C00000"/>
              </a:solidFill>
            </a:endParaRPr>
          </a:p>
          <a:p>
            <a:pPr marL="285750" indent="-285750">
              <a:buFont typeface="Wingdings" panose="05000000000000000000" pitchFamily="2" charset="2"/>
              <a:buChar char="v"/>
              <a:defRPr/>
            </a:pPr>
            <a:endParaRPr lang="en-US" i="1" dirty="0"/>
          </a:p>
          <a:p>
            <a:pPr marL="285750" indent="-285750">
              <a:buFont typeface="Wingdings" panose="05000000000000000000" pitchFamily="2" charset="2"/>
              <a:buChar char="v"/>
              <a:defRPr/>
            </a:pPr>
            <a:r>
              <a:rPr lang="en-US" i="1" dirty="0"/>
              <a:t>Industrial Robotics - </a:t>
            </a:r>
            <a:r>
              <a:rPr lang="en-US" i="1" dirty="0" err="1"/>
              <a:t>Mikell</a:t>
            </a:r>
            <a:r>
              <a:rPr lang="en-US" i="1" dirty="0"/>
              <a:t> P. </a:t>
            </a:r>
            <a:r>
              <a:rPr lang="en-US" i="1" dirty="0" err="1"/>
              <a:t>Groover</a:t>
            </a:r>
            <a:endParaRPr lang="en-US" i="1" dirty="0"/>
          </a:p>
          <a:p>
            <a:pPr marL="285750" indent="-285750">
              <a:buFont typeface="Wingdings" panose="05000000000000000000" pitchFamily="2" charset="2"/>
              <a:buChar char="v"/>
              <a:defRPr/>
            </a:pPr>
            <a:endParaRPr lang="en-US" i="1" dirty="0"/>
          </a:p>
          <a:p>
            <a:pPr marL="285750" indent="-285750">
              <a:buFont typeface="Wingdings" panose="05000000000000000000" pitchFamily="2" charset="2"/>
              <a:buChar char="v"/>
              <a:defRPr/>
            </a:pPr>
            <a:r>
              <a:rPr lang="en-US" i="1" dirty="0"/>
              <a:t>Fundamentals of Robotics – Robert Schilling</a:t>
            </a:r>
          </a:p>
          <a:p>
            <a:pPr marL="285750" indent="-285750">
              <a:buFont typeface="Wingdings" panose="05000000000000000000" pitchFamily="2" charset="2"/>
              <a:buChar char="v"/>
              <a:defRPr/>
            </a:pPr>
            <a:endParaRPr lang="en-US" i="1" dirty="0"/>
          </a:p>
          <a:p>
            <a:pPr marL="285750" indent="-285750">
              <a:buFont typeface="Wingdings" panose="05000000000000000000" pitchFamily="2" charset="2"/>
              <a:buChar char="v"/>
            </a:pPr>
            <a:r>
              <a:rPr lang="en-US" dirty="0"/>
              <a:t>INTRODUCTION TO ROBOTICS MECHANICS, PLANNING, AND CONTROL</a:t>
            </a:r>
            <a:r>
              <a:rPr lang="en-IN" i="1" dirty="0"/>
              <a:t>- </a:t>
            </a:r>
            <a:r>
              <a:rPr lang="en-US" dirty="0"/>
              <a:t>F. C. Park and K. M. Lynch</a:t>
            </a:r>
            <a:endParaRPr lang="en-US" b="1" dirty="0"/>
          </a:p>
          <a:p>
            <a:pPr marL="285750" indent="-285750">
              <a:buFont typeface="Wingdings" panose="05000000000000000000" pitchFamily="2" charset="2"/>
              <a:buChar char="v"/>
            </a:pPr>
            <a:endParaRPr lang="en-US" b="1" dirty="0"/>
          </a:p>
          <a:p>
            <a:pPr marL="285750" indent="-285750">
              <a:buFont typeface="Wingdings" panose="05000000000000000000" pitchFamily="2" charset="2"/>
              <a:buChar char="v"/>
            </a:pPr>
            <a:r>
              <a:rPr lang="en-US" dirty="0">
                <a:solidFill>
                  <a:srgbClr val="C00000"/>
                </a:solidFill>
              </a:rPr>
              <a:t>Modern Robotics: Mechanics, Planning, and Control," Kevin M. Lynch and Frank C. Park, Cambridge University Press, 2017.</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IN" i="1" dirty="0"/>
              <a:t>Theory of Machines, R.S. </a:t>
            </a:r>
            <a:r>
              <a:rPr lang="en-IN" i="1" dirty="0" err="1"/>
              <a:t>Khurmi</a:t>
            </a:r>
            <a:r>
              <a:rPr lang="en-IN" i="1" dirty="0"/>
              <a:t>.</a:t>
            </a:r>
            <a:endParaRPr lang="en-US" i="1" dirty="0"/>
          </a:p>
          <a:p>
            <a:pPr>
              <a:defRPr/>
            </a:pPr>
            <a:endParaRPr lang="en-US" i="1" dirty="0"/>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F12238A47FFD45821235F014964B92" ma:contentTypeVersion="28" ma:contentTypeDescription="Create a new document." ma:contentTypeScope="" ma:versionID="78b03f7245bfd8d6632afa56fbe3838c">
  <xsd:schema xmlns:xsd="http://www.w3.org/2001/XMLSchema" xmlns:xs="http://www.w3.org/2001/XMLSchema" xmlns:p="http://schemas.microsoft.com/office/2006/metadata/properties" xmlns:ns2="62c752f1-bd77-4b32-bcd5-44afe1204fc4" targetNamespace="http://schemas.microsoft.com/office/2006/metadata/properties" ma:root="true" ma:fieldsID="38b3980a6fa73308d099b3750ca5acec" ns2:_="">
    <xsd:import namespace="62c752f1-bd77-4b32-bcd5-44afe1204fc4"/>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c752f1-bd77-4b32-bcd5-44afe1204fc4"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s_Collaboration_Space_Locked xmlns="62c752f1-bd77-4b32-bcd5-44afe1204fc4" xsi:nil="true"/>
    <Has_Teacher_Only_SectionGroup xmlns="62c752f1-bd77-4b32-bcd5-44afe1204fc4" xsi:nil="true"/>
    <Owner xmlns="62c752f1-bd77-4b32-bcd5-44afe1204fc4">
      <UserInfo>
        <DisplayName/>
        <AccountId xsi:nil="true"/>
        <AccountType/>
      </UserInfo>
    </Owner>
    <Students xmlns="62c752f1-bd77-4b32-bcd5-44afe1204fc4">
      <UserInfo>
        <DisplayName/>
        <AccountId xsi:nil="true"/>
        <AccountType/>
      </UserInfo>
    </Students>
    <Invited_Teachers xmlns="62c752f1-bd77-4b32-bcd5-44afe1204fc4" xsi:nil="true"/>
    <Invited_Students xmlns="62c752f1-bd77-4b32-bcd5-44afe1204fc4" xsi:nil="true"/>
    <CultureName xmlns="62c752f1-bd77-4b32-bcd5-44afe1204fc4" xsi:nil="true"/>
    <Distribution_Groups xmlns="62c752f1-bd77-4b32-bcd5-44afe1204fc4" xsi:nil="true"/>
    <TeamsChannelId xmlns="62c752f1-bd77-4b32-bcd5-44afe1204fc4" xsi:nil="true"/>
    <Math_Settings xmlns="62c752f1-bd77-4b32-bcd5-44afe1204fc4" xsi:nil="true"/>
    <Teachers xmlns="62c752f1-bd77-4b32-bcd5-44afe1204fc4">
      <UserInfo>
        <DisplayName/>
        <AccountId xsi:nil="true"/>
        <AccountType/>
      </UserInfo>
    </Teachers>
    <AppVersion xmlns="62c752f1-bd77-4b32-bcd5-44afe1204fc4" xsi:nil="true"/>
    <LMS_Mappings xmlns="62c752f1-bd77-4b32-bcd5-44afe1204fc4" xsi:nil="true"/>
    <Self_Registration_Enabled xmlns="62c752f1-bd77-4b32-bcd5-44afe1204fc4" xsi:nil="true"/>
    <FolderType xmlns="62c752f1-bd77-4b32-bcd5-44afe1204fc4" xsi:nil="true"/>
    <IsNotebookLocked xmlns="62c752f1-bd77-4b32-bcd5-44afe1204fc4" xsi:nil="true"/>
    <DefaultSectionNames xmlns="62c752f1-bd77-4b32-bcd5-44afe1204fc4" xsi:nil="true"/>
    <Teams_Channel_Section_Location xmlns="62c752f1-bd77-4b32-bcd5-44afe1204fc4" xsi:nil="true"/>
    <Templates xmlns="62c752f1-bd77-4b32-bcd5-44afe1204fc4" xsi:nil="true"/>
    <NotebookType xmlns="62c752f1-bd77-4b32-bcd5-44afe1204fc4" xsi:nil="true"/>
    <Student_Groups xmlns="62c752f1-bd77-4b32-bcd5-44afe1204fc4">
      <UserInfo>
        <DisplayName/>
        <AccountId xsi:nil="true"/>
        <AccountType/>
      </UserInfo>
    </Student_Groups>
  </documentManagement>
</p:properties>
</file>

<file path=customXml/itemProps1.xml><?xml version="1.0" encoding="utf-8"?>
<ds:datastoreItem xmlns:ds="http://schemas.openxmlformats.org/officeDocument/2006/customXml" ds:itemID="{D19A3D9C-180A-4DCC-9624-C4D81402F2D1}"/>
</file>

<file path=customXml/itemProps2.xml><?xml version="1.0" encoding="utf-8"?>
<ds:datastoreItem xmlns:ds="http://schemas.openxmlformats.org/officeDocument/2006/customXml" ds:itemID="{91ED1B80-ABF6-4F8B-AFC9-8406E1432126}"/>
</file>

<file path=customXml/itemProps3.xml><?xml version="1.0" encoding="utf-8"?>
<ds:datastoreItem xmlns:ds="http://schemas.openxmlformats.org/officeDocument/2006/customXml" ds:itemID="{992915B4-2B07-4F02-936A-9704CD745C3A}"/>
</file>

<file path=docProps/app.xml><?xml version="1.0" encoding="utf-8"?>
<Properties xmlns="http://schemas.openxmlformats.org/officeDocument/2006/extended-properties" xmlns:vt="http://schemas.openxmlformats.org/officeDocument/2006/docPropsVTypes">
  <TotalTime>10295</TotalTime>
  <Words>1726</Words>
  <Application>Microsoft Office PowerPoint</Application>
  <PresentationFormat>On-screen Show (4:3)</PresentationFormat>
  <Paragraphs>260</Paragraphs>
  <Slides>42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CMR10</vt:lpstr>
      <vt:lpstr>Wingdings</vt:lpstr>
      <vt:lpstr>1_Office Theme</vt:lpstr>
      <vt:lpstr>Mechanisms and Robotics DE ES ZG561</vt:lpstr>
      <vt:lpstr>Fundamentals of Robot Technology</vt:lpstr>
      <vt:lpstr>PowerPoint Presentation</vt:lpstr>
      <vt:lpstr>PowerPoint Presentation</vt:lpstr>
      <vt:lpstr>PowerPoint Presentation</vt:lpstr>
      <vt:lpstr>PowerPoint Presentation</vt:lpstr>
      <vt:lpstr>PowerPoint Presentation</vt:lpstr>
      <vt:lpstr>Design and Control Issues  </vt:lpstr>
      <vt:lpstr>Design and Control Issues  </vt:lpstr>
      <vt:lpstr>Manipulation and Control</vt:lpstr>
      <vt:lpstr>Robot Specifications</vt:lpstr>
      <vt:lpstr>Drive System</vt:lpstr>
      <vt:lpstr>Speed of Motion</vt:lpstr>
      <vt:lpstr>Spatial Resolution, Accuracy, Precision</vt:lpstr>
      <vt:lpstr>Spatial Resolution, Accuracy, Repeatability</vt:lpstr>
      <vt:lpstr>Spatial Resolution, Accuracy, Precision</vt:lpstr>
      <vt:lpstr>Load Carrying Capacity</vt:lpstr>
      <vt:lpstr>Mechanisms</vt:lpstr>
      <vt:lpstr>Mechanisms</vt:lpstr>
      <vt:lpstr>Links and Kinematic symbols</vt:lpstr>
      <vt:lpstr>Links and Kinematic symbols</vt:lpstr>
      <vt:lpstr>Links and Kinematic symbols</vt:lpstr>
      <vt:lpstr>Links and Kinematic symbols</vt:lpstr>
      <vt:lpstr>Links and Kinematic symbols</vt:lpstr>
      <vt:lpstr>Kutzbach criterion</vt:lpstr>
      <vt:lpstr>PowerPoint Presentation</vt:lpstr>
      <vt:lpstr>PowerPoint Presentation</vt:lpstr>
      <vt:lpstr>Robot Construction</vt:lpstr>
      <vt:lpstr>Find the degrees of freedom</vt:lpstr>
      <vt:lpstr>Find the degrees of freedom</vt:lpstr>
      <vt:lpstr>PowerPoint Presentation</vt:lpstr>
      <vt:lpstr>PowerPoint Presentation</vt:lpstr>
      <vt:lpstr>Find the degrees of freedom</vt:lpstr>
      <vt:lpstr>Find the degrees of freedom</vt:lpstr>
      <vt:lpstr>Find the degrees of freedom</vt:lpstr>
      <vt:lpstr>PowerPoint Presentation</vt:lpstr>
      <vt:lpstr>Gr¨ubler’s formula for degrees of freedom</vt:lpstr>
      <vt:lpstr>Joint types</vt:lpstr>
      <vt:lpstr>Joint dof</vt:lpstr>
      <vt:lpstr>Find the dof</vt:lpstr>
      <vt:lpstr>Find the dof</vt:lpstr>
      <vt:lpstr>THANK YOU</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Mukund</dc:creator>
  <cp:lastModifiedBy>GLYNN JOHN .</cp:lastModifiedBy>
  <cp:revision>797</cp:revision>
  <dcterms:created xsi:type="dcterms:W3CDTF">2015-02-01T05:43:25Z</dcterms:created>
  <dcterms:modified xsi:type="dcterms:W3CDTF">2025-08-09T14:25:48Z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0x010100C2F12238A47FFD45821235F014964B92</vt:lpwstr>
  </property>
</Properties>
</file>