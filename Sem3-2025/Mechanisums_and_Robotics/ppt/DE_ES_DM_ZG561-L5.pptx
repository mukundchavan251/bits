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5.xml" ContentType="application/inkml+xml"/>
  <Override PartName="/ppt/ink/ink23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theme/themeOverride2.xml" ContentType="application/vnd.openxmlformats-officedocument.themeOverride+xml"/>
  <Override PartName="/ppt/ink/ink24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sldIdLst>
    <p:sldId id="344" r:id="rId2"/>
    <p:sldId id="257" r:id="rId3"/>
    <p:sldId id="382" r:id="rId4"/>
    <p:sldId id="383" r:id="rId5"/>
    <p:sldId id="385" r:id="rId6"/>
    <p:sldId id="386" r:id="rId7"/>
    <p:sldId id="410" r:id="rId8"/>
    <p:sldId id="411" r:id="rId9"/>
    <p:sldId id="423" r:id="rId10"/>
    <p:sldId id="424" r:id="rId11"/>
    <p:sldId id="365" r:id="rId12"/>
    <p:sldId id="369" r:id="rId13"/>
    <p:sldId id="395" r:id="rId14"/>
    <p:sldId id="422" r:id="rId15"/>
    <p:sldId id="415" r:id="rId16"/>
    <p:sldId id="416" r:id="rId17"/>
    <p:sldId id="417" r:id="rId18"/>
    <p:sldId id="418" r:id="rId19"/>
    <p:sldId id="399" r:id="rId20"/>
    <p:sldId id="419" r:id="rId21"/>
    <p:sldId id="426" r:id="rId22"/>
    <p:sldId id="407" r:id="rId23"/>
    <p:sldId id="400" r:id="rId24"/>
    <p:sldId id="401" r:id="rId25"/>
    <p:sldId id="402" r:id="rId26"/>
    <p:sldId id="375" r:id="rId27"/>
    <p:sldId id="425" r:id="rId28"/>
    <p:sldId id="408" r:id="rId29"/>
    <p:sldId id="398" r:id="rId30"/>
    <p:sldId id="376" r:id="rId31"/>
    <p:sldId id="387" r:id="rId32"/>
    <p:sldId id="409" r:id="rId33"/>
    <p:sldId id="378" r:id="rId34"/>
    <p:sldId id="420" r:id="rId35"/>
    <p:sldId id="421" r:id="rId36"/>
    <p:sldId id="377" r:id="rId37"/>
    <p:sldId id="403" r:id="rId38"/>
    <p:sldId id="404" r:id="rId39"/>
    <p:sldId id="405" r:id="rId40"/>
    <p:sldId id="406" r:id="rId41"/>
    <p:sldId id="283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0078CDF-2FEA-4058-856D-6598BF1CC413}">
          <p14:sldIdLst>
            <p14:sldId id="344"/>
            <p14:sldId id="257"/>
            <p14:sldId id="382"/>
            <p14:sldId id="383"/>
            <p14:sldId id="385"/>
            <p14:sldId id="386"/>
            <p14:sldId id="410"/>
            <p14:sldId id="411"/>
            <p14:sldId id="423"/>
            <p14:sldId id="424"/>
            <p14:sldId id="365"/>
            <p14:sldId id="369"/>
            <p14:sldId id="395"/>
            <p14:sldId id="422"/>
            <p14:sldId id="415"/>
            <p14:sldId id="416"/>
            <p14:sldId id="417"/>
            <p14:sldId id="418"/>
            <p14:sldId id="399"/>
            <p14:sldId id="419"/>
            <p14:sldId id="426"/>
            <p14:sldId id="407"/>
            <p14:sldId id="400"/>
            <p14:sldId id="401"/>
            <p14:sldId id="402"/>
            <p14:sldId id="375"/>
            <p14:sldId id="425"/>
            <p14:sldId id="408"/>
            <p14:sldId id="398"/>
            <p14:sldId id="376"/>
            <p14:sldId id="387"/>
            <p14:sldId id="409"/>
            <p14:sldId id="378"/>
            <p14:sldId id="420"/>
            <p14:sldId id="421"/>
            <p14:sldId id="377"/>
            <p14:sldId id="403"/>
            <p14:sldId id="404"/>
            <p14:sldId id="405"/>
            <p14:sldId id="406"/>
          </p14:sldIdLst>
        </p14:section>
        <p14:section name="Untitled Section" id="{F54E667D-FD10-44B9-94B5-B76204E64461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49" autoAdjust="0"/>
    <p:restoredTop sz="94660"/>
  </p:normalViewPr>
  <p:slideViewPr>
    <p:cSldViewPr>
      <p:cViewPr varScale="1">
        <p:scale>
          <a:sx n="77" d="100"/>
          <a:sy n="77" d="100"/>
        </p:scale>
        <p:origin x="4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23:57.1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C0000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  <inkml:brushProperty name="color" value="#0070C0"/>
    </inkml:brush>
    <inkml:brush xml:id="br6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9182 12334 27 0,'13'-7'-13'0</inkml:trace>
  <inkml:trace contextRef="#ctx0" brushRef="#br0" timeOffset="17681.97">8777 10939 69 0,'0'0'4'15,"0"0"3"-15,0 0 3 16,0 0 7-16,5 8 0 0,-5-8 3 15,0 0 2-15,0 0 2 16,0 0-1-16,0 0-2 16,0 0-4-16,10 0-3 15,-10 0-1-15,0 0-3 0,10 0 0 16,-10 0-2-16,12-3-1 16,1-2-1-16,4 3 1 15,6-1-1-15,-3-2 0 16,10 0-2-16,0 0 0 15,4 0 0-15,1-2-1 0,4 1 0 16,4 2-1-16,1 0 0 16,9-5-1-16,-4 5 0 15,11-1 0-15,4 0 1 0,4 3-2 16,6-4 3-16,-2 4-2 16,8-3 0-16,2 0 1 15,4 0-1-15,6 3 0 16,0-4 0-16,5 1-1 0,3 4 0 15,9-5 0-15,1 5 0 16,3-5 0-16,4 2-1 16,0 0 1-16,-1 0-1 15,9 1 1-15,2 0 0 0,-3 2 0 16,5-5-1-16,2 6 1 16,5-4 0-16,0 4-1 15,3-6-1-15,-2 4-1 16,-5-1 2-16,7-1-2 0,-6-2 0 15,-3 2 1-15,-8 1 0 16,-3-2 1-16,-10 2 1 16,-2-1 0-16,-2 1 0 15,-16 0 0-15,-7 1 0 0,-12-1 0 16,-6 3 1-16,-12-1-1 16,-4 1-4-16,-16 0-9 15,-9 0-35-15,-9 0-20 16</inkml:trace>
  <inkml:trace contextRef="#ctx0" brushRef="#br0" timeOffset="20014.22">8986 10967 193 0,'0'0'5'0,"0"0"4"0,-2-13 4 0,2 13 3 15,0 0 3-15,0 0 1 16,0-7 2-16,0 7 0 0,0 0-4 15,0 0-3-15,0 0-2 16,0 0-5-16,-11 0-2 16,11 0-1-16,0 0-2 15,-12 0-2-15,12 0 1 0,-14 4-1 16,3-1 0-16,-1 5 0 16,-4-3 0-16,0-1 0 15,-2 6 0-15,1-2 1 16,-3 4 1-16,2-1-1 0,-1 1 1 15,3-3-1-15,2 4 1 16,-4-3 0-16,4 2-1 16,-2-5 0-16,4 0-1 15,0 4 0-15,-1-1 0 0,-1-1 0 16,-2 4 0-16,2 2 0 16,-2-4 0-16,2 7 0 15,-1-3 0-15,0 2-1 16,0 1 1-16,2 0-1 0,1-2 1 15,0 4-1-15,0-2 0 16,-1-1 1-16,3 1-1 16,-2 2 1-16,-1-2-1 15,1-2 1-15,-1 1-1 0,1 4 0 16,2-5 1-16,0 1-1 16,0 1 0-16,2 0 0 15,-2-1 1-15,3-2-1 16,0 3 0-16,0-4 0 0,-2 3 1 15,2-2-2-15,2 3 0 16,1-1 1-16,-4 4-1 16,2-7 1-16,4 3-1 0,-4-4 0 15,5 5 0-15,-4-4 0 16,5 0 1-16,-2 1 0 16,-1 0 0-16,1 0-1 15,2 0 1-15,0-1 0 16,0 4-1-16,0 0 1 0,0-4 0 15,0 4-1-15,2-3 1 16,3 2-1-16,0-2 1 16,0 0 0-16,-1-1-1 0,2 1 1 15,2-1 0-15,-4 1 0 16,4-2 1-16,-1 2-1 16,-1-2 0-16,1 2 0 15,0 0 1-15,0-3-1 16,3 1 0-16,-2-4 0 0,-1 3 0 15,4 1 0-15,-2-3 0 16,1 2 0-16,0-2 0 16,5 1 1-16,0-3-1 15,0 5 0-15,-3-3 1 0,6 0-1 16,-6 0 0 0,5 3 1-16,0-1-1 0,-1 0 0 15,-2-2 0-15,4 0 1 16,2 2-1-16,0-5 0 0,-3 6 1 15,6-5-1-15,-6-4 1 16,6 4 0-16,-4 0-1 16,6-3 1-16,-5 2-1 0,5-2 1 15,0-1-1-15,-3 2 1 16,3-1-1-16,0 0 0 16,0-1 1-16,5-1 1 15,-4-1-2-15,5 1 0 0,-2-3 1 16,9 0 0-16,-1 0 0 15,2 0 0-15,4 0 0 16,2-3-1-16,2 3 1 16,2-2-1-16,4-1 1 15,-1 1-1-15,0 0 1 0,0-1-1 16,3 1 0-16,-1 0 0 16,3-1 1-16,1 0-1 15,-1 0 0-15,5 2 0 16,0-2 0-16,0 0 0 0,3 1 0 15,2-1 0-15,-3-1 1 16,4 1-1-16,-1 1 0 16,-2-3 0-16,-1 2 1 0,3 1-1 15,2-4 1-15,-1 4-1 16,4 0 0-16,-3-1 0 16,4 1 0-16,1-1 1 15,0 1-1-15,1-1 0 16,-1 1 0-16,4-1 0 0,-2 0 1 15,7 3-1-15,-1 0 0 16,-1-2 0-16,4 2 1 16,2 0-1-16,-2-2 0 15,4 2 0-15,0 0 1 0,-2-3-1 16,5 3 0-16,-2 0 0 16,4-2 0-16,-4-1 1 15,2 1-1-15,0 0 0 16,-3-1 0-16,3 0 0 0,-7-1 0 15,-1 1 0-15,-5 0 0 16,-2 2 0-16,-7-2 0 16,-3-2 0-16,-8 2 0 0,-6 3 1 15,-4 0-1-15,-9-2 0 16,-4 2 1-16,-12-4 0 16,1 4 1-16,-11-1-1 15,-3 1 2-15,-2 0-1 0,-9 0 1 16,0 0 0-16,11 0 0 15,-11 0 1-15,0 0-1 16,0 0 0-16,0 0 0 16,0 0-1-16,0 0 0 15,0 0-1-15,0 0 1 0,0 0-1 16,0 0-1-16,0 0 1 16,0 0-1-16,0 0 0 15,0 0 1-15,0 0-1 16,0 0 1-16,0 0 0 0,0 0-1 15,0 0 1-15,0 0-2 16,0 0 0-16,0 0-3 16,0 0-4-16,0 0-7 15,0 0-18-15,0 0-48 0,0 0-2 16</inkml:trace>
  <inkml:trace contextRef="#ctx0" brushRef="#br0" timeOffset="22514.31">13557 10768 81 0,'0'0'2'16,"0"0"2"-16,0 0-1 0,0 0 4 15,0 0 4-15,0 0 2 16,0 0 4-16,0 0 4 16,9-4 1-16,-9 4 2 15,12 0 1-15,0 0-2 0,-2-3-1 16,7 3-2-16,1-3-5 15,1 1-2-15,1-1-3 16,5-1-2-16,0 1-1 0,1-2-3 16,-2 1 1-16,1-2-1 15,4 1 0-15,-4 0 1 16,1 3-1-16,-7-4 0 16,1 5 1-16,-5-2 0 15,2 0-1-15,-17 3-1 0,10 0 0 16,-10 0 0-16,0 0-1 15,0 0 0-15,0 0-1 16,0 0 0-16,0 0 0 0,0 0 0 16,0 0-1-16,0 0 1 15,0 0 0-15,0 0 0 16,0 0 0-16,0 0 1 16,0 0-1-16,0 0 1 15,0 0 0-15,0 0 0 0,0 0-1 16,0 0 1-16,0 0-1 15,0 0 1-15,0 0-1 16,0 0 0-16,0 0 0 16,0 0-1-16,0 0 1 0,0 0 0 15,0 0-1-15,0 0 0 16,0 0 1-16,0 0-1 16,0 0 1-16,0 0-1 15,0 0 1-15,0 0-1 0,0 0 2 16,0 0-2-16,0 0 0 15,0 0 1-15,0 0-1 16,0 0-1-16,0 0 1 0,0 0 0 16,0 0-2-16,2 11 1 15,2-2 0-15,-4 3 0 16,2 8 1-16,0 8 0 16,3 1 1-16,-2 9-1 15,-1 3 2-15,3 4 0 0,-3 5 1 16,3 2-1-16,-5 2 0 15,0 2 1-15,0 2 0 16,0-3 0-16,-5-3-1 16,3 0 0-16,-3-2 0 0,3-4 2 15,-1 2-1-15,1-2-1 16,2-3 1-16,0-1 0 16,0 0 0-16,0-2 0 15,5-1 0-15,-3-2-2 0,0-1 1 16,6-7-1-16,-2 2 1 15,-3 0-1-15,6-4-1 16,-5-2 1-16,1-4 0 0,0 0-1 16,-2 1 1-16,2-4-1 15,-2-2 0-15,-3-5 1 16,2 1-1-16,-2 1 0 16,0-6 1-16,0-7-1 15,2 15 0-15,-2-15 0 0,0 0 0 16,0 10 0-16,0-10 0 15,0 0 0-15,0 0 1 16,0 0-1-16,0 0 0 16,0 0 0-16,0 0 0 0,0 0 0 15,0 0 0-15,0 0 0 16,0 0-1-16,0 0 1 16,0 0 0-16,0 0 0 15,0 0 1-15,0 0-1 0,3 10 0 16,-3-10 0-16,0 0 0 15,0 0 1-15,2 9-1 16,-2-9 0-16,0 0 1 0,3 10-1 16,-3-10 0-16,0 0 0 15,0 0 0-15,2 10 0 16,-2-10 0-16,0 0 0 16,0 0 1-16,0 0-1 0,0 0 1 15,0 0-1-15,0 0 1 16,0 0 0-16,0 0 0 15,0 0 1-15,0 0 0 16,0 0-1-16,0 0 1 16,0 0-2-16,0 0 0 15,0 0 0-15,-10 4 0 0,10-4 0 16,-20 1 0-16,2 2 0 16,-6-1 0-16,-6 0 0 15,-2 1 0-15,-2 2 0 0,-9 2 0 16,3-1 0-16,-2 1 0 15,-1-2 0-15,9 0 0 16,2 0 0-16,4 2 0 0,6-2 0 16,5-5 0-16,7 3-10 15,10-3-32-15,0 0-41 16,5-8-1-16</inkml:trace>
  <inkml:trace contextRef="#ctx0" brushRef="#br0" timeOffset="24347.41">1223 4266 446 0,'0'0'4'15,"0"0"0"-15,0 0 1 16,0 0-1-16,0 0-1 16,-4 0 1-16,-1 12 0 0,2 8 1 15,0 10-5-15,3 3 0 16,-2 10-1-16,2 7 2 16,0 2-1-16,0 2 0 15,0-3 1-15,0-3-1 0,0 0-1 16,0-12-5-16,0-1-8 15,0 3-38-15,0-19-30 16,0-6-2-16</inkml:trace>
  <inkml:trace contextRef="#ctx0" brushRef="#br0" timeOffset="24564.59">1527 4114 402 0,'0'0'4'0,"0"0"0"0,0 0 1 16,2 6 0-16,-2 8 2 16,3 9-1-16,-1 6 1 0,-2 11-1 15,0 4-3-15,0 11 0 16,3 4-1-16,-3 4-2 16,0-1-6-16,0-8-10 15,2-12-59-15,-2 12-3 16</inkml:trace>
  <inkml:trace contextRef="#ctx0" brushRef="#br0" timeOffset="24755.37">1263 4635 380 0,'0'0'7'0,"0"0"0"16,0 0 1-16,-2-10 0 15,2 10 0-15,7-15 0 0,4 8 1 16,5-6-3-16,10 5-14 16,3 2-38-16,11-7-33 15,4 3-1-15</inkml:trace>
  <inkml:trace contextRef="#ctx0" brushRef="#br0" timeOffset="25064.95">1718 4528 359 0,'0'0'7'0,"-5"10"2"16,-5-3 1-16,-2 8-1 15,0 1 0-15,-4 6 1 16,4 0-1-16,-1 0 0 0,1 3-6 16,9-3-2-16,3-4 2 15,10-6-3-15,8 1 2 16,4-9 0-16,3-1 1 15,5-6 0-15,0-4 1 16,-1-8-1-16,-1 0 0 0,-5-5 1 16,-7 0-1-16,-7 0 0 15,-7-4 0-15,-2 7-1 16,-8-3-1-16,-7 8 0 16,-5 5-2-16,3 3-4 0,-8 4-7 15,5 4-20-15,13 7-50 16,-5-1-1-16</inkml:trace>
  <inkml:trace contextRef="#ctx0" brushRef="#br0" timeOffset="25848.29">1989 4531 429 0,'0'0'2'0,"0"0"-1"0,0 0 1 15,0 17-1-15,3-5 2 16,1 1-2-16,1 4 1 0,0 3 0 16,0 2-2-16,3 0 1 15,-1-2 0-15,-2 0 0 16,0-3 0-16,-3-2 0 16,-2-5 2-16,0-10 0 15,0 11 0-15,0-11 0 0,0-6-1 16,0-6 1-16,0-6 0 15,0-4 0-15,0-6-2 16,0 2-1-16,0-4 0 16,5 3 0-16,-3 2 0 0,7 6-1 15,0 1 0-15,1 5-1 16,3 6 1-16,1 7 0 16,2 5-1-16,3 7-1 15,-2 1 0-15,4 6-1 0,-6 2-1 16,2 1 1-16,-5-5-1 15,1 6 0-15,-9-9 1 16,4-3 2-16,-5-3 1 16,-3-8 2-16,0 0 1 0,0 0 0 15,0 0 1-15,0-8-1 16,0-6 1-16,2-2-3 16,1-4 1-16,1-1-1 15,5 2 0-15,-2-2-1 0,0 5 0 16,3 3 0-16,0 3 0 15,-10 10-1-15,12 0 1 16,-7 8 0-16,-2 7-1 16,2 0 0-16,0 3-1 0,2 1 0 15,1 1-1-15,5-3 0 16,-4-3 0-16,11-1 1 16,-3-6 0-16,8-3 2 15,0-4 1-15,3-6 1 0,-4-2 2 16,1-6 1-16,-2-1 2 15,-7-5-1-15,-3 3 1 16,-5-3 0-16,-6 2-1 16,-4 4-1-16,-8 4-1 0,-3 8-2 15,-4 2-1-15,-3 9 0 16,-3 7-1-16,6 5-1 16,2 2 1-16,3 4 0 15,2 3 0-15,8-4 0 0,2-1 1 16,10-4 1-16,7-5 1 15,5 0-3-15,10-8-10 16,5-7-65-16,9-1-2 16</inkml:trace>
  <inkml:trace contextRef="#ctx0" brushRef="#br0" timeOffset="26465.18">3050 4496 401 0,'0'0'6'0,"0"0"0"0,0 0 1 16,-7 5 0-16,2 10-1 15,2 4 1-15,1 12 1 0,2 6 0 16,0 9-4-16,10 12-2 16,-1 6 1-16,7 3 0 15,0 2 0-15,2-2 0 16,1-3 0-16,-6-7-2 0,-1-4 1 15,-3-12-1-15,-4-8-1 16,-5-8 0-16,0-11 0 16,0-14-1-16,-21 5 0 15,9-12 1-15,-6-10-1 0,-4-11 0 16,-2-11 1-16,-4-8 1 16,3-8-1-16,0-4 0 15,3-6-1-15,2-2 1 16,7 2 0-16,5 7-1 0,8 1 0 15,8 9 0-15,10 9-1 16,5 6 2-16,7 11-1 16,-2 4 0-16,8 7 1 15,1 8-1-15,-2 3 0 0,0 14 0 16,-10 4-1-16,-9 7-1 16,-5 1 0-16,-9 5-1 15,-2 1-2-15,-13 1-3 16,-6-4-6-16,-3-6-24 0,-4-4-39 15,7-6-2-15</inkml:trace>
  <inkml:trace contextRef="#ctx0" brushRef="#br0" timeOffset="26781.38">3339 4559 338 0,'0'0'5'16,"0"0"1"-16,0 0 2 15,-4 8 1-15,2 1 1 16,-1 3 1-16,-1 5-2 0,0 1 1 16,3 1-4-16,1 0-2 15,0 2-2-15,5-4 0 16,8-5 0-16,1 0 0 16,4-6 0-16,6-3 1 0,-1-3 0 15,4-9 0-15,-2 0 0 16,-2-3 1-16,-4-4 0 15,-6-1 0-15,-6 1 0 0,-4-2-1 16,-6 3-1-16,-8 0 0 16,-5 8-3-16,-5 1-2 15,2 6-9-15,-1 0-16 0,-12 11-51 16,16 1-3-16</inkml:trace>
  <inkml:trace contextRef="#ctx0" brushRef="#br0" timeOffset="27158.98">3739 4509 403 0,'0'0'5'0,"0"0"2"16,-9-8-1-16,9 8 1 16,-19-5 1-16,6 5-1 15,-4 0 1-15,0 0-1 0,-4 5-4 16,2 5-2-16,1 2 0 15,1 0-1-15,4 4 0 16,1-1-1-16,7-1 1 0,5 1-1 16,0-3 1-16,8 1-1 15,6-1 1-15,9-5 0 16,2 1 0-16,0-1 0 16,5 0 1-16,-3 1-1 15,-3 0 0-15,-1-1 0 0,-5 1 0 16,-9 2 0-16,-1-1 0 15,-8-1 1-15,-8 2-1 16,-1 0 2-16,-9-1-1 16,-5 0 0-16,-1-3-1 0,-1-1-1 15,-5 0-5-15,5-5-9 16,5 0-30-16,3-2-36 16,4-6-3-16</inkml:trace>
  <inkml:trace contextRef="#ctx0" brushRef="#br0" timeOffset="27331.56">3902 4566 378 0,'0'0'7'0,"0"0"2"0,3 12 0 16,-3-2 1-16,0 5-1 16,5 2 1-16,-3-1 0 15,0 5 1-15,3 1-7 0,1 1-6 16,1-6-11-16,0 3-64 15,1-6-1-15</inkml:trace>
  <inkml:trace contextRef="#ctx0" brushRef="#br0" timeOffset="27747.86">4013 4320 423 0,'0'0'5'15,"0"0"1"-15,0 0 1 16,-9-7-1-16,9 7 0 0,0 0-1 15,-10 12 1-15,10 5 0 16,0 5-5-16,7 10-2 16,2 6-1-16,5 6-3 15,-2 1-5-15,4 2-5 0,-4-10-5 16,-5 3-4-16,1-13-2 16,-3 1-1-16,-3-16 2 15,-2-3 4-15,0-9 7 16,0 0 8-16,-10-1 9 0,2-12 6 15,6 1 4-15,-3-11 1 16,3 6 1-16,2-4-1 16,0 2-3-16,5-3-3 15,2 3-2-15,11 2-2 0,-2-1-3 16,5 3-2-16,1 5-1 16,0 3 1-16,1 7 1 15,-6 0 0-15,0 7 0 16,-4 8 1-16,-6 2 0 0,-3 8 0 15,-4-3 2-15,0 6-1 16,0-6 0-16,0 2-3 16,-1-7-12-16,-2 1-55 15,3-3-5-15</inkml:trace>
  <inkml:trace contextRef="#ctx0" brushRef="#br0" timeOffset="28066.58">4367 4588 375 0,'0'0'1'0,"0"0"1"0,-16 17 1 0,12-5 0 16,-4 3 0-16,4 2 0 16,-1 6 2-16,5 2 0 0,0-3 0 15,9-2-1-15,3 0 0 16,6-11 1-16,3-1-1 15,3-8 0-15,1-3 0 0,-3-7-1 16,1-6 2-16,-6-2 0 16,-2-4 0-16,-8 1-1 15,-7-1 1-15,0 5-1 16,-12 2-1-16,-3 3-1 16,-5-1-3-16,5 11-9 0,-5 0-18 15,-7 2-52-15,27 0-1 16</inkml:trace>
  <inkml:trace contextRef="#ctx0" brushRef="#br0" timeOffset="28383.36">4643 4582 338 0,'0'0'2'16,"0"0"1"-16,0 6 0 15,0-6 1-15,0 17-1 0,0-7 1 16,0 4 0-16,2-1 1 15,3 2-1-15,0 0-2 16,0-5 0-16,3 0 1 0,-8-10 1 16,9 12 1-16,-9-12-1 15,12-2 0-15,-9-11 0 16,5 1 0-16,-3-6 0 16,4-2-2-16,4-2-1 0,-1 0-1 15,0 5-1-15,2 2-2 16,-2 5 1-16,-2 5-1 15,0 5 1-15,-1 11 0 16,4 3 0-16,-5 5-3 0,4 4-9 16,1-2-17-16,-4 7-39 15,14 0-4-15</inkml:trace>
  <inkml:trace contextRef="#ctx0" brushRef="#br0" timeOffset="28915.18">5122 4528 389 0,'0'0'3'0,"0"0"2"0,7 0 1 0,6 0 2 16,5 0 0-16,2 0 2 0,14 0 0 15,6 0 2-15,12 3-3 16,7 0-2-16,9-2-1 16,6 5-2-16,-1-6 0 15,5 0-1-15,-1 0-1 0,-4-3 0 16,-8-1-1-16,-10 1 0 15,-14-2 0-15,-6 2 0 16,-10 1 1-16,-8 2-1 16,-17 0-1-16,0 0 0 0,0 0-2 15,-5 2-1-15,-4 1-5 16,-3-1-6-16,1 1-29 16,1 0-40-16,1-3-2 15</inkml:trace>
  <inkml:trace contextRef="#ctx0" brushRef="#br0" timeOffset="29264.36">5905 4396 404 0,'0'0'2'16,"0"0"2"-16,0 0 1 0,0 0 2 15,0 0 2-15,10 8 0 16,3-5 2-16,1-1-1 16,9 3-1-16,4 0-2 15,8 3-1-15,2-3-3 16,5 4 0-16,1 1-1 16,-6 3-1-16,0-1 0 0,-10 5 0 15,-9 6 0-15,-8-4 0 16,-13 9 0-16,-12-3 0 15,-13 4-1-15,-4-1 1 0,-3-1-1 16,-2-2 0-16,-5-6-1 16,8 4-5-16,2-11-7 15,14-2-27-15,0 0-43 0,10-10-2 16</inkml:trace>
  <inkml:trace contextRef="#ctx0" brushRef="#br0" timeOffset="30116.15">6820 4238 442 0,'0'0'4'16,"0"0"1"-16,0 0-1 16,-6 3 0-16,-4 4 1 15,-2 5-1-15,-3 12 0 0,-2-1 0 16,-3 15-4-16,2 1 0 15,3 6-1-15,2 4 0 16,4 1 1-16,9-5 0 0,0-3 0 16,13-8 0-16,4-4 0 15,5-10 1-15,6-8 0 16,2-7 1-16,3-5-1 0,8-5 1 16,-7-9 0-1,1-9 1-15,-5-4 0 0,0-5 0 16,-12-5 1-16,-6-6-1 15,-4-1 0-15,-8-3 0 16,-11-1 0-16,-6 5 0 16,-4 0-3-16,-5 9 0 0,-4 6 0 15,-2 6 0-15,-1 12 0 16,-1 5 0-16,1 5 0 16,4 7 0-16,-1 6 0 15,5 7-2-15,8 5 1 0,4 0 0 16,8 6-1-16,5-3 2 15,12 4-1-15,8-5 1 16,8 1 0-16,6-7 0 0,3-5 0 16,4-7 1-16,1-1 0 15,-3-8 0-15,-2 0 0 16,-3-3 0-16,-8-4 1 16,-3 0-2-16,-3 1 0 15,-8 1 0-15,-5 0 0 0,-7 5 0 16,8-7 0-16,-8 7 0 15,0 0-8-15,0 0-17 16,17 0-58-16,-17 0-4 16</inkml:trace>
  <inkml:trace contextRef="#ctx0" brushRef="#br0" timeOffset="31014.66">7505 4411 384 0,'0'0'7'0,"0"0"2"0,0 0 4 15,0 0 0-15,0 0 2 16,0 0 1-16,0 0-1 0,10 0 1 15,-1-4-6-15,4-1-4 16,8-3-2-16,3 3-1 16,8-2-5-16,4 4-9 15,-2-2-30-15,6 2-43 16,-3 2-2-16</inkml:trace>
  <inkml:trace contextRef="#ctx0" brushRef="#br0" timeOffset="31200.09">7522 4541 438 0,'0'0'4'0,"0"0"-1"0,0 0 2 16,6-7 0-16,1 1 1 0,10-1-1 16,5-1 1-16,8-2 0 15,5 3-5-15,2-3-6 16,11 6-20-16,11-5-55 15,-12 4-1-15</inkml:trace>
  <inkml:trace contextRef="#ctx0" brushRef="#br0" timeOffset="31647.82">8322 4216 462 0,'0'0'5'16,"0"0"0"-16,0 0 1 15,-7-9 0-15,7 9 0 0,-15 0 0 16,2 6-1-16,1 7 1 15,-3 7-5-15,3 1-1 16,-1 7 0-16,6 2-1 0,4 2 1 16,6-3 0-16,10-1 0 15,4-6 0-15,8-1 1 16,0-12 0-16,7-3 1 0,3-6-2 16,-1-4 0-16,-2-7 0 15,-2-10 0-15,-5 2 0 16,-4-6 0-16,-12-6 0 15,-9 5 0-15,-7-4 0 16,-18 5 0-16,-12 1 0 16,-11 9 0-16,-1 2 0 0,-6 11 0 15,0 2-3-15,11 2-81 16,4 13-2-16</inkml:trace>
  <inkml:trace contextRef="#ctx0" brushRef="#br0" timeOffset="34482.01">6740 5298 393 0,'0'0'5'0,"0"0"3"0,0-9 1 0,0 9 1 16,-10-13 0-16,-1 9 1 15,2-4 1-15,-3 5-1 16,-6 1-5-16,0 2-2 0,-3 5-2 16,0 7-1-16,1 3 0 15,1 3-1-15,-1 4-1 16,5-2 2-16,2 2 0 15,8 0-1-15,5-4 1 16,3-1 0-16,10-5 0 0,4-4 1 16,8-8 0-16,2 0-1 15,5-8 0-15,1-6-1 16,-1-4 1-16,0-7 2 16,-2-1 0-16,-5-5-1 0,-6-4 2 15,-3 1-1-15,-9-3-1 16,-5 0-2-16,-2 2 0 15,-2 2 0-15,-5 7 0 0,-1 2 0 16,0 10 0-16,3 4 0 16,5 10 0-16,0 0 0 15,-7 16 0-15,7 6 0 16,0 7 0-16,5 6 0 16,6 5 0-16,-4-1 0 0,7 3 0 15,2-5 0-15,3-2 0 16,1-7 0-16,0-6 0 15,4-3-2-15,-3-9-35 16,9-2-48-16,-5-5-2 0</inkml:trace>
  <inkml:trace contextRef="#ctx0" brushRef="#br0" timeOffset="35732.01">6790 4998 305 0,'0'0'7'0,"0"0"6"0,0-7 2 16,0 7 3-16,0-12 3 16,0 12 1-16,0-15 0 0,0 15 0 15,0-12-6-15,0 12-6 16,0 0-3-16,-4 7-3 16,0 8-2-16,1 5-1 15,1 2-1-15,-1 8 0 16,3 0 0-16,0 4 0 0,0-4 0 15,8 2-2-15,0-7-3 16,4 2-16-16,0-4-60 16,-2-6-2-16</inkml:trace>
  <inkml:trace contextRef="#ctx0" brushRef="#br0" timeOffset="36448.3">7533 5199 375 0,'0'0'9'0,"0"0"1"16,0 0 2-16,0 0 2 15,0 0-1-15,4 0 2 0,-4 0-1 16,0 0 1-16,15 0-7 16,-7 0-3-16,4 0-2 15,6-2-1-15,1 2-5 16,4-2-13-16,4-1-64 15,-2 3-3-15</inkml:trace>
  <inkml:trace contextRef="#ctx0" brushRef="#br0" timeOffset="36631.58">7522 5286 399 0,'0'0'5'0,"0"0"2"16,0 0 0-16,0 0 1 15,0 0 1-15,2 7 0 0,7-4 1 16,3-3 0-16,8 0-5 16,7 0-8-16,3-5-18 15,-2 3-56-15,16-6-4 16</inkml:trace>
  <inkml:trace contextRef="#ctx0" brushRef="#br0" timeOffset="37450.82">8209 5130 373 0,'0'0'6'0,"0"0"4"0,0 0 2 15,0 0 2-15,0-7 1 16,0 7 0-16,0 0 1 15,0 0-1-15,-11-6-5 16,4 9-3-16,-5 7-3 0,-1 5-2 16,-2 5-1-16,2 4 0 15,4 1-1-15,-1 3 0 16,8-1 0-16,2-3 0 16,12-4 0-16,3-2 0 0,9-3 0 15,3-8 1-15,3-1 0 16,3-6 0-16,-4 0 0 15,-1-6 1-15,-1-5 0 16,-4 0 0-16,-9-4-2 16,-1-5 0-16,-8 0 0 0,-2-4 0 15,-6 1 0-15,-4-3 0 16,-6 1 0-16,-7 2 0 16,1 3 0-16,-7 8 0 15,-1 2 0-15,0 7 0 0,2 3 0 16,-2 3-21-16,-3 7-63 15,20-3-3-15</inkml:trace>
  <inkml:trace contextRef="#ctx0" brushRef="#br0" timeOffset="43230.58">13893 11226 250 0,'0'0'6'16,"0"0"5"-16,0 0 5 16,-10 0 0-16,10 0 0 0,0 0 1 15,0 0-1-15,5-2 1 16,-5 2-4-16,23 0-4 16,-6-2-5-16,8-1 0 15,4 3 0-15,9-2 1 0,12-1-1 16,5-2 0-16,9 3 0 15,8-6-1-15,8 2-1 16,1 0 0-16,6-2-1 0,-2-2 0 16,2 6-1-16,-2-4 0 15,-6 1 1-15,-4 2-1 16,-11 0 0-16,-4 0-1 16,-11 2 2-16,-8 1-1 15,-13 0 2-15,-7 2-1 0,-12 0 1 16,-9 0-1-16,11 0 1 15,-11 0-3-15,0 0-5 16,0 0-9-16,-5-3-43 0,5 3-16 16</inkml:trace>
  <inkml:trace contextRef="#ctx0" brushRef="#br0" timeOffset="44247.11">13833 11680 287 0,'0'0'3'0,"0"0"2"0,6 0 1 16,-6 0 1-16,19 0 3 16,-1 0 3-16,1 0 0 0,6 3 3 15,5-3-1-15,7 2-1 16,4 0-1-16,5 1-2 16,5-3-2-16,-2 3-2 15,5-3-2-15,4 0-1 0,1 0-1 16,6-3-2-16,-1-2 0 15,6 3 0-15,-8-1 0 16,6-2-1-16,-6 2 1 16,0 1-1-16,-8 0 0 0,-4-1 0 15,-8 3 0-15,-4 0-1 16,-6 0 1-16,-11 0 0 16,-2 0-1-16,-7 0 1 15,-2 3 0-15,-10-3 0 16,10 4-1-16,-10-4 1 0,0 0 0 15,0 0 0-15,9 3 1 16,-9-3 0-16,0 0 0 16,0 0 0-16,11 0 1 0,-11 0 0 15,0 0 0-15,0 0 1 16,12-3-1-16,-12 3 1 16,10-2 0-16,-10 2-1 15,0 0 0-15,13-8 0 0,-13 8 0 16,9-2-1-16,-9 2-1 15,16-7 2-15,-4 4-1 16,-3-2 0-16,4 3 0 0,4-1 0 16,-4 2 0-16,2-5 1 15,0 1-1-15,0 5-1 16,-2-3 1-16,-4 3-1 16,1 0 1-16,-10 0-1 15,15-3 1-15,-15 3 0 16,0 0 0-16,0 0 0 0,0 0 0 15,0 0-2-15,0 0-4 16,0 0-7-16,0 0-22 16,0 0-46-16,0 0-1 0</inkml:trace>
  <inkml:trace contextRef="#ctx0" brushRef="#br0" timeOffset="44797.14">15148 10840 242 0,'0'0'8'0,"0"0"5"0,0-9 5 0,0 9 4 15,0-13 2-15,0 13 2 16,0-12 2-16,0 12 0 16,0-13-7-16,0 13-7 15,0 0-5-15,0 0-3 0,0 10-3 16,2 11-2-16,6 8-1 15,0 11 2-15,1 6 0 16,1 14 2-16,8 6 0 16,-1 6 0-16,-4 0 0 15,0 6-1-15,1-9 1 0,-4 1-2 16,-3-2-1-16,0-4 0 16,-1-7 0-16,-1-4-1 15,-5-6 1-15,2-3-1 16,1-7 0-16,-3-7 1 0,2-8-1 15,-2-4 0-15,0-3 1 16,0-15-1-16,0 9 0 16,0-9 0-16,0 0-1 0,0 0-2 15,0 0 0-15,0 0-1 16,-7-4-4-16,7 4-6 16,-11-15-13-16,11 8-54 15,-7-4 1-15</inkml:trace>
  <inkml:trace contextRef="#ctx0" brushRef="#br0" timeOffset="45463.62">15118 10875 143 0,'0'0'11'0,"0"0"5"0,-9-5 6 0,9 5 0 16,0 0 2-16,0 0-2 16,-14-8 1-16,14 8 0 0,0 0-7 15,0 0-6-15,16 0-2 16,-6 0 0-16,12 0 0 16,6 0 1-16,9 0 0 15,5 0 0-15,15 0 0 16,5-2-2-16,7 2 0 0,16-3-2 15,0 1 0-15,7-3 0 16,4 0-2-16,1 0 0 16,-5 2-1-16,-2-2-1 0,-10 4 0 15,-11-2-1-15,-10 3 1 16,-12-3 0-16,-9 3 1 16,-16 0 1-16,-2 0-2 15,-20 0 1-15,10 3 0 16,-10-3-5-16,-17 4-8 0,-1 4-30 15,1 2-37-15,-10 0-2 16</inkml:trace>
  <inkml:trace contextRef="#ctx0" brushRef="#br0" timeOffset="46079.87">15210 11828 289 0,'0'0'6'0,"0"0"1"0,0 0 2 16,0 0 4-16,0 0 1 16,5 5 3-16,4-1 2 15,12-2 2-15,9 0-4 0,7-2-2 16,10 2-1-16,15-2-2 16,8 0-3-16,7 0 0 15,9-2-3-15,2 0 0 16,-1 2-2-16,-5-2-1 0,-3 2-1 15,-6 0 0-15,-9 2 0 16,-7 0-1-16,-10 3 1 16,-4 0-1-16,-13-3 0 15,-6 3 1-15,-9-2 0 16,-3 0 0-16,-12-3 0 0,9 2 0 16,-9-2-2-16,0 0 0 15,0 0 0-15,0 0 0 16,-6-5-10-16,-1 0-19 0,-11 0-53 15,18 5-4-15</inkml:trace>
  <inkml:trace contextRef="#ctx0" brushRef="#br0" timeOffset="46647.39">16174 11333 386 0,'0'0'6'0,"0"0"1"0,0 0 0 16,0 0 0-16,0 0-1 15,-3 7 2-15,3-7-1 0,-4 17 0 16,-1-6-5-16,2 1-1 16,1 5 0-16,2-2 1 15,2 3 0-15,6-4 1 16,1 0-1-16,7-8 0 16,4-1 1-16,2-5 0 0,3 0 1 15,-3-5 0-15,1-5 2 16,-4-1-1-16,-1-6 1 15,-6-1-1-15,-7 0 0 0,-5 0-1 16,-7 2-1-16,-11 3-2 16,1 1 0-16,-6 7-2 15,-4 1 1-15,2 4-2 0,1 6 1 16,6 2 0-16,3 2-1 16,5-3 1-16,7 4 0 15,3-11 1-15,11 11 0 16,6-8 0-16,3-3 1 15,-1 0 0-15,4-3 1 16,-3-4 0-16,-5-1 0 0,-2-2-1 16,-11 3-1-16,-2 7 0 15,-20-7-2-15,3 7-9 16,-13 20-60-16,5-11-13 16</inkml:trace>
  <inkml:trace contextRef="#ctx0" brushRef="#br1" timeOffset="57896.13">9230 11678 179 0,'0'0'6'16,"0"0"3"-16,0 0 2 16,0 0 3-16,0 0 2 0,0 0 3 15,0 0 0-15,0 0 3 16,0 0-5-16,-5-6-2 16,5 6-3-16,0 0-3 15,0 0-2-15,-11 0-2 0,11 0 0 16,-12 11-4-16,12-11 1 15,-18 18-2-15,6-7 0 16,0 3 1-16,-6 7-1 0,1-1 0 16,-3 5 0-16,-5 4-1 15,0-2-1-15,-2 6-2 16,-1 0-2-16,1 0-3 16,-10 4-2-16,2 5 0 15,-7-2-2-15,-3 10 2 0,-4 5-1 16,-6 4 4-16,-2 2 2 15,-8 4 3-15,3 1 1 16,-5 2 0-16,0-4-1 16,5-2-6-16,3-10-1 15,4 2-3-15,5-11-11 0,8 0-14 16,10-2-12-16,4-12-13 16</inkml:trace>
  <inkml:trace contextRef="#ctx0" brushRef="#br1" timeOffset="59083.32">9184 11680 157 0,'0'0'7'0,"0"0"6"16,0 0 3-16,0 0 3 15,0-10 5-15,0 10 4 0,0-10 0 16,0 10 3-16,0-13-7 15,0 13-2-15,0 0-4 16,-2-7-5-16,2 7-4 16,0 0-4-16,-12 3-2 0,2 4-2 15,0 5 0-15,-5 4-2 16,-5 1 1-16,3 3-1 16,-8 4 2-16,-2 4 0 15,-3-1 0-15,-5 2 0 0,-2 4 0 16,1 0 0-16,-3 0 0 15,2 5 0-15,-1-4-1 16,-2 1 1-16,1 0-1 16,4 2 1-16,-4 5-1 0,1-2 1 15,-4 2-1-15,0-2 0 16,-3 2 0-16,3 3 0 16,-3-1 0-16,-2-4 0 15,5 2-1-15,-3-5 1 16,5 0-1-16,1-5 1 0,3 0-1 15,2 0 1-15,4-7 0 16,5 3 0-16,0-7-1 16,3 0 0-16,2-2-3 0,5-3-1 15,6-4 0-15,-4 0-2 16,3-5 0-16,10-7 0 16,-11 13-1-16,11-13 1 15,0 0 3-15,0 0 1 0,0 0-1 16,0 0-6-16,0 0-17 15,-9 0-34-15,9 0-10 16</inkml:trace>
  <inkml:trace contextRef="#ctx0" brushRef="#br1" timeOffset="59797.51">9133 11680 295 0,'0'0'6'0,"0"0"3"0,0 0 4 0,0 0 1 16,0 0 4-16,0 0 1 15,0 0 0-15,0 0-1 16,-8 0-6-16,8 0-3 16,-20 17-2-16,3-2-3 0,-6 6-3 15,-6 8 0-15,-9 3 0 16,-4 11 1-16,-8-2 0 16,-4 6 1-16,-1 3-1 15,-2-1 0-15,-3 5 1 0,1 1-1 16,-1-3 0-16,3 3 0 15,-6-1-1-15,1 4 1 16,-1-2-1-16,7-4 1 16,-4 3-2-16,4-4 1 15,6 2 0-15,0-6 0 0,6 1-1 16,2-7 1-16,0-1 0 16,11-1 0-16,-1-9 0 15,7 0-1-15,3-10 1 0,4-3-1 16,4-2 1-16,8-5-1 15,6-10 0-15,-11 10-1 16,11-10 0-16,0 0-2 16,0 0-2-16,0 0-1 15,0 0-4-15,0 0-3 0,0 0-4 16,0-10-3-16,0 10-7 16,9-20-7-16,-1 5-22 15,6 0-22-15,-2-2-1 0</inkml:trace>
  <inkml:trace contextRef="#ctx0" brushRef="#br1" timeOffset="59999.99">8029 12696 391 0,'0'0'3'0,"0"0"0"15,0 0 0-15,-7 10 0 16,-1-1 0-16,-4 4 1 0,-6 2-1 15,4 4 1-15,-7 2-4 16,0 1-4-16,1-2-11 16,2-1-23-16,8 1-34 15,-2-7-4-15</inkml:trace>
  <inkml:trace contextRef="#ctx0" brushRef="#br1" timeOffset="60396.61">8347 12446 297 0,'0'0'4'0,"0"0"2"15,0 0 1-15,-12 10 4 0,-1-1 1 16,-1 4 2-16,-4 4 1 16,-6 3 2-16,-7 6-4 15,-1 10-2-15,-5-2-2 0,0 11-2 16,-8 0-2-16,-5 4-2 16,0 6 0-16,-1-1-1 15,-7 6-2-15,1-1 2 16,-4 3-4-16,0-2 2 0,-1-1-1 15,5-4-2-15,2-1-3 16,1-7-2-16,9-8-2 16,5-2-6-16,6-14-17 15,13-3-14-15,5-6-12 0,3-9-21 16</inkml:trace>
  <inkml:trace contextRef="#ctx0" brushRef="#br1" timeOffset="60579.39">7528 13196 336 0,'0'0'3'0,"-8"5"1"16,8-5 1-16,-15 13 0 15,6-6-1-15,-2 2 0 16,-1 1-5-16,1 3-15 15,2 6-48-15,9-19-7 16</inkml:trace>
  <inkml:trace contextRef="#ctx0" brushRef="#br1" timeOffset="61363.36">7455 12951 390 0,'0'0'6'0,"0"0"3"16,0 0 1-16,0 0-1 0,0 0 0 16,2 7 0-16,-2 1 1 15,0 7-1-15,-2 1-5 16,-3 9-4-16,-2 3 0 16,-4 6-1-16,2 1 1 0,-3 3 1 15,-4 1-2-15,2-5 1 16,-4 1 0-16,4-7 0 15,-2-3 0-15,4-3 0 16,-1-8-1-16,4-2 0 0,9-12 1 16,-12 13-2-16,12-13 1 15,0 0-1-15,0 0-1 0,0 0 0 16,0 0 0 0,0 0 0-16,0 0 2 0,12-10-1 15,3 3 2-15,2-3 1 16,6-1 3-16,4 0 1 15,8-1 1-15,4-4 0 0,6 1 0 16,0 6 0-16,0-4-1 16,-1 3 0-16,-4 1-2 15,-6 2-1-15,-4-2-1 16,-7 7 1-16,-8 0-1 16,-5 2 1-16,-10 0 1 0,9 0-1 15,-9 0 2-15,0 0-1 16,0 0-1-16,0 0-2 15,0 0 0-15,0 0 0 0,0 0-4 16,0 0-28-16,11 7-52 16,-11-7-3-16</inkml:trace>
  <inkml:trace contextRef="#ctx0" brushRef="#br1" timeOffset="62847.19">9195 11573 182 0,'0'0'6'0,"0"0"4"16,-2 10 4-16,2-10 2 0,-11 13 0 16,6-1 2-16,-2 1 0 15,-3 5 0-15,0-12-5 16,0 11-1-16,-5-1-3 15,0 3-2-15,0-1 0 16,-4 0-1-16,-4 0 0 0,3 5-1 16,-4 2 2-16,-4-3-3 15,-4 5 1-15,0-3 0 16,2 1-2-16,-5 3 0 16,2-3 0-16,4 0-1 15,-1 0 0-15,3-3-1 0,-1 3 0 16,3-1-1-16,-2 1 1 15,2 0-1-15,-3 1 1 0,4-2 0 16,-6 2-1-16,3 2 1 16,0-6-1-16,2 6 0 15,-3-6 0-15,3 3 0 16,1-3 0-16,-3 0 0 16,2 1 0-16,-5-4 0 0,5 4 0 15,-5-4 0-15,2 3 0 16,1 1-1-16,-3-6 1 15,3 5 0-15,0-4-1 0,2-1 1 16,0 1 0-16,2-3 0 16,-2 2 0-16,4 0-1 15,-2 0 1-15,3 3 0 16,-4 0 0-16,4 1 0 16,-3-4 0-16,0 5-1 0,4-3 1 15,-4 0-1-15,1 2 1 16,-2-1 0-16,1 0 0 15,-2 5 0-15,-2 0 0 0,-3-1 0 16,0 3-1-16,-5 1 1 16,3-1-1-16,-3 2-2 15,3-1 0-15,0-3-1 16,2-1-1-16,0 1-1 0,3-3 0 16,-3 3-4-16,5-3 0 15,-1-2 0-15,3 3 0 16,3-6-3-16,2 0-3 15,1-5-11-15,4 1-12 16,3-3-7-16,10-10-2 0</inkml:trace>
  <inkml:trace contextRef="#ctx0" brushRef="#br1" timeOffset="63180.97">7282 13280 19 0,'0'0'1'15,"0"0"1"-15,9-8 2 16,-9 8 5-16,14-11 1 0,-3 3 3 16,1 1 0-16,0-6 1 15,4 1 1-15,2-1-1 16,-1 1-4-16,0-3-4 16,5-2-2-16,-2 0-2 0,5-1-1 15,-2-2 0-15,3 1 1 16,2-2-2-16,-3-1 1 15,5 3 0-15,-5-3 0 0,2-1 0 16,-2 1-1-16,8-8 2 16,-12 5-2-16,7-4 0 15,-1 1 0-15,3-6-3 16,2 2 0-16,3-6-6 16,3 1-2-16,-1 5-7 15,2-8-4-15,1 7-8 0,-2-6-14 16</inkml:trace>
  <inkml:trace contextRef="#ctx0" brushRef="#br1" timeOffset="63946.13">7595 13025 222 0,'9'-5'5'0,"9"-7"2"15,6-6 4-15,12-6 6 16,6-9 1-16,8-4 1 16,12-7 1-16,5-8 1 15,-3-1-3-15,1-1-2 0,2 2-4 16,0-2-5-16,-3 1-1 15,1-1-3-15,-3 0 0 16,-3-1 0-16,-1 0 0 0,-1 4 0 16,0 1 0-16,-4 0 0 15,1 3 0-15,-2 3 0 16,1 2-1-16,-4 10 1 16,-6-6-1-16,-4 11-1 0,-2 0 0 15,-7 5 0-15,-7 4 1 16,-6 6 0-16,-5-1 1 15,-2 7 0-15,-10 6 2 16,8-9 0-16,-8 9 1 0,0 0-1 16,0 0-1-16,0 0-1 15,-6 0-1-15,6 0-2 16,-14 11-2-16,2-4-3 16,-1 3-4-16,-1 5-5 15,-4 0-7-15,-5 2-12 0,-4-2-35 16,3 10-13-16</inkml:trace>
  <inkml:trace contextRef="#ctx0" brushRef="#br1" timeOffset="65265.14">7465 12743 416 0,'0'0'5'0,"0"0"1"16,0 0 3-16,0 0 0 15,0 0 0-15,0 0 0 0,0 0 0 16,-10 4 0-16,3 11-5 15,-3 7-1-15,0 6-2 16,-7 7-1-16,1 4-1 0,2 3 1 16,-6 2 0-16,5-1 0 15,0-5 0-15,3-4-1 16,1-5 0-16,2-4-2 16,4-7 0-16,2-4-2 15,3-4 0-15,0-10 0 0,0 0 1 16,8 3 0-16,-2-8 1 15,8-12 1-15,-2-3 1 16,6-10 2-16,-1-9 0 0,3-8 0 16,5-3 0-16,-6-5 0 15,4 4 1-15,-3 4 1 16,-3 5 1-16,-4 6 0 16,-1 14 1-16,-5 8 0 15,-7 14-1-15,0 0-1 0,0 14 0 16,-2 11-1-16,-6 9-2 15,-4 7 0-15,2 6 0 16,-5 7 0-16,0 3 0 0,0-3 0 16,-2-4 0-16,0 0 0 15,4-9-2-15,-2-5 0 16,0-4-1-16,3-7-1 16,0-11 1-16,4-2 0 15,8-12 0-15,-10 15 0 0,10-15 0 16,0 0 1-16,0 0 1 15,0 0 1-15,-7-7 0 16,7 7 0-16,0 0 0 16,-3-12 1-16,3 12 0 0,0 0-1 15,0 0 0-15,0 0-2 16,0 0-1-16,0 0 0 16,0 0 0-16,0 0-1 15,0 0 2-15,5 2 0 0,10-2 1 16,3 0 1-16,9 0 3 15,3-5 0-15,9-2 1 16,9-1 0-16,-4-3 0 0,9 0 0 16,-4 1-2-16,-4-3-4 15,2 9-21-15,0-1-55 16,-14 0-3-16</inkml:trace>
  <inkml:trace contextRef="#ctx0" brushRef="#br1" timeOffset="67514.31">6471 13721 450 0,'0'0'3'16,"0"0"1"-16,0 0 0 15,0 0 2-15,0 0-2 16,0 0 2-16,5 0 0 0,-5 0 2 16,13 0-3-16,-1 0 0 15,6 0-1-15,9 0-1 16,5 0 0-16,6-2-3 15,6-1 0-15,6-2 0 0,2 1 0 16,-3-1 0-16,4 0 0 16,-9-1 0-16,-3 4 0 15,-9 2 0-15,-7 0 0 16,-8 0 0-16,-4 0 0 16,-13 0 0-16,0 18 0 0,-13-4 0 15,-10 6 0-15,-7 0 0 16,-9 8 0-16,-10 4 0 15,-11 2 0-15,-8 5 0 0,1-1 0 16,-2 1 0-16,0-4 0 16,4 2 0-16,8-8 0 15,9-4 0-15,13-4 0 16,6-6 0-16,9-7 0 0,5 0 0 16,15-8 0-16,0 0 0 15,12 3 0-15,11-3 0 16,6-3 0-16,9-6 0 15,7 4 0-15,12-5 0 0,3 0 0 16,4 0 0-16,1 1 0 16,-3 2 0-16,-2-4 0 15,-7 4 0-15,-2 0 0 16,-10 1 0-16,-5 1 0 16,-12 5 0-16,-6-2 0 0,-6-1 0 15,-12 3 0-15,11 0 0 16,-11 0 0-16,0 0 0 15,0 0 0-15,0 0 0 0,0 0 0 16,0 0 0-16,0 0 0 16,-5 3 0-16,5-3 0 15,0 0 0-15,0 0-75 16,0 0-20-16</inkml:trace>
  <inkml:trace contextRef="#ctx0" brushRef="#br1" timeOffset="72381.89">7152 14229 225 0,'0'0'9'0,"0"0"7"16,0 0 2-16,0 0 4 16,0 0 3-16,0 0 2 15,0 0 3-15,0 0 0 0,0 0-7 16,0 0-4-16,0 0-4 15,0 0-2-15,0 0-3 16,0 0-2-16,-7-5-2 16,7 5-1-16,0 0-2 0,-10 3-1 15,10-3 0-15,-13 12-1 16,6 1 1-16,-3-1-2 16,3 2 0-16,-6 4 0 15,6 2 0-15,2 0 0 0,-2-3 0 16,1 2 0-16,6-1 0 15,-3 2 0-15,3-6 0 16,5-1 0-16,3-1 0 0,2-2 0 16,4 0 0-16,2-5 0 15,4-5 0-15,-1 0 0 16,4 0 0-16,0-5 0 16,2-2 0-16,-6-3 0 15,-1-1 0-15,-4 0 0 16,2-4 0-16,-7-3 0 0,-4-2 0 15,2 3 0-15,-3-3 0 16,-4-2 0-16,0 0 0 16,-4 3 0-16,-3-2 0 0,2 4 0 15,-4 2 0-15,-2 3 0 16,1 4 0-16,1 1 0 16,-4 1 0-16,1 2 0 15,0 4 0-15,-1 0 0 0,3 0 0 16,3 0 0-16,-4 0 0 15,11 0 0-15,-14 2 0 16,14-2 0-16,0 0 0 16,0 0-7-16,12 5-85 0,3-12-1 15</inkml:trace>
  <inkml:trace contextRef="#ctx0" brushRef="#br1" timeOffset="74346.53">7471 13124 267 0,'0'0'5'0,"0"0"3"0,0 0 1 15,0 0 4-15,0 0 1 16,0 0 4-16,-3 8-1 15,3-8 3-15,-3 7-4 16,3-7-2-16,0 0-1 0,8 8-2 16,2-8-1-16,3 0-2 15,3-8-1-15,5-4 0 16,4-3-1-16,-1-6 0 16,3 5-2-16,3-6 0 0,-5 2-1 15,-2-1 0-15,2 5 0 16,-13 1 0-16,2 2 0 15,-3 6 0-15,-11 7 0 16,0 0-1-16,0 0 0 0,-8 0 0 16,-7 11-1-16,-6 6-1 15,-2 2-1-15,-5 3 0 16,-2 6 0-16,1-3 1 16,-1-1-1-16,2-2 0 0,6-4-1 15,5-4 0-15,2-2 0 16,5-2 0-16,10-10 1 15,0 0 0-15,5-2 0 0,9-8 1 16,4-4 0-16,2-4 2 16,4-2-1-16,-1 1 1 15,2-1-1-15,-3-1 0 16,-5 9 1-16,-1-2 0 16,-7 6 0-16,-9 8-1 0,8-10-2 15,-8 10 0-15,-8 5-2 16,-4 3-3-16,-1 1-5 15,-4 1-9-15,2-4-38 16,1 7-26-16,-4-2-2 0</inkml:trace>
  <inkml:trace contextRef="#ctx0" brushRef="#br1" timeOffset="75447.2">7471 12753 280 0,'0'0'8'0,"0"0"5"0,0 0 3 0,0 0 3 0,0 0 2 16,0 0 3-16,2-13 2 15,-2 13-1-15,0 0-7 16,0-7-4-16,0 7-5 0,0 0-4 16,-13 12-1-16,6 5-2 15,-3 8-1-15,-3 7-1 16,1 6-1-16,-2 7 1 16,-4 4 0-16,2-3 1 0,2 4-1 15,-4-6 0-15,6-1 0 16,0-11-1-16,-1 0 1 15,3-9-2-15,1-1-1 16,3-7 0-16,-1-5-1 0,7-10 0 16,-5 10 0-16,5-10 1 15,2-7 0-15,3-3 0 16,2-8 1-16,2-2 0 16,3-5 1-16,1-9-1 15,1-1 0-15,-2-7 0 0,1 0 0 16,-1-3 0-16,-1 6 0 15,-2-1 2-15,-1 10 1 16,-6 3 1-16,3 7 1 0,-5 8 0 16,0 12 2-16,0-10-1 15,0 10 0-15,-3 10-1 16,-1 7 1-16,-6 8-2 0,-1 7-1 16,-3 8-1-16,2 3 0 15,-4 3 0-15,4 2 1 16,-5-4-1-16,2-7 0 15,2 0 0-15,1-10 0 0,3-2 0 16,-2-6-1-16,4-6 1 16,2-1-1-16,5-12 0 15,-7 13 1-15,7-13-2 16,0 0 2-16,0 0-1 16,0 0 0-16,0 0 1 15,0 0 0-15,0 0 0 0,0 0 1 16,0 0 0-16,0 0 0 15,0 0-2-15,0 0 1 16,0 0-1-16,0 0 0 0,0 0 0 16,9 0 0-16,1 0 0 15,3-2 0-15,1-4 1 16,9 1 1-16,2 1 0 0,1-4 0 16,8 1 1-16,0-3 0 15,1 0 0-15,2 3 1 16,3-4 0-16,-2-1 1 15,-4 5-1-15,-4 0 0 16,-6 1-1-16,-1 4 1 0,-5-3-2 16,-4 5 1-16,-14 0-1 15,13-3 1-15,-13 3-1 16,0 0 1-16,0 0-1 16,0 0 1-16,0 0-2 0,5 5-6 15,-5-5-16-15,0 0-59 16,0 0-4-16</inkml:trace>
  <inkml:trace contextRef="#ctx0" brushRef="#br1" timeOffset="92346.15">9212 11675 267 0,'0'0'6'0,"0"0"3"16,0 0 2-16,0 0 2 15,0 0 3-15,0 0 0 16,-5-10 2-16,5 10 3 16,0 0-4-16,0 0-3 0,0 0-3 15,0 0 0-15,0 0-3 16,0 0-2-16,0 0-2 15,0 0 0-15,0 0-1 0,7-3 1 16,6 3-1-16,2 0 0 16,7-2 1-16,3 2 0 15,9-5 1-15,4 3-1 16,10-6 0-16,-2 3-1 0,7-2 0 16,-1 2-1-16,5-5 0 15,-3 6 0-15,4-2-1 16,-3 1-1-16,0 3 0 15,-4 2 0-15,4 0 0 0,-3 0 0 16,0 2 1-16,-2 1-1 16,0-1 0-16,-1 1 1 15,-1 0-1-15,-4-3 1 16,-3 0-1-16,0 0 1 16,-4-3 0-16,-2-2-1 0,-7 0 0 15,-3 1 0-15,-11 0 1 16,4 2-1-16,-11 0 0 0,-7 2 0 15,13 0 0-15,-13 0 0 16,0 0 0-16,0 0 1 16,0 0-1-16,0 0 1 15,0 0-1-15,0 0 1 0,0 0-1 16,0 0 1-16,0 0-1 16,0 0 0-16,0 0-1 15,0 0 0-15,0 0-3 16,0 0-2-16,0 0-9 15,0 0-25-15,-8 0-42 16,8 0-1-16</inkml:trace>
  <inkml:trace contextRef="#ctx0" brushRef="#br1" timeOffset="92914.2">10377 11372 371 0,'0'0'6'0,"0"0"4"15,0 0 2-15,0 0 2 0,0 0 1 16,0 0 1-16,0 0 0 16,0 0-1-16,0 0-5 15,0 0-3-15,0 0-3 16,5 13-2-16,0-3-1 16,5 5 1-16,2 0-1 0,6 3 1 15,6 1 0-15,-1-5 0 16,7 7 1-16,-3-6-3 15,3-3 0-15,-2 1 0 16,-3-4 0-16,-6-2 0 0,-4 2 0 16,-3-5 0-16,-1 1 0 15,-11-5 0-15,2 12 0 16,-2 1 0-16,-10-3 0 16,-1 5 0-16,-6 3 0 0,0-2 0 15,-5 4 0-15,-1 0 0 16,-1-3 0-16,1-3 0 15,1 4 0-15,5-3 0 16,-3 0 0-16,4-2 0 0,4 1 0 16,0-1 0-16,4-1 0 15,3 1 0-15,-2-4 0 16,5 1 0-16,2-10-8 16,0 18-17-16,0-18-57 0,9 13-4 15</inkml:trace>
  <inkml:trace contextRef="#ctx0" brushRef="#br1" timeOffset="93247.57">11103 11509 442 0,'0'0'5'0,"0"0"1"16,0 0 1-16,0 0 1 16,0 0-1-16,-10 0 2 0,0 5-1 15,-2 9 1-15,-11 4-6 16,3 4-1-16,-5 3 0 16,1 7-1-16,-3-2-1 15,2 2 2-15,-1-4-2 0,6 0 0 16,3-7 0-16,4-3 0 15,1-6-5-15,5 3-1 16,7-15-6-16,-9 12-5 0,9-12-8 16,-4-5-48-16,4 5-11 15</inkml:trace>
  <inkml:trace contextRef="#ctx0" brushRef="#br1" timeOffset="93633.36">10832 11472 388 0,'0'0'8'0,"0"0"3"15,0 0 3-15,0 0 0 0,0 0 2 16,0 0-1-16,0 0 0 16,0 0 1-16,5 7-7 15,-3 3-4-15,3 5-5 16,6 2 0-16,-4 8 0 0,7 5 0 15,2 0 0-15,-2 4 0 16,9-4 0-16,-3 5 0 16,-1-7 0-16,4-4 0 0,-3-5 0 15,-3-1 0-15,-1-3 0 16,-2-5 0-16,-3-3 0 16,-11-7 0-16,14 11 0 15,-14-11 0-15,0 0 0 0,0 0 0 16,0 0 0-16,7-9 0 15,-7 9 0-15,0-9 0 16,0 9 0-16,-5-18 0 16,5 18 0-16,-4-12 0 15,4 12-15-15,-5-11-71 0,5 11-2 16</inkml:trace>
  <inkml:trace contextRef="#ctx0" brushRef="#br1" timeOffset="94047.33">11294 11739 445 0,'0'0'3'0,"0"0"2"0,-9-2 0 0,9 2 2 16,-11 0 0-16,11 0-1 16,-14 0 0-16,-2 6 1 15,9 2-3-15,0 5-3 16,2 1 0-16,-1 2-1 0,6 2 0 16,0-2 0-16,11-1 0 15,1-2 1-15,6-3 0 16,-2-5 1-16,5-4 0 0,-3-1 1 15,1-1 0-15,-4-9-1 16,-3-5-2-16,-5 0 0 16,-2-2 0-16,-5-3 0 15,-5 0 0-15,-4 5 0 16,-7 0 0-16,0 10 0 0,-12 0-4 16,-22 8-79-16,26 7-3 15</inkml:trace>
  <inkml:trace contextRef="#ctx0" brushRef="#br1" timeOffset="100180.81">9195 11586 23 0,'0'0'3'0,"0"0"3"0,0 0 4 16,0 0 2-16,0-5 3 16,0 5 3-16,0 0 2 0,0 0 0 15,0 0-3-15,0 0 0 16,0 0-5-16,0 0-1 16,0 0-3-16,0 0 1 15,0 0 2-15,0 0 1 0,0 0 0 16,0 0 1-16,-2 5 0 15,2-5-1-15,0 0 0 16,0 0 0-16,0 10-4 16,0-10-2-16,0 0-1 0,0 0 1 15,0 0-1-15,0 10-1 16,0-10 0-16,0 0-1 16,0 0-5-16,0 0-28 15,0 0-32-15,0 0-6 16</inkml:trace>
  <inkml:trace contextRef="#ctx0" brushRef="#br1" timeOffset="103346.92">9184 11606 247 0,'0'0'9'0,"0"0"5"15,0 0 2-15,0 0 2 16,0-5 2-16,0 5-1 16,0 0 0-16,0 0 3 15,0 0-9-15,0 0-4 0,0 0 0 16,0 0-1-16,0 0 0 16,0 0 0-16,0 0 2 15,0 0-1-15,0 0 1 16,0 0-1-16,0 0-2 0,0 0 0 15,0 0 0-15,3-12-2 16,-3 12-1-16,3-16 0 16,-3 7-4-16,0-7 0 0,0 7 0 15,0-6 0-15,0 0 0 16,0 0 0-16,0-3 0 16,0 4 0-16,0-4 0 15,0 0 0-15,0 0 0 0,0 0 0 16,0 3 0-16,0 0 0 15,0 1 0-15,0 1 0 16,0 1 0-16,0-1 0 16,0 1 0-16,0 3 0 0,0-5 0 15,0 0 0-15,0 1 0 16,0 1 0-16,0 0 0 16,0-1 0-16,0 1 0 15,0 2 0-15,0-1 0 16,0 3 0-16,0-3 0 0,0 1 0 15,0 0 0-15,0 1 0 16,0-1 0-16,0-1 0 16,0-1 0-16,0-1 0 15,0 2 0-15,0-2 0 16,0 3 0-16,0-2 0 0,0 0 0 16,0 0 0-16,0 1 0 15,0-1 0-15,0 1 0 16,0 0 0-16,0-2 0 0,0 3 0 15,0-2 0-15,0-1 0 16,0-2 0-16,0 5 0 16,0-8 0-16,0 10 0 15,0-10 0-15,0 5 0 0,0 1 0 16,-6 2 0-16,4-2 0 16,2 2 0-16,-3-5 0 15,1 5 0-15,0-2 0 16,-3-3 0-16,2 2 0 0,0-2 0 15,2 1 0-15,-2-1 0 16,0-2 0-16,0 1 0 16,1 2 0-16,0-1 0 15,2 2 0-15,-3-3 0 0,1 1 0 16,-1-1 0-16,3 0 0 16,0-2 0-16,-2 1 0 15,2 2 0-15,-2-3 0 16,-1 2 0-16,1 0 0 0,2 2 0 15,-3-1 0-15,0-1 0 16,3 2 0-16,0-4 0 16,-2 6 0-16,2-5 0 0,-3 2 0 15,1-3 0-15,2 1 0 16,-3 1 0-16,1-2 0 16,-1 0 0-16,1 1 0 15,0-3 0-15,-1 2 0 0,1 2 0 16,0-2 0-16,-1 3 0 15,-3-2 0-15,4 1 0 16,0 8 0-16,2-6 0 16,-3 3 0-16,3 0 0 15,0-1 0-15,0 4 0 0,0 1 0 16,-2-3 0-16,2-3 0 16,0 2 0-16,0-3 0 15,0 0 0-15,0 2 0 16,0-3 0-16,2 0 0 0,-2 2 0 15,3-1 0-15,-1 3 0 16,-2 2 0-16,5-1 0 16,-5 10 0-16,3-15 0 0,-3 15 0 15,3-12 0-15,-3 12 0 16,4-16 0-16,-4 16 0 16,3-11 0-16,-3 11 0 15,0-15 0-15,0 15 0 0,0-15 0 16,0 15 0-16,0-10 0 15,0 10 0-15,0-13 0 16,0 13 0-16,0-9 0 0,0 9 0 16,0 0 0-16,0-16 0 15,0 16 0-15,0-6 0 16,0 6 0-16,0 0 0 16,0 0 0-16,2-7 0 15,-2 7 0-15,0 0 0 16,0 0 0-16,0 0 0 0,0 0 0 15,0 0 0-15,0 0 0 16,0 0 0-16,0 0 0 16,0 0 0-16,0 0 0 0,0 0 0 15,-5 8 0-15,3 0 0 16,-6 7 0-16,1 2 0 16,-3 4 0-16,-3 1 0 15,1 2 0-15,-3-1 0 0,0 3 0 16,-3 2 0-16,1-3 0 15,2-1 0-15,-2-1 0 16,-3-4 0-16,3 2 0 16,4-4 0-16,-4-5 0 0,10-1 0 15,-4-4 0-15,11-7 0 16,-9 7 0-16,9-7 0 16,0 0 0-16,0 0 0 15,0 0 0-15,0 0 0 0,0 0 0 16,0 0 0-16,0 0 0 15,0 0 0-15,0 0 0 16,7-7 0-16,-7 7 0 16,18-20 0-16,-6 8 0 0,-3-6 0 15,9-4 0-15,0-3 0 16,1 0 0-16,-1-2 0 16,1 2 0-16,2-2 0 15,-1 4 0-15,-3-2 0 0,-2 6 0 16,0 2 0-16,-5 2 0 15,0 2 0-15,-3 1 0 16,-7 12 0-16,7-18 0 16,-7 18 0-16,0 0 0 0,5-8 0 15,-5 8 0-15,0 0 0 16,0 0 0-16,0 0 0 16,0 0 0-16,0 0 0 15,6 7 0-15,1-1 0 0,0 10 0 16,3-1 0-16,3 4 0 15,1 1 0-15,4 2 0 16,2 0 0-16,-5-1 0 0,3-1 0 16,-2-6 0-16,0 1 0 15,-4-5 0-15,-3-5 0 16,-9-5 0-16,15 10 0 16,-15-10 0-16,0 0 0 15,0 0 0-15,0 0 0 0,0 0 0 16,0 0 0-16,0 0 0 15,0 0 0-15,-1-13-66 16,1 13-27-16</inkml:trace>
  <inkml:trace contextRef="#ctx0" brushRef="#br1" timeOffset="103947.18">8802 9329 419 0,'0'0'6'0,"0"0"2"0,0 0 0 16,0 0 2-16,0 0 0 16,12 0 1-16,-12 0 0 15,18 3 2-15,-6-1-6 0,6 1-1 16,2 2-4-16,4-3-2 15,1 5 0-15,5-4 0 16,-5-1 0-16,2 4 0 16,-4-5 0-16,-1 2 0 0,-2-3 0 15,0 0 0-15,-8 3 0 16,-2-3 0-16,-3 0 0 16,-7 0 0-16,13 0 0 15,-13 0 0-15,0 0-30 0,0 0-54 16,0 0-4-16</inkml:trace>
  <inkml:trace contextRef="#ctx0" brushRef="#br1" timeOffset="104230.03">9117 9126 414 0,'0'0'8'15,"0"0"2"-15,0 0 1 16,0 0 1-16,0 0 0 0,10 10-1 15,-7 3 2-15,0 6 0 16,-3 4-6-16,7 4-7 16,-5 6 0-16,1 8 0 15,-3-4 0-15,2 5 0 0,-2-5 0 16,0-2 0-16,0-4 0 16,0-8 0-16,-2 2 0 15,-1-7 0-15,1-4 0 16,2-4 0-16,0-10 0 0,-5 10-11 15,5-10-15-15,-18 0-57 16,18 0-4-16</inkml:trace>
  <inkml:trace contextRef="#ctx0" brushRef="#br1" timeOffset="104615.77">9308 9301 431 0,'0'0'3'0,"0"0"2"0,0 0 0 16,0 6 1-16,0-6 1 15,-9 17-1-15,4-4 1 16,-2 4 0-16,2 0-2 15,5 0-2-15,0 1-1 0,2-3 0 16,8 0 1-16,2-8 0 16,5-4 0-16,4-3 1 15,-4 0 0-15,6-8 1 16,-4-4-5-16,-1-3 0 0,-3-5 0 16,-8 3 0-16,-4-3 0 15,-3 0 0-15,-10 3 0 16,-5 1 0-16,-8 9 0 0,1 2 0 15,-3 5 0-15,5 3-16 16,0 12-70-16,8 0-2 16</inkml:trace>
  <inkml:trace contextRef="#ctx0" brushRef="#br1" timeOffset="118232.44">973 15618 346 0,'0'0'5'0,"0"0"4"0,-8-9 5 0,8 9 4 16,-5-12 1-16,5 12 2 15,-10-13 1-15,10 13 0 16,0 0-4-16,-9-10-6 15,9 10-7-15,-5 13-5 16,5 6 0-16,-6 6 0 0,1 10 0 16,0 7 0-16,1 2 0 15,1 9 0-15,1 1 0 16,-5 0 0-16,7-1 0 0,0-7 0 16,0-3 0-16,0-6 0 15,-1-2 0-15,-2-10 0 16,3 0 0-16,-5-9 0 15,3-3 0-15,2-13 0 16,0 0 0-16,-7 2 0 0,2-6 0 16,0-14 0-16,2-7 0 15,-2-9 0-15,-2-9 0 16,2-6 0-16,0-7 0 16,-2-10 0-16,1 2 0 0,4-4 0 15,-3-1 0-15,5 8 0 16,0 1 0-16,2 6 0 15,3 2 0-15,8 10 0 16,2 0 0-16,5 9 0 0,-2 4 0 16,8 4 0-16,-1 8 0 15,2 7 0-15,3 6 0 16,0 4 0-16,0 11 0 0,-2 7 0 16,-1 4 0-16,-5 3 0 15,-2 7 0-15,-2-2 0 16,-9 4 0-16,-1-2 0 15,-8 5 0-15,-3-3 0 0,-11-1 0 16,-4 0 0-16,-5 1 0 16,-8-5 0-16,0-1 0 15,-6-3 0-15,2-5 0 16,-2-6 0-16,3-3 0 16,-3-5 0-16,12-6 0 0,-3 0 0 15,8 0 0-15,5-6 0 16,15 6 0-16,-13-12 0 15,13 12 0-15,11-21-6 16,4-1-44-16,7 15-40 0,3-5 0 16</inkml:trace>
  <inkml:trace contextRef="#ctx0" brushRef="#br1" timeOffset="118563.47">1360 15758 497 0,'0'0'1'0,"0"0"0"0,13 0 2 16,-13 0-1-16,14-3 1 0,2 0 1 15,-2 1-4-15,9 0 0 16,-3-3 0-16,7 5 0 16,0-8-5-16,11-4-53 15,-6 12-29-15,-2-2-1 0</inkml:trace>
  <inkml:trace contextRef="#ctx0" brushRef="#br1" timeOffset="118730">1454 15948 409 0,'0'0'3'0,"0"0"2"0,0 0 2 15,6-5 2-15,4 0 0 16,4-7 1-16,11 2 0 15,0-4 0-15,15 0-10 0,0-6-23 16,7 4-56-16,8 1-4 16</inkml:trace>
  <inkml:trace contextRef="#ctx0" brushRef="#br1" timeOffset="120180.51">1410 15711 177 0,'0'0'4'0,"0"0"5"0,0 0 5 15,0 0 5-15,-12-3 3 16,12 3 4-16,-13-3 2 16,6 3 0-16,7 0-3 0,-16-4-1 15,16 4-4-15,-9-3-5 16,9 3-4-16,0 0-1 16,0 0-3-16,0 0-1 15,0 0-1-15,0 0-1 0,0 0-1 16,0 0 1-16,9 0 0 15,4 0 0-15,-1 0 2 16,6-2 0-16,4-1 0 16,3-3 1-16,0 5 0 0,2-4-1 15,3 0-2-15,-2 0-4 16,-1 2 0-16,-5 1 0 16,-4 2 0-16,2-3 0 15,-8 3 0-15,0 0 0 0,-12 0 0 16,13 3 0-16,-13-3 0 15,0 0 0-15,10 2 0 16,-10-2 0-16,0 0 0 16,0 0 0-16,0 0 0 0,0 0 0 15,0 0 0-15,0 0 0 16,0 0 0-16,0 0 0 16,0 0 0-16,0 0 0 15,0 0-32-15,0 0-55 0,0 0-4 16</inkml:trace>
  <inkml:trace contextRef="#ctx0" brushRef="#br1" timeOffset="120766.58">1275 15862 311 0,'0'0'7'16,"0"0"5"-16,0 0 1 15,6 0 3-15,-6 0 2 0,0 0 1 16,0 0 0-16,10 5 1 16,-10-5-7-16,0 0-3 15,0 0-2-15,12 5-1 16,-12-5-1-16,22 7 0 0,-4-5-1 15,4 3 1-15,5 1 0 16,3-5 0-16,5 2-3 16,0 0-3-16,5-3 0 15,-5 0 0-15,-1 0 0 16,1 0 0-16,-8-3 0 0,1-1 0 16,-6 0 0-16,-5 4 0 15,-4-2 0-15,-3 0 0 16,-10 2 0-16,12 0 0 15,-12 0 0-15,0 0 0 0,0 0 0 16,0 0 0-16,0 0 0 16,-7 0 0-16,7 0 0 15,0 0 0-15,-8 2 0 0,1 11-51 16,7-13-41-16</inkml:trace>
  <inkml:trace contextRef="#ctx0" brushRef="#br1" timeOffset="123896.54">2396 15516 405 0,'0'0'6'0,"0"0"3"16,0 0 3-16,0 0 1 15,0-11 2-15,0 11 0 0,0 0 1 16,-3-7 0-16,3 7-12 16,0 0-4-16,-1 4 0 15,-2 10 0-15,-2 10 0 16,2 0 0-16,-2 14 0 0,3-2 0 16,-1 12 0-16,3-4 0 15,0 3 0-15,0-5 0 16,0-7 0-16,0-3 0 15,0-7 0-15,0-5 0 16,0-5 0-16,3-7-3 0,-3-8 0 16,0 0 0-16,0 0 2 15,-10-16-1-15,8-1 2 16,-5-5 0-16,3-5 0 16,-1-11 0-16,1-5 1 0,4 0 0 15,0-4 0-15,0-3 1 16,7 3 0-16,1 2 0 15,4 9 1-15,-2 0-3 16,4 9 0-16,4 7 0 0,0 9 0 16,4 3 0-16,0 5 0 15,3 3 0-15,2 11 0 16,0 3 0-16,-3 5 0 16,-3 4 0-16,-3 4 0 15,-6 1 0-15,-6 1 0 0,-6 1 0 16,-6-2 0-16,-11-4 0 15,-1-4 0-15,-3-4 0 16,-4-2 0-16,0-4 0 0,0-9 0 16,5 2 0-16,0-3 0 15,7 0 0-15,4-3 0 16,9 3 0-16,0-7-2 16,4 0 0-16,12 7 0 0,3 0 1 15,1 0 0-15,8 3 0 16,-1 4 0-16,3 3 1 15,-4 5 0-15,0 0 0 0,-2 2-1 16,-3-1 1-16,-7 1 0 16,2-3-2-16,-4-2-4 15,-2 1-8-15,-10-13-18 16,12 10-52-16,-12-10 0 16</inkml:trace>
  <inkml:trace contextRef="#ctx0" brushRef="#br1" timeOffset="124280.01">2905 15666 418 0,'0'0'3'0,"0"0"0"16,-9 2 1-16,9-2 1 15,-15 13 1-15,4-7-1 0,0 8 1 16,-1-4 1-16,3 4-4 15,0 1 1-15,6 0-1 16,3-2-1-16,3-1 0 0,6-2 1 16,4-2-1-16,4-4 1 15,1-4 0-15,7 0 0 16,-1-4 1-16,1-4 1 16,-2-2 0-16,-2-2 1 15,-3-6 0-15,0 3-6 16,-11-5 0-16,-2 3 0 0,-5 0 0 15,-9-1 0-15,-5 3 0 16,-5 3 0-16,-1 3 0 16,-7 3 0-16,5 6 0 0,-3 0 0 15,7 6-11-15,1-2-19 16,-1 3-55-16,18-7-4 16</inkml:trace>
  <inkml:trace contextRef="#ctx0" brushRef="#br1" timeOffset="124579.99">3256 15443 455 0,'0'0'5'0,"0"0"1"16,0 0 1-16,0 0 0 16,0 0 1-16,0 0 0 15,0 0 0-15,-5 7-1 16,3 11-7-16,-4 1 0 0,1 14 0 15,-4 1 0-15,-7 9 0 16,4 1 0-16,0 1 0 16,-1-2 0-16,4-4 0 15,2-5 0-15,7-7 0 0,0-4 0 16,9-8 0-16,7-5 0 16,3-6 0-16,3-4 0 15,3-2 0-15,5-13 0 16,5 3-19-16,-8 2-33 15,6-10-35-15,-12 3-2 0</inkml:trace>
  <inkml:trace contextRef="#ctx0" brushRef="#br1" timeOffset="124780.79">3132 15676 472 0,'0'0'2'0,"0"0"1"15,0 0 1-15,0 0 1 16,10-5 1-16,3 0-1 16,4 0 1-16,5 0 0 0,3 0-4 15,3-3-2-15,9 6-18 16,-7-3-65-16,4-2-3 0</inkml:trace>
  <inkml:trace contextRef="#ctx0" brushRef="#br1" timeOffset="125563.57">3601 15641 386 0,'0'0'6'0,"0"0"3"0,-14 0 3 0,14 0 2 15,-11-3 0-15,11 3 1 16,-12-2 0-16,12 2 1 16,0 0-7-16,-9 0-2 0,9 0-2 15,7-2-2-15,5-1-3 16,3 1 0-16,7-3 0 16,3 2 0-16,3-2 0 15,0 3 0-15,-2-1 0 0,-1 3 0 16,-8 0 0-16,-1 5 0 15,-9 6 0-15,-5 0 0 16,-4 5 0-16,-8 1 0 16,-8 5 0-16,-4-3 0 15,-6 6 0-15,-4 0 0 0,2-2 0 16,-2-2 0-16,6 0 0 16,0-4 0-16,6-7 0 15,8 3 0-15,12-13 0 16,-6 10 0-16,12-10 0 0,11 0 0 15,8-5 0-15,3-3 0 16,6 3 0-16,3-2 0 16,0-1 0-16,-1 3 0 0,-10 0 0 15,0 2 0-15,-6 3 0 16,-11 0 0-16,-9 0 0 16,13 0 0-16,-13 0-4 15,0 0-20-15,-4 8-60 0,4-8-5 16</inkml:trace>
  <inkml:trace contextRef="#ctx0" brushRef="#br1" timeOffset="125896.67">4144 15272 464 0,'0'0'3'0,"0"0"2"0,0 0 1 15,0 0 2-15,0 0-1 0,-14-6 0 16,5 12 1-16,-7 9-5 16,0 12-3-16,-5 13 0 15,0 7 0-15,-2 10 0 16,-2 8 0-16,5 1 0 0,5 3 0 15,2-4 0-15,11-7 0 16,2-2 0-16,6-9 0 16,8-13 0-16,4-1 0 15,8-8 0-15,0-15-14 16,8-10-70-16,-2-3-3 0</inkml:trace>
  <inkml:trace contextRef="#ctx0" brushRef="#br1" timeOffset="126531.07">4289 15343 433 0,'0'0'5'0,"0"0"4"15,0 0 1-15,0 0 1 0,0 0-1 16,6 6 1-16,-6 6 1 16,-8 6-2-16,-2-1-10 15,-2 13 0-15,-3 2 0 16,0 8 0-16,0 2 0 16,3 0 0-16,7-3 0 15,1 1 0-15,8-5 0 0,8-10 0 16,6-6 0-16,4-4 0 15,5-10 0-15,3-5 0 16,5-2 0-16,-3-8 0 0,-1-8 0 16,-2-4 0-16,-4-3 0 15,-10-2 0-15,-1-5 0 16,-6-3 0-16,-8-5 0 16,0-1 0-16,-12 1 0 0,-1 1 0 15,-4 1 0-15,-1 6 0 16,-6 5 0-16,4 9 0 15,-1 6 0-15,0 9 0 16,-2 3 0-16,1 5 0 0,1 9 0 16,5 2 0-16,2 2 0 15,5 3 0-15,2-1 0 16,-1 3 0-16,8-3 0 16,5-1 0-16,5-4 0 15,3 0 0-15,6-2 0 0,4-3 0 16,7-3 0-16,-3-2 0 15,8-5 0-15,-3 0 0 16,-2-4 0-16,0 3 0 0,-10-4 0 16,-6 3 0-16,-4-1 0 15,-10 3 0-15,0 0 0 16,0 0-45-16,0 0-42 0,0 0-2 16</inkml:trace>
  <inkml:trace contextRef="#ctx0" brushRef="#br1" timeOffset="128930.75">4700 15704 412 0,'0'0'6'16,"0"0"3"-16,0 0 2 0,0 0 0 16,0 0 1-16,0 0 0 15,0 0 1-15,2 8-1 16,-2-8-5-16,0 21-3 16,0-9-2-16,-2 5-2 0,-3-2 0 15,2 3 0-15,0-1 0 16,3-2 0-16,-2-3 0 15,0-4 0-15,2 1 0 0,0-9 0 16,0 11 0-16,0-11 0 16,0 0 0-16,0 0 0 15,0 0 0-15,0 0 0 0,0 0-3 16,0 0-9-16,-3-5-14 16,-11-3-57-16,14 8-5 15</inkml:trace>
  <inkml:trace contextRef="#ctx0" brushRef="#br1" timeOffset="129414.27">4804 15133 446 0,'0'0'4'0,"0"0"1"16,0 0 1-16,0 0 1 15,0 0 0-15,0 0 0 0,0 0 0 16,10 3 1-16,3 7-2 15,-1 5-3-15,10 4 0 16,5 9-1-16,4 13-2 16,-2 4 0-16,8 7 0 0,-4 6 0 15,-8 0 0-15,0 4 0 16,-6-2 0-16,-8 2 0 16,-7-7 0-16,-4-1 0 15,-7-4 0-15,-8-3 0 0,-5-3 0 16,-4-7 0-16,-4-4 0 15,3-6 0-15,-5-5 0 16,5-2 0-16,6-6 0 16,-2-4 0-16,6-2 0 0,6-2 0 15,-1-5 0-15,10-1 0 16,-11 0 0-16,11 0-75 16,0 0-15-16</inkml:trace>
  <inkml:trace contextRef="#ctx0" brushRef="#br1" timeOffset="131430.12">5323 15681 505 0,'0'0'3'0,"0"0"0"15,0 0-3-15,0 0 0 16,0 0 0-16,0 0 0 0,0 0 0 16,5 0 0-16,-5 0 0 15,0 0 0-15,0 0 0 16,0 0 0-16,0-10 0 16,0 10 0-16,10-13-82 15,0 1-13-15</inkml:trace>
  <inkml:trace contextRef="#ctx0" brushRef="#br1" timeOffset="132915.22">13978 11451 321 0,'0'0'10'0,"0"0"3"16,0 0 4-16,0 0 1 0,0 0 0 15,0 0 0-15,0 0 0 16,-5 8 1-16,5-8-10 16,0 0-3-16,-3 9-3 0,3-9-1 15,0 0 2-15,0 0 1 16,0 0 0-16,3 8 1 16,-3-8 1-16,9-2-1 15,-9 2 0-15,16-12-6 0,-16 12 0 16,10-12 0-16,-8 2 0 15,0 3 0-15,-2 7 0 16,-2-15 0-16,2 15 0 16,-12-15 0-16,1 12 0 0,2 3 0 15,-1 0 0-15,-3 3 0 16,3 2 0-16,1 5 0 16,1-2 0-16,0 3 0 15,4 2 0-15,4-4 0 16,0 1 0-16,0-10 0 0,9 13 0 15,4-8 0-15,-4-5 0 16,6 0 0-16,1 0 0 16,-4-8 0-16,1 3 0 0,-1-1 0 15,-7-4 0-15,3-1 0 16,-8-2 0-16,0 4 0 16,0-1 0-16,0 10 0 15,-16-12 0-15,3 6 0 0,1 4 0 16,-2 2 0-16,1 0 0 15,0 5 0-15,4 0 0 16,-1 0 0-16,10-5 0 16,-10 12 0-16,10-12 0 0,0 0 0 15,2 12 0-15,-2-12 0 16,16 6 0-16,-16-6-19 16,17-14-58-16,-10 14-10 15</inkml:trace>
  <inkml:trace contextRef="#ctx0" brushRef="#br1" timeOffset="133965.46">13950 11229 337 0,'0'0'7'0,"0"0"2"0,0 0 3 15,0 0 3-15,0-10 1 16,0 10-1-16,-9-2 1 0,9 2 0 15,-18 0-5-15,6 0-4 16,-1 5-2-16,1 2-1 16,-3 3-1-16,-3 0 0 0,1 3-1 15,5-2 0-15,-4 5 0 16,2-7 0-16,2 7-1 16,1-4 0-16,2 2 0 15,-1-1 0-15,2 2 0 0,3-1 0 16,-2 4 0-16,2-6 1 15,2 6-1-15,1-4 1 16,0 4-1-16,2-1 1 16,0 1-1-16,0-1 1 15,0 0 0-15,2-2 0 0,5 5 0 16,0-8 1-16,3 1-3 16,3-1 0-16,-1-1 0 15,1 0 0-15,2-3 0 16,2 2 0-16,0-8 0 0,-1 6 0 15,3-6 0-15,-1 3 0 16,0-5 0-16,3 0 0 16,-1 0 0-16,1 0 0 0,-7-2 0 15,4-3 0-15,-1 5 0 16,-4-8 0-16,1 8 0 16,-2-6 0-16,4 0 0 15,-4-2 0-15,3 1 0 0,-1 0 0 16,0-7 0-16,-2 3 0 15,1-4 0-15,-5 0 0 16,0-2 0-16,0-3 0 16,-3 0 0-16,-5 0 0 15,0 0 0-15,0 1 0 0,-3-1 0 16,-4 0 0-16,0 0 0 16,-3 4 0-16,-1-2 0 15,-1 3 0-15,3-2 0 16,-5 1 0-16,3 7 0 0,-2-4 0 15,3-1 0-15,0 3 0 16,-3 2 0-16,4 1 0 16,-3 0 0-16,-1 4 0 0,3-1 0 15,-5 2 0-15,0 1 0 16,-3 2 0-16,2 0 0 16,-5 0 0-16,7 0 0 15,-6 0 0-15,5 5 0 0,-3-3 0 16,1 3 0-16,2 0 0 15,-3 0 0-15,6 0 0 16,-3 0 0-16,5 2 0 16,1-2 0-16,-4 5 0 0,13-10 0 15,-15 17 0-15,8-4 0 16,2-1 0-16,-1 6 0 16,4-1 0-16,-1 0 0 15,3 1 0-15,0 1 0 16,0 2 0-16,5-5 0 0,6 4 0 15,-1-6 0-15,2 0-54 16,6 1-35-16</inkml:trace>
  <inkml:trace contextRef="#ctx0" brushRef="#br1" timeOffset="144832.01">8949 10897 271 0,'0'0'4'16,"0"0"4"-16,0 0 1 16,0 0 0-16,0 0 1 0,0 0 2 15,0 0-1-15,0 0 0 16,0 0-4-16,0 0-2 15,0 0-2-15,7-13 0 16,-7 13-1-16,12-9 2 0,-12 9-1 16,18-15 0-16,-6 5 1 15,1 0 1-15,4-2-1 16,-2-1 0-16,2 1-1 16,1-2 0-16,2-4 0 15,-3 3-1-15,1 0 1 0,-1 2-2 16,0-3 1-16,0 0-1 15,1 4 0-15,-3 0 0 16,0-1 1-16,2 1-1 16,-2-1 1-16,5 1-1 0,-3-1 0 15,4 1 1-15,-2 0-1 16,1-1 0-16,3-2 0 16,-3 1 0-16,6-1 0 15,-1 0 0-15,2-2 1 0,-1 2-1 16,-4-3 0-16,2 4 0 15,-1-3-1-15,-3-1 0 16,0 1 0-16,-3 2-1 0,1-3 1 16,-1 4-1-16,1-4 1 15,-1 1-1-15,2 2 2 16,2 0-1-16,-4 1 0 16,3-1 1-16,-3-3-1 15,1 6 1-15,-1-1-1 0,-2 1 0 16,2-2 1-16,-2 1-1 15,3 2 1-15,-1-1-1 16,1-2 1-16,1 1-1 16,-3-2 1-16,0 3-1 0,2 2 2 15,-3-2-2-15,0-1 0 16,-1 4 0-16,0-1 1 16,0-1-1-16,-1 1 0 15,-1 0 0-15,3 1 1 0,0-4-1 16,-1 4 0-16,2 2 0 15,-4-4 1-15,3 4-1 16,-3 0 0-16,1-4 1 16,-1 4-1-16,-2-3 0 0,0 2 0 15,0 1 1-15,-3 2-1 16,4-2 0-16,-2 0 0 16,3-4 1-16,-1 2-1 15,-1 1 0-15,4-2 1 0,-1 0-1 16,2-3 0-16,0 5 0 15,-1-3 1-15,2-2-1 16,-2 4 0-16,-1-4 0 16,4 1 0-16,-1-1 0 0,-2 1 1 15,4 1-1-15,-4-6 0 16,4 3 0-16,-1 2 1 16,1-1-1-16,-4 1 0 15,4 0 1-15,0-1-1 0,-4 1 0 16,4 2 0-16,-4-2 0 15,4 2 1-15,-3-3-1 16,3 3 0-16,-4 0 0 16,4-1 0-16,-1 0 0 0,-2 1 0 15,2 0 0-15,-2 3 0 16,0-1 0-16,-2-1 0 16,-4 1-1-16,7-2-1 15,-7 5 1-15,3-3-1 0,-1 4 1 16,1 0-1-16,-5-2 0 15,-7 6 1-15,13-5 1 16,-13 5-2-16,10-6 1 16,-10 6 0-16,0 0 1 0,0 0-1 15,0 0 1-15,10-6 0 16,-10 6 0-16,0 0 0 16,0 0 0-16,10-8 0 15,-10 8 0-15,0 0-1 0,0 0-5 16,7-2-9-16,-7 2-26 15,0 0-33-15,3 5-3 16</inkml:trace>
  <inkml:trace contextRef="#ctx0" brushRef="#br2" timeOffset="150047.26">8849 10900 271 0,'0'0'6'0,"0"0"3"0,0 0 3 0,0 0 2 16,0 0 2-16,0 0 0 15,-7-6 1-15,7 6 1 0,0 0-3 16,7-4-4-16,-7 4-2 16,15-10-2-16,-5 5 0 15,3-2-1-15,1-6 0 16,2 1-1-16,3-3 0 15,4 1-1-15,-1-4 0 0,-3-2 0 16,4 2 0-16,2-2-2 16,0 3 1-16,0-1-1 15,-3 2 1-15,0 1-1 16,0 2-1-16,1-2 1 16,-1 0-1-16,3 1 1 0,0-1-1 15,0 0 1-15,2 0-1 16,0-5 0-16,-2 2 0 15,3 4 0-15,-3-1 0 16,-5 3 0-16,-3 2 0 0,3-3 0 16,-3 3 0-16,1 3 0 15,-4-2 0-15,2 1 0 16,-2-2-1-16,2-2 0 0,0-1 0 16,2 1 0-16,-1 1 0 15,1-1 0-15,-3-1 0 16,4 2-1-16,-1 1 2 15,-1-2-1-15,0 1 1 0,1 1-1 16,0-2 1-16,-4 1-1 16,4-2 1-16,-6-2-1 15,6 2 1-15,-4 1-1 16,2-1 1-16,-2 1 0 16,-1-3 0-16,-1 3 0 0,3 2 0 15,2-2 0-15,-5-1 1 16,4 3-2-16,-1-2 0 15,0 0 0-15,0 2 0 16,2-1 0-16,1 0 0 0,-2 0 0 16,0-1 0-16,1 2 0 15,-2 0 0-15,2-3 0 16,-2 1 0-16,0 2 0 0,-2-2 0 16,1 2 0-16,-1-2 0 15,2-1 0-15,-2 1 0 16,-1-1 0-16,2 1 0 0,4 0 0 15,-6 0 0-15,3-3 0 16,2 2 0-16,-1 1 0 16,2-4 0-16,-4 2 0 15,4 2 0-15,-4-1 0 16,-2 1 0-16,4-3 0 0,-4 2 0 16,1 1 0-16,1 1 0 15,-1-2 0-15,2-2 0 16,0 0 0-16,-1 0 0 15,4 0 0-15,-3 2 0 0,3-1 0 16,-2 2 0-16,0-3 0 16,0 2 0-16,2 1 0 15,-1 0 0-15,-1-1 0 16,1 1 0-16,0-1 0 16,1 1 0-16,-3-1 0 0,0 4 0 15,2-1 0-15,-2-3 0 16,0 1 0-16,0 2 0 15,0-2 0-15,0 2 0 0,-3 0 0 16,0 0 0-16,3 0 0 16,0 0 0-16,-2 0 0 15,-1 2 0-15,1-1 0 16,1-1 0-16,-2 0 0 0,1 0 0 16,1 0 0-16,2 0 0 15,1-2 0-15,-2-1 0 16,2 2 0-16,-4-2 0 15,4 1 0-15,1-3 0 0,0 5 0 16,-1-3 0-16,-2-1 0 16,2 4 0-16,1-5 0 15,-1 2 0-15,3-2 0 16,-2 3 0-16,-2-1 0 16,5-1 0-16,-5 2 0 0,2-1 0 15,-1 1 0-15,1-1 0 16,-4 3 0-16,4-5 0 15,-2 5 0-15,-2-3 0 0,4 2 0 16,-5-3 0-16,6 3 0 16,0-4 0-16,-1 3 0 15,5-6 0-15,-2 1 0 0,2 0 0 16,5-1 0-16,-1-1 0 16,0-1 0-16,3 0 0 15,-2-1 0-15,4 2 0 16,-6-1 0-16,4 0 0 15,-2 3 0-15,2 0 0 0,-5 0 0 16,0 2 0-16,-3 1 0 16,0-3 0-16,1 3 0 15,-3 2 0-15,-3-1 0 16,0 1 0-16,4-1 0 16,-4 1 0-16,-5 3 0 0,3-1 0 15,-1-1 0-15,-1-1 0 16,-3-1 0-16,5 4 0 15,-5-1 0-15,4 0 0 0,0-2 0 16,-2-1 0-16,1 1 0 16,1-1 0-16,1 1 0 15,0-1 0-15,0 1 0 16,0-3 0-16,0 2 0 0,0-1 0 16,-3-1 0-16,3 3 0 15,-3-3 0-15,3 2 0 16,0-1 0-16,0-4 0 0,-3 6 0 15,6 0 0-15,-1-3 0 16,-2-1 0-16,5 4 0 16,0-1 0-16,0-2 0 15,2 4 0-15,-2-4 0 0,0 5 0 16,-3-2 0-16,1 2 0 16,-4 0 0-16,-1 2 0 15,-3 1 0-15,-10 7 0 16,13-7 0-16,-13 7 0 15,0 0 0-15,0 0 0 0,10-5 0 16,-10 5 0-16,0 0 0 16,0 0 0-16,0 0 0 15,0 0 0-15,0 0 0 0,0 0 0 16,0 0 0-16,-8 2-2 16,8-2-62-16,0 0-23 15,-13 14-1-15</inkml:trace>
  <inkml:trace contextRef="#ctx0" brushRef="#br2" timeOffset="152447.44">9582 12057 247 0,'0'0'9'0,"0"0"3"16,0 0 2-16,0 0 3 16,2-13 0-16,-2 13 3 15,18-15 0-15,-6 5 2 16,1-1-6-16,2-3-5 0,0 3-1 15,4-6-2-15,4 4 0 16,1-3-1-16,-3 1-2 16,1-4-1-16,5 2 1 15,-4-3-2-15,4-3 1 16,3 3-1-16,-5-2-1 16,4 3 0-16,-1 1 0 0,-1-2 0 15,3 1-1-15,-5 6-1 16,0-2 1-16,0 1 0 15,-1-1 0-15,-4 0-1 0,3 1 1 16,-4 0 0-16,4 0 0 16,-3-1-1-16,-1-3 1 15,1 6-1-15,-2-3 0 16,-1 3 0-16,1-6 0 0,-1 9 0 16,-2-6 0-16,2 0 0 15,1 2 0-15,-4-2 0 16,4 4 0-16,-3-6-1 0,2 3 1 15,1 2 0-15,-1-6 1 16,2 4-1-16,-3-1 1 16,4 1 0-16,-2-3 0 15,1 3 1-15,-1-1 0 16,-2 0 0-16,0 1 0 16,-2-1-1-16,4 0 0 0,-1 3 0 15,1-6-1-15,0 1 1 16,1 2-1-16,1-2 0 15,3-1 0-15,-2 1 0 0,2 3 0 16,0-7 0-16,-4 7 0 16,4-1 0-16,-3 0-1 15,-3 0-1-15,5 1 1 0,-4-2 0 16,1 1 0-16,2 1-1 16,-1-4 2-16,1 3-1 15,0-1 1-15,4-5 0 16,0 0 0-16,-1 2 1 0,-2-1-1 15,1-2 0-15,5 6 0 16,-3-5 1-16,-4 1-1 16,4 3 0-16,-5 2 0 15,6-5 1-15,-5 3-1 16,4 0 0-16,0-4 1 16,0 2-1-16,-1 2 1 0,1-5 0 15,0 1-1-15,3 2 1 16,-5-2-1-16,1 4 0 15,1 1 1-15,-3-2-1 0,3 0 1 16,-2 1-2-16,-4 0 0 16,6 2 1-16,-5-2-1 15,4 2 1-15,-3 1-1 0,1-4 0 16,1 0 1-16,1 4 0 16,-1-4 0-16,2 0 0 15,-6 4 1-15,4-5-1 16,4 1 0-16,-4 0 0 0,4-2 1 15,-2 1-1-15,-1-1 1 16,6-2-1-16,-3 2 1 16,1 1-1-16,-1-2 1 15,-2-1-1-15,3 2 1 16,-3 2-1-16,-1-1 0 16,-1 1 1-16,2 1-1 0,-3 0 1 15,0 0-1-15,0-1 0 16,-4 0 1-16,6 2-1 15,-1-2 0-15,2 1 1 0,-2-1-1 16,4 0 0-16,-5-1 0 16,8-3 0-16,-1 2 0 15,-1 1 0-15,-1-1 0 0,3-3 0 16,-2 3 0-16,-1 0 0 16,-2 3 0-16,2 0 1 15,-5 0-1-15,1-1 0 16,-1 3 0-16,0-2 0 0,1 2 0 15,-3 0 0-15,2 1 1 16,-2-1-1-16,2-3 0 16,-2 7 0-16,0-6 0 15,0 6 0-15,-3-4 1 16,-2 0-1-16,5 5 0 0,-3-5 0 16,1 3 0-16,-1-4 0 15,3 4 0-15,-3 0 0 16,6-3 0-16,-1 3 0 15,-5-6 0-15,1 6 1 0,2 0-1 16,-3-3 0-16,1 0 0 16,-4 3 1-16,4 0-1 15,-3-1 1-15,3-2-1 0,-2 1 1 16,7-2-1-16,-3 1 1 16,-1-2-1-16,2 3 0 15,-1-2 0-15,-1 4 0 16,-3-3 1-16,0 3 0 0,-3 2 0 15,-5 2 1-15,-8 8-2 16,17-14 0-16,-17 14 0 16,0 0 0-16,0 0 0 0,0 0 0 15,0 0 0-15,0 0 0 16,0 0 0-16,0 0 0 16,0 0 0-16,0 0 0 15,0 0 0-15,0 0 0 16,0 0-33-16,15-3-50 15,-15 3-3-15</inkml:trace>
  <inkml:trace contextRef="#ctx0" brushRef="#br2" timeOffset="153664.57">12683 7984 340 0,'0'0'8'16,"0"0"4"-16,0 0 4 15,0 0 2-15,0 0 0 16,0 0 0-16,0 0 0 0,0 0-1 15,0 0-6-15,0 0-5 16,0 0-3-16,10 10-1 16,-2-3-1-16,2 5 1 15,6 3-1-15,2 6 2 0,10 1 0 16,4 7 0-16,0 1 0 16,5 1 0-16,6 7 0 15,-1 0-1-15,2 4-2 16,2-5 0-16,-2 4 0 15,-4-1 0-15,2 0 0 0,-5-1 0 16,-5-1 0-16,-4-1 0 16,-1-2 0-16,-4 0 0 15,-1-1 0-15,-2-4 0 0,-2 0 0 16,-1-2 0-16,3-7 0 16,-3 2 0-16,-2-6 0 15,2 0 0-15,-2-5 0 16,-3 1 0-16,1-3 0 0,-3 0 0 15,0-2 0-15,-10-8 0 16,13 12 0-16,-13-12 0 16,12 13 0-16,-12-13 0 15,7 11 0-15,-7-11 0 0,8 14 0 16,-8-14 0-16,2 14 0 16,-2-14 0-16,8 9 0 15,-8-9 0-15,2 8 0 16,-2-8 0-16,0 0 0 0,5 8 0 15,-5-8 0-15,0 0 0 16,0 0 0-16,5 9 0 16,-5-9 0-16,0 0 0 15,0 0 0-15,0 0 0 16,0 0 0-16,0 0 0 0,5 8 0 16,-5-8 0-16,0 0 0 15,0 0 0-15,0 0 0 16,0 0 0-16,0 0 0 0,0 0 0 15,0 0 0-15,0 0 0 16,0 0 0-16,0 0 0 16,0 0 0-16,0 0 0 0,0 0 0 15,0 0 0-15,0 0 0 16,0 0 0-16,0 17-55 16,0-17-29-16,0 0-2 15</inkml:trace>
  <inkml:trace contextRef="#ctx0" brushRef="#br2" timeOffset="162130.68">11431 11551 204 0,'0'0'10'16,"0"0"4"-16,-3 7 5 15,3-7 5-15,0 0 3 16,-2 10 1-16,2-10 0 0,0 0 4 15,0 0-8-15,-4 10-5 16,4-10-3-16,0 0-4 16,0 0-2-16,0 0-1 0,0 0-1 15,0 0 0-15,0 0-1 16,0 0-1-16,0 0 0 16,0 0-6-16,4-5 0 15,-4 5 0-15,5-15 0 0,-3 3 0 16,0 0 0-16,4-3 0 15,-3 3 0-15,-1-6 0 16,0 1 0-16,3-4 0 16,-2 4 0-16,-1-5 0 0,0 5 0 15,-2-3 0-15,3 2 0 16,-1 1 0-16,-2-1 0 16,4 2 0-16,-4 1 0 15,2 0 0-15,-2-2 0 16,0 0 0-16,0-1 0 0,0 1 0 15,0-1 0-15,0-2 0 16,0 6 0-16,0-4 0 16,0 3 0-16,0 3 0 0,0-3 0 15,-2 2 0-15,-2 2 0 16,2 1 0-16,-1-3 0 16,1 4 0-16,-3-2 0 15,3-1 0-15,-3 2 0 0,3 0 0 16,-3-5 0-16,1 3 0 15,0-3 0-15,-1 0 0 16,0-2 0-16,0 2 0 16,0-2 0-16,-1 2 0 15,2 0 0-15,1-2 0 0,-4 5 0 16,2-5 0-16,3 3 0 16,-3 0 0-16,-1-1 0 15,1 0 0-15,1 2 0 16,-1 1 0-16,0 0 0 0,0-1 0 15,-1 3 0-15,2 1 0 16,-1-2 0-16,0-1 0 16,0 5 0-16,0-3 0 0,-3 0 0 15,3-1 0-15,1 3 0 16,-4-5 0-16,3 3 0 16,1 2 0-16,-2-1 0 15,-1-1 0-15,-2-2 0 0,6-1 0 16,-8 1 0-16,4-1 0 15,-3 1 0-15,3-1 0 16,-1 1 0-16,1 2 0 16,2 1 0-16,-2 1 0 15,7 8 0-15,-11-16 0 0,11 16 0 16,-10-12 0-16,10 12 0 16,-9-12 0-16,4 2 0 15,5 10 0-15,-13-15 0 16,13 15 0-16,-12-20 0 0,4 13 0 15,0-4 0-15,1 3 0 16,-5-1 0-16,12 9 0 16,-13-14 0-16,13 14 0 0,-12-13 0 15,12 13 0-15,0 0 0 16,-7-10 0-16,7 10 0 16,0 0 0-16,0 0 0 15,0 0 0-15,0 0 0 0,0 0 0 16,0 0 0-16,0 0 0 15,0 0 0-15,0 0 0 16,0 0 0-16,0 0 0 0,0 0 0 16,0 0 0-16,0 0 0 15,0 0 0-15,0 0 0 16,0 0 0-16,0 0 0 16,0 0 0-16,0 0 0 15,0 0 0-15,0 0 0 16,0 0 0-16,0 0 0 0,0 0 0 15,0 0 0-15,0 0 0 16,0 0 0-16,0 0 0 16,0 0 0-16,0 0 0 0,0 0 0 15,0 0 0-15,-6 6 0 16,4 6 0-16,-1 5 0 16,3 1 0-16,-8 1 0 15,7 6 0-15,-4 2 0 0,0-2 0 16,5 0 0-16,-6-5 0 15,4-3 0-15,2-1 0 16,-3-5 0-16,1 3 0 16,2-14 0-16,0 11 0 15,0-11 0-15,0 0 0 0,0 0 0 16,0 0 0-16,0 0 0 16,0 0 0-16,0 0 0 15,0-10 0-15,0-2 0 0,0-2 0 16,0-4 0-16,2-5 0 15,1-4 0-15,-3 3 0 16,2-4 0-16,-2 6 0 16,0-3 0-16,4 5 0 0,-4 3 0 15,0 4 0-15,0 1 0 16,0 4 0-16,0 8 0 16,0-13 0-16,0 13 0 15,0 0 0-15,0 0 0 0,0-9 0 16,0 9 0-16,0 0 0 15,0 0 0-15,0 0 0 16,0 0 0-16,0 0 0 16,0 0 0-16,0 0 0 0,0 0 0 15,0 0 0-15,0 0 0 16,0 0 0-16,0 0 0 16,5 3 0-16,3 0 0 15,9 0 0-15,-1 1 0 0,5 0 0 16,6-1 0-16,-1 2 0 15,2-5 0-15,2 3 0 16,-8-3 0-16,2 0 0 16,-6 0 0-16,-2 0 0 0,-7 0 0 15,-9 0 0-15,13 0 0 16,-13 0 0-16,0 0 0 16,0 0 0-16,0 0 0 15,0 0 0-15,0 0 0 0,0 0 0 16,0 0 0-16,0 0 0 15,0 0 0-15,0 0 0 16,0 0 0-16,0 0 0 16,0 10 0-16,0-10 0 0,0 0-83 15,0 0-12-15</inkml:trace>
  <inkml:trace contextRef="#ctx0" brushRef="#br3" timeOffset="169063.75">9234 11531 219 0,'0'0'4'0,"0"0"6"0,0 0 3 16,0 0 4-16,0 0 1 16,0 0 2-16,0 0 0 15,0 0 1-15,0 0-5 16,0 0-2-16,0 0-3 0,0 0-3 15,0 0-1-15,0 0 0 16,0 0 1-16,0 0 1 16,0 0 0-16,0 0 1 15,10-10 0-15,3 3 0 0,-1-3-1 16,6-2-2-16,1-1-1 16,-2-4-2-16,9-1 0 15,-2-1 0-15,1-3-1 16,5-1-1-16,2-4 0 15,3 0 0-15,-3-1 0 0,9-1-1 16,-2-1 0-16,3 5 0 16,-2-5 1-16,2 3-2 15,-5 2 0-15,-2 3 0 0,1 1 0 16,-7 3 0-16,-2 0-2 16,0 1 1-16,-4-1 0 15,0 3 0-15,-2 1 0 16,2-4 1-16,-3 1 0 0,5 0-1 15,-3-1 2-15,-2 0-1 16,3 1 1-16,-4 1 0 16,-1 1 0-16,-4 2 0 15,-1 4 1-15,-3 2-2 0,-10 7 0 16,13-14 0-16,-13 14 0 16,0 0 0-16,0 0 0 15,9-4 0-15,-9 4 0 16,0 0 0-16,0 0 0 15,0 0 0-15,0 0 0 0,0 0 0 16,0 0 0-16,0 0 0 16,0 0 0-16,0 0 0 15,0 0 0-15,0 0 0 0,0 0 0 16,0 0 0-16,0 0 0 16,0 0 0-16,0 0 0 15,0 0 0-15,0 0 0 16,0 0 0-16,0 0 0 0,0 0 0 15,0 0 0-15,0 0 0 16,0 0 0-16,0 0 0 16,0 0 0-16,0 0 0 15,0 0 0-15,0 0 0 0,0 0 0 16,3-10 0-16,-3 10 0 16,0 0 0-16,7-13 0 15,-7 13 0-15,11-9 0 16,-11 9 0-16,7-10 0 0,-7 10 0 15,0 0 0-15,9-13 0 16,-9 13 0-16,0 0 0 16,0 0 0-16,0 0 0 15,0 0 0-15,0 0 0 0,8-8 0 16,-8 8 0-16,0 0 0 16,0 0 0-16,8-12 0 15,-8 12 0-15,5-10 0 16,-5 10 0-16,6-9 0 0,-6 9 0 15,10-16 0-15,-10 16 0 16,11-12 0-16,-4 2 0 16,-7 10 0-16,12-17 0 15,-3 9 0-15,-9 8 0 0,14-15 0 16,-14 15 0-16,12-9 0 16,-12 9 0-16,0 0 0 15,11-10 0-15,-11 10 0 16,0 0 0-16,0 0 0 0,7-10 0 15,-7 10 0-15,0 0 0 16,0 0 0-16,0 0 0 16,0 0 0-16,0 0 0 0,0 0 0 15,7-8 0-15,-7 8 0 16,0 0 0-16,0 0 0 16,7-10 0-16,-7 10 0 15,11-9 0-15,-11 9 0 16,0 0 0-16,7-10 0 0,-7 10 0 15,0 0 0-15,0 0 0 16,0 0 0-16,0 0 0 16,0 0 0-16,0 0 0 0,0 0 0 15,0 0 0-15,0 0 0 16,0 0 0-16,0 0 0 16,0 0 0-16,0 0 0 15,0 7-5-15,0-7-25 16,-14 5-56-16,14-5-3 0</inkml:trace>
  <inkml:trace contextRef="#ctx0" brushRef="#br3" timeOffset="169647.38">10138 10511 358 0,'0'0'7'0,"0"0"3"16,0 0 4-16,0 0 0 0,0 0 2 16,-7-3-1-16,7 3 1 15,0 0 0-15,0 0-6 16,0 0-3-16,0 0-3 0,0 0 0 15,5 0-2-15,8 3 1 16,-1 1 0-16,6-1 0 16,3 0 2-16,5 0-1 15,3-2-4-15,1-1 0 16,0 0 0-16,2-1 0 0,-2-5 0 16,0 1 0-16,-5 3 0 15,-6-1 0-15,-3 1 0 16,-4-1 0-16,-12 3 0 15,13 0 0-15,-13 0 0 0,0 0 0 16,1 5 0-16,-1-5 0 16,0 17 0-16,0-2 0 15,-4 2 0-15,0 4 0 0,-5 1 0 16,2 3 0-16,0-1 0 16,2 3 0-16,-1-2 0 15,-1 0 0-15,2-5 0 16,3-2 0-16,0-1 0 0,2-2 0 15,0-5 0-15,0-1 0 16,0-9 0-16,0 13 0 16,0-13 0-16,0 12 0 15,0-12-18-15,0 0-70 0,0 0-3 16</inkml:trace>
  <inkml:trace contextRef="#ctx0" brushRef="#br3" timeOffset="171713.53">9110 11524 224 0,'0'0'9'0,"0"0"3"0,0 0 3 16,0 0 3-16,0 0 1 16,0 0 0-16,0 0 3 15,-9 0 1-15,9 0-4 16,0 0-1-16,0 0-2 0,-11 2-1 15,11-2-1-15,0 0-1 16,0 0 0-16,-7 0-2 16,7 0-2-16,-10-12-1 15,5 5-1-15,-3-6 0 0,1 1-7 16,-5-6 0-16,-4-2 0 16,2-2 0-16,-6-3 0 15,-5-7 0-15,0 3 0 16,-5-9 0-16,-2 2 0 15,-3-2 0-15,3 1 0 0,-1 0 0 16,-1 7 0-16,9-1 0 16,-5 3 0-16,5 3 0 15,-2 3 0-15,7-3 0 16,-2 3 0-16,2-3 0 0,-3 2 0 16,1 4 0-16,2-6 0 15,3 3 0-15,-2 0 0 16,1-2 0-16,0 3 0 0,4 1 0 15,-4 0 0-15,5 2 0 16,-2-1 0-16,3 2 0 16,-1 1 0-16,1-1 0 0,0 5 0 15,-2-3 0-15,1-2 0 16,0 2 0-16,3 2 0 16,-2-2 0-16,-1 0 0 15,1 1 0-15,-1-4 0 16,-1 6 0-16,7-2 0 15,-4 3 0-15,1-1 0 0,1-1 0 16,-2 4 0-16,6 1 0 16,5 8 0-16,-12-14 0 15,12 14 0-15,-10-15 0 0,10 15 0 16,-10-16 0-16,10 16 0 16,-7-12 0-16,7 12 0 15,-10-10 0-15,10 10 0 16,0 0 0-16,-8-10 0 0,8 10 0 15,0 0 0-15,0 0 0 16,-7-10 0-16,7 10 0 16,0 0 0-16,-5-9 0 15,5 9 0-15,0 0 0 16,-2-7 0-16,2 7 0 0,0 0 0 16,0 0 0-16,0 0 0 15,-5-11 0-15,5 11 0 16,0 0 0-16,0 0 0 0,0 0 0 15,0 0 0-15,0 0 0 16,0 0 0-16,0 0 0 16,0 12 0-16,0 3 0 15,0 1 0-15,0 3 0 16,0 6 0-16,0 5 0 0,0 2 0 16,0-2 0-16,0 2 0 15,0-3 0-15,0-1 0 16,-3-3 0-16,1-6 0 0,2-1 0 15,-4-6 0-15,4-4 0 16,0-8 0-16,0 0 0 16,0 0 0-16,0 0 0 15,0-8 0-15,0-4 0 0,0-6 0 16,0-4 0-16,4-3 0 16,-2 0 0-16,-2-4 0 15,3-3 0-15,2 2 0 16,-3 3 0-16,0 2 0 0,1 0 0 15,-3 5 0-15,0 4 0 16,0 2 0-16,0 3 0 16,0 11 0-16,0-9 0 0,0 9 0 15,0 0 0-15,0 0 0 16,0 0 0-16,0 0 0 16,0 0 0-16,0 0 0 15,0 0 0-15,0 0 0 16,9 9 0-16,4-2 0 0,2 0 0 15,5 5 0-15,0-5 0 16,7 1 0-16,0 2 0 16,3-5 0-16,-5 3 0 15,0-6 0-15,0 3 0 0,-8-5 0 16,1 3 0-16,-9-1 0 16,-9-2 0-16,15 5 0 15,-15-5 0-15,0 0 0 16,8 14 0-16,-8-3-47 0,0-11-42 15,0 0-3-15</inkml:trace>
  <inkml:trace contextRef="#ctx0" brushRef="#br3" timeOffset="172581.15">10618 10246 398 0,'0'0'8'0,"0"0"4"0,0 0 1 15,0 0 2-15,0 0-1 0,0 0 1 16,0 0-1-16,0 10 1 15,0-1-8-15,0 8-7 16,-2 4 0-16,0 4 0 16,-1-2 0-16,-3 8 0 15,4-6 0-15,-1 2 0 0,1-5 0 16,0 0 0-16,-1-4 0 16,1-3 0-16,-3-5 0 15,5 1-4-15,0-11-12 16,0 0-31-16,-2 11-39 0,2-11-1 15</inkml:trace>
  <inkml:trace contextRef="#ctx0" brushRef="#br3" timeOffset="172964.38">10476 10303 416 0,'0'0'6'0,"0"0"3"0,0 0 2 16,-7-6 1-16,7 6 0 16,0 0-1-16,0 0 1 15,0 0 0-15,0 0-5 0,7 10-4 16,10-2-3-16,1 2 0 16,2 2 0-16,5 2 0 15,3-1 0-15,-1-1 0 16,3-1 0-16,-6-1 0 15,4-3 0-15,-8-2 0 16,0 3 0-16,-3-8 0 0,-4 2 0 16,-13-2 0-16,14 5 0 15,-14-5 0-15,0 0 0 0,0 0 0 16,0 0 0 0,0 0 0-16,0 0 0 0,0 0 0 15,0 0 0-15,0 0 0 16,0 0 0-16,0 0 0 15,0 0 0-15,0 0-89 0,-7 5-2 16</inkml:trace>
  <inkml:trace contextRef="#ctx0" brushRef="#br3" timeOffset="174030.49">7701 9993 378 0,'0'0'9'0,"0"0"2"0,0 0 2 16,-7-12 1-16,7 12 0 15,0 0 1-15,0 0-1 16,0 0 2-16,5-6-7 16,4 6-4-16,4 0-2 0,2 6 0 15,5-5 0-15,0 5-1 16,2-4 0-16,3 1-2 15,0 0 0-15,-9-3 0 0,5 0 0 16,-3 0 0-16,-1 0 0 16,-7 0 0-16,0 0 0 15,-10 0 0-15,7 0-13 16,-7 0-32-16,0 0-39 0,0 0-3 16</inkml:trace>
  <inkml:trace contextRef="#ctx0" brushRef="#br3" timeOffset="174263.37">7912 9793 453 0,'0'0'5'0,"0"0"1"16,0 0 0 0,0 0 0-16,0 0 1 0,0 4 0 15,0 9 1-15,0 3-1 16,8 7-4-16,-4 4 0 15,5 5-3-15,-2 3 0 16,2 0 0-16,0 2 0 0,0-5 0 16,-4 0 0-16,5 1-24 15,12-3-60-15,-19-9-3 16</inkml:trace>
  <inkml:trace contextRef="#ctx0" brushRef="#br3" timeOffset="175981.49">7276 13290 271 0,'0'0'6'0,"0"0"0"0,0 0 1 0,0 0 3 15,0 0-1-15,0 0 1 16,8-10 1-16,-8 10 0 0,15-12-4 16,-6 2-1-16,7-1-2 15,-4-3 1-15,8-1-2 16,-2 0 2-16,6-2-2 0,-2-3-1 16,3 1 1-16,1-4-1 15,3 1 0-15,-5 0-1 16,4 1 1-16,-1-1-1 15,1 0 0-15,2 0 0 16,-3-3-1-16,3 3 0 0,0-3 0 16,2 0 1-16,-5 1-1 15,1 1 0-15,2 1 0 16,-7 0 0-16,3 1 0 16,-1 5 1-16,-3-5-1 0,1 5 1 15,-4 0-1-15,4-2 1 16,-5 2-1-16,3 1 0 15,2-5 1-15,-5 5-1 0,1-2 1 16,-1 2-1-16,1-2 1 16,-3-1-1-16,-2 6 0 15,-1-3 1-15,-1 0-1 16,1 1 0-16,-1 1 0 16,5 1 0-16,-4-3 0 0,7 3 1 15,-5-1-1-15,2 1 0 16,-2-1 0-16,8-2 0 15,-9 1 0-15,4-2 0 0,-1 2 0 16,0-1 0-16,1 3 0 16,-1-8 0-16,1 5-1 15,-1-3 1-15,3 4 0 16,-6-4 0-16,4 4-1 16,-3-4 1-16,0 3 0 0,3 0-1 15,-6 2 1-15,0 2 0 16,3-3 0-16,0 3-1 15,0-2 1-15,0-2-1 0,0 3 0 16,-2-3 0-16,6 0 0 16,-2 1-1-16,1-6 1 15,-1 4 0-15,3 0 0 16,-5 0 1-16,5-2 0 16,0 5 0-16,-3-3 0 0,3 1 0 15,-2 1 0-15,3-1 0 16,-5-2 0-16,7-1 0 15,-4 1 0-15,-1-3 0 0,1 2 0 16,1-1 0-16,0 2 0 16,2-1 0-16,-2-2 0 15,3 3-1-15,-6 2 2 0,0-4-1 16,1 3 1 0,-1-1-1-16,-1 3 1 0,-2-3-1 15,1 0 1-15,-3 3 0 16,-1 7-2-16,1-3 1 15,-2 6-2-15,-10 4-8 0,7-14-14 16,-7 14-43-16,0 0-5 16</inkml:trace>
  <inkml:trace contextRef="#ctx0" brushRef="#br3" timeOffset="176929.98">7338 13116 260 0,'0'0'7'0,"0"0"5"0,6-12 2 0,-4 5 4 16,1-6 2-16,2-5 1 15,-2-1 1-15,8-6 2 16,-3-4-8-16,3 0-4 16,0-4-4-16,2 0-2 0,-4-1-2 15,1 4-2-15,1 1 0 16,-2 2 0-16,1 4 1 15,-5 7-1-15,-2 2-1 16,2 7 0-16,-5 7-1 0,0 0 0 16,0 0 0-16,0 0 0 15,0 0 0-15,0 13 0 16,-2 3 0-16,-7 7 0 16,2 4 2-16,-3 5-1 0,-3 3 0 15,1 3 0-15,0-4-1 16,-1 1 1-16,-1 0-1 15,1-6 0-15,1 1-1 16,0-4 0-16,4-1 0 0,-2 0 0 16,0-7 0-16,-1 1-1 15,5-3 1-15,-4-2-1 16,3-4 1-16,1-2 0 16,6-8 0-16,-12 14 1 0,12-14 0 15,0 0-1-15,-7 6 0 16,7-6-1-16,0 0 0 15,0 0 0-15,0 0-1 0,9 0 2 16,3-3-2-16,4 3 1 16,4-4 1-16,2-2 1 15,8 1 1-15,2 0-1 16,2 3 1-16,7-3-1 16,-4 5-1-16,5 0-6 0,-4-2-10 15,-6 2-58-15,3 0-2 16</inkml:trace>
  <inkml:trace contextRef="#ctx0" brushRef="#br3" timeOffset="180081.31">5984 15316 439 0,'0'0'5'0,"0"0"3"0,0 0 2 16,0 0 2-16,0 0 0 15,0 0 1-15,0 0-1 0,0 0-12 16,0 0 0-16,-5 13 0 15,5 4 0-15,0 5 0 16,0 8 0-16,0 5 0 0,0 2 0 16,-3 5 0-16,3-2 0 15,0-1 0-15,0-3 0 16,0-2 0-16,0-2 0 16,-2-10 0-16,0 0 0 15,-1-4 0-15,3-5-2 0,0-13-37 16,-20 9-51-16,20-9 0 15</inkml:trace>
  <inkml:trace contextRef="#ctx0" brushRef="#br3" timeOffset="180499.12">5609 15291 365 0,'0'0'7'0,"0"0"2"0,0 0 3 15,0 0 1-15,0 0 2 16,0 0 2-16,0 0-2 16,0 0 1-16,5 3-5 15,-5-3-3-15,20 0-1 16,-2 0-3-16,6-5-1 0,6 0 0 15,8-2 0-15,6-4 0 16,8 0-3-16,3-3 0 16,-1 6 0-16,1-7 0 15,-2 5 0-15,-4 2 0 0,-4 1 0 16,-10 1 0-16,-6 4 0 16,-3 0 0-16,-12 2 0 15,-1 0 0-15,-13 0 0 16,7 0 0-16,-7 0 0 0,0 0 0 15,0 0 0-15,0 7 0 16,0-7-9-16,-7 22-55 16,7-11-23-16,-2-1-1 0</inkml:trace>
  <inkml:trace contextRef="#ctx0" brushRef="#br3" timeOffset="180947.08">6181 15564 452 0,'0'0'3'16,"0"0"2"-16,0 0 0 15,0 0 1-15,0 0 1 0,0 0-1 16,5-5 1-16,4 5-1 16,4 0-2-16,2 3-2 15,3 7-1-15,3 2 0 0,-1 1-1 16,1 6 0-16,-5 1-1 16,0 0-1-16,-7 3 0 15,-4-4 0-15,-2-2 0 16,-3 1 0-16,-8-3 0 15,-1-3 1-15,-2-4 0 16,2-3 2-16,-1-4 0 0,3-1 1 16,-1-9 0-16,3-6 0 15,5-2 1-15,0-5-1 16,5-3-1-16,5 0 1 0,2 0-1 16,6 0-1-16,1 5-1 15,-1 1-5-15,5 6-15 16,7 3-61-16,-11 2-4 15</inkml:trace>
  <inkml:trace contextRef="#ctx0" brushRef="#br3" timeOffset="181950.85">6728 15597 420 0,'0'0'6'15,"0"0"3"-15,-4-10 1 16,4 10 2-16,-9-15 1 16,9 15 0-16,-17-14-1 0,4 8 1 15,-4 1-10-15,-3 5-3 16,0 0 0-16,-2 7 0 16,-1 5 0-16,1 4 0 15,5 1 0-15,-1 0 0 0,8 3 0 16,6 0 0-16,4-3 0 15,2 1 0-15,8-5 0 16,6-5 0-16,5-2 0 0,1-6 0 16,1 0 0-16,1-3 0 15,1-1 0-15,0-9 0 16,-5 1 0-16,-5-3 0 16,0 2 0-16,0-2 0 0,-8-1 0 15,-1 3 0-15,-2 1 0 16,-1 3 0-16,-3 9 0 15,2-11 0-15,-2 11 0 16,0 0 0-16,0 9 0 16,0 2 0-16,3-2 0 0,-1 4-4 15,0-3 1-15,6-1 1 16,-8-9 0-16,13 15 0 16,-4-15 1-16,1 0 0 15,0-2 0-15,2-8 2 0,0-5-1 16,4 0 1-16,-2-4 1 15,2-1-1-15,-5 1 0 16,3 2 1-16,-7 6 0 0,2-3 0 16,-9 14-2-16,5-11 0 15,-5 11 0-15,0 5 0 16,0 8-1-16,-2-3-1 16,2 4 0-16,0 3 0 15,2 1 1-15,7-1 0 0,3 0-1 16,3-6 1-16,7-4-1 15,0-3 1-15,3-4 0 16,8-2 1-16,-6-5 0 16,3-6 1-16,-3-1 1 0,1-1 1 15,-9-6 0-15,-1 7 0 16,-6-4 1-16,-7 4 0 16,-5-4-4-16,0 6 0 15,-7 2 0-15,-5 5 0 0,-4 0 0 16,2 3 0-16,-4 2 0 15,1 5 0-15,3 2 0 16,3 6 0-16,4 2 0 0,1 1 0 16,4 1 0-16,2 1-2 15,8 2 1-15,6-2 1 16,2-4-1-16,5 2 0 16,-2-5 0-16,8 2 0 15,-8-3 1-15,1-3-1 0,-2-2 0 16,-6 3 0-16,-3-6 1 15,-9-2-1-15,0 0 1 16,2 10 1-16,-8-5-1 16,-9-2 1-16,-5 1 0 0,-5-1 0 15,-5 0 0-15,-2-2-1 16,0 2 1-16,2 0 0 16,5-3-1-16,5 0 0 15,5 3-3-15,5-3-5 0,10 0-22 16,15 0-52-16,-15 0-4 15</inkml:trace>
  <inkml:trace contextRef="#ctx0" brushRef="#br3" timeOffset="183149.26">7457 15530 432 0,'0'0'6'0,"0"0"2"0,0 0 1 0,0 0 3 16,0 0-1-16,0 0 1 16,8-3 0-16,-8 3-3 15,10-4-9-15,0 4 0 0,3 0 0 16,1 0 0-16,4 7 0 16,1 0 0-16,2 3 0 15,-1 5 0-15,-3 2 0 0,-2 1 0 16,-5-1 0-16,-3 0 0 15,-7 3 0-15,0 0 0 16,-7 0 0-16,-9-3 0 16,0 0 0-16,-7-2 0 15,0 3 0-15,4-8 0 0,-1-4 0 16,5 0 0-16,2-6 0 16,13 0 0-16,-12-10 0 15,15-5 0-15,6-5 0 16,7-4 0-16,5-6 0 15,4-3 0-15,3 3 0 0,4-1 0 16,0 2 0-16,-4 4 0 16,-3 2 0-16,-2 11 0 15,-11 1 0-15,-3 4 0 16,-9 7 0-16,0 0 0 0,3 15 0 16,-6 2 0-16,-2 4 0 15,-2-2 0-15,2 3 0 16,1 3 0-16,-1-3 0 15,5-2 0-15,0-3 0 0,2-4 0 16,8-1 0-16,4-4 0 16,4-3 0-16,0-3 0 15,6-2 0-15,1 0 0 0,-2 0 0 16,-1-11-79 0,-5 10-10-16</inkml:trace>
  <inkml:trace contextRef="#ctx0" brushRef="#br3" timeOffset="183830.14">8328 15027 336 0,'0'0'8'0,"0"0"4"0,0 0 5 0,2-11 3 16,-2 11 1-16,0 0 1 16,0 0 0-16,0-8 1 15,0 8-7-15,-14 1-6 0,3 14-6 16,-2 10-4-16,-1 5 0 15,-6 14 0-15,0 8 0 16,-2 8 0-16,4 4 0 0,3 5 0 16,8 0 0-16,5-4 0 15,2-3 0-15,7-5 0 16,5-10 0-16,8-4 0 0,0-9 0 16,5-5 0-16,0-8 0 15,0-1 0-15,2-8 0 16,-2 0-14-16,-3-7-71 15,0-5-3-15</inkml:trace>
  <inkml:trace contextRef="#ctx0" brushRef="#br3" timeOffset="184279.89">8558 15223 474 0,'0'0'3'0,"0"0"1"0,0 0 2 16,0 0 0-16,0 0 1 16,0 0-1-16,0 0-1 0,-5 10-5 15,1 6 0-15,-1 4 0 16,-6 8 0-16,-1 2 0 15,-5 2 0-15,2 0 0 16,-5 0 0-16,6-5 0 0,-4-4 0 16,8-6 0-1,-3-5 0-15,13-12 0 0,-10 13 0 16,10-13 0-16,0 0 0 16,0 0 0-16,12 1 0 15,4-1 0-15,4-4 0 16,3-3 0-16,6 0 0 0,3-4 0 15,0 1 0-15,-2 1 0 16,0 1 0-16,-5 2 0 16,-5-2 0-16,-7 5 0 0,4 3 0 15,-17 0 0-15,14 7-19 16,-14-7-67-16,5 8-4 16</inkml:trace>
  <inkml:trace contextRef="#ctx0" brushRef="#br3" timeOffset="184530.42">8827 15359 483 0,'0'0'1'0,"0"0"1"15,0 0 3-15,5 14 0 16,-5-1 1-16,2 2 0 15,3 5-3-15,0 5-3 0,-4 2 0 16,6 2 0-16,-7 2 0 16,3-6 0-16,-1-1 0 15,0 0 0-15,-2-12-21 16,0-1-64-16,0-11-3 0</inkml:trace>
  <inkml:trace contextRef="#ctx0" brushRef="#br3" timeOffset="184814.34">9025 14999 488 0,'0'0'1'0,"0"0"1"16,0 0 0-16,0 0 2 15,11 9 1-15,1-3 0 16,2 12-1-16,9 2-4 15,2 9 0-15,5 6 0 16,2 4 0-16,3 11 0 0,0 3 0 16,-8 3 0-16,-2 3 0 15,-8 1 0-15,-11 2 0 16,-6-5 0-16,-13 0 0 0,-12-8 0 16,-5-2 0-16,-2-7 0 15,-6-11 0-15,13-22-65 16,-4 7-25-16</inkml:trace>
  <inkml:trace contextRef="#ctx0" brushRef="#br3" timeOffset="194930.71">13195 8457 321 0,'0'0'8'0,"0"0"4"0,0 0 3 16,0 0 3-16,0 0 3 15,0 0 1-15,-5-7 2 0,5 7 1 16,0 0-7-16,0 0-4 16,0 0-1-16,-13 0-13 15,13 0 0-15,0 0 0 0,-9 7 0 16,9-7 0-16,-11 15 0 16,7-5 0-16,-1-3 0 15,2 5 0-15,3-1 0 16,0-11 0-16,3 10 0 0,-3-10 0 15,18 4 0-15,-7-4 0 16,2-7 0-16,0-3 0 16,1 0 0-16,1-5 0 15,-5 5 0-15,-5-4 0 0,-3 1 0 16,-2 1 0-16,0 2 0 16,-5 0 0-16,-2 5 0 15,-5 0 0-15,-3 3 0 16,0 2 0-16,0 2 0 15,1 6 0-15,1 1 0 0,1 1 0 16,-2 2 0-16,7 1 0 16,7-1 0-16,0 1 0 15,3-6 0-15,7 1 0 0,5-6 0 16,3 0 0-16,6-2 0 16,-2-7 0-16,3 0 0 15,-4-6 0-15,-7 1 0 16,6-3 0-16,-10 0 0 0,-5 1 0 15,-5 1 0-15,-3 3 0 16,-4 3 0-16,-11 4 0 16,4 3 0-16,-7 0 0 0,5 8 0 15,-7 4 0-15,5-2 0 16,6 5 0-16,-3-5 0 16,12 1-22-16,3-2-66 15,0-9-4-15</inkml:trace>
  <inkml:trace contextRef="#ctx0" brushRef="#br3" timeOffset="196447.12">13207 8440 253 0,'0'0'9'0,"0"0"3"0,0 0 6 0,0 0 1 0,0 0 4 0,0 0 0 15,0 0 4-15,0 0-1 16,0 0-7-16,0 0-3 16,0 0-4-16,0 0-3 15,0 0-1-15,0 0-1 0,0 0-1 16,0 0-1-16,0 0 0 16,0 0-1-16,0 7-1 15,0-7 0-15,0 0 1 16,0 0-4-16,0 0 0 0,0 0 0 15,0 0 0-15,12-7 0 16,-12 7 0-16,18-10 0 16,-11 0 0-16,9-3 0 0,-2-1 0 15,7-1 0-15,-2-3 0 16,6-1 0-16,0-4 0 16,2 2 0-16,6-7 0 15,-1 1 0-15,2-4 0 16,1 5 0-16,0 1 0 0,0-3 0 15,3 3 0-15,-9 6 0 16,1-3 0-16,-2 7 0 16,-4 0 0-16,-2 1 0 15,-1 0 0-15,-9 5 0 0,5-2 0 16,-9 7 0-16,-8 4 0 16,12-10 0-16,-12 10 0 15,0 0 0-15,0 0 0 16,0 0 0-16,0 0 0 0,0 0 0 15,0 0 0-15,0 0 0 16,0 0 0-16,0 0 0 16,0 0 0-16,0 0 0 0,0 0 0 15,0 0 0-15,0 0 0 16,0 0 0-16,0 0 0 16,0 0 0-16,0 0 0 15,0 0 0-15,0 0 0 0,0 0 0 16,0 0 0-16,0 0 0 15,0 0 0-15,0 0 0 16,0 0 0-16,0 0 0 16,0 0 0-16,0 0 0 15,0 0 0-15,0 0 0 0,0 0 0 16,0 0 0-16,0 0 0 16,0 0 0-16,0 0 0 15,0 0 0-15,-8 0 0 16,8 0-38-16,0 0-54 0,0 0-1 15</inkml:trace>
  <inkml:trace contextRef="#ctx0" brushRef="#br3" timeOffset="197080.11">13637 7922 342 0,'0'0'7'0,"0"0"5"0,0 0 3 15,0 0 3-15,0 0 0 16,0 0 2-16,0 0 1 16,0 0-1-16,0 0-6 0,0 0-5 15,0 0-1-15,0 0-1 16,0 0-7-16,17-4 0 16,-1 4 0-16,1-4 0 15,5 0 0-15,5 1 0 16,-1-1 0-16,-1-2 0 0,0-1 0 15,-6 2 0-15,-6 0 0 16,-1 0 0-16,-12 5 0 16,15-3 0-16,-15 3 0 15,0 0 0-15,0 0 0 0,3 8 0 16,-1 5 0-16,-2 1 0 16,3 8 0-16,-3 1 0 15,0 4 0-15,0 5 0 0,0 3 0 16,0-3 0-16,0 0 0 15,0-4 0-15,0-1 0 16,2-7 0-16,0-4 0 16,1 0 0-16,-1-7 0 0,-2-9 0 15,3 11 0-15,-3-11 0 16,0 0 0-16,0 0 0 16,0 0 0-16,0 0 0 15,0 0 0-15,0-8 0 16,0 8 0-16,4-10-47 0,1-2-45 15,-1 2-2-15</inkml:trace>
  <inkml:trace contextRef="#ctx0" brushRef="#br3" timeOffset="197914.44">14249 8105 426 0,'0'0'6'0,"0"0"5"0,0-10 2 16,0 10 3-16,0 0 0 15,2-10 0-15,-2 10-9 0,0 0-7 16,0 0 0-16,-5 18 0 16,-3-3 0-16,-2 7 0 15,1 6 0-15,-2 3 0 16,-1 2 0-16,-2 4 0 0,-2-5 0 15,7-1 0-15,-4-3 0 16,1-6 0-16,5-4 0 16,-2-3 0-16,4-5 0 15,5-10 0-15,-5 10 0 16,5-10 0-16,0 0-13 0,10-9-75 16,-4-2-4-16</inkml:trace>
  <inkml:trace contextRef="#ctx0" brushRef="#br3" timeOffset="198230.82">14065 8147 412 0,'0'0'8'0,"0"0"3"0,0 0 2 16,0 0 0-16,0 0 0 15,0 8 1-15,0-8 1 16,5 13-3-16,-1-5-12 0,9 2 0 15,-1 5 0-15,5 1 0 16,6-1 0-16,4-3 0 16,6 0 0-16,-4 1 0 15,6-3 0-15,-5-6 0 16,0 4 0-16,-3-6 0 16,-6 2 0-16,-5-2 0 0,-4-2 0 15,-12 0 0-15,13 2 0 16,-13-2 0-16,0 0 0 15,0 0 0-15,0 0 0 0,0 0 0 16,0 0 0-16,0 0-56 16,-9-2-36-16</inkml:trace>
  <inkml:trace contextRef="#ctx0" brushRef="#br3" timeOffset="201030.05">13136 8375 274 0,'0'0'7'0,"0"0"4"0,0 0 2 0,5 7 4 16,-5-7 1-16,0 0 3 0,9 8 5 15,-9-8-1-15,0 0-4 16,0 0-2-16,0 0-2 16,0 0-3-16,0 0-2 15,0 0-1-15,0 0-6 0,0 0-5 16,0 0 0-16,-5 0 0 16,5 0 0-16,-15-8 0 15,5 0 0-15,-2-3 0 16,-1-2 0-16,-6-1 0 0,1-1 0 15,-4-3 0-15,2 2 0 16,-2-5 0-16,-3 2 0 16,3 1 0-16,-1 0 0 15,1 1 0-15,1-1 0 0,2 7 0 16,-3-4 0-16,4 3 0 16,-1-1 0-16,1 1 0 15,1-1 0-15,-3-2 0 16,5 4 0-16,-5-7 0 0,2 3 0 15,1 0 0-15,-3-3 0 16,3 4 0-16,-1-1 0 16,4 0 0-16,-4 0 0 0,3 2 0 15,0 1 0-15,-2-1 0 16,5 5 0-16,-6-2 0 16,3-3 0-16,-3 1 0 15,6-1 0-15,-8 1 0 0,6-3 0 16,-4 0 0-16,1-2 0 15,-1 2 0-15,4 0 0 16,-3-2 0-16,-1-1 0 16,3 3 0-16,-4-2 0 15,8 2 0-15,-3 0 0 16,0 0 0-16,0 0 0 0,3 4 0 16,2 1 0-16,2 2 0 15,7 8 0-15,-8-10 0 16,8 10 0-16,0 0 0 0,0 0 0 15,0 0 0-15,0 0 0 16,0 0 0-16,0 0 0 16,0 0 0-16,-10-12 0 0,10 12 0 15,0 0 0-15,-7-10 0 16,7 10 0-16,0 0 0 16,0 0 0-16,0 0 0 15,-8-6 0-15,8 6 0 0,0 0 0 16,0 0 0-16,-2-9 0 15,2 9 0-15,-5-18 0 16,5 18 0-16,-6-14 0 16,4 4 0-16,-3 0 0 0,0 0 0 15,1-3 0-15,1 3 0 16,3 10 0-16,-11-15 0 16,11 15 0-16,-9-14 0 15,9 14 0-15,-10-15 0 16,10 15 0-16,-10-12 0 0,10 12 0 15,-8-13 0-15,8 13 0 16,0 0 0-16,-7-7 0 16,7 7 0-16,0 0 0 0,0 0 0 15,0 0 0-15,0 0 0 16,0 0 0-16,0 0 0 16,0 0 0-16,0 0 0 15,0 0 0-15,0 0 0 0,0 0 0 16,-5 9 0-16,5 2 0 15,0 3 0-15,0 4 0 16,0 4 0-16,0 5 0 16,0 2 0-16,0 6 0 0,-2-2 0 15,-3-4 0-15,3 1 0 16,-2-7 0-16,0-1 0 16,1-7 0-16,1-3 0 15,-1-2 0-15,3-10 0 16,-2 8 0-16,2-8 0 0,0 0 0 15,0 0 0-15,0 0 0 16,0 0 0-16,0-8 0 16,-2-2 0-16,-1-2 0 0,0-5 0 15,1-3 0-15,-3-3 0 16,2-4 0-16,-2 0 0 16,1-3 0-16,1 0 0 15,-4 6 0-15,5-4 0 0,-3 3 0 16,1 9 0-16,2-2 0 15,2 3 0-15,0 5 0 16,0 10 0-16,0-12 0 16,0 12 0-16,0 0 0 0,8-8 0 15,4 8 0-15,0 3 0 16,4 4 0-16,6-2 0 16,2 2 0-16,5 1 0 15,2 0 0-15,-1-4 0 0,-3-1 0 16,3-1 0-16,-2-2 0 15,-3 0 0-15,-5-2 0 16,-3-1 0-16,-5 1 0 16,-2-3 0-16,-3 0 0 0,-7 5 0 15,8-10 0-15,-8 3-44 16,-10-6-47-16,3-2-2 16</inkml:trace>
  <inkml:trace contextRef="#ctx0" brushRef="#br3" timeOffset="201399.62">11814 6963 438 0,'0'0'3'0,"0"0"3"0,0 0-1 0,0 0 2 15,0 0 0-15,0 0 1 0,12-7 0 16,3 7 1-16,2 0-4 15,3 0-1-15,2 0-1 16,5 0 0-16,1 0-2 16,-3 0 1-16,2 3-5 15,-6-3-5-15,0 4-16 0,4 1-57 16,-12-2-4-16</inkml:trace>
  <inkml:trace contextRef="#ctx0" brushRef="#br3" timeOffset="201564.19">12002 6822 456 0,'0'0'6'16,"0"0"1"-16,0 0 0 15,0 0-1-15,0 0 1 0,5 0 0 16,2 14 0-16,4 4 1 16,1 7-8-16,0 5 0 15,6 7-2-15,0 1-7 16,8-13-62-16,-6 16-13 0</inkml:trace>
  <inkml:trace contextRef="#ctx0" brushRef="#br3" timeOffset="202847.49">13150 8482 299 0,'0'0'9'0,"0"0"5"0,0 0 2 15,0 0 2-15,0 0 3 0,0 0 0 0,0 0 0 16,-5 5-1-16,1 9-8 16,1 4-3-16,-2 7-4 15,-1 5-1-15,-1 7-2 16,2 7 0-16,-2 6-1 0,2 4 2 15,-5 0-1-15,-2 9 0 16,-4-1-1-16,4 0 0 16,-8 1 0-16,1 0 0 15,-1-1 0-15,-5-3-1 0,5-2 0 16,0-5-1-16,1-7 1 16,6-3-1-16,0-7-2 15,6-8-1-15,-1-10-3 16,6-2-3-16,2-15-4 0,0 13-11 15,0-13-31-15,0 0-23 16,5-10-4-16</inkml:trace>
  <inkml:trace contextRef="#ctx0" brushRef="#br3" timeOffset="203280.42">13113 8624 332 0,'0'0'4'0,"0"0"2"0,0 0 2 15,-5 11 3-15,0 3 2 16,0 5 1-16,-5 13 0 16,-2 5 1-16,-3 13-2 15,0 6-2-15,-3 8-1 0,2 9-3 16,-5 1-1 0,-1 3-1-16,2-5-1 0,-2 0-1 15,-1-3-1-15,3-2-1 16,-2-8 0-16,2-3 0 15,0-6-2-15,5-5-1 0,1-5 0 16,3-5-4-16,2-7-3 16,2-9-2-16,4-2-7 15,-3-7-6-15,6-10-8 0,0 0-25 16,0 0-21-16,0-20-5 16</inkml:trace>
  <inkml:trace contextRef="#ctx0" brushRef="#br3" timeOffset="203629.97">13090 8663 411 0,'0'0'6'0,"0"0"1"15,0 0-1-15,-4 7 2 16,-4 11 0-16,-2 9 1 15,0 12 1-15,-2 11 0 16,-6 17-4-16,2 9 0 0,-7 9 1 16,-2 7 0-16,0-1-1 15,-4 6-2-15,3-8-4 16,-1 3 0-16,0-11 0 16,0-4 0-16,-1-7 0 0,3-6 0 15,5-10 0-15,3-6 0 16,2-11 0-16,3-8 0 15,4-7 0-15,4-7 0 0,0-5 0 16,4-10-3-16,0 0-16 16,0 0-43-16,6 0-24 15,-1-14-1-15</inkml:trace>
  <inkml:trace contextRef="#ctx0" brushRef="#br3" timeOffset="204231.05">12584 9671 423 0,'0'0'7'0,"0"0"3"0,0 0 2 0,0 0 0 0,0 0 1 15,0 0 0-15,5 3 0 16,-3 9-5-16,1 8-8 16,-1 2 0-16,0 5 0 15,3 5 0-15,-5 7 0 0,6 4 0 16,-4-4 0-16,-2 2 0 15,0-9 0-15,3-3 0 16,-3-4 0-16,0-5 0 0,0-6 0 16,0-1 0-16,0-13 0 15,2 11 0-15,-2-11 0 16,0 0 0-16,12 0 0 16,-12 0 0-16,21-6 0 0,-7-5 0 15,6-3 0-15,0-3 0 16,7 0 0-16,0-5 0 15,3-2 0-15,-2 5 0 16,-1-1 0-16,-2 1 0 0,-5 7 0 16,-3-1 0-16,-4 8 0 15,-13 5 0-15,10-10 0 16,-10 10 0-16,0 0 0 16,0 0 0-16,0 0 0 15,0 0 0-15,0 0 0 0,0 4 0 16,0-4 0-16,0 0 0 15,-5 13 0-15,5-13 0 16,-18 0-84-16,18 0-6 0</inkml:trace>
  <inkml:trace contextRef="#ctx0" brushRef="#br3" timeOffset="205096.54">12631 10318 418 0,'0'0'7'0,"0"0"2"0,0 0 3 0,0 0-1 0,0 0 2 16,0 0-1-16,0 0 0 16,0 0 1-16,13 4-9 0,-13-4-4 15,21 0 0-15,-5-2 0 16,6 0 0-16,2-4 0 15,4 1 0-15,-1-2 0 16,1 0 0-16,-6 1 0 16,-2 1 0-16,-5 4 0 0,-3 1 0 15,-12 0 0-15,5 6 0 16,-8 4 0-16,-6 8 0 16,-6 1 0-16,-5 4 0 15,0 2 0-15,-2 2 0 0,-3 1 0 16,0-2 0-16,3-1 0 15,2-5 0-15,5-3 0 16,3 1 0-16,4-8 0 0,8-10 0 16,-3 12 0-16,3-12 0 15,16 0 0-15,1-5 0 16,3-2 0-16,2 0 0 0,6-7 0 16,2 3 0-16,0-4 0 15,1 2 0-15,-3 1 0 16,2 2 0-16,-8-3 0 15,5 11 0-15,-2-3-88 16,-13 3-2-16</inkml:trace>
  <inkml:trace contextRef="#ctx0" brushRef="#br4" timeOffset="-185732.27">13074 9686 254 0,'0'0'8'0,"0"0"2"0,0 0 5 15,2 4 3-15,-2-4 4 16,10 6 1-16,-10-6 2 0,15 10 2 16,-15-10-6-16,12 0-3 15,-12 0-2-15,14 0-2 16,-14 0-3-16,16 0-2 16,-16 0-1-16,17-10 0 0,-7 4-4 15,-3 4-4-15,3-5 0 16,-2 2 0-16,2-3 0 0,0 3 0 15,-10 5 0-15,17-17 0 16,-9 8 0-16,-1-4 0 16,1 1 0-16,-3-3 0 15,2 0 0-15,-4 0 0 16,1-2 0-16,1-1 0 16,-2 1 0-16,2-3 0 0,0 3 0 15,-2-1 0-15,-3 4 0 16,2-1 0-16,-2 0 0 15,2 2 0-15,-2 1 0 0,0 2 0 16,-4 0 0-16,1 1 0 16,-5-2 0-16,3-2 0 15,-2 4 0-15,2-1 0 0,0 0 0 16,-2 0 0 0,-1 0 0-16,1-3 0 0,-1 5 0 15,1-3 0-15,-6 1 0 16,4 1 0-16,1-4 0 15,-5 3 0-15,4 2 0 0,-4 0 0 16,1-3 0-16,2 4 0 16,-3-3 0-16,1 2 0 15,2 1 0-15,-3 2 0 16,1-3 0-16,-1 3 0 0,1 0 0 16,0 3 0-16,-1-3 0 15,1 0 0-15,-1 0 0 16,1 0 0-16,-3 0 0 15,0 0 0-15,3 3 0 0,-3-3 0 16,-2 2 0-16,-1 0 0 16,0 2 0-16,2-2 0 15,-2 0 0-15,1 3 0 16,-1 0 0-16,-1 0 0 16,3 0 0-16,-1 0 0 0,2 0 0 15,3 0 0-15,-3 3 0 16,0 0 0-16,0 1 0 15,5 1 0-15,-5 0 0 0,3 2 0 16,-4-2 0-16,7 3 0 16,-3-1 0-16,1 3 0 15,-1-2 0-15,0-1 0 0,-1 3 0 16,1 1 0-16,-3 0 0 16,3-1 0-16,2 2 0 15,-3-1 0-15,1 1 0 16,1 1 0-16,4-1 0 15,-2 1 0-15,3-2 0 16,-1 2 0-16,2-4 0 0,2 2 0 16,1-1 0-16,0-3 0 15,2-7 0-15,-3 13 0 16,3-13 0-16,0 9 0 16,0-9 0-16,0 0 0 0,0 11 0 15,0-11 0-15,0 0 0 16,0 0 0-16,0 0 0 15,0 0 0-15,0 0 0 0,3 7 0 16,-3-7 0-16,0 0 0 16,0 0 0-16,0 0 0 15,0 0 0-15,0 0 0 0,0 0 0 16,0 0 0-16,0 0 0 16,0 0 0-16,0 0 0 15,0 0 0-15,0 0 0 16,0 0 0-16,0 0 0 0,0 0 0 15,0 0 0-15,0 0 0 16,0 0 0-16,0 0 0 16,0 0 0-16,0 0 0 15,2 10 0-15,-2-10 0 16,0 0 0-16,0 0 0 16,0 0 0-16,0 0 0 0,0 0 0 15,7 7 0-15,-7-7 0 16,0 0 0-16,0 0 0 15,0 0 0-15,0 0 0 0,0 0 0 16,8 7 0-16,-8-7 0 16,0 0 0-16,0 0-16 15,0-7-62-15,0 7-11 0</inkml:trace>
  <inkml:trace contextRef="#ctx0" brushRef="#br4" timeOffset="-185099.39">12318 9126 344 0,'0'0'8'0,"0"0"3"0,0 0 5 16,0 0 2-16,0 0 2 15,0 0 1-15,0 0 1 16,-5 5 1-16,5-5-7 0,0 0-4 16,0 0-12-16,0 0 0 15,0 10 0-15,0-10 0 16,0 15 0-16,0-5 0 16,2 6 0-16,1 1 0 0,2 2 0 15,-1 6 0-15,0-6 0 16,-2 6 0-16,1-3 0 15,-1-2 0-15,0 0 0 16,-2-3 0-16,0-2 0 0,0-5 0 16,0-2 0-16,0-8 0 15,0 0 0-15,0 9 0 16,0-9 0-16,0 0 0 16,0 0 0-16,0 0 0 0,0 0 0 15,0 0 0-15,0 0 0 16,8 0 0-16,-8 0 0 15,20-5 0-15,-6 1 0 16,4 1 0-16,4-2 0 0,5 0 0 16,1 0 0-16,1 0 0 15,-1 0 0-15,-1 0 0 16,-4 1 0-16,-4 1 0 0,-1 0 0 16,-8 3 0-16,-10 0 0 15,13-2 0-15,-13 2 0 16,0 0 0-16,0 0 0 15,0 0 0-15,0 0 0 0,0 0 0 16,0 0 0-16,0 0 0 16,0 0 0-16,0 0 0 15,0 0 0-15,-9 0 0 16,9 0-77-16,0 0-15 16</inkml:trace>
  <inkml:trace contextRef="#ctx0" brushRef="#br4" timeOffset="-184398.37">9625 15440 449 0,'0'0'5'0,"0"0"2"0,0 0 2 0,0 0 1 16,0 0 1-16,0 0-1 0,-11-7 0 15,11 7-10-15,0 0 0 16,0 0 0-16,0 0-35 15,5 3-49-15,6-3-4 16</inkml:trace>
  <inkml:trace contextRef="#ctx0" brushRef="#br4" timeOffset="-183749.53">9880 15161 493 0,'0'0'2'0,"0"0"1"16,0 0 1-16,0 0-1 0,0 11 1 15,0 2-2-15,0 4-2 16,-2 6 0-16,2 4 0 16,0 8 0-16,-2 5 0 15,2 1 0-15,0 2 0 0,0-4 0 16,0-2 0-16,0-1 0 15,0-12 0-15,0-2 0 16,0-2 0-16,0-7 0 16,0-13 0-16,0 7 0 15,0-7 0-15,-8-10 0 0,5-7 0 16,-2-6 0-16,0-6 0 16,1-11 0-16,1-2 0 15,3-5 0-15,0 0 0 16,3-3 0-16,6 1 0 0,4 2 0 15,6 7 0-15,9 5 0 16,-1 6 0-16,6 4 0 16,1 10 0-16,-2 5 0 0,1 8 0 15,-6 2 0-15,-4 12 0 16,-5 5 0-16,-11 10 0 16,-7 1 0-16,-5 4 0 15,-10 0 0-15,-5 1 0 0,-7-4 0 16,-3-2 0-16,-8-2 0 15,3-7 0-15,6-4 0 16,1-4 0-16,4-3 0 16,6-2 0-16,6-5 0 15,12 0 0-15,0 0 0 0,0 0 0 16,15 3 0-16,2-1 0 16,5 4 0-16,3 3 0 15,3 1 0-15,-1 3 0 16,5 5 0-16,-4-4 0 0,-1 3 0 15,-2 0 0-15,-1 4 0 16,-4-7 0-16,3 7 0 16,-11-10-34-16,1 3-51 0,-3-6-3 15</inkml:trace>
  <inkml:trace contextRef="#ctx0" brushRef="#br4" timeOffset="-183399.38">10347 15329 464 0,'0'0'3'0,"0"0"1"0,-4 0 0 15,4 0 1-15,-16 12 1 16,4 3 0-16,3 2 0 16,-5 1 1-16,2 7-4 0,5-4 0 15,5 7-3-15,2-6 0 16,7-4 0-16,12 0 0 15,4-8 0-15,2-6 0 0,7-4 0 16,3-3 0-16,0-7 0 16,-3-4 0-16,-2-3 0 15,-8-3 0-15,-4-3 0 0,-11 2 0 16,-7-2 0-16,-13 0 0 16,-6 6 0-16,-8 3 0 15,-6 3 0-15,-4 6 0 16,5 5 0-16,-3-2 0 0,9 4-31 15,26-2-55-15,-16 5-3 16</inkml:trace>
  <inkml:trace contextRef="#ctx0" brushRef="#br4" timeOffset="-183132.98">10690 15049 502 0,'0'0'4'16,"0"0"1"-16,0 0-5 15,3 3 0-15,-3-3 0 16,0 14 0-16,-3 4 0 16,-4 4 0-16,-5 3 0 0,-1 9 0 15,1 6 0-15,-1 4 0 16,3 6 0-16,3-3 0 0,5 0 0 16,2-4 0-16,2-4 0 15,5-4 0-15,9-11 0 16,0 0 0-16,5-13 0 15,6-3 0-15,-8-8 0 16,9 0-14-16,6-5-73 0,-11-9-5 16</inkml:trace>
  <inkml:trace contextRef="#ctx0" brushRef="#br4" timeOffset="-182949.52">10524 15287 458 0,'0'0'3'15,"0"0"0"-15,0 0 1 16,0 0 1-16,0 0 1 16,7 0 1-16,5 0 1 0,6 0-1 15,7-3-2-15,7 2-3 16,5-5-5-16,11 6-29 16,-1-5-51-16,3 2-3 15</inkml:trace>
  <inkml:trace contextRef="#ctx0" brushRef="#br4" timeOffset="-182466">10961 15314 457 0,'0'0'5'0,"0"0"2"0,0 0 1 16,0 0 2-16,0 0 0 16,-9 2 1-16,9-2-8 15,0 0-3-15,0 0 0 16,0 0 0-16,0 0 0 0,14 2 0 16,4-2 0-16,1 0 0 15,8 0 0-15,3 0 0 16,5 4 0-16,-3-2 0 0,-4 3 0 15,-6 2 0-15,-4 3 0 16,-8 3 0-16,-10 1 0 16,-5 6 0-16,-15 3 0 15,-5-2 0-15,-8 7 0 0,-1-3 0 16,-6 0 0-16,6 0 0 16,1-6 0-16,1-1 0 15,12-4 0-15,4-3 0 16,16-11 0-16,0 0 0 0,6 4 0 15,16-4 0-15,5-7 0 16,8-1 0-16,3-1 0 16,6-1 0-16,-2 0 0 15,1 2 0-15,-8-2 0 0,-1 7 0 16,-16 3-57-16,-1 0-32 16</inkml:trace>
  <inkml:trace contextRef="#ctx0" brushRef="#br4" timeOffset="-182116.78">11614 14841 448 0,'0'0'5'0,"0"0"1"0,0 0 3 0,0 0 1 0,-7-5 0 16,7 5 1-16,-18 10 1 15,9 7-12-15,-8 10 0 16,2 13 0-16,-4 10 0 0,5 11 0 16,-4 6 0-16,4 5 0 15,7 6 0-15,0-4 0 16,7-5 0-16,0-5 0 15,9-5 0-15,3-9 0 16,8-3 0-16,3-12 0 0,1-5 0 16,8-8 0-16,-4-5-49 15,6-9-39-15,-4-8-3 16</inkml:trace>
  <inkml:trace contextRef="#ctx0" brushRef="#br4" timeOffset="-181649.29">11950 15248 421 0,'0'0'5'0,"2"-11"2"16,-2 4 2-16,0-3 1 16,-2 0 2-16,-3 0 0 15,-4 0 0-15,-2 0 1 0,-3 5-5 16,-4 2-6-16,-4 6-2 15,-1 2 0-15,-3 8 0 16,7 2 0-16,-2 0 0 16,3 2 0-16,6 1 0 0,3-2 0 15,9-1 0-15,0 0 0 16,11-5 0-16,3-2 0 16,9-3 0-16,0-5 0 15,7-3 0-15,-3-5 0 0,-1-1 0 16,2-4 0-16,-5 2 0 15,-6-3 0-15,-5 4 0 16,0 0 0-16,-12 10 0 0,9-8 0 16,-9 8 0-16,0 11 0 15,-3 3 0-15,-3 7 0 16,4 1 0-16,-4 3 0 16,2 4 0-16,2-1 0 15,0-1 0-15,2 1 0 16,0-4 0-16,0-7 0 0,0 1 0 15,0-3 0-15,8-5 0 16,0 4-81-16,3-14-10 16</inkml:trace>
  <inkml:trace contextRef="#ctx0" brushRef="#br4" timeOffset="-181299.41">12214 15180 456 0,'0'0'5'0,"0"0"1"0,0 0 2 0,0 0 1 15,0 10 0-15,-8 0 1 16,0 8-2-16,-1-1-8 16,-3 7 0-16,4 4 0 0,-4-1 0 15,7 2 0-15,2-1 0 16,3-3 0-16,5-5 0 16,7-3 0-16,6-7 0 15,1-5 0-15,4-5 0 16,-1-5 0-16,6-5 0 15,-6-5 0-15,0 1 0 0,-4-9 0 16,-11 3 0-16,-2-2 0 16,-5-3 0-16,-7 2 0 15,-11 4 0-15,-4 2 0 0,-5 3 0 16,-3 6 0-16,0 5 0 16,0 3 0-16,1 0 0 15,6 5 0-15,0-3-39 16,11 2-48-16,12-4-5 0</inkml:trace>
  <inkml:trace contextRef="#ctx0" brushRef="#br4" timeOffset="-180999.4">12355 14744 488 0,'0'0'1'16,"0"0"1"-16,0 0 1 15,8 5 1-15,-1 5 1 0,5 0 0 16,6 10-2-16,1 2-3 16,6 8 0-16,5 9 0 15,-2 8 0-15,6 9 0 16,-6 2 0-16,-6 7 0 16,-5 8 0-16,-4-7 0 0,-8 3 0 15,-5-2 0-15,-12-5 0 16,-11-3 0-16,-6-7 0 15,-4-4 0-15,-4-7 0 0,2-5 0 16,0-7 0-16,5-4 0 16,3-10 0-16,12-8-33 15,15-7-57-15</inkml:trace>
  <inkml:trace contextRef="#ctx0" brushRef="#br2" timeOffset="-169466.43">11873 7335 333 0,'0'0'5'0,"0"0"2"0,0 0 2 16,0 0 3-16,0 0 2 16,0 0 2-16,0 0 1 15,-8-7 2-15,6-4-4 16,-3-1-1-16,0-1-2 0,-4-5-1 16,-9-3-1-16,1-6-1 15,-3-2-1-15,-3-12-8 16,-7-1 0-16,-2-5 0 15,-5-4 0-15,0-9 0 0,-4-2 0 16,-3 0 0-16,2 0 0 16,-3 1 0-16,1 0 0 15,-2 5 0-15,7 4 0 0,-1 2 0 16,2 6 0-16,10 4 0 16,0 6 0-16,3 4 0 15,7 10 0-15,9 5 0 16,-1 2 0-16,10 13 0 0,-11-9 0 15,11 9 0-15,0 0 0 16,0 0 0-16,0 0 0 16,0 0 0-16,0 0 0 15,0 0 0-15,0 0 0 0,0 0 0 16,0 0 0-16,0 0 0 16,0 0 0-16,0 0 0 15,0 0 0-15,0 0 0 16,0 0 0-16,0 0 0 15,0 0 0-15,0 0 0 0,0 0 0 16,0 0 0-16,0 0 0 16,0 0 0-16,0 0 0 15,0 0 0-15,0 0 0 0,0 0 0 16,0 0 0-16,0 0 0 16,0 0 0-16,0 0 0 15,0 0 0-15,0 0 0 16,0 0 0-16,0 0 0 0,0 0 0 15,-4 7 0-15,1 5 0 16,-2 3 0-16,-2 8 0 16,1 1 0-16,-1 8 0 15,0 4 0-15,-3 0 0 0,0-1 0 16,-1 0 0-16,7-6 0 16,-3-4 0-16,1-5 0 15,4-3 0-15,-1-7 0 0,3-10 0 16,-2 13 0-16,2-13 0 15,0 0 0-15,0 0 0 16,0 0 0-16,0-15 0 16,0 5 0-16,0-8 0 15,0 1 0-15,0-5 0 0,5-3 0 16,-3-5 0-16,2 3 0 16,-2-4 0-16,1 0 0 15,-1 1 0-15,0 4 0 16,1 1 0-16,-2 5 0 15,3 2 0-15,-2 3 0 0,0 3 0 16,-2 5 0-16,0 7 0 16,0 0 0-16,9-10 0 15,-9 10 0-15,19 2 0 0,-6 6 0 16,4 2 0-16,3-1 0 16,7 4 0-16,-3-1 0 15,6 1 0-15,-2-3 0 16,1 0 0-16,1-3 0 0,-5 0 0 15,0-1 0-15,-8-2 0 16,1-4 0-16,-6 3 0 16,-1-3 0-16,-11 0 0 15,0 0 0-15,0 0 0 0,0 0 0 16,-5-10-18-16,-6 2-72 16,-3-1-2-16</inkml:trace>
  <inkml:trace contextRef="#ctx0" brushRef="#br2" timeOffset="-168997.61">10793 5680 443 0,'0'0'5'0,"0"0"3"0,-4-13 1 0,4 13 1 16,0 0-1-16,0 0 0 16,0 0 0-16,-7 0 0 15,7 18-9-15,-5 4 0 16,5 7 0-16,-5 9 0 16,1 2 0-16,-1-1 0 0,-3 4 0 15,3-1 0-15,-2-5 0 16,2-5 0-16,-2-5 0 15,-2-2 0-15,5-5 0 0,-4-8-6 16,6 1-9-16,2-13-34 16,-11 2-35-16,11-2-3 15</inkml:trace>
  <inkml:trace contextRef="#ctx0" brushRef="#br2" timeOffset="-168649.38">10586 5811 408 0,'0'0'7'0,"0"0"3"16,0 0 3-16,0 0-3 16,0 0 1-16,0 0 0 15,0 0 1-15,0 0 1 16,10 3-7-16,3 5-2 16,1 1-1-16,9 1 0 0,4 2-3 15,3-2 0-15,5 0 0 16,4 3 0-16,-2-7 0 15,0 2 0-15,4-2 0 16,-6-3 0-16,-8 1 0 0,0-4 0 16,-10 3 0-16,-4-3 0 15,-1 0 0-15,-12 0 0 16,7 0 0-16,-7 0 0 16,0 0 0-16,0 0 0 0,0 0 0 15,-7-7 0-15,7 7 0 16,-12-6 0-16,12 6 0 15,-10-5 0-15,10 5 0 16,-15 12-27-16,15-12-63 0</inkml:trace>
  <inkml:trace contextRef="#ctx0" brushRef="#br2" timeOffset="-166049.1">12444 9024 299 0,'0'0'7'0,"0"0"4"16,0 0 3-16,0 8 2 16,0-8 3-16,0 0 4 0,0 0 0 15,13 5 1-15,-13-5-4 16,12-5-4-16,-2-3-2 15,3-2-2-15,-1-3-1 0,8-6-9 16,3-3-2-16,6-3 0 16,1-4 0-16,3-3 0 15,4-6 0-15,0 1 0 16,1 0 0-16,6 0 0 0,-7 5 0 16,0-4 0-16,-2 7 0 15,-5 2 0-15,-5 4 0 16,-2 3 0-16,-9 6 0 15,-4 4 0-15,-2 0 0 0,-8 10 0 16,0 0 0-16,10-7 0 16,-10 7 0-16,0 0 0 15,0 0 0-15,0 0 0 16,0 0 0-16,0 0 0 0,-6 12 0 16,6-12 0-16,-15 20 0 15,3-8 0-15,-6 13 0 16,-1-4 0-16,-8 10 0 15,-5-1 0-15,-6 2 0 0,0 3 0 16,-4 2 0-16,3-3 0 16,-6 1 0-16,8 0 0 15,-1-11 0-15,9 1 0 0,1-7 0 16,11-6 0-16,5-2 0 16,0-3 0-16,12-7 0 15,0 0 0-15,2-9 0 16,12-1 0-16,4-8 0 0,4-4 0 15,8-5 0-15,5-3 0 16,7-2 0-16,2-8 0 16,4 0 0-16,2 1 0 15,-1-1 0-15,1 3 0 16,-3 2 0-16,-6 5 0 16,-9 5 0-16,-8 9 0 0,-4 1 0 15,-5 7 0-15,-15 8 0 16,0 0 0-16,0 0 0 15,0 0 0-15,-13 18 0 0,-3-4 0 16,-2 6 0-16,-7 7 0 16,-8 6 0-16,-6 5 0 15,0 1 0-15,-9-2 0 0,4 2 0 16,1-2 0-16,3-5 0 16,10-2 0-16,3-11 0 15,9-1 0-15,6-8 0 16,12-10 0-16,0 0 0 15,5-10 0-15,10-8 0 0,5-6 0 16,5-3 0-16,3-8 0 16,14 1 0-16,-7-3 0 15,4 2 0-15,-2 2 0 16,-5 8 0-16,-7 6 0 0,0 5 0 16,-15 6 0-16,-10 8 0 15,0 5 0-15,-2 12 0 16,-13 1-90-16,-5 4-2 0</inkml:trace>
  <inkml:trace contextRef="#ctx0" brushRef="#br2" timeOffset="-164866.02">12504 8882 330 0,'0'0'8'0,"0"0"4"0,0 0 1 0,0 0 2 16,0 0 2-16,-2 9-1 0,2-9 0 15,-5 12 1-15,5-12-7 16,-5 17-3-16,0-9-1 16,5-8 0-16,-2 15 0 15,2-15 1-15,0 0 0 16,-4 7 1-16,4-7-1 0,0 0-4 16,6-12-3-16,-1-1 0 15,2-5 0-15,0 2 0 16,7-9 0-16,-5-3 0 15,1-1 0-15,3-1 0 16,-1-2 0-16,-3 7 0 0,0 3 0 16,-2 2 0-16,-2 5 0 15,-1 5 0-15,-4 10 0 16,5-10 0-16,-5 10 0 16,0 0 0-16,0 0 0 0,0 0 0 15,-2 12 0-15,-3 3 0 16,0 6 0-16,-4 1 0 15,0 7 0-15,-3 6 0 0,0 5 0 16,-1-3 0-16,-1 3 0 16,-2-4 0-16,4-3 0 15,-1-8 0-15,4-1 0 16,2-9 0-16,-1 0 0 0,3-8 0 16,5-7 0-16,0 0 0 15,0 0 0-15,0 0 0 16,3-12 0-16,4-5 0 15,0-4 0-15,3-8 0 16,3 0 0-16,-1-8 0 0,6-3 0 16,-4 3 0-16,2 0 0 15,-4 7 0-15,-3 0 0 16,2 10 0-16,-4 3 0 16,-4 7 0-16,-3 10 0 0,4-10 0 15,-4 10 0-15,0 0 0 16,0 10 0-16,-4 2 0 15,1 6 0-15,-4 6 0 0,-1 4 0 16,-2 4 0-16,1 5 0 16,-4 1 0-16,1-5 0 15,2-2 0-15,-2-4 0 16,4-5 0-16,3-5 0 0,0-4 0 16,5-13 0-16,-5 9 0 15,5-9 0-15,0 0 0 16,0-4 0-16,0 4 0 0,7-12 0 15,-7 12 0-15,5-16 0 16,-5 16 0-16,5-9 0 16,-5 9 0-16,0 0 0 15,0 0 0-15,0 0 0 16,0 0 0-16,0 0 0 16,0 0 0-16,10-5 0 0,0 5 0 15,2 0 0-15,6 0 0 16,7-4 0-16,5 3 0 15,0-4 0-15,9-2 0 0,1-3 0 16,-1 2 0-16,2-2 0 16,-4 0 0-16,-5 3 0 15,-4-1 0-15,-6 1 0 0,-7 4 0 16,-3 2 0-16,-12 1 0 16,0 0 0-16,10-3 0 15,-10 3 0-15,0 0 0 16,-7 0 0-16,7 0 0 0,-18 4 0 15,6 3 0-15,-6-1 0 16,0 1 0-16,-1 3 0 16,-3 3 0-16,1-9 0 15,2 4-55-15,1 0-39 16</inkml:trace>
  <inkml:trace contextRef="#ctx0" brushRef="#br2" timeOffset="-164283.12">11869 8953 402 0,'0'0'7'0,"0"0"3"0,0 0 2 0,0 0 0 0,7 2 3 16,-7-2 2-16,9 2 1 16,3-2 0-16,2 0-18 0,2 0 0 15,9 0 0-15,0-2 0 16,5 0 0-16,0-1 0 15,-5 3 0-15,3-3 0 16,-7 3 0-16,-1-2 0 0,-4 2 0 16,-4 0 0-16,-12 0 0 15,14 0 0-15,-14 0 0 16,0 0 0-16,0 0 0 16,0 0 0-16,0 0 0 0,0 0 0 15,0 0 0-15,0 0 0 16,0 0 0-16,-2 5 0 15,2-5-75-15,-12 0-17 0</inkml:trace>
  <inkml:trace contextRef="#ctx0" brushRef="#br2" timeOffset="-163965.39">12171 8796 407 0,'0'0'8'0,"0"0"3"0,-2-14 4 16,2 14 2-16,0-10 1 15,0 10 2-15,-5-13-5 0,5 13-15 16,0 0 0-16,0 0 0 16,0 0 0-16,0 13 0 15,0 3 0-15,0 12 0 16,-3 2 0-16,3 6 0 16,-2 6 0-16,0-1 0 0,2 4 0 15,0-6 0-15,0-4 0 16,0-1 0-16,0-9 0 15,0-5 0-15,0-1 0 16,0-8 0-16,0-11 0 0,0 12 0 16,0-12 0-16,0 0 0 15,0 0 0-15,0 0-43 16,0 0-46-16,0-10-1 16</inkml:trace>
  <inkml:trace contextRef="#ctx0" brushRef="#br2" timeOffset="-163566.64">11851 8957 407 0,'0'0'7'0,"0"0"4"0,0 0 0 0,0 0 1 16,0 0 1-16,0 0 0 16,5-4 2-16,4 1 0 15,7 3-8-15,0 0-7 0,7 0 0 16,5 3 0-16,1-3 0 15,4 2 0-15,1-2 0 16,-6 2 0-16,-1-2 0 16,-2 0 0-16,-6 3 0 0,-1-3 0 15,-6 0 0-15,-12 0 0 16,11 0 0-16,-11 0 0 16,0 0-47-16,5-7-39 15,-5 7-2-15</inkml:trace>
  <inkml:trace contextRef="#ctx0" brushRef="#br2" timeOffset="-163299.43">12140 8757 345 0,'0'0'11'0,"-1"-10"6"16,1 10 4-16,-3-10 1 16,3 10 1-16,0-11 2 15,0 11-1-15,-5-7-1 0,5 7-23 16,0 0 0-16,0 18 0 15,3 2 0-15,-1 5 0 16,2 9 0-16,-1 6 0 16,1 4 0-16,1 3 0 0,-3 0 0 15,1 1 0-15,-1-9 0 16,0-2 0-16,-2-6 0 16,5-2 0-16,-5-14 0 15,0 5-73-15,3-8-18 16</inkml:trace>
  <inkml:trace contextRef="#ctx0" brushRef="#br2" timeOffset="-156849.34">10177 5109 20 0,'0'0'0'0,"0"0"2"0,0 0-2 0,0 0 1 15,0 0 5-15,0 0 6 0,0 0 4 16,-11 4 8-16,11-4 5 15,0 0 5-15,0 0 3 16,0 0 1-16,0 0-2 16,0 0-6-16,0 0-5 0,0 0-4 15,0 0-4-15,0 0-3 16,-7 0-3-16,7 0-1 16,0 0-4-16,0 0 0 15,0 0-1-15,0 0-1 0,0 0 0 16,0 0-1-16,0 0 1 15,0 0 0-15,0 0 0 16,0 0 0-16,0 0 0 0,0 0-1 16,0 0-1-16,0 0-2 15,0 0-6-15,0 0-12 16,0 12-45-16,0-12-13 16</inkml:trace>
  <inkml:trace contextRef="#ctx0" brushRef="#br3" timeOffset="-152699.34">10143 5092 255 0,'0'0'10'0,"0"0"4"0,-12-8 5 15,12 8 1-15,-9-8 4 16,9 8 2-16,-11-13 1 15,11 13-1-15,-14-4-8 0,14 4-5 16,0 0-3-16,-10 12-4 16,8 1-1-16,-2 6-2 15,4 1-2-15,0 2 0 16,0 3 0-16,6-3 0 16,1-3 0-16,5-1 0 0,4-5 0 15,-2-8 1-15,4-3 0 16,1-2 0-16,-1-7 1 15,0-8 0-15,-4-3 1 0,-2-5 1 16,-1-2-1-16,-4-1-1 16,-7 0-3-16,0-2 0 15,-7 6 0-15,-6-3 0 16,-4 5 0-16,-1 4 0 16,-1 9 0-16,-1 5 0 0,-3 2 0 15,6 2 0-15,-1 11 0 16,6 1 0-16,2 6 0 15,5 3 0-15,3-3 0 0,2 4 0 16,2-4 0-16,11 0 0 16,-1-4 0-16,8-2 0 15,-1-10 0-15,4-1 0 16,0-3 0-16,2-7 0 0,-4-7 0 16,2-2 0-16,-8-4 0 15,-1 0 0-15,-4-1 0 16,-5-2 0-16,-5 3 0 15,-5 2 0-15,-5 4 0 0,-4 2 0 16,-3 6 0-16,-4 6 0 16,2 3 0-16,-3 7 0 15,1 8 0-15,9 1 0 16,-1 1 0-16,6 0 0 16,5-3 0-16,2-2 0 0,2-5 0 15,9-8 0-15,3-2 0 16,-2-2 0-16,6-11 0 15,-6-2 0-15,1-2 0 0,-6 0 0 16,0-1 0-16,-4 1 0 16,-6 5 0-16,-4 4 0 15,-7 6 0-15,-4 2 0 16,0 12 0-16,4 3 0 16,-2 7 0-16,2-2-20 0,-9 5-66 15,23 2-4-15</inkml:trace>
  <inkml:trace contextRef="#ctx0" brushRef="#br3" timeOffset="-151248.48">9828 5272 290 0,'0'0'7'0,"0"0"2"0,0 0 3 0,-5 9 4 16,5-9 1-16,0 0 4 16,-5 10 0-16,5-10 1 15,0 0-5-15,0 0-3 0,0 0-3 16,0 0-2-16,-9 0-3 15,9 0 0-15,-11-5-3 16,11 5 1-16,-17-14-1 16,4 3 0-16,1-1 0 0,0-5 0 15,-1-6 0-15,-1-7 0 16,-4-9 1-16,6-9 0 16,-6-8-4-16,4-16 0 15,-4-7 0-15,0-10 0 0,6-5 0 16,2-5 0-16,3 7 0 15,1 2 0-15,6 11 0 16,0 7 0-16,6 11 0 0,-1 11 0 16,5 8 0-16,-3 4 0 15,0 9 0-15,1-1 0 16,2 8 0-16,-3 2 0 16,1 5 0-16,-5 0 0 15,1 8 0-15,-4 7 0 0,0 0 0 16,0 0 0-16,0 0 0 15,0 0 0-15,0 0 0 16,0 10 0-16,0-10 0 16,-7 20 0-16,1-13 0 0,2 6 0 15,-1-3 0-15,0-1 0 16,-2-2 0-16,7-7 0 16,-11 18 0-16,11-18 0 15,-7 13 0-15,7-13 0 0,0 0 0 16,-10 9 0-16,10-9 0 15,0 0 0-15,0 0 0 16,-10 0 0-16,10 0 0 16,0 0 0-16,-7-7 0 0,7 7 0 15,0 0 0-15,-8-12 0 16,8 12 0-16,-4-10 0 16,4 10 0-16,-8-11 0 15,8 11 0-15,-6-8 0 0,6 8 0 16,0 0 0-16,0 0 0 15,-9-6 0-15,9 6 0 16,0 13 0-16,2 1 0 16,8 1 0-16,3 5 0 0,10 0 0 15,3 4 0-15,10-1 0 16,3-1 0-16,5 3 0 16,9-1 0-16,2 1 0 15,0 0 0-15,4 6 0 0,-5-2 0 16,4 6 0-16,-4-1 0 15,1-2 0-15,-6 2 0 16,-1 2 0-16,-6-7 0 16,-5 3 0-16,-5-1 0 0,-2-4 0 15,-2-1 0-15,-6-1 0 16,-6-2 0-16,-2 2 0 16,-7-8 0-16,4 3 0 15,-6-6 0-15,-3 1 0 0,0-5 0 16,-2-10 0-16,3 13 0 15,-3-13 0-15,0 0 0 16,-5 10 0-16,5-10 0 16,-13 0 0-16,8-15-56 15,5 15-36-15</inkml:trace>
  <inkml:trace contextRef="#ctx0" brushRef="#br3" timeOffset="-149433.2">9304 5323 330 0,'0'0'6'0,"0"0"2"0,0 0 4 0,-8-10 3 0,8 10 1 16,-9-15 0-16,4 1 2 15,-3-6 1-15,-2 0-4 16,1-10-3-16,-2-5-3 0,1-12 0 15,-2-7-2-15,2-13-3 16,-2-10 1-16,2-9-2 16,2-3-1-16,3-9 1 15,5 7-1-15,0 5-2 0,5 9 0 16,6 10 0-16,-2 7 0 16,3 16 0-16,-4 4 0 15,0 10 0-15,-4 3 0 16,-1 2 0-16,-1 7 0 0,1 1 0 15,-3 5 0-15,0 12 0 16,-3-10 0-16,3 10 0 16,-12 6 0-16,4 4 0 15,-4 12 0-15,0 0 0 0,-1 7 0 16,-2 9 0-16,0 6 0 16,5 8 0-16,-2 4 0 15,2 12 0-15,2 1 0 16,4 9 0-16,4 0 0 0,0 0 0 15,4 3 0-15,4 1 0 16,-1-3 0-16,8-5 0 16,0 1 0-16,0-6 0 15,3-2 0-15,-6-10 0 0,3-7 0 16,-2-7 0-16,-4-12 0 16,1-4 0-16,-2-9 0 15,-3-6 0-15,-5-12 0 16,0 0 0-16,0 0 0 0,2-5 0 15,-2-12 0-15,-5-3 0 16,-2-3 0-16,-1-11 0 16,-2-8 0-16,1-8 0 15,-4-12 0-15,-2-9 0 0,-3-11 0 16,-1-7 0-16,-1-10 0 16,-5-6 0-16,2 1 0 15,2 2 0-15,3 8 0 16,1 7 0-16,2 14 0 15,5 8 0-15,-1 20 0 0,9 11 0 16,0 11 0-16,-1 11 0 16,3 12 0-16,-5 10 0 15,5 15 0-15,0 17 0 0,8 6 0 16,-1 16 0-16,6 9 0 16,-1 13 0-16,6 2 0 15,-2 1 0-15,2 3 0 16,0-5 0-16,-4-5 0 0,-1-8 0 15,2-7 0-15,-8-13 0 16,3-9 0-16,-3-13 0 16,-1-13 0-16,-1-8 0 15,-5-11 0-15,2-11 0 0,-2-15 0 16,-5-9 0-16,-3-12 0 16,1-13 0-16,-5-14 0 15,-6-9 0-15,3-5 0 16,-2-1 0-16,0 9 0 15,4 10 0-15,1 7 0 0,2 24 0 16,3 14 0-16,7 25 0 16,-3 19 0-16,3 18 0 15,3 13 0-15,4 12 0 0,3 10 0 16,2 9 0-16,1 4 0 16,-1 1 0-16,8 1 0 15,-5-3 0-15,5-1 0 16,-5-14 0-16,-3-10 0 15,3-9 0-15,-5-11 0 0,0-14-2 16,-3-9-1-16,-7-16 0 16,0 0-1-16,3-6-2 15,-3-11 0-15,-8-4 0 0,1-1 2 16,0 0 2-16,-4 2-1 16,2 5 1-16,1 5 1 15,8 10 0-15,-7 0 1 16,4 8-1-16,0 7 0 0,1 1 1 15,2 2-1-15,0 0 1 16,-2-1 1-16,2-5 0 16,0-12 0-16,-3 8 0 15,3-8 2-15,-5-17-2 0,5-8 1 16,-4-7 1-16,-1-16-1 16,-1-11 1-16,1-14-1 15,-2-12-1-15,-3-19 1 16,0-13-1-16,3-9 1 15,-1-5-1-15,1 1-1 0,5 10 0 16,-1 8 0-16,3 18 1 16,0 19 0-16,0 21 0 15,0 19-1-15,0 18 1 16,0 17-1-16,-8 17 0 0,1 15 0 16,0 13 1-16,-3 7-3 15,7 10-5-15,-2 3-23 16,-7 4-52-16,12-1-2 0</inkml:trace>
  <inkml:trace contextRef="#ctx0" brushRef="#br3" timeOffset="-147415.58">10365 5363 287 0,'0'0'10'0,"0"0"2"0,0 0 5 15,0 0 1-15,-8 0 3 16,8 0 4-16,0 0 1 16,-12 0 0-16,12 0-8 0,0 0-2 15,0 0-5-15,0 0-1 16,0 0-3-16,0 0-3 15,0 7-1-15,0 1-3 0,7 4 0 16,-2 1 0-16,6-1 0 16,-2 3 0-16,1 0 0 15,0-3 0-15,0 1 0 16,2-5 0-16,-1-2 0 16,-11-6 0-16,14 13 0 0,-14-13-4 15,11 5-12-15,-11-5-22 16,0 0-47-16,0 0-1 15</inkml:trace>
  <inkml:trace contextRef="#ctx0" brushRef="#br3" timeOffset="-146455.49">10191 5591 325 0,'0'0'7'0,"0"0"3"0,0 0 3 0,0 0 3 0,0 0 2 15,0 0 0-15,0 0 1 16,0 0 1-16,0 0-7 0,0 0-2 16,5-7-2-16,-5 7-2 15,0 0-1-15,13-3-2 16,-13 3 1-16,14 0-1 16,-2 0-1-16,4 0 0 0,-2 3-3 15,1 1 0-15,6 1 0 16,-7-2 0-16,4 2 0 15,4-3 0-15,-5 4 0 16,-2-4 0-16,3-2 0 0,-4 2 0 16,-1 1 0-16,-1-3 0 15,-1 0 0-15,-11 0 0 16,12 1 0-16,-12-1 0 0,0 0 0 16,0 0 0-16,7 0 0 15,-7 0 0-15,0 0 0 16,0 0 0-16,0 0 0 15,0 0 0-15,0 0 0 16,0 0 0-16,0 0 0 0,0 0 0 16,0 0 0-16,0 0 0 15,0 0 0-15,0 0 0 16,0 0 0-16,0 0 0 16,0 0 0-16,0 0 0 0,0 0 0 15,0 0 0-15,0 0 0 16,0 0 0-16,0 0 0 15,11-4 0-15,-11 4 0 0,7-12 0 16,-2 4 0-16,-1-4 0 16,1-3 0-16,3-3 0 15,0-1 0-15,-1-6 0 0,-2 0 0 16,-3-1 0-16,5 1 0 16,-7-3 0-16,6 4 0 15,-6 1 0-15,0 8 0 16,0-2 0-16,0 7 0 15,0 10 0-15,0-13 0 0,0 13 0 16,0 0 0-16,0 0 0 16,0 0 0-16,0 0 0 15,0 0 0-15,0 0 0 16,0 0 0-16,10 11-7 0,2-7-83 16,-12-4-2-16</inkml:trace>
  <inkml:trace contextRef="#ctx0" brushRef="#br3" timeOffset="-142631.23">10531 6664 287 0,'0'0'6'0,"0"0"4"16,0 0 1-16,0 0 4 0,0 0 1 15,-7-3 1-15,7 3 1 16,0 0-1-16,-13 0-5 16,13 0-4-16,0 0-4 15,-10 12-1-15,10-12-2 16,-8 18-1-16,7-9 0 0,-2 2-1 15,1 3 1-15,2 2 0 16,-2-4 0-16,2 0-1 16,0 3 1-16,2-5 0 15,0 3 0-15,2-2 0 0,7 0 0 16,-4-4 0-16,4 3 1 16,1-3-1-16,3 1 1 15,0-4-1-15,0 4 1 16,2-3 0-16,1-2-1 0,1 2 1 15,0-3-1-15,2-2 1 16,1 0 0-16,3 0-1 16,0 0 1-16,0 0 0 15,0 0 0-15,5-2 0 0,-4-1 0 16,4 1 0-16,-2-3 1 16,2 2-2-16,-1-2 0 15,1 2 0-15,-2-1 0 16,-2 1 0-16,5-2-2 0,-4 3 1 15,1-1-1-15,-3-2 0 16,1 1 0-16,2-2 0 16,-3-1 0-16,2-1 1 15,-2 1-1-15,3-3 1 0,-1 3 0 16,1-3 1-16,-2 0-1 16,2 0 1-16,-1-3 0 15,-2 1 0-15,5 0 0 16,-3-2 0-16,-2-2 0 0,-1 1 0 15,4 1 0-15,-1-3 0 16,-4-1 0-16,-1 3 0 16,6-2 0-16,-6-1 1 0,0 0-1 15,1 1 0-15,-1-2 0 16,-2-1 1-16,2 0 1 16,-7 1 1-16,3-5 1 15,-4 5 0-15,-3-3 1 16,-2 0 0-16,-4-3 1 0,0 3-1 15,1-1 0-15,-4-1 0 16,-2-1-1-16,0 3 0 16,0-1 0-16,-2 3 0 15,-2 3 0-15,-3-2 0 16,2 1 0-16,-2 3 0 0,-4 3 1 16,-1-1-1-16,-2 1-1 15,-4 0-1-15,4-1-2 16,-6 3 0-16,2 0 0 15,1 0 0-15,1 0 0 0,0 0 0 16,0 3 0-16,4 4 0 16,-1-1 0-16,1 1 0 15,0 1 0-15,2-1 0 0,2 3 0 16,8 0 0-16,-12-2 0 16,12 2 0-16,-10-4 0 15,10 4 0-15,0 0 0 16,0 0 0-16,0 0 0 0,0 0 0 15,0 0 0-15,0 0 0 16,0 0 0-16,0 0 0 16,0 0 0-16,0 0 0 0,0 0 0 15,0 0 0-15,0 0 0 16,0 0 0-16,0 0 0 16,0 0 0-16,0 0 0 15,0 0 0-15,0 0 0 0,0 0 0 16,0 0 0-16,0 0 0 15,-3-8 0-15,3 8 0 16,0 0 0-16,0 0 0 16,0 0 0-16,0 0 0 15,0 0 0-15,0 0 0 0,0 0 0 16,-9 0 0-16,9 0 0 16,-8 17 0-16,8-5 0 15,-2 3 0-15,-4 2 0 16,6 1 0-16,-5 4 0 0,5-4 0 15,-2 1 0-15,0-1 0 16,2-4 0-16,-3 1 0 16,3-3 0-16,0-3 0 0,0-9 0 15,0 8 0-15,0-8 0 16,0 0 0-16,0 0 0 16,0-8 0-16,3-5 0 15,1 1 0-15,-4-6 0 0,3-5 0 16,-1-1 0-16,2 2 0 15,-2-3 0-15,-2 2 0 16,0-1 0-16,0 4 0 0,0 0 0 16,-2 7 0-16,-2 1 0 15,2 5 0-15,2 7 0 16,-3-11 0-16,3 11 0 16,0 0 0-16,0 0 0 15,0 0 0-15,0 0 0 16,0 0 0-16,0 0 0 0,0 0 0 15,13 3 0-15,-3-3 0 16,2 3 0-16,4-1 0 16,0-2 0-16,12 0 0 0,-3 0 0 15,5 0 0-15,0-5 0 16,-2 2 0-16,1-1 0 16,-4 0 0-16,-6 1 0 15,-3-3 0-15,-9 6 0 0,-7 0 0 16,9-2 0-16,-9 2 0 15,0 0 0-15,0 0 0 16,6-10 0-16,1 10-78 0,-7 0-12 16</inkml:trace>
  <inkml:trace contextRef="#ctx0" brushRef="#br3" timeOffset="-138547.65">13012 15332 484 0,'0'0'4'0,"0"0"1"0,0 0 2 0,0 0 0 15,0 0-3-15,0 0-4 16,0 0 0-16,0 0 0 0,0 0 0 16,0 0 0-16,0 0 0 15,0 0 0-15,0 14-13 16,12-11-74-16,-12-3-2 15</inkml:trace>
  <inkml:trace contextRef="#ctx0" brushRef="#br3" timeOffset="-137915.04">13307 15084 480 0,'0'0'4'0,"0"0"2"0,0 0 2 16,0 0 0-16,0 0-3 16,0 0-5-16,0 0 0 15,2 14 0-15,-2 9 0 16,0 2 0-16,0 4 0 16,0 8 0-16,1 9 0 15,6-5 0-15,-4-1 0 0,1-6 0 16,-1-1 0-16,2-3 0 15,-1-8 0-15,1-5 0 16,-5-7 0-16,0-10 0 0,0 0 0 16,0 0-3-16,0-10-1 15,0-10 0-15,0-5 4 16,-5-7 0-16,3-7 1 0,0-6 0 16,2-4 1-16,0-4 1 15,0 2 1-15,7 1-4 16,3 3 0-16,2 5 0 15,6 7 0-15,6 8 0 16,1 7 0-16,3 7 0 0,2 8 0 16,0 5 0-16,-5 8 0 15,0 7 0-15,-9 5 0 16,-3 5 0-16,-13 1 0 16,0 5 0-16,-10-4 0 15,-5-3 0-15,-8-1 0 0,-1-7 0 16,-4 1 0-16,1-3 0 15,0-3 0-15,5-5 0 16,4-1 0-16,4 0 0 0,14-5 0 16,-5 13 0-16,10-9 0 15,9 4 0-15,9-1 0 16,-1 6 0-16,6-1 0 16,2 1 0-16,-4 1 0 0,4 1 0 15,0 3 0-15,-5 2 0 16,-3-9 0-16,3 9-30 15,0-7-53-15,-10-1-3 16</inkml:trace>
  <inkml:trace contextRef="#ctx0" brushRef="#br3" timeOffset="-137564.73">13819 15190 456 0,'0'0'3'0,"0"0"1"0,0 0 1 16,-13 5 0-16,3 2 1 16,2 9 0-16,-1-1 0 0,1 1 0 15,-1 7-3-15,9-4 0 16,0 4-2-16,2-5 0 16,10-4 0-16,8-4-1 15,8-5 1-15,-1-5-1 0,5 0 1 16,1-7 2-16,-4-6-3 15,-1 1 0-15,-3-5 0 16,-11-1 0-16,-6 1 0 0,-8-1 0 16,-5 0 0-16,-11 4 0 15,-8 5 0-15,-6-1 0 16,-2 7 0-16,-2 0 0 16,4 6-25-16,0 4-59 15,7-1-3-15</inkml:trace>
  <inkml:trace contextRef="#ctx0" brushRef="#br3" timeOffset="-137299.56">14132 14958 481 0,'0'0'4'0,"0"0"1"0,0 0 3 15,0 0 0-15,12-3-3 16,-12 3-5-16,2 10 0 0,-2 8 0 15,0 1 0-15,-2 11 0 16,-5 4 0-16,2 6 0 16,-2 5 0-16,2 2 0 0,-1-4 0 15,6 0 0 1,0-3 0-16,6-5 0 0,3-6 0 16,8-1 0-16,6-11 0 15,4-4 0-15,-2-9 0 16,10-4-29-16,7 0-59 15,-15-14-3-15</inkml:trace>
  <inkml:trace contextRef="#ctx0" brushRef="#br3" timeOffset="-137122.54">14067 15233 452 0,'0'0'1'0,"0"0"2"0,0 0 1 16,7 0 1-16,1 0 1 15,7 0 0-15,4 0 1 0,4 0 0 16,4 0-5-16,8 0-10 16,-3 7-66-16,5-10-8 15</inkml:trace>
  <inkml:trace contextRef="#ctx0" brushRef="#br3" timeOffset="-136586.65">14460 15172 475 0,'0'0'4'16,"0"0"1"-16,0 0 2 16,7-4 1-16,-7 4 1 15,15-6-6-15,-2 2-3 0,1 1 0 16,4 3 0-16,-1 0 0 15,1 7 0-15,-2 3 0 16,5 5 0-16,-12 3 0 0,2 2 0 16,-6 0 0-16,-3 4 0 15,-2-4 0-15,-9 3 0 16,-5-6 0-16,0 0 0 16,-1-4 0-16,-7-4 0 15,7-4 0-15,3-2 0 0,-1-3 0 16,13 0 0-16,-3-17 0 15,3-1 0-15,13-5 0 16,4-4 0-16,2 1 0 16,5 1 0-16,-3-3 0 0,0 9 0 15,-3 1 0-15,-6 5 0 16,0 6 0-16,-12 7 0 16,8 7 0-16,-8 6 0 15,0 7 0-15,0 0 0 0,0 5 0 16,0 0 0-16,7-1 0 15,3 1 0-15,-1-5 0 16,7-5 0-16,4-1 0 0,2-6 0 16,3-3 0-16,4-2 0 15,-6-9-42-15,7-1-44 16,0-3-5-16</inkml:trace>
  <inkml:trace contextRef="#ctx0" brushRef="#br3" timeOffset="-136197.36">15166 14722 401 0,'0'0'8'0,"0"0"4"0,0 0 3 0,0-10 1 0,0 10 1 15,0 0 0-15,-8-3-1 16,-2 10-7-16,-4 16-9 0,-4 7 0 15,-3 15 0-15,0 4 0 16,-4 13 0-16,5 10 0 16,5 2 0-16,2 1 0 15,11-1 0-15,2-7 0 0,9-5 0 16,9-7 0-16,5-9 0 16,2-11 0-16,7-5-39 15,0-12-47-15,-2-7-4 16</inkml:trace>
  <inkml:trace contextRef="#ctx0" brushRef="#br3" timeOffset="-135784.95">15429 14974 420 0,'0'0'5'0,"-8"-9"0"0,-1 4 3 16,-2-3 0-16,-6 1 1 15,0-1 0-15,-4 4 1 0,-3 1 0 16,4 3-5-16,-3 5 0 16,7 7-3-16,-2 3 0 15,8 3-2-15,3 1 0 16,3 1 0-16,4 0 0 0,6-2 0 16,4-7-1-16,8 0 1 15,1-4 1-15,6-5-1 16,-2-2 1-16,4-4 1 15,-5-6 0-15,3-3 1 0,-5-1 2 16,-3 1-5-16,-4-2 0 16,-4 4 0-16,-9 11 0 15,5-9 0-15,-5 9 0 16,-2 10 0-16,-3 10 0 0,-2 3 0 16,0 2 0-16,1 6 0 15,1 2 0-15,3-2 0 16,-1-1 0-16,3-2 0 0,0-10-28 15,-2-1-58-15,2-5-3 16</inkml:trace>
  <inkml:trace contextRef="#ctx0" brushRef="#br3" timeOffset="-135464.93">15660 15016 423 0,'0'0'5'0,"0"0"2"16,0 0 0-16,-8 3 2 15,-2 5-1-15,1 2 1 16,-4 5 0-16,1 1 0 16,2 4-5-16,-1 8-2 0,7-7 0 15,4 7-2-15,0-6 1 16,7-4-1-16,6-3 0 16,4-5 0-16,5-5 1 15,1-5-1-15,2-5 2 0,1-7 0 16,-3-6 1-16,-3-2 1 15,-5-5 0-15,-10 1-4 16,-5-1 0-16,-3-2 0 0,-14 2 0 16,-5 3 0-16,-3 2 0 15,1 5 0-15,-6 2-5 16,12 1-51-16,-5 6-29 16,9 5-2-16</inkml:trace>
  <inkml:trace contextRef="#ctx0" brushRef="#br3" timeOffset="-135214.67">15844 14737 480 0,'0'0'3'0,"0"0"-1"16,0 0 2-16,0 0 2 16,0 0 0-16,17 7 1 15,1 3-4-15,1 5-3 16,11 7 0-16,4 10 0 0,0 6 0 15,3 9 0-15,-5 10 0 16,-2 5 0-16,-13 7 0 16,-9 6 0-16,-8 2 0 15,-15-3 0-15,-8 2 0 0,-14-6 0 16,5-11-31-16,-8-2-58 16</inkml:trace>
  <inkml:trace contextRef="#ctx0" brushRef="#br5" timeOffset="-126115.74">13966 7863 253 0,'0'0'7'0,"0"0"6"0,0 0 2 15,0 0 4-15,0 0 2 0,0 0 2 16,0 0 2-16,0 0 1 16,0 0-7-16,0 0-4 15,0 0-3-15,0 0-2 16,0 0-2-16,0 0-1 16,0 0-2-16,0 0 0 0,0 0 0 15,0 0 0-15,0 5-1 16,0-5 1-16,0 0 1 15,0 0-3-15,12-13-3 16,-3-1 0-16,9-3 0 0,-1-7 0 16,8-2 0-16,5-7 0 15,2-4 0-15,9 0 0 16,3-2 0-16,4-4 0 16,1-1 0-16,-2 4 0 0,2-3 0 15,-1 7 0-15,-4 3 0 16,-7 5 0-16,-9 7 0 15,-1 3 0-15,-11 6 0 16,-4 5 0-16,-12 7 0 0,0 0 0 16,9-11 0-16,-9 11 0 15,0 0 0-15,0 0 0 16,0 0 0-16,0 0 0 16,0 0 0-16,0 0 0 0,0 0 0 15,0 0 0-15,-7 11 0 16,7-11 0-16,-10 7 0 15,10-7 0-15,-9 15 0 0,9-15 0 16,-16 13 0-16,8-4 0 16,0-2 0-16,-1 6-30 15,0-1-59-15,-3-2-2 16</inkml:trace>
  <inkml:trace contextRef="#ctx0" brushRef="#br5" timeOffset="-125298.42">13975 7855 323 0,'0'0'5'0,"0"0"3"0,0 0 4 0,0 0 2 16,0 0 3-16,0 0 1 16,0 0 0-16,0 0 1 15,0 0-4-15,0 0-2 0,0 0-3 16,17-14 0-16,1-2-2 15,7-6-1-15,5-5 0 16,9-8 0-16,9-2-7 0,3-8 0 16,7-1 0-16,1-1 0 15,1-1 0-15,-3 4 0 16,1 1 0-16,-9 9 0 16,-6 1 0-16,-9 11 0 15,-6 5 0-15,-11 5 0 0,0 2 0 16,-17 10 0-16,10-6 0 15,-10 6 0-15,0 0 0 16,-5 8 0-16,-7 2 0 16,-3 3 0-16,-4 1 0 0,-4 8 0 15,-5 3 0-15,-6 3 0 16,-1 4 0-16,-8 0 0 16,1 3 0-16,1-1 0 15,-5 4 0-15,4-4 0 0,-3 3 0 16,3-7 0-16,5 3 0 15,5-8 0-15,2-1 0 16,5-9 0-16,7 2 0 0,4-7 0 16,3-5 0-16,11-5 0 15,0 0 0-15,0 0 0 16,20-15 0-16,1-2 0 16,9-1 0-16,2-7 0 15,10-5 0-15,5-1 0 0,2-2 0 16,1-1 0-16,3-1 0 15,-2 4 0-15,-3 0 0 16,-4 6 0-16,-7 0 0 0,-9 9 0 16,-5 0 0-16,-8 7 0 15,-5 4 0-15,-10 5 0 16,0 0 0-16,0 0 0 16,0 0 0-16,-10 9 0 15,-3-2 0-15,1 4 0 0,-8-4 0 16,3-2-73-16,-3 2-17 15</inkml:trace>
  <inkml:trace contextRef="#ctx0" brushRef="#br5" timeOffset="-124682.02">14385 7226 384 0,'0'0'7'0,"0"0"4"0,0 0 2 0,-7 0 2 0,7 0 2 16,0 0 1-16,-12 5 0 15,12-5 1-15,0 0-10 0,0 0-9 16,0 0 0-16,0 10 0 15,12-8 0-15,9 4 0 16,4-5 0-16,13 2 0 16,4-3 0-16,4 0 0 0,7 0 0 15,-2-3 0-15,-1-4 0 16,-6 2 0-16,-5 0 0 16,-6 3 0-16,-8-3 0 15,-5 3 0-15,-6 2 0 0,-14 0 0 16,13 0 0-16,-13 0 0 15,0 0 0-15,0 0 0 16,-8 4 0-16,-1 4 0 0,-1-1 0 16,-3 3 0-16,-2 4 0 15,-2 2 0-15,-5 6 0 16,4 5 0-16,-4 2 0 16,2 7 0-16,-1 5 0 15,2 2 0-15,4 0 0 0,0-1 0 16,3-3 0-16,5-5 0 15,0-4 0-15,0-5 0 16,7-10 0-16,0 0 0 16,0-8 0-16,0-7 0 0,0 10 0 15,0-10 0-15,0 0 0 16,0 0 0-16,0 0 0 16,0 0 0-16,0 0 0 15,0 0 0-15,0 0-5 0,7-10-69 16,-7 1-17-16</inkml:trace>
  <inkml:trace contextRef="#ctx0" brushRef="#br5" timeOffset="-124165.93">14341 7243 380 0,'0'0'8'0,"0"0"0"0,0 0 2 0,0 0-1 16,0 0 0-16,0 0 1 15,0 7 1-15,0-7 2 16,0 0-6-16,12 10-1 16,1-10 0-16,1 3 1 15,9-3-1-15,2 0 1 0,5 0-2 16,2-3 0-16,3-4-1 16,-2-3-4-16,3 3 0 15,-6-3 0-15,0 0 0 16,-10 3 0-16,1-1 0 0,-8 4 0 15,-4 0 0-15,-9 4 0 16,11 0 0-16,-11 0 0 16,0 13 0-16,0-3 0 0,0 7 0 15,0 3 0-15,0 5 0 16,0 4 0-16,-3 4 0 16,1-1 0-16,-1 5 0 15,-1-2 0-15,1-1 0 0,-4-1-2 16,5-12-62-16,-7 7-23 15,5-6-1-15</inkml:trace>
  <inkml:trace contextRef="#ctx0" brushRef="#br5" timeOffset="-122971.49">14865 6996 439 0,'0'0'5'0,"0"0"3"0,0 0 3 0,-11 0 1 15,11 0 1-15,0 0 1 16,-12 0-5-16,12 0-9 16,0 0 0-16,0 0 0 15,0 0 0-15,16-11 0 0,1 7 0 16,5-6 0-16,6 0 0 15,-1-3 0-15,5-1 0 16,-2 3 0-16,-6-1 0 16,-4 3 0-16,1-1 0 0,-9 4 0 15,-3 4 0-15,-9 2 0 16,9-2 0-16,-9 2 0 16,2 4 0-16,0 7 0 15,-2 1 0-15,0 5 0 16,-2 5 0-16,0 5 0 0,-3 4 0 15,-1 1 0-15,-1-1 0 16,-1 4 0-16,-1 0 0 16,3-5 0-16,-1 0 0 15,0-5 0-15,2-6 0 0,2-2 0 16,1-6 0-16,0-1 0 16,2-10 0-16,0 0 0 15,7 4 0-15,0-4 0 0,3 0 0 16,3-7 0-16,1 0 0 15,4-4 0-15,-1 0 0 16,3-5 0-16,3 4 0 16,-4-3 0-16,1 0 0 0,0 3 0 15,-5 0 0-15,3 1 0 16,-6 4 0-16,1 2 0 16,-13 5 0-16,12-8 0 15,-12 8 0-15,0 0 0 16,0 0 0-16,0 0 0 0,0 0 0 15,0 0 0-15,0 0 0 16,0 0 0-16,0 0 0 16,0 0 0-16,0 0 0 0,0 0 0 15,0 0 0-15,-16 0-86 16,16 0-9-16</inkml:trace>
  <inkml:trace contextRef="#ctx0" brushRef="#br5" timeOffset="-120248.53">11118 6286 200 0,'0'0'6'0,"0"0"2"16,0 0 2-16,0 0 0 16,0 0 0-16,0 0 1 0,0 6 0 15,0-6 1-15,2 22-5 16,8-9-3-16,0 7-1 15,2 5 2-15,6 1-1 0,5 7 0 16,-2-1-1-16,9 5 0 16,0 5-1-16,2-2 0 15,5 5 0-15,-1-6-1 16,-1 4 0-16,-1-5 1 0,1 5-1 16,-3-8-1-16,3-1 0 15,-8 1 0-15,3-3-1 16,-5-2-1-16,0-2-1 15,-3-2-2-15,3-6-3 16,-2 3-3-16,-7-7-8 0,5 1-13 16,-3 4-14-16,-4-4-13 15</inkml:trace>
  <inkml:trace contextRef="#ctx0" brushRef="#br5" timeOffset="-119032.27">11081 6396 240 0,'0'0'6'0,"0"0"2"0,0 0 2 16,0 0-1-16,0 0 1 16,0 0 0-16,-3 7 2 15,3-7-1-15,0 20-3 0,0-5-2 16,0 7-2-16,0 6 0 16,0-1 1-16,0 2-2 15,5 4-1-15,0 1 0 16,0-6 0-16,-1 1-1 15,0-4 0-15,1-1 0 16,-1-6-1-16,1 0 0 0,-5-6-2 16,0-12 0-16,5 15 1 15,-5-15-2-15,0 0 0 16,0 0 0-16,0 0 0 16,0-10 0-16,0-3 2 0,-2-2 0 15,-3-6-1-15,-2-7 2 16,2 6 0-16,-1-10 0 15,-1 4 0-15,2-4 1 0,0 6-1 16,0-5 1-16,5 4 0 16,-2 7 1-16,0-5 1 15,-2 9 0-15,4-5 0 16,0 6 0-16,0 1 1 16,0-1 0-16,0 2 0 0,0 1 1 15,0 2 1-15,4 3 0 16,-4 7 1-16,2-13 1 15,-2 13-1-15,0 0-1 0,0 0-1 16,0-10-1-16,0 10-1 16,0 0-1-16,0 0-1 15,5 5-2-15,-5-5 1 16,14 8 0-16,-3-3 0 16,3 2 1-16,6-2 0 0,0 3 0 15,7-3 0-15,-2 2 1 16,7-2-1-16,1 2 0 15,-1 0 1-15,0-1-2 0,0-1 1 16,-4 0-1-16,-5-1 1 16,-1 1-1-16,-5-2 0 15,-6 2 1-15,-11-5 0 16,9 3 1-16,-9-3 2 16,0 0 1-16,0 0 0 0,0 0 0 15,0 0 0-15,0 0 0 16,0 0-6-16,0 0-9 15,0-6-52-15,0 6-16 16</inkml:trace>
  <inkml:trace contextRef="#ctx0" brushRef="#br5" timeOffset="-114899.23">13120 8632 210 0,'0'0'5'0,"0"0"5"0,0 0 5 0,0 0 2 0,0 0 3 16,0 0 1-16,0 0 2 15,0 0-2-15,0 0-3 16,0 0-4-16,0 0-4 16,0 0-3-16,0 0-2 0,0 0-2 15,0 0-1-15,0 0-1 16,-2 9 1-16,2-9-1 15,-3 12 0-15,3-12 0 16,-7 12 0-16,7-12 0 16,-5 13 0-16,5-13 0 0,-5 17-1 15,2-7 1-15,-2 0 0 16,1 1-1-16,-1 6 1 16,0 2 0-16,-3-5-1 15,5 4 1-15,-1 0-1 0,-1 1 1 16,0 1-1-16,0-3 1 15,0 3 0-15,0 2-1 16,0 0 1-16,-2 1 0 0,-1 2-1 16,-2 2 1-16,2-5 0 15,-1 8-1-15,2-5 0 16,-6 2-1-16,5-2 1 16,4-4 0-16,-1 4-1 0,0-4 1 15,2 1-1-15,-2-4 1 16,2-4 0-16,-1 1 0 15,-1 2 0-15,0-5 0 16,3 4 0-16,-8-1 1 0,7 2-1 16,0 0 0-16,-2 0-1 15,1-1 1-15,-1-2 0 16,-1 4 0-16,3-3 0 16,-4-1-1-16,5 1 1 15,-3 0-1-15,0 0 1 0,0-2-1 16,-3 1 1-16,6 1-1 15,-5-2 0-15,2 1 1 16,0 1 0-16,-3 0 0 0,5 0-1 16,-1-1 1-16,-1 2 0 15,0-2 0-15,0 1 0 16,0 3-1-16,0-1 2 16,-3 1-1-16,1-2 0 0,2 5 0 15,-5-2 0-15,5-5 0 16,-2 7 0-16,-1-1 1 15,1-3-2-15,1 0 1 16,-1 1 0-16,2-6 0 0,-2 6 0 16,2-1 0-16,0 0 0 15,-3 0 0-15,1-2 0 16,0 2 0-16,-4 4-1 16,4-6 1-16,-2 4 0 15,1-2 0-15,-5 1 0 0,8-3 0 16,-4 2 0-16,1-2 0 15,0 0 0-15,4-3 0 16,-1 0 0-16,2-2 0 0,3-10 0 16,-4 13 0-16,4-13 0 15,0 0 1-15,0 0 0 16,0 0-1-16,0 0 0 0,0 0 0 16,0 0-1-16,0 0 1 15,0 0-1-15,0 0-2 16,0-5-2-16,4-5-6 15,-4-2-12-15,5-8-30 0,7 3-20 16</inkml:trace>
  <inkml:trace contextRef="#ctx0" brushRef="#br5" timeOffset="-114414.45">13024 8700 286 0,'0'0'6'0,"0"0"2"0,0 0 1 0,0 0 1 0,0 0 2 16,0 0 0-16,0 5 1 15,0 5 2-15,-3 12-6 16,-2 5-1-16,1 8-1 0,-5 7-2 16,2 10 1-16,-3 8-3 15,0 4 0-15,-2 6-1 16,0-1-1-16,-4 0 0 16,0 5-1-16,-5-2-1 0,1-3-2 15,-2-2-4-15,2-2-9 16,-2 0-26-16,2-12-30 15,5 0-5-15</inkml:trace>
  <inkml:trace contextRef="#ctx0" brushRef="#br5" timeOffset="-113496.39">12576 10181 293 0,'0'0'7'0,"0"0"2"15,0 0 1-15,3 6 2 0,-3-6 1 16,5 17 2-16,-3-3 3 15,-2 1 1-15,0 9-5 16,-4 4 0-16,-5 5-2 0,5 3 0 16,-6 4-2-16,0 3-1 15,-3-2-1-15,4-1-2 16,-4-1-2-16,1-3-1 16,0-7-1-16,1 0 0 15,1-6-1-15,0-3 0 0,3-5 0 16,-1-3 0-16,8-12 0 15,-7 12-1-15,7-12-1 16,0 0-4-16,0 0-5 0,0 0-7 16,0 0-30-16,3-7-35 15,-3-2-3-15</inkml:trace>
  <inkml:trace contextRef="#ctx0" brushRef="#br5" timeOffset="-112839.33">12340 10483 366 0,'0'0'10'0,"0"0"4"0,0 0 0 15,-7-7 2-15,7 7 2 16,0 0-1-16,0 0 1 16,0 0 0-16,0 0-8 0,0 0-3 15,0 5-4-15,0 5-3 16,7 2 0-16,3 9 0 16,-3 1 0-16,6 4 0 15,-3-1 0-15,-1 3 0 0,0-2 0 16,-2 2 0-16,-2-4 0 15,2-1 0-15,-5-3 0 16,4-2 0-16,-3-1 0 16,-1-2 0-16,0-5 0 0,1-1 0 15,-3-9 0-15,2 16 0 16,-2-16 0-16,0 0 0 16,0 0 0-16,0 0 0 15,0 0 0-15,10 0 0 0,-10 0 0 16,10-6 0-16,-10 6 0 15,17-19 0-15,-4 3 0 16,2-3 0-16,5-3 0 16,-1-1 0-16,9-7 0 0,-6-2 0 15,3 5 0-15,-2-1 0 16,-1 6 0-16,-5 5 0 16,-2 3 0-16,-5 4 0 15,-10 10 0-15,12-8 0 0,-12 8 0 16,0 0 0-16,0 0 0 15,0 0 0-15,0 0 0 16,0 0 0-16,0 0 0 16,0 8 0-16,0-8 0 0,-2 10 0 15,2-10 0-15,0 0 0 16,-10 9-35-16,10-9-57 16</inkml:trace>
  <inkml:trace contextRef="#ctx0" brushRef="#br5" timeOffset="-112264.85">12365 10964 445 0,'0'0'4'0,"0"0"1"0,0 0 1 0,0 0 0 15,3 7 0-15,-3-7 2 16,12 16 2-16,1-7 0 16,1 1-3-16,7 0-3 15,-2 7-4-15,3-4 0 16,1 2 0-16,2-5 0 0,-6 1 0 16,-3 0 0-16,1-4 0 15,-4 0 0-15,-4-2 0 16,-9-5 0-16,15 6 0 0,-15-6 0 15,0 0 0-15,10 4-30 16,-10-4-55-16,0-7-5 16</inkml:trace>
  <inkml:trace contextRef="#ctx0" brushRef="#br5" timeOffset="-112010.24">12633 10907 470 0,'0'0'3'0,"0"0"1"15,2 5 2-15,-2 7 1 16,6 3 1-16,-3 10 1 16,-1 3-5-16,-2 4-4 15,0 8 0-15,0 2 0 0,-2-1 0 16,-1-1 0-16,-3-3 0 16,-1-5 0-16,2 1 0 15,3-6 0-15,-3-7 0 16,0-3 0-16,3-5 0 0,-1 1 0 15,3-13 0-15,0 0-28 16,0 0-61-16,0 0-3 16</inkml:trace>
  <inkml:trace contextRef="#ctx0" brushRef="#br5" timeOffset="-111147.79">12586 10176 251 0,'0'0'6'0,"0"0"4"0,10-9 3 16,-10 9 3-16,18-18 1 15,-9 3 1-15,3-2 1 0,4-3 2 16,-6-5-5-16,5-7-4 16,-1 2-3-16,2-9-3 15,-2 1-1-15,2-3-1 16,-1-4-1-16,2-1-1 15,2 2 0-15,-1-2 0 0,-1 1 0 16,-2 0 0-16,5 3 0 16,-3 0 0-16,1 2 0 15,-1 0 0-15,-2-1 0 16,0-1 0-16,0-3 1 0,-3 3-1 16,1-5 0-16,-1-2 0 15,0-1 0-15,1 0 0 16,2 6 0-16,-2-2 0 15,-4 2 1-15,3 11-1 0,-3 0 1 16,-2 8 0-16,2 2 0 16,-6 6 1-16,2 3-1 15,-2 1 0-15,-3 1-1 0,2 4 0 16,-2 8-2-16,0-12 1 16,0 12-1-16,0 0-1 15,0-8-1-15,0 8-2 16,0 0-5-16,0 0-9 0,0 0-42 15,0 0-22-15,0 10-2 16</inkml:trace>
  <inkml:trace contextRef="#ctx0" brushRef="#br5" timeOffset="-104199.18">2392 15943 242 0,'0'0'7'0,"0"0"1"0,-8-7 3 0,8 7 0 0,0 0 2 15,-15 0 2-15,15 0 2 16,-14 12 0-16,8 1-4 16,-1 2-1-16,2 5 0 0,2-1-1 15,-1 9-2-15,1-6-1 16,3 5-1-16,0 0-1 16,3 3-1-16,4-2-1 15,5-1-1-15,1 2 0 16,1-4 1-16,6 4-3 0,6-4 2 15,-1 0-1-15,4-3 0 16,6 3-1-16,2-5 1 16,7 0 0-16,4-2-1 15,5-4 1-15,5 1-1 0,4-5 1 16,9-3-1-16,0 1 0 16,9-3 0-16,2-2-1 15,5-2 1-15,5-1 0 16,4 0-1-16,5-1 1 0,0-5-1 15,8-1 1-15,3-3-1 16,0-3 1-16,2 1-1 16,5-1 1-16,6 1 1 15,-6 3-1-15,5-1 1 0,3-3-1 16,-1 3 0-16,4 0 0 16,2 3 0-16,-1 2-1 15,1 0 1-15,2 2-1 16,-2 3 0-16,2 0 0 0,0 8 0 15,-5 4 0-15,0 1 1 16,-2 1-2-16,-5 4 1 16,-5 4 0-16,-5 0 0 15,-6 3 0-15,-6 3 0 0,-6 3 0 16,-9 0 1-16,-3 3-1 16,-10-2 1-16,-8 3 0 15,-6-1 0-15,-8-1-1 16,-9-4 2-16,-6 3-1 0,-3-4 0 15,-7 2-1-15,-2-8 1 16,-4 1-1-16,-3-4 1 16,-7-4-1-16,2-3 0 15,-6-1 1-15,-5-11-1 0,9 7 1 16,-9-7 1-16,0 0-1 16,0 0 0-16,0 0 0 15,8-11 0-15,-6 2-1 16,4-3 0-16,3-6 0 0,3-5-1 15,4-2 1-15,3-1-1 16,6-4 1-16,3 1-1 16,4-6 1-16,2 3-1 15,7-4 0-15,1 5 1 0,0-1-1 16,8 0 1-16,5-4-1 16,2 7 1-16,7 1-1 15,6 2 1-15,-1-2 1 16,11 1-1-16,1 5 0 0,4-1 0 15,7 3 0-15,2 1 1 16,3 2-1-16,0 2 0 16,5 0 0-16,2 2 0 15,6 4 0-15,-1 0 0 0,6 2 1 16,-1 3-1-16,6-1 0 16,6 2 0-16,-4 3 1 15,7-2-1-15,2 2 0 16,7 0 0-16,3 2 1 0,3 1-1 15,5 2 0-15,1-1 0 16,0 2 0-16,7-2 0 16,0 2 0-16,0 0 0 15,-1 4 0-15,0-2 0 0,1 2 0 16,-3 0-1-16,2 2 1 16,-2-2 0-16,-2 5 0 15,-3-2 0-15,1-1 0 16,-5 0 0-16,2-2 0 15,0-3 0-15,2 1 0 0,-5-4 0 16,2 0 1-16,1-2-1 16,-1-2 0-16,-1 0 0 15,-3-6 0-15,-4 0 0 0,-4 0 0 16,-1-3 0-16,-4-1 1 16,-8-3-1-16,-6 1 0 15,0-5 1-15,-4 2-1 16,-6-5 0-16,-1 0 1 0,-5-5-1 15,-1 3 1-15,-7-5-1 16,-7 2 1-16,-1-5 0 16,-9 0-2-16,-1-2 2 15,-9 0-2-15,-2 0 1 0,-5-3 0 16,-5-3 0-16,-2 2 0 16,-3-2 0-16,-4 2 1 15,-4-4-1-15,-4 2 1 16,-6-1 0-16,-1 0 0 0,-8-1 0 15,2 2-1-15,-7 2 1 16,0-2 0-16,-5 9 0 16,-3-3 0-16,-2 7-1 15,-2 3 1-15,-1 4-1 0,-2 6-2 16,0-1-4-16,0 13-12 16,0 0-52-16,0 0-14 15</inkml:trace>
  <inkml:trace contextRef="#ctx0" brushRef="#br5" timeOffset="-103447.45">9436 17011 463 0,'0'0'4'0,"0"0"0"0,0 0 2 0,0 0-1 15,0 0 2-15,0 0 0 0,0 15 1 16,-3 0-1-16,3 5-7 15,-3 11 0-15,1-11 0 16,-1 5 0-16,-1 3 0 16,-1 1 0-16,0 3 0 0,-6 5 0 15,4 1 0-15,-5-2 0 16,4 4 0-16,-4-2 0 16,5-1 0-16,-3-2-36 15,-5-5-48-15,8 1-4 0</inkml:trace>
  <inkml:trace contextRef="#ctx0" brushRef="#br5" timeOffset="-103064.68">9033 17051 360 0,'0'0'8'0,"0"0"1"16,-10-18 5-16,10 18 1 15,-10-15 0-15,8 3 2 0,0-1 1 16,2-1 1-16,4-1-6 16,6 0-2-16,13 0-3 15,2-4-4-15,9-2-4 0,8 0 0 16,8-2 0-16,5-2 0 16,7 4 0-16,3-4 0 15,2 0 0-15,2 7 0 16,-4-1 0-16,-6 3 0 15,-6 7 0-15,-9 1 0 0,-9 8 0 16,-8 0 0-16,-14 3 0 16,-6 9 0-16,-7 0 0 15,-2 6 0-15,-8-1 0 16,-3 3 0-16,1 7 0 16,-10-2-38-16,1 7-48 0,2-1-4 15</inkml:trace>
  <inkml:trace contextRef="#ctx0" brushRef="#br5" timeOffset="-102565.03">9738 17400 413 0,'0'0'4'0,"0"0"2"0,0 0 1 0,-2-10 2 16,2 10 1-16,0 0 1 16,-10-10 0-16,10 10 0 15,0 0-3-15,-12-5-3 16,12 5-1-16,-13 0-2 0,13 0-1 15,-9 15-1-15,6-7 0 16,3 4 0-16,0 1 1 16,0 1-1-16,5 1 1 0,2-3 0 15,9 1 0-15,-2-1 0 16,2-2 0-16,0-3 0 16,5-2 1-16,-2-2-2 15,1-3 0-15,0-8 0 0,-3-4 0 16,-1-3 0-16,-2-12 0 15,-1-19 0-15,-13 5 0 16,-11 2 0-16,-16 9 0 16,-5 5 0-16,-5 13 0 15,20 9 0-15,-3 1 0 0,8 2 0 16,-4 0 0-16,4 5-10 16,-1-3-19-16,-1 0-53 15,14-2-7-15</inkml:trace>
  <inkml:trace contextRef="#ctx0" brushRef="#br5" timeOffset="-102113.5">10216 16568 413 0,'0'0'5'0,"0"0"2"15,0 0 4-15,-5-8 1 16,5 8 1-16,0 0 2 0,-8-8 0 15,8 8 1-15,0 0-12 16,0 0-4-16,-7 8 0 16,4 9 0-16,3 11 0 0,-2 1 0 15,2 9 0-15,-2 3 0 16,-3 7 0-16,2-1 0 16,-1 3 0-16,-2-10 0 15,-2-1 0-15,1-4 0 0,0-9 0 16,1-3 0-16,1-6 0 15,1-4 0-15,1-3 0 16,3-10 0-16,0 0 0 16,0 0 0-16,0 0 0 15,0-10 0-15,0-12-65 0,0 11-26 16</inkml:trace>
  <inkml:trace contextRef="#ctx0" brushRef="#br5" timeOffset="-86764.52">16957 15309 466 0,'0'0'4'0,"0"0"2"0,0 0 2 0,0 0 1 16,0 0 0-16,0 0 0 15,5 9-9-15,-5-9 0 0,0 0 0 16,0 0 0-16,10 0 0 15,-10 0 0-15,10 0 0 16,0 0 0-16,-3-4 0 16,3 2 0-16,-10 2 0 0,17-8 0 15,-17 8 0-15,12-2 0 16,-12 2 0-16,0 0 0 16,0 0 0-16,-9 0 0 15,-1 7 0-15,-3-2 0 0,-1-1 0 16,-4 5 0-16,4-4 0 15,0 2 0-15,2-5 0 16,12-2 0-16,5 8-53 0,-5-8-39 16</inkml:trace>
  <inkml:trace contextRef="#ctx0" brushRef="#br6" timeOffset="-81228.43">16517 5873 327 0,'0'0'9'0,"0"0"5"0,0 0 4 0,0 0 1 15,-5 0 1-15,5 0 0 0,-10 0 1 16,10 0 1-16,-9 0-9 15,9 0-5-15,-11 11-3 16,6-4-2-16,0 5-1 0,1 1 0 16,4 5-2-16,0-2 1 15,0-1-1-15,4 2 1 16,4-7-1-16,5 1 0 16,1-10 1-16,6-1 1 0,-1-1-1 15,4-12 1-15,-3-2-2 16,0-5 0-16,-3-5 0 15,-7 4 0-15,-5-7 0 16,-5 0 0-16,-3 6 0 0,-9 0 0 16,-5 5 0-16,-5 2 0 15,-1 7 0-15,-4 6 0 16,2 4 0-16,-3 13 0 16,7 5 0-16,0 5 0 0,1-1 0 15,8 9 0-15,7-6 0 16,5-2 0-16,3-6 0 15,9-1 0-15,3-7 0 16,8-5 0-16,1-6 0 0,1 0 0 16,0-7 0-16,0-6 0 15,-3-2 0-15,-2-2 0 16,-7 0 0-16,-3-3 0 0,-8 1 0 16,-2-2 0-16,-7 4 0 15,-6 5 0-15,-4 4 0 16,-3 4 0-16,-3 4 0 15,-1 9 0-15,4 8 0 0,2 6 0 16,1 2 0-16,2 2 0 16,7-3 0-16,6 1 0 15,2-7 0-15,5-5 0 0,10-9 0 16,5-4 0 0,0-3 0-16,4-6 0 0,1-6 0 15,-3-2 0-15,-4-4 0 16,-1 2 0-16,-9-1 0 15,-5 1 0-15,-6 3 0 16,-10 4 0-16,-6 7 0 0,-4 2 0 16,-2 3 0-16,3 8 0 15,3 9 0-15,-2-4 0 16,7 7-80-16,8-1-8 16</inkml:trace>
  <inkml:trace contextRef="#ctx0" brushRef="#br6" timeOffset="-79883.26">16517 5886 239 0,'0'0'6'0,"0"0"4"0,0 0 4 0,0 0 2 16,-3 5 2-16,3-5 2 15,0 0 1-15,0 0 1 0,0 0-2 16,0 0-5 0,0 0-1-16,-7 9-3 0,7-9-1 15,0 0-1-15,0 0-2 16,0 0-1-16,0 0-1 15,5-4-1-15,-5 4 0 0,12-15 0 16,1 2-1-16,2-2 1 16,7-4-1-16,5-6 1 15,3-7-1-15,13-3 0 16,-1-7 0-16,10-3-1 16,5-1 0-16,5-9 0 0,0-2-1 15,8 0-1-15,0-3 1 16,1-2 0-16,2 5 0 15,-4-1 2-15,0 3-3 0,-4-1 0 16,-3 12 0-16,-5-3 0 16,-4 10 0-16,-1 2 0 15,-7 3 0-15,-3 2 0 16,-2 1 0-16,-4 4 0 16,-3-2 0-16,-3 7 0 0,-5-3 0 15,-3 3 0-15,-4 6 0 16,-6 2 0-16,-2 1 0 15,-10 11 0-15,8-12 0 16,-8 12 0-16,0 0 0 0,0 0 0 16,0 0 0-16,0 0 0 15,0 0 0-15,0 0 0 16,0 0 0-16,0 0 0 16,0 0 0-16,0 0 0 0,0 0 0 15,0 0 0-15,-5 5 0 16,5-5 0-16,0 0-4 15,0 0-8-15,-11 10-8 16,11-10-15-16,-12 3-51 0,12-3-1 16</inkml:trace>
  <inkml:trace contextRef="#ctx0" brushRef="#br6" timeOffset="-79165.69">17747 4623 274 0,'0'0'10'0,"0"0"5"0,0 0 2 0,0 0 2 16,0 0 1-16,-10 2 0 15,10-2 0-15,0 0 0 0,0 0-8 16,-2 11-4-16,2-11-2 15,9 9-1-15,4-7 1 16,4 0 1-16,3-2 0 16,5-2 1-16,5-3-1 0,-2-5 0 15,-1 1-2-15,5-4 0 16,-5 1-1-16,-8-1 0 16,2 6 1-16,-11 2-5 15,2 2 0-15,-12 3 0 0,8 3 0 16,-8 6 0-16,0 9 0 15,0 5 0-15,0 3 0 16,-2 7 0-16,-4 1 0 16,1 3 0-16,0-2 0 0,3 3 0 15,-3-9 0-15,5 1 0 16,-5-8 0-16,3-1 0 16,2-7 0-16,0-2 0 15,0-2 0-15,0-10 0 0,-3 15 0 16,3-15 0-16,0 0-63 15,0 0-26-15</inkml:trace>
  <inkml:trace contextRef="#ctx0" brushRef="#br6" timeOffset="-75682.63">18132 4336 389 0,'0'0'6'0,"0"0"3"0,0 0 1 16,0 0 3-16,-9-8 0 15,9 8 0-15,-9-3 2 0,9 3-1 16,0 0-6-16,-9 0-2 16,9 0 0-16,0 0-2 15,0 0 1-15,12 0-5 0,6-2 0 16,7-6 0-16,5-4 0 15,3-3 0-15,5 0 0 16,2-7 0-16,0 2 0 16,-3 0 0-16,-2 2 0 15,-12 7 0-15,-4-2 0 0,-4 8 0 16,-3 3 0-16,-12 2 0 16,0 0 0-16,3 15 0 15,-6 1 0-15,-6 2 0 16,-3 9 0-16,-1 1 0 0,-2 1 0 15,-5 8 0-15,0-2 0 16,-2 2 0-16,-3-5 0 16,7 0 0-16,-3-4 0 0,3 2 0 15,0-11 0-15,8 2 0 16,-2-11 0-16,7-1 0 16,5-9 0-16,-3 10 0 15,3-10 0-15,8 0 0 16,2-3 0-16,2-1 0 0,3-4 0 15,2 1 0-15,3-6 0 16,3-2 0-16,2 4 0 16,-1-5 0-16,1-1 0 15,5 2 0-15,0 2 0 0,-3 1 0 16,3-1 0-16,0-1 0 16,-5 4 0-16,0 3 0 15,-6-1 0-15,-1 3 0 16,-1-3 0-16,-2 4 0 0,-5-2 0 15,-10 6 0-15,11-4 0 16,-11 4 0-16,0 0 0 16,0 0 0-16,0 0 0 0,0 0 0 15,0 0 0 1,0 0 0-16,-7 0 0 0,7 0 0 16,-16 0 0-16,5 2 0 15,4 10 0-15,-3 3-47 16,1-9-47-16</inkml:trace>
  <inkml:trace contextRef="#ctx0" brushRef="#br6" timeOffset="-67299.56">17831 14908 398 0,'0'0'7'0,"0"0"3"0,0-11 2 0,0 11 3 0,0 0 2 15,-2-7 0-15,2 7 0 16,0 0 1-16,0 0-18 0,-6 7 0 15,5 14 0-15,-4 4 0 16,-1 6 0-16,-1 9 0 16,2 5 0-16,0 2 0 15,0 2 0-15,-2-2 0 0,1-4 0 16,4-4 0-16,-3-1 0 16,0-11 0-16,3 0 0 15,0-7 0-15,2-20-60 16,0 15-28-16,0-15-2 15</inkml:trace>
  <inkml:trace contextRef="#ctx0" brushRef="#br6" timeOffset="-66883.64">17355 14871 349 0,'0'0'6'16,"0"0"2"-16,0 0 4 16,0 0 1-16,0 0 2 0,0 0 0 15,0 0 3-15,12-5 1 16,3 0-4-16,7-5-1 15,15 0-3-15,11-4 0 16,11-2-6-16,13-4-5 0,8-2 0 16,7 2 0-16,5 0 0 15,-6 3 0-15,-1 2 0 16,-8 3 0-16,-10 2 0 16,-14 3 0-16,-11 1 0 0,-15 6 0 15,-8 0 0-15,-10 0 0 16,-9 0 0-16,-3 13 0 15,-10-3 0-15,-4 0 0 16,-3 3 0-16,-5 3 0 0,-7-1-5 16,-17 5-83-16,21-2-3 15</inkml:trace>
  <inkml:trace contextRef="#ctx0" brushRef="#br6" timeOffset="-66432.64">17958 15190 479 0,'0'0'3'0,"0"0"1"0,0 0 2 0,0 0-1 15,0 0 2-15,0 0 0 16,13-3-7-16,-2 3 0 16,8 0 0-16,0 6 0 0,4 3 0 15,2 4 0-15,-3 2 0 16,-2 0 0-16,-3 2 0 16,-5 0 0-16,-4 1 0 15,-6-6 0-15,-2 1 0 0,-5-1 0 16,-7-5 0-16,-1-2 0 15,-4-2 0-15,5-3 0 16,-3-3 0-16,4-7 0 16,8-2 0-16,3-3 0 0,2-7 0 15,12 1 0-15,7-4 0 16,4 4 0-16,9-4 0 16,1 9 0-16,0-8 0 15,4 15-28-15,14-1-56 0,-21 5-4 16</inkml:trace>
  <inkml:trace contextRef="#ctx0" brushRef="#br6" timeOffset="-65516.31">18602 15133 414 0,'0'0'6'0,"0"0"2"15,-9-7 2-15,9 7 1 16,-16-8 0-16,1 6 2 0,-6-1 0 15,5 3 0-15,-9 0-6 16,5 8-2-16,-3 4-5 16,4 1 0-16,6 3 0 0,1 1 0 15,9-3 0-15,3 3 0 16,5-2 0-16,7-3 0 16,6-4 0-16,0-4 0 15,6-1 0-15,-1-3 0 16,4-4 0-16,-2-7 0 0,-2-1 0 15,-4-1 0-15,-1-4 0 16,-4 1 0-16,-1-1 0 16,-8 1 0-16,0 3 0 15,0 1 0-15,-5 12 0 16,2-15 0-16,-2 15 0 0,0 0 0 16,0 10 0-16,0 3 0 15,0-5 0-15,2 9 0 16,1-6 0-16,5-1 0 0,-1 0 0 15,3-5 0-15,1-2 0 16,1-3 0-16,0-3 0 16,3-7 0-16,-1-5 0 0,4 1 0 15,-3-4 0-15,0 1 0 16,0 2 0-16,-2-2 0 16,-4 4 0-16,-2 3 0 15,-7 10 0-15,0 0 0 16,0 0 0-16,0 0 0 0,0 0 0 15,8 7 0-15,-5 6 0 16,-1-1 0-16,3 1 0 16,5-1 0-16,5-1 0 15,2-4 0-15,1-6 0 0,5-1 0 16,3-1 0-16,6-4 0 16,2-10 0-16,-2 0 0 15,2-2 0-15,-1-3 0 0,-6-1 0 16,-5 2 0-16,-4 3 0 15,-9-2 0-15,-4 2 0 16,-5 7 0-16,-7 2 0 16,-5 1 0-16,-8 6 0 15,-1 0 0-15,4 10 0 0,0 0 0 16,2 5 0-16,2 2 0 16,6-2 0-16,5 7 0 15,2-4 0-15,9 2 0 16,4-3 0-16,4 3 0 15,2-3 0-15,3-3 0 0,-3 4 0 16,1 0 0-16,-8-3 0 16,-1-1 0-16,-9-3 0 0,-2 1 0 15,-2-2 0-15,-11 0 0 16,-7 0 0-16,-5-3 0 16,-2-2 0-16,-3 1 0 15,0-2 0-15,-2-2 0 16,2 0 0-16,5-2 0 0,2 3 0 15,9-3 0-15,14 0-5 16,-14 0-55-16,14 0-27 16,9-7-1-16</inkml:trace>
  <inkml:trace contextRef="#ctx0" brushRef="#br6" timeOffset="-64749.36">19620 15037 359 0,'0'0'6'0,"0"0"4"0,0 0 3 0,-7 0 2 15,7 0 0-15,-18 0 2 16,6 2 1-16,-2-2 2 0,-3 2-6 16,1 4-2-16,1-4-3 15,3 3-6-15,1 0-3 16,11-5 0-16,-7 7 0 15,7-7 0-15,12 5 0 0,6-5 0 16,10 0 0-16,6-3 0 16,6 1 0-16,7-3 0 15,0-2 0-15,3 2 0 16,-2-3 0-16,-6 6 0 16,-10 2 0-16,-5 0 0 0,-12 0 0 15,-15 0 0-15,5 22 0 16,-13-9 0-16,-8 6 0 15,-12 4 0-15,-2-2 0 0,-13 7 0 16,1 2 0-16,-2-2 0 16,-6-2 0-16,5-1 0 15,5-5 0-15,6-2 0 0,9-1 0 16,5-7 0-16,20-10 0 16,-2 10 0-16,14-10 0 15,13 0 0-15,5-3 0 16,9-4 0-16,3 0 0 15,8-3 0-15,0 2 0 16,0 3 0-16,-3-2 0 0,-7 2 0 16,-6-1 0-16,-6 4 0 15,-6 2 0-15,-10 0 0 16,-12 0 0-16,11 0 0 0,-11 0 0 16,0 0 0-16,0 0 0 15,-8 10 0-15,8-10 0 16,-10 5 0-16,10-5 0 15,-7 5 0-15,7-5 0 0,0 0 0 16,0 0 0-16,0 0 0 16,-11-7 0-16,11-8-69 15,0 15-25-15</inkml:trace>
  <inkml:trace contextRef="#ctx0" brushRef="#br6" timeOffset="-64133.42">20597 14527 374 0,'0'0'6'0,"0"-13"5"0,0 6 1 16,0 7 4-16,2-18 3 15,1 8-1-15,-3 10 1 16,2-15 1-16,-2 15-7 16,-2 18-10-16,-10 7-3 15,-4 9 0-15,-3 14 0 0,-6 10 0 16,2 11 0-16,-3 11 0 15,0 4 0-15,2 1 0 16,6 2 0-16,5-3 0 0,3-5 0 16,8-7 0-16,4-5 0 15,12-9 0-15,7-5 0 16,7-13 0-16,6-4 0 16,4-11 0-16,4 0 0 0,0-7 0 15,-1-6 0-15,0-4 0 16,-8 1 0-16,-11-6 0 15,0-1 0-15,-7-2 0 16,-3 0 0-16,-12 0-58 16,3-9-33-16,-3-7 0 0</inkml:trace>
  <inkml:trace contextRef="#ctx0" brushRef="#br6" timeOffset="-63448.56">21029 14991 445 0,'0'0'5'0,"0"0"0"0,-4-8 2 16,4 8 1-16,-15-11 2 15,4 4-1-15,-6 4 1 16,-3-1 0-16,0 4-8 0,-7 0-2 15,2 7 0-15,1 8 0 16,-1-1 0-16,4 6 0 16,7 3 0-16,7-1 0 0,6-2 0 15,1 2 0-15,13-7 0 16,1-5 0-16,14-3 0 16,1-7 0-16,6-2 0 15,-3-11 0-15,6-4 0 16,-5-5 0-16,-3-5 0 0,-4-6 0 15,-6-3 0-15,-2-10 0 16,-8-1 0-16,-6-5 0 16,-4-2 0-16,-2-1 0 15,-8 3 0-15,-3 5 0 0,1 8 0 16,-3 6 0-16,5 14 0 16,-2 11 0-16,2 11 0 15,3 16 0-15,2 14 0 16,5 10 0-16,0 8 0 0,0 6 0 15,7 10 0-15,1-3 0 16,2 1 0-16,4-4 0 16,-3-3 0-16,3-6 0 0,-1-10 0 15,4-3 0-15,-5-9 0 16,1-8 0-16,4-1 0 16,-6-13-49-16,3-8-42 15</inkml:trace>
  <inkml:trace contextRef="#ctx0" brushRef="#br6" timeOffset="-60566">21283 15068 401 0,'0'0'6'0,"0"0"4"0,0 0 1 0,0 0 3 0,-3-9 0 16,3 9 2-16,0-12 0 16,0 2 0-16,5 0-9 15,3-1-7-15,2 4 0 0,-1 6 0 16,7-3 0-16,-2 4 0 15,3 5 0-15,-2 5 0 16,-1 5 0-16,-2 3 0 16,-8-2 0-16,-4 9 0 0,0 0 0 15,-9-2 0-15,-7 4 0 16,-4-5 0-16,1 0 0 16,1-1 0-16,1-6 0 15,8-5 0-15,-4-3 0 0,13-7 0 16,0 0 0-16,13 0 0 15,6-3 0-15,8-1 0 16,3-6 0-16,2 2 0 16,8 1 0-16,-5-3 0 0,-2 2 0 15,-3 1 0-15,-14 1 0 16,2 4 0-16,-6-5 0 16,-2 4-38-16,0-4-47 15,-10-1-5-15</inkml:trace>
  <inkml:trace contextRef="#ctx0" brushRef="#br6" timeOffset="-60232.61">21620 14422 473 0,'0'0'4'0,"0"0"1"0,-2-7 0 0,2 7 1 0,0 0 1 16,10-5 2-16,5 7-7 15,5 16-2-15,7 10 0 16,8 11 0-16,10 10 0 0,5 16 0 16,-4 7 0-16,0 4 0 15,-4 3 0-15,-15 1 0 16,-8-1 0-16,-13 1 0 15,-12-10 0-15,-18 1 0 0,-14-5 0 16,-6-7 0-16,-9-1 0 16,0-9 0-16,0-1 0 15,-7 6-47-15,13-24-44 0</inkml:trace>
  <inkml:trace contextRef="#ctx0" brushRef="#br6" timeOffset="-56099.47">16430 5695 220 0,'0'0'5'0,"0"0"6"16,0 0 5-16,0 0 4 0,-5-10 1 16,0 3 3-16,-2-6 1 15,-1-4 2-15,-7-8-4 16,3-5-6-16,-8-9-4 15,-5-11-4-15,1-7-2 0,-6-6-4 16,-5-12 0-16,-4-2-1 16,1-5-1-16,-7 3 0 15,0-1-2-15,1 9 2 16,-1 4 2-16,5 10 0 0,3 4-1 16,7 12 1-16,3 6-1 15,6 7 0-15,2 4 1 16,6 7 0-16,1 4-1 0,5 4-1 15,7 9 1-15,-13-16-2 16,13 16 1-16,-7-7-3 16,7 7-5-16,0 0-4 15,-12-8-12-15,12 8-57 16,-6 6-2-16</inkml:trace>
  <inkml:trace contextRef="#ctx0" brushRef="#br6" timeOffset="-54515.83">12173 7016 239 0,'0'0'5'0,"0"0"1"0,0 0 1 16,0 0 1-16,0 0-1 15,0 0 3-15,0 0 0 16,0 0 2-16,13-6-4 16,-5-4-2-16,9-5 1 0,5-2 0 15,8-10-1-15,5-5 0 16,12-10-2-16,3-8-1 15,17-7 0-15,5-10-1 0,5-7 0 16,10-9-1-16,8 3 0 16,-1-10 1-16,8-1-1 15,4 1 1-15,-3-1-2 0,3 4 0 16,2-3 1-16,-4 4-1 16,2 4 0-16,4 0-1 15,-9 6-1-15,-1-4-1 16,0 9 0-16,-8-2 0 0,2 9 0 15,-5 3 0 1,-5 4 1-16,-6 2 0 0,-7 9 0 16,-4 3 2-16,-9 3 0 15,-1 3 0-15,-9 7 1 16,-7-1-1-16,-6 6 1 16,0-2-1-16,-5 2 0 0,-5-3 0 15,2 3-1-15,-7 0 1 16,0 6 0-16,-3-3 0 0,-3 4-1 15,0-4 1-15,-7 8 0 16,0 3 1-16,0 1-1 16,-7 10 0-16,9-12 0 15,-9 12 0-15,8-15 0 0,-8 15-1 16,13-10 1-16,-4 3 0 16,0-1-1-16,7 1 2 15,-4 0 0-15,2-4 0 16,-1 1 1-16,4 0 0 15,-4 1 0-15,1 1 0 16,-3 1 0-16,-11 7 1 0,12-13 0 16,-12 13 0-16,0 0 0 15,10-7 1-15,-10 7-1 16,0 0-1-16,0 0 0 16,0 0-2-16,0 0 0 0,0-9-1 15,0 9 0-15,0 0 0 16,0-14 0-16,0 14-2 15,0 0-2-15,2-9-6 0,-2 9-10 16,0 0-31-16,0 0-19 16</inkml:trace>
  <inkml:trace contextRef="#ctx0" brushRef="#br6" timeOffset="-54116.43">15070 4407 340 0,'0'0'4'0,"0"0"2"15,0 0 2-15,0 0 2 0,0 0 1 16,0 0 2-16,6-8 0 15,5 1 1-15,8-1-3 16,0-2-2-16,6-4-1 0,3 4-1 16,4-5-2-16,-2 3-2 15,2-4 0-15,-4 10-1 16,-3-3-1-16,-4 9-1 0,-5 0 2 16,-9 9-1-16,-2 7 1 15,-5 9-1-15,-3 4 1 16,-6 7 0-16,-3 5 0 15,-1 2 0-15,1 1-1 0,1 1-1 16,4-5-3-16,0-1-8 16,2 21-62-16,5-28-9 15</inkml:trace>
  <inkml:trace contextRef="#ctx0" brushRef="#br6" timeOffset="-53366.44">12281 6574 321 0,'0'0'9'0,"0"0"3"0,0 0 2 0,0 0 1 16,0 0 1-16,0 0-2 16,0 0 0-16,-7 15 0 15,-2 0-8-15,4 8-3 0,-2 6-3 16,2 3 0-16,-4 8 0 15,-2 2 1-15,2 5-1 16,-7-3 1-16,4-1 0 0,-6-1 0 16,2-4 0-16,-2-6 0 15,1-6 0-15,1-5-1 16,7-5 1-16,-1-3 1 16,10-13-1-16,-8 11 1 0,8-11 0 15,0 0 0-15,2-9 0 16,9 0 0-16,-1-1-1 15,7-2 0-15,3-1 0 16,10-5-1-16,-1 2 1 0,12-1-1 16,3-1-7-16,13-4-34 15,-2 1-37-15,9 1-1 16</inkml:trace>
  <inkml:trace contextRef="#ctx0" brushRef="#br6" timeOffset="-48199.5">13431 5450 335 0,'0'0'7'0,"0"0"3"0,0 0 3 0,-3-10 1 16,3 10 1-16,-14-5 0 16,3 2-1-16,2 3 1 15,-9 0-7-15,3 10-3 16,-2 2-1-16,2 6-3 0,-4 2 0 16,8 2 0-16,-4 3 0 15,8-3-1-15,4 1 1 16,3-6-1-16,3-2 1 15,12-8-1-15,0-5 0 16,5-4 1-16,2-10-1 0,2-6 1 16,-1-4-1-16,0-8 1 15,-4-7 1-15,-6-3-1 16,-3-7-1-16,-8-3 2 16,-2-4 0-16,-12-5 0 0,-6 0 1 15,-3-1 2-15,-7 9-1 16,3 5 2-16,2 6 0 15,1 11-2-15,7 12-1 0,3 12-1 16,7 10-1-16,5 15 0 16,8 6-2-16,6 10-1 15,6 6 1-15,5 7 0 16,5 1 0-16,5 2-5 16,0-7-6-16,2 1-19 0,5-5-51 15,-10-10-2-15</inkml:trace>
  <inkml:trace contextRef="#ctx0" brushRef="#br6" timeOffset="-47899.24">13622 5276 441 0,'0'0'5'0,"0"0"0"0,-12-4 2 15,12 4 0-15,-15-11 1 0,15 11-1 16,-8-17 0-16,6 5 0 15,4-1-3-15,9 1-3 16,6 2 0-16,1-1-1 0,1 10-1 16,3 1 1-16,-1 7 0 15,-7 8 0-15,-3 10-1 16,-9 4 1-16,-2 3-1 16,-2 6 2-16,-7-6 1 15,2 0-1-15,0-4 0 0,5-9 1 16,2-8-1-16,11-10 1 15,17-5-1-15,9-21-14 16,18-5-70-16,14-9-2 16</inkml:trace>
  <inkml:trace contextRef="#ctx0" brushRef="#br6" timeOffset="-44266.63">17347 15681 179 0,'0'0'7'0,"0"0"4"0,0 0 4 0,0 0 3 16,0 0 2-16,0 0 1 15,0 0 3-15,0 0 0 0,0 0-2 16,-5 5-6 0,5-5-1-16,0 0-2 0,-5 12-2 15,5-12-1-15,-5 14-3 16,5-3-1-16,0 1-1 16,0 3 0-16,0 3-1 15,0-5 1-15,0 8-3 0,0-4 1 16,-2 3 0-16,2 0 0 15,0 0-1-15,2 3 1 16,3-4-1-16,-3 6 1 0,6-3 0 16,2 3 0-16,4 0 0 15,2 0 0-15,-2-1 0 16,7 1 0-16,-2 0-1 16,4-3-1-16,2 2 1 0,2 1-2 15,0 0 1-15,3 3 0 16,0-7 0-16,2 4-1 15,3-4 1-15,0-2-1 16,2-1 1-16,0-1 0 0,3-2 0 16,0-5-1-16,-1 0 1 15,2-3 0-15,-2-2-1 16,-2 0 1-16,3-2-1 16,-2-2 1-16,-6 3-1 15,3-4 1-15,-1 0-1 0,-5 0 0 16,2 0 0-16,-1 0 1 15,-3-5-1-15,1 0 0 16,-2-1 1-16,-1 2-1 0,-2-1 0 16,-3 0 1-16,-1-3-1 15,2 3 1-15,-7-5 0 16,-1 3 0-16,-1-3 1 16,1 0-1-16,-6-2 1 15,2-3 0-15,3 0 2 0,-3-2-4 16,1-4 0-16,-1 2 0 15,3-1 0-15,4-2 0 16,-1 2 0-16,2 0 0 0,1 1 0 16,2 1 0-16,-1 0 0 15,4 6 0-15,-3-1 0 16,-1 5 0-16,3-3 0 16,7 5 0-16,-4 2 0 15,4 1 0-15,1 3 0 0,3 0 0 16,1 3 0-16,1 4 0 15,2 4 0-15,-2 0 0 16,-1 7 0-16,4 0 0 0,-5 4 0 16,-1 2 0-16,-2 4 0 15,-1 2 0-15,-4-3 0 16,-4 2 0-16,3 4 0 16,-6-6 0-16,-4 1 0 15,-2-1 0-15,-1-2 0 0,-2-4 0 16,-4-3 0-16,2 2 0 15,-1-5 0-15,1-2 0 16,-4-5 0-16,-1 3 0 16,-2-11 0-16,5 13 0 0,-5-13 0 15,0 0 0-15,2 7 0 16,-2-7 0-16,0 0 0 16,0 0 0-16,0 0 0 15,0 0 0-15,0 0 0 0,0 0 0 16,0 0 0-16,0 0 0 15,0 0 0-15,0 0 0 16,0 0 0-16,0 0 0 0,0 0 0 16,0 0 0-16,3-6 0 15,-3 6 0-15,0-8 0 16,0 8 0-16,2-11 0 16,-2 11 0-16,0-10 0 15,0 10 0-15,6-10 0 0,-6 10 0 16,5-15 0-16,-3 8 0 15,3-3 0-15,0 0 0 16,0-3 0-16,-1 1 0 16,5-1 0-16,-2 1 0 0,0 3 0 15,0-7 0-15,-1 4 0 16,4-2 0-16,2-4 0 16,1 1 0-16,-1 2 0 15,1-3 0-15,4-1 0 0,0 2 0 16,5 2 0-16,-2 0 0 15,3 0 0-15,-4 2 0 16,4 4 0-16,2 2 0 16,-3-2 0-16,0 2 0 0,1 0 0 15,-1 2 0-15,3-1 0 16,-1 2 0-16,1-4 0 16,5 4 0-16,0-1 0 15,5 0 0-15,-1-3 0 0,5 5 0 16,-5-1 0-16,3-1 0 15,3 2 0-15,-6 1 0 16,2 0 0-16,-4 2 0 0,1 0 0 16,-4 0 0-16,1 0 0 15,-3 0 0-15,0 0 0 16,3 0 0-16,-4 2 0 16,5 0 0-16,-3 1 0 15,4-1 0-15,-2 3 0 16,2 0 0-16,-4-2 0 0,9 4 0 15,-5-2 0-15,0 0 0 16,0 0 0-16,-2 0 0 16,5-1 0-16,1 2 0 0,-2-3 0 15,-2 1 0-15,1-1 0 16,1-3 0-16,-1 2 0 16,1-2 0-16,1 0 0 15,0 0 0-15,-3 0 0 0,8-2 0 16,-1-1 0-16,1-4 0 15,2 1 0-15,1-3 0 16,-1 2 0-16,-2-1 0 16,2-2 0-16,-5 0 0 0,1 1 0 15,-9-1 0-15,-1 3 0 16,-3-1 0-16,-5-2 0 16,-1 0 0-16,-1 0 0 15,-3 0 0-15,0-3 0 16,5 1 0-16,-3-2 0 0,5 1 0 15,1-4 0-15,-1 4 0 16,3-4 0-16,-3 2 0 16,3 0 0-16,-5 0 0 15,-3 1 0-15,-2-1 0 0,0 0 0 16,-5-3 0-16,1 1 0 16,-4-5 0-16,2 2 0 15,-4-5 0-15,3 1 0 0,0-1 0 16,-4 2 0-16,4-2 0 15,-1 5 0-15,-1 4 0 16,-2 1 0-16,-1 2 0 16,-3 13 0-16,5-12 0 15,-5 12 0-15,0 0 0 0,0 0 0 16,0 0 0-16,0 0 0 16,0 0 0-16,0 0 0 15,0 0 0-15,0 0 0 16,0 0 0-16,0 0 0 0,0 0 0 15,0 0 0-15,4-8 0 16,-4 8 0-16,10 0-40 16,-4-7-55-16</inkml:trace>
  <inkml:trace contextRef="#ctx0" brushRef="#br6" timeOffset="-43165.59">19066 16961 461 0,'0'0'3'0,"0"0"3"0,0 0 2 0,0 0 1 15,0 0 1-15,0 0 0 16,0 0-6-16,0 13-4 15,-5 1 0-15,3 6 0 16,-3 8 0-16,0 1 0 0,1 8 0 16,0-14 0-16,-1 0 0 15,3 2 0-15,2-1 0 16,-5 1 0-16,5 2 0 16,-2-3 0-16,-1-1 0 0,3-1 0 15,-2-3 0-15,2-1-32 16,0 0-56-16,0-8-3 15</inkml:trace>
  <inkml:trace contextRef="#ctx0" brushRef="#br6" timeOffset="-42633.18">18773 16979 275 0,'0'0'10'16,"0"0"5"-16,0 0 3 0,-13-5 4 15,13 5 3-15,0 0 1 16,-7-2-1-16,7 2 1 16,0 0-6-16,0 0-6 15,0 0-2-15,12-13-3 0,4 8-1 16,6-2-2-16,8-1-6 16,2-2 0-16,5 0 0 15,2 0 0-15,5-1 0 16,0 0 0-16,-2 1 0 0,3 3 0 15,-5-3 0-15,-6 0 0 16,1 5 0-16,-8-3 0 16,-4 4 0-16,-8 1 0 15,-2 0 0-15,-13 3 0 0,8 0 0 16,-8 0 0-16,0 0 0 16,0 0 0-16,0 0 0 15,0 0 0-15,0 0 0 16,0 0 0-16,0 6 0 0,0-6 0 15,-4 10 0-15,4-10 0 16,-4 15 0-16,4-3-12 16,0-5-78-16,0-7-2 15</inkml:trace>
  <inkml:trace contextRef="#ctx0" brushRef="#br6" timeOffset="-41999.31">19409 17173 415 0,'0'0'8'0,"0"0"2"0,0 0 3 0,0 0 1 15,0 0 2-15,0 0 1 16,0 0 1-16,0 0-18 15,0 0 0-15,0 0 0 16,6 4 0-16,-4 11 0 16,-2-15 0-16,0 20 0 0,0-8 0 15,0 3 0-15,0 2 0 16,0 0 0-16,0 3 0 16,0 0 0-16,0 0 0 15,0 1 0-15,-2-2 0 0,2-2 0 16,0-2 0-16,0 0 0 15,0-4 0-15,0 2 0 16,0-5 0-16,0-8-30 16,0 0-57-16,0 0-3 0</inkml:trace>
  <inkml:trace contextRef="#ctx0" brushRef="#br6" timeOffset="-41083.35">19586 16699 424 0,'0'0'6'0,"0"0"2"0,0 0 1 0,0 0 1 15,-5-10 2-15,5 10 1 16,-5-15 2-16,5 5-1 15,0-2-14-15,2-3 0 0,3 2 0 16,7 1 0-16,4-1 0 16,0 1 0-16,2 5 0 15,5 0 0-15,-1 2 0 0,-2 5 0 16,2 0 0-16,-5 5 0 16,-1 7 0-16,-4 5 0 15,-4 0 0-15,-6 8 0 16,-2 0 0-16,-5 3 0 15,-10 4 0-15,-3-5 0 0,-1 0 0 16,-4 1 0-16,-2-6 0 16,4 0 0-16,0-7 0 15,6-1 0-15,3-4 0 16,5-5 0-16,7-5 0 16,0 0 0-16,0 0 0 0,0 0 0 15,17-7 0-15,-2 2 0 16,8-5 0-16,3 3 0 15,4-5 0-15,0 2 0 0,5-1 0 16,-6 1 0-16,4 4 0 16,-7 0 0-16,0 2 0 15,-3 1 0-15,-9 3 0 16,4 0 0-16,-6 0 0 0,-12 0 0 16,11 0 0-16,-11 0 0 15,0 0 0-15,0 0 0 16,0 0 0-16,0 0 0 15,0 0 0-15,0 0 0 0,0 0 0 16,0 0 0-16,0 0 0 16,0 0 0-16,0 0 0 15,0 0 0-15,0 0 0 16,0 0 0-16,0 0 0 16,2 7-63-16,-2-7-33 0</inkml:trace>
  <inkml:trace contextRef="#ctx0" brushRef="#br6" timeOffset="-24232.33">15682 4578 299 0,'0'0'7'0,"0"0"4"0,0 0 4 0,0 0 1 0,0 0 1 0,0 0 3 16,0 0-1-16,6-5-1 16,-6 5-7-16,0 0-4 15,0 3-2-15,0 9-1 16,4 3-1-16,4 5 0 15,4 4 2-15,6 8 0 0,-2 3 0 16,5 4 0-16,6 1-1 16,0 2-1-16,1-2-1 15,2 2 0-15,0 0-2 16,-1 0 0-16,1 3 1 16,-2-3-1-16,-2 0 0 0,2 0 0 15,-1-3 1-15,1-1-1 16,-6-1 0-16,1-2 2 15,-4-5 0-15,1-1-1 0,-1-2 1 16,-1-2 0-16,-3-3-1 16,3 2 1-16,-6-5 0 15,0 3-1-15,1 0 0 16,0-4-1-16,-1 4 1 0,-3-5-1 16,4 1 1-16,-1-3 0 15,-3 2-1-15,5-5 1 16,-4-2-1-16,5 5 1 0,-5-5-1 15,-1 2 2-15,2 1-2 16,-2-1 0-16,1 1 0 16,1-1 0-16,-2-2 0 15,1 2 0-15,-2-2 0 16,-1-1 0-16,-7-9 0 16,12 16 0-16,-12-16 0 0,11 15 0 15,-11-15 0-15,7 12 0 16,-7-12 0-16,5 10 0 15,-5-10 0-15,0 8 0 0,0-8 0 16,0 7 0-16,0-7 0 16,0 0-2-16,0 0-7 15,0 0-9-15,-10 5-63 0,10-5-4 16</inkml:trace>
  <inkml:trace contextRef="#ctx0" brushRef="#br6" timeOffset="-23264.58">15727 4615 375 0,'0'0'9'0,"0"0"1"0,0 0 4 0,0 0 0 0,0-10 2 0,0 10 0 16,0 0 1-16,0 0 0 15,0 0-8-15,-5 10-2 16,3 4-3-16,2 6-1 0,-4 5-3 16,4 3 0-16,0 6 0 15,0 1 0-15,0 3 0 16,0-5 0-16,4 3 0 0,-4-4 0 16,0 0 0-16,0-5 0 15,0-5 0-15,-4-2 0 16,2-5 0-16,0-3 0 15,2-12 0-15,0 10 0 16,0-10 0-16,0-7 0 0,0-8 0 16,4-2 0-16,0-6 0 15,-2-4 0-15,1-4 0 16,2-2 0-16,-3 1 0 16,-2-1 0-16,0 4 0 0,2-1 0 15,-2 2 0-15,0 4 0 16,0 2 0-16,0-1 0 15,0 3 0-15,0 5 0 16,-2 1 0-16,2 4 0 0,0 10 0 16,-5-12 0-16,5 12 0 15,0 0 0-15,0 0 0 16,0 0 0-16,0 0 0 16,7 0 0-16,5 4 0 15,4 4 0-15,1 5 0 0,5-2 0 16,8-3 0-16,-2 6 0 15,4-3 0-15,-2-4 0 16,-1 3 0-16,-1-5 0 0,-3 0 0 16,-3-2 0-16,-2-1 0 15,-7-2 0-15,-1 3 0 16,-12-3 0-16,12 0 0 16,-12 0 0-16,0 0 0 0,0 0 0 15,0 0 0-15,0 0 0 16,0 0 0-16,0 0 0 15,0 0 0-15,0 0 0 16,0 0 0-16,0 0 0 0,-12-5-88 16,9-5-6-16</inkml:trace>
  <inkml:trace contextRef="#ctx0" brushRef="#br6" timeOffset="-22383.21">15690 3921 409 0,'0'0'7'0,"0"0"3"0,0-7 3 0,0 7 1 16,0 0 2-16,5-12 0 15,-5 12 1-15,0 0-8 16,0 0-9-16,0 0 0 16,2 10 0-16,-2 4 0 0,0 8 0 15,0 6 0-15,0-1 0 16,0 5 0-16,-2-2 0 16,-1 1 0-16,-1-3 0 15,0 0 0-15,-1-7 0 0,1-3 0 16,1 0 0-16,1-6 0 15,-1-2 0-15,3-10 0 16,-4 12-9-16,-1-2-76 16,5-10-4-16</inkml:trace>
  <inkml:trace contextRef="#ctx0" brushRef="#br6" timeOffset="-22016.72">15560 3976 398 0,'0'0'7'0,"0"0"3"16,-7-8 3-16,7 8 1 16,0 0 2-16,-10-2-1 15,10 2 0-15,0 0 2 0,0 0-11 16,0 0-6-16,12 10 0 16,1-1 0-16,6 1 0 15,7 4 0-15,1 0 0 16,8 1 0-16,-3-3 0 0,5 1 0 15,-2-3 0-15,-2-1 0 16,-1-2 0-16,-5 0 0 16,-2 0 0-16,-8-3 0 15,-2-2 0-15,-2 2 0 0,-13-4 0 16,12 1 0-16,-12-1 0 16,0 0 0-16,0 0 0 15,0 0 0-15,0 0 0 16,0 0 0-16,0 0 0 0,0 0 0 15,0 0 0-15,-5-7 0 16,5 7-44-16,0 0-50 16</inkml:trace>
  <inkml:trace contextRef="#ctx0" brushRef="#br6" timeOffset="-20116.41">16559 5997 135 0,'0'0'8'0,"0"0"6"0,0-12 6 0,0 12 5 16,0 0 2-16,0-10 2 16,0 10 2-16,0 0 2 15,0 0-6-15,0 0-4 16,0 0-3-16,0 0-4 0,0 0-2 15,0 0 0-15,0 0-2 16,0 0-1-16,0 0 0 16,-4-10-2-16,4 10-1 0,0 0-1 15,0 0-2-15,0 0 0 16,0 0-2-16,0 0-1 16,0 0 0-16,0 0-2 15,0 13 0-15,0-1 0 0,0 9 0 16,2 10 0-16,0 8 0 15,1 14 0-15,-3 5 0 16,0 10 0-16,0 8 0 16,0 4 0-16,-7 1 0 0,1 1 0 15,-1 3 0-15,-3-7 0 16,0-3 0-16,2-6 0 16,1 1 0-16,-3-10 0 15,6-4 0-15,-5-6 0 0,7-5 0 16,0-6 0-16,2-4 0 15,-3-9 0-15,3-5 0 16,0-4 0-16,0-2 0 16,0-5 0-16,0-10 0 0,0 0 0 15,-2 8 0-15,2-8 0 16,0 0 0-16,0 0 0 16,0 0 0-16,0 0 0 15,0 0 0-15,0 0 0 0,0 0 0 16,0 0 0-16,0 0 0 15,0 0 0-15,-5-6 0 16,5 6 0-16,-7-10 0 16,7 10-19-16,-5-15-27 0,-1 5-41 15,4 1 0-15</inkml:trace>
  <inkml:trace contextRef="#ctx0" brushRef="#br6" timeOffset="-19498.35">16259 7110 428 0,'0'0'6'0,"0"0"1"0,0 0 3 0,0-7 0 16,0 7 1-16,0 0 0 16,0 0 0-16,0 0 1 15,0 0-7-15,12 0-5 0,-4 7 0 16,1 10 0-16,3 0 0 16,4 6 0-16,-2 3 0 15,4 2 0-15,2 4 0 16,-5-2 0-16,3-3 0 0,-6 1 0 15,0-2 0-15,1-4 0 16,-6-1 0-16,0-4 0 16,-1-3 0-16,-1-3 0 0,-5-11 0 15,5 12 0-15,-5-12 0 16,0 0 0-16,0 0 0 16,9-5 0-16,-4-4 0 15,6-9 0-15,-2-2 0 0,6-7 0 16,5-5 0-16,2-3 0 15,4-5 0-15,1 3 0 16,-5 0 0-16,3 3 0 0,-3 3 0 16,-3 5 0-16,-3 5 0 15,-6 4 0-15,-2 8 0 16,-1-1 0-16,-7 10 0 16,0 0 0-16,0 0 0 15,0 0 0-15,0 0 0 16,0 0 0-16,0 0 0 0,-2 7 0 15,2-7 0-15,-11 15 0 16,6-5 0-16,5-10 0 16,-9 18 0-16,1-11-27 0,8-7-64 15,-8 14-4-15</inkml:trace>
  <inkml:trace contextRef="#ctx0" brushRef="#br6" timeOffset="-18616.73">16304 7758 435 0,'0'0'6'0,"0"0"3"0,0 0 2 16,-6-9 1-16,6 9 0 0,0 0-1 15,0 0 2-15,0 0-11 16,0 0-2-16,15 7 0 16,0 5 0-16,3 1 0 0,0 2 0 15,3 5 0-15,4-4 0 16,-2-1 0-16,2 1 0 16,-6-7 0-16,-1 1 0 15,-4-2 0-15,-1-1 0 0,-1-7 0 16,-12 0 0-16,10 6 0 15,-10-6 0-15,0 0 0 16,0 0 0-16,0 0 0 0,0-6 0 16,-5-9-23-16,0 3-66 15,1-3-4-15</inkml:trace>
  <inkml:trace contextRef="#ctx0" brushRef="#br6" timeOffset="-18349.41">16574 7582 466 0,'0'0'6'16,"0"0"1"-16,0 0 0 16,0 0 2-16,8 8 0 0,-8 2-2 15,0 8-7-15,0 3 0 16,0 9 0-16,-3 7 0 16,-2 8 0-16,2 7 0 15,-6-2 0-15,4 0 0 16,-3-1 0-16,-2-2 0 0,3-5 0 15,-1-5 0-15,1-8 0 16,2-4 0-16,0-2 0 16,0-9 0-16,0-7 0 15,5-7 0-15,0 0 0 0,-2 10 0 16,2-10-63-16,0 0-28 16</inkml:trace>
  <inkml:trace contextRef="#ctx0" brushRef="#br6" timeOffset="-12515.57">22606 15175 410 0,'0'0'6'0,"0"0"1"0,0 0 3 0,0 0 1 16,-6 8 1-16,6-8 1 15,0 0 0-15,-12 10 0 16,12-10-5-16,0 0-2 0,-9 9-4 15,9-9-2-15,0 0 0 16,9 6 0-16,-9-6 0 16,18 0 0-16,-4-3 0 15,-2-2 0-15,2-2 0 16,-2 1 0-16,-1-1 0 0,-11 7 0 16,11-9 0-16,-11 9 0 15,0 0 0-15,-13 0 0 16,1 0 0-16,-4 4 0 0,2 0 0 15,3 2 0-15,-6 17-81 16,17-23-7-16</inkml:trace>
  <inkml:trace contextRef="#ctx0" brushRef="#br6" timeOffset="-11449.32">23497 14140 357 0,'0'0'12'0,"0"-15"3"0,2 5 3 0,0 0 0 15,-2-2 2-15,0-3 1 16,-4 1-1-16,-4-2 1 16,-5 7-12-16,-6-2-9 15,-1 6 0-15,-5 0 0 16,-3 5 0-16,-1 0 0 16,-4 8 0-16,3 5 0 0,2 3 0 15,0 7 0-15,1 7 0 16,4 3 0-16,3 10 0 15,8 5 0-15,2 9 0 0,8 7 0 16,2 7 0-16,2 9 0 16,5 2 0-16,3 7 0 15,-5 5 0-15,3 3 0 16,-6 7 0-16,-2 7 0 0,0 3 0 16,0 0 0-16,-2 6 0 15,0-2 0-15,2 1 0 16,-4-4 0-16,4 0 0 0,0-6 0 15,-2-5 0-15,-1 0 0 16,-1-7 0-16,-1-3 0 16,-2-7 0-16,-2-3 0 15,2-5 0-15,0-7 0 16,2-2 0-16,0-6 0 16,3-5 0-16,0-4 0 0,-2-3 0 15,2-5 0-15,-1-8 0 16,1-3 0-16,-1-5 0 15,1-18 0-15,0 1 0 0,2-3 0 16,0-2 0-16,-3 1 0 16,3-10 0-16,-2 18 0 15,2-18 0-15,0 13 0 16,0-13 0-16,0 12 0 0,0-12 0 16,0 12 0-16,0-12 0 15,0 15 0-15,2-8 0 16,-2-7 0-16,0 16 0 15,0-16 0-15,3 11 0 0,-3-11 0 16,0 15 0-16,0-15 0 16,2 12 0-16,-2-12 0 15,0 13 0-15,0-13 0 0,0 0 0 16,0 0 0 0,0 0 0-16,0 0 0 0,10 5 0 15,-10-5 0-15,18-2 0 16,-6-6 0-16,3 3 0 15,2-3 0-15,5 4 0 0,1-4 0 16,5 3 0-16,-3 0 0 16,3 1 0-16,2 1 0 15,0 0 0-15,-2-1 0 16,1 1 0-16,-4 0 0 0,-2 3-5 16,-6 0-69-16,-15-14-14 15</inkml:trace>
  <inkml:trace contextRef="#ctx0" brushRef="#br6" timeOffset="-10716.65">23758 14264 380 0,'0'0'9'0,"0"0"2"0,0 0 2 0,-3-11 1 15,3 11 1-15,0 0-1 16,0 0 1-16,0 0 1 16,-12 13-8-16,7-1-3 15,-2 8-2-15,-2 5-1 0,4 2 0 16,1 6 0-16,4-6 0 15,4 3-2-15,10-6 0 16,5-1 0-16,1-6 0 16,7-5 0-16,1-10 0 15,-1-2 0-15,3-2 0 0,-3-10 0 16,-2-5 0-16,-3-6 0 16,-7-7 0-16,-5 1 0 15,-5-8 0-15,-5 2 0 16,-5 0 0-16,-13 3 0 0,2 2 0 15,-7 6 0-15,-2 9 0 16,2 2 0-16,-1 12 0 16,2 2 0-16,1 12 0 0,5 4 0 15,3 10 0-15,1 9-47 16,9-5-40-16,1 4-2 16</inkml:trace>
  <inkml:trace contextRef="#ctx0" brushRef="#br6" timeOffset="-10149.5">23802 15068 380 0,'0'0'9'0,"0"0"2"0,0-7 3 0,0 7 1 0,-2-9 1 0,2 9 0 15,-10-9 1-15,0 7 0 16,2 2-8-16,-1 8-4 16,-8 4-3-16,6 6-2 15,-2 4 0-15,4 3 0 16,1 0 0-16,6 3 0 16,2-5 0-16,5 0 0 0,9-3 0 15,7-6 0-15,6-4 0 16,3-5 0-16,4-5 0 15,4-5 0-15,-4-5 0 0,2-4 0 16,-7-8 0-16,-4-1 0 16,-10-5 0-16,-10-1 0 15,-3-3 0-15,-4-2 0 16,-13 0 0-16,-5 5 0 0,-2 2 0 16,-8 6 0-16,0 7 0 15,3 7 0-15,-6 7 0 16,11 5 0-16,-2 7 0 15,11 9-3-15,-4 4-83 0,12-1-2 16</inkml:trace>
  <inkml:trace contextRef="#ctx0" brushRef="#br6" timeOffset="-9633.54">23867 15602 443 0,'0'0'4'0,"0"0"2"0,0 0 0 16,0 0 1-16,-10 9 0 16,0-2 1-16,-3 4 0 0,1 3 0 15,-5 4-3-15,0 4-2 16,-1 6-1-16,3 1 0 16,0 5 0-16,8-3-2 15,5 1 0-15,2-7 0 0,12 1 0 16,8-8 0-16,7-8 0 15,3-3 0-15,7-7 0 16,-2-2 0-16,4-10 0 0,-7-1 0 16,3-9 0-16,-12-3 0 15,-8-2 0-15,-5-4 0 16,-10-2 0-16,-10 0 0 16,-8 4 0-16,-7 1 0 0,-5 8 0 15,-7 8 0-15,0 5 0 16,0 7 0-16,5 9 0 15,5 11 0-15,2 3 0 16,12 8 0-16,-2-3-40 0,15 2-47 16,0-5-5-16</inkml:trace>
  <inkml:trace contextRef="#ctx0" brushRef="#br6" timeOffset="-9266.7">24034 16498 471 0,'0'0'4'0,"0"0"1"0,0 0 2 0,0 0 0 16,0 0 0-16,0 13 1 16,0-3-6-16,0 6-2 15,0 7 0-15,-4 4 0 0,2 5 0 16,0 8 0-16,-3-2 0 16,0 1 0-16,2 5 0 15,-4-3 0-15,2-2 0 16,0-7 0-16,2-2 0 0,-1-8 0 15,4-2 0-15,0-10-18 16,0-10-42-16,0 0-29 16,7-20-1-16</inkml:trace>
  <inkml:trace contextRef="#ctx0" brushRef="#br6" timeOffset="-8266.31">24212 13941 415 0,'0'0'3'0,"0"0"0"0,0 0 1 15,5-4 1-15,5 1 0 16,5 1 0-16,3-3 1 0,9 2 0 16,0 1-3-16,8 2 0 15,2 0 1-15,7 0-2 16,-1 0 1-16,-1 5-1 15,-7 5 1-15,-3 2 1 0,-4 8-1 16,-8 2 2-16,-8 15-1 16,-7 7 0-16,-5 14 1 15,0 11 0-15,0 10-1 16,-5 13 1-16,-2 15-5 0,-1 7 0 16,4 10 0-16,1 4 0 15,3 9 0-15,3-4 0 16,6 9 0-16,1-6 0 0,3 0 0 15,-4-7 0-15,6-8 0 16,-2-2 0-16,4-7 0 16,-4-6 0-16,-1-4 0 15,-2-8 0-15,0 2 0 16,0-6 0-16,0-1 0 16,-1-5 0-16,-3-2 0 0,1-3 0 15,3 3 0-15,-7-43 0 16,2 3 0-16,2-2 0 15,-5 2 0-15,3-2 0 0,0 1 0 16,1-3 0-16,1-1 0 16,-2-5 0-16,2 6 0 15,-2-9 0-15,1-1 0 16,-2-1 0-16,1-6 0 16,-2 0 0-16,1 0 0 0,-1-10 0 15,-1-1 0-15,-2-10 0 16,0 15 0-16,0-15 0 15,0 0 0-15,-9 3 0 0,9-3 0 16,-17 0 0-16,9-6 0 16,8 6 0-16,-17-9 0 15,6 1 0-15,-1 3 0 16,-3 2 0-16,-3-1 0 0,-1 0 0 16,-1 0 0-16,-7 2 0 15,-1 0 0-15,-6 2 0 16,-1 0 0-16,0 4 0 15,-7 0 0-15,9-3-35 16,-4 4-52-16,0-5-3 0</inkml:trace>
  <inkml:trace contextRef="#ctx0" brushRef="#br6" timeOffset="-1383.29">13118 17427 421 0,'0'0'4'16,"0"0"2"-16,0 0 1 15,0 0-2-15,0 0 2 0,-5 13 0 16,5-13 1-16,-10 14 0 16,5-6-4-16,0 2-1 15,0 2-2-15,3-2 1 16,-3 2-1-16,5-1 0 0,0-2-1 15,0-1 1-15,2 4 0 16,-2-12-1-16,15 12 2 16,-7-7 1-16,1-5 1 0,3 0 0 15,2-2 1-15,-5-5 1 16,4-5-6-16,-3-1 0 16,-6 1 0-16,1-1 0 15,-5-2 0-15,0 0 0 16,-5 3 0-16,-4 4 0 0,-4-2 0 15,-1 3 0-15,-7 0 0 16,9 4 0-16,-8 0-26 16,-3 3-58-16,9 0-4 15</inkml:trace>
  <inkml:trace contextRef="#ctx0" brushRef="#br5" timeOffset="122566.76">10842 5653 394 0,'0'0'5'0,"0"0"2"0,0 0 2 16,0 0 2-16,0 0 1 16,0 0-1-16,0 0 1 15,-7 0 1-15,7 0-5 0,-5 17-3 16,0 1-1-16,3 4-2 15,-2 3 0-15,-1 7 0 16,2-1-1-16,-3 5 1 0,1-2-1 16,-6-2 0-16,4-2 0 15,-3 0-2-15,1-5-1 16,-2 0-2-16,2-8-2 16,-1 0-4-16,4-4-3 15,-1-3-5-15,7-10-13 0,-7 2-33 16,7-2-17-16</inkml:trace>
  <inkml:trace contextRef="#ctx0" brushRef="#br5" timeOffset="122966.83">10559 5774 410 0,'0'0'5'0,"0"0"3"0,0 0-1 15,0 0 1-15,0 0 0 16,0 0 1-16,7 8 0 16,0-1 2-16,6-2-5 15,-1 5-1-15,8 2-1 0,5-2 1 16,5 3 0-16,5-4-1 15,-3 2-1-15,5-2-1 16,-3 1 0-16,-1-2-2 16,-1-3 0-16,-2 0 0 0,-7-1 0 15,-3 2 0-15,-5-3 0 16,0-2 0-16,-5 2 0 16,-10-3 0-16,9 0 0 15,-9 0 0-15,0 0 0 16,0 0 0-16,0 0-3 0,0 0-17 15,0 0-59-15,0 0-5 16</inkml:trace>
  <inkml:trace contextRef="#ctx0" brushRef="#br5" timeOffset="123384.33">11048 5667 467 0,'0'0'5'0,"0"0"1"0,0 0 0 15,0 0 1-15,0 0 0 16,0 8 1-16,0-8-3 0,4 13-5 15,-4-13 0-15,13 19 0 16,-2-4 0-16,-2-1 0 16,1 7 0-16,3-6 0 15,-1 2 0-15,-2-2 0 0,0-3 0 16,-3-2 0-16,-7-10 0 16,12 15 0-16,-12-15 0 15,0 0 0-15,11 7 0 16,-11-7 0-16,0 0 0 0,0 0 0 15,0 0 0-15,0 0 0 16,0 0 0-16,0 0 0 16,-5-9 0-16,5 9 0 15,0 0-81-15,0 0-10 0</inkml:trace>
  <inkml:trace contextRef="#ctx0" brushRef="#br5" timeOffset="124500.37">12815 11162 445 0,'0'0'7'0,"0"0"1"0,0 0 2 0,0 0 1 15,0 0 0-15,0 0 1 16,-3-11-5-16,3 11-7 0,0 0 0 15,0 6 0-15,0-6 0 16,0 18 0-16,-2-6 0 16,2 0 0-16,0 8 0 15,0-5 0-15,2 2 0 0,1 1 0 16,-3-4 0-16,4-1 0 16,-4-3 0-16,3 0 0 15,-3-10 0-15,3 6 0 16,-3-6 0-16,0 0 0 0,0 0 0 15,3-6 0-15,-3-7 0 16,0-1 0-16,0-6 0 16,0-3 0-16,0 1 0 15,0-3 0-15,0 8 0 0,0 0 0 16,0 3 0-16,0 6 0 16,0 8 0-16,0 0 0 15,0 0 0-15,0 0 0 16,0 14 0-16,0-2 0 0,0 1 0 15,2 4 0-15,3 1 0 16,-3-3 0-16,3 2 0 16,-3-10 0-16,-2-7-76 15,8 13-14-15</inkml:trace>
  <inkml:trace contextRef="#ctx0" brushRef="#br5" timeOffset="125918.58">15389 7186 307 0,'0'0'8'0,"0"0"5"0,0 0 3 0,3-12 2 15,-3 12 6-15,0-13-1 0,0 13 2 16,0-14 1-16,0 14-7 16,0-11-4-16,0 11-3 15,0 0-7-15,0 0-5 0,0 0 0 16,0 18 0-16,0-3 0 15,0 7 0-15,4 0 0 16,4 3 0-16,-4 3 0 16,5-6 0-16,-2-3 0 15,0-1 0-15,0-5 0 0,-3-4 0 16,-4-9 0-16,9 13 0 16,-9-13 0-16,0 0 0 15,0 0 0-15,0-13 0 16,-2 1 0-16,-3-1 0 0,-1-9 0 15,1 0 0-15,-2-6 0 16,2 4 0-16,-2-3 0 16,1 5 0-16,2 1 0 15,-1 7 0-15,2 1 0 0,3 13 0 16,-4-7 0-16,4 7 0 16,0 5 0-16,7 4 0 15,-2 7 0-15,3 1 0 16,-1 5 0-16,3-2 0 0,-1 2 0 15,4 1 0-15,-6-5 0 16,1-4 0-16,0-2 0 16,-8-12 0-16,7 15 0 15,-7-15 0-15,0 0 0 0,0 0 0 16,0-5 0-16,0 5 0 16,-7-19 0-16,1 2 0 15,1-1 0-15,-2-5 0 16,-3 1 0-16,2 2 0 0,3 1 0 15,1 3 0-15,-1 4 0 16,5 12 0-16,0 0 0 16,0 0 0-16,0 0 0 15,0 19 0-15,2 2 0 0,1 1 0 16,10 5 0-16,-11 7-42 16,10-9-46-16,-2 0-3 15</inkml:trace>
  <inkml:trace contextRef="#ctx0" brushRef="#br5" timeOffset="142650.66">16070 4023 378 0,'0'0'8'0,"0"0"1"0,0 0 4 0,0 0 1 16,0 0 3-16,-10-10 0 16,10 10 1-16,0-12 1 15,0 12-5-15,0-16-10 16,0 16-4-16,0-17 0 16,5 5 0-16,0 2 0 0,2 0 0 15,-2 0 0-15,-5 10 0 16,13-12 0-16,-3 10 0 15,-10 2 0-15,12 0 0 0,-12 0 0 16,10 20 0-16,-5-6 0 16,-5 3 0-16,0 5 0 15,0-1 0-15,-2 5 0 16,-6-3 0-16,0 1 0 0,1-4 0 16,-3 1 0-16,3-4 0 15,1-5 0-15,1-2 0 16,5-10 0-16,-4 10 0 15,4-10 0-15,0 0 0 0,0 0 0 16,0 0 0-16,4 0 0 16,-4 0 0-16,18-10 0 15,-6 5 0-15,3-3 0 16,0-4 0-16,5 5 0 16,-3-6 0-16,-1 3 0 0,0 1 0 15,0-1 0-15,-6 4 0 16,0 0 0-16,-10 6 0 15,12-3 0-15,-12 3 0 0,0 0 0 16,0 0 0-16,0 0 0 16,0 0 0-16,0 0 0 15,10-3 0-15,-10 3 0 0,0 0 0 16,0 0 0-16,0 0 0 16,0 0 0-16,0 0 0 15,0 0 0-15,0 0 0 16,0 0 0-16,0 0 0 0,0 0 0 15,0 0 0-15,0 0 0 16,0 0 0-16,-5 0 0 16,5 0 0-16,0 0 0 15,0 0 0-15,-12 6-18 16,12-6-73-16,0 0-4 16</inkml:trace>
  <inkml:trace contextRef="#ctx0" brushRef="#br5" timeOffset="143799.93">16681 8161 379 0,'0'0'9'0,"0"0"2"0,0 0 2 15,0 0 2-15,-5-1 1 16,5 1 2-16,0 0 2 15,0 0 0-15,0 0-10 16,0 0-10-16,-8-10 0 0,8 10 0 16,0-10 0-16,0 10 0 15,6-12 0-15,-1 4 0 16,-5 8 0-16,7-13 0 16,-7 13 0-16,12-8 0 0,-12 8 0 15,8-6 0-15,-8 6 0 16,0 0 0-16,10 12 0 15,-10-4 0-15,0 4 0 0,0 3 0 16,0 2 0-16,0 2 0 16,-7-1 0-16,-2 5 0 15,2-3 0-15,-3-3 0 16,3 3 0-16,-1-6 0 0,1-3 0 16,2-2 0-16,5-9 0 15,-2 10 0-15,2-10 0 16,7 0 0-16,3-2 0 15,0-6 0-15,5 1 0 0,-2-3 0 16,6 0 0-16,-1 1 0 16,-4-4 0-16,2 3 0 15,-2 3 0-15,1 2 0 16,-7 0 0-16,-8 5 0 16,12-10 0-16,-12 10 0 0,0 0 0 15,10 0 0-15,-10 0 0 16,0 0 0-16,0 0 0 15,0 0 0-15,0 0 0 0,0 0 0 16,0 0 0-16,0 0 0 16,0 0 0-16,0 0 0 15,0 0 0-15,0 0 0 0,0 0 0 16,-4 0 0-16,4 0 0 16,0 0-51-16,0 0-39 15,0 0-1-15</inkml:trace>
  <inkml:trace contextRef="#ctx0" brushRef="#br5" timeOffset="145000.51">18744 4315 346 0,'0'0'9'0,"0"0"5"0,0 0 3 0,0-10 0 0,0 10 1 16,4-10 1-16,-4 10 1 15,10-15 1-15,-10 15-8 16,11-14-4-16,-11 14-1 0,13-15-8 16,-2 7 0-16,-1 1 0 15,0-1 0-15,2 6 0 16,1-3 0-16,-1 5 0 16,1 0 0-16,-6 2 0 15,3 6 0-15,-1 2 0 0,0 5 0 16,-7 5 0-16,-2-1 0 15,0 3 0-15,-2 3 0 16,-7-6 0-16,2 4 0 0,-5-3 0 16,5-3 0-16,-1 1 0 15,3-6 0-15,0-2 0 16,5-10 0-16,0 7 0 16,0-7 0-16,7 0 0 0,9-2 0 15,-4-7 0-15,10-1 0 16,-1-3 0-16,0 0 0 15,4 1 0-15,-1-1 0 0,0 3 0 16,-2-2 0-16,-2 2 0 16,-2 6 0-16,-4-3 0 15,-2 4 0-15,-4 1 0 16,-8 2 0-16,10-3 0 16,-10 3 0-16,0 0 0 15,0 0 0-15,0 0 0 0,0 0 0 16,0 0 0-16,0 0 0 15,0 0 0-15,0 0 0 16,-5 5 0-16,5-5 0 0,-7 4 0 16,7-4 0-16,-13 25-44 15,13-25-48-15</inkml:trace>
  <inkml:trace contextRef="#ctx0" brushRef="#br1" timeOffset="1573.48">14704 6557 130 0,'0'0'1'0,"-21"-10"1"0,-6-1-1 16,-10 10 1-16,-11-5 2 16,-14 6 0-16,-12 0 4 15,-16 11 3-15,-6 13 0 16,-12 11 3-16,0 13 0 0,-7 11-2 15,0 15 4-15,-1 15 3 16,2 13 0-16,4 12 0 16,8 7-3-16,11 11-1 15,19-4 2-15,15 6-1 0,19-5-1 16,21-5-4-16,21-3-2 16,29-13-1-16,21-5-1 15,21-7 0-15,17-3-1 0,17-16-1 16,16-6 0-16,8-12-1 15,12-12-1-15,9-18 0 16,0-8-1-16,5-21 0 16,0-10 0-16,-3-23 0 0,-2-11 0 15,-5-13-1-15,-7-13-1 16,-10-9-2-16,-15-7-1 16,-11-12 1-16,-10-8-3 15,-15-8 1-15,-19-7 1 16,-23-3 2-16,-16-7 2 0,-18-6 4 15,-12-1 3-15,-23-1 2 16,-14 5 0-16,-21 5 1 16,-17 12-2-16,-10 15-1 0,-20 15-2 15,-17 22-2-15,-21 18-1 16,-11 29-2-16,-13 18-1 16,-2 27-3-16,-5 31-4 15,2 31-9-15,4 37-62 0,21 28-6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32:19.582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002060"/>
    </inkml:brush>
    <inkml:brush xml:id="br4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8797 10992 107 0,'0'0'6'0,"0"0"3"0,-7-11 5 16,7 11 4-16,0 0 4 15,0 0 4-15,0 0 2 16,-8-7 1-16,8 7-4 0,0 0-5 15,0 0-3-15,0 0-5 16,0 0-3-16,0 0-3 16,5 2-3-16,-5-2 0 15,10 0-1-15,0 0 1 16,2 0 0-16,6 0 1 16,7 0 0-16,0 0 0 0,9 0 0 15,4-5 1-15,3 5-1 16,5-4-1-16,3 1 0 0,3 1-1 15,3-3 0-15,2 2 0 16,6 0-1-16,1-1 0 16,8-1-1-16,5 0 1 15,2 0 0-15,6-3-1 0,4 3 1 16,5-2-1-16,4 2 1 16,-2-1-1-16,1-1 1 15,6 3-1-15,-7-2 0 16,6 2 0-16,3-1 0 0,-6 0 1 15,3-3-1-15,-1 1 0 16,4 2 0-16,-1-2 1 16,4 1-1-16,-4 1 1 15,-1 4-1-15,2-5 0 16,-5 5 1-16,4 1-1 0,-4 0 0 16,-1 0 0-16,-5 0 0 15,-2 0 0-15,-2 0 0 16,2 0-1-16,-5 0 1 0,0 0 1 15,-3 1-1-15,0-1 0 16,6 0 0-16,-3 0 1 16,-3 0-1-16,3 0 0 15,3 0 1-15,-10 0-1 16,1-1 0-16,-1 1 0 0,-9-4 0 16,0 2 0-16,-4-1 0 15,-10 3 0-15,-3-1 0 16,-4-3 0-16,-8 1 1 0,-2 2-1 15,-10 1 0-15,2-3 1 16,-10 3 1-16,-4 0 0 16,-3 0 1-16,-15 0 1 15,10 0 0-15,-10 0-1 0,0 0 1 16,0 0-5-16,-10 0-9 16,10 0-50-16,-18-3-15 15</inkml:trace>
  <inkml:trace contextRef="#ctx0" brushRef="#br0" timeOffset="2233.96">8959 10957 182 0,'0'0'6'0,"0"0"2"0,0 0 3 0,0 0 5 0,0 5 2 16,0-5 0-16,0 0 2 15,-10 2 0-15,10-2-5 0,-11 0-2 16,11 0-4-16,-17 0-3 16,7 0-2-16,-7 0 0 15,5 0-1-15,-6 5 0 16,3-3 0-16,-2 3 1 0,-1 3 1 15,1-3-2-15,2 2 3 16,3 3 0-16,-6-2 0 16,4 4 0-16,-4-2-1 15,1 5 1-15,-1-5 0 0,1 2 1 16,-3 0-2-16,0 6-1 16,1-1 0-16,-2 0-1 15,1 3 1-15,1-1-1 16,-1 4-1-16,2 0 0 0,3-3 0 15,3 4 0-15,-1-1-1 16,6-1 1-16,-2 0-1 16,-2 2 1-16,4-1-1 15,2 2 1-15,-2 3-1 0,-2-3 1 16,0-1-1-16,2 1 1 16,-1-1-1-16,-2-2 1 15,5 3-2-15,-2-2 0 16,0 1 0-16,1-4 0 0,1 5 0 15,3-2-1-15,-3-4 1 16,2 2 0-16,1-3 0 16,2-2 0-16,-2 1 1 15,-1-2-1-15,3 0-1 16,0-3 1-16,0 1 0 0,0-1 0 16,0 1 0-16,0-1 0 15,0-2 0-15,3 4 1 16,-1 0-1-16,3-3 0 0,0-1 0 15,-1 2 0-15,5 1 0 16,-5-3 1-16,4 3-1 16,-1-5 0-16,3 2 1 0,-2 1-1 15,-1-1 1-15,0 2-1 16,4 1 0-16,-4-1 1 16,0 0-1-16,0 1 0 15,4-1 1-15,-4 0-1 16,0 1 0-16,1-1 0 0,0-2 0 15,1 5 1-15,1-5-1 16,1 0 0-16,-2 2 0 16,3-2 1-16,-1 2-1 15,1-4 1-15,1 5-1 0,-1-1 1 16,0 1-1-16,3-5 1 16,0 5-1-16,-2-1 1 15,4-1-1-15,-2 3 1 16,2-6-1-16,-2 2 1 0,2-3-1 15,-1 4 0-15,-2-10 0 16,4 8 1-16,-4-5-1 16,4 1 0-16,-1 0 0 0,3-3 1 15,-2 6-1-15,1-5 0 16,1 1 1-16,1 1-1 16,-2 0 0-16,1 0 1 15,3 1-1-15,-4-4 0 16,4 3 1-16,-1-4-1 0,3 5 1 15,-1-3-1-15,6 2 1 16,0-2 1-16,2-2-1 16,6 2 0-16,2 0 0 15,4-3 1-15,9 0-1 0,-1 0 0 16,8-3 0-16,2 0 0 16,0-1 0-16,5-1 0 15,5 0 0-15,3 0 0 16,1 0-1-16,4 0 1 0,-4 0-1 15,6 0 0-15,4 0 0 16,0 0 1-16,1 3-1 16,0-1 0-16,3 0 0 15,-3-2 1-15,1 5-1 16,3-2 0-16,-3-1 1 0,4 1-1 16,0 0 0-16,-2-3 1 15,2 3-1-15,2-4 0 16,-2 2 1-16,6-4-1 0,-4 3 0 15,5 0 2-15,-2-2-2 16,2 2 0-16,-2-1 0 16,3 2 0-16,-3-1 0 0,2 0 0 15,-4 0 0-15,1-1 0 16,-4-1 0-16,0 5 0 16,0-5 0-16,-2-2 0 15,-3 5 0-15,-8-3 0 16,1 2 0-16,-3 0 0 0,-12 0 0 15,-3 2 0-15,-5 1 0 16,-10-3 0-16,-5 3 0 16,-7-1 0-16,-5 3 0 15,-8-3 0-15,-4 1 0 16,-4 2 0-16,-3 0 0 0,-11 0 0 16,9-2 0-16,-9 2 0 15,0 0 0-15,0 0 0 16,0 0 0-16,0 0 0 0,0 0 0 15,0 0 0-15,12 0 0 16,-12 0 0-16,11-3 0 16,-11 3 0-16,17 0 0 0,-7 0 0 15,-2-3 0-15,3 3 0 16,3 0 0-16,-2 0 0 16,0-2 0-16,1 2 0 15,-1-2 0-15,-2 2 0 16,-1 0 0-16,-9 0 0 0,15-3 0 15,-15 3 0-15,0 0 0 16,0 0 0-16,0 0 0 16,0 0 0-16,0 0 0 15,0 0 0-15,0-10 0 0,-4-2-5 16,1-6-77-16,1 0-6 16</inkml:trace>
  <inkml:trace contextRef="#ctx0" brushRef="#br0" timeOffset="2999.82">13828 10857 287 0,'0'0'8'0,"0"0"3"0,0 0 4 0,-4-10 2 15,4 10 2-15,0 0 3 0,-8-7 0 16,8 7 0-16,0 0-7 16,0 0-4-16,-10 13-3 15,3 4-2-15,4 10-2 16,-2 8 1-16,1 4-1 0,4 11 2 15,0 7 0-15,0 5 1 16,4 2 0-16,1 3 0 16,2 1-5-16,2 1-2 15,-5-1 0-15,-4-3 0 0,3-3 0 16,-3-3 0-16,0-2 0 16,0-4 0-16,0-6 0 15,0-5 0-15,0-6 0 16,0 0 0-16,0-9 0 0,2-3 0 15,1 0 0-15,-1-10 0 16,0 3 0-16,-2-3 0 16,0-3 0-16,0-1 0 15,0-3 0-15,0-7 0 0,0 13 0 16,0-13 0-16,0 0 0 16,0 0 0-16,0 0 0 15,0 0 0-15,0 0 0 16,0 0 0-16,0 0 0 0,0 0 0 15,0 0 0-15,0 0 0 16,0 0 0-16,0 0 0 16,0 0 0-16,0 0 0 15,0 0 0-15,0 0 0 0,0 0-14 16,0 0-16-16,3 9-54 16,-3-9-2-16</inkml:trace>
  <inkml:trace contextRef="#ctx0" brushRef="#br0" timeOffset="3849.59">13816 11357 311 0,'0'0'7'0,"0"0"4"0,0 0 3 0,0 0 2 16,0 0 2-16,0 0 1 16,0 0-1-16,0 0 2 15,0 0-6-15,10 0-3 0,2 0-3 16,6 0-1-16,7 0 0 16,7 0-1-16,8 0 1 15,6 0-2-15,7 0 0 16,4 0-1-16,5-4-1 0,3 1-3 15,5-1 0-15,2-2 0 16,-1 5 0-16,5-5 0 16,-5 4 0-16,1-3 0 15,-2 5 0-15,-5-4 0 0,-10 4 0 16,-11 0 0-16,-5-1 0 16,-11 1 0-16,-5 0 0 15,-11 0 0-15,-12 0 0 16,13 0 0-16,-13 0 0 0,0 0 0 15,0 0 0-15,0 0 0 16,0 0 0-16,0 0 0 16,0 0 0-16,-9 0 0 15,9 0-12-15,-16 0-71 0,16 0-2 16</inkml:trace>
  <inkml:trace contextRef="#ctx0" brushRef="#br0" timeOffset="4566.51">13960 11690 256 0,'0'0'7'0,"0"0"3"0,0 0 4 0,0 0 3 0,-10 3 2 0,10-3 1 15,-9 4 2-15,9-4 3 16,-13 4-7-16,13-4-4 15,-12 7-2-15,12-7-4 0,-10 4-1 16,10-4-2-16,0 0-1 16,-11 10-2-16,11-10 0 15,0 0 0-15,0 0-1 16,-7 7 1-16,7-7-2 16,0 0 2-16,0 0 0 0,0 0 0 15,0 0 2-15,12 5-1 16,1-5 1-16,4 3 0 15,10-3 1-15,3 0 0 0,13 0 0 16,4 0-1-16,8 0 0 16,12 0-4-16,-1-3 0 15,10 2 0-15,0-3 0 16,2 0 0-16,1 1 0 0,-4-1 0 16,-4 1 0-16,-1 0 0 15,-8 3 0-15,-7-3 0 16,-10 2 0-16,-10 1 0 15,-5 0 0-15,-12-3 0 0,-4 3 0 16,-14 0 0-16,7 0 0 16,-7 0 0-16,0 0 0 15,0 0 0-15,0 0 0 16,0 0 0-16,0 0 0 16,0 0 0-16,-5 0 0 0,5 0 0 15,0 0 0-15,-13 3 0 16,13-3 0-16,0 0 0 15,-9 4 0-15,9-4 0 0,0 0-84 16,0 0-7-16</inkml:trace>
  <inkml:trace contextRef="#ctx0" brushRef="#br0" timeOffset="5201.42">15017 10918 348 0,'0'0'6'0,"0"0"3"0,0 0 5 0,0 0 1 16,0 0 1-16,0 0 0 15,0 0-1-15,4 0 2 0,-4 0-6 16,0 21-4-16,3 4 0 16,-3 5-1-16,5 7-1 15,-1 10 0-15,1 7 1 16,3 3 0-16,0 5-4 16,-4 3-2-16,4-1 0 0,-6 3 0 15,-2-2 0-15,0-6 0 16,0-2 0-16,-5-5 0 0,-2 1 0 15,2-10 0-15,-2 2 0 16,1-5 0-16,1-5 0 16,1-1 0-16,4-6 0 15,-3-3 0-15,3-7 0 16,0-3 0-16,0-2 0 16,0-3 0-16,0-10 0 0,0 13 0 15,0-13 0-15,0 0 0 16,0 0 0-16,7-5 0 15,-2-8 0-15,1-2 0 0,1 0 0 16,-2-5 0 0,5-4-34-16,5-3-51 0,-5-6-4 15</inkml:trace>
  <inkml:trace contextRef="#ctx0" brushRef="#br0" timeOffset="5716.34">15001 11103 275 0,'0'0'9'0,"0"0"4"0,0 0 3 0,0-10 3 0,0 10 1 16,0-11 3-16,0 11 1 15,0-11-1-15,0 11-7 16,5-7-4-16,-5 7-3 16,18-11-3-16,-7 9 0 15,10-1-3-15,4 1 1 0,5-3-1 16,7 3 0-16,5 2 1 15,6-3-1-15,9 3 1 16,2-3-1-16,8 1 1 0,5-1 0 16,8-1-1-16,5-4-1 15,-1 4-2-15,3-5 0 16,-5 2 0-16,-5 0 0 16,-13-1 0-16,-11 1 0 0,-12 2 0 15,-11 3 0-15,-7-1 0 16,-14 1 0-16,-9 2 0 15,0 0 0-15,-7 0 0 0,-5 5 0 16,-3-3 0-16,-4 10-10 16,-4-1-28-16,-2 3-47 15,0 4-1-15</inkml:trace>
  <inkml:trace contextRef="#ctx0" brushRef="#br0" timeOffset="6284.48">15029 12000 313 0,'0'0'6'0,"0"0"5"0,0 0 3 15,0 0 2-15,0 0 4 0,4 0 0 16,-4 0-1-16,0 0 2 15,0 0-5-15,16 1-3 16,-7 2-3-16,12 1-3 0,4-4 0 16,12 1-1-16,7-1 0 15,16 0 0-15,9-5-6 16,11 1 0-16,7-2 0 16,5-1 0-16,7 0 0 15,-4-1 0-15,1 2 0 0,-6 0 0 16,-8 1 0-16,-8 3 0 15,-16-1 0-15,-11 0 0 16,-12 1 0-16,-10 2 0 16,-13 0 0-16,-12 0 0 0,10 0 0 15,-10 0 0-15,0 0 0 16,-8 0 0-16,8 0 0 16,-9 0 0-16,9 0 0 15,-11 2 0-15,11-2 0 0,-7 3 0 16,7-3 0-16,0 0-66 15,0 0-27-15</inkml:trace>
  <inkml:trace contextRef="#ctx0" brushRef="#br0" timeOffset="7633.89">9120 11709 404 0,'0'0'6'0,"0"0"2"0,-8-9 3 0,8 9 1 16,-9-10 2-16,9 10 1 15,-15-10 0-15,5 5 0 16,10 5-4-16,-10-3-11 16,10 3 0-16,-13 6 0 0,13-6 0 15,-7 19 0-15,7-8 0 16,0 0 0-16,0-1 0 16,5 4 0-16,-5-14 0 15,20 14 0-15,-5-9 0 0,5-5 0 16,-3-3 0-16,3-2 0 15,-2-5 0-15,-4-1 0 16,2-3 0-16,-9 0 0 0,-5-6 0 16,-2 5 0-16,0 0 0 15,-9 3 0-15,-7 2 0 16,-1 2 0-16,-1 4 0 16,-2 4 0-16,1 7 0 0,-1 4 0 15,2 0 0-15,6 1 0 16,2 4 0-16,5-1 0 15,5-3 0-15,3-5 0 16,9 3 0-16,6-6 0 0,3-1 0 16,7-3 0-16,-3-4 0 15,5-3 0-15,-5-2 0 16,-3 0 0-16,-5-6 0 16,-4 2 0-16,-8 1 0 15,-5 5 0-15,-5-3 0 0,-5 6 0 16,-5-4 0-16,-3 8 0 15,-4 0 0-15,-1 0 0 16,6 8 0-16,-3-4 0 0,8 6 0 16,2-5 0-16,3 5 0 15,7-10 0-15,-6 12 0 16,6-12 0-16,11 13-3 16,-4-9-84-16,5 0-3 0</inkml:trace>
  <inkml:trace contextRef="#ctx0" brushRef="#br0" timeOffset="8617.24">9193 11662 313 0,'0'0'9'0,"0"0"2"0,-3-7 4 0,3 7 5 16,0 0 1-16,-6-10 0 16,6 10 1-16,0 0 0 0,-14-5-6 15,14 5-6-15,-13 3-4 16,3 1-2-16,3 9-2 16,-8-3-2-16,2 7 1 15,-1 1-1-15,-6 2 0 0,2 4 1 16,-6 1 0-16,-3 4-1 15,-6 1 1-15,-5 3 0 16,-4 4-1-16,-9 0 1 16,-2 6-1-16,-4-4 1 0,-5 3-1 15,-2 2 0-15,-4 6 1 16,-2-3-1-16,-1 3 0 16,-5-3-1-16,2 4 1 15,-6 4 0-15,4-3-1 0,-6 4 0 16,-6 2 0-16,7 2 1 15,-1-3 0-15,3-1 0 16,1-1 0-16,2 0-1 0,8-6 1 16,1 1 0-16,7-6 0 15,5 3 0-15,4-7-1 16,3 0 1-16,4-6-1 16,3 1 2-16,7-5-1 15,-1-3 1-15,8-8 0 0,5 2 0 16,-1-6 0-16,5-3 1 15,9-5-1-15,-1 0 0 16,10-7 0-16,-13 7 1 16,13-7-1-16,0 0 0 0,0 0 0 15,0 0 2-15,0 0-3 16,0 0 0-16,0 0 0 16,0 0 0-16,0 0 0 15,0 0 0-15,0 0 0 0,0 0 0 16,0 0 0-16,0 0 0 15,0 0 0-15,0 0 0 16,0 0 0-16,0 0 0 0,0 0 0 16,0 0 0-16,0 0 0 15,0 0-5-15,0 0-13 16,-9-1-30-16,9 1-38 16,0 0-1-16</inkml:trace>
  <inkml:trace contextRef="#ctx0" brushRef="#br0" timeOffset="9367.7">7055 13015 401 0,'0'0'6'0,"0"0"4"0,0 0 2 0,0 0 0 16,0 0 1-16,2 5-1 16,-2-5 1-16,-4 17 0 15,-6-1-5-15,-3 3-5 0,-1 3-1 16,-2 3-1-16,-1 5-1 15,-8 2 1-15,5-2 0 16,-2-1-1-16,0 2 0 16,2-7 1-16,-2 1-1 0,2-5 0 15,4-2 0-15,2-4 0 16,4-4 0-16,10-10-1 16,-13 12 1-16,13-12-1 15,0 0 2-15,7 10-1 0,9-10 3 16,2 0-3-16,1 0 0 15,8-5 0-15,6 0 0 16,1 0 0-16,1-2 0 0,5 0 0 16,-3 1 0-16,0 2 0 15,-2-3 0-15,0 1 0 16,-5 1 0-16,-5 2 0 16,-5-1 0-16,-3 4 0 15,-2-3 0-15,-8 3 0 0,-7 0 0 16,10 0 0-16,-10 0 0 15,0 0 0-15,0 0 0 16,0 0 0-16,-5 0 0 0,5 0 0 16,-7 0 0-16,7 0 0 15,-12 0 0-15,12 0-8 16,-11 10-84-16,2-3-3 16</inkml:trace>
  <inkml:trace contextRef="#ctx0" brushRef="#br0" timeOffset="10166.79">6512 13796 429 0,'0'0'5'0,"0"0"2"0,0 0 1 0,0 0 2 16,-11 1 1-16,11-1 0 0,0 0-1 15,0 0 1-15,0 0-4 16,-5 11-5-16,5-11-2 16,16 6 0-16,-2-5 0 15,11-1 0-15,2 0 0 0,8 0 0 16,5-1 0-16,1-8 0 16,5 4 0-16,-4-5 0 15,-4 6 0-15,-4-2 0 16,-4 2 0-16,-9 1 0 0,-2 3 0 15,-10 0 0-15,-9 0 0 16,11 0 0-16,-11 0 0 16,0 16 0-16,-11-9 0 0,-1 2 0 15,-4 7 0-15,-2 0 0 16,-7 2 0-16,-5 1 0 16,0 1 0-16,-2 5 0 15,-5 0 0-15,2 0 0 16,-3-3 0-16,3 1 0 0,5-4 0 15,9-4 0-15,0 1 0 16,8-9 0-16,13-7 0 16,-9 12 0-16,9-12 0 15,13 0 0-15,4 0 0 0,3-5 0 16,10-5 0-16,0 3 0 16,9-3 0-16,0-2 0 15,7-4 0-15,-4 4 0 16,-3-1 0-16,2 4 0 0,-4 2 0 15,-8-1 0-15,-1 3 0 16,-9 0 0-16,-3 2 0 16,-4 3 0-16,-12 0 0 0,13-2 0 15,-13 2 0-15,0 0 0 16,0 0 0-16,0 0 0 16,0 10 0-16,0-10 0 15,-11 8 0-15,11-8 0 16,-10 0 0-16,-2 0-73 0,12 0-22 15</inkml:trace>
  <inkml:trace contextRef="#ctx0" brushRef="#br0" timeOffset="11316.37">9344 11701 195 0,'0'0'11'0,"0"0"6"0,0 0 5 16,0 0 5-16,0 0 2 0,0 0 0 15,0 0 2-15,0-8 2 0,0 8-8 16,0 0-6-16,0 0-7 16,-13-3-2-16,13 3-3 15,0 0-1-15,3 7-1 16,7-3-1-16,5 4-1 15,7-2 1-15,8 4-1 0,10-1 1 16,10 0 0-16,3-3 0 16,10-1-1-16,1 0 1 15,6-2-4-15,0-3 0 0,-3 0 0 16,2 0 0-16,-7 0 0 16,4-3 0-16,-8-2 0 15,2 0 0-15,-5 3 0 16,-3-2 0-16,1-2 0 0,-9 2 0 15,0 0 0-15,-3 1 0 16,-9 2 0-16,0 1 0 16,-9-3 0-16,-4 3 0 15,-6 0 0-15,-3 0 0 0,-10 0 0 16,9 0 0-16,-9 0 0 16,0 0 0-16,0 0 0 15,0 0 0-15,0 0 0 16,0 0 0-16,0 0 0 0,0 0 0 15,0 0 0-15,0 0 0 16,0 0 0-16,11 0 0 16,-11 0 0-16,0 0 0 15,10 0 0-15,-10 0 0 0,12 0 0 16,-12 0 0-16,18 3 0 16,-6-3 0-16,-2 1 0 15,5-1 0-15,0 3 0 16,-1-3 0-16,4 0 0 0,-1 0 0 15,1 0 0-15,-4 0 0 16,4 0 0-16,-8-3 0 16,5 2 0-16,-3 1 0 15,-5-3 0-15,-7 3 0 16,13 0 0-16,-13 0 0 0,0 0 0 16,0 0 0-16,0 0 0 15,0 0 0-15,0 0 0 16,0 0 0-16,0 0 0 0,0 0 0 15,0 0 0-15,0 0 0 16,-4-7-25-16,4 7-63 16,-16-7-4-16</inkml:trace>
  <inkml:trace contextRef="#ctx0" brushRef="#br0" timeOffset="11801.5">10623 11534 409 0,'0'0'7'0,"0"0"3"0,0 0 2 0,0 0 0 16,0 0-1-16,0 0 2 15,7 5 0-15,-7-5 1 0,16 7-6 16,-7 0-6-16,7 4-2 16,3-4 0-16,4 3 0 15,2 0 0-15,2 0 0 0,3 0 0 16,-2 4 0-16,-4-6 0 16,1 2 0-16,-5-3 0 15,-6 3 0-15,-1 2 0 16,-5 1 0-16,-4 3 0 0,-4 1 0 15,-12 2 0-15,-1 3 0 16,0-3 0-16,-8 6 0 16,-7 0 0-16,7 0 0 15,-4-2 0-15,2-3 0 16,-2-2 0-16,6-4 0 16,-2-2 0-16,8-2 0 0,1 0 0 15,0-5 0-15,12-5 0 16,-13 10 0-16,13-10 0 15,0 0 0-15,0 12-11 0,0-12-76 16,13 0-4-16</inkml:trace>
  <inkml:trace contextRef="#ctx0" brushRef="#br0" timeOffset="12083.68">11391 11531 506 0,'0'0'3'0,"0"0"-1"0,0 0-2 0,0 0 0 0,-10 10 0 16,-1 0 0 0,-3 5 0-16,-3 2 0 0,-3 3 0 15,-5 2 0-15,0 6 0 16,0-3 0-16,6-2 0 15,-1 1 0-15,2-2 0 16,4-5 0-16,4-3 0 0,-1 0 0 16,9 0-22-16,-3-6-62 15,5-8-3-15</inkml:trace>
  <inkml:trace contextRef="#ctx0" brushRef="#br0" timeOffset="12301.7">11157 11583 441 0,'0'0'3'0,"0"0"-1"16,0 0 2-16,0 0 1 0,11 8 2 15,-2 2 0-15,7 4 2 16,1 4 1-16,5-1-2 16,3 5 0-16,5 1-1 15,2-3-7-15,1 2 0 0,-4-5 0 16,1-2 0-16,0-2 0 15,-6-6-5-15,-24-7-78 16,32 12-3-16</inkml:trace>
  <inkml:trace contextRef="#ctx0" brushRef="#br0" timeOffset="13916.51">9163 11678 365 0,'0'0'7'16,"0"0"1"-16,0 0 4 0,0 0 0 16,0-16 3-16,0 9 1 0,0-3 1 15,0 0 1-15,0-7-4 16,0 2-2-16,1-2-2 16,2-1-5-16,0-4-5 15,-1 2 0-15,3-7 0 16,-3 0 0-16,1-8 0 0,-3 1 0 15,2-5 0-15,1-4 0 16,-3-5 0-16,3-1 0 16,-3 0 0-16,0-4 0 15,0 2 0-15,0 1 0 0,0 3 0 16,0 2 0-16,0 0 0 16,0 1 0-16,0 4 0 15,0 1 0-15,0-1 0 0,0 1 0 16,0 0 0-16,0-1 0 15,0-1 0-15,-3 4 0 16,3-2 0-16,0 2 0 16,0 2 0-16,0 0 0 0,0 3 0 15,-3 3 0-15,3 1 0 16,0-1 0-16,-2 1 0 16,-1 1 0-16,1-3 0 15,0 3 0-15,-1-5 0 0,-2 5 0 16,2-6 0-16,-1 4 0 15,-2-3 0-15,-1 1 0 16,0 4 0-16,0-5 0 0,-1 5 0 16,0-3 0-16,1 3 0 15,0-2 0-15,2 4 0 16,-5-3 0-16,5 6 0 16,0-3 0-16,0 3 0 15,3 7 0-15,2-4 0 0,-3 6 0 16,3-2 0-16,0 5 0 15,0-2 0-15,0 12 0 16,0-13 0-16,0 13 0 16,0-10 0-16,0 10 0 0,0 0 0 15,0 0 0-15,0 0 0 16,0 0 0-16,0 0 0 16,0 0 0-16,0 0 0 15,0 0 0-15,0 0 0 0,0 0 0 16,0 0 0-16,0 0 0 15,0 10 0-15,0 0 0 16,0 5 0-16,-3 5 0 0,0 2 0 16,-4 5 0-16,2 1 0 15,-2 4 0-15,-3-3 0 16,0 4 0-16,-2-5 0 16,1-2 0-16,2-3 0 15,2-2 0-15,-1-5 0 0,3-4 0 16,0-2 0-16,5-10 0 15,-5 7 0-15,5-7 0 16,0 0 0-16,0-7 0 0,0-6 0 16,5-6 0-16,0-6 0 15,3-5 0-15,1-2 0 16,1-7 0-16,3 2 0 16,1-4 0-16,-1 5 0 15,-1 1 0-15,0 8 0 0,-1 2 0 16,-1 8 0-16,-5 4 0 15,2 2 0-15,-7 11 0 16,8-1 0-16,-8 1 0 0,12 12 0 16,-2 2 0-16,0 4 0 15,5 2 0-15,-1 4 0 16,4 0 0-16,2 0 0 16,0-2 0-16,-3 2 0 0,6-3 0 15,-3-9 0-15,2 8 0 16,-7-10-7-16,-8-2-82 15,16-8-4-15</inkml:trace>
  <inkml:trace contextRef="#ctx0" brushRef="#br0" timeOffset="14909.85">11729 11729 455 0,'0'0'5'0,"0"0"2"0,0 0 1 15,0 0 1-15,-7-3 1 16,7 3 0-16,-11 3-3 16,11-3-7-16,-17 20 0 15,8-5 0-15,1-1 0 0,0 7 0 16,1-1 0-16,5 0 0 16,2-3 0-16,0-2 0 15,2-3 0-15,8-5 0 0,-1-7 0 16,9 0 0-16,-3-4 0 15,0-10 0-15,-1 0 0 16,-1-3 0-16,-3-3 0 0,-5-2 0 16,-5-1 0-16,-5 4 0 15,-5 5 0-15,-6-4 0 16,3 8 0-16,-8 4 0 16,4 5 0-16,0 1 0 15,5 1 0-15,12-1-71 0,-9 6-20 16</inkml:trace>
  <inkml:trace contextRef="#ctx0" brushRef="#br0" timeOffset="15483.79">8921 8782 424 0,'0'0'7'0,"0"0"2"0,0 0 2 0,-10-10 1 15,10 10-1-15,0 0 0 0,0 0 2 16,0 0 0-16,3 12-13 15,4 0 0-15,3 4 0 16,6 1 0-16,0 0 0 0,5 3 0 16,-2 0 0-16,1-3 0 15,5 0-3-15,-8-7-37 16,6 0-43-16,-3-3-4 16</inkml:trace>
  <inkml:trace contextRef="#ctx0" brushRef="#br0" timeOffset="15699.72">9182 8710 445 0,'0'0'5'16,"0"0"1"-16,0 0 1 0,-7-3 0 15,7 3 1-15,-11 12 0 16,7 6 1-16,-2 7 0 16,2 7-4-16,-4 7-3 15,-1 9-2-15,1 3 0 16,-2 2 0-16,3-1 0 0,0-2 0 15,-4-6 0-15,6-1 0 16,-4-14 0-16,6 0-21 16,1-4-62-16,2-13-2 15</inkml:trace>
  <inkml:trace contextRef="#ctx0" brushRef="#br0" timeOffset="16000.62">9289 8913 448 0,'0'0'5'0,"0"0"0"16,0 0 1-16,0 7 0 15,0-7 0-15,-7 20 0 16,-1-5 0-16,3 5 1 0,0-1-6 16,3 1 0-16,2 0 0 15,2 0 0-15,5-5 0 16,9-5 1-16,3-5-1 15,1-5 1-15,3 0 1 0,-4-8 0 16,4-1-3-16,-5-7 0 16,-4 2 0-16,-9-1 0 15,-5 0 0-15,-5 5 0 0,-14-2 0 16,1 12 0-16,-9-3-5 16,-13 11-79-16,13 6-2 15</inkml:trace>
  <inkml:trace contextRef="#ctx0" brushRef="#br0" timeOffset="16785.62">7202 14158 445 0,'0'0'5'0,"0"0"2"0,-7-9 1 15,7 9 0-15,-11 0 0 16,11 0 0-16,-14 0 1 0,14 0-1 16,-12 20-3-16,8-5-5 15,2 5 0-15,2-8 0 16,0 8 0-16,6-3 0 15,3-4 0-15,8-6 0 16,1-3 0-16,2-4 0 0,2-11 0 16,-2-2 0-16,-2-4 0 15,-6-7 0-15,-5 1 0 16,-5-1 0-16,-6 0 0 16,-13 8 0-16,-8 6 0 0,-7 10 0 15,2 0-40-15,-13 20-48 16,-4 7-3-16</inkml:trace>
  <inkml:trace contextRef="#ctx0" brushRef="#br1" timeOffset="22768.78">13833 11487 315 0,'0'0'8'0,"0"0"2"0,0 0 3 15,0 0 2-15,0 0 4 0,3 2 1 16,-3-2 1-16,0 0-1 16,0 0-5-16,-8 10-4 15,8-10-2-15,-12 15-3 16,8-5-1-16,-5 5-3 15,2-3 0-15,5 3-1 0,-1-3 0 16,3 1 0-16,0-7 0 16,0-6 0-16,10 11 1 15,5-11 1-15,-5 0 0 0,2-2 0 16,3-7 1-16,0 3-4 16,-4-4 0-16,-2-3 0 15,-2 1 0-15,-2 0 0 16,-5-1 0-16,0 1 0 0,-2 5 0 15,2 7 0-15,-15-13 0 16,6 11 0-16,-7 2 0 16,2 2 0-16,1 3 0 15,-2 3 0-15,0 1 0 0,2 1 0 16,4 3 0-16,4-4 0 16,5 4 0-16,0-3 0 15,0-10 0-15,14 10 0 16,1-5 0-16,6-5 0 15,-6 0 0-15,9 0 0 0,-4-5 0 16,1-3 0-16,-7 3 0 16,-2-4 0-16,-1 1 0 15,-9-2 0-15,-2 10 0 0,-2-18 0 16,-11 11 0-16,1 5 0 16,-9 0 0-16,5 2 0 15,-10 0 0-15,9 4 0 16,-3 3 0-16,3 2 0 0,6-2 0 15,2-3 0-15,9-4 0 16,0 0 0-16,8 8 0 16,4-8 0-16,3-5 0 15,2 0 0-15,-2-2 0 0,0 2 0 16,-2-1 0-16,-13 6 0 16,12-4 0-16,-12 4-85 15,0 0-2-15</inkml:trace>
  <inkml:trace contextRef="#ctx0" brushRef="#br1" timeOffset="24068.86">13898 11553 292 0,'0'0'8'0,"0"0"4"0,0 0 4 0,0 0 1 0,0 0 3 16,0 0 4-16,-7-9-2 15,7 9 1-15,0 0-6 16,0 0-5-16,0 0-3 0,0 0-3 15,0 0-2-15,0 0-2 16,0 0 1-16,0 0-1 16,4 0 0-16,7 0 1 0,3 0 1 15,2 0 0 1,3 0 0-16,1 0 1 0,4 0-5 16,2 0 0-16,1-3 0 15,3 1 0-15,4 0 0 16,2-4 0-16,-1 3 0 15,-6 1 0-15,6-3 0 0,-5 5 0 16,-3-2 0-16,-5 2 0 16,-2 0 0-16,-4 0 0 15,-2 0 0-15,-4 0 0 0,-10 0 0 16,15 0 0-16,-15 0 0 16,0 0 0-16,0 0 0 15,7 0 0-15,-7 0 0 16,0 0 0-16,0 0 0 0,0 0 0 15,0 0 0-15,0 0 0 16,0 0 0-16,0 0 0 16,0 0 0-16,0 0 0 15,0 0 0-15,0 0 0 0,0 0 0 16,0 0 0-16,0 0 0 16,0 0 0-16,0 0 0 15,0 0 0-15,0 0 0 16,0 0 0-16,0 0 0 0,0 0 0 15,0 0 0-15,0 0 0 16,-4 0 0-16,4-22-61 16,0 22-29-16</inkml:trace>
  <inkml:trace contextRef="#ctx0" brushRef="#br1" timeOffset="24883.89">14281 11365 344 0,'0'0'7'0,"0"0"4"0,0 0 4 15,0-8 2-15,0 8 1 0,0 0 2 16,0 0 0-16,-2-10 0 16,2 10-5-16,0 0-4 15,0 0-4-15,0 0-1 16,0 0-6-16,0 0 0 0,0 9 0 15,0-9 0-15,7 9 0 16,0 1 0-16,4-3 0 16,2 6 0-16,6-3 0 15,0 3 0-15,4-5 0 0,-2 3 0 16,0-4 0 0,4 3 0-16,0-2 0 0,-5-2 0 15,-3-2 0-15,-2 0 0 16,-3-1 0-16,-12-3 0 15,12 0 0-15,-12 0 0 0,0 0 0 16,0 0 0-16,0 0 0 16,0 0 0-16,0 0 0 15,0 0 0-15,-5 10 0 16,5-10 0-16,-16 12 0 16,3-1 0-16,1-2 0 0,-4 7 0 15,2-2 0-15,-4 8 0 16,1-4 0-16,-1 5 0 0,6-4 0 15,-3 1 0-15,3-3 0 16,2-4 0-16,2 1 0 16,1-3 0-16,7-11 0 15,-8 11 0-15,8-11 0 16,0 0 0-16,0 0 0 0,-2 7 0 16,2-7 0-16,0 0 0 15,0 0 0-15,0 0 0 16,0 0 0-16,0 0 0 15,0 0 0-15,0 0 0 0,0 0 0 16,0 0 0-16,0 0 0 16,0 0 0-16,0 0 0 15,0 0 0-15,0 0 0 16,0 0 0-16,0 0 0 0,0 0 0 16,0-4-63-16,0 4-29 15</inkml:trace>
  <inkml:trace contextRef="#ctx0" brushRef="#br1" timeOffset="26433.89">14375 11980 386 0,'0'0'6'0,"0"0"3"0,0 0 3 0,-2-10 2 0,2 10 1 0,0 0 2 16,0 0-1-16,-5-10 1 0,5 10-6 15,0 0-3-15,0 0-8 16,0 0 0-16,10 0 0 16,-1 0 0-16,3 0 0 15,6 0 0-15,2 0 0 16,1 0 0-16,3 0 0 0,-4-2 0 16,0-1 0-16,-5 3 0 15,-6 0 0-15,2-2 0 16,-11 2 0-16,0 0 0 15,0 0 0-15,5 9 0 0,-5 1 0 16,-10 1 0-16,-1 3 0 16,-3 1 0-16,-4 2 0 15,-3 3 0-15,-2 0 0 0,-5 0 0 16,3-1 0-16,0 4 0 16,0-7 0-16,1 2 0 15,2-2 0-15,1-2 0 16,7-4 0-16,-2 0 0 15,7 0 0-15,9-10 0 0,-10 10 0 16,10-10 0-16,0 0 0 16,0 6 0-16,0-6 0 15,12 4 0-15,-2-4 0 0,5 0 0 16,0 0 0-16,3 0 0 16,-1 0 0-16,5 0 0 15,-4 0 0-15,5 0 0 16,-7-4 0-16,7 3 0 15,0-2 0-15,-5 3 0 0,6-2 0 16,-4 0 0-16,-1-1 0 16,-4 3 0-16,2-2 0 15,-4-1 0-15,-6 3 0 0,-7 0 0 16,10 0 0-16,-10 0 0 16,0 0 0-16,0 0 0 15,0 0 0-15,0 0 0 16,0 0 0-16,0 0 0 0,0 0 0 15,0 0 0-15,0 0 0 16,0 0 0-16,0 0 0 16,0 0 0-16,0 0 0 15,0 0 0-15,0 0 0 0,0 0 0 16,0 0 0-16,0 0 0 16,0 0 0-16,0 0 0 15,0 0 0-15,0 0 0 16,0 0 0-16,0 0 0 15,0 0 0-15,0 0 0 0,0 0 0 16,0 0 0-16,0 0 0 16,0 0 0-16,0 0 0 15,0 0 0-15,0 0 0 0,0 0 0 16,0 0 0-16,0 0 0 16,0 0 0-16,0 0 0 15,0 0 0-15,0 0 0 16,0 0 0-16,0 0 0 15,0 0 0-15,0 0 0 0,-12-5-67 16,12 5-26-16</inkml:trace>
  <inkml:trace contextRef="#ctx0" brushRef="#br1" timeOffset="29368.18">13803 11462 254 0,'0'0'5'0,"0"0"4"0,9 0 2 16,-9 0 2-16,0 0 2 0,9 0 3 15,-9 0 2-15,7 2 4 16,-7-2-5-16,0 0-1 16,0 0-1-16,10-2-2 15,-10 2-2-15,6-11-1 16,-6 11-2-16,5-11-3 0,-5 11 0 15,2-18-1-15,-2 8-1 16,2 1 0-16,-2-4 0 16,3-2-2-16,2 4-3 15,-5-3 0-15,0 3 0 0,2-2 0 16,0 1 0-16,-2 1 0 16,0-1 0-16,0 4 0 15,0 1 0-15,0-3 0 16,0 10 0-16,0-17 0 0,0 17 0 15,0-15 0-15,0 5 0 16,0 10 0-16,0-15 0 16,0 5 0-16,0 0 0 0,0 0 0 15,0 0 0-15,0 0 0 16,0 1 0-16,0 2 0 16,0-4 0-16,0 11 0 15,0-17 0-15,-2 9 0 16,2-1 0-16,0 9 0 0,0-16 0 15,0 16 0-15,0-14 0 16,0 14 0-16,2-17 0 16,-2 7 0-16,0 2 0 0,0-4 0 15,3-1 0-15,-3 1 0 16,3 0 0-16,-3-1 0 16,0-4 0-16,3 7 0 15,-3-2 0-15,0-1 0 16,2 1 0-16,-2-1 0 0,0 3 0 15,0-2 0-15,0 2 0 16,0 1 0-16,0-1 0 16,0-2 0-16,-2-1 0 0,-1 1 0 15,3-1 0-15,-3 1 0 16,3-1 0-16,-3 1 0 16,1-1 0-16,0 3 0 15,2-2 0-15,0 0 0 0,0-1 0 16,-3 4 0-16,3-4 0 15,0 1 0-15,0-1 0 16,0 3 0-16,0 0 0 16,0 0 0-16,0-2 0 15,0 2 0-15,0 0 0 0,0 1 0 16,-2-4 0-16,2 1 0 16,0-1 0-16,0-2 0 15,0 3 0-15,0 0 0 16,0 2 0-16,0-3 0 0,2 1 0 15,1 2 0-15,-3-2 0 16,0 2 0-16,2-3 0 16,-2 6 0-16,2-3 0 0,-2 0 0 15,0 0 0-15,0 10 0 16,0-20 0-16,0 10 0 16,0 0 0-16,0 0 0 15,0-2 0-15,0 0 0 0,0 2 0 16,0 3 0-16,0 7 0 15,0-15 0-15,0 15 0 16,0-10 0-16,0 10 0 16,0 0 0-16,-2-7 0 15,2 7 0-15,0 0 0 0,0 0 0 16,0-12 0-16,0 12 0 16,0 0 0-16,0 0 0 15,0-11 0-15,0 11 0 16,0 0 0-16,0 0 0 0,-2-10 0 15,2 10 0-15,0 0 0 16,0-7 0-16,0 7 0 16,0 0 0-16,0-15 0 0,0 15 0 15,0-10 0-15,0 10 0 16,-3-9 0-16,3 9 0 16,0-13 0-16,0 13 0 15,0-11 0-15,0 11 0 0,0-9 0 16,0 9 0-16,0-10 0 15,0 10 0-15,0 0 0 16,0-7 0-16,0 7 0 16,0 0 0-16,0 0 0 0,0 0 0 15,0 0 0-15,-2-11 0 16,2 11 0-16,0 0 0 16,0 0 0-16,0 0 0 15,0 0 0-15,0 0 0 16,0 0 0-16,0 0 0 0,0 0 0 15,0 0 0-15,0 0 0 16,0 0 0-16,0 0 0 16,0 0 0-16,0 0 0 0,0 0 0 15,0 0 0-15,0 0 0 16,0 0 0-16,5 11-57 16,-5-11-35-16</inkml:trace>
  <inkml:trace contextRef="#ctx0" brushRef="#br1" timeOffset="30128.18">13771 10211 319 0,'0'0'10'0,"0"0"3"0,0 0 3 0,0 0 2 0,0 0 1 15,0 0-1-15,0 0 1 16,0 0-1-16,-9 13-8 0,9 3-3 15,0 9-2-15,0 7 0 16,0 8-1-16,0 5 0 16,0 7-1-16,0 5 1 0,2 2-1 15,0 0 0-15,3 1-2 16,-5-1-1-16,3 2 0 16,-3-7 0-16,0 3 1 15,0-6 0-15,0-1 1 16,-3-3-1-16,1-6 0 15,2 0 0-15,-3-3 1 0,3-7-1 16,0 2 1-16,0-3-2 16,-2-3 0-16,2-2 0 0,0 0 0 15,0-4 0-15,0 1 0 16,0-1 0-16,0-2 0 16,0-1 0-16,-2 0 0 15,2-4 0-15,0 1 0 16,0-3 0-16,0 1 0 0,0-4 0 15,0 1 0-15,0 0 0 16,0-10 0-16,0 17 0 16,0-17 0-16,0 10 0 0,0-10 0 15,0 0 0-15,0 0 0 16,0 0-9-16,0 0-6 16,-5-4-31-16,2-7-38 15,1-3 0-15</inkml:trace>
  <inkml:trace contextRef="#ctx0" brushRef="#br1" timeOffset="31020.02">13739 10159 381 0,'0'0'7'0,"0"0"2"0,0 0 2 0,5-12 3 16,-5 12 0-16,6-10 2 0,-6 10 1 16,7-13 0-16,-7 13-5 15,0 0-3-15,0 0-5 16,0 0-4-16,0 13 0 15,-7 1 0-15,-2 4 0 0,-3 6 0 16,-6 4 0-16,-1 1 0 16,-3 3 0-16,1 1 0 15,0-5 0-15,0-2 0 0,1-1 0 16,6-7 0-16,1-4 0 16,6-3 0-16,7-11 0 15,-10 12 0-15,10-12 0 16,0 0 0-16,0 0 0 0,2-7 0 15,10-3 0-15,-1-5 0 16,3-3 0-16,7-2 0 16,4-5 0-16,-4-4 0 15,9-1 0-15,-3-4 0 0,1 1 0 16,-3 1 0-16,-5-1 0 16,-3 7 0-16,1 1 0 15,-11 6 0-15,0 2 0 16,-4 9 0-16,-3 8 0 15,2-13 0-15,-2 13 0 0,0 0 0 16,0 0 0-16,0 0 0 16,0 0 0-16,0 10 0 15,0 1 0-15,3 6 0 0,-3-1 0 16,3 7 0-16,7 4 0 16,-6-3 0-16,8 4 0 15,2-3 0-15,-5 0 0 16,7-4 0-16,-4 2 0 0,2-3 0 15,-1-2 0-15,-1-7 0 16,-5 3 0-16,1-7 0 16,-8-7 0-16,12 12 0 15,-12-12 0-15,0 0 0 0,14 5 0 16,-14-5 0-16,0 0 0 16,0 0 0-16,0 0 0 15,0 0-5-15,7-5-86 16,-7 5-1-16</inkml:trace>
  <inkml:trace contextRef="#ctx0" brushRef="#br1" timeOffset="31969.8">13779 9654 144 0,'0'0'-2'0,"0"0"-17"15,0 0-7-15,0 0-17 0</inkml:trace>
  <inkml:trace contextRef="#ctx0" brushRef="#br1" timeOffset="32383.95">13779 9654 375 0,'-17'-28'9'16,"17"28"3"-16,0 0 1 15,0 0 0-15,0 0 1 0,0 0 1 16,0 11 0-16,0-11 2 16,14 12-7-16,-2-5-3 15,3 0-2-15,10 4 1 16,-2 1-6-16,7-2 0 16,-3 0 0-16,6-1 0 0,-4 0 0 15,0-5 0-15,-6 0 0 16,0 1 0-16,-6 1 0 15,-2-2 0-15,-5-1 0 16,0 0 0-16,-10-3 0 0,9 4 0 16,-9-4 0-16,0 0 0 15,0 0 0-15,0 0 0 0,0 0 0 16,5 13 0-16,-5-13 0 16,0 0-2-16,-12 0-83 15,3 0-3-15</inkml:trace>
  <inkml:trace contextRef="#ctx0" brushRef="#br1" timeOffset="32685.53">13968 9525 414 0,'0'0'7'0,"0"0"4"0,0 0 1 16,0 0 0-16,0 0 0 15,0 0 1-15,0 0 1 16,7 12 0-16,-7 1-12 0,0 6-2 16,-5 6 0-16,1 5 0 15,-5 4 0-15,-1 1 0 16,4 3 0-16,-10-4 0 0,7-5 0 16,-3-4 0-16,3 0 0 15,2-10 0-15,2-2 0 16,1-3 0-16,4-10 0 15,0 14 0-15,-3-6-45 16,3-8-41-16,7 0-2 0</inkml:trace>
  <inkml:trace contextRef="#ctx0" brushRef="#br1" timeOffset="33667.43">13736 11539 295 0,'0'0'7'0,"0"0"5"0,0 0 4 16,0 0 1-16,0 0 1 0,0 0 1 16,0 0 0-16,-4 0 0 15,4 0-6-15,-15 12-5 16,4 1-3-16,0-1-3 16,-5 5 1-16,-1 5-2 0,-3 3 1 15,-3 3-2-15,-1 4 1 16,-5 1 0-16,-4 8 0 15,-2 1 2-15,-5 3 0 16,-2 2 0-16,-5 3 2 16,0 1 0-16,-3 4 0 15,3-3 0-15,-1-3 0 0,1 1 0 16,5-6-1-16,3-1-1 16,2-1-1-16,4-8 0 15,3 2 0-15,1-4-2 0,4-3 0 16,-1-4 0-16,4 0 0 15,0-3 0-15,4-3 0 16,1-3 0-16,2-1 0 0,6-9 0 16,9-6 0-16,-16 13 0 15,16-13 0-15,0 0 0 16,0 0 0-16,0 0 0 16,0 0 0-16,0 0 0 0,0 0-3 15,0 0-7-15,0 0-9 16,-2-7-32-16,2 7-34 15,3-12-1-15</inkml:trace>
  <inkml:trace contextRef="#ctx0" brushRef="#br1" timeOffset="34184.11">12812 12356 412 0,'0'0'7'0,"0"0"3"16,3-7 2-16,-3 7 2 15,2-10 2-15,-2 10 0 0,5-7-1 16,-5 7-6-16,0 0-9 15,0 5 0-15,0 11 0 16,-3 7 0-16,-1 7 0 16,-1 0 0-16,0 4 0 0,-2 1 0 15,-1-3 0-15,0-3 0 16,1-4 0-16,2-2 0 16,1-9 0-16,-5 2 0 15,7-7 0-15,2-9 0 0,-5 11 0 16,5-11 0-16,0 0 0 15,0 0 0-15,7 2 0 16,6-4 0-16,4-6 0 0,1 0 0 16,2 1 0-16,4-3 0 15,-1 0 0-15,-3 3 0 16,-5 0 0-16,0 2 0 16,-5 2 0-16,-10 3 0 15,12 0 0-15,-12 0 0 0,0 0 0 16,0 0 0-16,3 4 0 15,-3-4-16-15,14 13-69 16,-14-13-3-16</inkml:trace>
  <inkml:trace contextRef="#ctx0" brushRef="#br1" timeOffset="35817.73">12462 13028 388 0,'0'0'7'0,"0"0"3"0,0 0 3 15,-5-10 3-15,5 10 1 16,0 0 0-16,0 0 0 0,-8-10 0 16,8 10-8-16,0 0-9 15,0 7 0-15,0-7 0 16,16 18 0-16,-7-6 0 15,4 2 0-15,2 2 0 0,3-4 0 16,-2 3 0-16,2-3 0 16,-1 3 0-16,-2-5 0 15,0-2 0-15,-2-2 0 16,-4 0 0-16,-9-6 0 0,16 7 0 16,-16-7 0-16,0 0 0 15,0 0 0-15,10 11 0 16,-10-11 0-16,0 0 0 15,0 0 0-15,0 0 0 0,0 0-24 16,0 0-62-16,4-6-4 16</inkml:trace>
  <inkml:trace contextRef="#ctx0" brushRef="#br1" timeOffset="36168.76">12720 13008 377 0,'0'0'9'0,"0"0"4"16,0 0 3-16,0 0 1 15,0 0 1-15,0 0 0 16,3 4 1-16,-3 6 0 16,-3 3-14-16,-4 7-5 0,-3 2 0 15,-3 8 0-15,1 4 0 16,-5 3 0-16,0 3 0 15,-4 3 0-15,4-2 0 16,-5-2 0-16,2 2 0 0,-3-4 0 16,4-4 0-16,-1-4 0 15,5-9 0-15,2 0 0 16,1-8 0-16,2 1 0 16,10-13 0-16,-8 9 0 0,8-9 0 15,0 0 0-15,0 0 0 16,0 0 0-16,0 0 0 15,-2-16-56-15,2 16-34 0</inkml:trace>
  <inkml:trace contextRef="#ctx0" brushRef="#br1" timeOffset="40183.48">14353 9760 451 0,'0'0'5'0,"0"0"2"0,0 0 2 0,0 0 3 15,0 0 1-15,0 0 1 16,0 0-14-16,0 0 0 15,0 0 0-15,0 0 0 0,0 0 0 16,-8 10 0-16,8 0 0 16,-2 4 0-16,0 4 0 15,-1 7 0-15,-2 0 0 16,5 1 0-16,-3-1 0 16,3 0 0-16,0 0 0 0,0-6 0 15,0-2 0-15,0-4 0 16,0-13 0-16,0 13 0 15,0-13 0-15,0 0 0 16,0 0 0-16,0 0 0 0,0 0 0 16,0 0 0-16,0 0 0 15,0-7 0-15,0 7 0 16,0-11 0-16,0 11 0 16,0-8 0-16,0 8 0 0,0 0 0 15,0 0 0-15,0 0 0 16,0-9 0-16,8 7-13 15,-8 2-79-15,10 0-4 0</inkml:trace>
  <inkml:trace contextRef="#ctx0" brushRef="#br1" timeOffset="41183.76">12920 13258 352 0,'0'0'7'0,"0"0"4"0,0-11 4 16,0 11 0-16,-10-7 3 15,10 7 2-15,-3-14 0 16,3 14 2-16,-5-10-6 0,5 10-3 16,0 0-11-16,0 0-2 15,0 0 0-15,-3 14 0 16,3 3 0-16,0 4 0 16,0-2 0-16,0 6 0 15,0 0 0-15,0 3 0 0,0-9 0 16,0 1 0-16,3-5 0 15,-3-6 0-15,0-9 0 16,2 13 0-16,-2-13 0 0,0 0 0 16,0 0 0-16,0 0 0 15,0 0 0-15,0-7 0 16,0-3 0-16,0-5 0 0,-2 0 0 16,-1-4 0-16,1 2 0 15,0 0 0-15,-1 6 0 16,1 1 0-16,2 10 0 15,0-15-3-15,-13 15-85 16,13 0-3-16</inkml:trace>
  <inkml:trace contextRef="#ctx0" brushRef="#br1" timeOffset="41934.07">14768 12304 430 0,'0'0'8'0,"0"0"1"0,0-10 3 0,0 10 3 15,0 0 1-15,-2-10 1 0,2 10-13 16,0 0-4-16,0 0 0 15,-8 5 0-15,5 10 0 16,-2 3 0-16,1 6 0 0,1 1 0 16,-2 5 0-16,3 0 0 15,0-3 0-15,-4 0 0 16,6-4 0-16,0-6 0 16,0-1 0-16,0-5 0 0,0-11 0 15,0 12 0-15,0-12 0 16,0 0 0-16,0 0 0 15,0 0 0-15,13 0 0 16,-13 0-69-16,9-10-21 16</inkml:trace>
  <inkml:trace contextRef="#ctx0" brushRef="#br2" timeOffset="76168.33">16212 11403 159 0,'0'0'6'0,"0"0"6"0,0 0 6 15,0 0 3-15,-4-10 4 16,4 10 2-16,0 0 2 16,0 0 1-16,-9-8-2 0,9 8-3 15,0 0-2-15,0 0-4 16,-10-3-1-16,10 3-3 16,0 0-1-16,0 0-2 0,-10 0-3 15,10 0-2-15,0 0-3 16,-5 11-1-16,5-11-1 15,0 15-1-15,0-5 0 16,0-10 0-16,2 16 1 0,-2-16-2 16,16 13 0-16,-4-10 0 15,-2-2 0-15,0-1 0 16,2 0 0-16,1 0 0 16,-3-4 0-16,-10 4 0 15,12-14 0-15,-9 1 0 0,-3 3 0 16,0 0 0-16,-6 0 0 15,6 10 0-15,-19-12 0 16,6 12 0-16,-1 0 0 16,0 2 0-16,2 8 0 0,3-3 0 15,-2 4 0-15,9-1 0 16,2 2 0-16,0-2 0 16,5-3 0-16,5 0 0 15,5-2 0-15,0-2 0 0,2-3 0 16,1 0 0-16,2-3 0 15,-8-5 0-15,2 0 0 16,-3-2 0-16,-6-3 0 0,-3 1 0 16,-2-1 0-16,-2 3 0 15,-8 3 0-15,-5 1 0 16,0 6 0-16,0 0 0 16,-5 0 0-16,5 6 0 0,1 1 0 15,6 3 0-15,-4-2 0 16,-13-1-80-16,25-7-8 15</inkml:trace>
  <inkml:trace contextRef="#ctx0" brushRef="#br2" timeOffset="77998.5">16266 11364 228 0,'0'0'7'0,"0"0"5"0,0 0 5 0,0 0 2 16,-7 0 3-16,7 0 2 15,0 0 0-15,0 0 2 16,0 0-6-16,0 0-6 16,0 0-4-16,0 0-4 0,0 0-2 15,0 0-2-15,0 0-1 16,2 1 1-16,-2-1-2 15,20 5 1-15,-5-5 1 16,5 2 0-16,3-2 0 0,6 0 0 16,1 0 0-16,5 0 0 15,2-2 0-15,2 2-1 16,4-2 0-16,-3-1 0 16,4 3 0-16,-1-1-1 0,-4 1 1 15,3 0 0-15,-1-4-1 16,-4 4 0-16,0-3 1 15,0 3-1-15,-3-1 0 16,-1-2 0-16,2 0 0 0,-2 0 0 16,-1-1 1-16,-2 1-1 15,0-1 0-15,-4 1 0 16,1 1 1-16,1-3-1 16,-3 1 1-16,-5 0 0 0,2 2 1 15,-2 0 0-15,-2-1 0 16,-6 0 0-16,3 1 0 15,-3 2 0-15,-2-3 0 16,3 3 0-16,-8 0-1 0,-5 0 0 16,14 0 1-16,-14 0-1 15,13 0 0-15,-13 0 1 16,10 0-1-16,-10 0 1 16,9 0-1-16,-9 0 1 0,11 0 0 15,-11 0-1-15,12 0 0 16,-12 0 1-16,10 0-1 15,-10 0 0-15,0 0 0 16,10 3 0-16,-10-3 0 0,0 0 0 16,0 0 0-16,0 0 0 15,10 0 0-15,-10 0 1 16,0 0-2-16,10 0 0 0,-10 0 0 16,13-3 0-16,-13 3 0 15,14-2 0-15,-1-1 0 16,-1 1 0-16,-2 2 0 15,3-3 0-15,-1 1 0 16,-2 0 0-16,4 0 0 0,-1 2 0 16,-5-4 0-16,2 2 0 15,-10 2 0-15,14-3 0 16,-14 3 0-16,11 0 0 16,-11 0 0-16,0 0 0 0,9-2 0 15,-9 2 0-15,0 0 0 16,0 0 0-16,0 0 0 15,0 0 0-15,7-3 0 16,-7 3 0-16,0 0 0 0,0 0 0 16,0 0 0-16,0 0 0 15,0 0 0-15,0 0-8 16,-9-2-18-16,-2 2-57 16,11 0-3-16</inkml:trace>
  <inkml:trace contextRef="#ctx0" brushRef="#br2" timeOffset="78535.49">17441 11095 392 0,'0'0'6'0,"0"0"3"0,0 0 2 0,0 0 1 0,0 0 0 0,0 0 0 16,0 0 0-16,6 8 0 15,-6-8-4-15,6 7-4 16,-6-7-1-16,20 15-1 16,-4-5 0-16,4 0 1 15,1 0 0-15,7 0-1 0,-1 0 1 16,3-6 0-16,-2 1-3 15,-3 0 0-15,-3-1 0 16,-2-3 0-16,-5 2 0 0,-3-1 0 16,-12-2 0-16,10 10 0 15,-10-10 0-15,0 13 0 16,0-3 0-16,-8 4 0 0,1 4 0 16,-6 1 0-16,-1 4 0 15,-7 2 0-15,5 0 0 16,-7-1 0-16,3 4 0 15,-4-6 0-15,6-1 0 16,0 0 0-16,4-4 0 0,2-5 0 16,1-1 0-16,11-11 0 15,-10 12 0-15,10-12 0 16,0 0 0-16,0 0 0 16,0 0 0-16,0 0 0 15,0 0 0-15,0 0 0 0,5-10 0 16,8 8-15-16,4-9-69 15,-5-1-4-15</inkml:trace>
  <inkml:trace contextRef="#ctx0" brushRef="#br2" timeOffset="79350.59">17993 11246 434 0,'0'0'5'0,"0"0"2"0,0 0 2 0,0 0 2 16,-12-2 0-16,12 2 1 16,0 0 0-16,-10-2-2 15,10 2-10-15,0 0 0 0,0 0 0 16,0 0 0-16,7 0 0 15,10 0 0-15,1 0 0 16,7 0 0-16,1 0 0 16,5-3 0-16,-1-2 0 0,2 3 0 15,-4-1 0-15,-7-2 0 16,-4 5 0-16,-4 0 0 16,0 0 0-16,-13 0 0 15,5 8 0-15,-7 2 0 0,-9 4 0 16,-1 3 0-16,-6 3 0 15,1 3 0-15,-10 0 0 16,2 2 0-16,-10 1 0 0,5-1 0 16,-2 3 0-16,2-7 0 15,5-1 0-15,0 0 0 16,6-7 0-16,1-2 0 16,11 0 0-16,7-11 0 15,-3 9 0-15,3-9 0 0,10 5 0 16,8-5 0-16,-4 0 0 15,7-5 0-15,6 3 0 16,-2-5 0-16,5-1 0 16,-3 3 0-16,2 0 0 0,1 3 0 15,0-3 0-15,-5 3 0 16,0-1 0-16,-7 3 0 16,-4 0 0-16,-4 0 0 15,-10 0 0-15,13 0 0 0,-13 0 0 16,0 0 0-16,0 0 0 15,0 0 0-15,0 0 0 16,0 0 0-16,0 0 0 0,0 0 0 16,-5 0 0-16,5 0-14 15,0 0-74-15,0-10-4 16</inkml:trace>
  <inkml:trace contextRef="#ctx0" brushRef="#br2" timeOffset="79801.64">18514 11548 507 0,'0'0'4'15,"0"0"-4"-15,0 0 0 0,0 0 0 0,-7-4 0 0,7 4 0 16,0-10 0-16,0 10 0 15,0-10 0-15,0 10 0 16,16-10 0-16,-7 8 0 16,0-1 0-16,5 3 0 0,3 0 0 15,-2 0 0-15,-3 5 0 16,0 2 0-16,-4 3 0 16,0 5 0-16,-6 1 0 15,-2 0 0-15,-5 3 0 0,-4 2 0 16,-2 4 0-16,-3-6 0 15,1 2 0-15,-2 1 0 16,0-5 0-16,7-2 0 16,4-1 0-16,1-6 0 0,3-8 0 15,9 13 0-15,7-11 0 16,6-2 0-16,1 0 0 16,6-2 0-16,-1-3 0 15,4 0 0-15,-4 0 0 0,-6-1 0 16,-3 4 0-16,-3-3 0 15,-4 5 0-15,-12 7-62 16,0-7-27-16</inkml:trace>
  <inkml:trace contextRef="#ctx0" brushRef="#br2" timeOffset="81749.67">16212 11321 166 0,'0'0'7'0,"0"0"6"0,0 0 6 0,0 0 5 0,0 0 2 16,0 0 4-16,5 0 1 16,-5 0 1-16,0 0-4 15,0 0-3-15,0 0-6 0,0 0-4 16,0 0-3-16,0 0-2 15,0 0-2-15,0 0-1 16,0 0-1-16,0 0-1 16,0 0-1-16,2-5 0 0,-2 5 0 15,3-15 0-15,-3 5 1 16,0-5-1-16,0-5-1 16,0-2-3-16,0-3 0 15,0-5 0-15,0-4 0 0,0-4 0 16,0-4 0-16,0-2 0 15,0-1 0-15,0 1 0 16,0-4 0-16,0 7 0 16,0 1 0-16,0-2 0 15,0 5 0-15,-3-3 0 0,1 5 0 16,-1-2 0-16,1 3 0 16,-2-1 0-16,1-5 0 15,2 8 0-15,-4-2 0 0,2 1 0 16,1 1 0-16,-3 3 0 15,3 1 0-15,-1 6 0 16,-2 3 0-16,2 1 0 0,1 0 0 16,-1 4 0-16,3 1 0 15,-2 3 0-15,2 0 0 16,0-2 0-16,0 12 0 16,0-16 0-16,0 16 0 15,0-12 0-15,0 12 0 0,0-9 0 16,0 9 0-16,0 0 0 15,0 0 0-15,0-10 0 16,0 10 0-16,0 0 0 0,0 0 0 16,2-13 0-16,-2 13 0 15,0 0 0-15,0-10 0 16,0 10 0-16,0 0 0 16,0 0 0-16,3-9 0 15,-3 9 0-15,0 0 0 0,0 0 0 16,0 0 0-16,0 0 0 15,0 0 0-15,0 0 0 16,0 0 0-16,0 0 0 0,0 0 0 16,0 0 0-16,0 0 0 15,0 0 0-15,0 0 0 16,0 0 0-16,0 0 0 16,0 0 0-16,0 0 0 15,0 0 0-15,0 7 0 0,-3 8 0 16,-1 0 0-16,-1 7 0 15,-7 2 0-15,1 11 0 16,2-3 0-16,-7 5 0 0,2-4 0 16,1-2 0-16,-2 0 0 15,1-4 0-15,1-4 0 16,6-4 0-16,-3-4 0 16,2-5 0-16,8-10 0 0,-7 12 0 15,7-12 0-15,0 0 0 16,0 0 0-16,0-10 0 15,0-5 0-15,4 1 0 16,4-9 0-16,0 1 0 16,1-10 0-16,3 3 0 0,-1-7 0 15,1 3 0-15,1-1 0 16,-3 5 0-16,2-1 0 16,-2 3 0-16,0 5 0 15,-3 4 0-15,4 4 0 0,-4 1 0 16,-7 13 0-16,10-15 0 15,-10 15 0-15,0 0 0 16,0 0 0-16,0 0 0 0,0 0 0 16,7 10 0-16,-5 5 0 15,4 0 0-15,-1 5 0 16,2 5 0-16,3-3 0 16,-2 5 0-16,2-2 0 0,-1 0 0 15,1-6 0-15,3-1 0 16,-6-4 0-16,6-1 0 15,-6-3 0-15,-7-10 0 0,15 10 0 16,-15-10 0-16,0 0 0 16,10 3 0-16,-10-3 0 15,0 0 0-15,0 0 0 16,3-9 0-16,-3 0-81 16,0 9-9-16</inkml:trace>
  <inkml:trace contextRef="#ctx0" brushRef="#br2" timeOffset="82133.69">16631 9941 457 0,'0'0'5'0,"0"0"2"0,0 0 2 0,0 0 1 15,0 0-1-15,10-5 1 0,-10 5-6 16,0 10-4-16,-7 5 0 15,-1 2 0-15,-1 5 0 16,-4 6 0-16,-2-1 0 16,0 5 0-16,3-2 0 0,2-3 0 15,0-4 0-15,0-2 0 16,2-3 0-16,4-3-5 16,4-15-29-16,-23 12-51 15,23-12-4-15</inkml:trace>
  <inkml:trace contextRef="#ctx0" brushRef="#br2" timeOffset="82349.86">16472 10037 381 0,'0'0'7'0,"0"0"0"0,0 0 1 16,0 0 1-16,0 0 3 16,0 0 2-16,0 0-1 15,10 3 2-15,3 2-5 16,1 5-2-16,9 0 0 0,-3 1-2 15,7 3-2-15,-2 0-1 16,0-1-2-16,0 2 0 16,2-3-2-16,-8-2-5 0,4 5-22 15,0-5-53-15,-11-2-4 16</inkml:trace>
  <inkml:trace contextRef="#ctx0" brushRef="#br2" timeOffset="82749.92">16835 10114 475 0,'0'0'4'0,"0"0"2"0,-7-13 1 16,7 13 2-16,-6-8-1 15,6 8-6-15,-6-17-2 16,6 9 0-16,0-3 0 0,0 11 0 15,19-14 0-15,-7 11 0 16,4 0 0-16,3 3 0 16,-1 0 0-16,-4 6 0 15,2 4 0-15,-7 5 0 16,-2 4 0-16,-4-2 0 0,-3 5 0 16,-7 3 0-16,-3-2 0 15,-2-1 0-15,-3 0 0 16,3-4 0-16,-1-4 0 15,1-1 0-15,12-13 0 0,-11 12 0 16,11-12 0-16,0 0 0 16,13 0 0-16,1 0 0 15,2-4 0-15,6-2 0 0,-2 2 0 16,2-4 0-16,6 8-4 16,6-3-83-16,-16-1-2 15</inkml:trace>
  <inkml:trace contextRef="#ctx0" brushRef="#br2" timeOffset="83651.05">16100 11440 297 0,'0'0'6'0,"0"0"2"0,0 0 5 0,0 0 2 16,0 0 1-16,0 0 3 16,0 0 1-16,0 4-1 15,0-4-5-15,0 0-3 0,-3 10-4 16,-1 0-2-16,-7 8-2 16,1 1-1-16,-4 8-2 15,-4 7 0-15,-5 1 1 16,2 8 0-16,-4 0-1 0,-3 7 0 15,-2-5 0-15,1 5 0 16,-4 3 0-16,1-1 1 16,0-1-1-16,-3 2 1 0,-1 1-1 15,2 1 0-15,-2-4 0 16,3-1 0-16,3-3 0 16,-3 0 0-16,6-5 0 15,-3-3 0-15,7-3-1 16,-1-1 1-16,2-8 0 0,2 3 0 15,3-8 0-15,1-3 1 16,4 1-1-16,-1-4 0 16,4-2 0-16,0-4 0 15,3 0 0-15,6-10 0 0,-10 15 0 16,10-15-1-16,0 0 0 16,-5 10-1-16,5-10-5 15,0 0-3-15,0 0-13 16,0 0-43-16,0 0-12 0</inkml:trace>
  <inkml:trace contextRef="#ctx0" brushRef="#br2" timeOffset="84268.49">15245 12472 404 0,'0'0'6'0,"0"0"3"0,0 0 1 0,0 0 0 15,0 0 1-15,0 0 0 0,13-2 0 16,-13 2 1-16,0 8-6 16,5 7-2-16,-5 0-2 15,0 7-1-15,0 2 1 16,0 4 0-16,0 1-1 16,-3-4 0-16,1 3-1 0,-4-6 0 15,4 0 0-15,-2-2 0 16,0-5 0-16,2-3-1 15,0-2 1-15,2-10 0 0,0 13-1 16,0-13 1-16,0 0 0 16,0 0 0-16,8 0 1 15,-8 0 0-15,21-10 0 0,-9 0 1 16,6-1 0-16,-1-1 1 16,6-1-3-16,-1 2 0 15,-1-3 0-15,3 3 0 16,-4-2 0-16,-6 6 0 15,4-3 0-15,-6 5 0 0,-4 0 0 16,-8 5 0-16,10-5 0 16,-10 5 0-16,0 0 0 15,0 0 0-15,0 0 0 16,0 0 0-16,0 0 0 16,0 7 0-16,0-7 0 0,-2 10-17 15,2-10-67-15,-5 13-3 16</inkml:trace>
  <inkml:trace contextRef="#ctx0" brushRef="#br2" timeOffset="84867.39">15109 13119 380 0,'0'0'9'0,"0"0"1"0,0 0 1 0,7-3 0 16,-7 3 1-16,0 0 1 16,12 0 1-16,-4 6 0 15,2 4-6-15,-3-1-3 16,6 3 0-16,1 1 0 16,0 2 0-16,7-2-2 0,-8 1-1 15,1-4 0-15,2 0 0 16,-2 1-2-16,-4-4 0 15,-2-2 0-15,-8-5 0 0,12 7 0 16,-12-7 0-16,0 0 0 16,0 0 0-16,0 0-2 15,0 0-8-15,0 0-12 16,-7-15-60-16,7 15-5 0</inkml:trace>
  <inkml:trace contextRef="#ctx0" brushRef="#br2" timeOffset="85199.88">15380 13080 444 0,'0'0'5'0,"0"0"1"16,0 0 1-16,0 0 0 15,-6 3 0-15,1 5 2 0,0 8-1 16,-2 4 1-16,0 6-5 15,-4 4-2-15,0 5 1 16,-3 5-3-16,2-1 0 0,-2 1 0 16,1-2 0-16,-2 1 0 15,1-7 0-15,3-2 0 16,0-3 0-16,4-8 0 16,0-2 0-16,2-6 0 0,0-3 0 15,5-8 0-15,0 0 0 16,0 0 0-16,0 0 0 15,0 0-6-15,0 0-11 16,5-11-30-16,2 0-40 16,1 0 1-16</inkml:trace>
  <inkml:trace contextRef="#ctx0" brushRef="#br2" timeOffset="85717.08">15394 13560 474 0,'0'0'4'15,"0"0"1"-15,0 0 1 0,0 0 0 16,0 0 1-16,-5-10-1 15,5 10-3-15,0-11-3 16,0 11 0-16,7-18 0 16,1 11 0-16,5 1 0 0,-6 1 0 15,5 3 0-15,-2 2 0 16,2 0 0-16,-2 4 0 16,-2 5 0-16,0-1 0 15,-5 6 0-15,1 0 0 0,-4 4 0 16,0-1 0-16,-5 3 0 15,-5 0 0-15,0-4 0 16,0 5 0-16,-2-4 0 16,4-5 0-16,1-1 0 15,4-2 0-15,3-9 0 0,0 10 0 16,0-10 0-16,12 0 0 16,1 0 0-16,-1-2 0 15,1-3 0-15,2 0 0 16,0-1 0-16,2 2 0 0,-6 2 0 15,3-4 0-15,-4 4 0 16,0-1 0-16,-10 3 0 16,15-2 0-16,-15 2 0 0,0 0 0 15,9-20-55-15,-9 20-36 16</inkml:trace>
  <inkml:trace contextRef="#ctx0" brushRef="#br2" timeOffset="90300.67">11893 11680 100 0,'0'0'4'0,"0"0"1"0,0 0 4 0,0 0 2 16,-8 0 4-16,8 0 2 16,0 0 2-16,0 0 4 15,0 0-2-15,0 0 1 0,0 0 0 16,0 0-1-16,0 0-2 15,0 0-2-15,0 0-2 16,0 0-3-16,0 0-3 16,0 0-1-16,0 0-2 0,0 0-2 15,0 0 0-15,0 0-1 16,0 0 1-16,0 0 0 16,0 0 1-16,5 0 0 15,-5 0 1-15,10 3 1 0,1-3 1 16,-4 2 0-16,6-2 0 15,1 2 0-15,4-2-1 16,-1 0 0-16,3 0-1 0,-1 0-2 16,2 0 0-16,-2 0-2 15,-1 0 0-15,-1 0 0 16,-5 0-1-16,1 0 0 16,-5 0-1-16,1 0 1 15,-9 0-1-15,13 0 0 0,-13 0 1 16,0 0-1-16,8 0 1 15,-8 0 0-15,0 0 1 16,0 0 1-16,0 0-1 0,0 0 1 16,0 0 0-16,0 0-1 15,0 0 1-15,0 0-1 16,0 0 0-16,0 0-2 16,0 0 0-16,0 0-3 15,0 0-2-15,0 0-5 0,0 0-10 16,0 0-20-16,22 0-43 15,-22 0-1-15</inkml:trace>
  <inkml:trace contextRef="#ctx0" brushRef="#br2" timeOffset="90849.85">12425 11603 348 0,'0'0'6'0,"0"0"2"16,0 0 3-16,0 5 2 0,0-5 0 15,0 0 1-15,5 10 1 16,-5-10 1-16,14 3-6 16,-3-2-1-16,3-1-1 15,2 0 0-15,1 0-2 0,3 0-1 16,2 0 0-16,3 0 0 15,-3 0 0-15,-2 0 1 16,-3-1-6-16,4 1 0 0,-12 0 0 16,-2-3 0-16,-7 3 0 15,11 0 0-15,-11 0 0 16,0 0 0-16,0 0 0 16,0 0 0-16,0 0 0 15,0 0 0-15,0 0 0 0,0 0 0 16,0 0 0-16,0 0 0 15,0 0 0-15,0 0 0 16,0 0 0-16,0 0 0 16,0 0 0-16,0 0-8 0,0 0-11 15,0 0-13-15,5-7-51 16,-5 7-2-16</inkml:trace>
  <inkml:trace contextRef="#ctx0" brushRef="#br2" timeOffset="91468.4">12949 11601 319 0,'0'0'8'0,"0"0"2"0,0 0 3 0,-2 5 2 16,2-5 1-16,0 0 1 16,0 0 2-16,7 8 0 15,3-8-6-15,2 0-1 16,3 0-3-16,-3 0-1 0,6 0-1 16,-3 0-1-16,0 0-1 15,-1 0 0-15,-3-3-2 16,1 3 0-16,-2 0 1 0,-10 0-4 15,13 0 0-15,-13 0 0 16,9 0 0-16,-9 0 0 16,0 0 0-16,0 0 0 15,0 0 0-15,7 0 0 0,-7 0 0 16,0 0 0-16,0 0 0 16,0 0 0-16,0 0 0 15,0 0 0-15,0 0 0 0,0 0 0 16,0 0 0-16,0 0 0 15,0 0 0-15,0 0 0 16,0 0-8-16,0 0-12 16,0 0-39-16,0 0-24 15,0 0-3-15</inkml:trace>
  <inkml:trace contextRef="#ctx0" brushRef="#br2" timeOffset="91866.54">13274 11596 380 0,'0'0'7'0,"0"0"2"0,0 0 2 0,0 0 0 16,0 5 1-16,0-5 1 15,0 0 0-15,0 0 1 0,0 0-6 16,8 10-2-16,-8-10-2 16,13 0-1-16,-13 0 0 15,12 0 0-15,-12 0 0 16,13 0-1-16,-13 0 0 15,0 0 0-15,12 0-1 0,-12 0 0 16,0 0 2-16,0 0-3 16,0 0 0-16,0 0 0 15,0 0-6-15,0 0-7 16,0-14-43-16,0 14-27 0,0 0-1 16</inkml:trace>
  <inkml:trace contextRef="#ctx0" brushRef="#br2" timeOffset="92967.14">14700 11517 353 0,'0'0'7'0,"0"0"4"0,0 0 1 15,0 0 0-15,0 0 1 16,0 0 1-16,6 0 2 16,-6 0-2-16,10-3-4 15,-10 3-3-15,14-2-1 0,-1-1 0 16,2 3-1-16,2-5 0 16,0 2-1-16,3 1 0 15,1 0-2-15,-2-3 0 16,4 2 0-16,-3 1-1 15,-3-1 0-15,3 1-1 0,-2-1 1 16,-4 0 0-16,-2 1 1 16,-4 0-2-16,-8 2 0 15,12-3 0-15,-12 3 0 16,0 0 0-16,0 0 0 0,0 0 0 16,0 0 0-16,0 0 0 15,0 0 0-15,0 0 0 16,0 0 0-16,0 0 0 0,0 0 0 15,-4 7-3-15,4-7-6 16,0 0-5-16,0 0-9 16,0-4-33-16,0 4-27 15,9 0-2-15</inkml:trace>
  <inkml:trace contextRef="#ctx0" brushRef="#br2" timeOffset="93349.79">15290 11443 384 0,'0'0'5'0,"0"0"3"0,0 0 2 0,0 0 1 16,0 0 2-16,0 0-1 15,0 0 1-15,0 0 0 16,0 0-4-16,0 0-2 0,12 0-3 16,-12 0-1-16,18-3-1 15,-10 0 0-15,5 0 0 16,0 3 0-16,2-1-1 16,3-2 0-16,-1-1 0 0,-2 3-1 15,2-2 1-15,1 3-1 16,-2-2 0-16,1 2 0 15,0-2-1-15,-5 2-2 0,-3 0-3 16,2 0-2-16,-11 0-6 16,0 0-10-16,2 12-38 15,-2-12-21-15,-4 13-1 16</inkml:trace>
  <inkml:trace contextRef="#ctx0" brushRef="#br2" timeOffset="93785.74">15695 11405 351 0,'0'0'8'0,"0"0"4"0,0 0 3 0,7 0 1 16,-7 0 0-16,0 0 1 15,10-2 1-15,-10 2-1 16,0 0-6-16,13-6-4 16,-13 6-3-16,12-7-1 0,1 2-1 15,1 0-1-15,4 0 0 16,1 0 0-16,1-1 1 15,3-1-1-15,-4 3 0 16,2 1 1-16,-7-1-1 0,-1 1 1 16,-3 0 0-16,-10 3-2 15,9-1 0-15,-9 1 0 16,0 0 0-16,0 0 0 16,0 0 0-16,0 0 0 15,0 0 0-15,0 0-3 0,0 0-3 16,0 0-11-16,3 4-63 15,-3-4-3-15</inkml:trace>
  <inkml:trace contextRef="#ctx0" brushRef="#br3" timeOffset="-102223.97">622 6686 335 0,'0'0'3'0,"0"0"0"0,0 0 1 0,0 0 0 15,8-5 0-15,-8 5 2 0,24-17 1 16,-6 1 2-16,14-1-3 16,13-5 0-16,9-10-1 15,22-9 1-15,13-5-2 0,20-13 1 16,13-3-2-16,14-13 0 16,18-6-1-16,13-6 0 15,11-5 0-15,5-7-2 16,8 0 1-16,2-2 0 0,10 1-2 15,-1-1-1-15,-4 2 2 16,-3 6-1-16,-11 5 1 16,-8 9 0-16,-19 9 1 15,-18 8-1-15,-20 10 1 0,-17 13 0 16,-27 9 0-16,-16 11-1 16,-18 11-6-16,-19 5-19 15,-22 3-50-15,-3 15-1 16</inkml:trace>
  <inkml:trace contextRef="#ctx0" brushRef="#br3" timeOffset="-101076.63">647 6693 224 0,'0'0'7'0,"0"0"2"0,0 0 1 0,0 0 2 15,-7-7-1-15,7 7 2 16,-16 0 0-16,7 2 0 15,-6 6-6-15,1 5-1 0,1 6-2 16,-3 3-2-16,2 3 0 16,1 7-1-16,-1 3-1 15,3 0 0-15,-1 4 0 0,5-2 0 16,0 2-1-16,2-1 0 16,1 1 1-16,4-1-1 15,0-3 1-15,6-3 0 16,4 3 0-16,2-3 0 0,3-2 0 15,2-1 0-15,8-4 0 16,-2 0 1-16,4-3-1 16,8 3 0-16,2-11 0 15,2 2 1-15,4-1 0 16,6-5 0-16,1-6 1 16,10-2 0-16,2-2 1 0,0-6 1 15,10-8-1-15,8-5 1 16,5-3-1-16,4-6 0 15,3-6 0-15,7-6 0 0,5-2 0 16,11-5-1-16,-1-5 0 16,2-5 0-16,11-5-1 15,-3 1 1-15,10-7 1 16,6 1 1-16,-3-5-1 0,-1 1 0 16,6-2 0-16,-1 3 0 15,1 1-1-15,-2-2 0 16,-4 5 0-16,-3 4-1 0,-6 2 0 15,-1 6 0-15,-15 4 0 16,-10 2-1-16,-9 11 1 16,-12 4 0-16,-13 5 0 15,-12 6 0-15,-11 4 1 0,-11 6-1 16,-8 6 1 0,-8 2 0-16,-7 0 0 0,-3 4 1 15,-7 0-1-15,0 0 1 16,0 0 0-16,0 0 0 15,0 0 0-15,0 0 0 0,0 0 0 16,0 0-1-16,0 0 1 16,0 0-1-16,0 0 0 15,0 0 0-15,0 0-1 16,0 0 0-16,0 0-1 0,0 0-1 16,0 0-2-16,0-11-1 15,0 11-3-15,0 0-3 16,0-10-9-16,0 10-12 0,-7-15-45 15,7 15-4-15</inkml:trace>
  <inkml:trace contextRef="#ctx0" brushRef="#br3" timeOffset="-100559.92">4305 4959 242 0,'0'0'7'0,"0"0"2"0,0 0 2 15,-10-5 0-15,10 5-1 0,0 0 2 16,-10 7-1-16,5 4 2 16,2 1-5-16,3 8-1 15,0 7-1-15,8 8 2 16,2 4 0-16,7 6 2 16,6 4-2-16,4 8 2 0,5 0-2 15,1 6-2-15,1-4 1 16,3 0-2-16,-4-5 0 15,-4 1-1-15,1-5 1 0,-5-5-1 16,-2-7-1-16,-4-2 0 16,-3-6-1-16,-4-6 1 15,1-4-1-15,-9-7 0 16,4-1 0-16,-8-12 1 0,4 13 0 16,-4-13 0-16,0 0 0 15,0 0 0-15,0 0-1 16,0 0-3-16,-4 0-7 15,4 0-13-15,0 0-56 16,0 0-3-16</inkml:trace>
  <inkml:trace contextRef="#ctx0" brushRef="#br3" timeOffset="-99871.86">4364 5272 234 0,'0'0'5'0,"0"0"0"0,0 0 2 0,0 0 2 0,12 4 2 0,-12-4 1 16,14 0 2-16,-5-4 0 16,9-7-2-16,12-1-1 0,2-8-1 15,17-2-2-15,8-13-1 16,13-2-1-16,10-10-1 16,14 0-1-16,8-10-2 15,12-5-1-15,8-3 0 0,5 4 0 16,4-3 0-16,4-1 0 15,-4 3-1-15,1 2 0 16,-11 6 2-16,-8 10-1 0,-9 1 0 16,-12 6 0-16,-17 12-1 15,-19 3-2-15,-12 5-5 16,-11 9-7-16,-16 4-27 16,-17 4-31-16,4 7-4 0</inkml:trace>
  <inkml:trace contextRef="#ctx0" brushRef="#br3" timeOffset="-99109.96">4402 5484 184 0,'0'0'3'0,"0"0"4"0,0 0 2 0,0 0 2 0,0-5 4 15,0 5 1-15,15-12 2 16,-1-1 1-16,11 4-3 16,0-6-2-16,10-5-3 0,2 0-2 15,7-7-3-15,11 2-2 16,3-7-1-16,9-2-1 16,-1-4 0-16,14 1-2 15,3-5 2-15,9-3-1 0,4-4 1 16,8-3-1-16,6-3 0 15,4 1 0-15,3-4-1 16,0 2 1-16,-5-1 0 16,1 5 0-16,-10 4-1 15,-6-1 0-15,-3 10 1 0,-15 1 0 16,-6 8 0-16,-11 4 1 16,-7 0-2-16,-13 7 1 15,-5 3 1-15,-10 8-1 16,-9-3 0-16,-4 5 1 0,-14 6 0 15,10-4-1-15,-10 4 1 16,0 0-1-16,0 0 1 16,0 0-1-16,-7 7 1 0,7-7-1 15,0 0-1-15,-10 6-1 16,10-6-3-16,0 0-4 16,0 0-11-16,0 0-38 15,0 0-16-15</inkml:trace>
  <inkml:trace contextRef="#ctx0" brushRef="#br3" timeOffset="-98742.78">6561 4256 298 0,'0'0'6'0,"0"0"3"0,0 0 3 0,0 0 1 16,-10-10 2-16,10 10 2 15,0 0-1-15,0 0-1 0,0 0-5 16,0 0-4-16,0 0-1 16,0 7-3-16,5 10-1 15,2 1-2-15,4 7 1 16,1-2 0-16,-3 5 0 0,4 0 0 15,-1-3 1-15,-2-3-1 16,1-2 1-16,-4-3 0 16,-2-5 1-16,2-4-1 15,-7-8-3-15,2 10-7 0,-2-10-14 16,0 0-38-16,0 0-16 16</inkml:trace>
  <inkml:trace contextRef="#ctx0" brushRef="#br3" timeOffset="-98660.05">6620 4439 292 0,'0'0'5'0,"0"0"-1"0,0 0 1 16,-2 18-3-16,2-3-47 15,0-15-18-15</inkml:trace>
  <inkml:trace contextRef="#ctx0" brushRef="#br4" timeOffset="-93477.12">4160 5478 106 0,'0'0'4'0,"0"0"7"0,0 0 3 16,0 0 2-16,0 0 4 16,0 0 1-16,0 0 0 0,0 0-1 15,0 0-2-15,0 0-7 16,0 0-3-16,0-6-3 16,0 6 1-16,0 0-2 15,0 0 0-15,13-8 2 0,-13 8 0 16,12-10 0-16,-12 10-1 15,12-7 0-15,-12 7 1 16,18-11-3-16,-18 11 0 16,15-8-1-16,-15 8-1 0,17-11 0 15,-9 7 1-15,2-4-1 16,-2 1 0-16,4 1-1 16,-4-2 1-16,1 4-1 15,1-3 0-15,3 1 1 0,-3 2-2 16,2 1 2-16,0-1-1 15,3-1 0-15,1 0 1 16,-4 0 0-16,3-2-1 16,2 1 1-16,5-1-1 0,-7-1 1 15,5 4 0-15,-6-4 0 16,4 3 0-16,-6 0-1 16,4 0 1-16,-4 0 0 15,-2-3-1-15,2 4 1 0,0-4-1 16,1 3 1-16,-2-2-1 15,8 2 0-15,-4-3 1 16,0 1-1-16,0 0 0 16,2-1 1-16,-5 1-1 0,1 3 0 15,-1-2 1-15,0-2 0 16,2 5 0-16,-7-1 0 16,-7 4 0-16,15-7 0 15,-15 7 0-15,15-10 0 0,-3 6-1 16,-2 0 1-16,0 0 0 15,5-1-1-15,0-1 0 16,-3 2 0-16,0-2 0 16,1 4 0-16,-3 0 0 0,2-1 0 15,-4 1 0-15,-8 2 0 16,15-6 1-16,-5 4-1 16,-10 2 2-16,17-6-2 15,-17 6 0-15,15-14 0 0,-6 10 0 16,0-2 0-16,3 5 0 15,-3-5 0-15,2 1 0 16,-2-1 1-16,1 2-1 16,3 0 0-16,-1-4 0 15,1 0 2-15,2 1-2 0,-3-1 1 16,6 3-1-16,-6-2 0 16,1 0 1-16,1 2-1 15,-1-1 0-15,-3 2 0 0,-1 1 1 16,-1 1-1-16,-8 2 1 15,17-10-1-15,-17 10 1 16,16-7 0-16,-16 7 0 16,17-8 0-16,-10 3 0 0,3 0-1 15,0 0 1-15,0 0 0 16,0 0-1-16,2 0 1 16,-5 0 0-16,4 0-1 15,-11 5 2-15,14-7-1 0,-14 7 0 16,8-6 0-16,-8 6 1 15,0 0 0-15,0 0 0 16,10-7 0-16,-10 7 0 16,0 0 0-16,0 0-1 0,0 0 1 15,0 0-2-15,0 0 1 16,0 0-1-16,0 0-2 16,0 0-3-16,0 0-10 15,0 0-19-15,-15 0-38 0,15 0-5 16</inkml:trace>
  <inkml:trace contextRef="#ctx0" brushRef="#br4" timeOffset="-92892.78">5082 4855 325 0,'0'0'6'0,"0"0"2"0,0 0 2 0,0 0 2 15,0 0 2-15,0 0 2 16,7 0 0-16,-7 0 1 16,0 0-3-16,16 0-5 15,-7-2 0-15,5 0-1 0,2-1-2 16,5 0 0-16,1-2-1 16,5 3-1-16,-2-1-1 15,5-2 0-15,-5 3-1 16,0 0 0-16,0 2 0 0,-9 0-1 15,0 0 0-15,-2 0 0 16,-4 8-1-16,-4-2 1 16,-4 9 0-16,-2 3 0 0,0 1 0 15,-5 6 0-15,-5 5 0 16,-2 2 1-16,-4 0-1 16,2 5 1-16,-2-4-2 15,4 1 0-15,3-7 0 16,1 1 0-16,3-9 0 0,2-1 0 15,3-6 0-15,0-2 0 16,0-10 0-16,13 13 0 16,-13-13 0-16,12 0-18 15,0 0-66-15,-12 0-3 0</inkml:trace>
  <inkml:trace contextRef="#ctx0" brushRef="#br4" timeOffset="-91492.24">4968 4441 288 0,'0'0'8'0,"0"0"1"0,0 0 4 0,0 0 2 16,0 0 2-16,0 0 2 0,-8 0 2 15,8 0 0-15,0 0-5 16,0 0-3-16,8-2-1 15,7-3-2-15,-1 0-2 16,9-5 0-16,2 0-2 0,3-5 0 16,4 3-2-16,-2-3 0 15,0 5-1-15,-5 3-1 16,-1-1-1-16,-7 6 0 0,-5 2-1 16,-1 0 1-16,-11 0 0 15,10 13-1-15,-10-2 1 16,-3 7-1-16,-6-4 1 15,-4 7-1-15,1-2 0 0,-9 6 0 16,2-2 0-16,-3 2 0 16,1-3 0-16,-1 2 0 15,0-3 0-15,4-5 0 16,1-1 0-16,4-2 0 16,6-4 2-16,7-9-2 15,-5 7 0-15,5-7 0 0,17 0 0 16,3-7 0-16,5-2 0 15,2-4 0-15,9-2 0 16,-7 1 0-16,8 2 0 0,-2-1 0 16,-5-2 0-16,0 5 0 15,-5 0 0-15,-5 1 0 16,-1 1 0-16,-3 3 0 16,-9 2 0-16,-7 3 0 0,10-5 0 15,-10 5 0-15,0 0 0 16,0 0 0-16,0 0 0 15,0 0 0-15,0 0 0 16,0 0 0-16,-5 0 0 0,5 0 0 16,-10 5 0-16,10-5 0 15,-10 8 0-15,10-8 0 16,-5 12 0-16,5-12 0 16,0 15 0-16,0 2-52 15,0-17-38-15</inkml:trace>
  <inkml:trace contextRef="#ctx0" brushRef="#br4" timeOffset="-90275.46">754 9007 322 0,'0'0'5'0,"0"0"1"15,0 0 1-15,0 0 1 0,0 0 0 16,0 0 1-16,0 0 2 16,12-10 0-16,13-2-4 15,10-3-2-15,9-8 0 16,9-6-1-16,22-7 1 0,11-8-1 15,19-10-1-15,14-5 1 16,20-11-1-16,15-4-1 16,13-6 0-16,6 1-1 0,7-2 0 15,4-1-1-15,-1-1 2 16,1 7-2-16,-5 2 0 16,-8 0 3-16,-4 7-3 15,-13 0 2-15,-4 7 1 0,-17 1 0 16,-11 9-1-16,-19 4 0 15,-15 9-1-15,-21 6-2 16,-14 9-4-16,-16 5-8 16,-17 7-32-16,-20 10-34 15,0 0-2-15</inkml:trace>
  <inkml:trace contextRef="#ctx0" brushRef="#br4" timeOffset="-89309.56">806 9049 157 0,'0'0'6'0,"0"0"5"0,0 0 4 0,0 0 6 16,-7-10 1-16,7 10 3 0,-8-15 2 15,8 15 0-15,-13-17-4 16,13 17-5-16,-14-7-2 16,2 7-5-16,-1 0-2 15,-1 7-3-15,1 5-1 16,-4 3-2-16,-1 10-2 0,1 0 1 15,-3 4-1-15,2 1 0 16,4 5-1-16,-2 2 1 16,4-1-1-16,0 5 1 15,4-4-1-15,3 0 1 0,0 0-1 16,5 3 1-16,0-5-1 16,0-1 1-16,7 1-1 15,4-6 1-15,4-1-1 0,0-6 0 16,7 3 1-16,5-8-1 15,3-2 1-15,5-2 0 16,2-6 0-16,8 1 0 16,-1-8 0-16,4 0 0 15,2 0 1-15,6-5-1 16,1-5 1-16,6-3 0 0,3-2-1 16,5-2 0-16,3-3 1 15,3-2-1-15,0-3 1 16,8-5 0-16,2 1 1 0,-1-6-1 15,1 1 1-15,5-4 0 16,-5 1-1-16,5-2 0 16,0 1-1-16,-7-1 1 0,2-1-1 15,-8 6 0-15,-6 0 0 16,-4 5 0-16,-12 5 0 16,-8 1 0-16,-8 9 1 15,-9 1-1-15,-15 8 1 0,-4 0-3 16,-13 5-4-16,0 0-4 15,0 0-14-15,-11 15-51 16,-2-12-6-16</inkml:trace>
  <inkml:trace contextRef="#ctx0" brushRef="#br4" timeOffset="-88608.99">960 9230 336 0,'0'0'6'0,"0"0"4"0,0 0 3 0,-12-2 0 15,12 2 2-15,-16 0-1 0,16 0 0 16,-16 7 1-16,4 3-6 15,11 2-4-15,-4 0-2 16,5 6-2-16,0-1 0 16,5 3 0-16,5-6 1 0,7 4-1 15,1-8 1-15,7-5 0 16,2-2 0-16,3-3 0 16,2-8 0-16,-4-7 1 15,-3 1 0-15,1-4 1 16,-3-2 0-16,-11-3 0 0,-1 4 0 15,-11 0 1-15,-3-1-1 16,-10 2-1-16,-6 6 0 16,-4 2-2-16,-4 3-1 0,0 7 0 15,-6 3-1-15,8 8-2 16,-2 3-3-16,10 7-7 16,4-3-11-16,6 1-59 15,9-1-2-15</inkml:trace>
  <inkml:trace contextRef="#ctx0" brushRef="#br4" timeOffset="-87877.21">2503 9081 225 0,'0'0'8'0,"0"0"2"0,0 0 2 15,2-5 2-15,-2 5 1 0,13-9 1 16,-3 4 1-16,8-3 2 16,7 3-7-16,-1-2-3 15,11-3-1-15,0-3 0 16,9 1-2-16,6-5 0 0,4-3-3 15,8-3 0-15,4-4-1 16,10-5-1-16,9 0 1 16,5-3-2-16,4-4 1 15,10-4-1-15,3 1 1 16,2-2 0-16,8-3 0 0,-5 2 0 16,0 1-1-16,-5 3 1 15,-8 5 1-15,-5 1 0 16,-6 5 1-16,-17 5 0 0,-9 7 1 15,-14 2 0-15,-8 6 2 16,-15 3 0-16,-9 1 0 16,-16 6-2-16,0 0-3 15,0 0-3-15,0 0-6 0,-7 6-19 16,0 1-48-16,-7-5-5 16</inkml:trace>
  <inkml:trace contextRef="#ctx0" brushRef="#br4" timeOffset="-87474.94">4168 7532 310 0,'0'0'7'0,"0"0"4"0,-8-11 4 16,8 11 1-16,0 0 1 15,-7-8 0-15,7 8 0 16,-5 11 0-16,5 14-6 0,8 8-4 15,6 14-3-15,4 8-2 16,7 8 2-16,5 6-1 16,2 1-1-16,0 1 1 15,3-6 0-15,-5-6 0 16,-3-5 0-16,-7-7 0 16,0-3-1-16,-7-11-3 0,-4-1-7 15,-6-10-19-15,-8-3-53 16,5-5-1-16</inkml:trace>
  <inkml:trace contextRef="#ctx0" brushRef="#br4" timeOffset="-86242.72">1070 9269 283 0,'0'0'6'0,"0"0"3"0,0 0 2 16,0 0 4-16,0 0-1 15,0 0 2-15,0 0 1 16,0 0 0-16,0 7-5 16,0-7-4-16,-3 21-2 0,-2-6-2 15,-3 5-2-15,1 4 0 16,-3 6-1-16,-3 5 0 15,-1 4-1-15,-4 6 0 0,-3 4 1 16,-4 6-1-16,-3 2 0 16,1 1 0-16,-1 3 0 15,-2 1 0-15,0-3 0 0,1 0 0 16,0-2 1-16,6-3-1 16,-2-1 0-16,5-6 0 15,0-2 0-15,3-3 0 16,1-5 0-16,4-5 1 0,3-2-1 15,1-8 1-15,-1-2-2 16,6-3 0-16,-2-4 0 16,2-3-1-16,3-10-2 15,-4 10-1-15,4-10-1 0,0 0-2 16,0 0-5-16,0 0-15 16,0 0-31-16,-11-5-18 15</inkml:trace>
  <inkml:trace contextRef="#ctx0" brushRef="#br4" timeOffset="-85659.75">518 10119 395 0,'0'0'6'0,"0"0"3"0,0 0 1 0,0 0 0 16,0 0 0-16,0 0 2 15,0 0-1-15,7 13 0 0,-2 2-5 16,-3 7-4-16,2 5 0 16,-4 5-1-16,0 5 1 15,0 1-1-15,0 2 0 0,0-4 1 16,-6 2-1 0,-1-6 0-16,2-3 0 0,0-4 0 15,3-7-1-15,2-4 0 16,0-3 0-16,0-11 0 15,7 0 1-15,5-3 1 16,6-12 0-16,2-2 1 0,-2-1 1 16,6-4 0-16,1 0-4 15,0-1 0-15,-3 1 0 0,-2 5 0 16,-6-1 0 0,2 6 0-16,-7 2 0 0,-9 10 0 15,13-13 0-15,-13 13 0 16,0 0 0-16,0 0 0 15,0 0 0-15,0 0 0 0,0 0 0 16,-5 6-13-16,5-6-47 16,-12 10-28-16,12-10-3 15</inkml:trace>
  <inkml:trace contextRef="#ctx0" brushRef="#br4" timeOffset="-84892.67">314 10926 401 0,'0'0'5'0,"0"0"3"0,0 0 1 0,-10 0 2 15,10 0 1-15,-12 8 0 0,12-8 1 16,-13 5 0-16,13-5-4 16,0 0-3-16,0 0 0 15,15 3-2-15,2-6-2 16,6-4-2-16,5-6 0 16,1 1 0-16,4-5 0 15,-1 2 0-15,3 2 0 0,-8 1 0 16,0 2 0-16,-4 5 0 15,-6 1 0-15,-4 4 0 16,-13 0 0-16,7 14 0 16,-7 3 0-16,-5 3 0 0,-9 7 0 15,1 1 0-15,-7 4 0 16,-3 0 0-16,-2 0 0 0,1 0 0 16,-1-2 0-16,7-3 0 15,-1-6 0-15,1-5 0 16,8-3 0-16,10-13 0 15,-4 10 0-15,4-10 0 16,16-10 0-16,7-5 0 0,4-2 0 16,3-3 0-16,5-2 0 15,0-1 0-15,-2 6 0 16,-2 0 0-16,-6 2 0 16,-5 5 0-16,-5 6 0 0,-2-2 0 15,-13 6 0-15,12-3 0 16,-12 3 0-16,0 0 0 15,0 0 0-15,0 0 0 16,0 5 0-16,0-5 0 0,-2 10 0 16,-1 0 0-16,-8 1-51 15,11-11-39-15,-12 9-3 16</inkml:trace>
  <inkml:trace contextRef="#ctx0" brushRef="#br4" timeOffset="-81176.89">5144 4026 230 0,'0'0'8'0,"-16"-9"3"0,0 5 2 0,-7-6 3 15,-9 2 2-15,-7-2-2 16,-11 1 1-16,-9 1-1 0,-11 8-6 15,-4 0-4-15,-9 17-2 16,-6 7-3-16,-1 12 1 0,-3 14-2 16,2 7 2-16,2 12-1 15,7 11 1-15,2 8 1 16,16 11 1-16,7 13 1 16,12 7-1-16,13 4 0 15,12 9-1-15,15 3 2 16,11-2-1-16,20 1 0 0,11-6 0 15,11-7-1-15,14-7 0 16,6-7-1-16,18-18 2 16,4-10-2-16,6-16 0 0,6-17 0 15,10-18 0-15,2-13 0 16,8-20 1-16,2-18-1 16,1-17 1-16,4-16-1 15,2-11-1-15,-2-12 0 0,-7-8-2 16,-2-11 1-16,-16 0-1 15,-10-4 0-15,-17-4 0 16,-14-6 1-16,-26 1 0 16,-15-5 1-16,-17-3 3 0,-12-5 0 15,-24-5 2-15,-13 1 1 16,-13-4 0-16,-10 11 1 16,-17 4 0-16,-14 13-2 15,-11 18-1-15,-17 21-1 16,-14 28-2-16,-14 29-2 0,-7 28-1 15,-5 32-5-15,6 37-14 16,12 31-63-16,14 20-3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54:37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9147 11539 179 0,'0'0'5'0,"0"0"3"0,0 5 1 16,0-5 3-16,0 0 2 15,0 0 1-15,0 12 2 16,0-12 2-16,0 0-4 16,0 0-1-16,0 0-2 0,0 0 0 15,-7 0-2-15,7 0 0 16,-10-10-1-16,10 10 1 16,-15-15 0-16,8 5 0 15,-3-4-1-15,-5-4-1 16,0-3 0-16,-3-4-2 0,-2-6 0 15,-1-1-2-15,-4-8-1 16,-6-2 1-16,2-5-3 16,-6-5 0-16,1 0-1 0,-7-6 0 15,4-3 0-15,-7-3-1 16,-3-6 1-16,2 0 0 16,-3-5 0-16,-4 0 0 15,-2-4 1-15,-1 2-1 0,-2-4 1 16,-3-5 0-16,-2 3-1 15,2-4 0-15,-2 0 1 16,-3-4-1-16,3 4 1 16,0-3 0-16,3 4 0 15,-1 0 0-15,3-1 0 0,-4 5-1 16,8-2 1-16,-2 5 0 16,3 2-1-16,3 3 1 15,-2 2-1-15,10 5 0 0,-2 7 0 16,6 6 0-16,2 4 0 15,8 11 0-15,2 4-2 16,4 8-3-16,7 7-9 16,7 17-45-16,4-4-17 0</inkml:trace>
  <inkml:trace contextRef="#ctx0" brushRef="#br0" timeOffset="1866.93">16512 5841 167 0,'0'0'10'0,"0"0"5"15,0 0 4-15,0 0 2 16,0 5 3-16,0-5 1 15,0 0 1-15,0 0 1 0,0 0-8 16,0 0-3-16,-5-5-5 16,5 5 0-16,-7-15-3 15,2 8 1-15,0-6-1 0,-3-1-1 16,1-4 1-16,-3 1 1 16,-5-4-1-16,3-4-1 15,-6 2-1-15,1-6-1 16,-3-5-1-16,-3 0-1 0,-1-9 0 15,-3-1-3-15,-3-3 0 16,0-3 0-16,-2-4-1 16,-6-3 1-16,1-3 0 15,2-4 0-15,-2-3 0 16,0 0 1-16,0-7-1 16,1 2 1-16,4-4 0 0,0 1 0 15,-1-2-1-15,3 3 0 16,-2 0 1-16,0 5 0 15,0 0 0-15,2 4 0 0,-2 5 0 16,2 5 0-16,0 3 0 16,2 2 0-16,-1 9 0 15,7-1-1-15,-1 7 1 0,3 0-1 16,3 6 1-16,2-3-1 16,3 9 0-16,1 2 1 15,4 0-1-15,0 7 0 16,2 1 1-16,0 0-1 0,5 13 1 15,-10-12 0-15,10 12-1 16,0 0 1-16,0 0-1 16,0 0 0-16,-8-8 1 15,8 8-1-15,0 0 0 16,0 0 0-16,0 0 1 16,0 0-1-16,0 0 0 0,0 0 1 15,-9-2 0-15,9 2 0 16,0 0 0-16,-13-7 0 15,13 7 1-15,-7-6 0 0,7 6-1 16,-13-8 1-16,13 8 0 16,-8-11-2-16,8 11 0 15,-12-13 0-15,12 13 0 16,-9-12 0-16,9 12 0 0,-11-12 0 16,11 12 0-16,-10-13 0 15,10 13 0-15,-9-9 0 16,9 9 0-16,-11-11 0 15,11 11 0-15,0 0 0 0,0 0-3 16,0 0-17-16,0 0-63 16,0 0-3-16</inkml:trace>
  <inkml:trace contextRef="#ctx0" brushRef="#br0" timeOffset="3216.78">12589 7988 251 0,'0'0'6'0,"0"-9"5"16,-5-1 2-16,-3-5 2 15,-4-5 1-15,-3-7 3 0,-5-8 0 16,-7-7 2-16,-6-7-5 16,-4-5-4-16,-6-12-1 15,2-3-2-15,-8-10-1 16,1 0-2-16,-5-8 1 0,4 3-1 16,-1-2-1-16,-2-2-1 15,0 9 1-15,7 0-2 16,-2 7 1-16,4 1-1 15,2 0 0-15,4 8-1 16,-2-2 0-16,5 4 0 0,-1 8-1 16,8 1 0-16,-1 10 0 15,4 5-1-15,6 10 0 16,1-1 1-16,7 14-1 16,0 4-1-16,10 10-1 0,-7-12-1 15,7 12-3-15,0 0-3 16,0 0-11-16,0 8-24 15,0-8-36-15,3 18-3 0</inkml:trace>
  <inkml:trace contextRef="#ctx0" brushRef="#br0" timeOffset="4300.14">7524 8950 176 0,'0'0'2'0,"0"0"-1"16,0 0 1-16,0 0 4 15,-9 0 2-15,9 0 2 16,0 0 0-16,13-5 0 16,1 0-1-16,11-7 1 0,10 0-1 15,7-11-3-15,10-2-1 16,8-10-3-16,12-2 0 15,5-10-1-15,10-5 1 0,10-4 0 16,7-9-1-16,6-4 0 16,3-3-1-16,12-6 0 15,9-3 0-15,0-2-1 0,6-7-2 16,6-2 2-16,-2-1-1 16,3-1 0-16,2-3 0 15,3 2 1-15,-4-2-2 16,-1 6 0-16,0 0 0 15,-8 4-1-15,-12 2-1 0,2 7 2 16,-2 0 0-16,-13 9-2 16,-7 1 3-16,-11 8 2 15,-8 2 0-15,-11 9 2 16,-5 4-1-16,-15 5 2 16,-8 8 0-16,-11 2 3 0,-6 9 3 15,-12 3 0-15,0 8 0 16,-13 2 1-16,4 4-2 15,-11 4 1-15,0 0-3 0,0 0-2 16,-6-8-2-16,6 8-1 16,0 0-1-16,-11 0 0 15,11 0 1-15,-8 0-1 0,8 0-2 16,0 0-6-16,0 0-14 16,-13-2-22-16,13 2-21 15</inkml:trace>
  <inkml:trace contextRef="#ctx0" brushRef="#br0" timeOffset="4667.74">11214 6431 293 0,'0'0'9'0,"0"0"1"0,0 0 3 16,0 0 1-16,0 0 0 15,0 0 3-15,11-8 0 16,-4 8-1-16,3-2-6 0,5-3-4 16,2 0-1-16,6 0-1 15,7-3-2-15,-3 6 0 16,3-1-1-16,-3-1 0 15,1 4-1-15,-7 2 0 0,-3 10 1 16,-8 3-1-16,-8 8 1 16,-2 6 1-16,-7 4-2 15,-7 6 1-15,-7 5 0 16,-1-1-3-16,-1 1-8 16,-3 0-14-16,-4-6-51 0,10-1-2 15</inkml:trace>
  <inkml:trace contextRef="#ctx0" brushRef="#br0" timeOffset="5333.31">7664 8568 339 0,'0'0'7'0,"0"0"3"16,0 0 3-16,-2-10-1 15,2 10 0-15,0 0 0 16,0 0 0-16,-3 14 0 16,-2 2-5-16,1 9-5 15,-2 5-1-15,-1 5 0 0,-3 6 1 16,-1 2-1-16,-3-1 1 15,2-3 0-15,-1 0-2 16,1-5 2-16,1-5-2 0,2-9 0 16,1-3-1-16,6-5 2 15,2-12-2-15,0 0 1 16,10 3 1-16,10-10-1 0,7-11 0 16,5-4 1-16,8 0-1 15,4-7-4-15,4-4-13 16,4-4-59-16,4 4-2 15</inkml:trace>
  <inkml:trace contextRef="#ctx0" brushRef="#br0" timeOffset="5783.04">8984 7263 441 0,'0'0'2'0,"0"0"-1"15,0 0 1-15,-3 8 1 16,3 6 0-16,-2 6-1 0,2 5 1 16,0 2 0-16,-3 8-2 15,3 2 1-15,0 0-1 16,0-4-1-16,0-1 0 16,0-6 0-16,0-3 1 15,3-6-1-15,-3-4 0 0,0-13 1 16,2 12 0-16,-2-12 0 15,12-3 0-15,-5-6 1 16,9-6-1-16,1-2 1 0,5-4-2 16,6-4-5-16,1 6-10 15,-1 17-42-15,-4-18-24 16,2 3-2-16</inkml:trace>
  <inkml:trace contextRef="#ctx0" brushRef="#br0" timeOffset="5950.1">9193 7389 453 0,'0'0'3'0,"0"0"0"16,4 0 0-16,8 0 1 16,1 8 1-16,4 2-1 15,3 7-1-15,5 6-6 0,-3 4-36 16,3 5-42-16,3 0-1 15</inkml:trace>
  <inkml:trace contextRef="#ctx0" brushRef="#br0" timeOffset="7100.43">11625 6329 228 0,'0'0'5'0,"0"0"3"16,0 0 1-16,0-10 1 15,0 10 0-15,14-10 1 0,-2-2 0 16,6-3 0-16,5-2-5 16,4-4-2-16,10-6-1 15,3-5-1-15,12-5 2 16,8-10-1-16,5 0 1 0,6-10 0 15,4 0-1-15,4-2 0 16,4-3 1-16,1 0-1 16,-2 3-4-16,3 3-4 0,-1 2-4 15,1-5-6-15,-1 4 1 16,-2-2-2-16,5 6 0 16,-10-4 1-16,5 3 4 15,-3 0 3-15,-4 0 6 0,-1 7 4 16,-6 1 3-16,-1 1 1 15,-7 1 1-15,-1 3-1 16,-2 0 0-16,-5-9-2 16,3 9 1-16,2-6-1 0,-2 3-2 15,4-1-2-15,-2-1-1 16,1 5-1-16,-4 2 1 16,4 5-1-16,-9-6 1 15,-1 8 0-15,-4-4 0 16,-1 6 1-16,1-5 0 0,1 4 1 15,-1 0-1-15,7 0 1 16,-7-2-1-16,4 1 0 16,-4 3-1-16,3-5-2 0,-2 5-1 15,-11-1 0-15,3 4-1 16,-9 4 0-16,-1 3 0 16,-6-1 1-16,-5 5 2 15,-4 6 1-15,-1-2 1 0,-11 9 0 16,11-9 1-16,-11 9-1 15,0 0-13-15,12-7-23 16,-12 7-20-16</inkml:trace>
  <inkml:trace contextRef="#ctx0" brushRef="#br0" timeOffset="7350.06">15029 3946 155 0,'0'0'3'16,"0"0"3"-16,2-12 3 15,5 4 3-15,1 0 3 16,4-1 1-16,-2-4 4 0,8 4 0 16,5-1-2-16,-11 0-2 15,8 2-3-15,-11 3-5 16,7 0-9-16,-16 5-19 0,21 0-34 15,-21 0-10-15</inkml:trace>
  <inkml:trace contextRef="#ctx0" brushRef="#br0" timeOffset="7667.83">14999 3845 371 0,'0'0'5'0,"0"0"4"15,0 0-1-15,0-10 1 16,0 10 0-16,13-6 2 16,-6 1-1-16,3 1 1 0,5 1-5 15,7-1-2-15,-1-2-2 16,8 2 1-16,1-1-2 15,-3 2 0-15,3 3-1 16,-5 0 0-16,-3 8 0 0,-5 6 0 16,-9 4 0-16,-4 9 0 15,-4 3 1-15,-4 6-1 16,-8 4-3-16,-6-5-7 16,1 0-35-16,-3 6-32 0,-5 0-4 15</inkml:trace>
  <inkml:trace contextRef="#ctx0" brushRef="#br0" timeOffset="8283.35">11756 5920 407 0,'0'0'4'15,"0"0"0"-15,-7 0 1 16,7 0 0-16,-18 8 0 16,9 2-1-16,-2 7 0 0,-1 3 0 15,0 8-4-15,2 1 0 16,2 3-1-16,1 5 1 16,2-2 0-16,-3 2 0 15,3-7 2-15,3-1-1 0,-3-7 0 16,3-1 0-16,-1-7 0 15,3-14 0-15,10 10 0 16,5-10 0-16,7-13 0 0,10 2 1 16,6-10-1-16,4 5-2 15,6-9-6-15,-2 3-9 16,5-3-39-16,-6 7-21 16,2 4-4-16</inkml:trace>
  <inkml:trace contextRef="#ctx0" brushRef="#br0" timeOffset="9066.87">12745 4947 384 0,'0'0'4'0,"0"0"2"16,0 0 2-16,-7-11 1 16,7 11 0-16,-18-4 0 0,6 4 1 15,-6 0-1-15,2 0-3 16,0 10-2-16,-1 2-2 16,2 6-1-16,5 1-1 15,3 4 0-15,7 1 1 0,0-3-1 16,9-2 0-16,8-5 0 15,4-3 0-15,6-11 1 16,1-2-1-16,-1-11 1 16,1-8 0-16,-1 0 1 15,-5-9-1-15,-5-2 2 0,-7-3 0 16,-5-4 0-16,-5-1 0 16,-15-4 0-16,-5-4 0 15,-5-1 0-15,-11-1 0 16,3 3 0-16,-2 3-2 0,1 11 2 15,1 4-2-15,8 9 0 16,7 10 0-16,6 12-1 16,10 13 0-16,7 10-1 0,10 7 0 15,9 3 1-15,1 7 0 16,12 0 0-16,1 3-1 16,-1-3-3-16,5-2-6 15,-2-5-16-15,-3-4-55 0,1-3-4 16</inkml:trace>
  <inkml:trace contextRef="#ctx0" brushRef="#br0" timeOffset="9350.1">12986 4826 404 0,'0'0'6'0,"0"0"3"0,0 0 2 16,-17-17-1-16,12 6 1 15,2-3 0-15,1-2 1 16,2-4-1-16,2 4-6 15,10-5-2-15,6 7-2 0,3 3 0 16,-2 4-2-16,3 7 1 16,-6 3-1-16,3 14 1 15,-6 3 0-15,-6 12 0 0,-7-2 0 16,0 6 0 0,-5 2 1-16,-5-3-1 0,3-5 1 15,-1-6-1-15,8-7 0 16,0-4 1-16,12-10-3 0,11-3-6 15,2-13-27-15,14-2-46 16,9-12-2-16</inkml:trace>
  <inkml:trace contextRef="#ctx0" brushRef="#br0" timeOffset="13783.32">16189 11412 107 0,'0'0'6'16,"0"0"2"-16,0 0 1 0,5 0 2 15,-5 0 0-15,11 0 0 16,3 0 3-16,-4 0 3 15,2 0-2-15,6 0-1 16,4 0-2-16,8 0 0 16,5 0 1-16,7 0-1 0,8 0-2 15,12-2-5-15,7 0-6 16,6-3-3-16,11 2-1 16,6 0-4-16,11-1-2 15,1 1-1-15,10-2-1 0,0 0 2 16,16-3 2-16,9 1 2 15,3 2 0-15,1-2 4 16,17-3 1-16,8 3 1 16,9-1-1-16,14 1-7 0,-2 0-6 15,-3-1-1-15,14 3 0 16,5 0-1-16,-6 2 0 16,5-1 0-16,-5 2 2 0,-10-2 9 15,6 4 5-15,0-2 3 16,-11-1 2-16,-8 1 4 15,-2-1 2-15,-13-1 5 16,-7-1 0-16,-7-3 0 16,-20 3 2-16,-13-4-3 0,-10 1-3 15,-9 0-3-15,-23 1-9 16,-12 5-20-16,-23-6-27 16,-5 3-4-16</inkml:trace>
  <inkml:trace contextRef="#ctx0" brushRef="#br0" timeOffset="16437.43">16425 5853 203 0,'0'0'6'0,"0"0"-1"0,0 0 2 16,0-12 2-16,0 12 2 16,5-12 2-16,-5 12 1 15,10-13 0-15,-10 13-3 16,0 0 2-16,10 0-2 0,-6 10 1 15,0 15-2-15,1 2-2 16,0 12-1-16,2 11 0 16,0 7-2-16,4 10 0 0,1 3-1 15,0 9-2-15,3 3 0 16,-3 2 0-16,3 5 0 16,-3 5-1-16,-1 1 0 15,-1 1 0-15,-3 3-1 0,3 3 1 16,-2 3 1-16,-3 8 0 15,-1-5 1-15,4 4 0 16,-1 1 1-16,3 4 1 16,2 0 1-16,-4-1-2 0,2 1 1 15,-3-1-2-15,3 3 0 16,-5 0 1-16,1 0-2 16,-1-5 0-16,-1 1 1 15,4 0-3-15,-1-3 0 0,1-3 1 16,2 0-1-16,-6-5 1 15,7-3-1-15,-6 1 0 16,2-1-1-16,-2 1 1 16,-3-3-1-16,3-3 1 0,-5 2 0 15,0-7-2-15,2 3 4 16,1-2-2-16,0-3 0 16,0-3 0-16,-1-1 1 15,3-1 0-15,-3-7 0 0,3 2 0 16,-5-5-1-16,5 1 1 15,-3-3 0-15,-2-3 1 16,3 0 0-16,-3-4 0 0,0-3 1 16,0-5-1-16,0-8 2 15,0-3-2-15,0-10 0 16,-3-3-1-16,3-8-1 16,-2-7-3-16,-2-2-5 15,4-16-12-15,-8 7-57 0,8-7-2 16</inkml:trace>
  <inkml:trace contextRef="#ctx0" brushRef="#br0" timeOffset="18051.66">9227 11697 98 0,'0'0'8'0,"0"0"1"16,15 0 4-16,0 0 2 16,4-2 3-16,13 0 0 15,4-6 1-15,13 3 2 0,6-3-7 16,5 1-1-16,4-5-2 15,3 4-2-15,5-4-1 16,1 4-1-16,1-3-3 0,1 3 1 16,4-2-2-16,-2 5 1 15,5 0-2-15,0 2 0 16,-2-2 0-16,4 3 0 16,3 2 0-16,-2-3 1 0,4 1 0 15,1-3-1-15,2 3 0 16,-3-4-1-16,3 1 2 15,5 0-2-15,0 1-1 16,-1-1 0-16,-5-3 1 16,5 5 0-16,-4-4-1 15,4 5 1-15,4-3 0 0,-3 0 0 16,0 0 0-16,0 0 1 16,2-2-1-16,3-1 1 15,3 3-1-15,-6-2 1 0,2 4-1 16,-6-2 0-16,-3 3-1 15,2 2 1-15,-7 0-1 16,3 0 0-16,-6 0 0 16,6 2 1-16,-8 2-1 0,4-4 0 15,-1 1 1-15,2-1 0 16,3 0-1-16,-9 0 1 16,4 0 0-16,-8 0-1 0,5-1 0 15,-2 1 1 1,-6 0-1-16,-2 0 0 0,0 0 0 15,2 0 1-15,-1-4-1 16,1 2 1-16,4-1-1 16,-4-2 1-16,6 2-1 15,-1-1 0-15,-4 0 1 0,1-2-1 16,2 3 0-16,-2 2 0 16,-1-2 0-16,0-1 0 15,0 4 0-15,-4 0 0 0,1 0-1 16,1-1 1-16,-1 1 0 15,-3-3-1-15,0 3 1 16,-1-2-1-16,-1 2 0 16,-2-2 1-16,1 2-1 0,-6 0 1 15,-5-3 0-15,2 3 0 16,0 0 0-16,-5-3 0 16,1 3 1-16,-9 0 0 0,4 0 0 15,-7 0 0-15,5 0 1 16,-7 0-1-16,-4 0 2 15,2-2 3-15,-5 2 0 16,0-2 3-16,-7 2 1 16,-2 0 0-16,-3 0 2 0,-8-3 0 15,-2 3-2-15,-10 0-1 16,11 0-3-16,-11 0-5 16,0 0-13-16,-11 0-62 15,11 0-1-15</inkml:trace>
  <inkml:trace contextRef="#ctx0" brushRef="#br0" timeOffset="20150.24">16500 5876 238 0,'0'0'3'0,"0"0"2"15,0 0 2-15,0 0 2 16,-10-5 1-16,10 5 1 0,-10 0 3 15,0 0-1-15,0 0 0 16,0 0-2-16,0 2-1 16,0 3-1-16,-4-2-1 15,14-3 0-15,-13 3-2 0,13-3 2 16,0 0-2-16,0 0 0 16,7 7-2-16,8-7 0 15,7 1 0-15,3-1 0 16,8 4-1-16,1-2-1 0,6-2-2 15,7 2 1-15,8-2 0 16,5 0-1-16,4 0 1 16,6 0 0-16,4 0-1 15,8 0 1-15,3 3-1 0,2-3-2 16,0 0 1-16,10 0 0 16,0-3-1-16,4-1 0 15,1-1 0-15,5 0 1 16,2-3 0-16,8-2 1 0,2 3 1 15,1-3-1-15,-3 2 0 16,5-4 0-16,-1 3 1 16,1-2-1-16,-3 2 0 15,-2-4 0-15,-3 3 1 0,1 0-1 16,-2 5 0-16,2-5 1 16,-3 1 0-16,3-4-1 15,-2 6 1-15,2-3-1 16,-1 5 0-16,2-2 0 0,-1-1 0 15,-1 1 0-15,-5-1 0 16,8 6 0-16,0-6 0 16,-2 5 0-16,-4-4 0 15,6 6 1-15,0-5-1 0,-2 1 1 16,-2-1-1-16,-3 2 1 16,-4 0-1-16,-5-2 1 15,-7 1-1-15,-10-2 0 16,-4 2 0-16,-9 3 0 0,-6-6 0 15,-8 5 0-15,-4-2 0 16,-9 3 0-16,-4 2 0 16,-7-3 1-16,-8 3-2 15,-4 0-3-15,-5 3-8 16,-4-3-59-16,-12 0-4 0</inkml:trace>
  <inkml:trace contextRef="#ctx0" brushRef="#br0" timeOffset="22503.14">21146 5754 246 0,'0'0'7'0,"0"0"2"16,0 0 0-16,-4-12 3 0,4 12-2 16,-11 0 2-16,11 0-1 15,-17 7 2-15,9 8-6 16,3 0-3-16,0 15-1 15,5 4-1-15,0 14-1 16,3 6 0-16,7 11-1 0,-3 9 0 16,5 13 1-16,2-1 1 15,-2 13-1-15,2 11 2 16,-3-4 0-16,-2 6 1 0,-4 4 0 16,3 0 0-16,-3 6 0 15,-3 3-1-15,-2 0 1 16,0 1 1-16,0 2 0 15,0 4 0-15,3 0 1 0,-1 4-1 16,1-3 0-16,-1 1-2 16,0-2 0-16,-2 1 0 15,3-1 0-15,-1-1-2 16,-2-2 0-16,0-1-2 0,3-1 1 16,-3-3 0-16,0 2 0 15,0-7-1-15,2 0 0 16,-2-4 1-16,3-4-1 15,-3-5 0-15,5-4 1 0,-2-3 0 16,1-5-1-16,4-2 1 16,-4-6 0-16,-1-1 0 15,0-6 0-15,2-8 0 16,-2-1 0-16,-3-8 0 0,2-3-1 16,-2-5 2-16,2-4 0 15,0-5-1-15,1-6 1 16,0-3 0-16,-1-7 0 15,0-4-1-15,1-6 1 0,0-6-6 16,0-4-5-16,-3-9-15 16,0 0-48-16,0 0-3 15</inkml:trace>
  <inkml:trace contextRef="#ctx0" brushRef="#br0" timeOffset="23419.24">21079 5831 251 0,'0'0'8'16,"0"0"5"-16,-8-2 3 15,8 2 1-15,-14-3 0 0,4 3 0 16,0 3 0-16,-5 4 2 16,-3 3-7-16,1 5-5 15,-5 10-1-15,-1-1-3 16,3 6 0-16,-4 2 0 16,1 0 0-16,3 0-2 15,1-4 0-15,-1-1 0 0,8-7-1 16,-1-3 1-16,5-4 1 15,8-13 0-15,0 0 0 16,0 0 0-16,8-15 2 0,7-5 1 16,2-5 0-16,5-4 1 15,3-9 0-15,5 2 0 16,0-7 0-16,-2 0 1 16,-2 4 1-16,-1 5-3 0,-5-1 1 15,-2 10-1-15,-6 5-1 16,-2 6 0-16,-10 14-1 15,10-3-1-15,-5 6-2 16,2 14 1-16,3 8-1 0,3 2 0 16,1 10 1-16,4 10-2 15,4-2 1-15,1 7-1 16,6-3-3-16,-1 0-7 16,7 9-21-16,2-8-49 0,-2-1-4 15</inkml:trace>
  <inkml:trace contextRef="#ctx0" brushRef="#br0" timeOffset="24333.37">20962 10890 366 0,'0'0'7'0,"0"0"0"0,0 0 2 15,0 0 0-15,0 0 2 16,0 0 0-16,5 7 1 15,-5-7 1-15,20 17-5 16,-3-2-2-16,1 3-1 0,1 4 0 16,6 3 0-16,0-3-1 15,0 5 0-15,1-2-2 16,0-3 1-16,-3-2 0 0,2-2-1 16,-3-3 0-16,-3-3-1 15,-3-2 0-15,-2-3-1 16,-3 0 1-16,-1-4 0 15,-10-3-1-15,9 11 1 16,-9-11 1-16,0 0 0 0,0 0 0 16,0 0 0-16,5-6 2 15,-5-6-4-15,3-4 0 16,5-8 0-16,1-5 0 16,8-12 0-16,3-8 0 0,5 0 0 15,5-9 0-15,5 6 0 16,-5-2-41-16,2 7-44 15,-5 4-1-15</inkml:trace>
  <inkml:trace contextRef="#ctx0" brushRef="#br0" timeOffset="26266.86">9110 11544 258 0,'0'0'6'0,"0"0"1"0,0 0 2 16,0 0 0-16,0 4 3 15,0-4 0-15,0 0 3 16,7 0-1-16,3-9-4 0,8-4-2 16,1-4 0-16,7-3-1 15,6-5-3-15,3-2 0 16,12-7-2-16,0-4-1 0,11-6-1 16,4-1 0-16,2-5 0 15,6-4-1-15,1-3 0 16,4-5 0-16,2 3-1 15,3-6 0-15,1 4 1 0,2-7 1 16,-1 5-1-16,3-7 0 16,3 6 1-16,-1-7 0 15,5 7-1-15,0-3 1 16,3 0-1-16,-6 4-7 0,3-4-3 16,-2 2-3-16,-2 2-3 15,-2 5 0-15,1-7-1 16,-6 0 0-16,-3 6 3 15,-2 0 8-15,-9 2 4 0,1 5 6 16,-6 3 2-16,-5 4 0 16,-7 8 0-16,-11 10-4 15,4-2-17-15,-8 11-26 0,-8 0-17 16</inkml:trace>
  <inkml:trace contextRef="#ctx0" brushRef="#br0" timeOffset="27216.31">10857 10201 323 0,'0'0'6'0,"0"0"1"0,0 0 1 15,0 0 0-15,0 0 0 16,0 0 1-16,10 3 1 0,-1 6 1 16,7 2-6-16,3 3-2 15,6 4 1-15,3 7 1 16,4 4 0-16,2 1 0 15,5 2-1-15,-5 3 0 0,3 4-1 16,-2 3 0-16,-3 2-1 16,0 2 0-16,-4 1-1 15,-3 2 1-15,-2 5-2 0,-2 4 1 16,-1-1 0-16,-3 4 1 16,-1-1 1-16,-4 0 0 15,-2-2 0-15,-5 3 0 16,1-7 0-16,-6-2 0 15,0-3 0-15,-6-1-1 0,-1-7 0 16,-1 2 0-16,-2-5-1 16,0-5 1-16,-3-3-1 15,1 3 0-15,5-8-1 16,-3 0 0-16,2-6 0 16,1-2 0-16,0-2 0 0,1-2-2 15,1-6-2-15,5-7-4 16,0 0-5-16,-7 10-21 15,14-10-45-15,-7 0-3 0</inkml:trace>
  <inkml:trace contextRef="#ctx0" brushRef="#br0" timeOffset="27833.27">11614 10706 385 0,'0'0'4'0,"0"0"2"0,0 0 1 16,-9 7 1-16,4 6 1 15,-6-1 0-15,3 11 2 16,0 5 0-16,-2 7-4 16,2 3-1-16,5 4 1 0,1 1-2 15,2-1 0-15,2 0-1 16,9-9 0-16,1-4-1 15,2-10 0-15,4-3 1 16,2-12-3-16,0-4 1 0,0-4 0 16,2-14-1-16,0-3 1 15,1-4-2-15,-5-8 0 16,-4-4 0-16,-1-8 0 0,-6 0 0 16,-4-2 0-1,-3-3 0-15,-7 7 0 0,-7 7 1 16,-5 2 0-16,-1 9-1 15,-5 13 1-15,-5 12-1 16,5 2 2-16,-1 13-2 16,1 7-2-16,4 8 2 0,4 2 0 15,9 3-1-15,8 0 1 16,0-1 0-16,16-2 0 16,3-7 0-16,6-5-2 0,7-2-2 15,-2-11-6-15,13-4-16 16,8-3-57-16,-16-10-3 15</inkml:trace>
  <inkml:trace contextRef="#ctx0" brushRef="#br0" timeOffset="27969.1">11913 10843 411 0,'0'0'5'0,"0"0"2"16,-5 17 2-16,3-2-1 0,-1 3 1 15,3 3 1-15,0 4-1 16,0 5-5-16,15-21-60 15,-2 25-24-15,1-3-2 16</inkml:trace>
  <inkml:trace contextRef="#ctx0" brushRef="#br0" timeOffset="34736.07">12777 15008 369 0,'0'0'6'0,"0"0"4"0,-2-11 3 15,2 11 2-15,-9-13 2 16,9 13 1-16,-16-12 1 16,4 10 0-16,-1 2-6 0,-9 0-3 15,2 14-8-15,-5 10-2 16,0 5 0-16,3 5 0 16,2 6 0-16,5 4 0 15,8 1 0-15,7-4 0 16,2-3 0-16,13-8 0 0,8-10 0 15,3-8 0-15,7-12 0 16,2-2 0-16,0-13 0 16,0-10 0-16,-1-2 0 15,-4-10 0-15,0 0 0 0,-10-6 0 16,-8 4 0-16,-9-3 0 16,-6 7 0-16,-12 4 0 15,-7 3 0-15,-8 8 0 16,-4 7 0-16,-7 9 0 0,7 6 0 15,-1 8 0-15,10 7 0 16,-3 1-29-16,19 6-56 16,6 1-4-16</inkml:trace>
  <inkml:trace contextRef="#ctx0" brushRef="#br0" timeOffset="35233">13130 15068 492 0,'0'0'4'0,"0"0"0"0,0 0 1 16,0 0 1-16,0 0-6 16,-10 3 0-16,10 10 0 0,0 1 0 15,0 11 0-15,0 3 0 16,0 4 0-16,0 5 0 15,0 2 0-15,0-1 0 0,0-3 0 16,0-4 0-16,-2-1 0 16,-1-7 0-16,-1-6 0 15,-1-4 0-15,5-13-5 16,-16 4 1-16,12-11 0 16,-4-10 2-16,-1-8 2 0,5-10 0 15,0-2 1-15,4-9 0 16,-3-2 1-16,3-2 0 15,0 1 1-15,7 1 0 16,2 9 0-16,5 2-3 0,1 8 0 16,2 6 0-16,6 8 0 15,0 7 0-15,1 6 0 16,-2 7 0-16,-2 7 0 16,-8 8 0-16,2 5 0 0,-12 2 0 15,-2 3 0-15,-11 0 0 16,-1-3 0-16,-10-2-11 15,2-6-4-15,-5-3-14 0,0-4-55 16,7-5-3-16</inkml:trace>
  <inkml:trace contextRef="#ctx0" brushRef="#br0" timeOffset="35683.12">13488 14935 489 0,'0'0'3'0,"0"0"0"0,0 0 0 0,-2 8 2 16,-3 4 0-16,-2 7-2 16,-2 6-3-16,2 8 0 0,0 3 0 15,0 7 0-15,1 0 0 16,4-2 0-16,2-1 0 16,0-3 0-16,0-2 0 15,5-6 0-15,3-6 0 0,-4-3 0 16,1-11 0-16,-5-9 0 15,0 0-5-15,0 0 4 16,0-22 0-16,0-3 2 0,0-9 1 16,0-8 0-16,0-5 0 15,3-6-2-15,4-1 0 16,3 0 0-16,2 1 0 16,2 7 0-16,2 8 0 15,5 6 0-15,-2 10 0 0,3 12 0 16,1 8 0-16,0 4 0 15,-6 13 0-15,0 7 0 16,-5 7 0-16,-9 7 0 16,-6 0 0-16,-9 7 0 0,-10-3 0 15,-6-4 0-15,-4-2 0 16,-3-2 0-16,1-9 0 16,-1-2 0-16,10-3-18 0,10-4-67 15,-5-7-4-15</inkml:trace>
  <inkml:trace contextRef="#ctx0" brushRef="#br0" timeOffset="36383.14">12179 15795 314 0,'0'0'8'0,"0"0"2"0,0 0 4 16,0 0 2-16,0 0 1 16,0 0 1-16,-10 0-1 15,10 0 1-15,0 0-6 0,4 0-4 16,12 0-2-16,11 0-2 16,10 0-1-16,16 0 0 15,16 0 0-15,13-4 2 16,18-2 0-16,13-2-1 15,15-1 2-15,6-7 0 0,8 4 1 16,6-3 0-16,-4 2-7 16,8 2 0-16,-8-3 0 15,-10 6 0-15,-5-3 0 0,-14 1 0 16,-11 6 0-16,-20-2 0 16,-12 4 0-16,-19 2 0 15,-14-3 0-15,-16 3 0 16,-14 0 0-16,-9 0 0 0,-4 5 0 15,-8-5 0-15,-9 3 0 16,5 0 0-16,-10-3 0 16,9 4 0-16,6-1-85 15,-6-3-6-15</inkml:trace>
  <inkml:trace contextRef="#ctx0" brushRef="#br0" timeOffset="38416.58">14668 15574 486 0,'0'0'2'0,"0"0"2"0,0 0 2 15,0 0 1-15,11 0-1 16,-11 0-6-16,0 0 0 16,12 0 0-16,-12 0 0 15,17-2 0-15,-5-4 0 16,9 2 0-16,-4 0-17 0,8-5-69 16,-3 4-4-16</inkml:trace>
  <inkml:trace contextRef="#ctx0" brushRef="#br0" timeOffset="38550.36">14674 15711 446 0,'0'0'3'16,"0"0"1"-16,-8 12 1 15,8-12 1-15,0 10 0 0,0-10 1 16,13 7-2-16,3-2-10 16,6-5-72-16,11-10-4 15</inkml:trace>
  <inkml:trace contextRef="#ctx0" brushRef="#br0" timeOffset="38966.85">15754 15190 501 0,'0'0'1'15,"0"0"0"-15,-4-7 0 0,4 7 2 16,-11-12-1-16,4 6 0 15,-9 3-2-15,0 2 0 16,-7 1 0-16,-2 7 0 0,-2 5 0 16,0 6 0-16,-3 2 0 15,10 3 0-15,2 1 0 16,9 0 0-16,4 1 0 16,10-3 0-16,8 1 0 0,11-3 0 15,8-3 0-15,6-1 0 16,4 1 0-16,0-3 0 15,0 1 0-15,-2-5 0 16,-5 2 0-16,-10 1 0 0,-11-1 0 16,-6 6 0-16,-8-8 0 15,-17 4 0-15,-9-3 0 16,-11 3 0-16,-5-2 0 16,-10-3 0-16,0 0 0 15,0-5 0-15,2-1 0 0,8-3 0 16,2-7-2-16,18-4-58 15,7-6-27-15,12-3-2 16</inkml:trace>
  <inkml:trace contextRef="#ctx0" brushRef="#br0" timeOffset="39149.97">15900 15309 491 0,'0'0'3'0,"0"0"2"0,4 13 1 16,1 1 0-16,-1 4-6 15,1 1 0-15,0 6 0 16,0 3 0-16,3 4 0 16,-3-7 0-16,2 4 0 0,-5-8-6 15,3-7-81-15,4-2-2 16</inkml:trace>
  <inkml:trace contextRef="#ctx0" brushRef="#br0" timeOffset="39501.06">16097 15322 494 0,'0'0'3'16,"0"0"0"-16,0 0 0 15,-13 10 1-15,11-1 0 0,-1 6-4 16,1 0 0-16,0 5 0 16,2 1 0-16,0 3 0 15,2 2 0-15,3-3 0 16,0-6 0-16,3 1 0 0,-3-8 0 15,2 0 0-15,-7-10 0 16,13 0 0-16,-13 0 0 16,10-16 0-16,-8 2 0 0,8-9 0 15,-2-4 0-15,6-4 0 16,-2 0 0-16,4 1 0 16,-3 3 0-16,4 4 0 15,-3 9 0-15,-1 9 0 16,-1 5 0-16,1 10 0 0,-4 10 0 15,-1 3 0-15,1 4 0 16,0 2 0-16,0 0 0 16,-4-4-5-16,5-19-71 15,3 13-11-15</inkml:trace>
  <inkml:trace contextRef="#ctx0" brushRef="#br0" timeOffset="39916.65">16714 15104 495 0,'0'0'4'0,"0"0"1"0,-5-11 2 16,5 11-7-16,-13-5 0 15,0 5 0-15,4 10 0 16,-6 8 0-16,0 7 0 16,2 9 0-16,1 1 0 0,2 10 0 15,5-1 0-15,0 3 0 16,5-7 0-16,7-5 0 15,9-6 0-15,0-9 0 16,7-7 0-16,4-9 0 0,1-4 0 16,4-12 0-16,-4-8 0 15,-3-6 0-15,-10-7 0 0,0-4 0 16,-11-8 0-16,-4-3 0 16,-10 0 0-16,-7-2 0 15,-8 3 0-15,-3 5 0 16,-1 4 0-16,-1 11 0 0,0 10 0 15,0 11 0-15,8 12 0 16,7 13 0-16,5 8 0 16,8 11 0-16,4 7 0 15,15 1 0-15,6 2 0 16,9-2 0-16,7 0 0 16,-5-2-56-16,10-14-33 0</inkml:trace>
  <inkml:trace contextRef="#ctx0" brushRef="#br0" timeOffset="40086.5">17173 15284 500 0,'0'0'3'0,"0"0"1"0,0 0 0 16,-2 10-4-16,-4 5 0 0,6 10 0 16,-5 4 0-16,3 14 0 15,-1 11 0-15,1 1 0 16,2 19 0-16,15-9-80 15,-15-4-10-15</inkml:trace>
  <inkml:trace contextRef="#ctx0" brushRef="#br0" timeOffset="45284.12">12554 16142 402 0,'0'0'15'15,"0"-11"-3"-15,0 11 1 16,12-14 2-16,-7 3 0 16,3 2 1-16,2-1 1 15,-1 4-11-15,2 6-6 16,-4 0 0-16,0 13 0 0,-4 7 0 15,-3 5 0-15,-3 7 0 16,-4 1 0-16,-8 4 0 16,-2-1 0-16,-6 2 0 15,-2-8 0-15,-2-1 0 0,3-4 0 16,-2-6 0-16,-1-3 0 16,7-4 0-16,3-2 0 15,2-5 0-15,8 0 0 16,7-5 0-16,0 0 0 0,0 0 0 15,12 0 0-15,10 0 0 16,-1 0 0-16,13 0 0 16,-4 0 0-16,10 0 0 15,-1 0 0-15,-1-3 0 16,2 3 0-16,-8 3-57 0,2-3-32 16,-6 0-1-16</inkml:trace>
  <inkml:trace contextRef="#ctx0" brushRef="#br0" timeOffset="45516.64">12939 16331 463 0,'0'0'6'0,"0"0"1"0,0 0 1 15,0 0 1-15,-5-4 1 16,5 4-2-16,0 0-8 15,0 13 0-15,0 2 0 0,2 2 0 16,1 5 0-16,-1 2 0 16,1 4 0-16,0-1 0 15,-1 1-2-15,-2 8-73 16,5-15-13-16</inkml:trace>
  <inkml:trace contextRef="#ctx0" brushRef="#br0" timeOffset="45750.46">13244 16265 486 0,'0'0'4'0,"0"0"2"16,0 0 0-16,0 0 1 15,0 0-5-15,0 0-2 0,3 6 0 16,-1 6 0-16,4 7 0 15,-3 3 0-15,1 3 0 16,1 0 0-16,2 3 0 0,-2-4 0 16,8-16-81-16,-6 12-8 15</inkml:trace>
  <inkml:trace contextRef="#ctx0" brushRef="#br0" timeOffset="45933.32">13200 16374 442 0,'0'0'5'16,"0"0"1"-16,0 0 1 16,0 0 0-16,3-9 0 15,9 6 1-15,5 0-1 0,0 3 0 16,11 0-10-16,2-3-9 16,9-5-50-16,2 8-22 15,0 0-2-15</inkml:trace>
  <inkml:trace contextRef="#ctx0" brushRef="#br0" timeOffset="46333.33">13754 16277 469 0,'0'0'5'0,"0"0"0"16,-4-6 3-16,4 6-1 0,-18-10 2 16,0 4-1-16,1 2-8 15,-6 1 0-15,-6 3 0 16,3 7 0-16,-3 3 0 0,5 2 0 15,-1 6 0-15,9-3 0 16,7 2 0-16,9 1 0 16,0-7 0-16,12 0 0 15,10-6 0-15,6-3 0 16,1-2 0-16,6-5 0 16,0-9 0-16,-3-1 0 0,3-7 0 15,-10-1 0-15,-3-4 0 16,-7 0 0-16,-5-8 0 15,-10 0 0-15,0 1 0 0,-10 1 0 16,-2 6 0-16,-3 2 0 16,0 6 0-16,3 9 0 15,1 10 0-15,4 7 0 0,5 15 0 16,4 10 0-16,8 6 0 16,3 3 0-16,1 4 0 15,6 5 0-15,-8-8 0 16,-3 0-89-16,12-5-2 15</inkml:trace>
  <inkml:trace contextRef="#ctx0" brushRef="#br0" timeOffset="46650.36">13982 16315 466 0,'0'0'5'15,"0"0"1"-15,-4-15 1 0,4 15 1 16,-8-13 1-16,8 13-1 15,-2-14-6-15,2 14-2 16,5-12 0-16,4 9 0 0,5 3 0 16,2 0 0-16,0 7 0 15,-2 1 0-15,-2 6 0 16,-1 4 0-16,-6 1 0 0,-5 5 0 16,0 0 0-16,-8 1 0 15,-2-4 0-15,-2 3 0 16,5-5 0-16,-4-4 0 15,6-3 0-15,5-4 0 16,0-8 0-16,5 5 0 0,8-8 0 16,4-9-8-16,5 2-32 15,1-12-46-15,5-6-1 16</inkml:trace>
  <inkml:trace contextRef="#ctx0" brushRef="#br0" timeOffset="46883.2">14171 15923 481 0,'0'0'4'0,"0"0"1"16,-13-5 1-16,13 5 0 16,-8 0 0-16,8 0-3 0,-6 11-3 15,6 3 0-15,10 5 0 16,5 6 0-16,7 8 0 16,3 9 0-16,5 5 0 15,-2 5 0-15,-2 8 0 0,-6-4 0 16,-7 7 0-16,-10 1 0 15,-14 3 0-15,-16-2 0 16,-10-6 0-16,-16 0 0 16,-5-4 0-16,-18-10-6 15,0 2-81-15,-11-15-1 0</inkml:trace>
  <inkml:trace contextRef="#ctx0" brushRef="#br0" timeOffset="47300">12389 15951 436 0,'0'0'5'15,"0"0"1"-15,0 0 2 16,-9-10 1-16,9 10 1 0,-17 2 0 16,-1 13 1-16,-2 7 1 15,-6 16-8-15,1 11-4 16,-5 13 0-16,2 13 0 15,6 4 0-15,7 12 0 0,7-4 0 16,10 0 0-16,19-5 0 16,20-8 0-16,19-7 0 15,18-11 0-15,18-9 0 0,21-6 0 16,10-17-12-16,22-7-74 16,5-6-2-16</inkml:trace>
  <inkml:trace contextRef="#ctx0" brushRef="#br0" timeOffset="49633.13">21814 8082 426 0,'0'0'6'0,"0"-8"2"0,0 8 1 0,6-11 1 15,-6 11 0-15,5-10-1 16,-5 10 2-16,0 0-1 16,4 13-5-16,-1 3-2 0,-3 7-1 15,0 4 0-15,0 6-2 16,0 1 0-16,-5 1 0 15,0 0 0-15,-5-1 0 0,0-1 0 16,-4-3 0-16,-2-6 0 16,-1 1 0-16,-3-8 0 15,2-2 0-15,6-2 0 0,3-5 0 16,-2-4 0-16,11-4 0 16,0 0 0-16,0 0 0 15,15-3 0-15,2-4 0 16,6-1 0-16,4-2 0 15,3-2 0-15,2 2 0 0,1 1 0 16,-3-1 0-16,-5 0 0 16,0 7-8-16,-13 1-76 15,0 2-1-15</inkml:trace>
  <inkml:trace contextRef="#ctx0" brushRef="#br0" timeOffset="49850.47">22133 8219 484 0,'0'0'4'0,"0"0"0"0,0 0 1 16,0 0 0-16,9 13 1 16,-4-6-3-16,0 8-3 0,1 5 0 15,-1-1 0-15,2 6 0 16,-2 3 0-16,2 0 0 15,-1-9-9-15,-19 8-73 16,15-3-5-16</inkml:trace>
  <inkml:trace contextRef="#ctx0" brushRef="#br0" timeOffset="50051.21">22384 8125 480 0,'0'0'5'0,"0"0"1"15,0 0 0-15,2-10 1 16,-2 10 0-16,0 0-7 0,0 0 0 16,10 13 0-16,-6 2 0 15,7 10 0-15,-1 0 0 16,3 6 0-16,-1 1 0 16,4 5-23-16,-3-4-60 15,-5-2-4-15</inkml:trace>
  <inkml:trace contextRef="#ctx0" brushRef="#br0" timeOffset="50200.69">22361 8291 459 0,'0'0'5'16,"0"0"0"-16,0 0 0 16,7-12 0-16,4 5 1 15,6-2-2-15,8-3-5 16,9 5-14-16,3 0-64 0,9-4-5 15</inkml:trace>
  <inkml:trace contextRef="#ctx0" brushRef="#br0" timeOffset="50584.83">22880 8099 457 0,'0'0'4'0,"-12"0"1"15,2 0 1-15,-5 0 1 16,-5 4 0-16,1 3 0 0,-4 5 0 15,1 1 0-15,1 3-3 16,7 8-4-16,7-5 0 16,4 4 0-16,3-3 0 15,7-6 0-15,10-3 0 0,4-1 0 16,1-8 0-16,6-4 0 16,-7-11 0-16,4-4 0 15,-2-6 0-15,-9-10 0 16,4-6 0-16,-8-3 0 15,-6-7 0-15,2-1 0 0,-6-4 0 16,0 5 0-16,-6 1 0 16,2 9 0-16,-3 6 0 15,-1 16 0-15,8 17 0 0,-17 0 0 16,14 20 0-16,3 12 0 16,0 10 0-16,5 8 0 15,8 7 0-15,-3 2 0 16,7 0 0-16,0-9-27 15,1 1-56-15,5-3-5 0</inkml:trace>
  <inkml:trace contextRef="#ctx0" brushRef="#br0" timeOffset="50900.12">23099 8182 422 0,'0'0'7'0,"-5"-7"2"15,5 7 2-15,-10-15 1 16,8 2 0-16,0 4 1 15,2-4-1-15,0 1 1 0,4 4-13 16,6 2 0-16,8 2 0 16,1 2 0-16,1 2 0 15,-3 7 0-15,1 6 0 0,-6 2 0 16,-1 4 0-16,-9 3 0 16,-2 2 0-16,-7-3 0 15,-1 2 0-15,-2-4 0 16,0 1 0-16,0-5 0 15,3 0 0-15,2-8 0 16,5-7 0-16,0 0 0 0,12 3 0 16,3-8 0-16,4-3 0 15,4 8-73-15,9-15-15 16</inkml:trace>
  <inkml:trace contextRef="#ctx0" brushRef="#br0" timeOffset="51250.61">23651 7771 476 0,'0'0'3'15,"-8"-5"-1"-15,-1 5 2 16,-2 0-1-16,2 0 1 16,-7 5-1-16,2 0 1 0,-2 5 0 15,7 4-3-15,-1 4 0 16,3 2 0-16,7 2 1 15,0 0 1-15,2 0-3 16,10 2 0-16,4-5 0 0,-1 1 0 16,9-3 0-16,-1 0 0 15,3 0 0-15,-3-4 0 16,-1-1 0-16,-1-2 0 16,-4 0 0-16,-8-2 0 15,-1 2 0-15,-8-10 0 0,0 18 0 16,-14-14 0-16,1 0 0 15,-7 4 0-15,-5-3 0 16,3 0 0-16,-10-2 0 0,4 1-19 16,1-4-65-16,2 0-3 15</inkml:trace>
  <inkml:trace contextRef="#ctx0" brushRef="#br0" timeOffset="51466.66">23899 7903 484 0,'0'0'4'0,"0"0"1"0,0 0 1 15,0 0-1-15,0 0 2 16,0 0-7-16,2 11 0 16,1-1 0-16,2 5 0 15,3-2 0-15,1 7 0 0,-4-6 0 16,11 8-17-16,0-4-68 15,-5-6-2-15</inkml:trace>
  <inkml:trace contextRef="#ctx0" brushRef="#br0" timeOffset="51816.46">24055 7928 463 0,'0'0'5'15,"0"0"2"-15,0 0-1 0,0 0 0 16,0 0 0-16,0 0 0 15,0 0 0-15,-4 4 0 16,8 6-6-16,1 0 0 16,3 2 0-16,-3 0 0 15,2-2 0-15,1-2 0 16,-8-8 0-16,13 10 0 0,-13-10 0 16,12-3 0-16,-5-7 0 15,4-2 0-15,-4-3 0 0,1-2 0 16,9-1 0-16,-3 0 0 15,-1 1 0-15,-3 5 0 16,-3 2 0-16,3 8 0 16,-10 2 0-16,13 0-3 0,-13 0 4 15,5 16-1-15,2-2 2 16,1-3-2-16,-1 7 0 16,3-5-9-16,5 2-8 15,-5-3-39-15,7-5-29 0,0-4-3 16</inkml:trace>
  <inkml:trace contextRef="#ctx0" brushRef="#br0" timeOffset="52233.13">24518 7711 424 0,'0'0'7'0,"0"-9"3"16,0 9 1-16,0-16 2 16,0 16 0-16,-3-14 0 15,3 14 0-15,-9-11-6 16,1 11-7-16,-2 8 0 15,0 9 0-15,1 6 0 0,-5 6 0 16,10 1 0-16,-6 8 0 16,10-6 0-1,0 0 0-15,10-5 0 0,3-6 0 16,11-7 0-16,1-7 0 16,0-4 0-16,2-6 0 15,1-7 0-15,-4-5 0 16,1-2 0-16,-5-8 0 0,-6-2 0 15,-3-2 0-15,-6-9 0 16,-3 3 0-16,-4-4 0 16,-8 2 0-16,-5-1 0 15,-5 9 0-15,-3 4 0 16,-1 7 0-16,-1 10 0 0,-3 8 0 16,9 4 0-16,-1 15 0 15,5 6 0-15,7 6 0 16,8 2 0-16,5 0 0 15,13 0 0-15,5-2 0 0,4-8-11 16,13-8-73-16,-3 5-3 16</inkml:trace>
  <inkml:trace contextRef="#ctx0" brushRef="#br0" timeOffset="52817.12">23134 7643 454 0,'0'0'4'0,"0"0"1"0,0 0 0 16,0 0 0-16,8 1 0 16,-3 9 1-16,7 5 1 0,5 5-1 15,3 10-3-15,9 7-1 16,10 7 2-16,2 11 1 15,4 1-5-15,-2 5 0 0,-2 0 0 16,-1 1 0-16,-10-2 0 16,-8-1 0-16,-10 1 0 15,-12-6 0-15,-9-4 0 16,-14 2 0-16,-7-8 0 0,-9 1 0 16,-5-10 0-16,1 4 0 15,-12-14-24-15,8 0-61 16,-3-5-3-16</inkml:trace>
  <inkml:trace contextRef="#ctx0" brushRef="#br0" timeOffset="53300.09">21685 7885 332 0,'0'0'5'0,"0"0"1"0,-10-3 3 0,10 3 1 15,-17 4 3-15,5 7 2 16,-6 3 0-16,-2 14 3 15,0 9-2-15,1 13 0 16,4 12-1-16,7 7 0 0,4 11-3 16,8 7-1-16,16 2-8 15,12-1-3-15,13-1 0 16,12-5 0-16,10-8 0 16,10-5 0-16,8 14-54 0,9-32-30 15</inkml:trace>
  <inkml:trace contextRef="#ctx0" brushRef="#br0" timeOffset="58850.21">19263 14999 344 0,'0'0'8'16,"2"-9"5"-16,1 2 2 15,-1-6 3-15,-2 1 2 0,3-3 1 16,-3-1 0-16,-3-1 1 15,-2 3-8-15,-8 4-4 16,-3 3-5-16,-7 4-5 16,-4 3 0-16,-1 4 0 0,-4 9 0 15,4 2 0-15,1 2 0 16,8 1 0-16,6-1 0 16,10-3 0-16,6-1 0 0,12-3 0 15,4-8 0-15,11 1 0 16,2-3 0-16,2-5 0 15,0-2 0-15,-4-3 0 16,-4-5 0-16,-3 2 0 0,-5 4 0 16,-3-4 0-16,-5 5 0 15,-10 8 0-15,10-7 0 16,-10 7 0-16,2 7 0 16,-2 4 0-16,3 3 0 15,-1 4 0-15,3 0 0 0,3-2 0 16,4 1 0-16,0-1 0 15,8-5-12-15,-4 14-51 16,10-19-24-16,2-6-3 16</inkml:trace>
  <inkml:trace contextRef="#ctx0" brushRef="#br0" timeOffset="59349.93">19757 14905 346 0,'0'0'6'0,"0"0"3"16,0 0 4-16,-8-8 2 0,8 8 1 15,-5-9 2-15,5 9 1 16,-14-9-1-16,7 2-3 16,-6 3-5-16,-2-1-2 15,0 3-3-15,-4 2-2 0,-2 0-1 16,1 2-1-16,-2 3 0 15,5 3-2-15,1-1 0 16,7 3 1-16,5 1-1 16,4-5 0-16,6 2 1 15,12-4 0-15,1-1 0 0,9-3 0 16,-1-5 1-16,3-5 1 16,0-7-1-16,-3-4 1 15,-4-5 2-15,-4-6-4 16,-1-3 0-16,-8-5 0 0,0-2 0 15,-10 3 0-15,-2-1 0 16,-9 3 0-16,4 8 0 16,-3 8 0-16,-3 6 0 0,4 13 0 15,-1 6 0-15,4 19 0 16,6 12 0-16,3 10 0 16,7 2 0-16,5 12 0 15,3 0 0-15,4-2 0 16,2-4 0-16,4-4 0 0,-6-11-17 15,-1-7-69-15,3-6-3 16</inkml:trace>
  <inkml:trace contextRef="#ctx0" brushRef="#br0" timeOffset="59866.83">20137 14691 467 0,'0'0'5'0,"0"0"2"16,3-6 1-16,-3 6 1 16,0 0 0-16,0 0-3 0,0 0-6 15,0 0 0-15,4 10 0 16,-1 7 0-16,-1 4 0 15,1 5 0-15,5 4 0 0,-1-1 0 16,0 4 0-16,6-1 0 16,-1 5 0-16,-2-5 0 15,-2-1 0-15,-3 0 0 0,-5-2 0 16,-11-4 0-16,-5 0 0 16,-9-7 0-16,-8-3 0 15,3-5 0-15,-2 0 0 16,-2-9 0-16,4 3 0 15,7-4-7-15,6 0-9 0,2-5-8 16,15 5-28-16,0 0-33 16,-5-13-1-16</inkml:trace>
  <inkml:trace contextRef="#ctx0" brushRef="#br0" timeOffset="60983.33">18689 15450 275 0,'0'0'9'0,"0"0"5"16,0 0 1-16,0 0 4 16,0 0 0-16,0 0 3 15,0 0 3-15,7 4 1 0,6-4-6 16,9 0-5-16,18-4-2 15,20-6-2-15,19-1-2 16,22-2-2-16,21-5-3 16,18 1-2-16,16-1 0 0,8 1-1 15,3 3-1-15,-1 4 1 16,-11 0 1-16,-9 2-2 16,-17 1 0-16,-19 1 0 15,-24 4 0-15,-18 0 0 0,-24 2 0 16,-14-3-6-16,-21 3-7 15,-13-7-16-15,-21 7-55 16,3 0-2-16</inkml:trace>
  <inkml:trace contextRef="#ctx0" brushRef="#br0" timeOffset="62216.88">21004 15277 498 0,'0'0'1'0,"0"0"0"16,0 0 1-16,13 0 0 16,-13 0 1-16,8 0 1 15,-8 0-4-15,16 0 0 16,-3 0 0-16,2 0-6 0,0-8-19 15,4 5-57-15,9-4-5 16</inkml:trace>
  <inkml:trace contextRef="#ctx0" brushRef="#br0" timeOffset="62366.66">21054 15363 452 0,'0'0'6'0,"-13"10"1"0,13-10 1 15,-12 18 1-15,5-8 0 16,-1 0 0-16,4 2 2 15,4-2-11-15,17-3 0 16,6-7-4-16,11-7-78 0,10 0-5 16</inkml:trace>
  <inkml:trace contextRef="#ctx0" brushRef="#br0" timeOffset="62600.22">21749 14983 511 0,'0'0'0'0,"0"0"0"0,-12-3 0 16,12 3 0-16,-12 0 0 15,-1 4 0-15,1 9 0 16,-11 4 0-16,9 8 0 16,-6 4 0-16,0 11 0 0,5-1 0 15,5 7 0-15,7-4 0 16,3-3 0-16,13-1 0 15,9-11 0-15,14-5-12 16,8-7-75-16,1-10-4 16</inkml:trace>
  <inkml:trace contextRef="#ctx0" brushRef="#br0" timeOffset="62900.17">21983 15131 472 0,'0'0'4'15,"0"0"0"-15,-15 0 2 16,3 5 0-16,-2 2 0 0,-9 4 0 15,3 3 1-15,-3 3-7 16,4 0 0-16,3 4 0 16,9-3 0-16,7 0 0 0,5 0 0 15,10-6 0-15,11-2 0 16,6-5 0-16,2-5 0 16,-1 0 0-16,1-7 0 15,-1-6 0-15,-8-2 0 0,-6-6 0 16,-9-2 0-16,-7 0 0 15,-3 1 0-15,-7 3 0 16,-6-1 0-16,-7 10 0 16,3 0 0-16,-6 10-5 0,0-3-23 15,9-9-52-15,4 14-9 16</inkml:trace>
  <inkml:trace contextRef="#ctx0" brushRef="#br0" timeOffset="63234.8">22368 15071 453 0,'0'0'3'0,"0"0"1"16,0 0 0-16,-10 0 1 15,3 0 0-15,-6 0 0 0,-1 3 0 16,-2 2 0-16,0 0-3 16,4 4-1-16,-6-1 0 15,6 4-2-15,6 1 0 16,6 4 1-16,0 1-1 0,8 1 1 15,4 1-1-15,6-2 2 16,-4 1-2-16,7-1 2 16,-7-1-1-16,-1-2 1 15,-3-3-1-15,-8-2 1 16,-2 3 0-16,-10-3 0 0,-7-3 0 16,-6-3 0-16,-3 2 0 15,-8-1 0-15,5-3-2 16,0-2-1-16,1 0-4 0,8-2-6 15,6-9-5-15,14 11-18 16,0-19-47-16,12 4-4 16</inkml:trace>
  <inkml:trace contextRef="#ctx0" brushRef="#br0" timeOffset="63633.35">22684 14984 458 0,'0'0'4'16,"0"0"1"-16,0 0 1 15,0 0-1-15,-8 13 2 16,-1-1-1-16,-3 8 1 0,-4 3-1 16,-1 2-4-16,1 4 0 15,0 2-1-15,3 4 1 16,6-2-2-16,7-3 0 16,0-6 0-16,12-6 0 0,8-6 0 15,3-4 0-15,4-6 0 16,1-4 0-16,0-11 0 15,2-6 0-15,-5-5 0 16,0-7 0-16,-9-4 0 0,-4-4 0 16,-7-4 0-16,-5-1 0 15,-5-3 0-15,-5 7 0 16,-8 3 0-16,2 9 0 16,-5 7 0-16,-1 11 0 0,-3 7 0 15,1 11 0-15,2 14 0 16,1 5 0-16,9 8 0 15,-1 1 0-15,13 7 0 0,6 0 0 16,10-4 0-16,17-8 0 16,14-3 0-16,15-3-27 15,17-13-57-15,6-9-5 16</inkml:trace>
  <inkml:trace contextRef="#ctx0" brushRef="#br0" timeOffset="73250.89">19047 15673 413 0,'0'0'6'16,"0"0"2"-16,0 0 3 16,0 0 0-16,0 0 1 0,0 0 1 15,0 0 1-15,-11 0-1 16,11 0-5-16,-19 20-6 15,6-1-2-15,-6 4 0 16,-1 10 0-16,-4-3 0 0,0 6 0 16,0-2 0-16,-1-3 0 15,5-7 0-15,5 1 0 16,5-5 0-16,5-8 0 16,5-2 0-16,0-10 0 15,18 8 0-15,1-8 0 0,6 0 0 16,7-5 0-16,3-2 0 15,5-3 0-15,4 0-3 16,-4-2-11-16,5-9-46 0,-5 11-25 16,-8 0-2-16</inkml:trace>
  <inkml:trace contextRef="#ctx0" brushRef="#br0" timeOffset="73450.14">19357 15781 454 0,'0'0'5'16,"0"0"1"-16,0 0 2 0,0 0 0 16,0-7 1-16,0 7-1 15,0 0 1-15,8 11-5 16,-1 6-4-16,-2 8 0 16,-1 0 0-16,5 9 0 0,-2 3 0 15,-5 1-4-15,8-3-42 16,-2-4-40-16,-1-3-1 15</inkml:trace>
  <inkml:trace contextRef="#ctx0" brushRef="#br0" timeOffset="73650.85">19638 15781 449 0,'0'0'3'0,"0"0"2"0,0 0 2 15,-2 14-1-15,-1-3 1 16,3 10 1-16,-3 1-1 16,0 6 0-16,3 4-5 15,0-3-10-15,3-1-39 0,0-1-36 16,0-8-1-16</inkml:trace>
  <inkml:trace contextRef="#ctx0" brushRef="#br0" timeOffset="73816.78">19503 15837 462 0,'0'0'3'0,"0"0"1"15,0 0 0-15,8 0 1 16,2 5-1-16,8-3 1 0,1 3-1 16,6 0-4-16,7-3-14 15,8-2-65-15,0 0-6 16</inkml:trace>
  <inkml:trace contextRef="#ctx0" brushRef="#br0" timeOffset="74200.12">20057 15758 431 0,'0'0'5'0,"-12"-3"2"0,3 3 1 16,-7 0 0-16,-1 0 1 15,0 3-1-15,-4 4 0 16,-3 2 1-16,4 2-5 0,5 6-3 16,3 0 0-16,9 1-2 15,3-3 0-15,0 0 0 16,15-3 0-16,3-7 0 16,2-5 0-16,1 0 0 15,2-7 1-15,-3-8 0 0,5-5 2 16,-8-7 1-16,1-3 1 15,-8-5 1-15,-1-3 0 16,-6 2-5-16,0-2 0 0,-3 6 0 16,-3 3 0-16,-2 10 0 15,-2 8 0-15,7 11 0 16,-10 11 0-16,5 13 0 16,5 5 0-16,3 11 0 15,1 5 0-15,7 2-22 0,15-3-64 16,-8-2-4-16</inkml:trace>
  <inkml:trace contextRef="#ctx0" brushRef="#br0" timeOffset="74483.92">20247 15816 444 0,'0'0'5'0,"0"0"2"16,-7-11 2-16,7 11 1 15,-6-18 1-15,6 18 0 0,-7-13 0 16,4 4-8-16,3 9-3 15,0 0 0-15,12-5 0 16,1 7 0-16,4 9 0 16,1-3 0-16,1 10 0 15,-1 2 0-15,-6 3 0 0,-1-1 0 16,-4 2 0-16,-5-3 0 16,-2 1 0-16,0-5 0 15,0-3 0-15,0 0 0 16,0-14 0-16,10 4-3 0,1-8-16 15,3-10-32-15,11-2-35 16,-5-14-1-16</inkml:trace>
  <inkml:trace contextRef="#ctx0" brushRef="#br0" timeOffset="74700.75">20470 15418 457 0,'0'0'5'16,"0"0"1"-16,-13-7 2 15,13 7 0-15,-7 0 1 16,7 0 1-16,-9 19-2 0,6 5-8 15,3 7 0-15,7 8 0 16,5 9 0-16,6 7 0 16,7 4 0-16,-3 0 0 15,-2 1 0-15,-4 2 0 0,-12-6 0 16,-4 0 0 0,-20-5 0-16,-10-4 0 0,-19 0 0 15,-10-10-2-15,-14 3-25 16,-11 2-53-16,-11-20-10 15</inkml:trace>
  <inkml:trace contextRef="#ctx0" brushRef="#br0" timeOffset="74983.33">18868 15468 395 0,'0'0'7'0,"-8"0"1"0,-2 2 3 15,-4 11 2-15,-7 14 0 16,-6 15 2-16,-5 15 0 16,-1 13 1-16,4 9-6 15,3 12-2-15,10 8-8 0,7-4 0 16,9-11 0-16,18-7 0 15,12-16-16-15,12-8-69 16,13-12-1-16</inkml:trace>
  <inkml:trace contextRef="#ctx0" brushRef="#br0" timeOffset="79016.94">11614 13773 464 0,'0'0'4'0,"0"0"1"16,0 0 2-16,0 0 0 15,0 0 1-15,0-9 0 0,0 9 0 16,0 0-8-16,-4 9 0 15,-1 4 0-15,-5 4 0 16,-4 1 0-16,-2 8 0 16,-4-1 0-16,-3 2 0 0,2 1 0 15,-7-3 0-15,6-3 0 16,-1-5 0-16,6-5 0 16,2 1 0-16,8-6 0 15,7-7 0-15,0 0 0 0,12 8 0 16,8-8 0-16,10 0 0 15,0 0 0-15,11-3 0 16,-3-2 0-16,4 5 0 16,-2-5-3-16,-3-2-55 0,1 7-29 15,-12 0-2-15</inkml:trace>
  <inkml:trace contextRef="#ctx0" brushRef="#br0" timeOffset="79202.89">11925 13887 461 0,'0'0'5'0,"0"0"1"16,0 0 2-16,0 0-1 15,0 0 1-15,8 10 0 16,-5 1 0-16,-3 3-8 0,2 1 0 16,-2 2 0-16,0 6 0 15,5 2 0-15,-5-4-2 16,5-1-41-16,-1 2-44 0,4-7 0 15</inkml:trace>
  <inkml:trace contextRef="#ctx0" brushRef="#br0" timeOffset="79416.84">12226 13837 470 0,'0'0'3'15,"0"0"1"-15,0 0 0 16,0 0 0-16,7 8 0 0,-7 2 1 16,0 3-1-16,0 2-1 15,0 1-6-15,0 7-12 16,-2-1-39-16,2-5-29 16,-3 4-3-16</inkml:trace>
  <inkml:trace contextRef="#ctx0" brushRef="#br0" timeOffset="79566.99">12140 13883 442 0,'0'0'2'0,"0"0"0"0,0 0 0 16,0 0 0-16,9 0 1 0,1 0 0 16,4 0-1-16,4 0-8 15,7-3-32-15,7 3-39 16,3-3-4-16</inkml:trace>
  <inkml:trace contextRef="#ctx0" brushRef="#br0" timeOffset="79950.23">12589 13827 420 0,'0'0'1'0,"0"0"1"16,-16 0-1-16,4 3 1 0,-5 2 1 15,2 5 0-15,-8 0-1 16,7 3 2-16,-2 2-4 16,3-1 1-16,5 3-2 0,7-4-2 15,3-3 0-15,0-10 0 16,21 12 0-16,-5-12 0 16,2-2 0-16,5-11 3 15,2 1 3-15,1-8 2 0,-1-5 2 16,0 0 1-16,1-6 1 15,-10 0 2-15,2-3 1 16,-6-3-1-16,-4 2-1 16,-5 3-2-16,-1 5-1 0,-2 4-7 15,0 4 0-15,-5 11 0 16,5 8 0-16,-5 5 0 16,5 17 0-16,0 5 0 15,0 8 0-15,5 4-18 16,-2 16-47-16,6-10-21 0</inkml:trace>
  <inkml:trace contextRef="#ctx0" brushRef="#br0" timeOffset="80250.17">12881 13904 467 0,'0'0'4'0,"0"0"1"15,0-10 1-15,0 10 0 16,0-17 1-16,0 8 1 0,0-4 0 15,0 3-8-15,0-5 0 16,3 6 0-16,5 2 0 16,2 7 0-16,-2-3 0 15,6 3 0-15,-2 7 0 16,-4 8 0-16,-3 2 0 0,0 5 0 16,-5 0 0-16,0 0 0 15,-5 3 0-15,0-5 0 16,0-3 0-16,2-4 0 15,3-2 0-15,0-11 0 0,5 0-8 16,8 0-8-16,2-16-16 16,-2 1-51-16,8-7-3 15</inkml:trace>
  <inkml:trace contextRef="#ctx0" brushRef="#br0" timeOffset="80499.96">13138 13453 425 0,'0'0'6'16,"-11"-1"3"-16,11 1 1 15,-12-8 1-15,12 8 0 0,-9-3 0 16,9 3 0-16,-8 7 2 16,8 9-9-16,8 9-4 15,6 0 0-15,7 11 0 16,4 4 0-16,-1 4 0 16,3 6 0-16,-2 2 0 0,-7 2 0 15,-8 6 0-15,-10-2 0 16,-5 3 0-16,-18-2 0 15,-9-2 0-15,-12-1 0 0,-7-3 0 16,-3-1 0-16,-9-9-28 16,-8-4-60-16,1-7-1 15</inkml:trace>
  <inkml:trace contextRef="#ctx0" brushRef="#br0" timeOffset="80917.03">11343 13505 304 0,'0'0'6'0,"-12"-2"3"0,0 2 4 16,-8 0 0-16,-3 5 3 16,-9 8 2-16,2 6 2 15,-14 9 1-15,4 13-5 0,-5 7-3 16,1 11-2-16,1 11-1 15,6 2-2-15,10 7-2 16,4 0-1-16,13-2-1 16,13-5-1-16,20-8-1 0,16-7 0 15,18-7-2-15,15-14-2 16,20-8-5-16,8-12-11 16,-1-8-64-16,28-5-2 15</inkml:trace>
  <inkml:trace contextRef="#ctx0" brushRef="#br0" timeOffset="81300.14">13633 13664 431 0,'0'0'7'0,"0"0"-1"16,-8-12 3-16,8 12 0 0,-15-8 1 15,5 8-1-15,-5 0 1 16,-2 8 1-16,-4 9-7 16,2 5-1-16,-1 3-1 15,2 2-2-15,11 6 0 0,0-4 0 16,9 1-7-16,10-10-13 16,14-13-62-16,3 5-4 15</inkml:trace>
  <inkml:trace contextRef="#ctx0" brushRef="#br0" timeOffset="81584.03">13803 13786 427 0,'0'0'2'0,"-9"3"1"16,-1 1-1-16,0 3 2 0,-2 1-2 16,-4 2 1-16,4 2 0 15,2 1 1-15,6-4-2 16,4-9 0-16,9 13 0 15,12-13 0-15,3 0 0 0,8-3 1 16,6-4 0-16,-1-3 1 16,0-5 1-16,-2-1-1 15,-8-1 1-15,-2 0 0 16,-13 1 0-16,-4 0 0 0,-8-1-2 16,-8 5-2-16,-10 2-1 15,-6 8-4-15,-6 2-4 16,3 2-7-16,-5 8-17 0,7-6-40 15,8 9-13-15</inkml:trace>
  <inkml:trace contextRef="#ctx0" brushRef="#br0" timeOffset="81900.32">14109 13714 336 0,'0'0'9'16,"0"0"6"-16,0 0 2 0,0 0 2 15,0-11 0-15,0 11-1 16,0 0 0-16,0 0 0 15,-7 0-9-15,7 0-5 16,-15 8-3-16,15-8 0 0,-10 17-2 16,7-6 1-16,3 1 0 15,3 1 0-15,4-1 0 16,4 1 0-16,5-6 0 16,0 5 0-16,1-5 1 0,-3 3 0 15,-3-2-1-15,-11-8 1 16,7 14 0-16,-7-14 0 15,-19 15-1-15,-1-7 0 0,-6-4-2 16,-1 2-3-16,1-2-2 16,-2-1-6-16,8-3-10 15,6 0-17-15,0-13-36 16,14 1-8-16</inkml:trace>
  <inkml:trace contextRef="#ctx0" brushRef="#br0" timeOffset="82267.61">14325 13585 395 0,'0'0'8'15,"0"0"3"-15,0 0 0 16,0 0 0-16,5 8 0 16,-5-1 0-16,-7 5 1 15,-3 3 0-15,-5 2-8 0,3 5-3 16,0 3 0-16,1-2 0 16,6-1-1-16,5-5 1 15,7-2-1-15,11-7 1 16,7-8-1-16,5 0 1 0,5-12-1 15,0-6 1-15,2-5 0 16,-6-1 0-16,-3-1 0 16,-7-5 1-16,-12-5-2 0,-6 3 2 15,-6 1-1-15,-15-1 0 16,-3 7-1-16,-9 0 0 16,-2 13-1-16,-3 6 1 15,-1 12 1-15,4 10-1 0,2 12 0 16,9 6 1-16,3 6 0 15,13 5 0-15,7-3 1 16,14-2-1-16,14-6 2 16,11-4-3-16,17-8 0 0,11-5 0 15,9-9-6-15,26-13-76 16,4 5-3-16</inkml:trace>
  <inkml:trace contextRef="#ctx0" brushRef="#br0" timeOffset="86199.87">10968 14621 379 0,'0'0'4'0,"0"0"1"0,-14-3 1 0,14 3 1 16,-11-3-1-16,11 3 1 15,-7 0 1-15,7 0 0 16,5 0 0-16,10 3-4 0,15 0-1 15,12-3 0-15,18 0 2 16,15 0-1-16,24-7 0 16,20-6-1-16,22-2 0 15,18-3 0-15,23-2 0 0,12 0-1 16,9-1 0-16,16-2-1 16,8 1 0-16,6 1-1 15,1 2 1-15,-1 2-1 16,-4-1 0-16,-6 3 0 0,-7 3 0 15,-16 2 0-15,-16 6 0 16,-23-2 0-16,-18 5-1 16,-21 1 0-16,-26 0-1 15,-22 1-1-15,-24 2-1 0,-26 1-2 16,-24-4-2-16,-17 17-2 16,-26-11-7-16,-21 1-9 15,-18 3-24-15,-18 3-25 16,-24-3-8-16</inkml:trace>
  <inkml:trace contextRef="#ctx0" brushRef="#br0" timeOffset="86433.38">10893 14913 251 0,'0'0'3'15,"0"0"-1"-15,0 0 1 16,8-5 1-16,15-3 3 0,12 1 5 16,15-6 2-16,22-1 1 15,22-1-1-15,28-7 0 16,22-1 0-16,29-1-6 0,19-6-19 16,19 2-52-16,32 3-8 15</inkml:trace>
  <inkml:trace contextRef="#ctx0" brushRef="#br0" timeOffset="87433.19">9306 14105 402 0,'0'0'6'0,"0"0"2"15,0 0 2-15,-2-12 2 16,2 12 0-16,0-13 1 16,0 13 1-16,4-15 1 15,7 11-7-15,1-2-1 0,6 6-3 16,1 0-4-16,4 6 0 15,2 5 0-15,0 6 0 16,-6 4 0-16,3 2 0 16,-6 3 0-16,-11 6 0 0,-5 1 0 15,-8 2 0-15,-9-1 0 16,-8 1 0-16,0-3 0 16,-5-2 0-16,0-5 0 15,6-6 0-15,2-4 0 16,4-5 0-16,3-10 0 0,15 0 0 15,-2-18 0-15,7-3 0 16,11-9 0-16,7-5 0 16,5-4 0-16,6-4 0 0,1-3 0 15,0 3 0-15,0 6 0 16,-11 8 0-16,-1 4 0 16,-5 4 0-16,-9 10 0 15,-9 11 0-15,0 0 0 0,0 0 0 16,3 10 0-16,-6 8 0 15,-1 5 0-15,-1 5 0 16,-1 1 0-16,3 6 0 16,3-3 0-16,3-2 0 0,8-5 0 15,5-5 0-15,9-5 0 16,5-8 0-16,5-4 0 16,2-6 0-16,11-22-62 15,-7 15-26-15</inkml:trace>
  <inkml:trace contextRef="#ctx0" brushRef="#br0" timeOffset="87666.47">9933 14177 413 0,'0'0'6'16,"0"0"2"-16,0 0 3 0,0 0 1 15,0 0 1-15,0 0 1 16,0 0-1-16,12 0 1 16,-5-5-7-16,6-1-7 15,4 2 0-15,1-3 0 16,7-1-17-16,-6 8-59 0,6-6-10 16</inkml:trace>
  <inkml:trace contextRef="#ctx0" brushRef="#br0" timeOffset="87783.28">9984 14273 459 0,'0'0'4'0,"0"0"1"0,-4 10 1 16,4-10 0-16,0 10 0 15,0-10 1-15,20 3-2 16,10-3-15-16,14-13-70 16,20-14-3-16</inkml:trace>
  <inkml:trace contextRef="#ctx0" brushRef="#br0" timeOffset="89050.31">20130 8400 389 0,'0'0'7'0,"0"0"3"15,0 0 0-15,0 0 1 0,-5-7 1 16,5 7 0-16,-13 10 0 15,8 2 1-15,3 10-8 16,-3 3-2-16,5 2-1 16,0 6-1-16,12-6 1 0,4 0-1 15,5-4 0-15,4-4 0 16,5-9 1-16,5-7 1 16,-3-3 1-16,0-3 0 15,-4-7 2-15,-1-5-6 0,-7-2 0 16,-8-3 0-16,-2-2 0 15,-10 4 0-15,0-1 0 16,-2 1 0-16,-8 5 0 16,3 6 0-16,7 7 0 0,-16 3 0 15,16 9 0-15,0 5 0 16,3 8 0-16,7 3 0 16,5 4 0-16,0 0 0 0,0 5 0 15,3-4 0-15,-6 1 0 16,-2-2 0-16,-3 1 0 15,-4-4 0-15,-6-2 0 16,-4-2 0-16,-8-5 0 16,-8-1 0-16,-2-6 0 15,-1-3 0-15,-7-2 0 0,1-6 0 16,2-2 0-16,0-8 0 16,10 0-9-16,2 4-70 15,9-13-8-15</inkml:trace>
  <inkml:trace contextRef="#ctx0" brushRef="#br0" timeOffset="89283.42">20647 8487 484 0,'0'0'5'0,"0"0"2"0,0 0 2 16,7-8-3-16,-7 8-6 15,8-11 0-15,-8 11 0 0,20-17 0 16,-8 9 0-16,0 2 0 16,3-1 0-16,10 3 0 0,-6-2 0 15,11 6-19-15,-9 0-68 16,1 2-5-16</inkml:trace>
  <inkml:trace contextRef="#ctx0" brushRef="#br0" timeOffset="89400.44">20654 8621 474 0,'0'0'5'0,"0"0"1"0,0 0 3 16,5 0 0-16,7-3-1 16,13-4-8-16,0-1 0 15,10-4 0-15,4 2-61 16,11-3-24-16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58:35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17995 5153 255 0,'0'0'5'0,"0"0"2"15,-2-11 0-15,2 11 4 16,-15-12 2-16,8 5 0 15,-6-3 3-15,-1 0-1 0,-4-1-3 16,1 4-1-16,-3 3-1 16,-3-1-2-16,1 5-2 15,-3 0-2-15,0 0 0 0,-2 2-2 16,-3 5 1-16,-2 3-2 16,2 4 1-16,-5 0 0 15,3 3-1-15,-3 4 0 16,3 3 0-16,0 0 0 15,2 3 0-15,0 1 0 0,5 1-1 16,0 6 2-16,5-3 0 16,3 3 0-16,4-2 0 15,3 0 1-15,3 3 0 0,5-2 1 16,2-1 1-16,7 1-2 16,5-4 1-16,8 5 1 15,3-3 0-15,2-2-1 16,7-1 1-16,0-4-1 15,1 0 0-15,6-6-1 0,-4-1 0 16,2-6 0-16,2 1-1 16,4-6 1-16,-1 1-1 15,3-3-1-15,-3-3 1 0,1-2-1 16,-1-2 1-16,0-3 0 16,1-8 0-16,-4 1-1 15,-2-3 2-15,4-4-1 16,-4-9 1-16,0 1 1 0,-5-5-2 15,0-3-2-15,-7-5 0 16,-4-3 0-16,-5-1 0 16,-9 0 0-16,-4-1 0 15,-6 1 0-15,-6 2 0 0,-9 3 0 16,-1-2 0-16,-6 9 0 16,-5-2 0-16,-5 4 0 15,-2 0 0-15,-8 3 0 16,1 4 0-16,-11 6 0 15,0 2 0-15,-7 6 0 0,2 6 0 16,0 3 0-16,1 12 0 16,-1 3 0-16,1 8 0 15,7 4 0-15,-3 2 0 16,11 6 0-16,-2 2 0 0,9 5 0 16,8 3 0-16,1 2 0 15,8 3 0-15,8 1 0 16,2-1 0-16,10 2 0 0,0-2 0 15,10-2 0-15,2-2 0 16,13-6 0-16,2-3 0 16,13-8 0-16,5-1 0 15,10-10 0-15,2-10 0 0,8-2 0 16,4-6 0-16,0-6 0 16,1-5 0-16,0-7 0 15,-3-4 0-15,-5-1 0 16,0-1 0-16,-2-11 0 15,-9 5 0-15,-3-9 0 0,-9 2 0 16,-9-3 0-16,-7-2 0 16,-16-6 0-16,-5 4 0 15,-6 0 0-15,-13-1 0 0,-3 3 0 16,-8 0 0-16,-6 2 0 16,-6 1 0-16,-3 1 0 15,-1 6 0-15,-6 3 0 16,1 4 0-16,-4 7 0 0,-4 9 0 15,0 6 0-15,-1 8 0 16,1 12 0-16,-2 8 0 16,2 12 0-16,2 8 0 15,3 4 0-15,5 11 0 0,7 2 0 16,10 4 0-16,6-1 0 16,16 4 0-16,8-7 0 15,13-2 0-15,16-8 0 16,11-8 0-16,10-9 0 15,7-8 0-15,5-13 0 0,10-8 0 16,5-6 0-16,-2-7 0 16,1-13 0-16,2-3 0 15,-4-6 0-15,-5-6 0 16,-7-4 0-16,-9-3 0 0,-10-6 0 16,-17 4 0-16,-15-6 0 15,-11 3 0-15,-13 0 0 16,-15 0 0-16,-6 5 0 0,-8 0 0 15,-8 2 0-15,-10 5 0 16,-2 3 0-16,-5 7 0 16,-10 6 0-16,-5 9 0 15,-3 7 0-15,2 6 0 0,-7 14-2 16,10 10 0-16,4 13-1 16,10 10-4-16,15 4-15 15,14 15-58-15,28 6-4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40:08.11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916 2344 416 0,'0'0'5'0,"0"-11"3"0,0 11 2 0,-3-14-2 16,3 14 3-16,-5-18 0 15,5 18 0-15,-8-2 1 0,1 9-5 16,2 13-3-16,0 12-3 16,3 5 3-16,0 10-3 15,-1 5 1-15,3 5-2 16,0-2 0-16,0-3 0 0,0-6 0 15,0-5 0-15,0-12 0 16,0-4 0-16,0-10 0 16,0-15 0-16,-10 0 0 15,2-10 0-15,6-15 0 0,-3-9 0 16,0-11 0-16,3-7 0 16,2-5 0-16,0-1 0 15,2 4 0-15,3 5 0 16,5 4 0-16,2 11 0 15,6 9 0-15,2 5-2 0,1 10 1 16,7 3 1-16,4 7 0 16,0 7 0-16,1 5 0 15,-6 11 3-15,-4 4-3 0,-8 0 0 16,-5 8 0-16,-10 2 0 16,-10-2 0-16,-3 0 0 15,-9-5 0-15,-1-6 0 16,-4 1 0-16,0-5 0 0,4-8 0 15,4-2 0-15,6-3 0 16,4-2 0-16,9-5 0 16,0 0 0-16,4 9 0 15,11-8 0-15,0 4 0 0,8 2 0 16,1 1 0-16,-2 4 0 16,6 3 0-16,-3-3 0 15,0 8-9-15,-6-6-23 16,4 5-51-16,-3-2-3 15</inkml:trace>
  <inkml:trace contextRef="#ctx0" brushRef="#br0" timeOffset="332.96">1385 2655 420 0,'0'0'5'0,"-12"-4"1"0,12 4 1 0,-18 0-1 0,6 0 1 0,2 4-1 15,-5 4 1-15,5 2-1 0,5 5-3 16,2 4-2-16,3-1 0 16,11-1 0-16,3 0 0 15,9-5 1-15,2-4 0 16,7-3 0-16,-3-5 1 16,7-7-1-16,-4-6 0 0,-2-5 1 15,-8-1 0-15,-5-1-1 16,-4-5 1-16,-10 3-1 15,-6 6-1-15,-12-2 0 16,-2 8-1-16,-8 5-1 0,0 5-1 16,0 0-2-16,2 12-5 15,3-2-5-15,8 9-13 16,7-1-56-16,3-3 0 0</inkml:trace>
  <inkml:trace contextRef="#ctx0" brushRef="#br0" timeOffset="882.99">1725 2363 384 0,'0'0'7'0,"0"0"3"0,0-11 2 0,0 11 1 0,3-8 0 16,-3 8-1-16,0 0 1 15,0 0 0-15,10 8-6 16,-7 16-3-16,-1 7-1 0,-2 8-2 16,0 9 1-16,3 7 1 15,-3-1-1-15,0-2 0 16,0 0 0-16,2-7 0 16,3-8 0-16,2-7-2 15,6-8 0-15,4-10-4 0,1-7-4 16,4-5-11-16,-5-5-31 15,3-9-34-15,2-9-3 16</inkml:trace>
  <inkml:trace contextRef="#ctx0" brushRef="#br0" timeOffset="1033.53">1746 2638 361 0,'0'0'9'16,"-11"-3"2"-16,11 3 3 15,-10-2-1-15,10 2 0 16,0 0 0-16,0 0 1 0,0 0 0 15,16-2-8-15,8-3-11 16,11 2-36-16,10 1-38 16,2-6-1-16</inkml:trace>
  <inkml:trace contextRef="#ctx0" brushRef="#br0" timeOffset="1416.43">2056 2652 470 0,'0'0'4'0,"0"0"2"0,-13 0 2 16,3 0 0-16,10 0 1 15,-12-1-3-15,12 1-6 16,0 0 0-16,-4-13 0 16,11 10 0-16,10-1 0 0,5-1 0 15,6 2 0-15,-1 3 0 16,3-2 0-16,-2 2 0 15,-3 6 0-15,-6 5 0 0,-9 2 0 16,-6 1 0-16,-4 3 0 16,-9 5 0-16,-8-1 0 15,-3 0 0-15,0 2 0 0,-5-5 0 16,3 2 0-16,1-3 0 16,9-2 0-16,3-5 0 15,3-1 0-15,6-9 0 16,8 11 0-16,7-9 0 0,5-2 0 15,7-5 0-15,3-8 0 16,12 4-23-16,-5-3-63 16,8-6-3-16</inkml:trace>
  <inkml:trace contextRef="#ctx0" brushRef="#br0" timeOffset="1667.96">2601 2199 440 0,'0'0'4'0,"0"0"2"0,0 0 0 16,0 0-1-16,0 0 0 15,0 0 1-15,-4 6 1 16,-5 35 4 0,-6 14-4-16,2 14-2 15,-4 11 1-15,2 7-3 16,0 3-3-16,2 3 0 15,6-6 0-15,10-25 0 16,10-11 0-16,11-8 0 0,3-14-4 16,17-8-81-16,-1-7-2 15</inkml:trace>
  <inkml:trace contextRef="#ctx0" brushRef="#br0" timeOffset="2249.96">2896 2454 468 0,'0'0'3'0,"0"0"1"0,0 0-1 0,0 0 0 0,-10 0 1 15,-1 10-1-15,2 8 1 0,-6 4-1 16,0 11-2-16,3 1 0 15,1 6-1-15,4 0 0 16,7 1 1-16,3-6 0 0,7-5 0 16,7-8 0-16,8-7 0 15,0-10 0-15,7-5 0 16,-2-7 1-16,2-8-1 16,-4-10 1-16,-3-6 0 0,-6-2-2 15,-6-10 0-15,-10-1 0 16,-3 0 0-16,-16 1 0 15,-1 8 0-15,-8 6 0 16,-7 6 0-16,2 13 0 16,0 8 0-16,0 10 0 0,8 7 0 15,7 10 0-15,5 4 0 16,10 0 0-16,6 4-2 16,13-1 2-16,6-5-2 15,10-2-7-15,2-8-15 0,-15-7-58 16,26 0-3-16</inkml:trace>
  <inkml:trace contextRef="#ctx0" brushRef="#br0" timeOffset="2400.19">3284 2574 417 0,'0'0'5'16,"0"0"2"-16,-11 7 0 16,4 3 0-16,0 2 1 15,2 1-1-15,0 4 1 0,3 2 0 16,2-1-5-16,2 2-6 15,3-3-8-15,9 1-28 16,2-4-41-16,1-1 0 16</inkml:trace>
  <inkml:trace contextRef="#ctx0" brushRef="#br0" timeOffset="2682.68">3445 2157 447 0,'0'0'4'0,"0"0"0"15,-10-2 1-15,10 2-1 16,0 0 1-16,-8-3-1 16,8 3 0-16,6 15 1 15,8 6-1-15,11 5 1 0,17 17-1 16,3 3 1 0,0 14 1-16,0 4-1 15,-5 1-5-15,-6 1 0 16,-9 2 0-16,-15-2 0 0,-15-12 0 15,-18-1 0-15,-6-8 0 16,-6-6 0-16,-5-3 0 16,-10-11-26-16,-5-6-60 15,11-5-3-15</inkml:trace>
  <inkml:trace contextRef="#ctx0" brushRef="#br0" timeOffset="3016.89">4056 2578 466 0,'0'0'4'0,"-2"-9"2"0,2 9 1 0,-5-8-1 15,5 8 1-15,-2-10-1 16,2 10-4-16,0-12-4 15,5 14-19-15,4-2-62 0,6 0-3 16</inkml:trace>
  <inkml:trace contextRef="#ctx0" brushRef="#br0" timeOffset="3233.14">4473 2369 456 0,'0'0'5'0,"0"0"2"15,0 0 0-15,0-9 1 16,0 9-1-16,0 0 0 0,0 9 0 16,3 5 0-16,2 10-7 15,0 4 0-15,2 8 0 16,-2 5 0-16,2 5 0 16,-1-1 0-16,-1 0-3 15,-3-11-22-15,-2 1-57 0,0-6-3 16</inkml:trace>
  <inkml:trace contextRef="#ctx0" brushRef="#br0" timeOffset="3450.18">4218 2219 406 0,'0'0'6'16,"-8"-5"1"-16,8 5 0 15,-7-12 2-15,7 2 0 0,0-2 0 16,5-3 1-16,7 0 0 15,15-3-5-15,6 5-2 16,9 2 0-16,10-2-1 16,1 9-1-16,9 1-2 0,2 6-8 15,-4 4-17-15,0 10-57 16,-8 6-2-16</inkml:trace>
  <inkml:trace contextRef="#ctx0" brushRef="#br0" timeOffset="3833.17">4638 2537 470 0,'0'0'4'16,"0"0"1"-16,0 0 1 15,-2-10 0-15,2 10 0 0,0-10-1 16,0 10 1-16,9-8-3 15,3 6-3-15,1 2 0 16,6 0 0-16,2 7 0 16,-2 6 0-16,7-1 0 15,-2 6 0-15,-4-4 0 0,0 3 0 16,-5 1 0-16,-6-3 0 16,0-5 0-16,-9 0 0 15,0-10 0-15,-11 10 0 16,4-10 0-16,-8 0 0 0,0 0 0 15,1-7 0-15,1-6 0 16,1 1 0-16,4-6 0 16,6-5 0-16,2 3 0 15,7-5 0-15,10 1 0 0,6 3 0 16,6-4-3-16,8 0-82 16,1 7-1-16</inkml:trace>
  <inkml:trace contextRef="#ctx0" brushRef="#br0" timeOffset="4983.77">5264 2586 438 0,'0'0'4'0,"-3"-12"1"0,3 12 1 0,-22-16 0 0,10 9 0 16,-13 0 0-16,2 2 1 15,-7 3-1-15,3 2-4 16,-3 9 0-16,1 6-2 15,6 2-1-15,6 3 0 0,5 3 0 16,7-3 0-16,5-3 1 16,9 0-1-16,6-10 1 15,7-1 0-15,3-6 1 0,5 0 0 16,-2-11 0-16,2-3 0 16,-1-5 0-16,-4-2 1 15,-5-1 0-15,-5-3 0 16,-5 3-1-16,-5 5 0 0,-3-1 0 15,-2 6-2-15,0 12 1 16,-7-8-1-16,7 8 0 16,-7 15 0-16,7 4-1 15,0-1 1-15,0 0-1 16,2 4 1-16,8-5 0 16,-3-2 0-16,5-3 0 0,-2-6 0 15,3-6 1-15,-3 0 0 16,2-10 1-16,1-2 0 15,-1-6 0-15,-2-5 0 0,3 3 0 16,-1-1 0-16,-2 3-1 16,-2 1 0-16,-4 4-1 15,-4 13 0-15,8-10 0 0,-8 10 0 16,0 0 0-16,0 9 0 16,0-9 0-16,7 16 0 15,-1-3 1-15,-2-1-1 16,6 0 1-16,2 1 0 0,3-6 0 15,3 1 0-15,2-3 0 16,5-5 1-16,4 0-1 16,4-8 0-16,-1-1 1 15,0-4-1-15,-2-4 1 16,0-1 0-16,-7 1 0 16,-7-1 0-16,-5 1 0 0,-9 2 0 15,-2 3 0-15,-10-1 0 16,-5 6 0-16,-3-1 0 15,-1 8-1-15,-1 0 0 0,0 0 0 16,2 5-1-16,4 3-1 16,4 2 1-16,5 0 0 15,3 0 0-15,4 2 1 16,8 1-1-16,8-1 1 0,1 0 0 16,6 1 0-16,5-3 0 15,-3 2 1-15,1 0-1 16,-3 1 1-16,0-6-1 0,-9 1 1 15,-3 1 0-15,-13-9 0 16,5 16 1-16,-5-16-1 16,-18 9-1-16,2-4 1 15,-12-2 0-15,1-1-1 16,-5 4 0-16,2-4-4 16,0 0-5-16,-1-2-17 0,-8 0-55 15,26 0-1-15</inkml:trace>
  <inkml:trace contextRef="#ctx0" brushRef="#br0" timeOffset="5583.63">6046 2415 449 0,'0'0'3'0,"0"0"0"0,0 0 1 0,0 0 0 15,6-13 0-15,3 11 0 16,8 0 1-16,6 2 0 0,7 0-3 16,0 4 1-16,2 9-1 15,0 2 0-15,-2 0-1 16,-7 7 0-16,-11 0-1 16,-4-2-1-16,-8 3 0 0,-13-4 0 15,-4-4 0-15,-8-5 0 16,-1-3 0-16,-1-4 0 15,2-3 1-15,4-8 0 0,5-4 0 16,9-5 0-16,7-5-1 16,5-3 1-16,13-3 0 15,6 0 0-15,1 5-1 16,2 0 1-16,1 3 0 16,-3 9 0-16,-8 2 1 15,-2 9 0-15,-5 3 0 0,-8 10 0 16,-2 1 0-16,0 9 0 15,0 2 0-15,0 1 0 16,0 4-1-16,7 0 1 0,4-5 0 16,3-3-1-16,4-2-3 15,1-8-8-15,9-7-17 16,2-2-52-16,4-8-2 16</inkml:trace>
  <inkml:trace contextRef="#ctx0" brushRef="#br0" timeOffset="5816.33">6832 1905 451 0,'0'0'1'0,"-5"8"-1"0,0 3 0 16,-1 14 1-16,-3 8 0 15,-6 11 1-15,-3 13 2 0,-2 12 2 16,3 6 0-16,2 6 1 15,8 5 0-15,2-1 1 16,7-3-2-16,14-8 1 16,8-5-3-16,14-10-4 0,4-14 0 15,13-4-14-15,2-17-66 16,7-9-3-16</inkml:trace>
  <inkml:trace contextRef="#ctx0" brushRef="#br0" timeOffset="6333.62">7135 2221 441 0,'0'0'4'0,"0"0"2"0,0 0 0 0,0-7-1 0,0 7 1 15,0 0-1-15,-11 15 2 0,2 0 1 16,-6 15-3 0,-3 2-1-16,-2 8-1 15,-4-3 1-15,-1 3 0 16,-1-6-1-16,2-2-3 0,1-9 0 15,11-8 0-15,0-3 0 16,12-12 0-16,-11 7 0 16,11-7 0-16,16 0 0 0,3-5 0 15,11 1-2-15,4-1-14 16,5-15-45-16,3 12-24 16,1 3-2-16</inkml:trace>
  <inkml:trace contextRef="#ctx0" brushRef="#br0" timeOffset="6500.12">7305 2463 420 0,'0'0'3'0,"0"0"1"0,0 0 1 16,0 16 1 0,0-3-2-16,0-1 2 0,0 8 1 15,7 2-1-15,-5-2-6 16,5 8-13-16,0 1-62 15,1-8-2-15</inkml:trace>
  <inkml:trace contextRef="#ctx0" brushRef="#br0" timeOffset="6783.89">7478 1845 443 0,'0'0'3'15,"0"0"-1"-15,0 0 1 0,7 0 1 16,6 5 0-16,4 10 0 16,8 10 0-16,9 6 0 15,8 12-2-15,6 12 0 16,5 7 1-16,-4 7 1 16,-7 8 1-16,-2 2 0 0,-15-2 0 15,-11-3 1-15,-11 1 0 16,-8-6-4-16,-16-10-2 15,-5-4 0-15,-12-11 0 16,-1-4-17-16,-8-10-65 0,2-10-2 16</inkml:trace>
  <inkml:trace contextRef="#ctx0" brushRef="#br0" timeOffset="6966.47">7979 2425 508 0,'0'0'3'0,"0"0"-3"0,0 0 0 15,0-10 0-15,0 10 0 16,0 0 0-16,0 0 0 16,0 0-76-16,0 0-11 15</inkml:trace>
  <inkml:trace contextRef="#ctx0" brushRef="#br0" timeOffset="8049.8">8598 2291 470 0,'0'0'3'0,"0"-9"1"16,0 9 0-16,0-13 2 0,0 13-1 15,0-12 0-15,0 12 0 16,0 0 1-16,-10 2-3 16,8 13-3-16,2 5 0 15,0 7 0-15,0 3 0 0,7-4 0 16,-2 7 0-16,3-5 0 16,-1-2 0-16,-4-2 0 15,-3-8 0-15,0-6 0 16,0-10 0-16,-13 5 0 0,3-7 0 15,-2-13 0-15,-1-5 0 16,1-8 0-16,5-6 0 16,2-10 0-16,5 1 0 0,0-1 0 15,9-3 0-15,6 4 0 16,5 4 0-16,5 6 0 16,3 14 0-16,4 5 0 15,3 8 0-15,-1 6 0 16,3 7-2-16,-4 11 2 0,-6 1 0 15,-2 4 0-15,-10 4 0 16,-7 0 2-16,-8-2-2 16,-5 0 0-16,-13-1 0 0,-4-4 0 15,-4-2 0-15,2-1 0 16,2-4 0-16,-1-4 0 16,9 0 0-16,3-2 0 15,11-7 0-15,0 9 0 16,13 0 0-16,4-5 0 15,8 3 0-15,-2 3 0 0,4-2 0 16,3 1 0-16,-3-1-2 16,6-8-73-16,-9 10-11 15</inkml:trace>
  <inkml:trace contextRef="#ctx0" brushRef="#br0" timeOffset="8366.95">9120 2331 432 0,'0'0'4'0,"0"0"2"0,-10 0 0 0,10 0 1 0,-20 13-1 15,10-5 1-15,1 3 0 16,-2 2 0-16,4 1-4 16,4 3-1-16,3-1-1 0,10-1 1 15,8-7 0-15,5 3 0 16,3-4 0-16,4-7 0 15,6 0 0-15,-7-7 1 0,-2-4-1 16,-5 0 0-16,-4-7 0 16,-8-1 0-16,-10-2-2 15,-5 2 0-15,-15 5 0 0,1-2 0 16,-6 9 0-16,0 2-8 16,-3 5-8-16,8 0-23 15,5 7-46-15,6 3 1 16</inkml:trace>
  <inkml:trace contextRef="#ctx0" brushRef="#br0" timeOffset="8633.18">9580 2095 476 0,'0'0'3'0,"0"0"0"0,0 0 0 15,0-7-1-15,0 7 1 16,-3 7 0-16,-2 11 0 16,1 1 0-16,-1 14-1 0,-1 4 0 15,3 7 1 1,1 4 2-16,2-1-5 0,0-8 0 16,8 1 0-16,4-8 0 15,6-10 0-15,1-2 0 16,4-12 0-16,2-1-24 15,19-7-60-15,-22 0-3 16</inkml:trace>
  <inkml:trace contextRef="#ctx0" brushRef="#br0" timeOffset="8783.5">9436 2296 444 0,'0'0'1'0,"0"0"0"16,7-2 0-16,10-1 0 15,13 1-2-15,7 2-6 16,11 5-67-16,26-5-5 16</inkml:trace>
  <inkml:trace contextRef="#ctx0" brushRef="#br0" timeOffset="9183.59">10260 1733 476 0,'0'0'3'0,"0"0"-1"0,0 0 0 16,-9 0 0-16,-7 8 0 16,-1 20-1-16,-8 11 1 15,-2 16-1-15,-3 14 0 16,5 15 0-16,3 10 2 0,14 10 1 15,8 5 0-15,25-5 1 16,16-7-3-16,21-8-2 16,9-20-45-16,26-5-35 0,13-14-6 15</inkml:trace>
  <inkml:trace contextRef="#ctx0" brushRef="#br0" timeOffset="14133.67">9754 2321 370 0,'0'0'6'15,"0"0"4"-15,0 0 1 0,0 0 1 0,0 0 1 16,0 0 1-16,0 0 1 16,0 0 0-16,5-5-5 0,-5 5-3 15,20-8-2-15,-6 6-1 16,4-3-2-16,1 0-2 15,4 3 0-15,-3-1-2 16,-1 3 0-16,-1 0 2 16,-3 0 0-16,-15 0 0 15,9 17 2-15,-9-2 2 16,-7 3-1-16,-5-1 1 16,-8 2-1-16,3-1 0 15,-6 4-1-15,3-7-2 0,-1 3 0 16,3-4 0-16,3-1 0 15,2-1 0-15,13-12 0 16,-9 15 0-16,9-15 0 0,2 10 0 16,10-7 0-16,3-3 0 15,6 0 0-15,3 0 0 16,3-3 0-16,3-2 0 16,0 0 0-16,-3 0 0 0,-2 2 0 15,-4 1 0-15,-5 2-5 16,-16 0-17-16,0 0-60 15,0 0-4-15</inkml:trace>
  <inkml:trace contextRef="#ctx0" brushRef="#br0" timeOffset="14584.16">10529 2148 431 0,'0'0'3'0,"0"0"1"0,-5-10 1 0,5 10-1 0,-23-6 1 15,9 6-1-15,-9 0 1 0,-2 3-1 16,0 10-2-16,0-1-2 15,1 5 0-15,4 5 0 16,6-2 2-16,10 3 1 16,4-8 0-1,6-1 0-15,8-6 1 0,9-5-2 16,2-3-1-16,2-11-1 16,2-3 0-16,-4-1-2 15,0 0 1-15,-7 2 1 0,-1 1-1 16,-4 6 1-16,-13 6 1 15,10 6 0-15,-10 6 1 16,0 3 1-16,-3 10 0 16,1 3 0-16,-3 1-1 15,5 4-2-15,-2-7-5 16,2 2-10-16,0 12-64 16,2-18-5-16</inkml:trace>
  <inkml:trace contextRef="#ctx0" brushRef="#br0" timeOffset="14900.19">10720 2232 413 0,'0'0'3'0,"0"0"1"0,-7 7 2 16,-3 6 2-1,4-1-1-15,-3 7 2 16,4-1 0-16,0 4 0 0,5 1-2 15,0-6-1-15,12 0-1 16,8-7-2-16,1-2 0 16,5-6 1-16,4-2-2 0,0-5 1 15,-3-10-1-15,-2 4 0 16,-2-7 0-16,-9-5-1 16,-7 1-3-16,-7-1 1 15,-2 4-1-15,-12 1 0 0,-9 6-1 16,-2 2-3-16,1 5-6 15,-8 0-8-15,7 5-63 16,2 5-2-16</inkml:trace>
  <inkml:trace contextRef="#ctx0" brushRef="#br0" timeOffset="15184.42">11018 1801 439 0,'0'0'4'15,"0"0"1"-15,0 0 1 16,0 0 0-16,5-7-1 16,5 7 1-16,5 4 0 15,13 17 1-15,2 5-5 0,7 12-1 16,2 11-1-16,6 8 1 16,-3 7 1-16,-5 6 2 15,-12 12 0 1,-7-4 1-16,-13-1 0 0,-7-2-2 15,-14-3-3-15,-11-5 0 16,-8-8 0-16,-4-4 0 16,4-18 0-16,-2-3 0 15,-1-11-50-15,10-11-35 0,7-4-1 16</inkml:trace>
  <inkml:trace contextRef="#ctx0" brushRef="#br0" timeOffset="15867.29">11662 2145 416 0,'0'0'6'0,"0"0"1"0,-11-3 2 0,11 3-1 16,-9 0 0-16,9 0 0 0,-17 18 0 15,11-1 1-15,1 11-5 16,5 4 0-16,0 5 0 15,5 2-1-15,3 0 1 0,4-6-1 16,-4-1 1-16,0-9 0 16,-3-3-2-16,-3-9-2 15,-2-11 0-15,0 0 0 16,-5-1 0-16,-3-15 0 0,-4-6 0 16,0-5 0-16,-6-8 0 15,6-4-2-15,2-6-1 16,2 1 0-16,4-3 0 15,4 7 1-15,8 4-1 16,9 2 0-16,4 12 2 0,9 7 1 16,2 11 0-16,6 4 0 15,-3 4 0-15,0 9 0 16,-8 3 0-16,-2 5 0 16,-13 1 1-16,-9 3-1 0,-6-3 0 15,-6 3 0-15,-13-3 1 16,3-2 2-16,-5 0 0 15,1-5-1-15,3-1 0 0,3-1 1 16,4-3-1-16,6 0 1 16,7-10-3-16,0 17 0 15,5-9 0-15,10-1 0 16,5-3 0-16,7 2 0 16,1-1 0-16,4 2-7 0,0-4-19 15,0 0-56-15,5 1-4 16</inkml:trace>
  <inkml:trace contextRef="#ctx0" brushRef="#br0" timeOffset="16149.81">11989 2244 423 0,'0'0'4'0,"0"0"0"0,-8 0 1 0,8 0 0 15,-8 10 2-15,0 0 1 0,6 8 1 16,-1-4 0-1,3 1-2-15,10 5-1 16,9-3 0-16,6-5 0 0,5-2-2 16,7-3-1-16,4-7-1 15,-2-1 1-15,-2-6-3 16,-7-6 0-16,-7-5 0 16,-9 3 0-16,-8-2 0 0,-9 0-2 15,-9 2 0-15,-5 3-1 16,-8-1-3-16,-3 8-2 15,3 3-7-15,-2-6-13 16,4 8-54-16,11 3-4 16</inkml:trace>
  <inkml:trace contextRef="#ctx0" brushRef="#br0" timeOffset="16366.25">12357 2069 419 0,'0'0'6'0,"0"0"3"16,0 0 0-16,0 0 1 0,0 0-1 15,8 8 0-15,-8 6 1 16,0 8-1-16,-8 3-4 16,2 7-2-16,6 7 0 15,0 6 1-15,4-3 0 16,9-5-2-16,-1-1-2 16,8-7 0-16,5-4-3 15,-3-10-20-15,-4-8-60 0,4-7-3 16</inkml:trace>
  <inkml:trace contextRef="#ctx0" brushRef="#br0" timeOffset="16517.16">12320 2239 423 0,'0'0'6'0,"0"0"1"16,0 0 0-16,0 0 1 16,-7 0 0-16,7 0 0 15,7 0 0-15,13 0-1 16,8-5-7-16,11 5-14 0,-2 0-66 15,21-5-4-15</inkml:trace>
  <inkml:trace contextRef="#ctx0" brushRef="#br0" timeOffset="16966.59">12720 2202 464 0,'0'0'3'0,"0"0"0"0,0 0 1 16,0 0 0-16,0 0 0 16,7-3 0-16,4 3 1 15,2 0-1-15,6 0-2 16,4 6-1-16,1 3 0 16,-4 6 1-16,2 2 1 0,-9 6-1 15,-6 2 0 1,-7-3 1-16,-10-2-3 15,-7 0 0-15,-3-6 0 0,0-4 0 16,-2-2 0-16,2-8 0 16,5-3 0-16,5-6 0 15,3-4 0-15,7-2 0 16,5-7 0-16,7-3 0 0,8 3 0 16,0 0-4-16,4-1 0 15,1 6 1-15,0 2-1 16,-4 8 3-16,-4 4 1 0,-4 3-1 15,-9 10 1-15,-4 5 1 16,0 5 2-16,0 0 0 16,0 5 0-16,0-6 0 15,0 3 1-15,8-4-6 16,9-3-5-16,3-13-15 16,-20-2-61-16,43 0-3 0</inkml:trace>
  <inkml:trace contextRef="#ctx0" brushRef="#br0" timeOffset="17182.86">13441 1761 464 0,'0'0'2'0,"0"0"-1"0,-10 2 0 0,-2 11 1 16,-4 12 0-16,-5 12 1 0,-2 13 0 15,0 8 1-15,-4 12-1 16,8 9 3-16,3 11 0 15,9 1 0 1,7-7 2-16,10-4-8 0,12-8 0 16,6-10 0-16,11-15 0 15,11-23-73-15,-1-4-12 16</inkml:trace>
  <inkml:trace contextRef="#ctx0" brushRef="#br0" timeOffset="17566.31">13836 2024 450 0,'0'0'2'0,"-15"-3"1"16,0 3 0-16,-4 0 0 16,-6 5 1-16,-5 5-1 0,-5 5 0 15,3 3 0-15,2 1-2 16,5 8 0-16,10-4-1 15,7 2 0-15,8-6 0 16,8-2 2-16,9-3-1 16,6-10 0-16,2-2 2 0,2-2-1 15,6-10 1-15,-3-4 0 16,-6-4-1-16,-2 1 0 16,-2-1 1-16,-8 3-1 15,-4 7-1-15,-8 8 0 0,0 0-1 16,0 0 0-16,-5 21 0 15,-5 4 1-15,3 5 1 16,-6 9 0-16,8-2 2 16,0 3-4-16,5-3-3 15,3-8-15-15,2 1-61 16,12-10-5-16</inkml:trace>
  <inkml:trace contextRef="#ctx0" brushRef="#br0" timeOffset="17867.13">14049 2152 467 0,'0'0'1'0,"0"0"1"0,-14 8-1 15,4 2 0-15,0 2 1 16,-2 1 0-16,1 6-1 16,-1 1 3-16,10-2 0 15,2 1 0-15,9-1 2 16,9-6-1-16,5-5 1 15,3-4-1-15,4-3-5 16,0-5 0-16,-3-5 0 0,-6-4 0 16,-7-9 0-16,-6 1 0 15,-8-1 0-15,-8 4 0 16,-10 1 0-16,-6 1 0 16,-4 5-7-16,-4 2-5 15,3 7-21-15,-1 3-53 0,2 0-1 16</inkml:trace>
  <inkml:trace contextRef="#ctx0" brushRef="#br0" timeOffset="18116.97">14325 1813 482 0,'0'0'2'0,"0"0"-1"0,0 0 0 15,0 0 1-15,11 13 0 16,-4 6-1-16,3 11 1 0,3 8 0 15,1 8-1-15,4 6 0 16,-1 14 1-16,-2 5 2 16,-3 10 1-16,-5-4-2 15,-7 2-3-15,-9-4 0 16,-11-2 0-16,-4-8 0 16,-10-8 0-16,0-10 0 15,1-22-40-15,-1 0-44 0,1-10-3 16</inkml:trace>
  <inkml:trace contextRef="#ctx0" brushRef="#br0" timeOffset="18333.61">14716 2259 511 0,'0'0'0'16,"0"0"0"-16,0 0 0 0,0-5 0 15,0 5 0-15,1-12 0 16,10 7-84-16,7 2-7 16</inkml:trace>
  <inkml:trace contextRef="#ctx0" brushRef="#br0" timeOffset="19316.38">15670 2083 453 0,'0'0'3'0,"0"0"2"0,0 0 1 0,0 0-1 16,0 0 1-16,0 0 0 16,0 0-1-16,0 22 1 15,0 0-3-15,0 11-1 16,0 3 1-16,0 12 1 15,0-1 0-15,2 0-4 16,3-5 0-16,0 1 0 16,3-9-15-16,-6 3-35 0,3-10-34 15,0-7-1-15</inkml:trace>
  <inkml:trace contextRef="#ctx0" brushRef="#br0" timeOffset="19616.27">15328 2088 414 0,'0'0'5'15,"0"0"2"-15,0 0 1 16,-8-11 1-16,8 11-1 0,0-11 1 15,5-2 0-15,9 1 1 16,14-3-4-16,17-3-2 16,4-3-2-16,11-2 1 15,6 3-1-15,5 0 0 0,-4 10 0 16,0 3-1-16,-8 7-3 16,-6 0-8-16,-9 13-13 15,-7 5-59-15,-9 1-4 16</inkml:trace>
  <inkml:trace contextRef="#ctx0" brushRef="#br0" timeOffset="19999.9">15909 2366 428 0,'0'0'5'0,"0"0"3"0,0 0 0 16,0 0 1-16,0 0 1 16,0-6 0-16,0 6 1 15,19-4 0-15,-6 0-5 0,10 4-1 16,3 0-5-16,6 4 0 16,4 3 0-16,1 6 0 15,0 1 0-15,0 3 0 16,-5 3 0-16,-7-2 0 15,-4 1 0-15,-9 1 0 0,-10 0 0 16,-2-3 0-16,-10-5 0 16,-5-1 0-16,-9-6 0 15,-1-5 0-15,0 0 0 0,0-10 0 16,2-5 0 0,9-7 0-16,1-3 0 0,13-2 0 15,3 0 0-15,14 2 0 16,6-4 0-16,6 6 0 15,1-7-20-15</inkml:trace>
  <inkml:trace contextRef="#ctx0" brushRef="#br0" timeOffset="20832.68">16408 2471 499 0,'0'0'0'0,"7"0"0"16,3-1 1-16,3-2-1 0,1-4 1 15,6-1-1-15,1-2 1 16,0-2-1-16,-1-3 1 15,-2-2 0-15,-6-4-1 16,-2 4 0-16,1 1 0 0,-7 0 0 16,-1 4 0-16,-3 12 0 15,0 0-1-15,0 0 1 16,0 7 0-16,0 8 0 0,0 3 0 16,5-4 1-16,-1 4-1 15,4-6 1-15,2 1-1 16,5-9 0-16,0-4 0 15,2 0 0-15,3-7 0 16,0-8 0-16,0-4 0 0,2 1 0 16,-2-4-1-16,-3-1-1 15,1 4 0-15,-8 1-2 16,-1 4 2-16,-6 4-2 16,-3 10 1-16,0 0 1 0,0 0 2 15,-9 7 2-15,6 5 0 16,0 6 1-16,3-6 0 15,0 3 0-15,6 0-1 0,11-5 0 16,5-3-2-16,5-4-1 16,3-3 1-16,4-5-1 15,5-8 1-15,-5 1-2 16,-2-3-1-16,-4-2 0 16,-6-1 1-16,-7 1 1 0,-10 2-2 15,-5 0 2-15,-5 5-2 16,-10 3 3-16,-2 2 0 15,-4 2 1-15,2 3-2 0,-1 6 0 16,-3 6 3-16,7 0 0 16,3 3 1-16,5 3-1 15,6 2 0-15,7-6 1 16,10 1-1-16,4 2 1 0,6-1-1 16,5-4-2-16,-2 1 0 15,2-6 0-15,-10 2 1 16,1 1-1-16,-5-3 1 15,-9 4-1-15,-7-11 0 0,0 12 1 16,-7-7-1-16,-13-3 1 16,-3 6-1-16,-9-3 0 15,-1-4-1-15,-4 7-2 16,-2-2-6-16,7 1-24 0,2-3-48 16,5-1-2-16</inkml:trace>
  <inkml:trace contextRef="#ctx0" brushRef="#br0" timeOffset="21917.93">17327 2296 452 0,'0'0'4'0,"0"0"2"0,-10-7 1 0,10 7-1 16,0 0 0-16,-3-13 0 15,3 13 0-15,18-12 1 16,5 5-4-16,11 2-2 16,3-3-1-16,5 6 1 0,-1-1 1 15,1 1-1-15,-10 2 0 16,-5 7 1-16,-12 3-2 16,-15 5 0-1,-5 5 0-15,-17-3 0 0,0 5 0 16,-13 1 0-16,3-1 0 15,-9 0 0-15,4-2 0 16,7-5 0-16,8 0 0 0,0-3 0 16,9-2 0-16,13-10 0 15,0 12 0-15,11-12 0 16,13 0 0-16,3 0 0 16,14 0 0-16,1-5 0 0,2 1 0 15,4-2 0-15,-4-1 0 16,-1 4 0-16,-9-5 0 15,-1 7 0-15,-11-2 0 16,-3 3-14-16,14 0-71 16,-33 0-3-16</inkml:trace>
  <inkml:trace contextRef="#ctx0" brushRef="#br0" timeOffset="22267.08">17834 1781 450 0,'0'0'4'0,"0"0"2"0,2-10 0 0,-2 10 0 0,0 0-1 16,0 0 1-16,8 10 0 15,-5 19-1-15,-1 13-3 16,1 19-3-16,-1 8 3 16,3 12 1-16,0 6 1 15,2 7 1-15,1 3-3 0,6-11-2 16,2-6 0-16,3-9 0 16,6-4 0-16,0-10 0 15,10-7 0-15,-1-10 0 16,6-13 0-16,8-13-36 0,-2-3-47 15,2-11-4-15</inkml:trace>
  <inkml:trace contextRef="#ctx0" brushRef="#br0" timeOffset="22850.32">18477 2299 473 0,'0'0'4'0,"0"0"0"0,-12-10-2 0,-1 4 0 16,-1-1 0-16,-4 2 1 15,-1-2-1-15,-6 7 0 0,0 0-2 16,0 2 2-16,2 14 0 16,4-2 1-16,3 6 0 15,7 0 0-15,2 2 1 16,7 0-4-16,4 0 0 0,8-4 0 15,4-6 0-15,3-4 0 16,6-8 0-16,0 0 0 16,3-10 0-16,-3-5 0 15,-6-12 0-15,-1-3 0 16,-4-12 0-16,-6-3 0 0,-5-9 0 16,-3-11 0-16,0 1 0 15,-11 2 0-15,4 7 0 16,-3 5 0-16,3 9 0 15,-1 13 0-15,3 14 0 0,-2 24 0 16,7 15 0-16,0 15 0 16,0 11 0-16,9 11 0 15,5 10 0-15,0 0 0 0,9 7 0 16,-3-12-6-16,10-10-57 16,-6 0-20-16,6-10-2 15</inkml:trace>
  <inkml:trace contextRef="#ctx0" brushRef="#br0" timeOffset="23166.45">18728 2356 452 0,'0'0'5'0,"-7"-10"2"15,0 0-1-15,-4 0 1 16,2-3 0-16,-1 3 1 16,-1-2 0-16,2 0 0 0,6 2-5 15,3 10-3-15,7-12 0 16,9 12 0-16,3 0 0 15,1 0 0-15,1 7 0 16,0 5 0-16,-5 6 0 0,-7-1 0 16,-6 8 0-16,-3-3 0 15,-11 5 0-15,0 1 0 16,-7-6 0-16,4-3 0 0,1 4 0 16,3-8 0-16,8-3 0 15,2-2 0-15,0-10 0 16,17 5 0-16,3-5 0 15,5-7 0-15,5-6-4 0,2-2-45 16,0-12-37-16,8-3-4 16</inkml:trace>
  <inkml:trace contextRef="#ctx0" brushRef="#br0" timeOffset="23416.39">18992 1736 470 0,'0'0'3'0,"-11"-7"0"0,11 7 1 16,-12-10-1-16,12 10 0 15,-14-5 0-15,14 5 0 16,-8 12 0-16,10 19-3 0,11 8-1 16,10 13 0-16,9 13 1 15,3 11 1-15,4 4 3 16,-2 6 0-16,4 5 0 16,-7 1 1-16,-12 0-5 15,-9-5 0-15,-11-1 0 0,-9-9 0 16,-13-3 0-16,-12-9 0 15,-3-11 0-15,-4-8 0 16,-2-15 0-16,9-2 0 0,7-12-85 16,1-9-2-16</inkml:trace>
  <inkml:trace contextRef="#ctx0" brushRef="#br0" timeOffset="23633.11">19484 2417 511 0,'0'0'0'0,"0"0"0"0,0 0 0 16,0 0 0-16,5-4 0 15,-5 4 0-15,9-13 0 0,2 8 0 16,1 12-23-16,11-11-67 15,-2-4-3-15</inkml:trace>
  <inkml:trace contextRef="#ctx0" brushRef="#br0" timeOffset="24334.22">20768 1523 459 0,'0'0'2'0,"0"0"1"16,-3-7 0-16,3 7 1 16,-19-8-1-16,4 3 1 0,-4 3-1 15,-2-1 0-15,-4 3-2 16,-1 0-2-16,-3 10 0 15,15 3 3-15,-46 14-2 0,8 15 1 16,3 13 0-16,13 14 0 16,19 18 0-16,17 8 0 15,17 3 3-15,16-11-1 16,0 3 1-16,1 3 0 16,-4 3 2-16,-5-2-6 0,-3 1 0 15,-7-3 0-15,-5 2 0 16,-8 3 0-16,-2 1 0 15,-12-4 0-15,-6 1 0 0,-7-7 0 16,-2 1 0-16,0-3 0 16,-8-8 0-16,6-3 0 15,2-8 0-15,6-12 0 16,3-3 0-16,6-10 0 16,3-11 0-16,6-3 0 0,3-9 0 15,0-6 0-15,5-3 0 16,5-5 0-16,-1 0 0 15,9-5 0-15,3 0 0 0,3 0 0 16,8-5 0-16,8 2 0 16,9-2 0-16,6 2 0 15,5-4 0-15,4 6-3 16,1-8-19-16,-3 1-62 16,-2 1-4-16</inkml:trace>
  <inkml:trace contextRef="#ctx0" brushRef="#br0" timeOffset="24849.81">21079 1733 433 0,'0'0'3'0,"0"0"1"0,0 0-1 16,0 0 0-16,-8 0 1 15,-4 3-1-15,0 5 0 16,-3 5-1-16,0 1-2 16,2 3-1-16,-1 14 1 0,6-2-1 15,5 0 1-15,3 1 0 16,13 1 1-16,2-10 1 16,7 2 0-16,3-9 2 15,3-9 0-15,-1-5 1 0,2-7 0 16,-6-13 1-16,-1-5-1 15,-7-4 1-15,-5-6-1 16,-5 2-1-16,-5-3-1 0,-7 3 0 16,-11 8-3-16,0 6 0 15,-1 4 0-15,-4 15-3 16,-2 0-4-16,6 17-10 16,-3 8-22-16,7 11-47 0,2 14-1 15</inkml:trace>
  <inkml:trace contextRef="#ctx0" brushRef="#br0" timeOffset="25282.86">20997 2463 476 0,'0'0'3'0,"0"0"2"0,0 0 0 0,-10-13 1 0,10 13 0 0,0 0 0 16,-13-8-2-16,13 8-4 16,-7 0 0-16,7 0 0 15,-2 21 0-15,2-10 0 0,7 7 0 16,5-6 0-16,6 5 0 15,5-5 0-15,2-4 0 16,4-5 0-16,1-3 0 16,3-7 0-16,-5-6 0 0,-3-4 0 15,0-2 0-15,-12-6 0 16,-3 0 0-16,-10-6 0 16,-5 4 0-16,-8 5 0 15,-11 0 0-15,-1 7 0 16,-2 5 0-16,-1 7 0 0,-4 3 0 15,5 15 0-15,2 6-13 16,8 4-25-16,1 6-44 16,7 7-3-16</inkml:trace>
  <inkml:trace contextRef="#ctx0" brushRef="#br0" timeOffset="25683.44">21079 2849 441 0,'0'0'5'0,"0"0"3"0,-10 0 0 16,10 0 1-16,-15 0 0 16,15 0 0-16,-17 4-2 15,9 4 1-15,-1 0-5 16,-1 4-2-16,7 3-2 0,0 2 1 15,3 0-1-15,0 3 1 16,6-5 1-16,9-1 1 16,-1-3 0-16,9-6-2 15,-1-4 0-15,3-2 0 0,-1-12 0 16,1-2 0-16,-7-4 0 16,-6-2 0-16,-5-5 0 15,-7-2 0-15,-4 4 0 16,-11-4 0-16,-7 6 0 0,-1 7 0 15,-5 2 0-15,-1 9 0 16,2 4 0-16,2 4 0 16,2 12 0-16,3 4-46 15,8 5-39-15,4 1-3 0</inkml:trace>
  <inkml:trace contextRef="#ctx0" brushRef="#br0" timeOffset="25949.39">21050 3376 503 0,'0'0'0'0,"0"0"0"0,0 0 1 0,-3 15-1 15,0-3 1-15,3 8-2 0,0 3 1 16,0 7-1-16,3 1 1 16,0 7-3-16,4-4-8 15,5 6-29-15,-2-6-44 16,0-3 2-16</inkml:trace>
  <inkml:trace contextRef="#ctx0" brushRef="#br0" timeOffset="26533.14">21414 1615 384 0,'0'0'2'16,"0"0"0"-16,0 0 1 0,0 0-1 15,11-10 2-15,-11 10-1 16,19-10 1-16,-6 7 0 16,1 1-1-16,4 2-1 15,5 0-1-15,-2 0 0 0,15 8 1 16,15 9 1-16,2 10-1 15,-9 13-1-15,-1 17 1 16,-15 17-1-16,-12 8 1 16,-8 7 3-16,-8 8 0 0,-3 2-1 15,-2 7 2-15,3 2 0 16,0-8 0-16,2 2 0 16,0 0-1-16,0-6-3 15,0-4 0-15,4-1-1 0,-1-9-1 16,2-3 1-16,0-7-1 15,0-5 1-15,0-5 0 16,2-7 0-16,-2-6-1 16,0-7 0-16,1-4 0 15,1-7 0-15,-5-3 0 0,3-3 0 16,-3-9 1-16,-2-2 0 16,-2-5 1-16,-8-2-1 15,-5 1 1-15,-7-5 0 16,-5 1 0-16,-11-1-1 0,-6 2 0 15,-4-3-2-15,-4 4-5 16,-2-6-15-16,-18 4-59 16,26 1-3-16</inkml:trace>
  <inkml:trace contextRef="#ctx0" brushRef="#br0" timeOffset="27234.05">23025 2527 494 0,'0'0'4'0,"0"0"1"0,0 0 1 16,-3-8-4-16,3 8-2 15,3-15 0-15,6 7 0 16,9 0 0-16,6-1 0 16,4-3 0-16,17 9-18 0,-3-4-67 15,6 4-4-15</inkml:trace>
  <inkml:trace contextRef="#ctx0" brushRef="#br0" timeOffset="27382.97">23064 2675 473 0,'0'0'1'15,"0"0"2"-15,-9 2 0 16,9-2 2-16,0 0 0 0,0 0 1 16,3 11 0-16,13-11 1 15,14 0-5-15,4-8-7 16,19 3-25-16,7-5-50 15,6-4-5-15</inkml:trace>
  <inkml:trace contextRef="#ctx0" brushRef="#br0" timeOffset="27850.07">23963 2299 492 0,'0'0'2'0,"0"0"2"0,0 0 0 16,0 0 0-16,0 4-1 15,3 6-1-15,2 8-2 16,3 9 0-16,-1 3 0 16,11 14 0-16,-4 6 0 0,9 5 0 15,4 6 0-15,-2 1 0 16,2-2 0-16,-4-6 0 16,-1-4 0-16,-3-11 0 15,-3-1 0-15,-9-12 0 0,-2-8 0 16,-5-6 0-16,0-12 0 15,-12-2 0-15,-4-15 0 16,-3-11 0-16,-3-9 0 0,-1-12 0 16,4-12 0-16,-4-10 0 15,8 0 0-15,0-6 0 16,6 4 0-16,6 2 0 16,3 12 0-16,12 7 0 15,11 7 0-15,7 14 0 16,2 3 0-16,12 10 0 0,-1 8 0 15,1 10 0-15,1 3 0 16,-7 12 0-16,-8 5 0 16,-16 6 0-16,-9 7 0 0,-15 2 0 15,-15 2 0-15,-14 0 0 16,-14-5 0-16,-2 3-19 16,-13-2-63-16,0-7-5 15</inkml:trace>
  <inkml:trace contextRef="#ctx0" brushRef="#br0" timeOffset="32517.02">612 3271 194 0,'0'0'0'0,"0"0"-2"0,0 0-1 0,0 0 1 15,-7 6 1-15,5 2 0 0,-3 3 1 16,2 7 0-16,0 0 1 16,1 9 2-16,-2 0 1 15,4 8-2-15,0 4-1 16,9 1 1-16,-1 5 0 0,9-3-1 15,3 5 0-15,12-5 0 16,8 3 0-16,10-9 1 16,7-3 1-16,5-3 0 15,10-5 0-15,5-3 1 0,7-7 0 16,6-1 1-16,4-6-1 16,6-5 2-16,-1-3-1 15,12 0 2-15,4-9-2 16,4-5-1-16,6-1 2 0,1-5-3 15,1-1 1-15,8-7-1 16,3-2 1-16,-1 1-2 16,-4-2 1-16,9-1 0 15,0 2 2-15,5 1 1 0,-6-3 1 16,1 5 0-16,5-1 0 16,0 6 2-16,4 0-2 15,0 4-1-15,6 0-1 16,3 7-2-16,1 4 0 0,2 1-2 15,-1 4 0-15,0 2 0 16,-3 2-1-16,-3 11 1 16,-2-2-2-16,-9 14 0 0,-7 5 1 15,-6 2-1-15,-13 8 1 16,-4 2-1-16,-3 5 0 16,-13 1 0-16,-12 3 2 15,-6 2-2-15,-5-6 1 16,-12 2 0-16,-4-4-1 0,-11-3 1 15,-11 0 0-15,-1-5 1 16,-9-5-1-16,-3-4 1 16,-9-1-1-16,-4-10 2 15,1 0 0-15,-13-17 2 0,15 10-1 16,-15-10 0-16,23-6 1 16,-16-5-1-16,8-8 0 15,0-1 0-15,5-8-1 16,2 2-1-16,6-7-1 0,2 1 2 15,2-5-1-15,10-1-1 16,2 1 0-16,9 0 0 16,4 0 0-16,15-2 1 15,3 1-1-15,8 1-1 0,7 2 2 16,8 0-1-16,3 1 1 16,11 4 0-16,7-3 0 15,5 7 0-15,3-2 0 16,3 3 0-16,11 3 1 15,1 0-2-15,5 5 0 0,-2-1 0 16,10 6 0-16,-4 0 0 16,6 1 0-16,-1 2 0 15,-2 2 0-15,0-1 0 0,0 2 0 16,-2 2 0-16,-3-1-1 16,0 3 1-16,-2-3 0 15,2 2 0-15,-3 3 1 16,-1-2-1-16,2 2 0 0,-9 0 1 15,-5 0-1-15,0 0 0 16,-4 0 0-16,-4 0 0 16,-6 2 0-16,0 3 1 15,-2-2-1-15,0 2 1 0,-3-1 0 16,-2-2-1-16,-5 2 1 16,-2-2-1-16,-2 1 0 15,2-3 1-15,-5 0-1 16,-1-3 0-16,-2 1 0 15,-1-4 0-15,-1-1 0 0,-1 2 1 16,1-2-1-16,-3-3 1 16,-6 0 0-16,-1-2-1 15,-2-4 0-15,-9 0 1 16,1-7-1-16,-8-2 3 0,-9 1 2 16,-5-4 1-16,-8 1 2 15,-8-5 0-15,-5 1 1 16,-7-3 1-16,-8 2 1 0,-1 0-2 15,-5 1-2-15,0-5-1 16,-3 6-2-16,-1 1-1 16,0 1 0-16,4 3-1 15,-7 8-2-15,1 2 0 16,-2 3-1-16,-3 12 0 0,4-13 1 16,-4 13-1-16,0 0 0 15,0 0 1-15,0 10-1 16,0-10 0-16,0 15-3 15,3 0-17-15,3 0-56 0,-2-5-3 16</inkml:trace>
  <inkml:trace contextRef="#ctx0" brushRef="#br0" timeOffset="36466.21">4804 3874 286 0,'0'0'10'0,"0"0"5"0,0 0 5 0,0 0 2 0,0 0 3 16,-5-12 1-16,5 12 0 16,0 0 0-16,0 0-9 15,0 0-6-15,0 0-3 0,-2 7-3 16,2 11-1-16,0 2-2 15,0 7 0-15,0 5-1 16,2 3 1-16,1 4-1 0,-3-4 1 16,0 3-2-16,0-7-2 15,0 2-2-15,0-12-5 16,0 4-14-16,-5 5-49 16,2-17-14-16</inkml:trace>
  <inkml:trace contextRef="#ctx0" brushRef="#br0" timeOffset="36768.23">4581 3907 312 0,'0'0'10'0,"0"0"4"15,0 0 2-15,-8-9 3 16,8 9 1-16,0-11 1 0,0 11 0 15,8-18 2-15,4 8-8 16,3-4-4-16,13-2-3 16,1 0-1-16,8-5-1 15,3 2-1-15,5-2-2 0,-1 4-3 16,1-1 0-16,-5 7 0 16,-8 1 0-16,-2 2 0 15,-11 8 0-15,-5 0 0 0,-14 0 0 16,7 15-13-16,-7 5-19 15,5-1-53-15,-10 4 0 16</inkml:trace>
  <inkml:trace contextRef="#ctx0" brushRef="#br0" timeOffset="37166.85">5077 4063 456 0,'0'0'3'15,"0"0"1"-15,0 0-1 0,0 0 1 16,0 0 0 0,-9 4 0-16,1 8 0 0,0 1-1 15,3 4-2-15,-2 3 0 16,5 3-1-16,2-6 0 15,0 0 0-15,7-2 1 0,8-5 0 16,2-5 0-16,6-5 1 16,-1 0 0-16,3-9 0 15,-5-7 0-15,0-2 1 16,-3-1-1-16,-4-3 0 0,-8-1 1 16,-5 2 0-16,-3-2-3 15,-12 6 0-15,1 4 0 16,-7 1 0-16,-1 5 0 15,0 4 0-15,2 3-6 0,2 0-5 16,1 4-12-16,7 2-59 16,10-6-4-16</inkml:trace>
  <inkml:trace contextRef="#ctx0" brushRef="#br0" timeOffset="37349.55">5316 3617 473 0,'0'0'2'0,"0"0"-1"15,0 0 0-15,3 15 0 16,-3 4 1-16,2 8-1 0,-2 11-2 16,10 13-23-16,-6 10-56 15,5 7-3-15</inkml:trace>
  <inkml:trace contextRef="#ctx0" brushRef="#br0" timeOffset="39366.19">15536 2898 197 0,'0'0'8'0,"0"0"6"0,0 0 0 0,0 0 4 0,0 0-1 0,-11-7 1 0,11 7 2 16,-14 7 0-16,3 5-6 16,4 5-4-16,-2 1-4 15,1 10-1-15,6-1 2 16,-2 0-3-16,4 3 0 15,6 0-1-15,9-3 1 0,5 0 0 16,10-5-1-16,4 3 1 16,11-6-1-16,7-1 0 15,3-3 1-15,5-5-1 0,0-3 0 16,2-4-1-16,2 0 0 16,3-3 0-16,-2-6-1 15,-1-1 1-15,3-11-1 16,1 1-1-16,-1 3 1 0,0-3 1 15,-5-1 0-15,-3 0-1 16,-1 8 1-16,-7 0 0 16,-5 5 0-16,-7 5 0 0,3 3-1 15,-9 7 0-15,4 2-1 16,-2 6 0-16,2 4 0 16,1 0 0-16,4 3 0 15,0 3 0-15,-3-2 0 16,4 2-1-16,-6-3 2 0,-5-3-1 15,-2 3 2-15,-5-5-2 16,-8-3 0-16,-5-2 1 16,1-4 0-16,-6 3 0 15,-7-14 2-15,9 11-1 0,-9-11 2 16,0 0-1-16,0 0 0 16,0 0 0-16,0-7 0 15,-4-3 0-15,4-2-1 16,0-2-1-16,0-4 0 0,0-4-1 15,8 1 0-15,4-4 0 16,4 4 0-16,8-7-1 16,3 0 0-16,8 2 0 0,8 1 0 15,3 6 0-15,5-1 0 16,3 2 0-16,6 6-1 16,0 5 1-16,-4 7 1 15,-1 2-1-15,-3 8 0 16,1 3 2-16,-6 6-1 0,3-2 0 15,-8 3 0-15,5 3 0 16,0-4 1-16,-2-1 0 16,2-4-1-16,1-1 1 15,-2-1 0-15,0-4-1 0,0-3 1 16,-3-5 0-16,1 0 0 16,-2 0 0-16,1-10 0 15,3 0-1-15,-2-8 0 16,0-4 0-16,-1-3 1 0,-1-4-1 15,-1 0 0-15,0-4 1 16,-9 0 0-16,0-1 2 16,-10-1 0-16,-2 8 0 15,-10 2 1-15,-2 6-1 0,-3 1-1 16,-5 5 1-16,0 4-4 16,0 9-4-16,0 0-9 15,-11-4-24-15,11 4-42 16,-7 11-2-16</inkml:trace>
  <inkml:trace contextRef="#ctx0" brushRef="#br0" timeOffset="39900.37">17811 3678 435 0,'0'0'5'0,"0"0"2"0,0 0 1 0,0 0 1 0,0 0-1 16,0 0 1-16,0 0 0 15,0 0-1-15,0 15-3 16,0 8-3-16,-2 3-1 0,-1 7 0 16,1 5-1-16,-1 1 1 15,3 1-1-15,0 0 0 16,0-6-1-16,0-5-3 15,0-4-4-15,0 0-14 16,0-7-60-16,-2-11-3 0</inkml:trace>
  <inkml:trace contextRef="#ctx0" brushRef="#br0" timeOffset="40232.08">17551 3738 402 0,'0'0'6'16,"0"0"1"-16,-3-11 4 0,3 11 1 15,0-6-1-15,0 6 2 16,7-15 0-16,3 7 1 16,13 1-4-16,4-3-3 15,8 0-2-15,8 0-5 0,3 2 0 16,4 1 0-16,-3 2 0 15,1-2 0-15,-11 5 0 16,-2-1 0-16,-13 1 0 16,-2 2 0-16,-10 0 0 0,-10 0 0 15,12 0 0-15,-12 0 0 16,0 0 0-16,0 0 0 16,-7 0 0-16,7 0 0 15,0 0-34-15,-7 14-51 0,7-14-3 16</inkml:trace>
  <inkml:trace contextRef="#ctx0" brushRef="#br0" timeOffset="41133.57">18102 4017 457 0,'0'0'2'0,"0"0"1"15,0 0 1-15,0 0-1 16,0 9 1-16,0-9 0 0,0 16 0 16,0-3 0-16,0-1-2 15,0 3-3-15,0-1-5 16,5 4-18-16,2-3-56 0,-2-2-1 15</inkml:trace>
  <inkml:trace contextRef="#ctx0" brushRef="#br0" timeOffset="41516.39">18162 3657 460 0,'0'0'4'16,"0"0"2"-16,0-16 1 15,2 9 1-15,1-4 0 16,1 0 1-16,1-2 0 0,6 1-9 16,-1 4 0-16,-1-1 0 15,2 9 0-15,1 0 0 16,0 0 0-16,3 7 0 15,-3 3 0-15,-3 7 0 16,-2 0 0-16,-5 3 0 0,1 0 0 16,-3-3 0-16,-3 3 0 15,-4-2 0-15,-4-3 0 16,7-1 0-16,-4-4 0 16,8-10 0-16,-4 10 0 0,4-10 0 15,14 5 0-15,4-5 0 16,9 0 0-16,3-7-5 15,14 1-79-15,4 0-3 16</inkml:trace>
  <inkml:trace contextRef="#ctx0" brushRef="#br1" timeOffset="54769.92">831 4677 381 0,'0'0'5'0,"-5"-8"0"0,5 8 2 0,-23-12 0 0,7 2 0 16,-12 2 0-16,-4 1 1 0,-5 0-1 15,-6 2-3-15,-4 5-2 16,2 3-1-16,3 3-1 16,3 4 0-16,3 0-1 15,6 2 0-15,9 6 0 0,5 0 1 16,9 1 0-16,5 4 0 16,2 6 0-16,7 4 0 15,6 6 0-15,1 6 0 16,4 6 0-16,-1 4 0 15,3 10 1-15,-5 4-2 0,2 5 2 16,0 8 1-16,-6-3-1 16,-2 8 1-16,1 0 1 15,-2 2-1-15,-3-1 0 0,-3 3 1 16,1-2-1-16,-3 0-1 16,2 3 1-16,-2-3 1 15,0 0-1-15,0-3 1 16,0-1-1-16,0-1 1 0,0-3 0 15,0-3 0-15,-2-7-1 16,-1 1 0-16,-1-5-1 16,1-3 0-16,-3-3 0 15,2-5-1-15,1-7 1 0,-2-1 0 16,3-3-1-16,0-6 1 16,-1-1 0-16,1-5-1 15,-4 2 1-15,4 2 0 16,-3-2-1-16,0 0 0 0,0-3 0 15,-2 3 0-15,2-2-1 16,3 0 2-16,-4-2-2 16,4-5 1-16,-1 2 0 15,3-3 0-15,-2-4 0 16,-1 2 1-16,1-3-1 0,2-2 0 16,-3-1 0-16,-1 2 0 15,-1-1 0-15,-1 1 0 16,4-1 0-16,-7-1 1 15,8-2-1-15,-1-1 1 0,-3-3-1 16,5-4 0-16,0-7 0 16,-5 13 0-16,5-13 1 15,0 0-1-15,0 12 0 0,0-12 0 16,0 0 0-16,0 10 0 16,0-10 0-16,0 10 1 15,0-10-1-15,0 12 0 16,0-1 0-16,0-2 0 0,0 1 1 15,0 2-1-15,0 1 1 16,0-3-1-16,-6 2 0 16,4-1 1-16,-1-3-1 15,1 5 1-15,0-3-1 0,-1-2 0 16,3 1 0-16,-2-1 1 16,2 2-1-16,-3-3 0 15,3 3 0-15,0-10 0 16,-4 15 1-16,4-15-1 0,-5 10 0 15,5-10 0-15,-6 15 0 16,6-15 1-16,-2 10-1 16,2-10 0-16,-3 12 0 15,3-12 1-15,0 10-1 0,0-10 0 16,0 0 1-16,-5 10-1 16,5-10 0-16,0 0 0 15,-2 8 0-15,2-8 0 16,0 0 0-16,0 0 0 0,-2 9 0 15,2-9 0-15,0 0 0 16,0 0 0-16,0 0-1 16,0 13 1-16,0-13 0 0,0 0 1 15,7 10 0-15,-7-10 0 16,18 9 1-16,-2-4 1 16,12 1-3-16,4-6 0 15,10 2 0-15,3-2 0 16,8 0 0-16,1-2 0 0,3 2 0 15,0-2 0-15,-2 2 0 16,-5-4 0-16,-10 4 0 16,-1-2 0-16,-9 2 0 15,-3 0 0-15,-9 0 0 16,-6 0 0-16,-12 0 0 0,10 2 0 16,-10-2 0-16,0 0 0 15,0 0 0-15,-5 8 0 16,5-8 0-16,0 0 0 0,0 0 0 15,-5 10 0-15,5-10-48 16,0 0-43-16</inkml:trace>
  <inkml:trace contextRef="#ctx0" brushRef="#br1" timeOffset="56482.66">1090 5009 377 0,'0'0'6'0,"0"0"1"0,0 0 1 0,-13-8 2 16,0 5 0-16,-4 3 0 16,0 0 1-16,-8 8 0 15,-2 2-5-15,2 8-2 16,-3 4-2-16,7 0 0 0,3 9-1 15,2-5-1-15,9 4 1 16,7 0-1-16,3-3 1 16,10-5 0-16,8-5 0 15,7-5 0-15,6-4 0 0,7-3-2 16,-2-5-3-16,3 0-8 16,-4-5-30-16,2-3-39 15,-6 1-4-15</inkml:trace>
  <inkml:trace contextRef="#ctx0" brushRef="#br1" timeOffset="58116.17">1430 5034 354 0,'0'0'7'0,"0"-11"5"0,0 11 2 16,-6-9 0-16,6 9 0 15,-7-10 0-15,7 10 0 16,-12 0 1-16,-1 7-8 0,3 10-4 16,-4 8-1-16,1 3-2 15,1 4 0-15,2 3 0 16,2 2 1-16,6-5-2 16,2-2 2-16,2-5-1 0,8-6 0 15,3-4 0-15,7-5 1 16,-1-5 0-16,2-5 0 15,1-3 0-15,2-6 1 16,-3-4-1-16,1-2 1 0,-5-5 0 16,-2-2-1-16,-3-3 1 15,-4-3 0-15,-5-1 0 16,-3 2-1-16,-3 0 1 16,-5 0-1-16,-1 4 0 15,-4 1 0-15,-2 5-1 0,-2 7 1 16,2 0-1-16,-3 5 0 15,2 0-1-15,-2 5 1 16,3 0-1-16,-3 5 0 0,4 0 0 16,-1 5 0-16,5 2 0 15,3 0 0-15,4 8 0 16,3-5 0-16,5 3 0 0,7-4 1 16,6 4 1-16,1-6-1 15,4-2 1-15,2-5 0 16,-1 0 0-16,1-5 0 15,1 0 0-15,-2-5 1 16,1 0-1-16,-5-2 1 16,-5 2-1-16,-3-1 1 0,-2 2 0 15,-10 4 0-15,8-8-1 16,-8 8 1-16,0 0-1 16,0 0 0-16,0 0 1 15,0 0-2-15,-6-10 0 0,6 10 0 16,0 0 0-16,0 0 0 15,-9 0 0-15,9 0 0 16,0 0 0-16,0 0 0 0,0 0 0 16,0 0 0-16,0 0 0 15,0 0-2-15,0 0-1 16,0 0-1-16,0 6-2 16,0-6-4-16,0 0-5 0,7 4-8 15,-2 14-53-15,-5-18-10 16</inkml:trace>
  <inkml:trace contextRef="#ctx0" brushRef="#br1" timeOffset="58916.88">1805 5150 425 0,'0'0'5'0,"0"0"3"0,0 0 0 16,0 0 1-16,0 0 0 16,0 0 1-16,3 10-1 15,-3 2 1-15,0 5-5 0,0 5-2 16,-3 9-2-16,1-4-1 15,2 2 0-15,0 1-8 16,0-5-9-16,0 0-66 16,0-3-3-16</inkml:trace>
  <inkml:trace contextRef="#ctx0" brushRef="#br1" timeOffset="59883.14">2279 5155 369 0,'0'0'7'0,"0"0"4"0,0 0 1 15,-7-13 0-15,7 13 1 0,0-7 1 16,0 7-1-16,0 0 0 16,15-7-7-16,0 7-3 15,5 0-1-15,7 0-4 16,3 2-11-16,-1 18-59 0,12-17-10 15</inkml:trace>
  <inkml:trace contextRef="#ctx0" brushRef="#br1" timeOffset="60286.01">2794 4942 444 0,'0'0'4'15,"0"0"0"-15,0-10 1 16,0 10 1-16,-15-10 0 0,5 8 0 16,-4-1-1-16,-7 3 1 15,1 0-4-15,-1 11-1 16,3 3-1-16,2 1-1 16,2 5 0-16,7 0 0 0,7-1 0 15,2 3 1-15,10-1-1 16,8-7 1-16,3 1 0 15,3-2 0-15,8-1 0 16,-8-2 0-16,4-1 0 0,-3 1 1 16,-2 1-1-16,-7-3 1 15,-3 3-1-15,-8 2 1 16,-5-1 0-16,-2 0 0 16,-9 1 0-16,-8-1-1 15,-3-2 1-15,-8 0-2 0,1-3-1 16,-3-2-2-16,2-5-3 15,1 3-10-15,3 9-55 16,13-20-13 0</inkml:trace>
  <inkml:trace contextRef="#ctx0" brushRef="#br1" timeOffset="60699.91">3095 4947 422 0,'0'0'5'15,"0"0"2"-15,0 0 1 16,0 0 0-16,-11 0 0 16,4 7 0-16,-5 6 0 0,-1 4 0 15,1 3-5-15,-1 4-2 16,1 7-1-16,5-5 0 16,3 4 0-16,4-7 0 15,11 0 0-15,3-5 0 0,4-5 0 16,7-6 1-16,0-7 0 15,3 0 0-15,2-10 0 16,-4-7 1-16,-3-5 0 0,-1-3 0 16,-10-5-1-16,-7-2 1 15,-5-3-1-15,-5 4 0 16,-11-2-1-16,-7 8 0 16,-7 3 0-16,-5 5 0 15,3 9-1-15,-2 8 0 0,4 0 0 16,2 12 0-16,8 6-1 15,8 7 1-15,10 2 0 16,2 0 0-16,16 3 1 16,7-2 0-16,9-2-2 0,5-1-9 15,6-7-21-15,6-6-50 16,1 1-3-16</inkml:trace>
  <inkml:trace contextRef="#ctx0" brushRef="#br1" timeOffset="60850.09">3589 5001 433 0,'0'0'5'0,"0"0"-2"16,-8 5 2-16,8-5 1 0,-9 20-1 15,6-5 1-15,-2 5 0 16,3 7 0-16,2 2-8 16,0-1-14-16,-5 5-65 15,10 0 0-15</inkml:trace>
  <inkml:trace contextRef="#ctx0" brushRef="#br1" timeOffset="61565.91">1045 5967 419 0,'0'0'6'0,"0"0"3"0,2-12 1 0,-2 2 1 0,0 0 1 15,0 0 1-15,0 1 0 16,-5-1-1-16,-2 2-6 0,-6 8-6 16,-1 0 0-16,-2 5 0 15,-3 5 0-15,1 2 0 16,4 3 0-16,-2 8 0 0,9-6 0 15,2 3 0-15,5 0 0 16,12-4 0-16,9 0 0 16,1-1 0-16,8-3 0 15,2 0 0-15,2 1 0 0,2-3 0 16,-4 2 0-16,-7-2 0 16,2 2 0-16,-10-1 0 15,-4 1 0-15,-10 2 0 16,-3-2 0-16,-13 1 0 15,-7 2 0-15,-7 0 0 0,-5-2 0 16,-3-1 0-16,-3-5-2 16,3 3-3-16,0-6-3 15,8-1-7-15,4-6-17 0,-6-1-52 16,26-6-3-16</inkml:trace>
  <inkml:trace contextRef="#ctx0" brushRef="#br1" timeOffset="61985.86">1470 5957 462 0,'0'0'3'16,"0"0"1"-16,0 0-1 0,0 0 1 16,-10 10-1-16,0 3 0 15,0 4 0-15,-6 0 0 16,4 5-3-16,-2 6 0 15,3 2-1-15,6-3 1 0,3-2-1 16,2-4 2-16,5-3-1 16,5-8 1-16,5-2-1 15,5-8 1-15,0 0 0 0,2-11 0 16,3 0 1-16,-3-9 0 16,-4 0 0-16,-3-7 0 15,-3-1 0-15,-7-1 0 16,-5 1 0-16,-10-1 0 0,-3 4-1 15,-8 3 0-15,-2 4 1 16,-2 6-4-16,-5 9 1 16,5 3 0-16,3 10 0 15,4 7-1-15,7 3 0 16,8 8 0-16,3-3 1 16,10 2 0-16,10-2-1 0,4 0-7 15,8-11-12-15,-11 1-60 16,19-3-3-16</inkml:trace>
  <inkml:trace contextRef="#ctx0" brushRef="#br1" timeOffset="62150.18">1778 6064 435 0,'0'0'3'16,"0"0"0"-16,-3 9 0 0,3 4 2 15,0-1-1-15,0 6 1 16,3 2 0-16,1 5-1 15,1-1-9-15,8 4-23 0,7-3-51 16,-6-3-2-16</inkml:trace>
  <inkml:trace contextRef="#ctx0" brushRef="#br1" timeOffset="62617.84">2682 5909 457 0,'0'0'3'0,"0"0"1"0,-14-6 1 16,0 6-1-16,-5 0 1 15,-1 6-1-15,-7 5 1 16,-1 4-1-16,3 10-3 0,1 0-1 16,6 4-1-16,6 1 0 15,7-2 0-15,5-3 0 16,12-4 1-16,13-5-1 16,5-2-2-16,7-6-2 0,8-5-6 15,2-3-21-15,6 0-50 16,-2-8-1-16</inkml:trace>
  <inkml:trace contextRef="#ctx0" brushRef="#br1" timeOffset="63099.87">3072 5898 461 0,'0'0'5'16,"0"0"0"-16,0 0 2 16,-7-7-1-16,7 7 0 15,-18 0 0-15,6 7 0 0,-6 4 0 16,4 8-5-16,-4 6-1 16,0 2 0-16,9 3-1 15,2 2 0-15,4-2 1 0,6-5 0 16,6-6-1-16,7-1 2 15,5-9-1-15,2-6 0 16,4-3 1-16,-2-3 0 16,5-6 1-16,-7-4-2 0,-2-7 0 15,-4-2 0-15,-4-3 0 16,-4 0 0-16,-9-4 0 16,-4-1 0-16,-5 0 0 15,-6 6 0-15,-5 0 0 0,-3 10 0 16,4-1 0-16,-4 13 0 15,3 2 0-15,6 10 0 16,1 7 0-16,8 4 0 16,5 0 0-16,2 4 0 0,11 0 0 15,7-2 0-15,6-6 0 16,12-1-3-16,0-5-24 16,-10-4-57-16,21-7-4 15</inkml:trace>
  <inkml:trace contextRef="#ctx0" brushRef="#br1" timeOffset="63250.16">3569 5955 450 0,'0'0'4'0,"0"0"1"0,-7 8 0 0,7-8 1 16,-3 19-1-16,3-1 0 16,0 2 1-16,0 4 0 15,3 5-5-15,2 2-13 16,4 1-68-16,2 5-4 0</inkml:trace>
  <inkml:trace contextRef="#ctx0" brushRef="#br1" timeOffset="64017.11">4146 5059 390 0,'0'0'6'0,"0"0"1"16,-2-8 1-16,2 8 0 0,-11-8 2 0,4 6-1 16,-3 2 0-16,-1 2 1 15,-2 8-6-15,7 3-2 16,1 6 0-16,5 5-1 0,0-1-1 16,11 0 1-16,11 1-1 15,-1-4 1-15,9-2 0 16,4-11 0-16,7 1 0 15,-4-8 1-15,3-5 1 0,-2-8-1 16,-3-4 2-16,-11-5-1 16,1-5 1-16,-15-1-1 15,-7-4 1-15,-3 3-2 16,-21-2 0-16,0 9-1 16,-8 2-1-16,-3 11 0 0,-3 4-1 15,1 7-3-15,5 13-3 16,5 12-9-16,3 16-40 15,10-1-28-15,9 10-4 0</inkml:trace>
  <inkml:trace contextRef="#ctx0" brushRef="#br1" timeOffset="64449.83">4332 5896 494 0,'0'0'3'0,"0"0"-1"0,0 0 2 16,0 0-2-16,-13 2 1 15,13-2 0-15,-14 19-3 16,4-6 0-16,0 7 0 0,2 5 0 16,4 0 0-16,4-1 0 15,4 1 0-15,6-2 0 16,5-4 0-16,8-4 0 0,1-10 0 16,8-2 0-16,-3-3 0 15,2-8 0-15,-4-1 0 16,-4-9 0-16,-5 0 0 15,-6-7 0-15,-10 3 0 0,-7 0 0 16,-12-3 0-16,-5 8 0 16,-5 2 0-16,-8 10-2 15,-3 0-52-15,3 10-32 16,1 12-3-16</inkml:trace>
  <inkml:trace contextRef="#ctx0" brushRef="#br1" timeOffset="65549.2">1275 7013 380 0,'0'0'6'0,"0"0"2"0,-9-7 1 0,9 7 1 16,-15-10 1-16,5 5-1 15,-2 2 1-15,-3 3-1 16,0 3-5-16,0 9-2 0,0 2-2 16,3 9-1-16,1 0-1 15,9 6 1-15,2-2-1 16,8-2 0-16,6-2 1 15,9-4 0-15,7-6 0 0,2-9 0 16,8-1 0-16,2-6 1 16,3-9 0-16,-6-5 1 15,-2-3 1-15,-4-2 1 16,-6 0 0-16,-12-3 0 16,-7-3 1-16,-8 3-1 15,-10 6-1-15,-8-2 0 0,-9 10-1 16,-1-2-2-16,-4 6-1 15,5 7-3-15,-6 2-4 16,12 16-6-16,3-7-16 0,-5 13-54 16,31 0-1-16</inkml:trace>
  <inkml:trace contextRef="#ctx0" brushRef="#br1" timeOffset="65999.98">3040 6984 434 0,'0'0'4'0,"0"0"2"0,0 0 1 16,-5-10 0-16,5 10 0 0,-18-3 0 16,9 3 0-16,-4 3-1 15,1 7-2-15,-4 6-4 16,7 4 0-16,2 0-1 16,2 0 0-16,5 2 0 0,5-1 1 15,7-7 0-15,10-4 1 16,3-10 0-16,8 0 0 15,1-10 1-15,6-8 0 16,-2-2 0-16,-4-2 2 16,-10-3-1-16,-1-1 0 0,-12 1 0 15,-11 0 0-15,-11 3-3 16,-16 1 0-16,-3 6 0 16,-10 5 0-16,3 8 0 15,-6 2-3-15,9 6-13 0,1 11-38 16,17-3-32-16,7 6-2 15</inkml:trace>
  <inkml:trace contextRef="#ctx0" brushRef="#br1" timeOffset="66383.63">4349 6906 426 0,'0'0'7'0,"0"0"2"0,0 0 2 0,0-9 0 0,0 9 0 15,0 0 0-15,-5 7 0 16,0 7-1-16,3 11-6 16,-3 3-4-16,0 10 0 0,3 0 0 15,2 7-11-15,0-10-27 16,0 10-46-16,7-11-2 15</inkml:trace>
  <inkml:trace contextRef="#ctx0" brushRef="#br1" timeOffset="67132.86">5239 4934 441 0,'0'0'4'0,"0"0"2"0,-5-14 0 0,5 14 0 16,-12-10 1-16,1 7-1 16,-3 3 0-16,-4 0-1 15,1 13-3-15,-1 9-2 0,2 3-1 16,2 6-1-16,5 7 1 16,9-1 0-16,2 3 0 15,10-5 1-15,9-4 0 16,6-7 1-16,8-8 0 15,2-6 0-15,0-7 1 0,3-3 0 16,-5-10 0-16,-3-9 1 16,-4-5 0-16,-12-2 0 15,-5-2 0-15,-11-6 0 16,-5 2-1-16,-13-4 0 0,-4 7-2 16,-11 4 0-16,1 8 0 15,-2 9 0-15,-1 8-3 16,0 8-7-16,8 21-14 0,10 6-60 15,2 10-3-15</inkml:trace>
  <inkml:trace contextRef="#ctx0" brushRef="#br1" timeOffset="67583">5286 5794 457 0,'0'0'5'0,"0"0"0"0,-2-8 2 0,2 8 0 15,-11-7 1-15,11 7-1 16,-16-2 0-16,2 2 1 15,2 7-8-15,3 11 0 16,-2 3 0-16,4 7 0 0,5-1 0 16,2 4 0-16,2-5 0 15,11-1 0-15,1-5 0 16,7-8 0-16,3-4 0 16,-2-8 0-16,6 0 0 0,-6-10 0 15,1-5 0-15,-4-3 0 16,-3-5 0-16,-9-2 0 15,-2-3 0-15,-8-2 0 0,-6 1 0 16,-7 1 0-16,-9 6 0 16,4 7 0-16,-4 7 0 15,-3 8 0-15,1 8 0 16,4 17-31-16,9 9-53 16,1 1-4-16</inkml:trace>
  <inkml:trace contextRef="#ctx0" brushRef="#br1" timeOffset="68100.85">5231 6938 413 0,'0'0'5'0,"0"0"2"0,0 0 2 15,-9-10 0-15,9 10 0 16,-8-2 0-16,8 2 1 0,-20 10 0 16,10 7-5-16,-2 11-3 15,2 4 0-15,0 2-2 16,2 4 1-16,4 1 0 16,4-2-1-16,7-1 1 15,8-17-1-15,3-2 1 0,11-9 0 16,-2-8 0-16,3-5 1 15,-2-10 1-15,-3-3 0 16,-6-6 0-16,-6-1 1 0,-8-5-4 16,-8 0 0-16,-12-1 0 15,-4 0 0-15,-12 8 0 16,0-1 0-16,-7 10-3 16,3 11-25-16,13 3-55 0,-15 3-5 15</inkml:trace>
  <inkml:trace contextRef="#ctx0" brushRef="#br1" timeOffset="68832.94">1306 7800 415 0,'0'0'5'0,"-8"-9"2"0,8 9 1 0,-19-13 1 0,3 9 1 15,-6-2-1-15,-2 6 1 0,-4 0 0 16,-2 8-4-16,5 7-3 15,3 10-1-15,5 4-2 16,6 4 1-16,11 3-1 16,6 2 1-16,13-4-1 0,11-2 1 15,9-4 0-15,9-8 0 16,7-11 0-16,-1-3 0 16,9-6 0-16,-7-7 1 15,-3-11-1-15,-8 0 0 0,-8-7 1 16,-9 0-1-16,-14-4 1 15,-9 4-2-15,-12-2 0 16,-11 5 0-16,-9 2 0 0,-5 5 0 16,-1 6-3-16,-2 3-3 15,8 9-8-15,0 4-11 16,12 11-60-16,10 1-1 16</inkml:trace>
  <inkml:trace contextRef="#ctx0" brushRef="#br1" timeOffset="69282.56">2951 7736 412 0,'0'0'4'0,"0"0"1"0,-16-3-1 0,7 3 1 16,-3 3 0-16,-4 4 0 16,-1 6 0-16,-1 5 0 15,2 4-4-15,0 2 0 0,11 3 0 16,5 1-1-16,5-3 1 15,15-3 0-15,10-8 0 16,5-3 1-16,7-9 0 16,4-2 1-16,0-10 0 15,1-5 1-15,-7-5 0 0,-5-2 1 16,-13-5 0-16,-10 2 0 16,-7-2-1-16,-10 0 0 15,-9 2-1-15,-11 3-1 16,-5 4-2-16,0 4-2 0,-2 11-2 15,0 1-6-15,4 9-9 16,5 13-44-16,16-1-22 16</inkml:trace>
  <inkml:trace contextRef="#ctx0" brushRef="#br1" timeOffset="69700.24">4148 7783 444 0,'0'0'4'0,"0"0"1"0,0 0 0 15,-13-5 0-15,13 5 0 16,-17 3 0-16,4 2 0 0,0 5 0 15,2 4-4-15,-2 4-1 16,9 1 0-16,-1 4 0 16,5 0 0-16,9-2 0 0,9-3 1 15,7-3 0-15,8-8 0 16,4-4 0-16,4-3 0 16,2-10 0-16,-1-5 2 15,-5-6-1-15,-7 3 0 0,-10-7 1 16,-8 0 0-16,-9 0-1 15,-10 3 1-15,-11 0 0 16,-9-1-3-16,-5 8 0 16,-4 1-3-16,6 5-3 15,-4 5-6-15,12 6-11 0,4 18-57 16,14-10-8-16</inkml:trace>
  <inkml:trace contextRef="#ctx0" brushRef="#br1" timeOffset="69950.27">5294 7731 487 0,'0'0'4'15,"0"0"1"-15,0 0 0 16,2 5 0-16,-2 6 0 0,0 0-5 15,-2 7 0-15,-4 6 0 16,0 4 0-16,0 4 0 16,1 8 0-16,0-1 0 15,3-2 0-15,2 9-16 0,24-15-69 16,-18-9-3-16</inkml:trace>
  <inkml:trace contextRef="#ctx0" brushRef="#br1" timeOffset="70883.14">5606 4653 348 0,'0'0'6'0,"0"0"2"0,-9 0 2 0,9 0 2 15,-18 0 0-15,18 0 0 0,-12-4 0 16,12 4 2-16,5-2-7 16,15 2-1-16,10-2-2 15,6-1-1-15,12 3 0 16,7 0-1-16,-1 7-1 16,1 5 0-16,-6 11 0 0,-6 7 0 15,-13 9 0-15,-8 14 0 16,-4 8 0-16,-9 11 0 15,-6 7 0-15,-3 13-1 0,0 1 2 16,0 5-1-16,2 6 1 16,1 2 0-16,0 8 0 15,3 6 0-15,2 1 1 16,4 3 1-16,4 4-2 0,0 4 0 16,5-3 0-16,1 2 0 15,1-2 1-15,1 2 0 16,1-4 0-16,3-4 0 15,-8-7 0-15,5 1-1 16,-8-10-2-16,3-1 0 0,-3-12 0 16,-4-1 0-16,-4-13 0 15,-1-3 0-15,2-7 0 16,-3-8 0-16,1-5 0 16,-1-10 0-16,-1-5 0 0,-2-12 0 15,-1-3 0-15,-2-7 0 16,-1-9 0-16,0-1 0 15,0-10 0-15,-4 11 0 16,-6-9 0-16,-2-2 0 0,-4 2 0 16,0-2 0-16,-12 3 0 15,-4 2 0-15,-5 3 0 16,-11 1 0-16,-3 2 0 0,-9 1 0 16,-5 5 0-16,-8 0 0 15,4 1 0-15,0-1 0 16,5 6 0-16,4-14-5 15,3 11-78-15,22-8-4 16</inkml:trace>
  <inkml:trace contextRef="#ctx0" brushRef="#br1" timeOffset="72816.03">6827 4757 244 0,'0'0'7'0,"0"0"4"15,0-14 4-15,0 14 1 16,0-9 4-16,0-2 2 0,0-1 0 15,0 3 4-15,0-1-7 16,-7-3-3-16,-2 3-4 16,-7 0-3-16,-5 4-3 0,-7 0-1 15,-8 1-2-15,-6 5-2 16,-3 0 0-16,-4 3-1 16,1 5 0-16,6-2 0 15,2 2 0-15,10-1-1 16,2 1 0-16,14-1 0 0,4 3 0 15,10-10-1-15,0 15 2 16,5-3 0-16,7 3 0 16,4 5 0-16,0 5 1 0,1 9 0 15,7 9-1-15,-5 5 1 16,-1 15 0-16,-1 9-2 16,-2 7 0-16,-1 10 3 15,2 6-1-15,1 9 2 16,-4 5 1-16,1 4-1 0,2 6 3 15,-4 0-1-15,1 0 1 16,-1 5-2-16,0-2-1 16,-4-4 0-16,2-2-1 15,-1-2 1-15,-2-4-3 0,2-3 1 16,-5-4-1-16,-1-3 2 16,2-9-1-16,-5-4 0 15,0-4 0-15,0-6-1 16,0-2 1-16,0-8 0 0,0-4-1 15,0-7-1-15,2-2 1 16,-2-7 0-16,0 0 0 16,0-4 0-16,0-1 1 15,0-5-1-15,-2-2 1 0,-1-1 0 16,1-2 1-16,-1 0-1 16,1-2 1-16,0-5-2 15,-1 3 0-15,1-9 0 16,2 1 0-16,0-3 0 0,-4 1 0 15,2-7 0-15,0 2 0 16,2-5 0-16,0-8 0 16,-5 14 0-16,5-14 0 0,-5 13 0 15,5-13 0-15,0 0 0 16,-2 13 0-16,2-13 0 16,0 10 0-16,0-10 0 15,0 0 0-15,-3 9 0 16,3-9 0-16,0 0 0 0,0 0 0 15,0 0 0-15,0 0 0 16,0 0 0-16,10 0 0 16,5 0 0-16,7-5 0 0,8-2 0 15,10 0 0-15,7-4 0 16,10-1 0-16,0 2 0 16,6 0 0-16,-6 2 0 15,-8 4 0-15,-1 1 0 0,-11 3 0 16,-12 0 0-16,-7 0 0 15,-9 3 0-15,-9-3 0 16,0 0 0-16,0 0 0 16,-13 11 0-16,4-11-10 0,-3 0-73 15,1-7-4-15</inkml:trace>
  <inkml:trace contextRef="#ctx0" brushRef="#br1" timeOffset="76567.02">7177 5071 352 0,'0'0'8'0,"0"0"3"0,-7-12 4 0,7 12 0 0,-5-18 2 16,5 18 1-16,-3-18 0 15,3 18 0-15,-2-9-7 16,2 9-4-16,0 0-2 16,5 17-2-16,0 3-2 0,-1 5 0 15,4 4-1-15,0 6 1 16,-3 4 0-16,4 1 0 15,-4-3 0-15,2 0 0 16,-1-4 0-16,-1-6 1 0,0-2 1 16,0-3-3-16,-3-7 0 15,0-2 0-15,1-5 0 16,-3-8 0-16,0 11 0 16,0-11 0-16,0 0 0 0,0 0 0 15,0 0 0-15,0 0 0 16,0 0 0-16,0-11 0 0,0 11 0 15,-3-8 0-15,3 8 0 16,-2-13 0-16,2 13 0 16,-2-10 0-16,2 10 0 15,0 0-18-15,2-10-68 16,5 10-4-16</inkml:trace>
  <inkml:trace contextRef="#ctx0" brushRef="#br1" timeOffset="84068.21">8437 5836 408 0,'0'0'5'0,"0"0"3"0,0-10 2 0,0 10 1 0,0 0 2 16,0-10 2-16,0 10-1 15,0-10 1-15,0 10-5 0,0 0-8 16,2 10-2-16,3 8 0 16,0 1 0-16,1 14 0 15,-2 1 0-15,1 3 0 16,0 6 0-16,1-4 0 0,1 1 0 16,-2-8 0-16,0-2 0 15,-1-5 0-15,-1-6 0 16,2-1 0-16,-3-6 0 15,3-5 0-15,-5-7 0 0,3 10 0 16,-3-10 0-16,0 0 0 16,3-4 0-16,-3-7 0 15,0 11 0-15,2-22 0 0,-15 12-84 16,13-2-5-16</inkml:trace>
  <inkml:trace contextRef="#ctx0" brushRef="#br1" timeOffset="84799.34">9649 6668 450 0,'0'0'6'0,"0"0"2"0,0 0 1 15,8-7 2-15,-8 7 0 0,0 0 1 16,0 0-8-16,12 0-4 15,-12 0 0-15,5 20 0 16,-3 2 0-16,3 6 0 0,3 1 0 16,-3 11 0-16,7-4 0 15,-1 5 0-15,-2-5 0 16,1-1 0-16,1-5 0 16,-4-5 0-16,0-3 0 0,-2-9 0 15,-3-1 0-15,-2-12 0 16,5 10 0-16,-5-10 0 15,0 0 0-15,0 0 0 0,0 0 0 16,0 0-5-16,13 0-81 16,-13 0-2-16</inkml:trace>
  <inkml:trace contextRef="#ctx0" brushRef="#br1" timeOffset="85350.11">11051 7516 480 0,'0'0'3'0,"0"0"1"0,0 0 0 0,0 0 1 0,0 0 0 15,0 12 0-15,0-2 0 16,0 9-5-16,1 6 0 15,5 8 0-15,-1 1 0 0,3 9 0 16,-1-4 0-16,3 6 0 16,-1-5 0-16,2-1 0 15,-1-8 0-15,-3 1 0 16,1-11 0-16,-8-3 0 16,5-3 0-16,-5-15-28 0,0 7-56 15,0-7-5-15</inkml:trace>
  <inkml:trace contextRef="#ctx0" brushRef="#br1" timeOffset="86334.87">8312 4981 345 0,'0'0'7'0,"-4"-9"3"0,4 9 4 0,-10-11 0 15,-1 4 0-15,2 5 0 0,-3-1 0 16,-6 3 0-16,3 8-6 15,-2 9-4-15,4 3-2 16,1 8-1-16,2 1 0 16,5 5-1-16,5 1 1 15,3 0 0-15,11-5-1 0,6-1 1 16,8-7 1-16,2-4-1 16,2-8 1-16,5-5 0 15,-2-5 0-15,-1-3 0 0,-6-11 1 16,-3-4 0-16,-8-5 0 15,-9-6 0-15,-8-3-1 16,0-3 0-16,-16-2 0 0,-6 2-1 16,0 3-1-16,-11 10-1 15,2 5 1-15,-4 6-4 16,5 11-6-16,3 11-15 16,-6 6-57-16,25 8-2 15</inkml:trace>
  <inkml:trace contextRef="#ctx0" brushRef="#br1" timeOffset="86935.27">9416 5145 337 0,'0'0'9'0,"0"0"3"0,0-10 3 0,0 10 2 16,0 0 0-16,-7-10 1 15,7 10-1-15,-13-5 1 0,3 8-10 16,-3 6-2-16,1 4-4 15,5 7-1-15,0 4-1 16,4 4 0-16,3-1-1 16,7 2 1-16,8-4 1 0,7-2-1 15,13-6 1-15,0-4 0 16,5-8 0-16,0-5 1 16,-3 0 0-16,-3-14 1 15,-4-5 0-15,-7-3 0 0,-11-3 0 16,-5-7 0-16,-7-1-1 15,-12 1 1-15,-5 1-2 16,-8 3-1-16,-5 9-1 16,-3 2-5-16,7 11-8 15,-7 6-29-15,6 10-42 0,9 11 0 16</inkml:trace>
  <inkml:trace contextRef="#ctx0" brushRef="#br1" timeOffset="88166.24">9622 5985 386 0,'0'0'5'0,"0"0"2"0,0 0 1 0,-3-10 2 15,3 10 0-15,-12-5 2 16,0 2-1-16,-1 3 0 16,-1 3-4-16,-2 7-4 0,2 5-1 15,-2 1-1-15,6 7-2 16,3 2 1-16,5 2-1 15,2 1 0-15,9-1 1 0,9-2 1 16,6-7 0-16,4-5 0 16,4-1 1-16,3-11 0 15,1-1 0-15,-2-5 0 0,-4-8 2 16,-6-4-1-16,-4-5 1 16,-10-3 0-16,-2-2 0 15,-8-2-1-15,-11-1 1 16,-3-2-2-16,-11 4 0 15,-2 3-2-15,-8 6-2 16,5 11-6-16,-7 3-12 0,-2 10-61 16,9 12-4-16</inkml:trace>
  <inkml:trace contextRef="#ctx0" brushRef="#br1" timeOffset="88783.58">7413 6094 330 0,'0'0'9'0,"0"-10"4"0,0 10 3 0,0-15 3 0,-2 5-1 16,-3 3 0-16,-3-3 1 15,-3 2-1-15,-2 8-9 16,-4 0-4-16,4 10-3 16,-3 5-2-16,4 5-1 0,-3-1 0 15,10 9 0-15,3-3-1 16,2-1 2-16,5-2 0 15,10-4 0-15,2-3 1 16,8-5 0-16,5-8 1 0,0-2 0 16,7-7 1-16,-3-8 0 15,-1-5 0-15,-8-5 0 16,0-4 1-16,-13-3 0 16,-4 2-1-16,-8-2-1 0,-13 2 0 15,-6 3-1-15,-9 7 0 16,1 5-3-16,-11 8-3 15,11 11-10-15,-3 11-26 16,8 10-42-16,10 7 0 0</inkml:trace>
  <inkml:trace contextRef="#ctx0" brushRef="#br1" timeOffset="91951.75">7436 6963 351 0,'0'0'7'0,"0"0"3"0,0 0 2 0,-8-10 2 16,8 10 0-16,-17-7 0 15,6 4 0-15,2 3 0 16,-8 0-6-16,4 3-3 15,1 7-3-15,-1 5-1 16,3 2-1-16,3 5 0 0,2-2 0 16,5 3 0-16,0-1 0 15,10 0 0-15,4-2 0 16,5-8 1-16,10 1 0 0,3-8 1 16,5-5 0-16,0 0 0 15,1-8 2-15,-1-7-1 16,-9 1 1-16,-3-10 0 15,-8 1 0-15,-10 0 0 16,-7-1-1-16,-3-4 0 0,-11 3-1 16,-6 5-2-16,-3 3-3 15,1 7-5-15,-3 5-7 16,10 5-28-16,5 12-41 16,8 3-1-16</inkml:trace>
  <inkml:trace contextRef="#ctx0" brushRef="#br1" timeOffset="92333.84">8354 6928 375 0,'0'0'8'0,"0"0"2"0,-9-5 2 0,9 5 2 15,-12-7 0-15,12 7 0 16,-17-3 0-16,9 3-1 0,0 3-6 16,3 12-3-16,0 0-3 15,5 5-1-15,0 2-1 16,8 3 1-16,6-6 1 16,7 2-1-16,0-7 1 15,9-6 1-15,6-5-1 0,-1-3 1 16,-1-11 0-16,1-6 0 15,-3-3 0-15,-7-1 1 16,-8-7 0-16,-6 0-1 0,-9 1 0 16,-4 3 1-16,-14 1-3 15,-9 13-2-15,-5 5-2 16,-4 8-8-16,-1 28-59 16,-2-6-13-16</inkml:trace>
  <inkml:trace contextRef="#ctx0" brushRef="#br1" timeOffset="92920.13">7498 7706 351 0,'0'0'7'0,"0"0"3"0,-11-2 0 0,11 2 3 16,-22 0 0-16,5 9 1 16,-3 5 1-16,0 2-1 15,-2 9-5-15,2 3-2 0,3 6-2 16,6-1-1-16,11 1-2 15,6-3 1-15,7-7-2 16,17-2 1-16,6-12 0 16,6-3-1-16,10-7 1 0,1-10-1 15,4-7 0-15,-8-5 0 16,-1-6 0-16,-9-4 1 16,-9 3-1-16,-7-6 1 15,-16 0-1-15,-7 3 0 0,-10 5 1 16,-10 5-2-16,-7 6 1 15,-6 9-2-15,1 7-1 16,0 0-4-16,9 15-6 16,4 0-13-16,-6 7-57 0,27 3-3 15</inkml:trace>
  <inkml:trace contextRef="#ctx0" brushRef="#br1" timeOffset="93282.99">8508 7704 462 0,'0'0'3'15,"-7"-2"0"-15,-2 2 2 0,-8 0-1 16,-1 2 0-16,-7 7 1 16,-3 5 0-16,1 2 0 15,0 7-3-15,-1 2 0 16,9 8 0-16,8-7-1 0,6 4 1 15,5-6-1-15,13-4 1 16,9-5-1-16,3-7 1 16,10-8-2-16,5-8 0 0,2-3 0 15,0-10 0-15,1-1 0 16,-8-6 0-16,-6-1 0 16,-9-3 0-16,-10 2 0 15,-7-3 0-15,-8 4 0 16,-13 2 0-16,-9 4 0 0,-6 8 0 15,-4 8 0-15,3 7-22 16,26 7-62-16,-17 7-3 16</inkml:trace>
  <inkml:trace contextRef="#ctx0" brushRef="#br1" timeOffset="94066.05">9729 7629 413 0,'0'0'5'0,"0"0"1"0,0 0 2 15,-10-1 1-15,10 1 0 16,-20 1 1-16,10 5 0 0,-3 6 0 15,-1 2-4-15,1 9-3 16,1 2-1-16,2 4-1 16,2 1 0-16,8 2-1 15,0-4 0-15,11-3 1 16,3-6-1-16,9-5 1 0,4-7 0 16,8-7 0-16,-1-8 0 15,1-7 1-15,2-8 0 16,-7-6 0-16,-7-3 1 15,-8-3 1-15,-10-3-4 0,-8-1 0 16,-17 1 0-16,-10 7 0 16,-9 6 0-16,-2 8 0 15,0-1 0-15,8-2-85 0,3 20-1 16</inkml:trace>
  <inkml:trace contextRef="#ctx0" brushRef="#br1" timeOffset="95917.05">10830 4870 368 0,'0'0'8'0,"0"-10"4"16,0 10 2-16,-3-15 2 15,3 15 2-15,-4-11-1 0,4 11 1 16,-9-11-1-16,9 11-7 15,-12 12-3-15,-1 6-4 16,1 7-2-16,-8 4-1 0,3 6 0 16,-3 0 0-16,-3 2 0 15,2 0 0-15,0-3 0 16,1-2 2-16,-4-4-2 16,-1-1 0-16,3-4 0 15,-6-7 0-15,3 0 0 0,6-1 0 16,-1-8 0-16,5-2 0 15,2 0 0-15,13-5 0 16,0 0 0-16,7-3 0 16,11-4 0-16,6 2-2 15,7-5 2-15,6 0 0 0,2 0 0 16,4-1 0-16,-1 3 0 16,-2-2 0-16,-2 0 0 15,-6 2 0-15,-4 2 0 0,-7 2 2 16,-3 2-4-16,-6 0 0 15,-12 2-2-15,13 0-4 16,-13 0-10-16,2-15-59 0,-2 15-8 16</inkml:trace>
  <inkml:trace contextRef="#ctx0" brushRef="#br1" timeOffset="96149.94">11090 5038 460 0,'0'0'5'0,"0"0"3"0,0 0 0 0,0 0 1 0,0 0-1 16,3 10 1-16,-3 5-5 15,0 6-4-15,-5 8 0 16,2 6 0-16,-4 3 0 15,7 10 0-15,-5-6-18 0,3 3-66 16,2-6-3-16</inkml:trace>
  <inkml:trace contextRef="#ctx0" brushRef="#br1" timeOffset="97818.37">10832 5916 435 0,'0'0'5'0,"0"0"2"0,-9-6 0 0,9 6 1 16,-16 0 0-16,7 0 0 15,-5 3 0-15,2 4 0 0,3 7-4 16,-4 2-2-16,3 4-2 15,3 5 0-15,7 0 0 16,5-1 1-16,7 1-1 16,6-5 0-16,7-3 1 0,1-5 0 15,6-7 0-15,2-2 1 16,-2-3 0-16,-2-10 1 16,-4-8-3-16,-8 4 0 15,-6-9 0-15,-4-2 0 16,-8-1 0-16,-13 1 0 0,-4-3 0 15,-10 1 0-15,-3 7 0 16,-1 1 0-16,0 9 0 16,1 5 0-16,0 7 0 0,5 8 0 15,5 12-2-15,1 6-82 16,12 6-3-16</inkml:trace>
  <inkml:trace contextRef="#ctx0" brushRef="#br1" timeOffset="98366.12">10839 6772 448 0,'0'0'4'0,"0"0"2"0,-4-9 0 0,4 9 2 0,-18-8 1 15,6 6-1-15,-4 2 1 16,-3 2 0-16,1 8-5 16,0 7-4-16,4 4 0 0,4 1 0 15,6 5 0 1,1-2 0-16,6-4 0 0,9 3 0 16,4-10 0-16,9-2 0 15,5-7 0-15,0-5 0 16,2-2 0-16,4-6 0 0,-6-7 0 15,-4-2 0-15,-3-2 0 16,-5-6 0-16,-11 0 0 16,-7-3 0-16,-5 2 0 0,-13-2 0 15,-3 3 0-15,-7 7 0 16,-4 4 0-16,-4 4 0 16,8 10 0-16,-6 0 0 15,-8 0-85-15,28 7-3 16</inkml:trace>
  <inkml:trace contextRef="#ctx0" brushRef="#br1" timeOffset="99533.81">10943 4528 308 0,'0'0'8'0,"0"0"4"0,0 0 1 0,0 0 2 15,-9-7 2-15,9 7 1 16,0 0-1-16,15-10 2 15,6 5-8-15,7-3-3 16,9 1-2-16,6 0-2 0,4-4 0 16,5 2-1-16,3-1-1 15,-6 0 0-15,-3 2 0 16,-7 6-1-16,-7 2 1 16,-8 2-1-16,-5 16 0 0,-9 6 1 15,-8 14-2-15,-2 12 2 16,0 12-1-16,0 12 0 15,0 10-1-15,3 15 1 0,1 5 0 16,5 5-1-16,-2 4 2 16,2 4 0-16,1 2 2 15,3 0 0-15,-6 3 1 16,-2-1-1-16,0 4 1 16,-3 0-2-16,0 1-3 0,2 3 0 15,-4-5 0-15,0-1 0 16,3-3 0-16,-1-4 0 15,-2-4 0-15,5-5 0 0,4-9 0 16,2-3 0-16,1-12 0 16,2-1 0-16,4-7 0 15,0-8 0-15,1-5 0 16,-3-5 0-16,-4-8 0 16,-3-2 0-16,4-2 0 0,-5-5 0 15,-1-6 0-15,-2-4 0 16,0 0 0-16,-2-6 0 15,-1 1 0-15,-2-5 0 0,0-2 0 16,3-4 0-16,-3-1 0 16,2-6 0-16,-2-7 0 15,0 12 0-15,0-12 0 16,0 0 0-16,0 0 0 0,0 0 0 16,0 8 0-16,0-8 0 15,0 0 0-15,0 0 0 16,0 0 0-16,0 0 0 15,0 0 0-15,0 0 0 0,0 0 0 16,0 0 0-16,0 0 0 16,0 0 0-16,0 0 0 15,0 0 0-15,0 0 0 16,0 0 0-16,-12 2 0 16,-1 1 0-16,-10 2 0 0,-1 0 0 15,-8 3 0-15,-8 0 0 16,-5 5 0-16,0-3 0 15,6-2 0-15,-3-3-28 0,14 2-59 16,10-2-3-16</inkml:trace>
  <inkml:trace contextRef="#ctx0" brushRef="#br1" timeOffset="101432.77">11915 6106 478 0,'0'0'2'0,"0"0"2"0,0 0-1 15,0 0 1-15,0 0 0 0,0 0-1 16,0 0 1-16,0 0-2 16,0 0-6-16,0 0-19 15,25 0-58-15,-13 0-3 16</inkml:trace>
  <inkml:trace contextRef="#ctx0" brushRef="#br1" timeOffset="102798.63">12524 4459 322 0,'0'0'7'0,"0"0"4"0,8-12 3 0,-8 12 3 16,4-18 0-16,-4 8-1 15,-4-2 0-15,-11 1 2 0,-8 1-9 16,-4 6-4-16,-10 1-3 15,-4 3-1-15,0 3-1 16,-4 4 0-16,5 0 0 0,3 4 0 16,5-1-1-16,7 0 1 15,3-1-1-15,6 3 0 16,7-1 0-16,6 3-1 16,3 1 0-16,10 8 1 0,4 4-1 15,4 8 1-15,3 2 1 16,-2 12 0-16,1 6 0 15,0 9 0-15,-3 6 0 16,1 10 0-16,-6 3 0 16,-2 9 0-16,3 2 1 0,-4 2 1 15,2 9 0-15,-2-6 1 16,1 5 0-16,-3-5 1 16,-1 3 0-16,1-4 1 15,-4-3-2-15,-1-1 0 0,0-2 0 16,1-6 0-16,-1 1-1 15,1-3 0-15,1-3-1 16,2 4 0-16,2-5 0 0,-1-1-1 16,-2 2 1-16,-3-3-2 15,3-1 1-15,-5-7 0 16,3 0 0-16,-3-3 0 0,0 1 0 16,-3-7-1-16,-2-4 1 15,0 0 0-15,3-3 0 16,-1 0-1-16,1 2 1 15,0-5-1-15,2 1 1 16,2 0 1-16,3-2-1 16,0 0 1-16,-1-4 0 0,2-1 0 15,-1 0 1-15,0-3-1 16,-3-7 0-16,1-3 0 16,-3-5-1-16,2-6 0 15,-2-3 0-15,0-3 1 0,2-5-1 16,-2-10-1-16,0 15 2 15,0-15-1-15,0 0 0 16,3 10 0-16,-3-10 0 0,0 0 1 16,0 0-1-16,0 10 1 15,0-10-1-15,-3 8 1 16,3-8-1-16,-7 9 0 16,7-9 1-16,-5 10-1 0,5-10 0 15,0 0 0-15,-7 8 0 16,7-8 0-16,0 0 0 15,0 0 0-15,0 0 0 0,0 0-1 16,0 0 0-16,0 0 1 16,3 0 0-16,6 0 0 15,6-5 0-15,7-5 0 16,6 0 1-16,9 0 0 16,8 0 0-16,2 0 0 15,5 0-1-15,-2 2 0 0,2 1 0 16,-9 6 0-16,-6-3-1 15,-10 1-1-15,-9 3-2 16,-4 0-5-16,-14 0-16 0,0 0-56 16,-10 0-1-16</inkml:trace>
  <inkml:trace contextRef="#ctx0" brushRef="#br1" timeOffset="104383.76">8668 2807 82 0,'0'0'5'0,"0"0"4"0,0 0 6 0,0 0 3 16,0 7 3-16,0-7 1 15,0 0 2-15,0 0 2 16,0 0-1-16,0 0-3 16,0 0-2-16,10 7-2 0,7-7-1 15,8 0-2-15,9 0-2 16,12 0 0-16,6-2-4 16,10-1-2-16,3 1-1 15,2 2-2-15,-1-6-1 16,-1 5 0-16,-5-2 0 0,-10-2 1 15,-6 2 1-15,-7 1 0 16,-9 2 1-16,-8 0 2 16,-6-2 2-16,-5 2-3 0,-9 0 1 15,0 0-1-15,0 0-1 16,0 0-1-16,0 0-1 16,-6-8-2-16,6 8-1 15,-10-2 0-15,10 2-4 0,-10-3-8 16,10-9-53-16,0 12-15 15</inkml:trace>
  <inkml:trace contextRef="#ctx0" brushRef="#br1" timeOffset="106437.97">12787 4736 388 0,'0'0'7'0,"8"-10"3"0,-8 10 2 0,8-19 2 16,-4 9 1-16,-4-3 0 15,0 1 1-15,-2-3 0 0,-13 11-7 16,-5 4-3-16,-5 0-3 16,-2 14-3-16,-3 5 0 15,0 4 0-15,0 7 0 16,11-1 0-16,1 4 0 0,6-4 0 15,12-2 0-15,5 1 0 16,9-9 0-16,11 1 0 16,1-2 0-16,8-8 0 0,3-3 0 15,3-5 0-15,3-2 0 16,-6 0 0-16,-5 0 0 16,-2-7 0-16,-5 2 0 15,-8 0 0-15,-4-3 0 0,-13 8 0 16,7-12 0-16,-7 12 0 15,0-10 0-15,0 10 0 16,-10-4 0-16,10 4 0 16,-18-6 0-16,18 6 0 0,-12 0-18 15,10-12-60-15,2 12-10 16</inkml:trace>
  <inkml:trace contextRef="#ctx0" brushRef="#br1" timeOffset="107570.87">13240 4719 337 0,'0'0'7'0,"0"0"3"0,0 0 4 0,0 0 1 16,0-10 0-16,0 10 0 15,-8-12 1-15,-5 7 0 0,-1-5-6 16,-6 7-4-16,1-2-2 16,-6 5-1-16,2 3-2 15,-2 6 0-15,0 4-1 16,6-1 1-16,1 9-1 0,5-2 1 16,7 1-1-16,6-3 0 15,4 1 1-15,11-7 0 16,5 0 0-16,7-5-1 15,3-6 1-15,3 0 1 0,1-11-1 16,-4 1 1-16,-3-7 1 16,-1-3 1-16,-12 1 1 15,1-4-1-15,-7 0 1 0,-4 6 0 16,-4 2-1 0,0 3-4-16,0 12 0 0,-12-6 0 15,12 6 0-15,-10 21 0 16,7 1 0-16,3 3 0 15,0 5 0-15,0-1 0 0,3 6 0 16,4-3 0-16,1-2 0 16,-3-5 0-16,5 19-13 15,-7-24-13-15,7-5-58 16,-8-7-3-16</inkml:trace>
  <inkml:trace contextRef="#ctx0" brushRef="#br1" timeOffset="107949.82">13500 4672 432 0,'0'0'6'0,"0"0"1"16,0 0 1-16,0 0 0 15,0 0 0-15,0 0 1 0,-12 10-1 16,5 5 1-16,-5 4-5 15,4 4-2-15,0 6-1 16,4 1 0-16,4 0 0 0,0-3 0 16,4 0 1-16,8-9-1 15,6-4 0-15,5-4 1 16,1-2-2-16,1-8 0 16,2-8 0-16,1-5 0 0,-3-3 0 15,-6-9 0-15,-1-5 0 16,-8-1 0-16,-10-2 0 15,0-4 0-15,-17 5 0 16,-3 2 0-16,-8 10 0 0,-7 5 0 16,0 12 0-16,6 6-2 15,-6 16-61-15,10 4-23 16,13 2-1-16</inkml:trace>
  <inkml:trace contextRef="#ctx0" brushRef="#br1" timeOffset="109600.04">14060 4816 377 0,'0'0'8'0,"0"0"1"0,0 0 3 0,0 0 1 15,0 0 1-15,10-10 0 16,-10 10 2-16,20-10 0 0,-4 2-7 15,3 6-2-15,2-3-2 16,2 2-2-16,4 3-1 16,-2-2 0-16,3 2-1 15,-7 0-1-15,2 0 1 0,-3 2-1 16,-5-2-4-16,0 6-4 16,-15-6-9-16,14-13-60 15,-14 13-8-15</inkml:trace>
  <inkml:trace contextRef="#ctx0" brushRef="#br1" timeOffset="110049.71">14674 4603 395 0,'0'0'6'0,"0"0"3"0,0-15 1 16,0 15 0-16,-11-15 1 16,2 8 0-16,-1-4 0 15,-5 4 0-15,-2 4-6 16,-4 3-3-16,4 3 0 0,-3 8-2 16,5 0 0-16,3 4 0 15,5 3 0-15,3 2-1 16,4 2 1-16,11 0 1 15,3 0 0-15,7 0 0 0,4 3 0 16,5-4 1-16,2-2-1 16,-2 3 1-16,-5-4-1 15,-1 1 1-15,-2-3-2 16,-4 0 1-16,-8 2-1 16,-10-6 0-16,0 1 0 0,-10-1 0 15,-8-2 0-15,-4-3 0 16,-6-2 0-16,-2 0 0 15,-5-5 0-15,1 0-2 16,-1 0-1-16,6 0-6 0,-1-7-13 16,5-1-59-16,13 2-2 15</inkml:trace>
  <inkml:trace contextRef="#ctx0" brushRef="#br1" timeOffset="110467.22">14982 4615 432 0,'0'0'4'0,"0"0"1"0,-2-12 1 15,-9 7 1-15,1-1 0 16,-5 4 0-16,-4 0 0 16,-2 2 1-16,-1 0-5 15,-2 10-1-15,3 3-1 0,4 5-1 16,2 0 0-16,10-1 0 15,3 1 0-15,2-1 0 0,7-5 0 16,8-4 1-16,5-4 0 16,3-4 0-16,4-1 1 15,-3-10-1-15,1 2 1 16,-2-9 1-16,-3 1-1 16,-6 3 1-16,-2 0 0 15,-3 3 0-15,-9 11-3 0,0 0 0 16,0 0 0-16,-5 7 0 15,-1 11 0-15,-1 3 0 16,2 7 0-16,-2 2 0 16,4-1 0-16,3-2 0 0,-2 2 0 15,2-1-11-15,0-6-8 16,10-7-43-16,-3 0-23 16,2-2-4-16</inkml:trace>
  <inkml:trace contextRef="#ctx0" brushRef="#br1" timeOffset="110783.7">15320 4642 425 0,'0'0'5'0,"0"0"1"16,-8-3-1-16,8 3 1 16,-17 3 0-16,4 4 0 15,1 5 1-15,0 4-1 0,-4 6-4 16,7 1-1-16,4 3 0 15,1-3 1-15,4 2-1 16,9-8 1-16,3-2 1 16,6-5 0-16,7-6-1 15,-1-4 1-15,3-4 0 0,1-8-1 16,-1-8 1-16,-2-2 0 16,-8-3-1-16,-4-5 0 15,-8-5 0-15,-5 2 0 16,-12 4-2-16,-9 4 0 0,-4 10-2 15,-9 1-5-15,4 14-11 16,-7 10-65-16,0 7-4 16</inkml:trace>
  <inkml:trace contextRef="#ctx0" brushRef="#br1" timeOffset="111483.01">12842 5561 469 0,'0'0'4'0,"2"-10"1"0,-2 10 1 0,0-15 1 0,-4 6 0 15,-4-4 0-15,-2 3-1 16,-5 3-6-16,-7 4 0 15,0 3 0-15,-3 3 0 0,2 7 0 16,-2 5 0-16,5 2 0 16,8 0 0-16,5 5 0 15,7-2 0-15,2-1 0 0,13 2 0 16,7-4 0-16,3 1 0 16,0-3 0-16,5 0 0 15,0-3 0-15,-2-2 0 16,-7 0 0-16,2 0 0 0,-8-1 0 15,-3-2 0-15,-12-7 0 16,8 16 0-16,-11-9 0 16,-9 3 0-16,-6-2 0 15,-1 1 0-15,-8-1 0 0,-1-4 0 16,1 4 0-16,-1-8-13 16,8 5-17-16,20-5-52 15,-14 0-4-15</inkml:trace>
  <inkml:trace contextRef="#ctx0" brushRef="#br1" timeOffset="115683.49">13182 5522 432 0,'0'0'6'0,"3"-11"-1"0,-3 2 2 0,0 1 1 0,0-2 1 16,0-2 1-16,-5 1-1 16,-2 3-1-16,-6 2-3 0,-2 6-2 15,-3 6-1-15,-1 2-1 16,1 5-1-16,-3 2 0 16,10 3 0-16,2-1 0 15,4 0 0-15,5-4 0 0,5-3 0 16,7-3 0-16,5-5 0 15,8-2 1-15,-3 0-1 16,6-7 1-16,-6-5 0 0,-2-1 2 16,-3 3-3-16,-1-2 0 15,-7 2 0-15,-9 10 0 16,0 0 0-16,0 0 0 16,0 8 0-16,0 9 0 15,-5 3 0-15,1 7 0 0,-2 1 0 16,1 1 0-16,3 3 0 15,-3-2 0-15,2-1 0 16,1-1 0-16,2-3 0 0,-2-9-13 16,2 0-39-16,0-4-34 15,0-12-1-15</inkml:trace>
  <inkml:trace contextRef="#ctx0" brushRef="#br1" timeOffset="116016.89">13421 5601 447 0,'0'0'4'16,"0"0"1"-16,0 0 0 0,-7 0 0 15,7 0 0-15,-11 12 0 16,7 0 0-16,-1 1 1 16,2 8-4-16,0-5-1 15,3 4 0-15,3-4 0 0,5 1 0 16,7-6 0-16,2-1 0 15,3-5 0-15,3-5 1 16,1-1-1-16,1-10 1 0,-5-3 1 16,0-4 1-16,-5-4-1 15,-6-1-3-15,-6 0 0 16,-3-3 0-16,-5 6 0 16,-7 0 0-16,-6 3 0 15,-4 9 0-15,0 4 0 16,1 4-3-16,-1 7-31 0,7 7-49 15,11 2-3-15</inkml:trace>
  <inkml:trace contextRef="#ctx0" brushRef="#br1" timeOffset="116499.25">14412 5502 459 0,'0'0'5'0,"0"0"3"0,5-10 1 0,-5 10 0 16,3-10 1-16,-3 10-1 0,-5-10-7 15,-2 8-2-15,-9 4 0 16,-5 5 0-16,-2 8 0 16,-5 2 0-16,3 8 0 15,4 0 0-15,3 5 0 0,6-5 0 16,6 4 0-16,6-7 0 16,16-1 0-16,4-4 0 15,12-2 0-15,3-10 0 16,9 5-21-16,31-10-63 0,-26 0-4 15</inkml:trace>
  <inkml:trace contextRef="#ctx0" brushRef="#br1" timeOffset="117633.05">14909 5536 402 0,'0'0'7'0,"0"-12"3"0,0 12 2 0,-2-17 1 15,-5 7 1-15,2-1 1 16,-6 3 0-16,-1-6-1 0,-6 11-5 15,1 2-9-15,-3 1 0 16,-2 4 0-16,2 6 0 16,0 2 0-16,6 6 0 15,1 0 0-15,8 1 0 16,5-1 0-16,5-4 0 0,5-1 0 16,7-3 0-16,6-5 0 15,-1-5 0-15,2 0 0 16,1-10 0-16,-2-3 0 0,0-1 0 15,-6-2 0-15,-1 2 0 16,-3 2 0-16,-8 1 0 16,-5 11 0-16,0 0 0 0,0 0 0 15,0 0 0-15,0 20 0 16,-2-3 0-16,-1 6 0 16,-1 2 0-16,-1-4 0 15,5 10 0-15,-4-6 0 16,4 0-10-16,-1-6-36 0,1 0-40 15,1-2-3-15</inkml:trace>
  <inkml:trace contextRef="#ctx0" brushRef="#br1" timeOffset="117966.38">15158 5504 446 0,'0'0'6'16,"0"0"2"-16,0 0 1 15,0 0 0-15,0 0 0 0,0 10-1 16,0 0 1-16,-5 5-2 16,-2 0-7-16,2 7 0 15,0 0 0-15,-1 3 0 0,6 2 0 16,6-4 0-16,4-4 0 16,4-4 0-16,6-5 0 15,8-7 0-15,-1-3 0 16,8-9 0-16,-8-7 0 0,4-4 0 15,-5-7 0-15,-4-4 0 16,-6 5 0-16,-12-9 0 16,-4 8 0-16,-12 0 0 15,-10 7 0-15,-8 8 0 0,-5 3 0 16,1 12 0-16,-9 12-20 16,6 5-66-16,12 5-2 15</inkml:trace>
  <inkml:trace contextRef="#ctx0" brushRef="#br1" timeOffset="118750.02">13028 6656 377 0,'0'0'9'0,"0"0"3"0,-7-13 1 0,7 13 1 0,-9-14 2 0,9 14 0 15,-14-12 0-15,5 6 0 0,-1 6-8 16,0 3-4-16,2 6-2 16,1 7-1-16,0 6-1 15,1 1-1-15,4 2 0 0,2 4 0 16,5-4 0-16,8 0 1 16,9-6 0-16,5-4 1 15,5-9 0-15,6-5 0 16,6-1 0-16,2-10 1 0,-2-5-1 15,-5-7 1-15,-4 0 0 16,-9-7-2-16,-4-4 0 16,-15 3 0-16,-7 1 0 15,-12 1 0-15,-8 3 0 0,-8 6 0 16,-2 6 0 0,0 9 0-16,1 4 0 0,2 7-3 15,7 10-14-15,2 6-27 16,18 2-40-16,5 0-1 15</inkml:trace>
  <inkml:trace contextRef="#ctx0" brushRef="#br1" timeOffset="119182.82">14698 6525 440 0,'0'0'5'0,"0"0"1"0,0 0 2 0,0 0 1 16,-10-8-1-16,10 8 1 16,-14-2 0-16,1 2-1 0,3 7-4 15,-3 6-2-15,4 5-2 16,-1 1-1-16,3 3 1 15,7 6-1-15,2-7 1 0,10 2-1 16,11-5 1-16,7-4 1 16,4-6 0-16,11-5 0 15,2-3 2-15,0-13-3 16,-2-2 0-16,-5-7 0 16,-11-6 0-16,-3-4 0 0,-17-6 0 15,-9-1 0-15,-12 1 0 16,-13-4 0-16,-11 9 0 15,-2 3 0-15,-10 7 0 0,4 11 0 16,-1 10 0-16,8 7-12 16,7 20-49-16,10-4-24 15,15 7-1-15</inkml:trace>
  <inkml:trace contextRef="#ctx0" brushRef="#br1" timeOffset="119550.27">16212 6500 460 0,'0'0'5'15,"0"0"3"-15,0 0 0 0,0 0 0 0,0 0 1 0,0 0-1 16,0 5-3-16,0 9-5 15,0 7 0-15,-4 3 0 16,4 6 0-16,0-1 0 16,0 9 0-16,0-6-24 0,6 0-59 15,4-4-5-15</inkml:trace>
  <inkml:trace contextRef="#ctx0" brushRef="#br1" timeOffset="120267.27">15904 4692 366 0,'0'0'8'0,"0"0"1"0,0 0 2 16,0 0 1-16,0 0 0 0,0 0-1 16,0 0 1-16,-6 0 0 15,6 0-6-15,-14 17-3 16,6 0-1-16,3 4-2 16,-3 3 0-16,6 1 1 15,2-1-1-15,5 1 0 0,8-5 1 16,4-3-1-16,5-7 1 15,3-2 1-15,3-8-1 16,-1 0 2-16,0-10 1 0,-6-5 0 16,3-7 1-16,-12-3 0 15,-1-2-1-15,-9-6 0 16,-2 1 0-16,-13-2-1 16,-2 4-3-16,-6 5 0 15,-3 10-1-15,0 8-2 0,-3 5-4 16,4 8-7-16,-2 10-21 15,6 16-49-15,6 7 0 16</inkml:trace>
  <inkml:trace contextRef="#ctx0" brushRef="#br1" timeOffset="120699.92">16050 5492 449 0,'0'0'4'0,"0"0"0"0,-8-6 1 16,1 6 0-16,-6 0 0 0,-1 3 0 15,2 7-1-15,-4 2 1 16,0 6-3-16,5 1-2 16,4 4 1-16,2 2 0 0,5 0-1 15,9-1 0-15,5-6 1 16,5-1 0-16,3-5 0 16,6-6 0-16,-1-6 0 15,3 0 1-15,-3-13 1 16,-5-5 0-16,1-1 0 0,-11-6 0 15,-4-2-1-15,-8-3-2 16,-6 3 0-16,-11 2 0 16,-8 5 0-16,-4 5-6 15,1 15-34-15,-7 3-44 0,-2 14-1 16</inkml:trace>
  <inkml:trace contextRef="#ctx0" brushRef="#br1" timeOffset="121399.86">13141 7538 443 0,'0'0'4'0,"0"0"2"0,-3-7 0 0,3 7 1 0,-18-7-1 0,6 7 1 15,-3 0-1-15,-2 1 0 16,2 12-4-16,-5 6-1 0,7 4-2 16,3 2 1-16,6 2-1 15,4 0 1-15,7 0 0 16,10-4 0-16,6-5 0 0,9-7 1 15,5-2 0-15,6-9 0 16,1-6 0-16,1-6 1 16,0-6 0-16,-6-4 1 15,-6-6 0-15,-6-1 0 16,-12-3-1-16,-8-1-2 0,-9-2 0 16,-12 6 0-16,-11 2 0 15,-8 5 0-15,-1 6 0 16,-4 9 0-16,3 7 0 15,3 7-8-15,7 13-19 0,15 3-57 16,7 4-3-16</inkml:trace>
  <inkml:trace contextRef="#ctx0" brushRef="#br1" timeOffset="121866.94">14562 7474 436 0,'0'0'2'0,"-12"0"1"0,3 2 0 0,-3 8 1 16,-3 3-1-16,1 1 1 15,2 5-1-15,-2 2 0 16,10 6-1-16,4-4 0 16,14 2-2-16,9-6 1 0,7-5 1 15,7-1-1-15,6-10 0 16,3-3 1-16,7-5-1 15,-7-10 2-15,0-6 1 0,-7-2 0 16,-7-5 1-16,-11-7-1 16,-12 3 1-16,-9-5 0 15,-9 3 0-15,-16-2-2 16,-8 10-3-16,-4 2 0 0,-2 13 0 16,-2 3-3-16,7 8-11 15,-1 12-27-15,12 8-42 16,11 5-3-16</inkml:trace>
  <inkml:trace contextRef="#ctx0" brushRef="#br1" timeOffset="122349.93">16022 7402 454 0,'0'0'5'0,"0"0"0"0,0 0 0 0,0 0 1 16,-12 0 0-16,5 0 0 15,-6 5 1-15,1 5-1 0,-4 7-5 16,4 1 0-16,0 4 0 16,7 5-1-16,5 0 0 15,3-2 0-15,14-3 0 16,6-2 1-16,9-5-1 16,6-7 1-16,6-7-1 0,0-2 1 15,4-10 1-15,-6-6 1 16,-5-6-3-16,-7-3 0 15,-8-4 0-15,-12-3 0 16,-5 2 0-16,-10-5 0 0,-9 7 0 16,-12 0 0-16,-3 8 0 15,-6 4 0-15,0 7 0 16,1 10 0-16,4 0 0 16,7 17-27-16,16 1-58 0,1 2-2 15</inkml:trace>
  <inkml:trace contextRef="#ctx0" brushRef="#br1" timeOffset="122584.06">17146 7281 511 0,'0'0'0'0,"0"0"0"16,0 0 0-16,0 0 0 15,0 0 0-15,0 0 0 16,0 0 0-16,0 16 0 0,0 9 0 16,0 7 0-16,2 6 0 15,1 8 0-15,-1 4 0 16,3 4-3-16,27 4-84 0,-30-14-3 16</inkml:trace>
  <inkml:trace contextRef="#ctx0" brushRef="#br1" timeOffset="123318.26">16693 4576 373 0,'0'0'6'0,"0"0"4"0,0-10 1 0,0 10 2 16,0 0 0-16,-2-13 1 15,2 13-1-15,0 0 1 0,-10 2-6 16,3 10-4-16,-1 6-1 15,3 2-3-15,-2 10 1 16,4-1-1-16,3 4 1 16,3-4 0-16,9-2 0 15,5-4 1-15,3-3-1 0,3-7 1 16,4-9 0-16,-2-4-1 16,2-4 1-16,-1-9-1 15,-7-7 1-15,-1-3 0 16,-9-7 0-16,-2 1-1 0,-7-4 0 15,-2 1 0-15,-8 6-1 16,-5 1 0-16,-2 10 0 16,-3 7-3-16,3 8-3 15,-8 8-8-15,13 14-27 0,-3 16-43 16,5 3-1-16</inkml:trace>
  <inkml:trace contextRef="#ctx0" brushRef="#br1" timeOffset="123783.67">16801 5417 413 0,'0'0'7'0,"0"0"1"0,-11-12 2 0,11 12-1 0,-12-5-1 0,12 5 2 16,-20 0 0-16,10 5 1 16,1 10-7-16,-2 5-1 15,1 4-3-15,8 1 2 16,2 3 1-16,10-1-2 0,7-3 0 15,6-4 0-15,3-5 0 16,7-5 0-16,-1-6 0 16,4-4 0-16,-9 0 1 15,2-8 0-15,-11-5 0 16,0-7-2-16,-11-2 0 16,-7-3 0-16,0-2 0 0,-13 3 0 15,-2-1 0-15,-5 7 0 16,1 8 0-16,-6 2-5 15,0 14-4-15,-5 3-15 0,-7 13-58 16,19 6-3-16</inkml:trace>
  <inkml:trace contextRef="#ctx0" brushRef="#br1" timeOffset="124249.92">16955 6428 474 0,'0'0'3'0,"0"0"0"0,-11 0 1 0,11 0 1 16,-17 0-1-16,7 0 1 16,-5 8-1-16,0 4 1 15,-2 0-1-15,4 12-4 16,1-3 0-16,5 3 0 0,2 7 0 16,5-5 0-16,5-1 0 15,7-5 0-15,8-3 0 16,4-6 0-16,7-6 0 15,1-5 0-15,3-5 0 16,-1-13 0-16,-1 0 0 0,-8-6 0 16,-3-3 0-16,-10-3 0 15,-12-5 0-15,-2 3 0 16,-16-2 0-16,-6 6 0 16,-3 1 0-16,-3 7 0 0,-5 2 0 15,2 12-14-15,4 6-29 16,3 0-41-16,9-3-2 15</inkml:trace>
  <inkml:trace contextRef="#ctx0" brushRef="#br1" timeOffset="125049.32">16865 4342 314 0,'0'0'8'0,"-8"0"2"0,8 0 1 0,-19 0 1 0,9 0 1 16,2 3 0-16,-2-3 2 15,10 0 0-15,0 0-7 16,5 9-2-16,15-3-2 16,8-5 0-16,9 8-1 0,5-1 1 15,5-2-3-15,0 4 0 16,-2 7 0-16,0 1-2 15,-8 12 0-15,-5 2 1 16,-7 15-1-16,-2 7 2 0,-6 11-1 16,-2 14 2-16,-6 8-1 15,4 7 1-15,-3 7 0 16,0 11 2-16,3 0 0 16,-4 5 0-16,4 2 0 15,-1-4 0-15,3 2 0 0,-2 2 0 16,1-1 0-16,-1 2-2 15,-3-2-1-15,-3 1 0 16,-2-2-1-16,1-2 0 0,-6 0 0 16,2-3 0-16,1-1 1 15,1-1 0-15,1-9 0 16,5 5 0-16,3-9 1 16,4 1-1-16,0-8 0 0,6 0 0 15,1-7 1-15,1-3 0 16,5-6 0-16,-5-7 0 15,-2-5 0-15,-4-6 0 16,-1-3 1-16,-4-13 0 0,-6-6-3 16,0-9 0-16,-6-5 0 15,-2-5 0-15,0-15 0 16,-12 7 0-16,-8-7 0 16,-3-7 0-16,-9-3 0 15,-8-5 0-15,-7 3 0 0,-11-4 0 16,-3 7 0-16,-9 1 0 15,-2 3 0-15,-8 5 0 16,-1 5 0-16,-7 8-7 0,10-6-77 16,8 15-3-16</inkml:trace>
  <inkml:trace contextRef="#ctx0" brushRef="#br1" timeOffset="127432.96">17948 4590 423 0,'0'0'4'0,"0"0"1"0,-2-12 1 0,2 12-1 16,-20-12 1-16,8 6 0 15,-11-1 0-15,-2-1-1 0,-2 8-2 16,-3 0-3-16,-3 0 0 16,6 6 0-16,1 3 0 15,1-2-1-15,4 4-1 16,7-1 1-16,3 5 0 0,6 2 0 16,5 2-1-16,3 6 2 15,7 5 0-15,2 5 0 16,6 4 0-16,-1 9 0 0,6 3 0 15,-4 6 0-15,1 10 0 16,3 3 0-16,-9 7 0 16,3 7 3-16,-1 7 0 15,-6 6 2-15,2 4 0 16,-7 4 1-16,6 8-1 16,-4 1 1-16,-2 3-1 0,2-5-2 15,0 1-1-15,-1 1-1 16,1-7-1-16,-2-3 0 15,2-3 1-15,-2-1 0 0,1-1-1 16,-1-5 1-16,-1-2 0 16,4-2 1-16,-4-2-2 15,5-2 0-15,-2-6 0 0,-1-3 0 16,7-3 0-16,-5-5 0 16,-1-4 0-16,-2-6 0 15,5-2 0-15,-4-7 0 16,-2 0 0-16,4-9 0 0,-1-1 0 15,-2-3 0-15,1-2 0 16,-4-1 0-16,-1-1 0 16,3 1 0-16,-2-7 0 15,-2 2 0-15,0-1 0 16,0-6 0-16,0 1 0 0,0-8 0 16,0-3 0-16,0-1 0 15,0-11 0-15,3 10 0 16,-3-10 0-16,0 0 0 15,0 0 0-15,0 0 0 0,0 0 0 16,0 0 0-16,0 0 0 16,0 0 0-16,0 0 0 15,0 0 0-15,0 0 0 0,0 0 0 16,0 0 0-16,0 0 0 16,9 0 0-16,-9 0 0 15,13-3 0-15,-1-4 0 16,11-1 0-16,7-2 0 0,7 3 0 15,5-6 0 1,8 0 0-16,0 3 0 0,1 3 0 16,-5-1 0-16,0 7-28 15,-18 1-58-15,-8 1-3 0</inkml:trace>
  <inkml:trace contextRef="#ctx0" brushRef="#br1" timeOffset="128750.07">18328 4972 375 0,'0'0'8'0,"0"0"2"0,5-13 3 0,-5 6 3 16,2-3 1-16,-2 10 1 0,4-18 0 15,-4 18 0-15,0 0-5 16,0 0-8-16,2 20-5 16,1 8 0-16,-1 4 0 0,-2 5 0 15,5 6 0-15,0-2 0 16,-1 1 0-16,1-5 0 16,3-2 0-16,-3-5 0 15,-1-8 0-15,2-2 0 0,-1-3 0 16,-3-7 0-16,-2 0 0 15,0-10 0-15,0 12 0 16,0-12 0-16,0 0 0 16,0 0 0-16,0 0 0 0,0 0 0 15,0 0 0-15,0 0 0 16,0 0 0-16,0 0 0 16,-2-4 0-16,2 4 0 15,0 0 0-15,0 0 0 16,-5-10 0-16,5 10-86 0,0 0-4 15</inkml:trace>
  <inkml:trace contextRef="#ctx0" brushRef="#br1" timeOffset="130116.48">19491 5797 304 0,'0'0'10'0,"0"0"6"0,10-8 3 0,-10 8 4 0,8-15 2 16,-8 15 1-16,10-15 0 16,-6 5 2-16,-4 10-11 0,-4-17-4 15,-6 14-9-15,-1 3-4 16,-3 3 0-16,-6 7 0 15,-3 5 0-15,-1 5 0 16,4 5 0-16,-3 2 0 16,4 0 0-16,6 3 0 0,8-3 0 15,5-5 0-15,5 0 0 16,8-7 0-16,9-2 0 16,5-6 0-16,8 1 0 15,-4-5 0-15,6-3 0 0,-3 0 0 16,-10-3 0-16,-1 0 0 15,-3 1 0-15,-8 2 0 16,-5-3 0-16,-7 3 0 16,0 0 0-16,0 0 0 0,0 0 0 15,0 0 0-15,0 0 0 16,0 0 0-16,0 0 0 16,0 0 0-16,0 0 0 15,0 0-15-15,-9-6-72 0,9 6-3 16</inkml:trace>
  <inkml:trace contextRef="#ctx0" brushRef="#br1" timeOffset="131199.92">19965 5792 368 0,'0'0'7'0,"0"0"5"0,4-10 1 0,-4 10 3 16,5-13 1-16,-3 5 2 15,0 0 0-15,-2-6 1 16,0 4-7-16,-7 3-6 0,-3 0-7 16,-7 3 0-16,-1 4 0 15,-7 0 0-15,3 9 0 16,-3 0 0-16,0 4 0 16,5 2 0-16,6 0 0 15,4-1 0-15,7-2 0 0,3-1 0 16,10-4 0-16,5-1 0 15,7-6 0-15,6 0 0 16,-1-3 0-16,3-5 0 16,-3-1 0-16,-3-4 0 0,-3 1 0 15,-4 2 0-15,-5 0 0 16,-12 10 0-16,14-12 0 16,-14 12 0-16,0 0 0 15,4 12 0-15,-1 3 0 0,-3 5 0 16,2 2 0-16,-2 5 0 15,3 0 0-15,-3 5 0 16,4-7 0-16,-4 3 0 16,3-6 0-16,-3-2 0 0,2-1-2 15,-2-4-48-15,0-5-36 16,0-10-3-16</inkml:trace>
  <inkml:trace contextRef="#ctx0" brushRef="#br1" timeOffset="131533.43">20211 5777 451 0,'0'0'5'0,"0"0"0"0,0 0 1 0,0 0-1 0,0 0 0 16,-7 2 1-16,5 8 0 16,-1 3-1-16,3 4-3 15,-2 0-1-15,2 6-1 16,0-1 2-16,2 0-1 0,8-5 0 15,3-2 1-15,4-3 0 16,3-4 0-16,5-6-1 16,0-2 2-16,-1-10-3 15,4-2 0-15,-3-6 0 0,-5 1 0 16,-6-7 0-16,-6-1 0 16,-5-3 0-16,-6 2 0 15,-7 1 0-15,-8 2 0 16,-1 6 0-16,-6 10 0 0,-3 2 0 15,6 7 0-15,0 5-19 16,7-7-60-16,5 16-6 16</inkml:trace>
  <inkml:trace contextRef="#ctx0" brushRef="#br1" timeOffset="131949.97">20650 5784 410 0,'0'0'4'0,"0"0"2"0,0 0 2 15,0 0 2-15,7 0 2 16,2 0 0-16,7-2 1 0,1-3 0 15,5 0-3-15,3 0-2 16,5-3-3-16,2 3-5 16,-2 0 0-16,-2-5 0 15,2 10-7-15,-14 3-55 0,2-3-22 16,-6 0-1-16</inkml:trace>
  <inkml:trace contextRef="#ctx0" brushRef="#br1" timeOffset="132367.06">21241 5616 463 0,'0'0'4'0,"0"0"1"15,0 0 0-15,-5-10 1 16,5 10-1-16,-20-10 1 15,5 7 0-15,-3 3-1 16,-2 0-2-16,1 5-3 0,1 8 1 16,1-1-1-16,4 3 0 15,6 6 0-15,5-2 2 16,2 1-2-16,9-3 0 16,9 3 0-16,1-1 0 0,6-1 0 15,5 2 0-15,0-6 0 16,-3 2 0-16,3-2 0 15,-5-2 0-15,-8-1 0 0,1-2 0 16,-11 1 0-16,-7-10 0 16,0 14 0-16,-7-8 0 15,-8-1 0-15,-5-2 0 16,0 0 0-16,-7-3 0 0,-1 1-3 16,-2-2-14-16,9-8-47 15,1 5-20-15,2-1-2 16</inkml:trace>
  <inkml:trace contextRef="#ctx0" brushRef="#br1" timeOffset="132766.23">21666 5623 456 0,'0'0'3'0,"0"0"0"16,-11-10 1-16,-1 8 0 15,-6 2 1-15,-3-2 0 16,-2 2 0-16,-4 2 0 0,-1 3-3 16,5 7 0-16,4 2 0 15,6 4-2-15,8 2 1 16,5-5 0-16,3 1 0 16,10-2 0-16,6-4 1 0,1-6-1 15,5-4 1-15,3 0 0 16,-4-7 0-16,-2-5 0 15,1-1-2-15,-6-2 0 16,-4 3 0-16,-3 2 0 0,-10 10 0 16,7-10 0-16,-7 10 0 15,6 7 0-15,-6 11 0 16,-4 2 0-16,-1 4 0 16,5 4 0-16,-4 1 0 0,4 4 0 15,0-4 0-15,0-4 0 16,0-2 0-16,2-3-21 15,3-6-61-15,1-4-3 16</inkml:trace>
  <inkml:trace contextRef="#ctx0" brushRef="#br1" timeOffset="133085.01">21944 5638 455 0,'0'0'6'0,"0"0"1"15,0 0 1-15,0 0 0 16,-6 0 0-16,6 0-1 0,-17 7 1 16,8 3-4-16,-4 5-4 15,6 7 0-15,-1 1 0 16,6 1 0-16,2 4 0 16,2-6 0-16,13 0 0 15,3-7 0-15,7-2 0 0,-1-9 0 16,3-1 0-16,3-6 0 15,-6-9 0-15,4-3 0 16,-7-4 0-16,-7-4 0 0,-7-2 0 16,-7-2 0-16,-9 3 0 15,-7 4 0-15,-8 2 0 16,-6 13-6-16,-8 13-75 16,4-1-6-16</inkml:trace>
  <inkml:trace contextRef="#ctx0" brushRef="#br1" timeOffset="133752.76">19595 6631 468 0,'0'0'4'0,"0"0"1"0,0-9 1 0,0 9 1 16,-9-13-1-16,-1 6 1 15,-5-1 1-15,0 3-8 16,-10 5 0-16,0 0 0 16,-1 10 0-16,-3 5 0 0,5 0 0 15,4 7 0-15,0-2 0 16,5 2 0-16,8-4 0 16,7 5 0-16,7-7 0 15,10-1 0-15,8 0 0 0,5-3 0 16,2 0 0-16,5-2 0 15,1 4 0-15,-5-6 0 16,-6 0 0-16,-3 0 0 16,-11 1 0-16,-6 2 0 0,-7-11 0 15,0 14 0-15,-9-6 0 16,-9 0 0-16,-5-4 0 16,-1 3 0-16,-3-4-4 15,-8 3-3-15,5-5-4 0,3 2-7 16,-3-1-35-16,10-2-31 15,10-2-1-15</inkml:trace>
  <inkml:trace contextRef="#ctx0" brushRef="#br1" timeOffset="134149.99">19946 6639 416 0,'0'0'6'0,"0"0"0"15,-7-5 2-15,-4 2 1 16,-3 3 1-16,-6 0 0 16,-1 0 0-16,0 5 0 15,-4 2-6-15,2 6-1 16,6-3-1-16,2 5-1 0,5 0-2 16,5-2 1-16,5-1 0 15,5-2 1-15,7-6-1 16,3-1 1-16,0-3 0 0,8-3 1 15,-1-1 0-15,-1-10 0 16,0 6 0-16,0-5 0 16,-5 5-1-16,-5 1 0 0,-4 2 1 15,-7 5-2-15,12 0 0 16,-12 12 0-16,0 3 0 16,0 7-2-16,0 3 2 15,0 3 0-15,0 1-3 0,0 6-3 16,0-5-5-16,0 0-17 15,3-4-55-15,-1-3 0 16</inkml:trace>
  <inkml:trace contextRef="#ctx0" brushRef="#br1" timeOffset="134500.23">20182 6713 439 0,'0'0'4'15,"0"0"-1"-15,0 0 1 0,0 0 0 16,-10 4 0-16,3 4-1 16,-3 2 1-16,-3 8 0 15,1-1-3-15,7 7-1 16,-3-1 1-16,8 2-1 0,0-3 1 16,8-4 0-16,7-3 1 15,3-8-1-15,3-5 1 16,4-4 0-16,3-5 1 0,-1-6 0 15,-2-4 0-15,-3-6 0 16,-2 1 0-16,-5-3-1 16,-5-5 1-16,-5 4-1 15,-5-4 0-15,-8 5-2 0,-4 3-1 16,-3 9-4-16,-5 1-5 16,1 12-23-16,19 0-48 15,-18 15-3-15</inkml:trace>
  <inkml:trace contextRef="#ctx0" brushRef="#br1" timeOffset="134949.35">21103 6609 466 0,'0'0'5'0,"0"0"1"0,13-15 2 0,-8 7 1 16,-5 8 1-16,10-17-3 15,-10 17-7-15,0-15 0 0,-13 14 0 16,-4 1 0-16,-8 8 0 16,-1 8 0-16,-4 4 0 15,-3 5 0-15,5 1 0 16,6 4 0-16,10-2 0 15,4 0 0-15,11-5 0 0,14-2 0 16,8-2 0-16,10-6 0 16,7-4 0-16,6 1 0 15,-2-7-2-15,9-3-48 16,-5 0-36-16,-3-4-2 16</inkml:trace>
  <inkml:trace contextRef="#ctx0" brushRef="#br1" timeOffset="135398.81">21563 6574 479 0,'0'0'3'15,"0"0"2"-15,0-10 0 0,0 10 2 16,-9-11-1-16,-1 5 0 16,-5 1-6-16,-5-2 0 15,-5 7 0-15,3 0 0 16,-4 7 0-16,2 4 0 16,4 0 0-16,7 4 0 0,6 5 0 15,5-5 0-15,6 0 0 16,12-5 0-16,3-1 0 15,8-3 0-15,-4-6 0 16,5 0 0-16,-1-11 0 0,-3 2 0 16,-4-2 0-16,-2 2 0 15,-6 2 0-15,-2-1 0 16,-10 8 0-16,10-2 0 0,-10 2 0 16,0 12 0-16,0 2 0 15,-2 2 0-15,0 4 0 16,2 5 0-16,0-6 0 15,0 9-12-15,0-6-48 16,0-3-26-16,4-3-1 0</inkml:trace>
  <inkml:trace contextRef="#ctx0" brushRef="#br1" timeOffset="135750.06">21901 6564 491 0,'0'0'4'0,"0"0"0"16,0 0 1-16,0 0-1 0,-5 0-1 16,5 0-3-16,-8 13 0 15,4 4 0-15,2 0 0 16,0 3 0-16,2 8 0 16,0-1 0-16,2-2 0 15,10-1 0-15,6-2 0 0,6-7 0 16,6 1 0-16,4-12 0 15,4-4 0-15,2 0 0 16,-1-10 0-16,-4-7 0 16,-5-3 0-16,-8-2 0 0,-9-8 0 15,-10 3 0-15,-6-5 0 16,-12 5 0-16,-12-1 0 16,-6 10 0-16,-1 4 0 15,-3 3 0-15,-6 11 0 0,6 0-3 16,2 4-74-16,8 13-10 15</inkml:trace>
  <inkml:trace contextRef="#ctx0" brushRef="#br1" timeOffset="136850.22">18390 6782 461 0,'0'0'4'0,"0"0"1"0,-9-4 0 0,9 4 1 15,-16 0-1-15,4 2 1 16,0 8 0-16,-3 4-1 16,0 10-2-16,2-3-3 0,6 7 1 15,2-1-1-15,5 3 0 16,5-3 0-16,5-3 1 16,10 0-1-16,3-11 0 15,4-3 1-15,0-4 1 0,0-6-2 16,-2-6 0-16,5-6 0 15,-10-2 0-15,-1-8 0 16,-6-3 0-16,-6-6 0 0,-7 0 0 16,-2-2 0-16,-8-3 0 15,-10 2 0-15,0 3 0 16,-10 6 0-16,4 4 0 16,-4 10 0-16,7 8-29 0,3 3-55 15,3 3-2-15</inkml:trace>
  <inkml:trace contextRef="#ctx0" brushRef="#br1" timeOffset="137352.09">18271 5891 412 0,'0'0'3'0,"0"0"1"0,-7 5 1 0,7-5-1 0,-12 14 2 16,1-1-1-16,4 2 0 0,-4 4 0 15,5 4-3-15,4 0-1 16,2-2 1-16,0-1 0 16,7-3 1-16,7-5 0 15,6-1 1-15,3-11 1 0,1 0 0 16,6-7 2-16,0-9-1 15,-3-3 0-15,-4-6 0 16,-3-6 0-16,-3 0-2 16,-10-4-4-16,-7-1 0 15,-5 5 0-15,-9 0 0 0,-9 11 0 16,-2 2 0-16,-2 11 0 16,-6 7 0-16,10 12-17 15,-3 8-65-15,16 2-4 0</inkml:trace>
  <inkml:trace contextRef="#ctx0" brushRef="#br1" timeOffset="137982.57">19552 4904 389 0,'0'0'6'0,"0"0"1"0,-8-9 2 0,8 9 1 0,-21-13 1 0,9 9-1 16,-3-1 1-16,-2 5 0 16,-3 0-5-16,2 9-3 15,1 9-1-15,-1 2-1 0,5 4 0 16,7 4-1-16,6-2 0 16,0 2 1-16,12-3 0 15,8-5 1-15,8-6-1 16,-2-4 2-16,10-10-1 15,-1 0 1-15,-1-7 1 0,-4-10-1 16,0-3 0-16,-7-8 1 16,-9 2-1-16,-4-7 1 15,-10 1-4-15,-3 0 0 16,-13 7 0-16,-7 1 0 0,-2 11 0 16,-5 5-7-16,3 8-10 15,-3 25-58-15,13-7-11 16</inkml:trace>
  <inkml:trace contextRef="#ctx0" brushRef="#br1" timeOffset="138533.73">21266 4784 419 0,'0'0'5'0,"0"0"2"0,0 0 0 16,0 0 1-16,-11 0-1 0,11 0 1 16,-17 14 0-16,4-2-1 15,6 4-4-15,0-2-2 16,2 11-1-16,5-5 1 15,7-1 0-15,8 1 0 16,10-5 1-16,5-5 0 0,4-5 0 16,4-5 1-16,-1 0 0 15,0-12 0-15,-4-6 0 16,-4-3-1-16,-8-9 1 16,-12-3-1-16,-6 2 1 0,-9-7-3 15,-13 8 0-15,-11 3 0 16,-3 12 0-16,-11 5 0 15,1 10-8-15,4 18-20 0,12 4-54 16,-3 8-4-16</inkml:trace>
  <inkml:trace contextRef="#ctx0" brushRef="#br1" timeOffset="139884.01">18721 7741 417 0,'0'0'3'0,"0"0"1"0,0 0 1 16,-12-8 0-16,12 8 0 0,-18 0 0 16,6 0 0-16,-6 8-1 15,4 7-1-15,-4 0-3 16,0 2 1-16,6 8-1 16,6 0 2-16,6 0-1 15,4-3 1-15,14 0 1 0,6-7-1 16,8-5 1-16,6-6 0 15,9-4-1-15,5-7-1 16,3-8-1-16,-1-2 1 16,-4-8-1-16,-2-2 1 0,-9-2-1 15,-11-4 1-15,-10 6-1 16,-9-5 2-16,-11 2-1 16,-11 3 0-16,-10 4-1 15,1 7-1-15,-8 6-2 0,3 10-5 16,-3 0-10-16,9-3-44 15,10 17-20-15</inkml:trace>
  <inkml:trace contextRef="#ctx0" brushRef="#br1" timeOffset="140316.9">20085 7549 462 0,'0'0'3'0,"0"0"0"0,0 0 1 0,-10-7-1 0,1 7 1 16,-7 0 0-16,-1 8 0 15,-3 5 0-15,0 4-3 0,1 6-1 16,3 2 1-16,2 4-1 15,9 0 1-15,5 1-1 16,7-3 1-16,10-2-1 16,8-7 1-16,7-5 0 0,5-6 0 15,1-6 0-15,4-1 0 16,0-11 0-16,-4-4 0 16,-8-5 1-16,-8-5-1 15,-7-5 1-15,-12-2-1 0,-6-3 0 16,-12 3 1-16,-14-3-2 15,-2 5 0-15,-8 12 0 16,-3 0 0-16,-1 11-3 16,3 4-3-16,6 10-7 15,6 3-21-15,16 9-49 0,6 2-2 16</inkml:trace>
  <inkml:trace contextRef="#ctx0" brushRef="#br1" timeOffset="140771.04">21538 7444 417 0,'0'0'6'0,"0"0"1"0,0 0 1 0,0 0-1 0,-9 0 1 15,-2 0 1-15,2 8 0 16,-6 1 0-16,-3 6-5 16,4 2-2-16,2 6 0 15,3 2-1-15,7 1 0 16,2-1 0-16,13-2 0 0,6-3 0 15,9-8 0-15,6-2 1 16,7-8-1-16,-2-2 1 16,6-10 0-16,-3-7-1 15,-2-5 1-15,-5-6 0 0,-10-1 0 16,-8-3 1-16,-7-6-3 16,-10 4 0-16,-15 2 0 15,-7 1 0-15,-8 6 0 16,-5 11 0-16,-5 5 0 0,5 9-9 15,-2 0-7-15,12 4-50 16,6 14-19-16</inkml:trace>
  <inkml:trace contextRef="#ctx0" brushRef="#br1" timeOffset="141132.76">22817 7226 465 0,'0'0'5'0,"0"0"2"0,8 0 1 0,-8 0 0 16,0 0 0-16,0 0 0 15,9 15-6-15,-9 0-2 0,0 4 0 16,-6 11 0-16,3 0 0 16,1 7 0-16,0 5 0 15,2 0 0-15,2-5 0 16,5 5-13-16,9-2-73 15,-12-10-3-15</inkml:trace>
  <inkml:trace contextRef="#ctx0" brushRef="#br1" timeOffset="142100.04">22361 4629 329 0,'0'0'6'0,"0"0"4"0,0 0 2 0,-7-6 3 0,7 6 1 15,-12 0 0-15,12 0 0 16,-18 5-1-16,8 6-5 0,0 4-3 16,2 3-4-16,4 7-1 15,0-3 0-15,4 6 0 16,8-4 0-16,4 1 0 16,11-8 0-16,2-4 1 0,5-5 0 15,5-7-1-15,2-1 2 16,-5-7 0-16,3-5 0 15,-10-8 1-15,-3 0 0 16,-6-5 0-16,-12-4 1 0,-4-1-3 16,-15-3-3-16,-4 3 0 15,-9 4 0-15,-6 5 0 16,-2 9 0-16,1 12 0 16,-4 3-9-16,11 12-46 0,1 14-30 15,4 3-2-15</inkml:trace>
  <inkml:trace contextRef="#ctx0" brushRef="#br1" timeOffset="142866.39">22612 5736 339 0,'0'0'9'0,"0"0"3"0,2-11 6 0,-2 11 1 16,8-10 1-16,-8 10 1 15,5-10-2-15,-5 10 1 16,0 0-8-16,-7 0-5 0,-1 12-3 16,-2 6-2-16,3 4-1 15,2 0-1-15,3 5 1 16,2 1-1-16,4-3 1 16,8-3-1-16,9-7 0 15,0-5 1-15,9-6-2 0,2-4 2 16,2-1 0-16,-4-12 1 15,-2-2 0-15,-3-10-2 16,-4 0 0-16,-14-4 0 16,-7-1 0-16,-5-6 0 0,-13 7 0 15,-6 0 0-15,-6 4 0 16,-4 7 0-16,0 8 0 16,0 10 0-16,6 6 0 15,-4 16-55-15,13 5-31 0,8 4-2 16</inkml:trace>
  <inkml:trace contextRef="#ctx0" brushRef="#br1" timeOffset="143366.32">22809 6700 450 0,'0'0'3'0,"0"0"1"0,0 0 0 0,-11-4 0 0,11 4 0 0,-17 2 1 15,4 6 0-15,1 3-1 16,-2 6-1-16,3 2-2 16,4 6-1-16,4 0 1 15,3 0-1-15,0-4 0 16,10-1 0-16,6-5 0 0,2-7 0 15,8-8 1-15,0-4-1 16,3-7 1-16,-2-7 0 16,-2-5 1-16,-6-2 0 0,-6-1 0 15,-8-6 0-15,-5 2 0 16,-18 0 0-16,-3 3-1 16,-11-3-3-16,-4 8-3 15,-4 2-7-15,3 3-29 0,3 7-42 16,-1 4 0-16</inkml:trace>
  <inkml:trace contextRef="#ctx0" brushRef="#br1" timeOffset="144317.23">22567 4340 305 0,'0'0'3'0,"0"0"1"0,10-10 2 0,-10 10 2 16,15-13 0-16,-3 3 1 15,9 4 1-15,0-3 0 16,4 8-2-16,5-2-3 0,2 3-1 16,7 7-1-16,0 5-2 15,-2 11 0-15,0 4-1 16,-2 10-1-16,-5 8 1 0,-1 9 0 15,-6 13 2-15,-3 8-1 16,-5 6 1-16,0 12-1 16,-9 2 0-16,5 7 1 15,-4 2-1-15,1 8 1 0,0-6 1 16,-1 2-1-16,-2 4 2 16,3-1-1-16,-1-3 0 15,-2 3 1-15,0-3 1 16,-5 4-1-16,2-5 0 15,-2-3 0-15,0-2-1 0,0 2 1 16,-5-5-1-16,1-2 0 16,1-1 0-16,1-5-1 15,-1-1 1-15,3-3-1 16,0-3 1-16,0-2-1 0,5-3 0 16,2-2 0-16,1-6-1 15,2-1 0-15,0-5-2 16,-1-7 1-16,4 0 0 0,-5-11 0 15,-4-3 1-15,1-4 1 16,-5-8-1-16,0-3 0 16,0-8 1-16,0-1-1 15,0-5 1-15,-2-3-1 16,2-12-1-16,-3 15 1 0,3-15-1 16,0 0 1-16,0 0 1 15,0 0-1-15,0 0 0 16,-12 5 1-16,4-5-1 0,-4 0 1 15,-9 0-1-15,-4 0 1 16,-9 0-1-16,-8 5 0 16,-8 4-2-16,-4 2-5 15,0-2-57-15,1 4-19 0</inkml:trace>
  <inkml:trace contextRef="#ctx0" brushRef="#br1" timeOffset="146566.1">560 8712 352 0,'0'0'2'0,"0"0"0"0,0 0 2 0,0 13-1 16,2 1 0-16,1 4 2 16,3 7-2-16,-2 6 1 0,4 7-2 15,1 4-1-15,4 10 1 16,4 3-2-16,8 2 1 16,5 4-1-16,7 2 0 15,8 1 1-15,2-5-1 0,13 6 1 16,6-8 0-16,14-8 1 15,10-2 1-15,12-9-1 16,12-6 1-16,13-11 1 16,17-5 0-16,15-12 1 0,15-4-2 15,13-7 1-15,11-12-1 16,13-6 1-16,15-6-1 16,10-2-1-16,13-7 0 0,6 0-1 15,7-2 1-15,2 2-1 16,13-2 2-16,4 4-3 15,5 5 2-15,0-3-1 16,4 10 0-16,1 1 1 16,-8 5-1-16,3 5-1 0,-11 7 1 15,-8 6-1-15,-14 2 0 16,-5 10-1-16,-14 7 1 16,-8 2 0-16,-17 6-1 15,-13 3 1-15,-12 7 0 0,-10-4-1 16,-20 7 2-16,-15-1-1 15,-17 3 0-15,-17-3 0 16,-14 3 0-16,-14-3-1 0,-15-2 1 16,-9-1 0-16,-14-7 0 15,-1-2 0-15,-14-5 0 16,1-5 0-16,-7-8 0 16,-6-4 0-16,6-3-1 0,-1-8 0 15,3-6 0-15,5-6-1 16,5-8-2-16,4-4 1 15,11-5 0-15,7-2-1 16,8-5 1-16,9-2 0 16,9-1 1-16,8-5 2 0,12 3-1 15,10-7 1-15,14 0 0 16,15 1 0-16,12-1 1 16,11 0-1-16,15 5 0 15,7 2-1-15,11 2 1 0,14 6-1 16,4 4 1-16,3 5-1 15,9 3 1-15,6 4-1 16,4 5 1-16,9 3 0 0,1 5 0 16,1 2 0-16,9 5 1 15,5 3 1-15,-1-1 0 16,1 3 0-16,5 0 0 16,0 3 1-16,6 1-1 0,4-1 0 15,-2 2 0-15,5 0 0 16,0 0-1-16,5 2 0 15,-4-4 0-15,0 1 0 16,-1 2 1-16,-4-2-2 0,-1 1 0 16,-5 0 0-16,1-5 1 15,-9 0-1-15,-8 0 0 16,4 0 0-16,-8 0 0 16,-5-5-1-16,-5-4 1 15,-4-1 0-15,-9-3 0 0,-7-2 0 16,-8-2 0-16,-8-6 1 15,-14 4-1-15,-18-8 1 16,-14-3 0-16,-12 0-1 0,-20-1 1 16,-13-2-4-16,-19 6-11 15,-19 4-57-15,-12-7-4 16</inkml:trace>
  <inkml:trace contextRef="#ctx0" brushRef="#br1" timeOffset="147182.82">11876 9245 435 0,'0'0'5'0,"0"0"0"0,0 0 1 15,0 0 1-15,0 0 0 0,5 10 1 16,-5 4 0-16,-3 11 0 15,-4 5-4-15,-1 2-3 16,-2 5-2-16,1 1-5 0,4 1-8 16,-8-9-19-16,-2-4-49 15,15-1-1-15</inkml:trace>
  <inkml:trace contextRef="#ctx0" brushRef="#br1" timeOffset="147434.76">11694 9181 414 0,'0'0'5'16,"0"0"4"-16,-7-15 1 0,7 15 1 15,-8-13 1-15,8 13 1 16,-7-15 0-16,4 5 0 16,3 10-4-16,0-15-7 15,10 8-2-15,10 0 0 0,0 2 0 16,10-2 0-16,0 1 0 15,7 4 0-15,5-1 0 16,0 3 0-16,1 0 0 16,-5 8-20-16,9 2-62 15,-18 4-4-15</inkml:trace>
  <inkml:trace contextRef="#ctx0" brushRef="#br1" timeOffset="147782.84">12055 9388 458 0,'0'0'2'0,"0"0"0"16,0 0-1-16,-3 5 1 16,3-5 0-16,-12 15 0 15,2-2-1-15,3-2 1 16,-2 6-2-16,9-6 0 0,0 3 0 15,5-6 1-15,8 0 0 16,4-3 0-16,8-5 2 16,-2 0 1-16,2-7 0 0,-4-3 2 15,2 0-1-15,-7-5 1 16,-4 0 0-16,-5-2-4 16,-5-3-2-16,-2 2 0 15,-12-2 0-15,0 1 0 16,-6 1 0-16,0 6 0 0,-3-1 0 15,5 11-17-15,2 2-38 16,3 0-30-16,11 0-1 16</inkml:trace>
  <inkml:trace contextRef="#ctx0" brushRef="#br1" timeOffset="147951.07">12351 9039 449 0,'0'0'7'0,"0"0"1"16,-3-7 2-16,3 7-1 16,0 0 0-16,-8 15 1 15,8 7-1-15,-2 5-9 16,4 23-5-16,15 3-77 16,-14 3-4-16</inkml:trace>
  <inkml:trace contextRef="#ctx0" brushRef="#br1" timeOffset="148982.94">23434 5892 498 0,'0'0'1'0,"0"0"2"0,0 0 0 0,0 0 0 0,0 0 0 0,0 0-3 16,-2-4 0-16,2 4-4 16,-10-4-20-16,-10 4-58 15,20 0-4-15</inkml:trace>
  <inkml:trace contextRef="#ctx0" brushRef="#br1" timeOffset="151349.96">23790 4563 319 0,'0'0'7'0,"0"0"1"0,3-15 3 15,-3 15 0-15,-5-14 2 0,5 14-1 16,-18-18 1-16,6 11-1 16,-8 4-6-16,-5 0-3 15,0 3-1-15,0 6-2 16,-4-2 1-16,1 4-1 16,1 2 0-16,2 0-1 0,0 4 0 15,2-3 0-15,9 1-2 16,2 5 0-16,1-1 0 15,9 8 0-15,2 0 0 16,0 6 1-16,4 0 0 0,10 8 2 16,-5 1 0-16,1 3 0 15,-2 2 1-15,2 6 0 16,-6-1 0-16,1 1-1 16,-2 3 1-16,-3-2-1 0,0 3 1 15,0 1-1-15,0-1 2 16,0 4 0-16,0-1 0 15,0 0 1-15,0-3-1 16,0 6 0-16,-3-3 1 0,1-3 1 16,2 4-2-16,-3-7 0 15,-1 4-1-15,1-1 0 16,-2-2 0-16,0-3 0 16,0-2-1-16,-2 1 0 0,2-4-1 15,-2 0 1-15,2-1 1 16,-4-5-1-16,7 3 1 15,-3-1 0-15,0-1 0 16,3 1 0-16,0 0 0 0,-1-1 0 16,-3 4-1-16,4-4 1 15,-3-2-1-15,3 3 0 16,-1-7 0-16,1 3 0 16,2-3 0-16,-2-1 0 0,2-6 2 15,0 5-2-15,0-6 1 16,0 1 0-16,0-1 0 15,0 0 0-15,0-1 1 0,0 1-1 16,0-2 0-16,-3 0 0 16,-2 0 0-16,1 1-1 15,4-5 1-15,-6-1-1 16,3-2 0-16,3 2 0 16,-2 0 1-16,0-1-1 0,2 0 1 15,-3 0 1-15,1 0-1 16,2 1 0-16,-3 2 1 15,-1-3-1-15,4 1 1 0,-5 2-1 16,5-6-1-16,-4 4 0 16,0-1 1-16,4 1-1 15,-4-1-1-15,4-3 1 16,-1 4 0-16,1-1 0 16,-3 1 0-16,1-1 0 0,2-4 0 15,-2-1 0-15,2 2 1 16,0-1-1-16,0-3 1 15,0 3 0-15,0-3 0 16,0-1-1-16,0 4 1 0,0-4-1 16,0 4 0-16,0-3 1 15,0-3-1-15,0-7 0 0,0 15 0 16,0-15 0 0,0 0 0-16,0 10 0 0,0-10 0 15,0 0 0-15,0 0 0 16,2 10 0-16,-2-10 1 15,0 13-1-15,0-13 0 0,0 14 1 16,0-14-1-16,-2 15 1 16,2-15-1-16,-5 17 0 15,5-9 0-15,0 2 1 16,-3-3-1-16,3 6 0 16,0-13-1-16,-5 18 1 0,5-12 0 15,0-6 0-15,-3 15 0 16,3-15 0-16,-2 15 0 15,2-15 0-15,-3 10 0 16,3-10 0-16,0 10 0 16,0-10 2-16,0 0-1 0,0 6 0 15,0-6 1-15,0 0 2 16,0 0-1-16,13 7 0 16,2-7 0-16,3 0-1 0,7 0 0 15,3-7 1-15,11 3-1 16,2 0-1-16,7-4 0 15,-1 3 0-15,3 0 1 0,-11 0-1 16,-3 3 0-16,-5-1-1 16,-8 3 1-16,-9 0-1 15,-14 0 1-15,8 0-1 0,-8 0 0 16,0 0-3-16,-8 5-5 16,-1-7-17-16,9 2-57 15,-10-6-4-15</inkml:trace>
  <inkml:trace contextRef="#ctx0" brushRef="#br1" timeOffset="152052.72">23802 4989 373 0,'0'0'5'0,"0"0"4"0,0 0 0 0,0-12 3 0,0 12 0 16,0 0 1-16,0 0 0 16,-9-5 0-16,9 5-4 0,-13 19-3 15,5 1-1-15,-1 10-3 16,4 2 1-16,-3 5-1 15,3 3 0-15,3 2 0 16,2-2-1-16,0 0-4 0,0-3-3 16,0 0-18-16,12-7-57 15,-9-3-1-15</inkml:trace>
  <inkml:trace contextRef="#ctx0" brushRef="#br1" timeOffset="152600.09">24138 5942 479 0,'0'0'4'0,"0"0"2"0,0 0-1 0,0 0 0 15,2 8 1-15,-2-8 0 16,0 22-6-16,0-8 0 0,-2 10 0 16,-1 0 0-16,-1 6 0 15,1 3 0-15,0-2 0 16,0 8-8-16,-1-11-21 16,1 5-54-16,3-4-3 15</inkml:trace>
  <inkml:trace contextRef="#ctx0" brushRef="#br1" timeOffset="153033.75">24481 6617 473 0,'0'0'4'0,"0"0"1"0,0 0 0 0,0 0 1 0,9 6-1 16,-9-6 0-16,3 16 1 16,0-1-4-16,-3-1-2 15,5 9 0-15,-3-3 0 16,3 7 0-16,0-5 0 0,4 6-5 15,-3-9-23-15,4 2-56 16,-3-2-2-16</inkml:trace>
  <inkml:trace contextRef="#ctx0" brushRef="#br1" timeOffset="153667.01">25039 7114 495 0,'0'0'3'0,"0"0"2"0,0 0 0 15,0 0-2-15,0 0-3 0,0 0 0 16,0 8 0-16,0 6 0 16,3 9 0-16,-3 4 0 15,5 3 0-15,0 7 0 16,3 1 0-16,-1-1 0 15,0-1 0-15,-2-3 0 0,3 1 0 16,-3-9-85-16,-5-9-5 16</inkml:trace>
  <inkml:trace contextRef="#ctx0" brushRef="#br1" timeOffset="155833.62">25005 6716 425 0,'0'0'5'0,"0"0"1"0,0 0 1 0,0-13 2 0,0 13 0 15,-12-7 1-15,12 7 0 16,-18-8 0-16,6 8-5 16,-1 0-1-16,-4 5-2 15,-1 5 0-15,4 3-2 0,-2 2 1 16,7 1-1-16,-3 4-1 16,11 1 0-16,1-5-1 15,8 2-1-15,6-5 1 0,4-1-1 16,4-7 1-16,0-3 0 15,4-2 1-15,-6-7 0 16,7-5 1-16,-12-6 1 0,2-2 0 16,-7-5 1-16,-3-5 0 15,-2-3 0-15,-5-5 2 16,0-4-1-16,-2 2 1 16,-6 4-1-16,1 0-1 15,-3 7-2-15,2 7 0 16,1 6 0-16,7 16 0 0,-9-2 0 15,6 10 0-15,3 11 0 16,0 9 0-16,0 5 0 16,4 5 0-16,2 7 0 15,-1 0 0-15,4-3-11 0,-1-3-14 16,0-2-58-16,1-2-3 16</inkml:trace>
  <inkml:trace contextRef="#ctx0" brushRef="#br1" timeOffset="156250.14">25219 6772 492 0,'0'0'4'0,"0"0"0"0,0-9 0 0,0 9 1 0,-3-8-3 16,3 8-2-16,0-10 0 15,0 10 0-15,5-10 0 16,-5 10 0-16,12 0 0 0,-12 0 0 16,18 3 0-16,-18-3 0 15,12 17 0-15,-6-5 0 16,-6 1 0-16,0 4 0 0,-3-3 0 15,-3 3 0-15,-3-1 0 16,-1-1 0-16,-3 0 0 16,6-3 0-16,0-1 0 15,7-11 0-15,-11 14 0 0,11-14 0 16,0 0 0-16,6 5 0 16,6-5 0-16,0-5 0 15,8 0-2-15,-2-3-38 0,4 2-43 16,-2-4-4-16</inkml:trace>
  <inkml:trace contextRef="#ctx0" brushRef="#br1" timeOffset="157548.7">25069 5934 416 0,'0'0'6'0,"0"0"3"0,0 0 1 0,0 0 1 0,0-11 0 0,0 11 1 16,0 0-1-16,-9-6 1 16,9 6-6-16,-18 6-3 15,11 5-1-15,-4 5-2 16,1 6 0-16,1-2-1 0,4 5 0 15,-2 0 1-15,7-3-1 16,0-2 1-16,7-3-1 16,3-7 2-16,4-3 0 15,4-2-1-15,4-5 1 16,1 0-1-16,-4-7 1 16,4-5 1-16,-5-6-2 0,-1 1 0 15,-7-5 0-15,-5-3 0 16,-5 0 0-16,0-2 0 15,-8 4 0-15,-7 1 0 0,-5 6 0 16,1 3 0-16,-1 8 0 16,-2 2-13-16,11-7-58 15,-4 16-14-15</inkml:trace>
  <inkml:trace contextRef="#ctx0" brushRef="#br1" timeOffset="158550.03">24963 5063 373 0,'0'0'6'0,"0"0"2"0,0 0 2 0,0 0 1 16,0 0 1-16,-5-7 0 0,5 7 0 16,0 0-1-16,-13 0-4 15,13 0-3-15,-12 10-2 16,4 2-2-16,3 2 0 15,0 7 0-15,3-2 0 0,2 2 1 16,0-2-1-16,12-2 1 16,1-3 0-16,4-6 1 15,5-5 0-15,3-3 0 16,0-7 1-16,-3-5 1 16,3-8 0-16,-7-2 0 0,-4-6 0 15,-8-2 0-15,-6 1 0 16,-3 1-2-16,-12 1 0 15,-4 7-1-15,-4 8-1 16,-5 5-2-16,-1 7-5 0,4 9-9 16,0 21-49-16,5-5-19 15</inkml:trace>
  <inkml:trace contextRef="#ctx0" brushRef="#br1" timeOffset="159299.65">24133 5261 368 0,'0'0'7'0,"0"0"3"0,0 0 1 0,0 0 1 16,0 0 1-16,-8-5 1 16,8 5-1-16,-10 0 0 15,10 0-6-15,-12 13-3 0,3-3-2 16,5 2-2-16,2 3 0 15,2 0 0-15,0 2 1 16,0 1-1-16,5-7-1 16,8 2 2-16,-1-5 1 0,3-1-1 15,2-7 0-15,1 0 0 16,2-3 0-16,-3-5 0 16,-2-6 2-16,0-3-2 15,-6 0-1-15,-3-1 2 0,-6-4 0 16,0 2-1-16,-8 3-1 15,-7 2 0-15,-3 5-4 16,4 10-7-16,-6-2-17 16,0 6-55-16,8 12 1 0</inkml:trace>
  <inkml:trace contextRef="#ctx0" brushRef="#br1" timeOffset="160050.21">24558 5264 317 0,'0'0'9'0,"0"0"2"0,0 0 4 0,0 0 3 0,-11-10 2 0,11 10-1 16,-9-2 0-16,9 2 0 15,-10 4-7-15,4 6-4 16,2 3-3-16,1-1-3 0,1 6-1 15,2-1-1-15,0 3 0 16,2-6 1-16,5-1 1 16,4-2-1-16,1-5 1 15,3-1 2-15,2-5-3 0,1 0 1 16,-3-7 1-16,-1-3-2 16,-1-2 0-16,0-6 0 15,-8 1 0-15,-5-3-1 16,0 0 2-16,-5-2-1 0,-6 2-1 15,-4 7 0-15,-2 4 0 16,-3 9-3-16,1 0-4 16,-2 15-13-16,2 4-62 15,1 6-2-15</inkml:trace>
  <inkml:trace contextRef="#ctx0" brushRef="#br1" timeOffset="160966.84">24538 5985 340 0,'0'0'9'0,"0"0"4"0,0 0 4 0,0 0 2 16,0 0 0-16,-10-5 2 15,10 5-1-15,0 0 1 0,-10 6-10 16,5 3-5-16,-2 0-2 16,2 7-3-16,0-2-1 15,2 4-1-15,3-1 0 16,0 0 1-16,0-2 0 0,8-2 0 16,1-4 0-16,3-1 1 15,1-5-1-15,-1-3 1 16,4 0 0-16,-2-8 0 15,2-4 1-15,-4-4 0 0,-3-5 2 16,-6-2-4-16,-3-4 0 16,0 0 0-16,-7 2 0 15,-5 3 0-15,-6 3 0 16,-2 8 0-16,-2 5-4 16,2 6-58-16,0 8-24 0,0 14-1 15</inkml:trace>
  <inkml:trace contextRef="#ctx0" brushRef="#br1" timeOffset="161785.85">23745 6054 337 0,'0'0'6'0,"0"0"3"0,0-12 2 0,0 12 3 16,0-13 3-16,0 13 0 15,-2-15 1-15,2 15 1 16,-8-10-6-16,8 10-4 0,-13 7-2 16,6 4-3-16,0 3-2 15,0 4-1-15,0 1-1 16,3 5-1-16,2-3 1 15,2 2 0-15,0-3 1 0,0-6 0 16,6-4 0-16,5 0 1 16,1-8 0-16,2-2 0 15,0-2 1-15,4-8 0 0,-6-2 1 16,3-2 0 0,-8-9 1-16,1-2-5 0,-6 0 0 15,-2 0 0-15,-7 0 0 16,-9 6 0-16,0 5 0 15,-6 3 0-15,4 14 0 0,-5 6-34 16,8 14-51-16,5 7-3 16</inkml:trace>
  <inkml:trace contextRef="#ctx0" brushRef="#br1" timeOffset="162433.06">23745 6676 386 0,'0'0'7'0,"0"0"1"0,-7-8 2 16,7 8 0-16,-16 0 1 15,7 0-1-15,-3 5 1 16,-1 6 0-16,3 1-7 15,0 5-2-15,5 5 0 0,0 0-2 16,5 1 1-16,8 0 0 16,4-4 0-16,2-5 1 15,7-1-1-15,4-5 1 16,0-6 0-16,-4-2 0 0,0-5 0 16,-1-7 0-16,-6-1 1 15,-1-5 0-15,-8-1-1 16,-5-1 1-16,-3 1-1 15,-7 0-1-15,-2 1-1 0,-3 5-3 16,0 8-8-16,-5 3-23 16,6 6-48-16,1 7-3 15</inkml:trace>
  <inkml:trace contextRef="#ctx0" brushRef="#br1" timeOffset="163850.22">23692 7386 392 0,'0'0'5'0,"0"0"3"0,0 0 1 0,-9-8 1 16,9 8 1-16,-15-4 0 15,2 2 0-15,-1 2 0 16,1 2-5-16,-1 9-3 0,1 1-1 16,3 0-2-16,0 6 1 15,5-1-2-15,3 2 1 16,2-4 0-16,5 0 0 16,3-2 1-16,11-3 0 0,1-5 0 15,5-5 1-15,4 0 0 16,4-5 0-16,-3-5 0 15,2-5 0-15,-7-4 0 0,-3 1 0 16,-10-2 0-16,-2-5 0 16,-10 5 0-16,-2 0-1 15,-6 5 0-15,-6 5-1 16,-4 6-2-16,0 2-5 0,4 4-12 16,-4 27-58-16,9-12-9 15</inkml:trace>
  <inkml:trace contextRef="#ctx0" brushRef="#br1" timeOffset="164482.95">24155 7382 352 0,'0'0'8'0,"0"0"4"0,0 0 3 0,0 0 1 16,0 0 2-16,0-10-1 15,0 10 1-15,0 0-1 16,-12-8-6-16,12 8-5 16,-18 5-3-16,8 5-2 0,-2 3-1 15,2-1-1-15,2 3 1 16,3 4-1-16,5-1 1 16,0-6 0-16,8 3 0 0,5-5 1 15,4-4-1-15,-2-4 1 16,2-2 0-16,3-2 1 15,-2-4-1-15,-6-6 1 16,-3-1 0-16,-4 1 0 0,-5 0-1 16,0-5 1-16,-9 1-1 15,-6 2 0-15,-5 3-2 16,0 3-3-16,1 2-5 16,-2 6-17-16,12 6-56 0,-7 2-4 15</inkml:trace>
  <inkml:trace contextRef="#ctx0" brushRef="#br1" timeOffset="164919.85">24515 7300 412 0,'0'0'6'0,"0"0"2"0,0 0 2 0,0-9 1 16,0 9 0-16,0 0 0 15,0 0 0-15,-9-6 1 0,9 6-7 16,-13 10-2-16,8 2-1 15,0 6-2-15,0-3 0 16,3 5 0-16,2 2 0 16,2-5 0-16,8-2 0 0,3-2 1 15,4-6 0-15,3-3-1 16,0-4 2-16,2-2-1 16,-2-7 0-16,-3-1 2 15,1-5-3-15,-9-5 0 0,-3-2 0 16,-4 0 0-16,-4 1 0 15,-6-1 0-15,-10 5 0 16,-1-1-3-16,-4 11-10 16,-4-5-19-16,5 12-52 0,-1 0-2 15</inkml:trace>
  <inkml:trace contextRef="#ctx0" brushRef="#br1" timeOffset="165583.14">24118 6753 363 0,'0'0'10'0,"0"0"3"0,0 0 1 0,-3-12 2 16,3 12 1-16,0 0 1 15,-2-10 0-15,2 10 0 0,0 0-9 16,0 0-3-16,0 0-2 15,0 0-3-15,-5 11 0 16,5 0-1-16,-2 3 0 16,2 1 0-16,0 3 0 15,2-7 0-15,5 6 0 0,0-9 1 16,4 3-1-16,-1-9 2 16,2 1-2-16,1-3 0 15,-1-3 0-15,-2-7 0 16,0-1 0-16,-5-7 0 0,2-2 0 15,-7-7 0-15,2 2 0 16,-2-4 0-16,-5 1 0 16,-4 6 0-16,-1-1 0 0,-3 10 0 15,1 7 0-15,-3 6 0 16,15 0-41-16,-12 22-44 16,5 5-3-16</inkml:trace>
  <inkml:trace contextRef="#ctx0" brushRef="#br1" timeOffset="169032.87">24821 4598 242 0,'0'0'9'0,"0"0"4"0,-10 0 2 15,10 0 3-15,0 0 1 16,-10 0 2-16,10 0 0 0,0 0 4 15,10-3-9-15,5-4-3 16,10-1-3-16,7 1-1 16,5-6-2-16,6-2 0 0,1 4-2 15,-2 0-2-15,1-1 0 16,-4 2-1-16,-6 2-1 16,-8 3 0-16,-5 5 0 15,-6 0-1-15,-3 0 0 0,-11 0 1 16,10 13-2-16,-8 2 1 15,0-3 1-15,1 5-1 16,-3 4 0-16,2 1 0 16,1 5 0-16,-1 0 0 15,-2 3 1-15,5 0 0 0,-2 2 0 16,0-3-1-16,-1 4 1 16,0-3 0-16,1 1 0 15,-3-2-1-15,2 2 0 16,-2-1 0-16,3-5 0 0,-1 0 0 15,0 1 0-15,1-1 0 16,-1 0 0-16,1-3 1 16,5 3-1-16,-3-3 0 15,2 1 0-15,-2-2 1 0,2 2-1 16,-1 0 0-16,-1-3 0 16,-5 0 1-16,2-1-1 15,-2 3-1-15,0 1 2 16,-2-3 0-16,-1 0 0 0,1 2 0 15,-1-3 0-15,0-1 0 16,3 4 0-16,0-1 2 16,-3-5-3-16,1 4 1 15,0 0 0-15,-1 0-1 0,-2-1 1 16,1 4 0-16,1-6-1 16,-2 1 1-16,0 4-1 15,5-8 1-15,-3 4-1 16,3-3 0-16,0 0 1 0,0-2-1 15,0 1 1-15,3 1-1 16,-1-5 0-16,-2 5 0 16,0-3 1-16,3 0-1 0,-3 1 1 15,0-1-1-15,0 0 0 16,0-2 0-16,0 3 0 16,0-1 1-16,3 1-1 15,-1-4 0-15,1 4 0 16,1-1 0-16,-1 1 0 0,-1-1 0 15,1 5 0-15,-3-2-1 16,2 0 0-16,0 2 0 16,1 1 1-16,-3-1-1 0,0-2 0 15,0 2 0-15,0-1 1 16,0-2 0-16,3-2 0 16,-3 1 0-16,0-1 0 15,3 1 0-15,-3 1 0 16,2-1 1-16,3-1-1 0,-5 1 0 15,0 2 0-15,0-3 1 16,0 2-1-16,0-1 0 16,2-1 0-16,0 1 0 0,-2 2 0 15,0-5 0-15,0 5 0 16,3-3 0-16,-3 0 1 16,3 1-1-16,-3 2 0 15,0-3 0-15,2 3 0 16,-2 0 0-16,2-3 0 0,-2 0 0 15,3 4 0-15,-3-2 0 16,2-2 0-16,-2-1 0 16,4 1 0-16,-2 1 0 15,-2-1 0-15,2 1 0 0,1-2 0 16,-1 2 0-16,1 2 0 16,1 0 0-16,-1 1-1 15,-1 0 1-15,1 1 0 16,-3 0-1-16,0-2 1 0,0 0 0 15,0 3-1-15,-3-4 1 16,1 1 0-16,2-2-1 16,-5-1 1-16,5 3 0 0,0-2 0 15,-2-2 0-15,2 3 0 16,0-3 0-16,-3 2 0 16,3-1-1-16,-2 1 1 15,2-2 0-15,0 3 0 16,0-3 0-16,0 2 0 0,0-3-1 15,0 2 1-15,2-1 0 16,3 1 0-16,0 1 0 16,0-5 0-16,-3 6 0 15,1-3 0-15,0 0 0 0,-3 1 0 16,0 1 0-16,0-3 0 16,0-1 0-16,0 4 0 15,0-6 0-15,0 4 0 16,0-11 0-16,0 14 0 0,0-4-1 15,0-1 2-15,0-1-1 16,0 2-1-16,0-1 1 16,0 0 0-16,0 3 0 0,0-3 0 15,1 1 0-15,5-2 0 16,-6 2 0-16,0-10 0 16,5 15 0-16,-5-15 0 15,0 17 1-15,0-7-1 16,0-2 1-16,0 2-1 0,-3 0 1 15,1 2-1-15,0-2 1 16,-2 2-1-16,3-2 0 16,1 2 0-16,-3-2-1 15,0 0 1-15,1 2 0 0,-1 1 0 16,1-3 0-16,-1 2 0 16,1 1 0-16,0-2 0 15,-1 0 0-15,1-2 0 16,2-1 0-16,0-8-1 0,0 12 1 15,0-12 0-15,-3 13 0 16,3-13 0-16,0 10 0 16,0-10 0-16,-2 10 1 0,2-10-1 15,-6 10 0-15,6-10 0 16,-5 10 0-16,5-10 0 16,0 0 0-16,-4 10 0 15,4-10 0-15,0 0 0 0,-6 12 1 16,6-12-1-16,0 0 1 15,-11 13 0-15,11-13 0 16,-11 6 2-16,11-6 0 16,-17 13 2-16,7-8-1 15,-5 2 0-15,3 3 0 16,-6 1-4-16,-2 0 0 0,-1 3 0 16,-3-3 0-16,5 2 0 15,-4-1 0-15,4-2 0 16,-2 3 0-16,7-6 0 0,-1 3 0 15,7-2 0-15,-1-6 0 16,9-2-68-16,0 0-21 16</inkml:trace>
  <inkml:trace contextRef="#ctx0" brushRef="#br1" timeOffset="173450.94">23200 8201 354 0,'0'0'5'0,"0"0"4"0,0 0 1 0,4-8 2 16,-4 8-2-16,0 0 1 15,0 0-1-15,0 0 1 16,0 0-5-16,-8 4-2 0,-2 8-2 16,0 5 0-16,-3 4 0 15,1 1 1-15,-1 6 0 16,4-4 0-16,2 5-1 16,2 1 1-16,2 3-2 0,3-3 1 15,3-1-1-15,6-2 1 16,3-2-1-16,4-5 1 15,2-3 0-15,1 0 0 0,1-4 1 16,3-5 0-16,1-4-1 16,-2-1 1-16,1-3-1 15,-4 0 0-15,4-3 0 0,0-4 0 16,-3-1 0-16,-1 1-1 16,4-6 0-16,-3 3 0 15,1 1 1-15,0-3-1 16,4 1 0-16,0 2 1 15,-1 1-2-15,6-2 1 16,-3 3 1-16,3 4-2 0,2 1 0 16,3 2 0-16,-5 0-1 15,0 5-1-15,2 4 1 16,-5 2 0-16,3 3 0 16,-7-2 0-16,-3 6 0 0,-3 0 0 15,1-1 1-15,-4-1 0 16,-4 1 0-16,-2-6 0 15,-3 4 1-15,0-8-1 0,-5-7 0 16,7 15 0-16,-7-15 2 16,0 0 0-16,2 10 0 15,-2-10 1-15,0 0-1 16,0 0-2-16,0-7 0 0,0 7 0 16,0-18 0-16,0 6 0 15,0-5 0-15,3 0 0 16,5-6 0-16,1 1 0 15,3-3 0-15,9 1 0 16,-1-4 0-16,7 3 0 0,3-2 0 16,5 3 0-16,7-1 0 15,0 3 0-15,3 5 0 16,-1 0 0-16,4 6 0 16,-6 3 0-16,-4 6 0 0,1 2 0 15,-9 5 0-15,-5 5 0 16,-1 5 0-16,-6 0 0 15,-1-1 0-15,1 1 0 0,-6 3 0 16,-2-6 0-16,2-1 0 16,-2 0 0-16,3-4 0 15,-6-4 0-15,6-3 0 0,-1 0 0 16,5-4 0-16,1-9 0 16,0-2 0-16,1-7 0 15,3-1 0-15,-1-4 0 16,-4 0 0-16,0-1 0 15,-7 3 0-15,0 4 0 0,-5 1 0 16,-2 2 0-16,-1 7 0 16,-2 3 0-16,0 8 0 15,0 0 0-15,0 0 0 16,-10 0-33-16,10 8-51 16,-5 6-4-16</inkml:trace>
  <inkml:trace contextRef="#ctx0" brushRef="#br1" timeOffset="173833.6">24193 8794 447 0,'0'0'6'0,"0"0"2"0,0 0 1 16,0 0 1-16,0 0-2 15,0 0 1-15,0 0 0 16,9 2-4-16,-9 11-5 0,0 4 0 16,0 6 0-16,0 2 0 15,0 1 0-15,0 4-2 16,0-7-19-16,-5 0-60 0,5 1-4 16</inkml:trace>
  <inkml:trace contextRef="#ctx0" brushRef="#br1" timeOffset="174016.43">24076 8813 442 0,'0'0'4'0,"0"0"2"16,0-9 0-16,0 9 2 16,17-17 0-16,3 6-1 15,0-1 1-15,5 2 0 0,1 0-5 16,7 5-8-16,-6 1-19 15,-11 4-55-15,11 2-5 16</inkml:trace>
  <inkml:trace contextRef="#ctx0" brushRef="#br1" timeOffset="174184.59">24368 8907 370 0,'0'0'8'15,"0"0"3"-15,-2 13 2 0,2-5 1 16,-2 2 0-16,2 2 1 15,0 1 0-15,0 4 1 16,0 0-8-16,2-4-7 16,3 1-11-16,-2 16-63 15,4-21-7-15</inkml:trace>
  <inkml:trace contextRef="#ctx0" brushRef="#br1" timeOffset="174516.65">24518 8735 474 0,'0'0'4'15,"0"0"1"-15,0-10 1 0,0 10 0 16,2-18 0-16,6 8 0 16,2 1-2-16,-3 1-4 15,8 0 0-15,0 4 0 16,-3 4 0-16,6 0 0 0,-3 7 0 15,0 6 0-15,-6 0 0 16,-3 5 0-16,-1 2 0 16,-5 0 0-16,0 3 0 15,-3-4 0-15,-7 1 0 16,3-3 0-16,-5-2 0 0,1 0 0 16,4-2 0-16,4-6 0 15,3-7 0-15,15 8 0 16,7-8 0-16,15 0-10 15,11-3-72-15,9-8-3 0</inkml:trace>
  <inkml:trace contextRef="#ctx0" brushRef="#br2" timeOffset="-87813.14">1164 8682 177 0,'0'0'0'0,"0"0"0"0,0 0 2 0,0 8 1 15,0-8 1-15,7 17 0 16,-2-5 1-16,11 6 0 16,-2-1 0-16,11 3 0 15,7 2-2-15,5 1 0 16,11-4 0-16,2 4-1 0,12-3 0 15,5-2 0-15,7-4 0 16,9 1 0-16,6-8-1 16,10 1 0-16,3-6 1 15,15-2-2-15,-3-5 1 0,18-5 0 16,4-2-1-16,1-6 1 16,2 0 1-16,10 2-2 15,3-4 1-15,4 0 0 0,-2 3-1 16,7-4 1-16,4 5 0 15,-4-2 0-15,9 1 0 16,-2-1-1-16,6-1 1 0,-2 1-1 16,11 1 1-16,-6 2-1 15,-8 3 1-15,5-1-1 16,3 6 2-16,-14 2-2 16,-2 3 1-16,-6 2-1 15,-6 2 0-15,-5 3 1 16,-3 5-1-16,-11 0 0 0,-10 2-1 15,-2 3 1-15,-1 2 0 16,-10 1 0-16,-10 0 0 16,-7-1 0-16,-3-1-1 15,-13 0 2-15,-5-1-4 0,-9-3-1 16,-10 0-6-16,-1-5-8 16,-4 4-4-16,-5-6-1 15,-1-3-1-15,-5 0 0 0,3-2-2 16,-7 0-1-16,7-2 4 15,-10-5 9-15,5-4 6 16,3-1 1-16,2-2-2 16,8-1 2-16,2-3 6 0,10 1 1 15,3-5 5-15,7 2 7 16,7-3 2-16,3 4 0 16,5-3 2-16,6-2-1 15,-2 5 3-15,6-3-1 16,0 0-5-16,5 4-4 0,-2 1-3 15,-1 5-1-15,-5-3-1 16,6 5 2-16,0-2-1 16,-8 3 1-16,-1 5 1 15,-1-3-2-15,-3-1 1 0,-1 2 0 16,-3 2-1-16,-2 2-3 16,2-3 1-16,-4 3-2 15,1 2 0-15,-8-6 0 0,2 2 0 16,-6-4 1-16,-4 1 4 15,-9-6 6-15,-8 1 0 16,0-8 0-16,-12 3-3 0,2-6-24 16,4 7-32-16,-15-5-3 15</inkml:trace>
  <inkml:trace contextRef="#ctx0" brushRef="#br2" timeOffset="-85763.82">791 10532 353 0,'0'0'5'0,"0"0"2"0,-2-8 2 0,2 8 1 16,-18-16-1-16,1 11 0 15,-5 1 1-15,-6 1 0 16,-6 3-5-16,-3 0-3 0,-4 7 0 15,-1 3-1-15,3 5-1 16,-2 3 0-16,9-2 0 16,2 4-1-16,6 1 1 0,9 2 0 15,5 2 0-15,5 6 1 16,5-1 0-16,5 7 0 16,2 4 1-16,5 4 0 15,1 7 0-15,-1 5 0 16,-1 11 1-16,-1 2-1 0,-8 13 1 15,3 1 0-15,-5 10 1 16,0 3 0-16,-4 4 0 16,1 3 0-16,-5 5 0 15,-2 1 0-15,0-4 0 0,1 2-2 16,-2-3 1-16,-1-1-1 16,2-5 0-16,1 0-1 15,3 0 1-15,-1-5 0 16,2-2-1-16,-3 0 0 0,0-1 0 15,1-1-1-15,2-4 1 16,-2-4-1-16,1 2-1 16,2-7 0-16,1-3 1 0,1-2 0 15,2-5 0-15,0 0 1 16,-3-3 0-16,3 0 0 16,-4-7 0-16,1 3 0 15,-2-3 0-15,3-5-1 16,-1 3 0-16,0-8 0 0,1-6 0 15,-1 1-1-15,3-4 1 16,0-3 0-16,0-6 0 16,3 4 1-16,-3-6-1 15,2 0 1-15,-2-2 0 0,3 0-1 16,-3-6 1-16,0 1-1 16,3-2 0-16,-3-3 1 15,0-3-1-15,2 1 0 16,-2-13 0-16,3 12 0 0,-3-12 1 15,0 0-1-15,0 0 1 16,2 7-1-16,-2-7 2 16,0 0-2-16,0 0 0 15,0 0 0-15,0 0 0 0,0 0 0 16,0 0 0-16,0 0 0 16,0 0 0-16,0 0 0 15,0 0 0-15,0 0 0 0,0 0 0 16,0 0 0-16,0 0 0 15,0 0 0-15,0 0 0 16,0 0-2-16,-5 0 1 16,5 0 1-16,0 0-1 15,0 0 1-15,0 0-1 0,-2-10-1 16,2 10 1-16,0 0 0 16,0-9 0-16,0 9 0 15,0 0 0-15,0-11 0 16,0 11 0-16,0 0 1 0,0 0-1 15,0 0 1-15,0 0-1 16,0 0 1-16,0 0 0 16,7-7 0-16,3 7 1 0,3 0-1 15,4-2 2-15,5-3-1 16,8-3 2-16,2-2-1 16,10 3 1-16,1-1 1 15,6-2-4-15,4 3 0 16,-7-1 0-16,2 4 0 0,-6-2 0 15,-2 2 0-15,-7 4 0 16,-9-3 0-16,-4 3 0 16,-7 0 0-16,-13 0 0 15,12 6 0-15,-12-6 0 0,0 14 0 16,0-7 0-16,-7 3 0 16,-1-2 0-16,3 2 0 15,-5-8 0-15,10-12-61 16,0 10-31-16</inkml:trace>
  <inkml:trace contextRef="#ctx0" brushRef="#br2" timeOffset="-84163.56">1042 11028 457 0,'0'0'5'0,"0"0"-1"0,0-14 2 15,0 14 0-15,-9-11 0 16,-4 7 0-16,-2 4 0 16,-8 0 0-16,-1 7-3 0,-9 5 0 15,1 11 0-15,-3 1-3 16,0 6 0-16,6 5 0 15,1 0 0-15,7-1 0 0,8-1 0 16,8-3 0-16,5-3 0 16,10-10 0-16,12-1 0 15,3-7-15-15,12-14-47 0,3 5-24 16,3-10-3-16</inkml:trace>
  <inkml:trace contextRef="#ctx0" brushRef="#br2" timeOffset="-83763.57">1318 10987 447 0,'0'0'4'0,"0"0"1"15,0 0 1-15,0 0 0 16,-7 5 0-16,-4 2 1 16,2 2 0-16,-3 9 1 15,-4 2-5-15,-1 5-1 0,4-1-1 16,1 3 1-16,5 1-1 15,4-3 0-15,3-3-2 16,6-5 1-16,3-7 0 0,6-2 1 16,5-8-1-16,0-3 0 15,2-7 1-15,0-8-1 16,-1-1 1-16,-2-8 0 16,-4 0 1-16,-3-8-2 0,-6 3 0 15,-4-5 0-15,-4 2 0 16,-11 3 0-16,-4 4-2 15,-1 11 2-15,-2 2-1 0,-4 8 1 16,6 7 0-16,0 11-1 16,6 6 1-16,5 4-1 15,7 7 2-15,5-3 0 16,9-1 0-16,7 6-1 16,1-8-4-16,8 3-10 0,0-8-68 15,5-5-3-15</inkml:trace>
  <inkml:trace contextRef="#ctx0" brushRef="#br2" timeOffset="-83596.64">1681 11041 466 0,'0'0'4'16,"0"0"0"-16,0 0 2 16,-7 10 0-16,6 3 0 15,-2 1 1-15,1 6 0 0,0 4-2 16,2 4-5-16,0-2-5 15,0-26-74-15,2 36-7 16</inkml:trace>
  <inkml:trace contextRef="#ctx0" brushRef="#br2" timeOffset="-82313.58">2125 11071 371 0,'0'0'8'0,"0"0"3"0,0 0 2 0,0 0 1 15,0 0 1-15,5-10 1 0,-5 10 0 16,20-8 0-16,-8 3-7 15,9 0-3-15,1 3-2 16,6-3-2-16,4 2-1 16,3 1-8-16,-1-3-7 0,6-13-67 15,-3 18-5-15</inkml:trace>
  <inkml:trace contextRef="#ctx0" brushRef="#br2" timeOffset="-81896.67">2817 10799 432 0,'0'0'6'16,"0"0"-1"-16,-4-13 2 15,4 13 0-15,-7-10 0 16,7 10 0-16,-17-8 0 0,2 8 0 15,0 3-4-15,0 4-3 16,-2 5 0-16,4 4-1 16,1 2 0-16,7 1 0 15,3 0 0-15,2-1 0 16,7 2 0-16,5-2 1 0,6-4 0 16,1-2 0-16,1 6 0 15,3-4-1-15,-4-1 3 16,2-1-1-16,-1-1 0 0,-8-2 1 15,-3 3 0-15,0-4 0 16,-7 2 1-16,-2-10 0 16,-11 14-1-16,-1-8 0 0,-10 1 0 15,3 0-2-15,-9 1-2 16,1-6-2-16,2 6-7 16,-3-8-15-16,7 0-58 15,3 0-2-15</inkml:trace>
  <inkml:trace contextRef="#ctx0" brushRef="#br2" timeOffset="-81479.8">3055 10814 426 0,'0'0'6'0,"0"0"0"0,0 0 1 15,0 0-1-15,-8 0 1 16,4 10 0-16,-4 1 0 15,-5 11-1-15,1 3-4 0,3 7-1 16,-2 1 0-16,4 4 1 16,2-5-1-16,5 0 0 15,5-7 0-15,7-3 1 0,3-7 0 16,4-5-1-16,4-8 0 16,2-2 0-16,0-10 0 15,0-4 1-15,-1-9-1 16,-1-1 0-16,-8-9-1 0,-3 2 1 15,-7-7-1-15,-5-2 0 16,-5 3 0-16,-11 2-1 16,-6 12 1-16,-4-1 0 15,-2 12-1-15,-1 12 0 0,4 5 0 16,5 15-1-16,7 5 1 16,6 7 0-16,9 2 0 15,10 1 1-15,6 3-2 16,5-4-5-16,12 1-26 15,-1-7-48-15,3-7-2 0</inkml:trace>
  <inkml:trace contextRef="#ctx0" brushRef="#br2" timeOffset="-81313.63">3631 10882 434 0,'0'0'4'0,"-2"8"-1"0,-5 3 2 15,-2 10-1-15,2 4 2 16,0 6 0-16,0 7-1 0,-4 4-8 16,11 7-73-16,0 3-4 15</inkml:trace>
  <inkml:trace contextRef="#ctx0" brushRef="#br2" timeOffset="-79780.37">4468 10868 394 0,'0'0'7'0,"0"0"1"0,0 0 4 0,-7-11 0 0,7 11 2 16,-14-2-1-16,1 2 1 0,-2 0 0 16,2 5-7-16,-3 5-2 15,2 4-2-15,2 6-2 16,3 0-1-16,5 3 0 16,4-1 1-16,8-2-1 0,9-6 1 15,1-3-1-15,10-7 1 16,6-4-2-16,-1 0 2 15,1-12 0-15,-1-2 2 16,-6-4-3-16,-7-7 0 16,-5-2 0-16,-13-1 0 0,-2-1 0 15,-14-1 0-15,-9 2 0 16,-4 10 0-16,-6-3 0 16,3 17-6-16,3 1-81 15,0 3-1-15</inkml:trace>
  <inkml:trace contextRef="#ctx0" brushRef="#br2" timeOffset="-78163.63">5331 10654 458 0,'0'0'4'0,"0"0"2"0,9-5 0 0,-9 5 1 0,0 0-1 0,13 0 0 16,-13 0 1-16,10 15 0 15,-10 3-3-15,0 3-4 16,0 9 0-16,-5-2 0 0,-5 10 0 16,0-9 0-16,-5 3 0 15,-2-2 0-15,-1-2 0 16,-1-9 0-16,-1-2 0 16,2 0 0-16,4-7 0 0,1-2 0 15,13-8 0-15,-12 10 0 16,12-10 0-16,7 0 0 15,8 0 0-15,2-3 0 0,9-4 0 16,3 2 0-16,1-3 0 16,2 3 0-16,-4-2-2 15,4 5-10-15,-13 7-50 0,1-5-23 16,-7 0-2-16</inkml:trace>
  <inkml:trace contextRef="#ctx0" brushRef="#br2" timeOffset="-77980.37">5619 10853 457 0,'0'0'4'15,"0"0"1"-15,0 0 0 16,8 4 1-16,-3 4 1 16,2 2 0-16,-2 9 0 0,3-1-1 15,-3 7-3-15,4 0-2 16,-2 2-6-16,4 0-13 15,-9 3-65-15,8-8-2 16</inkml:trace>
  <inkml:trace contextRef="#ctx0" brushRef="#br2" timeOffset="-77662.77">6183 10615 471 0,'0'0'4'15,"0"0"1"-15,0 0 1 16,-5-10 0-16,5 10 0 16,-17 0 0-16,0 4-1 15,1 9-3-15,-6 8-2 0,2 5 0 16,0 8 0-16,3 6 0 15,7 3 0-15,0-4 0 16,8 1 0-16,2-5 0 0,12-6 0 16,6-7 0-16,7-4 0 15,3-9 0-15,3-6-3 16,9-13-56-16,-4 6-28 16,2-6 0-16</inkml:trace>
  <inkml:trace contextRef="#ctx0" brushRef="#br2" timeOffset="-77246.65">6464 10634 470 0,'0'0'5'0,"0"0"2"16,0 0 0-16,-3-8 0 16,3 8 0-16,-7 6-1 15,-1 5-4-15,1 5-2 16,0 9 0-16,-1 3 0 0,0 3 0 15,1 4 0-15,5-3 0 16,2-2 0-16,0-2 0 16,13-6 0-16,1-8 0 0,6-6 0 15,2-6 0-15,1-4 0 16,2-10 0-16,-3-8 0 16,-3-3 0-16,-3-9 0 15,-10 3 0-15,0-11 0 0,-6 8 0 16,-6-5 0-16,-7 7 0 15,-5 5 0-15,-5 8 0 16,-2 7 0-16,1 5 0 16,1 8 0-16,3 9 0 15,7 5 0-15,7 5 0 0,6 6 0 16,2-4 0-16,8 3 0 16,13 1 0-16,-2-8 0 15,9 2-2-15,2-10-12 16,9 4-25-16,-2-12-46 0,-2-2-3 15</inkml:trace>
  <inkml:trace contextRef="#ctx0" brushRef="#br2" timeOffset="-77080.47">6882 10694 474 0,'0'0'3'0,"0"0"1"16,0 0 0-16,-8 0 0 16,8 0 1-16,-8 18 0 15,6-2 1-15,2 5 0 16,0 4-6-16,0 4 0 0,0 3 0 15,2 3-3-15,6 2-21 16,17-5-59-16,-16-4-4 16</inkml:trace>
  <inkml:trace contextRef="#ctx0" brushRef="#br2" timeOffset="-76012.03">6854 10187 341 0,'0'0'5'0,"0"0"2"15,0 0 2-15,0 0 1 0,0 0-1 16,0 0 2-16,0 0-1 16,0 0 1-16,22-4-4 15,5 4-3-15,8 0 0 0,8 0-1 16,1 0 0-16,6 10-1 16,-5 1 0-16,-5 6 0 15,-5 8 0-15,-8 10 1 16,-10 4 0-16,-10 10 0 0,-1 11 0 15,-6 7 0-15,-6 7-1 16,-1 3 0-16,-3 9 0 16,3 1 1-16,-4 2 0 15,2 3 0-15,2 0 1 16,2-3 0-16,-1 2 3 0,1 0-1 16,3-4 1-16,-1 6-2 15,3 2 1-15,0-1-6 16,0 1 0-16,3 5 0 15,-1-2 0-15,3 2 0 0,1 2 0 16,-4 2 0-16,1-5 0 16,4 4 0-16,-5-1 0 15,3-5 0-15,-3 2 0 0,1-5 0 16,-3-2 0-16,0-3 0 16,0-2 0-16,-3-1 0 15,1-8 0-15,-3-2 0 16,3-5 0-16,-3-1 0 0,3-8 0 15,-3-2 0-15,5-6 0 16,-6-5 0-16,4-2 0 16,-1 0 0-16,1-4 0 15,2-3 0-15,-3-1 0 0,3-2 0 16,-4-1 0-16,4-5 0 16,-3-2 0-16,3-1 0 15,-2-1 0-15,2-7 0 16,-3 0 0-16,3 0 0 15,0-7 0-15,-2 1 0 0,2-2 0 16,0-4 0-16,0-8 0 16,0 15 0-16,0-15 0 15,0 7 0-15,0-7 0 0,0 0 0 16,0 0 0-16,0 0 0 16,0 0 0-16,0 0 0 15,-8 0 0-15,8 0 0 16,-12-5 0-16,0 5 0 0,1-2 0 15,-3 2 0-15,-7 0 0 16,-1 0 0-16,-10 4 0 16,-1 5 0-16,-9-2 0 15,-8 2 0-15,-1 4 0 0,-4 2 0 16,3-3 0 0,-1 3 0-16,11-5 0 0,3-3 0 15,18-7-13-15,9 0-79 16,12-11-2-16</inkml:trace>
  <inkml:trace contextRef="#ctx0" brushRef="#br2" timeOffset="-71013.81">1040 11851 444 0,'0'0'5'0,"0"-10"1"0,0 10 3 15,0-13-1-15,0 13 2 16,-10-16 0-16,0 5 0 16,0 4-1-16,-2 2-9 0,-6 3 0 15,3 2 0-15,-4 2 0 16,3 8 0-16,-1 0 0 15,2 2 0-15,3 4 0 0,5 0 0 16,4 2 0-16,3-3 0 16,10 2 0-16,2-2 0 15,8 0 0-15,5-3 0 16,0 3 0-16,5-3 0 0,-4 0 0 16,-1-2 0-16,3 0 0 15,-8 2 0-15,-8-2 0 16,-2 1 0-16,-4 1 0 15,-6 1 0-15,-10-1 0 16,2 1 0-16,-9-4 0 0,-3 1 0 16,-5 2 0-16,0-4 0 15,-3-1 0-15,4-1 0 0,-1-6 0 16,2 0 0 0,7 0 0-16,5 0-14 0,4-11-17 15,7 11-55-15,0-14-1 16</inkml:trace>
  <inkml:trace contextRef="#ctx0" brushRef="#br2" timeOffset="-70543.6">1338 11823 460 0,'0'0'5'0,"0"0"0"0,0 0 2 0,0 0-1 16,0 0 1-16,-8-2-1 0,1 4 0 16,-3 12 1-16,0 5-5 15,-2 3-2-15,0 6 0 16,1 1 0-16,4 1 0 16,2-1 0-16,5-4 0 15,0-3 0-15,7-4 0 0,3-6 0 16,3-6 0-16,1-6 0 15,4 0 0-15,2-11 0 16,-3-3 0-16,1-6 0 0,-1 0 0 16,-4-5 0-16,-6-2 0 15,-7 0 0-15,0-6 0 16,-10 4 0-16,-5 1 0 16,-5 4 0-16,-2 4 0 0,-3 5 0 15,0 7 0-15,2 8 0 16,2 0 0-16,5 13 0 15,6 7 0-15,6 2 0 0,4 3 0 16,7 5 0-16,5-2 0 16,13-5 0-16,3 0 0 15,-1-3-3-15,10-3-13 16,-2-5-67-16,-1-7-3 16</inkml:trace>
  <inkml:trace contextRef="#ctx0" brushRef="#br2" timeOffset="-70396.77">1646 11893 476 0,'0'0'2'0,"0"0"0"0,-5 7 2 0,2 3-1 0,1 5 1 16,-1 7 0-16,3 7-2 16,-2-1-14-16,-15 7-68 15,17 7-4-15</inkml:trace>
  <inkml:trace contextRef="#ctx0" brushRef="#br2" timeOffset="-66612.39">2721 11749 433 0,'0'0'6'0,"0"0"3"0,0-12 2 0,0 12 2 16,-2-15 1-16,2 15 0 16,-10-14-3-16,1 6-11 15,-7 5 0-15,2 3 0 0,-9 4 0 16,-2 7 0-16,0 3 0 15,1 9 0-15,-3 2 0 16,4 2 0-16,3 3 0 0,10 0 0 16,3-2 0-16,5-2 0 15,4-1 0-15,12-5 0 16,7-4 0-16,4-2 0 16,5-7 0-16,-2-3 0 15,8-4 0-15,-4 0 0 0,3 0-18 16,-5-4-69-16,-5-3-3 15</inkml:trace>
  <inkml:trace contextRef="#ctx0" brushRef="#br2" timeOffset="-66146.45">3001 11744 465 0,'0'0'6'0,"0"0"1"0,0-10 3 16,0 10 0-16,0 0 1 16,0-9-9-16,0 9-2 0,-11 0 0 15,1 4 0-15,1 11 0 16,-2 3 0-16,-1 2 0 16,-1 4 0-16,6 1 0 15,0 0 0-15,7 0 0 16,0-6 0-16,12-4 0 0,1-2 0 15,8-8 0-15,2-5 0 16,0 0 0-16,2-11 0 16,0-1 0-16,-7-2 0 15,-2-6 0-15,-6-3 0 0,-5 1 0 16,-5 0 0-16,-7-3 0 16,-5 3 0-16,-6-1 0 15,0 6 0-15,-4 3 0 16,2 3 0-16,0 7 0 0,3 1 0 15,2 6 0-15,5 5 0 16,5 9 0-16,5-1 0 16,3 7 0-16,6-4 0 0,9 1 0 15,5 3 0-15,-2-9 0 16,9 1 0-16,-1-7-5 16,7 0-81-16,2-6-3 15</inkml:trace>
  <inkml:trace contextRef="#ctx0" brushRef="#br2" timeOffset="-65979.63">3413 11749 468 0,'0'0'4'0,"0"0"2"0,-7 13 0 0,1-6 1 0,3 6 0 16,1 6 1-16,-1 3-3 15,3 8-5-15,0 7 0 16,0 6 0-16,5-1 0 15,-5 5-73-15,3 8-15 0</inkml:trace>
  <inkml:trace contextRef="#ctx0" brushRef="#br2" timeOffset="-62564.1">4516 11709 379 0,'0'0'8'0,"0"0"3"0,0 0 1 0,0 0 2 0,0 0 0 16,0 0 1-16,-11-1 0 15,11 1 1-15,-16 7-8 16,8 7-3-16,-2 4-2 15,3 2-1-15,2 2-1 0,2 5 0 16,6-2-1-16,6-2 0 16,4-6 1-16,7-5-1 15,0-5 1-15,3-7 0 16,1 0 0-16,1-10 2 0,-8-8-3 16,3-3 0-16,-7-4 0 15,-4-7 0-15,-9 0 0 16,0-1 0-16,-9 5 0 0,-13-1 0 15,-2 12 0-15,0 7 0 16,-5 8 0-16,-1 6 0 16,-3 11-3-16,11 10-85 15,10 3-2-15</inkml:trace>
  <inkml:trace contextRef="#ctx0" brushRef="#br2" timeOffset="-61011.95">5430 11639 395 0,'0'0'6'0,"3"-11"4"0,-3 11 1 15,3-13 3-15,-3 13 1 16,0-19 1-16,0 12 1 0,0-4 1 15,0 11-9-15,0-10-9 16,0 10 0-16,0 0 0 16,0 0 0-16,0 10 0 15,-3 8 0-15,0 1 0 0,-2 5 0 16,0-1 0-16,-4 8 0 16,-2-2 0-16,-6-4 0 15,-1 0 0-15,1-8 0 16,0 3 0-16,-3-6 0 0,5-4 0 15,3-2 0-15,1-3 0 16,11-5 0-16,-9 5 0 16,9-5 0-16,7 0 0 15,6 0 0-15,4-3 0 16,3-2 0-16,5 5 0 0,0-4 0 16,7 2 0-16,-2-4-12 15,-1 6-16-15,1-3-55 16,-5 1-4-16</inkml:trace>
  <inkml:trace contextRef="#ctx0" brushRef="#br2" timeOffset="-60829.36">5682 11662 454 0,'0'0'4'0,"0"0"1"16,0 0 0-16,0 0 1 15,2 8 0-15,-2 2 1 16,0 7 0-16,0 1 0 15,0 6-3-15,0 4-4 0,0 1-6 16,0 1-17-16,-5 0-58 16,5 0-4-16</inkml:trace>
  <inkml:trace contextRef="#ctx0" brushRef="#br2" timeOffset="-60313.17">6250 11504 463 0,'0'0'4'0,"0"0"1"0,-2-15 0 15,2 15 0-15,-16-10 0 16,4 10 1-16,-2-3-1 16,-4 3 1-16,-2 6-4 0,1 6-1 15,-2 3-1-15,1 4 0 16,6 1 0-16,4 5-1 15,8-2 0-15,2-1 0 16,9 3 0-16,8-6 0 16,6 2 1-16,4-4-1 0,1-2 1 15,6-4 0-15,-4 2 1 16,0-1-1-16,-5-1 1 16,-2 1 0-16,-9-2 0 0,-7 0 0 15,-4 2 0-15,-8 1 1 16,-7-4 0-16,-11 2-2 15,-2 1-3-15,-5-5-1 0,-2 1-3 16,-3-2-4-16,6 0-8 16,-1 5-41-16,7-11-24 15,4 0-4-15</inkml:trace>
  <inkml:trace contextRef="#ctx0" brushRef="#br2" timeOffset="-59879.65">6489 11499 470 0,'0'0'4'0,"0"0"2"15,0 0 1-15,0 0 0 16,0 0-1-16,0 0 0 16,-7 0-1-16,-2 10-5 15,-3 5 0-15,0 5 0 0,-1 7 0 16,1 3 0-16,2 0 0 15,5-1 0-15,3-2 0 16,2-2 0-16,2-4 0 16,9-5 0-16,1-6 0 0,5-5 0 15,0-5 0-15,1-2 0 16,-1-9 0-16,1-1 0 16,-2-9 0-16,-2-2 0 15,-2-4 0-15,-8-2 0 0,-1-7 0 16,-3 4 0-16,-5 0 0 15,-5 5 0-15,-3 2 0 16,-3 7 0-16,0 8 0 0,2 9 0 16,-2 1 0-16,2 11 0 15,4 9 0-15,5 3 0 16,2 4 0-16,3 2 0 16,8-4 0-16,7 4-4 15,0-6-7-15,9 0-14 0,3-8-57 16,1-5-3-16</inkml:trace>
  <inkml:trace contextRef="#ctx0" brushRef="#br2" timeOffset="-59695.88">6864 11558 493 0,'0'0'3'0,"0"0"1"0,-7 0 0 15,7 0 1-15,-16 15-3 16,9 3-2-16,0 2 0 0,2 8 0 15,-1 3 0-15,4 7 0 16,2 5 0-16,0-2-20 16,0 8-65-16,0-1-4 0</inkml:trace>
  <inkml:trace contextRef="#ctx0" brushRef="#br2" timeOffset="-56910.37">1149 12795 361 0,'0'0'9'0,"0"0"1"0,0 0 5 0,0 0-1 16,0 0 1-16,0-11 0 15,0 11 0-15,0 0 0 16,-8 0-8-16,-1 7-3 16,2 7-3-16,-4 6 0 15,-1-1 0-15,5 3-2 0,2 3 2 16,5 0-1-16,0-2 0 16,12-6 0-16,5-5 1 15,8-4-1-15,0-8 0 0,7 0 1 16,-2-10 0-16,2-5 1 15,-2-5-1-15,-2 0 2 16,-8-5 0-16,-6-2 0 0,-7 2 0 16,-7-1 0-16,-7 1-2 15,-13 0 0-15,-9 7-3 16,-4 3-3-16,-2 11-12 16,-7 14-55-16,10-10-13 0</inkml:trace>
  <inkml:trace contextRef="#ctx0" brushRef="#br2" timeOffset="-55012.75">2995 12872 438 0,'0'0'5'0,"0"0"1"0,0 0 1 0,0 0 1 0,-10-8 0 16,10 8 1-16,-12 0-1 15,-1 8 1-15,6 4-4 0,-3 2-2 16,2 7-2-16,1 1 0 16,1 3 0-16,6-1-1 15,0-4 0-15,17-5 0 16,-1-5 0-16,9-8 2 15,3-2-2-15,4-9 0 16,0-7 0-16,-2-6 0 0,-2 0 0 16,-9-5 0-16,-6-3 0 15,-12 5 0-15,-1-2 0 16,-17 2 0-16,-4 7 0 16,-7 4 0-16,-4 12-13 0,-4 2-71 15,10 8-3-15</inkml:trace>
  <inkml:trace contextRef="#ctx0" brushRef="#br2" timeOffset="-53696.88">4514 12641 413 0,'0'0'4'0,"0"0"3"0,0 0 1 0,0-7 1 15,0 7 1-15,0 0 1 0,7 7 1 16,-2 8 0-16,0 7-3 15,2 11-3-15,-1 9-1 16,-2 2-2-16,4 13-16 0,14 0-69 16,-22-2-3-16</inkml:trace>
  <inkml:trace contextRef="#ctx0" brushRef="#br2" timeOffset="-50479.41">6064 12574 432 0,'0'0'4'0,"0"0"2"0,0 0 0 0,0 0 1 15,0 0 0-15,-6 0 0 16,6 0-1-16,-14 8 1 16,4-1-5-16,0 6-2 0,2-1 0 15,3 5-2-15,1 0 1 16,4 1-1-16,4-3 1 15,7-3 0-15,8-2 1 0,1-2 0 16,5-8 1-16,-1 0 0 16,1-8 1-16,1-2 2 15,-6-5 1-15,-3-2 1 16,-4 0-1-16,-9-4 1 16,-4 1-2-16,-9 1-4 0,-7-1 0 15,0 8 0-15,-12 1 0 16,6 11-4-16,-8 13-80 15,5 2-3-15</inkml:trace>
  <inkml:trace contextRef="#ctx0" brushRef="#br2" timeOffset="-48958.3">1452 13789 335 0,'0'0'7'0,"-5"-13"3"0,5 13 3 0,-9-18 5 0,1 6-1 16,0-1 1-16,-4 1 2 15,0-2-1-15,-4 6-5 16,-1 6-5-16,2 2-2 16,-2 6-3-16,2 10-2 0,0 6 0 15,5 1-2-15,3 3 0 16,4 5 0-16,3 0 0 15,8-6 0-15,7 0 0 16,4-11 0-16,4-3 0 0,9-6 0 16,0-5 0-16,1-8 0 15,-1-7 1-15,0-4 0 16,-7-1 1-16,-7-3-1 16,-6-3 1-16,-7 2 0 15,-7 0-1-15,-13 4 0 0,-5 0 0 16,-5 10-2-16,-10 1 1 15,3 9-3-15,-3 5-2 16,8 12-7-16,-5 3-23 0,14 7-50 16,8 1 0-16</inkml:trace>
  <inkml:trace contextRef="#ctx0" brushRef="#br2" timeOffset="-48396.62">2884 13789 448 0,'0'0'5'16,"0"0"0"-16,-5-9 1 0,5 9 0 0,-13-7 0 0,3 7 0 15,-3 0-1-15,-1 3 1 16,2 10-4-16,-4 1-1 0,4 4-2 16,4 4 1-16,8 0-1 15,0 0 1-15,13-5 0 16,6-5 0-16,6-1 1 16,7-9-1-16,3-2 0 15,6-5 2-15,-4-7 0 16,-3-6 1-16,-4 1 0 0,-5-5 1 15,-4 2-2-15,-12-4-2 16,-9-1 0-16,-2 3 0 16,-17-1 0-16,-3 5 0 0,-2 4 0 15,-7 7 0-15,5 7 0 16,-4 1 0-16,10 15-17 16,-3 1-31-16,16 5-39 15,2 0-2-15</inkml:trace>
  <inkml:trace contextRef="#ctx0" brushRef="#br2" timeOffset="-47846.55">4565 13666 428 0,'0'0'5'0,"0"0"2"0,-2-9 1 0,2 9 0 15,-10-10 0-15,1 7 1 0,-7 3 0 16,-1 0 0-16,-1 10-5 16,1 2-2-16,-3 6 0 15,5 0-1-15,3 3 0 16,10 2-1-16,2-3 1 15,14-6-1-15,6-4 0 0,8-3 0 16,6-4 1-16,1-3-1 16,4-7 1-16,-3-6 0 15,-4-3 1-15,-2-2-1 0,-13-5 2 16,-2-1-3-16,-15-1 0 16,-2-2 0-16,-13 5 0 15,-8-1 0-15,-7 6 0 16,-7 7 0-16,2 10-7 0,-6 0-14 15,2 8-64-15,13 11-3 16</inkml:trace>
  <inkml:trace contextRef="#ctx0" brushRef="#br2" timeOffset="-47462.83">6186 13439 457 0,'0'0'5'0,"0"0"2"0,0 0 2 0,0 0 1 15,0 0 1-15,12-5 1 0,-12 5-12 16,0 19 0-16,0 9 0 15,-8 5 0-15,4 13 0 16,-1 3 0-16,5 14-61 0,0 8-29 16</inkml:trace>
  <inkml:trace contextRef="#ctx0" brushRef="#br2" timeOffset="-41514.07">7933 10107 182 0,'0'0'7'0,"0"0"5"0,0 0 3 0,0 0 5 15,0 0 3-15,0-10 3 16,0 10 1-16,0 0 2 16,-5-10-7-16,5 10-4 0,-8-5-3 15,8 5-6-15,-17-3-2 16,4 3-3-16,-4 0-2 16,2 3 0-16,-5-1 0 15,0 1 1-15,-3-3 0 0,2 3 1 16,3-3 0-16,-2 0 0 15,3 0-1-15,1 0 1 16,2-3-1-16,1 3-1 16,1 0 0-16,0 0-2 0,4 0 0 15,8 0 0-15,-15 13-1 16,8-1 0-16,1 8 0 16,4 2 0-16,0 7 0 15,2 9 1-15,-3 4 0 0,3 5 1 16,0 5-1-16,3 0 1 15,1 8 0-15,2-3 0 16,-1 7 0-16,0 0 1 16,0 3-1-16,-1-3 0 0,1 3 3 15,1 2 0-15,-1 1 1 16,-3 2 1-16,1 0 1 16,-1 2 0-16,-2 1-1 15,2 1 1-15,-2 3-2 0,3-2-3 16,-3 3-2-16,2-3 0 15,3 2 0-15,-5-5 0 16,2 3 0-16,2-2 0 16,-4-1 0-16,0-3 0 0,0 1 0 15,0-3 0-15,0 1 0 16,0-6 0-16,2-2 0 16,-2-2 0-16,3-3 0 15,-1 0 0-15,0-5 0 0,1 0 0 16,-3 0 0-16,0-3 0 15,0-2 0-15,0-2 0 16,2-3 0-16,-2-2 0 16,3 0 0-16,-1-7 0 0,2 3 0 15,-1-4 0-15,1 0 0 16,-2 0 0-16,-2 0 0 16,0-2 0-16,0 3 0 15,0-7 0-15,-2 5 0 0,-5-4 0 16,3-1 0-16,-1-1 0 15,3 3 0-15,-5-6 0 16,4 3 0-16,-3-3 0 16,4 0 0-16,-3 3 0 0,0-3 0 15,3 0 0-15,-5 3 0 16,2-2 0-16,3-1 0 16,-4 0 0-16,1 1 0 15,3-1 0-15,-3-3 0 0,2 2 0 16,3-4 0-16,-2 3 0 15,-1-3 0-15,-1 2 0 16,4 4 0-16,0-3 0 0,-4 3 0 16,2-3 0-16,2 1 0 15,-5 2 0-15,5-3 0 16,-2-3 0-16,-1-3 0 16,1 7 0-16,0-12 0 15,-1 4 0-15,1-6 0 0,-1 4 0 16,3-11 0-16,-2 12 0 15,2-12 0-15,0 14 0 16,0-7 0-16,0-7 0 16,-4 17 0-16,4-17 0 0,0 11 0 15,0-11 0-15,0 0 0 16,-2 10 0-16,2-10 0 16,0 0 0-16,0 0 0 15,0 0 0-15,-2 8 0 0,2-8 0 16,0 10 0-16,0-10 0 15,-3 7 0-15,3-7 0 16,0 0 0-16,-2 12 0 16,2-12 0-16,0 0 0 0,-3 12 0 15,3-12 0-15,-2 11 0 16,2-11 0-16,-2 9 0 16,2-9 0-16,0 8 0 15,0-8 0-15,-3 10 0 0,3-10 0 16,0 7 0-16,0-7 0 15,0 0 0-15,10 10 0 16,5-10 0-16,2 0 0 16,3 0 0-16,10 0 0 15,2 0 0-15,6-5 0 0,1 5 0 16,4-2 0-16,-1 2 0 16,0 0 0-16,-2 0 0 15,-3 0 0-15,-2 0 0 0,-8 0 0 16,3 2 0-16,-10-2 0 15,0 0 0-15,-7 0 0 16,-1 3 0-16,-12-3 0 16,12 0 0-16,-12 0 0 0,0 0 0 15,10 5 0-15,-10-5 0 16,0 0 0-16,0 0 0 16,6 10 0-16,-6-10 0 15,-1-7-68-15,1 7-23 0</inkml:trace>
  <inkml:trace contextRef="#ctx0" brushRef="#br2" timeOffset="-39230.39">8191 10438 351 0,'0'0'8'0,"0"0"5"0,0-12 2 16,0 12 1-16,2-14 1 0,-2 14 1 16,0-15-2-16,0 15 2 15,-14 0-7-15,1 7-5 16,1 10-1-16,-4 6-3 0,4 7-1 16,0-3 0-16,6 4 0 15,6 2-1-15,9-5 0 16,7-3 0-16,7-6 0 15,4-7 0-15,6-4 0 16,-1-8 1-16,5-3 0 0,-6-8 0 16,3-7 0-16,-9-2 2 15,-6-5 0-15,-9-5-1 16,-7-2-2-16,-3 0 0 16,-13 0 0-16,-9 2 0 15,-5 5 0-15,-8 8 0 0,0 7 0 16,-2 7 0-16,5 10 0 15,0 16-41-15,12 2-43 16,10 0-4-16</inkml:trace>
  <inkml:trace contextRef="#ctx0" brushRef="#br2" timeOffset="-37646.42">9190 10525 278 0,'0'0'7'0,"0"0"5"0,0 0 2 0,0 0 4 15,0 0 2-15,0 0 3 0,-13 0 1 16,13 0-1-16,0 0-6 16,0 0-3-16,0 0-3 15,0 0-1-15,0 0-3 0,18 0-2 16,4 0 0-16,0 0-1 16,8-1 1-16,5 1-1 15,-1-6-2-15,-1 3 0 16,-1 1 0-16,-5 0-1 15,-4-1 0-15,-5 1 1 0,-7-1-2 16,-3 3 0-16,-8 0 0 16,11 0 0-16,-11 0 0 15,0 0 0-15,0 0 0 16,0 0 0-16,0 0-4 0,0 0-6 16,0 0-11-16,-6 0-62 15,6 0-4-15</inkml:trace>
  <inkml:trace contextRef="#ctx0" brushRef="#br2" timeOffset="-37327.51">9738 10271 459 0,'0'0'5'0,"0"0"1"16,0 0 1-16,0 0-1 15,6 7 1-15,-6-7 1 16,3 17 1-16,-3 0-5 0,0 5-4 16,0 3 0-16,0 5 0 15,0 5 0-15,0-1 0 16,0 4 0-16,0-3 0 0,0-4 0 16,2-3 0-16,0 0 0 15,1-9 0-15,-1 1 0 16,-2-8 0-16,3 1 0 15,-3-13 0-15,2 14 0 16,-2-14-23-16,0 0-64 0,0 0-3 16</inkml:trace>
  <inkml:trace contextRef="#ctx0" brushRef="#br2" timeOffset="-36129.56">8295 11395 331 0,'0'0'10'0,"0"0"5"0,0-10 4 16,0 10 3-16,-3-7 2 15,3 7 1-15,-2-13 2 0,2 13 0 16,0 0-16-16,-3-9-11 16,3 9 0-16,0 8 0 15,0 6 0-15,0 8 0 16,0 3 0-16,0 8 0 16,0 1 0-16,3 5 0 15,-1-2 0-15,1-4 0 0,0-1 0 16,-3-10 0-16,2-2 0 15,1-2 0-15,-3-10 0 16,0-8 0-16,2 11 0 0,-2-11 0 16,0 0 0-16,0 0 0 15,0 0 0-15,0 0 0 16,0 0 0-16,0 0 0 0,0 0 0 16,0 0 0-16,0 0-7 15,0 0-81-15,0 0-2 16</inkml:trace>
  <inkml:trace contextRef="#ctx0" brushRef="#br2" timeOffset="-35096.47">9667 11382 414 0,'0'0'7'0,"0"0"2"0,0 0 3 0,0 0 1 0,0 0 1 16,0 0 1-16,-10-7-1 16,10 7-1-16,-13 0-13 15,3 10 0-15,-2 5 0 16,2 3 0-16,0 4 0 16,1 0 0-16,3 5 0 0,3 3 0 15,6-3 0-15,7 0 0 16,7-7 0-16,6-2 0 15,-1-4 0-15,8-6 0 16,4-6 0-16,-1-2 0 0,-1-7 0 16,-2-10 0-16,0 2 0 15,-7-8 0-15,-6-2 0 16,-10-2 0-16,-4-2 0 16,-9-1 0-16,-8 2 0 0,-9 2 0 15,-4 0 0-15,-3 12 0 16,-5 3 0-16,3 10 0 15,0 1 0-15,9 9 0 16,2 8-79-16,10-2-9 0</inkml:trace>
  <inkml:trace contextRef="#ctx0" brushRef="#br2" timeOffset="-34046.58">10810 10318 404 0,'0'0'5'0,"0"0"3"0,0-15 3 0,0 15 0 15,-8-18 1-15,1 8 1 16,-4 0 0-16,2-2 1 16,-3 2-6-16,-1 5-2 15,-4 5-3-15,2 2 0 0,0 11-3 16,0 5 0-16,3 4 0 15,-1 5 0-15,8 0 0 16,5 2 0-16,2 2 0 0,11-6 0 16,7-3 0-16,2-2 0 15,8-11 0-15,2 1 0 16,2-10 0-16,-1 0 0 0,2-7 0 16,-5-5 0-16,-5-11 0 15,-5-2 0-15,-8-4 0 16,-10 0 0-16,-4-7 0 15,-12 4 0-15,-7 0 0 16,-6 4 0-16,-3 12 0 0,-5 3 0 16,1 13 0-16,-1 5 0 15,8 17-2-15,-1 1-15 16,3 16-67-16,16 4-3 16</inkml:trace>
  <inkml:trace contextRef="#ctx0" brushRef="#br2" timeOffset="-33513.19">10768 11234 431 0,'0'0'7'0,"0"0"-1"0,0 0 2 0,0 0 1 15,0 0-1-15,-13 5 1 16,5 7-1-16,-1 1 1 0,-4 6-5 16,3 1-3-16,5 3 0 15,1 4 0-15,4-5 0 16,0 0-1-16,12-1 1 16,8-6 0-16,1-5 0 0,7-3 0 15,4-7 0-15,-4 0 0 16,4-7 1-16,-5-6-2 15,-4-5 0-15,-5-1 0 16,-9-2 0-16,-6-4 0 16,-3 0 0-16,-12-1 0 15,-6 3 0-15,-10 1 0 0,-4 8 0 16,0 3 0-16,-3 7 0 16,1 4-6-16,0 2-30 15,13 6-48-15,5 4-4 0</inkml:trace>
  <inkml:trace contextRef="#ctx0" brushRef="#br2" timeOffset="-31130.39">11685 10290 357 0,'0'0'8'0,"0"0"2"16,0-9 4-16,0 9-1 0,-6-13 1 15,6 13 1-15,-14-12 0 16,4 6 0-16,-1 5-8 0,-6 1-2 15,0 7-2-15,2 8-2 16,-3-1-1-16,6 8 1 16,2 1-1-16,7 1 1 15,3 1 0-15,5 0-1 16,11-8 1-16,6-1 0 16,2-4 1-16,8-10-1 0,4-2 0 15,4-9 0-15,-3-9 0 16,-3-2 1-16,-6-9 0 15,-1-3 0-15,-9-4 0 0,-8 3 1 16,-8-3-1-16,-7 2 1 16,-10 6-1-16,-7 6 0 15,-8 10-2-15,-2 2 1 16,0 10-2-16,-4 12 1 0,4 11-3 16,4 9-4-16,9 12-14 15,4 3-61-15,5 3-3 16</inkml:trace>
  <inkml:trace contextRef="#ctx0" brushRef="#br2" timeOffset="-30646.81">11674 11209 416 0,'0'0'6'0,"0"0"2"0,0 0 2 0,0 0 2 16,0 0-1-16,-7-2 1 15,7 2 0-15,-16 0 0 16,7 5-6-16,-1 5-2 0,-5 5-2 16,5 1-2-16,1 7 0 15,0-3 0-15,5 5 0 16,4-3 0-16,8-1 0 0,4-7 0 16,6-5 0-16,3-1 0 15,2-6 0-15,4-2 0 16,-2-7 0-16,-1-5 0 15,-6-2 0-15,-2-7 0 0,-7-1 0 16,-6-3 0-16,-3 0 0 16,-12 0 0-16,-4 3 0 15,-5 5 0-15,-2 3 0 0,-5 8 0 16,1 3 0-16,4 13-19 16,-2 5-66-16,6 2-3 15</inkml:trace>
  <inkml:trace contextRef="#ctx0" brushRef="#br2" timeOffset="-29413.24">8320 12447 335 0,'0'0'7'0,"0"0"4"16,-10-7 2-16,10 7 5 16,-12-9-1-16,12 9 1 0,-15-10 1 15,5 5-1-15,-1 5-7 16,2 0-4-16,2 5-3 15,-4 5-2-15,4 6-1 16,2 5-2-16,5 1 0 0,0 0 0 16,7 3 1-16,6-5 0 15,6-3 0-15,9-2 1 16,2-7 0-16,2-3 0 16,6-5 1-16,-1-3-1 0,-5-9 2 15,-2-3-1-15,-8-3 1 16,0-3-1-16,-9-7 1 15,-6 3-1-15,-7-5 0 0,-7 2 0 16,-8 7-1-16,-2-2-1 16,-1 9 0-16,-3 3-3 15,3 10-2-15,0 1-8 16,8 10-17-16,10 4-52 16,3 6-2-16</inkml:trace>
  <inkml:trace contextRef="#ctx0" brushRef="#br2" timeOffset="-28880.33">9811 12297 400 0,'0'0'7'0,"0"0"3"0,-8-13 1 15,8 13 1-15,-10-9 1 16,1 6-1-16,-7 3 0 15,2 0 1-15,-4 12-7 16,1 3-4-16,-3 5-1 0,2 5-1 16,6 0 0-16,2 2-1 15,8-2 1-15,2 0 0 16,14-6 0-16,7-1 1 16,6-6-1-16,3-4 1 15,5-6 0-15,-1-2 1 0,3-5 0 16,-2-8 0-16,-5-4 0 15,-7-3 0-15,-9-2-2 16,-3-5 0-16,-11-5 0 0,-3 4 0 16,-17-6 0-16,-3 9 0 15,-9-2 0-15,2 7 0 16,-2 7 0-16,-3 6 0 16,8 7-9-16,-1 5-12 0,16 8-29 15,5 1-35-15,7 4-3 16</inkml:trace>
  <inkml:trace contextRef="#ctx0" brushRef="#br2" timeOffset="-28229.77">10889 12171 429 0,'0'0'6'0,"0"-10"4"0,0 10 1 0,-8-15 2 0,3 5 1 16,5 10 0-16,-7-15 0 0,7 15-14 16,0 0 0-16,-9 12 0 15,6 8 0-15,1 8 0 16,-2 3 0-16,4 4 0 16,0 2 0-16,0 3 0 15,0 0 0-15,0-6 0 0,6-1-9 16,-3-6-29-16,1 0-48 15,1-4-2-15</inkml:trace>
  <inkml:trace contextRef="#ctx0" brushRef="#br2" timeOffset="-27746.39">11545 12143 365 0,'0'0'8'0,"0"0"5"15,0 0 2-15,0 0 2 16,0-10 1-16,0 10 1 0,0 0 0 15,0 0 0-15,0 0-7 16,-9 3-6-16,0 8-6 16,0 3 0-16,1 3 0 15,-1 2 0-15,-2 4 0 0,9-2 0 16,2 3 0-16,5-5 0 16,8-1 0-16,1-4 0 15,9-3 0-15,4-4 0 0,1-4 0 16,1-3 0-16,1-3 0 15,0-7 0-15,-3-2 0 16,-5-6 0-16,-4-4 0 0,-11-3 0 16,-4-2 0-16,-3 0 0 15,-15-1 0-15,-5 2 0 16,-10 5 0-16,-2 4 0 16,0 10 0-16,-5 4 0 15,2 10 0-15,-6 18-50 16,14-1-36-16,5 7-2 0</inkml:trace>
  <inkml:trace contextRef="#ctx0" brushRef="#br2" timeOffset="-26979.38">8457 13448 430 0,'0'0'4'0,"0"0"1"0,-2-9 1 0,2 9 0 16,-21-11 2-16,9 10-1 16,-3 1 1-16,-5 0-1 15,-2 9-3-15,2 8-1 16,3 6-1-16,1 6-1 0,7 2-1 16,9 1 0-16,0-3 1 15,13-4-1-15,11-3 0 16,3-7 1-16,8-8 0 0,2-7 0 15,8 0-1-15,0-9 1 16,0-7 0-16,-8 0 0 16,-5-4 0-16,-4-5 0 15,-13 0 1-15,-6-2 0 16,-9 0-1-16,-9-3 1 0,-9 5-1 16,-7 6 0-16,-2 1-1 15,-3 8-2-15,-3 5-4 16,4 5-8-16,4 5-19 0,10 12-52 15,6 6-1-15</inkml:trace>
  <inkml:trace contextRef="#ctx0" brushRef="#br2" timeOffset="-26563.3">9731 13287 450 0,'0'0'4'0,"0"0"1"0,-5-9 1 16,5 9 0-16,-12-13 0 16,-1 9 1-16,-1 4 0 0,-2 0-1 15,0 10-3-15,0 2-1 16,2 10-2-16,1 0 0 15,6 3 0-15,4 0-1 0,8 0 1 16,7-3 0-16,8-5 0 16,10-6 0-16,0-5 0 15,7-3 0-15,0-3 1 0,1-8-1 16,-1-4 1-16,-5-5 0 16,-4-3 1-16,-9-5-1 15,-6-2 0-15,-8-5 2 16,-5-1-3-16,-12 4 0 15,-6 1 0-15,-7 6 0 16,-2 5 0-16,-3 7-8 0,0 10-7 16,2 0-23-16,9 10-47 15,4 7 0-15</inkml:trace>
  <inkml:trace contextRef="#ctx0" brushRef="#br2" timeOffset="-26128.65">10784 13243 397 0,'0'0'5'0,"-9"-3"2"0,9 3 1 0,-18-4 2 15,6 4 1-15,-2 0-1 0,-4 4 0 16,0 3 0-16,-1 10-4 16,3-1-2-16,2 6-2 15,3 3-2-15,6 0-1 16,5 0 1-16,5 0-1 16,8-5 0-16,12-6 1 15,3-2-1-15,2-7 0 0,7-5 2 16,2-1 0-16,-2-10 1 15,0-3 2-15,-7-4 1 16,-2-7 0-16,-11 0 0 0,-5-4 0 16,-7-1 0-16,-5 2-2 15,-12-1-3-15,-6 2 0 16,-6 5 0-16,-2 6 0 0,-5 4 0 16,6 10-2-16,-2 2-12 15,10 7-24-15,4 11-47 16,8-1-2-16</inkml:trace>
  <inkml:trace contextRef="#ctx0" brushRef="#br2" timeOffset="-25879.81">11740 13122 511 0,'0'0'0'16,"0"0"0"-16,0 0 0 0,0 0 0 16,0 0 0-16,0 0 0 15,0 12 0-15,-4 6 0 16,-1 8 0-16,-7 10 0 16,-1 3 0-16,6 8 0 15,-5 0 0-15,10-3-34 0,2 4-55 16,0-6-3-16</inkml:trace>
  <inkml:trace contextRef="#ctx0" brushRef="#br2" timeOffset="-24846.49">11936 9926 350 0,'0'0'5'0,"0"0"2"0,2-10 2 0,-2 10-1 16,7-10 2-16,-7 10 0 16,20-12 0-16,-4 5 2 15,3-1-4-15,9 3-2 0,1 0 1 16,8 0-1-16,8 5-1 16,2 0 1-16,-2 0-2 15,2 8-1-15,-2 4 0 16,0 5-1-16,-6 11 0 0,-6 6-1 15,-4 10 1-15,-8 11-1 16,-9 12 1-16,3 10 0 16,-8 12 0-16,1 10 0 0,-6 8 0 15,-2 4 0-15,0 8 3 16,0 3 1-16,-2 6-1 16,2 1 1-16,-5 3-6 15,5 1 0-15,0 6 0 0,0 0 0 16,2 2 0-16,3 0 0 15,-3 1 0-15,6 1 0 16,-3-7 0-16,0 5 0 16,-2-10 0-16,-3-1 0 0,2-11 0 15,0-3 0-15,1-7 0 16,-1-3 0-16,3-12 0 16,-3-7 0-16,7-5 0 15,-2-6 0-15,2-7 0 0,-1-11 0 16,0-5 0-16,-1-12 0 15,0-6 0-15,-4-3 0 16,-1-12 0-16,4-5 0 16,-4-5 0-16,-2-10 0 15,0 0 0-15,0 0 0 0,-10 0 0 16,2-6 0-16,-4-3 0 16,-8-1 0-16,-2 5 0 15,-11-2 0-15,-9 4 0 0,-12 3 0 16,-9 10 0-16,-19 0 0 15,-4 13 0-15,-17-7 0 16,-1 7-86-16,-1 2-5 0</inkml:trace>
  <inkml:trace contextRef="#ctx0" brushRef="#br2" timeOffset="-17196.66">13143 9818 333 0,'0'0'7'0,"0"0"3"15,0-14 3-15,0 14 2 0,-2-14 1 16,-3 6-1-16,5 8 1 15,-16-17-1-15,2 12-6 16,-4 0-4-16,-5 5-3 0,-4 2-1 16,1 3 0-16,-7 5-1 15,3-2 0-15,1 2 0 16,-1 0 0-16,5 2-1 16,0 1 0-16,4-1 0 0,5 2 0 15,3 4-1-15,-2 1 1 16,8 6 0-16,5 3-1 15,2 5 2-15,2 5-1 16,3 7 1-16,2 7 0 0,3 2 1 16,-5 14 0-16,3 1 1 15,-4 6-1-15,1 6 1 16,-5 1-1-16,0 5 1 16,0 0-1-16,-2 4 2 15,-1-4-1-15,-1 4 1 0,-1-1 0 16,2 1 1-16,1 0 1 15,2 3-1-15,-3-4 1 16,3 1-2-16,0-4 1 0,0 3-1 16,3-6-1-16,-1-1 0 15,3 0 0-15,0-4-1 16,0-2 1-16,0-3-1 0,-1-1-1 16,2 1 1-16,-1-8-1 15,0 1 0-15,0-2 0 16,-1-4-1-16,1 1 1 15,1-1 0-15,-4-5 0 0,3-1 1 16,-5-6-1-16,3-2 0 16,-3 0 0-16,0-7 0 15,0-1 0-15,-3-2 0 16,3-5 0-16,-5 4 0 16,3-5-1-16,-4 0 1 15,4-2-1-15,-1-1 1 0,1-4 0 16,0 3 0-16,2-5-1 15,-3-1 1-15,3-2 0 16,0-1 0-16,0-1 0 16,-2-2 0-16,-1-5 0 0,3 4 0 15,-2-1 0-15,0 2 1 16,2-3-1-16,-3-2 0 0,0 3 0 16,3-4 0-16,-3 1 1 15,1 2-1-15,0-2 0 16,2-10 0-16,-3 18 0 15,1-8 0-15,-1 2 1 0,1-2-1 16,0 3 0-16,-3-1 1 16,2 1-1-16,1-1 0 15,2 0 2-15,-3 3-2 16,3-5 0-16,0 5 0 16,0-6 0-16,0 4 0 15,0-3 0-15,0 0 0 0,0-2 0 16,0 1 0-16,0 1 0 15,0-10 0-15,0 13 0 16,0-13 0-16,3 12 0 0,-3-12 0 16,0 0 0-16,2 10 0 15,-2-10 0-15,0 0 0 16,0 0 0-16,0 0 0 16,0 0 0-16,0 0-2 0,0 0 2 15,10 7 0-15,-10-7 0 16,0 0 0-16,10 5 2 15,-10-5-2-15,13 7 0 16,-4-4 0-16,11-3 0 16,2 0 0-16,6 0 0 15,4-5 0-15,11 0 0 0,1 0 0 16,4 1 0-16,1 1 0 16,-2 0 0-16,-5 3 0 15,-5 0 0-15,-4 0 0 0,-8 0 0 16,-5 0 0-16,-8 6 0 15,-12-6 0-15,7 4 0 16,-7-4 0-16,0 0 0 0,-7 10-23 16,7-10-62-16,0 0-5 15</inkml:trace>
  <inkml:trace contextRef="#ctx0" brushRef="#br2" timeOffset="-15563.08">13388 10179 405 0,'0'0'7'0,"0"0"3"0,6-10 2 0,-6 10 3 16,5-10 0-16,-5 10 0 15,4-10 1-15,-4 10 0 16,0 0-16-16,9 14 0 16,-9 6 0-16,2 8 0 0,0 4 0 15,1 6 0-15,2 1 0 16,-1 0 0-16,-4 1 0 0,3-2 0 16,-3-9 0-16,2 1 0 15,-2-8 0-15,0-2 0 16,0-5 0-16,0 0 0 15,-2-8 0-15,2-7 0 16,-3 10 0-16,3-10 0 0,0 0 0 16,0 0 0-16,0 0-12 15,0-7-75-15,0 7-2 16</inkml:trace>
  <inkml:trace contextRef="#ctx0" brushRef="#br2" timeOffset="-14763.27">14408 10228 406 0,'0'0'7'0,"0"0"2"0,2-12 2 0,-2 12 1 15,0-10 1-15,0 10 0 0,-2-10 1 16,2 10-1-16,-12-3-6 15,-1 9-1-15,1 6-6 16,-2 5 0-16,7 4 0 0,0 4 0 16,7 1 0-16,0 4 0 15,10-6 0-15,8-2 0 16,7-1 0-16,1-6 0 16,12-6 0-16,-3-4 0 0,4-5 0 15,-2-2 0-15,-5-10 0 16,-2-3 0-16,-7-6 0 15,-5-4 0-15,-9 2 0 16,-9-8 0-16,-4 2 0 16,-14-1 0-16,-1 3 0 0,-9 3 0 15,1 6 0-15,-6 3 0 16,4 10 0-16,-4 5 0 16,6 5 0-16,4 4 0 15,5 9-20-15,2 5-65 0,11-3-3 16</inkml:trace>
  <inkml:trace contextRef="#ctx0" brushRef="#br2" timeOffset="-14230.33">15173 10211 422 0,'0'0'6'0,"0"0"2"0,-5-10 1 15,5 10 2-15,-8-8-1 16,8 8 1-16,-14-2-1 16,4 2 1-16,2 8-7 0,-2 4-1 15,3 3-3-15,0 5 0 16,1 5 0-16,3-1-1 16,3 1 2-16,9-2 0 15,3-2 0-15,8-3 0 0,4-6 0 16,6-5 1-16,4-4-2 15,5-3 0-15,-2-7 0 16,-3-3 0-16,-1-8 0 16,-8-1 0-16,-5-3 0 0,-8-6 0 15,-12 2 0-15,-3-5 0 16,-13 1 0-16,-5 0 0 16,-6 9 0-16,-5-2 0 15,-1 8 0-15,-1 5 0 0,-2 10 0 16,4 3 0-16,10 12-10 15,-3 2-75-15,16 1-2 16</inkml:trace>
  <inkml:trace contextRef="#ctx0" brushRef="#br2" timeOffset="-13830.23">16251 10050 489 0,'0'0'2'0,"0"0"0"0,0 0 1 16,-10-3-1-16,10 3 1 15,-17 8-1-15,5 2 0 16,-1 7 1-16,-2 1-3 0,5 6 0 15,3 3 0-15,2 1 0 16,5 4 0-16,7-7 0 16,11 0 0-16,7-11 0 0,4 1 1 15,4-10-1-15,2-5 2 16,2-2-2-16,-5-13 0 16,-2-6 0-16,-8-5 0 15,-7-1 0-15,-8-6 0 16,-7 1 0-16,-7-3 0 0,-13 7 0 15,-10 2 0-15,-2 11 0 16,-13 5 0-16,3 13-15 16,-3 4-70-16,3 8-3 15</inkml:trace>
  <inkml:trace contextRef="#ctx0" brushRef="#br2" timeOffset="-13046.43">13436 11194 427 0,'0'0'5'0,"0"0"2"0,-10-5 0 0,10 5 1 15,-20 0 1-15,8 0 0 16,-6 8 1-16,1 7 0 0,-1 5-5 15,4 4-1-15,1 7-1 16,6-2-1-16,4 2-1 16,3 2 0-16,5-3 2 15,10-7-3-15,7-5 0 0,5-5 0 16,3-5 0-16,5-8 0 16,-4-3 0-16,6-8 0 15,-7-7 0-15,0-4 0 16,-11-3 0-16,-4-4 0 15,-10-4 0-15,-5 0 0 0,-10 1 0 16,-10 5 0-16,-8 5 0 16,-1 4 0-16,-6 12 0 15,1 2 0-15,6 12 0 16,-2 9-85-16,15 1-3 0</inkml:trace>
  <inkml:trace contextRef="#ctx0" brushRef="#br2" timeOffset="-10363.09">14371 11151 390 0,'0'0'6'0,"0"0"4"0,0 0 1 0,2-8 3 0,-2 8 0 0,0 0 1 16,0-13 0-16,0 13 0 15,-7-5-5-15,7 5-5 16,-18 7-1-16,8 8-2 0,-3 6-2 16,4 4 0-16,-3 1 0 15,1 6 0-15,4 4 0 16,2-5 0-16,5 1 0 16,5-4 0-16,4-3 0 15,7-6 0-15,6-4 0 0,0-8 0 16,3-1 0-16,3-6 0 15,-1-3 0-15,0-10 0 16,-5 1 0-16,-2-7 0 0,-4-6 0 16,-7-3 0-16,-4-1 0 15,-5-1 0-15,-9-5 0 16,-7 8 0-16,-5-3 0 16,-2 7 0-16,-5 6 0 0,1 8 0 15,0 9 0-15,1 1 0 16,2 7 0-16,14 2-77 15,3 8-11-15</inkml:trace>
  <inkml:trace contextRef="#ctx0" brushRef="#br2" timeOffset="-8863.78">15038 11219 288 0,'0'0'10'0,"0"0"4"0,0 0 4 16,0 0 1-16,0 0 3 15,0 0 1-15,0 0-1 0,0 0 2 16,0 0-8-16,8 5-4 16,-8-5-2-16,15 2-1 15,0 1-1-15,4-3-1 16,4 0 2-16,5 0-9 16,-1 0 0-16,3-3 0 0,0 1 0 15,-3-3 0-15,-5 3 0 16,0-1 0-16,-6 1 0 15,-8-1 0-15,-8 3 0 16,16 0 0-16,-16 0 0 0,0 0 0 16,0 0 0-16,0 0 0 15,0 0 0-15,0 0 0 16,0 0 0-16,0 0 0 0,0 0 0 16,-7 5 0-16,7-5 0 15,0 0 0-15,-10 0-59 16,10 0-28-16,-13 5-4 15</inkml:trace>
  <inkml:trace contextRef="#ctx0" brushRef="#br2" timeOffset="-8529.7">15534 10994 455 0,'0'0'4'0,"0"0"3"16,12 0 1-16,-12 0 1 0,0 0-1 16,0 0 1-16,7 5-1 15,-7 8-5-15,0 3-3 16,-5 9 0-16,-2 0 0 16,4 9 0-16,-1 4 0 0,0 1 0 15,2-4 0-15,2 0 0 16,0-3 0-16,2-2 0 15,2-5 0-15,-2-6 0 0,3 1 0 16,-5-8 0-16,2 1 0 16,-2-13 0-16,3 12 0 15,-3-12 0-15,0 0 0 16,0 0 0-16,0 0 0 16,0 0 0-16,0 0-56 15,0 0-31-15</inkml:trace>
  <inkml:trace contextRef="#ctx0" brushRef="#br2" timeOffset="-7396.85">16174 11082 430 0,'0'0'8'0,"0"0"0"0,0 0 3 0,0 0 0 15,0 0 1-15,0 0 0 16,0 0 0-16,0 0-5 15,-12 11-7-15,-4 3 0 16,2 7 0-16,2 6 0 0,-1 0 0 16,8 8 0-16,5-3 0 15,5-3 0-15,10-1 0 0,7-3 0 16,10-6 0 0,0-5 0-16,7-6 0 0,-5-5 0 15,1-3 0-15,-3-5 0 16,-4-8 0-16,-9-4 0 15,-4-5 0-15,-9-3 0 16,-6-2 0-16,-3-5 0 0,-15-3 0 16,-4 4 0-16,-5 0 0 15,-8 6 0-15,-2 6 0 16,-1 8 0-16,-2 7 0 0,11 7 0 16,-6 6 0-16,15 11-72 15,8 0-18-15</inkml:trace>
  <inkml:trace contextRef="#ctx0" brushRef="#br2" timeOffset="-6263.58">13384 12121 456 0,'0'0'4'0,"0"0"1"0,0 0 1 0,-5-3 0 16,-5 3 1-16,0 3-1 15,-8 4 1-15,-1 4 0 0,-4 3-4 16,1 8-1-16,3 0 0 16,1 6-2-16,6-1 0 15,1 0 0-15,11-2 0 16,8-2 0-16,7-6 0 16,7-5 0-16,6-4 0 0,4-6 0 15,0-2 0-15,2-7 0 16,2 0 0-16,-9-11 0 15,0 3 0-15,-7-5 0 16,-7 3 0-16,-6-6 0 0,-7 1 0 16,-7 0 0-16,-9-3 0 15,-1 6 0-15,-8-5 0 16,3 8 0-16,-3 1 0 16,6 7 0-16,-4 3-33 0,11 5-52 15,12 0-5-15</inkml:trace>
  <inkml:trace contextRef="#ctx0" brushRef="#br2" timeOffset="-5696.68">14357 11991 427 0,'0'0'7'0,"0"0"3"0,-4-8 1 0,4 8 3 0,0 0 0 0,-3-13 0 16,3 13 0-16,0 0-14 15,0 0 0-15,-5 14 0 16,5 6 0-16,-2 5 0 16,0 5 0-16,2 2 0 0,-3 8 0 15,1 0 0-15,2-6 0 16,0 1 0-16,0-3 0 15,0-5 0-15,0-4 0 16,0-6 0-16,5-3 0 0,-5-14-27 16,-13 16-58-16,13-16-4 15</inkml:trace>
  <inkml:trace contextRef="#ctx0" brushRef="#br2" timeOffset="-4713.58">15424 12008 448 0,'0'0'5'0,"0"0"3"0,0 0 0 0,0 0 0 15,0 0 2-15,-5-8 0 16,5 8 0-16,-15 0-6 0,3 0-4 16,-4 8 0-16,4 3 0 15,0 9 0-15,-1 5 0 16,6 2 0-16,0 5 0 16,7 1 0-16,0 0 0 0,7-7 0 15,7 0 0-15,2-2 0 16,6-10 0-16,-2-2 0 15,5-6 0-15,0-4 0 16,-3-2 0-16,-2-8 0 16,0-1 0-16,-6-8 0 0,-1-1 0 15,-8-4 0-15,-3 0 0 16,-2-6 0-16,-7-1 0 16,-6-1 0-16,-1 3 0 15,-4 2 0-15,-1 5 0 0,1 5 0 16,-5 5 0-16,4 10 0 15,-1 0 0-15,5 5 0 16,0 5 0-16,15-10-82 0,-5 23-6 16</inkml:trace>
  <inkml:trace contextRef="#ctx0" brushRef="#br2" timeOffset="-4079.82">16174 12014 459 0,'0'0'4'0,"0"0"2"0,-3-10 1 0,3 10 0 15,-9-3 1-15,9 3 1 16,-23-1 0-16,11 1-7 16,-1 8-2-16,-1 3 0 15,1 9 0-15,1 5 0 0,4 0 0 16,4 4 0-16,4 0 0 15,4 2 0-15,8-4 0 16,6-4 0-16,7-6 0 16,-1-7 0-16,6-7 0 0,-1-3 0 15,2 0 0-15,-4-13 0 16,-7-2 0-16,1-3 0 16,-12-4 0-16,-1 0 0 15,-8-3 0-15,-3 0 0 0,-6-2 0 16,-9 2 0-16,-5 6 0 15,-4 1 0-15,-2 8 0 16,-7 5 0-16,2 10 0 0,-1 2-80 16,0 6-8-16</inkml:trace>
  <inkml:trace contextRef="#ctx0" brushRef="#br2" timeOffset="-3330.24">13376 13107 434 0,'0'0'4'0,"0"0"2"0,-7-10 2 0,7 10 0 15,-12-6 1-15,1 2 0 16,1 4 0-16,-4 4 0 16,-1 9-4-16,0 5-2 15,0 7-2-15,3 5-1 16,5 1 0-16,4 4 0 0,3 0 0 15,10-5 0-15,7-5 0 16,8-4 0-16,2-9 1 16,8-1-1-16,2-11 1 0,-2 0 0 15,2-12 2-15,-4-3-3 16,-3-5 0-16,-8-5 0 16,-7-2 0-16,-6 0 0 15,-9-3 0-15,-2 0 0 0,-8 5 0 16,-8 0 0-16,-3 6 0 15,-2 4 0-15,-2 10 0 16,2 3 0-16,7 6-13 0,0 36-68 16,14-25-6-1</inkml:trace>
  <inkml:trace contextRef="#ctx0" brushRef="#br2" timeOffset="-2930.2">14348 13058 483 0,'0'0'3'0,"0"0"-1"0,0 0 2 16,-15-5 0-16,7 5 0 15,-9 0 0-15,2 6 0 16,-2 10-1-16,-3 0-3 0,6 7 0 15,-2 4 0-15,9 1 0 16,4-1 0-16,6-2 0 16,14-3 0-16,1-4 0 15,7-8 0-15,4-3 0 0,6-7 0 16,0-3 0-16,-1-7 0 16,1-8 0-16,-8-1 0 15,-1-3 0-15,-10-3 0 16,-5-4 0-16,-11-4 0 0,-2 4 0 15,-16-2 0-15,-5 7 0 16,-3 4 0-16,-4 5 0 16,-2 11 0-16,4 4-6 0,-2 4-35 15,8 14-45-15,10-1-2 16</inkml:trace>
  <inkml:trace contextRef="#ctx0" brushRef="#br2" timeOffset="-2495.8">15426 12996 465 0,'0'0'3'0,"0"0"2"0,0 0-1 0,-14 0 1 0,14 0-1 0,-18 10 1 15,8 2 0-15,-3 3 0 0,4 5-3 16,4 4-2-16,5 1 1 16,2 2-1-16,10-3 1 15,11 0-1-15,7-5 1 16,7-7-1-16,2-6 1 0,7-6 1 15,-2-3 0-15,-1-7-2 16,-4-8 0-16,-7-4 0 16,-6 0 0-16,-12-5 0 15,-8-1 0-15,-10 2 0 16,-12-4 0-16,-10 5 0 0,-3 3 0 16,-6 7 0-16,-2 5 0 15,5 10 0-15,-1 0 0 16,11 12-18-16,24 3-68 15,-4 2-3-15</inkml:trace>
  <inkml:trace contextRef="#ctx0" brushRef="#br2" timeOffset="-2246.77">16500 12869 511 0,'0'0'0'0,"0"0"0"0,0 0 0 16,0 0 0-16,0 0 0 16,0 0 0-16,-10 9 0 15,4 11 0-15,2 10 0 16,-6 8 0-16,3 6 0 16,-2 8 0-16,5 5 0 0,-1 1 0 15,5-2 0-15,0-9 0 16,5 0-87-16,-1-8-5 15</inkml:trace>
  <inkml:trace contextRef="#ctx0" brushRef="#br2" timeOffset="-1296.88">16609 9612 353 0,'0'0'7'0,"-10"0"3"0,10 0 3 0,-12 0-1 0,12 0 0 15,-8 0 3-15,8 0 1 16,8 0 1-16,11 0-7 16,13 1-2-16,13-1-1 0,11 0-1 15,8 0-1-15,3 4-2 16,7-2-1-16,-4 5 0 15,-5 5-1-15,-10 8 1 0,-9 5-1 16,-14 16 1-16,-9 5-1 16,-11 10 0-16,-9 17 0 15,-3 6 0-15,-5 15 2 16,-5 3-3-16,0 12 0 16,5 5 0-16,0 7 0 0,5 10 0 15,0 3 0-15,10 6 0 16,3 0 0-16,-1 11 0 15,6-4 0-15,-6 1 0 16,2-2 0-16,-1-2 0 0,-1-1 0 16,-4-2 0-16,2-7 0 15,0-2 0-15,3-6 0 16,1-2 0-16,4-7 0 16,-1-12 0-16,0 0 0 0,4-11 0 15,-7-5 0-15,2-10 0 16,-4-9 0-16,-5-11 0 15,0-9 0-15,-5-8 0 0,-2-10 0 16,0-7 0-16,0-10 0 16,-2-2 0-16,2-13 0 15,-10 9 0-15,10-9 0 16,-14 3 0-16,3-3 0 0,-1 0 0 16,0 0 0-16,-6 0 0 15,-2 0 0-15,1 0 0 16,-6 4 0-16,0-1 0 15,-10 3 0-15,-4 1 0 16,-14 2 0-16,-6 1 0 0,-15 8 0 16,-14-6 0-16,-7 11 0 15,-9-7 0-15,7 9 0 16,1-2-59-16,11-11-32 16</inkml:trace>
  <inkml:trace contextRef="#ctx0" brushRef="#br2" timeOffset="473.46">18204 9735 345 0,'0'0'6'0,"0"-11"4"0,0 0 3 0,-5-3 2 16,0-2 0-16,-8-4 1 16,1 3 2-16,-5-5-2 0,-8 5-4 15,-4 4-4-15,-6 1-3 16,-8 6 0-16,-1 4-2 16,-4 2-1-16,-1 8 0 15,1 4-1-15,-1 3-1 16,4 5 0-16,6 2-1 0,4 5 0 15,7 2 0-15,11 1 0 16,7 8-1-16,10-1 1 16,4 5 0-16,15 5 0 15,0 10 0-15,6 3 0 0,0 9 1 16,2 7 1-16,-2 7 0 16,-6 11 0-16,-1 4 1 15,-6 14 0-15,2 0 1 0,-6 4 1 16,0 0 1-16,0 6 0 15,-3-1 1-15,0 4-6 16,-5-5 0-16,0-1 0 16,0-2 0-16,0-1 0 0,-5 1 0 15,0-6 0-15,0-2 0 16,0-5 0-16,3 0 0 16,-2-5 0-16,4-2 0 15,0-6 0-15,0-4 0 16,0-5 0-16,6-2 0 0,-1-9 0 15,2-4 0-15,1-5 0 16,-3-5 0-16,2-5 0 16,-2-5 0-16,2-7 0 0,-1 0 0 15,-1-6 0-15,-5-1 0 16,5-7 0-16,-5-1 0 16,0-3 0-16,0-2 0 15,-3-3 0-15,1 1 0 0,-3 0 0 16,-3-4 0-16,3 1 0 15,3-3 0-15,-3 1 0 16,0-3 0-16,5 1 0 16,-2 0 0-16,2-3 0 0,0 2 0 15,0-1 0-15,0 4 0 16,0-3 0-16,0-1 0 16,0 1 0-16,0-2 0 15,0 2 0-15,0-10 0 16,0 15 0-16,0-15 0 0,0 10 0 15,0-10 0-15,0 0 0 16,0 0 0-16,0 0 0 16,0 0 0-16,12 0 0 0,1-3 0 15,1-4 0-15,11 2 0 16,7-2 0-16,10 1 0 16,8-3 0-16,10 3 0 15,7-1 0-15,2 4 0 0,6 2 0 16,-4 1 0-16,-1 0 0 15,-5 4 0-15,-8 0 0 16,-12 5 0-16,-10-1 0 16,-5-4 0-16,-14 0 0 0,-2 2 0 15,-14-6 0-15,0 0 0 16,0 0 0-16,-11 0 0 16,11 0-12-16,-14-6-75 15,4-6-3-15</inkml:trace>
  <inkml:trace contextRef="#ctx0" brushRef="#br2" timeOffset="1803.54">18266 10068 410 0,'0'0'6'0,"0"0"3"0,0 0 2 0,0-11 2 16,0 11 1-16,0 0 1 15,0-12-1-15,0 12 1 16,0 0-11-16,0 0-4 16,2 20 0-16,1 2 0 0,3 3 0 15,-4 5 0-15,3 4 0 16,2 1 0-16,-2 0 0 16,2-3 0-16,-3-5 0 15,0-2 0-15,4-8 0 16,-6 0 0-16,3-5 0 0,-3-1 0 15,-2-11 0-15,0 10 0 16,0-10 0-16,0 0-9 16,2 10-47-16,-2-10-32 0,11-8 0 15</inkml:trace>
  <inkml:trace contextRef="#ctx0" brushRef="#br2" timeOffset="2440.53">19128 10114 394 0,'0'0'6'0,"0"0"3"0,0-10 3 0,0 10 1 16,-2-10 1-16,2 10 1 0,-5-10-1 15,5 10 1-15,-12-8-6 16,1 8-4-16,-3 8-2 16,1 5-1-16,1-1-2 15,0 8 0-15,-1 2 0 16,6 1 0-16,4 4 0 0,3-4 0 15,7-4 0-15,7-1 0 16,5-4 0-16,6-4 0 16,2-5 0-16,1-2 0 0,2-3 0 15,-1-3 0-15,-1-9 0 16,-7-1 0-16,0-6 0 16,-7-1 0-16,-3-5 0 15,-9-2 0-15,-2 2 0 0,-7-2 0 16,-6-1 0-16,-4 3 0 15,-1 6 0-15,-4 6 0 16,0 4 0-16,2 6 0 16,-1 3 0-16,7 5 0 15,1 5-14-15,8 5-71 0,5 5-2 16</inkml:trace>
  <inkml:trace contextRef="#ctx0" brushRef="#br2" timeOffset="2869.35">19762 10057 468 0,'0'0'4'0,"0"0"0"0,0 0 1 0,0 0-1 0,-10 0 1 0,10 0 0 15,-15 0 0-15,3 11 0 16,-2 0-3-16,3 7-1 16,-2-1-1-16,8 6 0 15,1-1 0-15,4 0 1 0,7 1-1 16,8-3 2-16,10-8-2 16,-1-2 0-16,9-6 0 15,2-1 0-15,0-6 0 16,-3-4 0-16,3-8 0 0,-10-2 0 15,-4-3 0-15,-5-4 0 16,-11 1 0-16,-5-4 0 16,-8 3 0-16,-9-1 0 15,-8 4 0-15,1 6 0 16,-6 3 0-16,2 10 0 0,-2-1 0 16,5 6 0-16,0 7-2 15,11 2-17-15,1 17-50 16,10-11-17-16</inkml:trace>
  <inkml:trace contextRef="#ctx0" brushRef="#br2" timeOffset="3585.99">20647 10040 393 0,'0'0'8'0,"5"-10"4"0,-5 10 2 0,5-18 1 0,-3 9 1 16,1-1 1-16,-1-1 0 0,-2 0 0 16,0 11-15-16,-10-6-2 15,0 6 0-15,-2 0 0 16,-3 10 0-16,-3 8 0 0,4 1 0 15,1 1 0-15,6 5 0 16,4 0 0-16,6 0 0 16,9 0 0-16,10-8 0 15,6-3 0-15,9-3 0 0,5-6 0 16,5-3 0-16,-1-4 0 16,3-10 0-16,-4-4 0 15,-3-3 0-15,-10-9 0 16,-7 0 0-16,-10-3 0 15,-12-2 0-15,-3 2 0 0,-15 1 0 16,-10 5 0-16,-5 5 0 16,-7 8 0-16,0 10 0 15,-4 2 0-15,7 12 0 0,-4 5-23 16,13 11-62-16,6-3-4 16</inkml:trace>
  <inkml:trace contextRef="#ctx0" brushRef="#br2" timeOffset="4524.24">18333 11132 395 0,'0'0'7'0,"0"0"2"16,-10-12 2-16,10 12 2 15,-14-14 1-15,3 6 0 0,2 3 0 16,-3 1 0-16,-4 4-7 16,2 6-1-16,-4 9-3 15,6 5-2-15,-1 5 2 16,1 2-3-16,-1 5 0 0,8 0 0 16,5 0 0-16,0-4 0 15,13-1 0-15,6-4 0 16,4-7 0-16,7-6 0 0,4-7 0 15,1-3 0-15,2-3 0 16,-1-7 0-16,-4-6 0 16,-2-4 0-16,-8-5 0 15,-7 1 0-15,-5-10 0 0,-8 3 0 16,-2-2 0-16,-10 3 0 16,-5 3 0-16,-2 5 0 15,-3 5 0-15,-3 6 0 16,4 7 0-16,-1 4 0 15,5 7-2-15,2 6-20 0,4 4-62 16,9 0-3-16</inkml:trace>
  <inkml:trace contextRef="#ctx0" brushRef="#br2" timeOffset="4836.89">19307 10969 487 0,'0'0'4'0,"0"0"1"0,0 0 0 0,0 0 0 0,0 0 0 15,10 7-5-15,-8 4 0 16,-2 3 0-16,0 3 0 0,-2 8 0 15,0 0 0-15,2 7 0 16,0 0 0-16,0 1 0 16,0-4 0-16,0 1 0 15,2-3 0-15,0-2 0 16,-2-8 0-16,6 1-28 0,-3-3-58 16,-1-5-3-16</inkml:trace>
  <inkml:trace contextRef="#ctx0" brushRef="#br2" timeOffset="5670.18">19916 10999 412 0,'0'0'7'0,"0"-7"3"0,0 7 2 0,0-16 1 15,0 7 1-15,-4-1 0 0,1 0-1 16,3 10 1-16,-18-8-12 16,6 8-2-16,-1 10 0 15,1 8 0-15,-1 4 0 0,1 1 0 16,10 6 0 0,-1-2 0-16,3 3 0 0,10-6 0 15,10-1 0-15,-1-3 0 16,9-10 0-16,2-3 0 15,2-5 0-15,0-2 0 0,0-8 0 16,1-6 0-16,-6-3 0 16,-4-8 0-16,-8-2 0 15,-8-2 0-15,-4-7 0 0,-3 4 0 16,-10 0 0-16,-8 2 0 16,-4 3 0-16,-3 7 0 15,-2 8 0-15,-5 7 0 16,7 5 0-16,-5 2 0 15,12 10 0-15,2 4-14 0,7 3-27 16,9 6-45-16,6-2-1 16</inkml:trace>
  <inkml:trace contextRef="#ctx0" brushRef="#br2" timeOffset="6136.73">20917 10837 351 0,'0'0'8'0,"0"0"5"0,0 0 3 0,0-6 1 16,0 6 1-16,0 0 0 15,0-11 0-15,0 11 1 0,0 0-8 16,-12 0-5-16,3 5-3 16,0 7-1-16,0 4-1 15,-1 1-1-15,2 7 1 16,3 0-1-16,3 0 0 16,4 1 2-16,6-5 0 15,7-1 0-15,7-7 1 0,3 1-3 16,5-11 0-16,2-2 0 15,1-2 0-15,-3-11 0 16,-1-4 0-16,-5-3 0 0,-3-7 0 16,-9-1 0-16,-6-4 0 15,-6-2 0-15,-9-1 0 16,-6 6 0-16,-7 4 0 0,-5 5 0 16,-5 10 0-16,-3 7 0 15,0 8 0-15,1 8-10 16,1 12-75-16,8 8-2 15</inkml:trace>
  <inkml:trace contextRef="#ctx0" brushRef="#br2" timeOffset="7087.11">18440 11994 399 0,'0'0'8'0,"0"0"3"0,0 0 2 0,-2-10 1 15,2 10 1-15,-5-8 0 16,5 8 0-16,-18-4 0 0,6 4-9 16,-1 3-6-16,-4 9 0 15,2 5 0-15,-2 3 0 16,6 5 0-16,4 4 0 15,3-1 0-15,4-1 0 16,2 1 0-16,10-6 0 0,3-2 0 16,8-8 0-16,1-2 0 15,3-5 0-15,3-5 0 16,3-5 0-16,-8-2 0 16,2-6 0-16,-7-2 0 15,-3-3 0-15,-10-1 0 0,-3-3 0 16,-4-1 0-16,-6-1 0 15,-11 2 0-15,-4-3 0 16,3 4 0-16,-10 6 0 0,3 8 0 16,-5 3 0-16,3 4 0 15,4 4 0-15,6 11-4 16,2-5-35-16,10 8-46 0,5-2-3 16</inkml:trace>
  <inkml:trace contextRef="#ctx0" brushRef="#br2" timeOffset="7586.9">19213 11914 428 0,'0'0'7'0,"0"0"2"0,0 0 1 0,0 0 0 16,0 0 1-16,-12 1 0 15,12-1 1-15,-18 18-1 0,11-6-9 16,-4 5-2-16,6 5 0 15,1 3 0-15,4-2 0 16,2 2 0-16,5-4 0 16,6-3 0-16,4 2 0 0,8-10 0 15,0-5 0-15,3-5 0 16,4 0 0-16,-5-8 0 16,3-1 0-16,-7-9 0 15,-4 0 0-15,-1-1 0 0,-11-6 0 16,-2 3 0-16,-5 0 0 15,-10-3 0-15,-8 3 0 16,-1 4 0-16,-6 1 0 0,-5 6 0 16,-2 7 0-16,5 4 0 15,-3 3 0-15,7 7 0 16,2 2-10-16,0 3-76 16,19-3-2-16</inkml:trace>
  <inkml:trace contextRef="#ctx0" brushRef="#br2" timeOffset="8453.52">20090 11754 487 0,'0'0'4'0,"0"0"2"0,0-10 1 15,0 10 0-15,0 0-7 0,0 0 0 0,0 0 0 16,-3 5 0-16,1 13 0 16,-2 2 0-16,3 7 0 15,-1 5 0-15,-1 3 0 0,3-1 0 16,0 1 0-16,3-2 0 15,0-7 0-15,3 2 0 16,-3-6 0-16,0-4 0 16,-1-6 0-16,-2-5 0 0,0-7 0 15,0 0 0-15,0 10 0 16,0 5-80-16,0-15-8 16</inkml:trace>
  <inkml:trace contextRef="#ctx0" brushRef="#br2" timeOffset="9387.68">21084 11787 394 0,'0'0'8'0,"0"0"3"0,-5-13 3 15,5 13 0-15,-8-15 1 16,1 5 0-16,-3 4 1 0,-3-8-1 15,1 10-6-15,-7-2-9 16,1 6 0-16,-7 0 0 16,0 6 0-16,0 6 0 0,4 2 0 15,-2 7 0-15,3 1 0 16,5 3 0-16,7-1 0 16,6 1 0-16,4-3 0 0,11 2 0 15,7-13 0-15,4-1 0 16,6-2 0-16,2-6 0 15,1-2 0-15,2-8 0 16,-8-4 0-16,0-7 0 0,-4-4 0 16,-5-4 0-16,-9-8 0 15,-4-10 0-15,-5-2 0 16,0-2 0-16,-5-3 0 16,-2-5 0-16,-4 3 0 15,2 5 0-15,-3 3 0 16,1 6 0-16,-1 14 0 0,5 6 0 15,-4 5 0-15,11 15 0 16,-7 0 0-16,2 10 0 16,5 15 0-16,0 9 0 15,8 9 0-15,-4 8 0 0,9 6 0 16,2 8 0-16,3-3 0 16,1-4 0-16,6 0 0 15,-2-9 0-15,-1-4 0 0,3-9 0 16,-1-5-31-16,-1-6-56 15,0-8-3-15</inkml:trace>
  <inkml:trace contextRef="#ctx0" brushRef="#br2" timeOffset="9953.52">21425 11784 480 0,'0'0'4'0,"0"0"2"0,0 0 1 0,0 0 1 0,0 0-2 0,-5-12-6 16,5 12 0-16,-3-8 0 16,3 8 0-16,0-13 0 15,0 13 0-15,5-8 0 16,-5 8 0-16,17-6 0 0,-2 3 0 15,-3 3 0-15,4 0 0 16,1 0 0-16,1 9 0 16,-6-3 0-16,-3 4 0 15,-1 5 0-15,-5-2 0 0,-3 3 0 16,-3 4 0-16,-7 0 0 16,3 1 0-16,-5-4 0 15,-2-1 0-15,2 2 0 16,0 0 0-16,2-8 0 0,3 0 0 15,7-10 0-15,-10 13 0 16,10-13 0-16,-5 10 0 16,5-10 0-16,0 0 0 0,10 0 0 15,-1 0 0-15,4 0 0 16,2-4 0-16,3-2 0 16,1 2 0-16,1 0 0 15,-3-4 0-15,1 3 0 16,-3 3 0-16,-3-4 0 15,-2 4 0-15,-10 2 0 0,11-2 0 16,-11 2 0-16,0 0 0 16,0 0 0-16,0 0 0 15,0 0 0-15,-4 4-63 0,4-4-27 16</inkml:trace>
  <inkml:trace contextRef="#ctx0" brushRef="#br2" timeOffset="10503.45">21305 12762 452 0,'0'0'5'0,"0"0"3"0,0 0 2 0,0 0 1 0,5 0 0 16,-5 0 1-16,0 0-10 16,2 6-2-16,-2 9 0 15,0 2 0-15,-2 8 0 0,-3 4 0 16,3 3 0-16,2 5 0 16,0-2 0-16,2 3 0 15,5-9 0-15,6 4 0 16,-5-14 0-16,-1 4-81 0,5-7-9 15</inkml:trace>
  <inkml:trace contextRef="#ctx0" brushRef="#br2" timeOffset="11285.85">18425 13012 335 0,'0'0'9'0,"0"0"4"0,0 0 3 0,-15-4 4 0,6 4-1 16,-2 0 1-16,-1 0 1 16,-6 4 0-16,-1 4-9 15,1 7-3-15,-2 3-4 0,8 4-2 16,0 5-1-16,4 0-1 16,5 3 0-16,3 0 0 15,13-3-1-15,4-3 1 16,8-3 1-16,5-10-2 0,7-3 0 15,0-8 0-15,1 0 0 16,-3-9 0-16,2-7 0 16,-2-3 0-16,-10-3 0 15,-5-3 0-15,-8-5 0 0,-10 0 0 16,-2-2 0-16,-4 1 0 16,-12 0 0-16,-2 2 0 15,-1 4 0-15,-6 2 0 0,3 8 0 16,2 8 0-16,0 4 0 15,8 9 0-15,-2 3-26 16,10 7-60-16,4 1-3 16</inkml:trace>
  <inkml:trace contextRef="#ctx0" brushRef="#br2" timeOffset="11703.14">19133 12921 453 0,'0'0'5'0,"0"0"1"0,0 0 1 0,-10-7 0 16,10 7 0-16,-14 2 0 0,3 5 0 15,-3 3 0-15,3 10-5 16,4-1-1-16,0 6-1 15,5 0 2-15,2 0-2 0,9-3 0 16,4-4 0-16,11-3 0 16,1-8 0-16,7-2 0 15,3-5 0-15,6-7 0 0,-4-6 0 16,0-1 0-16,-5-7 0 16,-5-1 0-16,-4-5 0 15,-11 0 0-15,-10-5 0 16,-4 2 0-16,-15-2 0 0,-8 2 0 15,-2 5 0-15,-8 6 0 16,0 1 0-16,1 11 0 16,-2 7 0-16,6 1 0 15,11 16-14-15,1 22-62 16,11-22-10-16</inkml:trace>
  <inkml:trace contextRef="#ctx0" brushRef="#br2" timeOffset="12203.54">20132 12753 475 0,'0'0'4'0,"0"0"1"0,0 0 1 0,0 0 0 15,0 0 0-15,0 0 0 16,-7 7-3-16,-6 3-3 15,-4 7 0-15,3 5 0 0,1 3 0 16,2 5 0-16,2 0 0 16,9-1 0-16,2-1 0 15,11-7 0-15,4-3 0 16,3-5 0-16,5-8 0 0,5-3 0 16,-6-4 0-16,4-6 0 15,-6-6 0-15,1-6 0 16,-9-3 0-16,-3-1 0 15,-9-4 0-15,-2-1 0 16,-13-1 0-16,-6 0 0 0,-6 6 0 16,-5 4 0-16,-4 5 0 15,-1 7 0-15,-3 1-6 0,10 7-79 16,9 7-3 0</inkml:trace>
  <inkml:trace contextRef="#ctx0" brushRef="#br2" timeOffset="13220.21">21149 9478 365 0,'0'0'7'0,"0"0"1"0,0-10 2 0,0 10 0 15,12-11 1-15,6 4 1 16,9 0 1-16,10 0 0 16,13 2-6-16,6-2-1 15,12 4-1-15,2-2-1 0,6 5-1 16,-3 0-1-16,-9 8-1 15,-4 4 0-15,-13 5-1 16,-10 10 1-16,-12 11 0 0,-7 6-1 16,-9 13 1-16,-6 10 0 15,-3 12 0-15,0 10 1 16,0 8-1-16,0 9 0 0,7 6 0 16,1 6 0-16,2 2 0 15,8 4 0-15,-4-6 1 16,6 4 1-16,2 1 2 15,1-3-1-15,-3 3 2 0,2-1-6 16,-2 1 0-16,-3-1 0 16,5 2 0-16,-6-3 0 15,0 1 0-15,0-3 0 16,-2-8 0-16,-1 0 0 16,2-7 0-16,2 1 0 15,-2-11 0-15,-2 2 0 0,1-10 0 16,-3-3 0-16,-1-4 0 15,-1-5 0-15,-4-7 0 16,1-2 0-16,1-11 0 0,-5-4 0 16,3-8 0-16,0-7 0 15,0-9 0-15,-3-5 0 16,2-4 0-16,-2-5 0 16,-2-12 0-16,0 11 0 0,0-11 0 15,-18 1 0-15,4-1 0 16,-6 0 0-16,-10 3 0 15,-3-3 0-15,-8 3 0 16,-7 1 0-16,-7 4 0 0,-7 2 0 16,-3 0 0-16,3 2 0 15,0 3 0-15,7-3 0 16,13 4 0-16,20-7-86 16,5-1-3-16</inkml:trace>
  <inkml:trace contextRef="#ctx0" brushRef="#br2" timeOffset="13620.14">22575 11234 509 0,'0'0'2'0,"0"0"-2"0,-10-2 0 0,10 2 0 15,0 0-3-15,-11-8-12 0,11-2-66 16,0 10-3-16</inkml:trace>
  <inkml:trace contextRef="#ctx0" brushRef="#br2" timeOffset="14619.6">23531 9899 393 0,'0'0'7'0,"0"-11"2"0,0 11 1 0,-7-16 1 16,-5 6 0-16,-3 2 0 16,-6 3 0-16,-5 3 0 0,-10 2-7 15,-2 10-3-15,2 7-1 16,-1 8 0-16,7 7-1 16,8 5 0-16,5 7 0 15,8 6 0-15,9 2 0 0,14 8 1 16,5 4 1-16,6 3-1 15,2 4 1-15,5 4 0 16,2 5 0-16,-3-2 0 16,-1 5 0-16,-3 3 0 0,-4 1 2 15,-4 2 1-15,-3 5 0 16,-3 1 1-16,-4-1 0 16,-2 5-1-16,-4-5 1 15,-1 2-5-15,-2-1 0 0,0-4 0 16,-2-2 0-16,-5-4 0 15,2-6 0-15,1-7 0 16,0-3 0-16,1-7 0 16,1-10 0-16,2-7 0 0,0-8 0 15,0-2 0-15,2-13 0 16,-2 0 0-16,3-5 0 16,-2-1 0-16,2-8 0 15,-3 1 0-15,0-9 0 0,0 12 0 16,0-12 0-16,0 0 0 15,0 0 0-15,13 3 0 16,-3-3 0-16,3 0 0 0,4 0 0 16,3 0 0-16,3-3 0 15,1 3 0-15,3 0 0 16,1 0 0-16,-1 0-7 16,1 3-3-16,-12-3-9 15,5 0-23-15,-6 1-42 0,-5-1-1 16</inkml:trace>
  <inkml:trace contextRef="#ctx0" brushRef="#br2" timeOffset="15253.12">23782 10057 403 0,'0'0'5'0,"0"0"3"0,6-10 2 0,-6 10 2 0,0-10-2 0,0 10 2 15,-4-9-1-15,4 9 1 16,-14 0-5-16,7 9-4 16,-10 9-1-16,9 3-1 15,-4 10-1-15,3 1 0 0,5 3 0 16,4-1 0-16,4-2 0 16,10-1 0-16,1-5 1 15,11-5 0-15,2-9 0 0,2-8 0 16,2-4 0-16,-5-6 1 15,1-10 1-15,-9-6-1 16,-1-7 1-16,-9-6-3 16,-9-3 0-16,-2 1 0 15,-10-2 0-15,-8 9 0 0,-3 1 0 16,-3 11 0-16,-2 11 0 16,3 7 0-16,-2 9 0 15,9 16 0-15,1 10-9 16,12 10-29-16,3 6-46 0,4-1-3 15</inkml:trace>
  <inkml:trace contextRef="#ctx0" brushRef="#br2" timeOffset="15686.32">23934 10832 438 0,'0'0'4'0,"0"0"2"0,0 0 0 0,-12 3 1 0,12-3 0 0,-18 15 0 0,6 0 0 16,0-4 1-16,1 10-5 15,4 1-1-15,7-2 0 0,0 5 0 16,10-5 0-16,3-5 1 16,6-2-1-16,6-7 1 15,2-3-1-15,1-3-2 0,-3-9 0 16,0-4 0-16,-6-8 0 16,-1-6 0-16,-9 0 0 15,-1-4 0-15,-8-5 0 16,-10 4 0-16,-2 0 0 0,-8 5 0 15,0 4 0-15,-5 13 0 16,-2 5 0-16,4 10 0 16,1 5-14-16,7-4-53 15,2 23-19-15</inkml:trace>
  <inkml:trace contextRef="#ctx0" brushRef="#br2" timeOffset="16086.31">24016 11443 436 0,'0'0'3'0,"0"0"1"16,0 0 2-16,-7-3 0 15,7 3 1-15,-13 3 0 16,13-3 0-16,-15 16 1 0,8-3-2 16,-1 2-2-16,3 2-2 15,5 0 1-15,0 1-1 16,5-1 0-16,10-2-1 16,2-8 1-16,1-2-1 0,7-5 0 15,2 0 2-15,-5-10-3 16,1-5 0-16,-8-4 0 15,0-3 0-15,-13-3 0 0,-2 1 0 16,-5-4 0-16,-13 3 0 16,-1 3 0-16,-6 4 0 15,-2 8 0-15,-3 9 0 0,0 1 0 16,7 11-36-16,6 7-47 16,0 7-4-16</inkml:trace>
  <inkml:trace contextRef="#ctx0" brushRef="#br2" timeOffset="16319.53">24036 11872 486 0,'0'0'0'0,"0"0"1"0,-2 18-1 15,2-2 1-15,0 3-1 16,0 11 1-16,2 5 0 16,3 4-1-16,0 3-2 0,4 5-8 15,-1-1-20-15,0-5-50 16,-1-1-3-16</inkml:trace>
  <inkml:trace contextRef="#ctx0" brushRef="#br2" timeOffset="16969.77">24168 9864 375 0,'0'0'6'0,"0"0"3"16,0 0 0-16,0 0 3 16,4 3 0-16,8-3 1 15,6 0 0-15,5 0 1 0,6 0-7 16,9 2-1-16,-1 3-1 15,8 5-3-15,-6 5-1 16,-1 7 0-16,-6 8-1 16,-5 9 1-16,-9 11-1 0,-3 7 1 15,-8 9-1-15,-2 7 1 16,0 11 0-16,-2 3 0 16,-3 9 1-16,2 6-1 15,3 2 0-15,0 2 3 0,2 3-1 16,6 0 0-16,-3 1 0 15,5-4 1-15,2 1-4 16,1-9 0-16,-4-4 0 16,9-2 0-16,-6-10 0 0,3-5 0 15,-2-5 0-15,-1-10 0 16,-2-11 0-16,-1-3 0 16,2-6 0-16,-4-10 0 0,-5-2 0 15,1-8 0-15,-5-2 0 16,-3-5 0-16,0 0 0 15,-11-3 0-15,-3-2 0 16,-11 1 0-16,0 0 0 16,-10 2 0-16,-7-3 0 0,-8 2 0 15,-5 0 0-15,-5 5 0 16,-7 8-50-16,3-7-35 16,2 1-2-16</inkml:trace>
  <inkml:trace contextRef="#ctx0" brushRef="#br2" timeOffset="21136.48">8106 14543 252 0,'0'0'4'0,"0"0"4"0,0 0 1 0,0 0 3 16,-7-7 1-16,7 7 2 16,0 0 0-16,-10-8 0 0,10 8-5 15,0 0-3-15,0 0-2 16,0 0 0-16,0 0-2 16,-5 6-3-16,5-6 1 15,0 14 0-15,0-4 0 16,0 3 1-16,0-1 0 0,0 3-1 15,0-2 2-15,3-2-3 16,-1 0 1-16,3 1-1 16,0-5 1-16,2 3 0 15,6-2-1-15,-1 2 1 0,3-3 0 16,5 1 0-16,5-1-1 16,0 3 1-16,9-3 0 15,3 1 0-15,9-6 0 0,3 2 0 16,8-4 1-16,8 0 0 15,5-6-1-15,11-6 1 16,6-4 0-16,10 2 0 0,5-6 0 16,7-2 1-16,4 1 1 15,6-3 1-15,8-3-1 16,4-1 1-16,3 1 0 16,8 0 0-16,10-3-1 15,3 4-1-15,7-5-2 16,2 6 1-16,3-2-2 0,-3 10 1 15,-3-2-1-15,-5 8 0 16,-9 4 0-16,-5 4 0 16,-13 3 0-16,-12 8 1 0,-13 2-1 15,-5 5 0-15,-11 2 0 16,-9 4 1-16,-9 0 0 16,-8 2-1-16,-7 2 1 15,-9 1 0-15,-3 2-1 0,-13-1 1 16,-2-5 0-16,-9 3 0 15,-4-5 0-15,-5-3-1 16,-3-1 1-16,-5-9-1 16,-2-7 1-16,4 9 0 15,-4-9 0-15,0 0 0 0,0 0 0 16,0 0 0-16,10-5 0 16,-6-5 0-16,4-4-1 15,2-4 0-15,5-1 0 16,7-4-1-16,3-2 1 0,8-4-2 15,6 0 1-15,8-2 0 16,8-1-1-16,4 1 1 16,6 0-1-16,9-1 1 15,11 4 0-15,2-1 1 0,9-1 1 16,6 5-1-16,5-2 1 16,8 5 0-16,4 0 0 15,3 4 0-15,5 1 0 16,-1 5-1-16,-1 5 0 0,4-2 0 15,0 7 0-15,-5 2 0 16,0 0 0-16,-2 2 0 16,-3 4 1-16,-2 1-1 15,0 0 0-15,-2 1 1 0,-9 2-1 16,6-3 0-16,-9 1 0 16,4-4 1-16,-1-1-1 15,-5-3 0-15,2-5 0 16,-6-3 0-16,2-4 0 0,-7-6 0 15,-3-1 0-15,-7-3 0 16,-12-6 1-16,-8-1 0 16,-11-1 0-16,-8 0 0 0,-10-4 1 15,-8 1 0-15,-6 1-1 16,-4 3 1-16,-5-4-1 16,-3 7-1-16,-2-2 0 15,-5 8-2-15,0 0-6 16,0 5-21-16,-7 5-52 0,-1-5-1 15</inkml:trace>
  <inkml:trace contextRef="#ctx0" brushRef="#br2" timeOffset="23669.58">8857 14872 383 0,'0'0'5'0,"0"0"1"0,0 0 2 0,0 0 1 15,-5-9 0-15,5 9 1 16,-20-5 1-16,-3 5 0 16,-7 0-4-16,-7-2-1 15,-2 2-2-15,-9 0 0 0,-4 2-1 16,0 1-1-16,0-1 0 15,2 3 0-15,5-1-1 16,6 3 1-16,4-3-2 0,5 1 1 16,10 3 0-16,6 0-1 15,3 1 1-15,9 3 0 16,2 6-1-16,5 1 1 16,5 3 0-16,2 8 0 15,6 5 1-15,-6 4 0 0,8 6 1 16,-3 7 0-16,1 4 1 15,-4 7-1-15,-1 4-1 16,-3 8-2-16,-3 2 0 0,-2 4 0 16,1 2 0-16,-6 7 0 15,0 0 0-15,0 1 0 16,0 0 0-16,0 2 0 16,-6-2 0-16,6 0 0 15,-5-1 0-15,3-3 0 0,-3 5 0 16,3-4 0-16,-4 2 0 15,4-3 0-15,0-3 0 16,-4-45 0-16,4 6 0 16,-1-1 0-16,1 4 0 0,2-1 0 15,0 2 0-15,0-2 0 16,-2 0 0-16,2 0 0 16,-3 3 0-16,3-3 0 15,0 2 0-15,0-4 0 0,0 2 0 16,0-3 0-16,0 4 0 15,0-9 0-15,0 1 0 16,0-40 0-16,0 32 0 16,3 1 0-16,-3-6 0 15,0 0 0-15,0-5 0 16,0 0 0-16,0-22 0 16,0 25 0-16,-3-3 0 15,3-22 0-15,0 0 0 0,0 0 0 16,-2 10 0-16,2 4 0 15,-3-6 0-15,1 3 0 16,2-11 0-16,0 0 0 16,0 0 0-16,0 0 0 15,0 0 0-15,0 0 0 0,0 0 0 16,0 0 0-16,-2 5 0 16,2 0 0-16,-3-1 0 15,3 2 0-15,-3-1 0 16,3 0 0-16,0-1 0 15,-5 1 0-15,5-5 0 16,0 0 0-16,0 0 0 16,0 0 0-16,0 0 0 0,0 0 0 15,0 0 0-15,0 0 0 16,0 0 0-16,0 0 0 16,0 0 0-16,0 0 0 15,0 0 0-15,2 0 0 16,7 0 0-16,60-7 0 15,-39 2 0-15,7 0 0 16,50-5 0-16,-39 3 0 0,13 2 0 16,-2 0 0-16,9-1 0 15,-1 2 0-15,3 1 0 16,-1-2 0-16,1 3 0 16,-8-1 0-16,-3 3 0 15,-4-2 0-15,-6 2 0 16,-4 0 0-16,-45 0 0 0,35 0 0 15,-2 0 0-15,-14 0 0 16,4 0 0-16,-23 0 0 16,0 0-88-16,14 0-3 15</inkml:trace>
  <inkml:trace contextRef="#ctx0" brushRef="#br2" timeOffset="25503.24">13876 14326 271 0,'0'0'6'0,"0"0"2"0,0 0 6 0,12-3 2 15,-5 3 3-15,4 0 1 16,3-2 2-16,4-1 1 16,4-1-5-16,3 1-2 15,7-5-4-15,13 1-3 0,7-3-2 16,10 1-1-16,11-2-1 16,3-2-2-16,7 1 0 15,1 3-1-15,-2-1-1 16,-7 2 0-16,-11 3 0 0,-6 3 1 15,-14-1-1-15,-10 3 1 16,-8 0 1-16,-11 5 0 16,-8 2 0-16,-7 6 0 15,-2 4 0-15,-5 8-1 16,-6 2 1-16,-4 11 0 0,-1 3-3 16,2 12 0-16,-5 4 0 15,1 12 0-15,-1 5 0 16,0 8 0-16,3 8 0 0,1 1 0 15,2 7 0-15,5 2 0 16,-1-1 0-16,4 5 0 16,7-2 0-16,0 0 0 15,0-1 0-15,5-2 0 0,3-2 0 16,-1 0 0-16,1-3 0 16,-4 0 0-16,5-6 0 15,-5-1 0-15,4-2 0 16,-4-7 0-16,1 0 0 15,-2-4 0-15,3-2 0 0,-4-5 0 16,3-3 0-16,-3-4 0 16,1-1 0-16,-1-7 0 15,0 0 0-15,1-5 0 0,-1 0 0 16,1-7 0-16,-3-22 0 16,2 3 0-16,-2 2 0 15,0-3 0-15,0 2 0 16,0 0 0-16,0-2 0 15,0 2 0-15,0-2 0 0,-2-1 0 16,2-1 0-16,-3 2 0 16,1-3 0-16,-1 1 0 15,1-4 0-15,0 4 0 16,-1-4 0-16,1-1 0 16,-1-1 0-16,1-4 0 0,2-8 0 15,-6 17 0-15,6-17 0 16,-2 11 0-16,2-11 0 15,-5 9 0-15,5-9 0 0,-6 12 0 16,6-12 0-16,-4 10 0 16,4-10 0-16,-5 10 0 15,5-10 0-15,0 0 0 16,-4 10 0-16,4-10 0 0,0 0 0 16,-9 8 0-16,9-8 0 15,-9 7 0-15,9-7 0 16,-20 5 0-16,8-5 0 15,-7 3 0-15,1-3 0 16,-5 0 0-16,-5 0 0 0,-4 0 0 16,-5 0 0-16,-2 2 0 15,-4 0 0-15,-4 1 0 16,-1 0 0-16,-2 1 0 16,4 2 0-16,1-2 0 0,-2-1 0 15,10 2-15-15,4 1-75 16,4-6-4-16</inkml:trace>
  <inkml:trace contextRef="#ctx0" brushRef="#br2" timeOffset="29469.58">8953 15088 402 0,'0'0'4'0,"0"0"3"0,0 0 2 0,0 0 1 15,0 0 1-15,-12 0-1 16,12 0 1-16,-15 16 1 0,6-4-5 15,-2 8-3-15,1 5-2 16,1 4 0-16,6 4-2 16,1 2 1-16,2-4 0 15,5 2 0-15,9-9 0 0,4-2 1 16,1-11-1-16,6-4 1 16,0-7 0-16,3-3 0 15,-3-9 0-15,-1-7 0 16,-1-4 1-16,-6-7-3 15,-7 0 0-15,-5-4 0 0,-5-1 0 16,-10 0 0-16,-10 3 0 16,-5 5 0-16,-7 5 0 0,-3 12 0 15,0 4 0-15,-2 12 0 16,5 8 0-16,7 14-22 16,8-3-63-16,4 2-4 15</inkml:trace>
  <inkml:trace contextRef="#ctx0" brushRef="#br2" timeOffset="32287.08">10315 14994 377 0,'0'0'7'0,"0"0"3"0,-5-7 1 0,5 7 2 0,0 0 0 0,-7-10 1 15,7 10 0-15,-15 0 0 16,5 6-6-16,3 5-3 16,-4 7-2-16,2 7-2 15,-1 2 0-15,4 2-1 16,1 4 1-16,5-4-1 0,5 1 1 15,11-7 0-15,1-8-1 16,7-3 1-16,6-12 0 16,0 0 1-16,2-8 0 15,-2-4 0-15,0-5 2 0,-7-6-1 16,-5-1-1-16,-10-4-2 16,-2-2 0-16,-8-2 0 15,-10 0 0-15,-13 0 0 0,-8 5 0 16,-7 4 0-16,-4 9 0 15,-2 8 0-15,7 9 0 16,-3 22-73-16,17-14-15 16</inkml:trace>
  <inkml:trace contextRef="#ctx0" brushRef="#br2" timeOffset="35051.97">11639 14922 399 0,'0'0'7'0,"0"0"3"0,-4-9 3 16,4 9 2-16,-3-9 2 16,3 9 1-16,-5-11 1 0,5 11-6 15,0 0-13-15,-2-10 0 16,2 10 0-16,0 0 0 16,0 10 0-16,0 7 0 15,0 6 0-15,0 4 0 0,0 4 0 16,0 7 0-16,0 1 0 15,2-1 0-15,3-1 0 16,2-5 0-16,1-5 0 0,0-4-27 16,2-7-62-16,-1-5-3 15</inkml:trace>
  <inkml:trace contextRef="#ctx0" brushRef="#br2" timeOffset="38086.14">13373 14687 397 0,'0'0'7'0,"0"0"2"0,0 0 2 16,0 0 3-16,0 0 0 15,0-7 1-15,0 7 0 16,0 0 1-16,-12-3-7 0,12 3-5 15,-17 8-4-15,9 4 0 16,-1 3 0-16,4 7 0 16,3 3 0-16,2 0 0 15,2 0 0-15,12-3 0 16,7 1 0-16,9-6 0 0,4-8 0 16,6-3 0-16,3-6 0 15,-4-3 0-15,0-8 0 16,-4-5 0-16,-5-4 0 15,-10-5 0-15,-8 0 0 0,-12-2 0 16,-5-3 0-16,-15 0 0 16,-6 6 0-16,-7 4 0 15,-5 8 0-15,1 9 0 0,-5 3 0 16,13 12-27-16,1 8-59 16,8 3-3-16</inkml:trace>
  <inkml:trace contextRef="#ctx0" brushRef="#br2" timeOffset="39720.33">9122 15946 398 0,'0'0'6'0,"0"0"3"0,0 0 2 15,-10-3 3-15,10 3-1 16,0 0 3-16,0 0 0 16,-9-2 0-16,9 2-6 15,0 0-8-15,0 7-2 0,0 3 0 16,2 8 0-16,1 2 0 15,1 7 0-15,1 2 0 16,0 3 0-16,3 3 0 0,-3-2 0 16,2-1 0-16,-4-3 0 15,2-5 0-15,2 0 0 16,-4-8 0-16,1 0-46 16,-1-4-42-16,-3-12-2 15</inkml:trace>
  <inkml:trace contextRef="#ctx0" brushRef="#br2" timeOffset="43053.5">10455 15906 436 0,'0'0'4'0,"0"0"2"0,0 0 0 16,-16 0 1-16,16 0 1 16,-17 0 0-16,4 3-1 0,1 4 1 15,-1 6-3-15,1 6-2 16,3 1 0-16,-2-1-2 15,4 9 1-15,5 0-1 0,2-4 0 16,4-1 0-16,12-7 0 16,1-3 0-16,5-5 1 15,8-8-2-15,2 0 0 0,3-10 0 16,-3-8 0 0,3-1 0-16,-8-5 0 0,-2 1 0 15,-8-5 0-15,-6-1 0 16,-11-4 0-16,-7 3 0 15,-11 9 0-15,-7-3 0 16,-5 10 0-16,-7 4 0 0,1 10 0 16,0 0 0-16,11 5-77 15,0 8-12-15</inkml:trace>
  <inkml:trace contextRef="#ctx0" brushRef="#br2" timeOffset="45369.53">11706 15787 441 0,'0'0'5'0,"0"0"2"0,0 0 2 0,3-7 1 15,-3 7 2-15,0 0-1 16,0-10 1-16,0 10-8 16,-12 0-4-16,2 0 0 0,-3 10 0 15,4 5 0-15,-5 6 0 16,7 5 0-16,-2 0 0 16,6 5 0-16,3 1 0 15,7-2 0-15,3-4 0 0,10-3 0 16,3-8 0-16,4-5 0 15,6-10 0-15,-1 0 0 16,0-15 0-16,0-3 0 16,-2-4 0-16,-11-2 0 15,2-9 0-15,-14 3 0 0,-5-1 0 16,-9 0 0-16,-13 2 0 16,-4 7 0-16,-11 4 0 15,0 11 0-15,-5 2-5 0,3 10-82 16,5 8-1-16</inkml:trace>
  <inkml:trace contextRef="#ctx0" brushRef="#br2" timeOffset="47269.75">13488 15611 429 0,'0'0'5'0,"0"0"2"0,0 0 1 16,0 0 1-16,0 0 1 0,0 0-1 16,-5-7 1-16,5 7-1 15,-15 10-4-15,5 5-3 16,1 2-1-16,1 5-1 16,3 6 0-16,0-1-1 0,5 0 1 15,2-3-1-15,11-3 1 16,4-4 0-16,6-5 1 15,7-9-1-15,1-3 1 16,7-3 0-16,-1-9 1 16,-1-5 0-16,-7-4 0 0,-2-3-2 15,-7-3 0-15,-10 0 0 16,-10-6 0-16,-8 4 0 16,-14 4 0-16,-2 3 0 15,-8 7 0-15,-4 9 0 0,-6 6 0 16,12 13-4-16,13 1-83 15,-3 7-2-15</inkml:trace>
  <inkml:trace contextRef="#ctx0" brushRef="#br2" timeOffset="49436.27">9195 16729 392 0,'0'0'3'0,"0"0"2"0,0 0 1 0,0 0 0 16,0 0 0-16,-2 7 1 16,2-7 1-16,-11 18 0 0,6-6-3 15,-2 5 0-15,1 5-2 16,5-2 1-16,-2 7 0 15,3-2-1-15,0 0 0 16,10-3-1-16,2-2 1 0,3-5-1 16,5-2 0-16,-3-9-1 15,8-1 1-15,0-6 1 16,2-6-1-16,-2-7 2 0,0-4 1 16,-2-5-1-16,-4-1 1 15,-6-4 0-15,-4-2-2 16,-6 1-3-16,-3 2 0 15,-10 2 0-15,-8 0 0 16,-1 10 0-16,-6 6 0 0,0 9 0 16,-2 2 0-16,5 13-19 15,4 1-65-15,6 3-5 16</inkml:trace>
  <inkml:trace contextRef="#ctx0" brushRef="#br2" timeOffset="51121.58">10571 16558 442 0,'0'0'5'0,"0"0"2"0,0 0 3 16,0 0 1-16,0 0 1 16,0 0 0-16,0 0 0 0,0 0-12 15,0 22 0-15,0 4 0 16,0 12 0-16,0 2 0 16,2 9 0-16,2-2 0 15,5-6-38-15,-2 8-48 0,3-13-2 16</inkml:trace>
  <inkml:trace contextRef="#ctx0" brushRef="#br2" timeOffset="54903.23">11794 16446 381 0,'0'0'8'0,"0"0"1"0,0 0 3 0,0 0 2 16,-10-3 1-16,10 3 1 16,-13 0 2-16,6 0-1 0,-3 5-7 15,-1 6-2-15,2 3-5 16,-3 4-3-16,1 7 0 16,2 7 0-16,4 0 0 15,0 3 0-15,5-1 0 16,5 1 0-16,7-8 0 15,6-2 0-15,7-7 0 0,2-11 0 16,5-7 0-16,3 0 0 16,-3-10 0-16,-2-5 0 15,-5-10 0-15,-1-5 0 16,-11-2 0-16,-3-2 0 0,-9-6 0 16,-1 1 0-16,-8-1 0 15,-8 5 0-15,-3 5 0 16,-4 11 0-16,-2 9 0 0,0 7 0 15,6 10 0-15,12 9-87 16,-11 4-2-16</inkml:trace>
  <inkml:trace contextRef="#ctx0" brushRef="#br2" timeOffset="56338.27">13533 16374 372 0,'0'0'6'0,"0"0"4"0,0 0 3 0,0 0 1 0,0 0 1 16,0 0 0-16,-5 0 1 15,5 0 0-15,-20 23-5 16,7-6-5-16,-1 5-2 16,-2 8-3-16,2-3 0 0,4 6-2 15,2-1 1-15,8-3-1 16,3-4 1-16,10-6 0 16,6-6-1-16,8-5 0 15,6-8 3-15,-1-10-1 0,3-8 0 16,3 0 1-16,-6-8 1 15,-2-2 0-15,-8 2 0 16,-5-7-3-16,-10 6 0 0,-7-3 0 16,-9 6 0-16,-14 4 0 15,-2 7 0-15,-10 6 0 16,5 7 0-16,-11 15-83 16,8 0-6-16</inkml:trace>
  <inkml:trace contextRef="#ctx0" brushRef="#br2" timeOffset="57403.11">9311 17340 330 0,'0'0'8'0,"0"0"3"0,0 0 5 0,0 0 0 0,0 0 3 0,-10-7 0 15,10 7 1-15,-9-3 0 16,9 3-7-16,-13 0-3 0,13 0-4 16,-12 3-1-16,12-3-2 15,-15 12-1-15,7-2 0 16,3 5-1-16,0-2 0 16,3 2 0-16,2 2 0 0,0-2-1 15,7 3 0-15,3-4 1 16,3-2-1-16,1 1 0 15,6-3 1-15,1-6-1 16,0-1 1-16,2-3-1 0,0-5 1 16,-3-5 2-16,15-15-3 15,2-16 0-15,-12-5 0 16,-16-1 0-16,-11 5 0 16,-16 10 0-16,-12 7 0 0,-2 18 0 15,15 7 0-15,-6 0 0 16,6 7 0-16,0 4-3 15,4 1-37-15,3 2-47 16,2 1-1-16</inkml:trace>
  <inkml:trace contextRef="#ctx0" brushRef="#br2" timeOffset="58019.56">10514 17350 418 0,'0'0'7'0,"0"0"1"0,0 0 2 15,-3-10 0-15,3 10 2 0,-10-4-1 16,10 4 0-16,-14-3 1 16,3 3-7-16,2 0-2 15,-1 4-1-15,-3 4 0 16,4 1-2-16,-1 2 0 0,-1 4 0 16,4-3 0-16,2 2 0 15,5 4 0-15,0 2 0 16,3-8 0-16,6 4 0 15,7-1 0-15,1-5 0 0,3-3 0 16,2-5 0-16,0-2 0 16,3-2 0-16,0-8 0 15,7-12 0-15,5-19 0 16,-12 0 0-16,-15-6 0 16,-15 8 0-16,-14 6 0 15,-13 13 0-15,-4 11 0 0,4 9 0 16,15 0 0-16,2 7 0 15,5 0-31-15,-4 4-56 16,5 1-3-16</inkml:trace>
  <inkml:trace contextRef="#ctx0" brushRef="#br2" timeOffset="58635.92">11768 17212 392 0,'0'0'7'0,"0"0"4"0,0 0 2 16,0 0 2-16,0-13 1 0,0 13 0 15,0 0 1-15,-12-7 0 16,3 7-10-16,-4 0-7 16,-2 7 0-16,-2 0 0 15,7 1 0-15,3 2 0 0,1 2 0 16,1 1 0-16,0-1 0 16,5 0 0-16,0 1 0 15,5-1 0-15,6 1 0 16,3-1 0-16,1-5 0 15,5-1 0-15,12-2 0 0,18-1 0 16,-1-9 0-16,1-8 0 16,-5-11 0-16,-16-2 0 15,-16-5 0-15,-13 5 0 0,-13 4 0 16,-11 1 0-16,-10 7 0 16,-4 3 0-16,-4 7 0 15,2 5 0-15,2 2 0 16,5 6 0-16,12 9 0 15,13-6-67-15,8-11-22 16</inkml:trace>
  <inkml:trace contextRef="#ctx0" brushRef="#br2" timeOffset="59154.37">13702 16968 373 0,'0'0'8'0,"0"0"5"0,0 0 1 0,-3-9 3 15,3 9 2-15,0 0 2 16,0 0 2-16,-4-10 0 16,4 10-23-16,0 0 0 15,-5 10 0-15,-3 12 0 0,0 13 0 16,4-10 0-16,-1 7 0 15,-2 5 0-15,-2 8-55 16,7 4-35-16</inkml:trace>
  <inkml:trace contextRef="#ctx0" brushRef="#br2" timeOffset="62520.56">1236 14897 214 0,'0'0'11'0,"0"0"7"0,5-4 5 0,-5 4 1 15,3-10 2-15,-3 10 2 16,5-15 1-16,-5 5 1 15,-5 0-10-15,-3 0-5 0,-7 3-7 16,-5-1-1-16,-10 6-2 16,-2-3-2-16,-5 5-1 15,-3 0-1-15,-5 5 0 16,1 1 0-16,1-2-1 16,6 1 1-16,2 0-1 0,3 0 1 15,7 0-2-15,6-2 1 16,3 1-1-16,9 1 1 15,7-5-1-15,-10 17 1 16,10-1-1-16,3 1 0 0,2 5 2 16,4 8-1-16,1 4 1 15,3 8 0-15,-1 5 0 16,1 8 0-16,-1 4 1 16,-2 8-1-16,-2 3 0 0,-1 2-1 15,-2 0 0-15,0 3 0 16,-3-4 0-16,3 5 0 15,-5-7 0-15,0 1 0 16,0-1 0-16,0-3 1 0,-5 3-1 16,0-5 0-16,-2 1 0 15,0-5 0-15,-1 3 0 16,1-4-1-16,-1-1 1 16,3 1-2-16,3-2 2 15,-4-5 1-15,6 0-1 0,0 0 1 16,0-3 0-16,0-1 0 15,0-1 1-15,0-6 1 16,3 2-2-16,0-1 1 0,-3-3 0 16,0 1 0-16,0-3-1 15,2 0 1-15,-2-4 0 16,0-16-2-16,0 2-1 16,0-1 1-16,3 5-1 15,-3-3 1-15,0-1-1 0,0 3 1 16,0 3-1-16,0-3 2 15,0 3 0-15,0 0 0 16,0 0 0-16,0 1 0 16,0 5 0-16,0-1-1 0,0 2 1 15,0 0 0-15,0-2 0 16,0 2-1-16,0-32 0 16,0 30-1-16,0-1 0 15,0-1 0-15,-3 1 0 16,1-1 1-16,2-1-1 0,-3 1 0 15,3-2 1-15,-3 1 0 16,3 1 0-16,-2-3 0 16,2 0 0-16,-3-3 0 15,3 2 0-15,-2-4 0 16,0 3 0-16,-1-4 0 16,3 4 1-16,0-23 0 15,-2 27-1-15,-1 0 0 0,3-27 1 16,-2 25 0-16,2-3-2 15,0-22 2-15,0 0-1 16,-2 12 0-16,2 1 0 16,0-1 1-16,-3 1-1 15,3-13 2-15,0 0-1 16,-2 9-2-16,-2 1 2 16,2 0-1-16,0 4 1 0,2-14-1 15,0 0 1-15,0 0-2 16,0 0 1-16,0 0 0 15,0 0 1-15,0 0-2 16,0 0 1-16,0 0 1 16,-3 4-1-16,1 0 1 0,-1 2-1 15,3-1 1-15,-2 0-2 16,0 0 2-16,-1-1-2 16,-7 2 1-16,10-6 0 15,0 0 1-15,0 0-1 16,3 0 0-16,2 2 2 15,0-2 0-15,52 15 1 16,-27-13-1-16,-3-2-2 16,0 2 0-16,6-2 0 0,-1 3 0 15,3-3 0 1,-1 0 0-16,4 3 0 0,-4 0 0 16,1-2 0-16,-1 2 0 15,-4 0 0-15,0 2 0 16,-5-1 0-16,0 1 0 15,-25-5 0-15,25 8-63 16,-3 2-26-16</inkml:trace>
  <inkml:trace contextRef="#ctx0" brushRef="#br2" timeOffset="64653.54">6949 14762 299 0,'0'0'7'0,"0"0"2"0,0 0 4 15,0 0 0-15,-5-3 0 16,5 3 1-16,0 0 2 0,0 0-1 16,7 0-6-16,3 0-3 15,10 0-1-15,-1-2-2 16,11-1 1-16,6 1 0 16,3-1-1-16,2-2-1 15,5 0 1-15,-4 3-1 0,-2-2 0 16,-2 0 1-16,-12 4-2 15,-3 0 1-15,-3 0-1 16,-6 8 0-16,-3 4 1 0,-6 1-1 16,-3 9 0-16,-2 3 0 15,3 7 0-15,-3 6 0 16,0 5 0-16,-3 7 1 16,1 7-1-16,2 2 1 15,0 8 1-15,0 5 1 0,5 5-1 16,2 2 1-16,0 8-1 15,4-3 2-15,-2 5-2 0,1 3 1 16,3 0-1-16,-3-3 0 16,-1 0-1-16,-1-2 0 15,2-2 0-15,-3-7-1 16,-2 1 0-16,1-1-1 16,-6-4 1-16,0-2 0 15,0-3 0-15,-4 1 1 0,0-4-2 16,-1-2 0-16,0 1 0 15,3-6 0-15,-3-4 0 16,2 1 0-16,1-31 0 16,2 6 0-16,0-7 0 0,-2 3 0 15,-2 1 0-15,2 1 0 16,2-1 0-16,0 1 0 16,-3 1 0-16,1 0 0 15,2 0 0-15,0-3 0 16,-2 0 0-16,-1 5 0 0,3-2 0 15,0-1 0-15,0 1 0 16,0-2 0-16,0-3 0 16,0 3 0-16,0-7 0 0,3 2 0 15,-1-1 0-15,-2-3 0 16,5 1 0-16,-3 0 0 16,-2-20 0-16,0 0 0 15,6 22 0-15,-1 6 0 16,-5-28 0-16,5 19 0 0,-1 1 0 15,-4-20 0-15,0 0 0 16,3 11 0-16,-1-3 0 16,1 3 0-16,-3-1 0 15,0-10 0-15,0 0 0 16,0 10 0-16,0 1 0 16,0-3 0-16,2 5 0 15,-2-13 0-15,0 0 0 0,0 0 0 16,0 0 0-16,0 5 0 15,0 0 0-15,-2 0 0 16,-1-3 0-16,1 6 0 16,2-6 0-16,-15 19 0 15,2-14 0-15,4-3 0 16,-28 11 0-16,12-8 0 16,2-4 0-16,-2 0 0 0,-5-3 0 15,4 2 0-15,-10 1 0 16,1-1 0-16,-2 1-9 15,-2-1-67-15,7-2-11 16</inkml:trace>
  <inkml:trace contextRef="#ctx0" brushRef="#br2" timeOffset="65753.11">1333 15198 409 0,'0'0'6'0,"0"0"2"0,0-13 2 0,0 13 2 0,0-10 2 16,0 10 0-16,-3-14 0 15,3 14 2-15,-19-7-8 16,1 7-8-16,0 1 0 15,-8 9 0-15,0 5 0 0,-3 7 0 16,1 3 0-16,3 7 0 16,6-2 0-16,6 3 0 15,6 1 0-15,7-4 0 16,7-4 0-16,9-2 0 16,8-5 0-16,11-9 0 0,0 0 0 15,2-8 0-15,7-2-4 16,-6 13-64-16,4-16-19 15</inkml:trace>
  <inkml:trace contextRef="#ctx0" brushRef="#br2" timeOffset="66203.2">1569 15205 443 0,'0'0'5'0,"0"0"2"15,0 0 2-15,0 0 0 16,0 0 0-16,0 0 1 0,0 0 0 16,-12 0-1-16,1 13-9 15,2 4 0-15,-1 6 0 16,-2 3 0-16,6 2 0 16,-1 1 0-16,5 1 0 15,2-3 0-15,7-4 0 0,0-7 0 16,8-3 0-16,2-8 0 15,4-5 0-15,1-5 0 16,0-8 0-16,-2-6 0 0,0-3 0 16,-3-6 0-16,-4 1 0 15,-8-7 0-15,-3-1 0 16,-2-2 0-16,-7 2 0 0,-8 3 0 16,-2 1 0-16,-6 10 0 15,3 6 0-15,-5 7 0 16,3 8 0-16,4 8 0 15,4 9 0-15,2 2 0 16,11 9 0-16,1 2 0 0,5 0 0 16,8-3 0-16,4 0 0 15,5-4 0-15,6-9-8 16,4-18-61-16,0 6-18 16</inkml:trace>
  <inkml:trace contextRef="#ctx0" brushRef="#br2" timeOffset="66387.04">1863 15294 450 0,'0'0'3'0,"0"0"2"0,-3 15 1 16,0-6 0-16,0 7 1 16,3-1 0-16,0 4 1 0,0 4-1 15,0-3-5-15,6 2-7 16,-6-1-21-16,7-5-56 15,3 1-4-15</inkml:trace>
  <inkml:trace contextRef="#ctx0" brushRef="#br2" timeOffset="66903.14">2610 15322 457 0,'0'0'4'0,"0"0"2"0,0 0 2 0,0 0 1 15,0 0 0-15,0 0 1 0,0 0-2 16,0 0-8-16,0 0 0 16,5 0 0-16,5 0 0 15,3 0 0-15,6 0 0 16,6 0 0-16,2-6 0 0,10 6-15 15,-2-2-72-15,1-5-1 16</inkml:trace>
  <inkml:trace contextRef="#ctx0" brushRef="#br2" timeOffset="67303.56">3045 15136 477 0,'0'0'3'0,"0"0"1"15,0 0 1-15,-2-10 0 16,2 10 0-16,-16-5 0 16,4 5 0-16,0 0-3 0,-6 5-2 15,0 5 0-15,2 1 0 16,0 7 0-16,3 0 0 15,7 1 0-15,4-1 0 16,2 2 0-16,4-5 0 0,8 2 0 16,6-2 0-16,1-3 0 15,9 1 0-15,-3-3 0 16,0 0 0-16,-5-1 0 16,-1-1 0-16,-3-1 0 0,-7 0 0 15,-6 3 0-15,-3-10 0 16,-10 15 0-16,-8-7 0 15,2 2 0-15,-5-5 0 0,-4 2 0 16,0-7 0-16,4 5-3 16,-2-5-14-16,9-25-56 15,3 18-14-15</inkml:trace>
  <inkml:trace contextRef="#ctx0" brushRef="#br2" timeOffset="67719.55">3316 15077 493 0,'0'0'4'16,"0"0"0"-16,0 0 0 0,0 0 2 15,-5 4-6-15,-5 6 0 16,-2 3 0-16,-6 4 0 16,1-1 0-16,-3 9 0 15,-1 3 0-15,9 2 0 0,0-2 0 16,8-4 0-16,4-5 0 15,7-1 0-15,7-9 0 16,6-3 0-16,3-6 0 0,3-2 0 16,2-11 0-16,-3-5 0 15,0-1 0-15,-5-5 0 16,-1-4 0-16,-11 1 0 16,-2-4 0-16,-6 5 0 0,-6-4 0 15,-6 3 0-15,-5 2 0 16,-1 5 0-16,-5 2 0 15,4 11 0-15,4 6 0 16,0 2 0-16,0 12 0 0,8 8 0 16,2 4 0-16,5 3 0 15,2 2 0-15,10-1 0 16,4-4 0-16,11-12-81 16,-5 9-7-16</inkml:trace>
  <inkml:trace contextRef="#ctx0" brushRef="#br2" timeOffset="67903.13">3631 15183 491 0,'0'0'2'0,"0"0"-1"0,-5 10 1 0,3-1 0 0,0 7 0 15,-1-1 1-15,1 4-1 0,-2 6 0 16,4 2-7-16,-7-2-13 15,-7 2-65-15,14-2-3 16</inkml:trace>
  <inkml:trace contextRef="#ctx0" brushRef="#br2" timeOffset="69153.49">1438 16055 414 0,'0'0'6'0,"0"-10"2"0,0 10 2 0,-4-18 2 0,0 9 0 15,-4-1 0-15,-2-2 1 16,-2 3 0-16,-3 8-5 0,-2 1-5 16,-3 7-3-16,-3 0 0 15,1 5 0-15,0 3 0 0,4 3 0 16,-1 2 0 0,8-1 0-16,4-1 0 0,4 2 0 15,3 0 0-15,10-3 0 16,8 1 0-16,6-4 0 15,-1 1 0-15,4 0 0 0,3-3 0 16,-3-2 0-16,-4 1 0 16,-1-3 0-16,-7 3 0 15,-5-1 0-15,-5 5 0 16,-5-8 0-16,-7 3 0 16,-5 2 0-16,-6-2 0 0,-7 1 0 15,-5-3 0-15,0 3 0 16,-2-4-3-16,2 0-3 15,-2-4-6-15,10 2-22 0,4-2-52 16,6-3-2-16</inkml:trace>
  <inkml:trace contextRef="#ctx0" brushRef="#br2" timeOffset="69603.09">1700 16035 475 0,'0'0'4'0,"0"0"0"0,-2-10 2 16,2 10 0-16,-12 0 1 0,0 0-1 15,4 8-3-15,-7-1-3 16,0 9 0-16,-2 5 0 16,4 4 0-16,-1-3 0 15,3 6 0-15,4-3 0 0,4-4 0 16,6-1 0-16,7-5 0 15,7-7 0-15,1-3 0 16,6-5 0-16,-1-5 0 16,4-10 0-16,1-3 0 0,-1-2 0 15,-4-5 0-15,-2 1 0 16,-8-3 0-16,-8-1 0 16,-5 0 0-16,-2 5 0 15,-14-2 0-15,-5 3 0 0,-2 9 0 16,-2 1 0-16,-2 9 0 15,-1 3 0-15,9 8 0 16,-4 5 0-16,11 4 0 16,6 7 0-16,4 1 0 0,7 0 0 15,10-1 0-15,5-1 0 16,8-3 0-16,7-8-15 16,4-19-61-16,5 8-12 15</inkml:trace>
  <inkml:trace contextRef="#ctx0" brushRef="#br2" timeOffset="69771.25">2024 16067 479 0,'0'0'3'0,"0"0"1"0,-3 6 0 16,3-6 1-16,-4 17 1 16,1-5-1-16,3 5 0 15,-3 6-5-15,3-4 0 16,0 6 0-16,0-3 0 0,6 7-15 15,-6-8-70-15,7-2-3 16</inkml:trace>
  <inkml:trace contextRef="#ctx0" brushRef="#br2" timeOffset="70571.5">2928 15987 415 0,'0'0'7'0,"0"0"2"0,0-11 4 16,0 11 1-16,-2-14 1 15,2 14 0-15,-8-16 1 16,8 16-9-16,-18-13-7 16,4 11 0-16,-4 4 0 0,1 13 0 15,-8 3 0-15,3 3 0 16,2 7 0-16,-1 5 0 15,9-1 0-15,3 0 0 0,6-1 0 16,6-7 0-16,10-3 0 16,3-3 0-16,10-6 0 15,3-9-6-15,11-18-78 16,-3 13-6-16</inkml:trace>
  <inkml:trace contextRef="#ctx0" brushRef="#br2" timeOffset="71019.42">3249 15874 458 0,'0'0'5'15,"0"0"2"-15,0 0 1 16,-6-2 1-16,6 2 1 16,-12 0-1-16,0 2-4 15,-1 5-5-15,1 8 0 0,-6 2 0 16,2 8 0-16,-5-1 0 15,3 4 0-15,6 2 0 16,5 2 0-16,2-4 0 0,5-4 0 16,3-4 0-16,6-5 0 15,7-5 0-15,5-7 0 16,9-3 0-16,-5-3 0 16,5-9 0-16,0-3 0 15,-2-3 0-15,-6-5 0 0,-7 4 0 16,-6-6 0-16,-5 0 0 15,-4-1 0-15,-13 1 0 16,-2 0 0-16,-5 2 0 16,-5 6 0-16,2 2 0 0,-1 8 0 15,4 7 0-15,2 0 0 16,6 12 0-16,3 4 0 16,9 0 0-16,0 7 0 15,7 2 0-15,13-4 0 0,-1 2 0 16,15-3-11-16,-3 9-55 15,9-18-20-15</inkml:trace>
  <inkml:trace contextRef="#ctx0" brushRef="#br2" timeOffset="71203.51">3689 15888 461 0,'0'0'3'0,"0"0"2"0,-5 5 0 0,2 4 1 15,-1 2 1-15,-2 9 0 16,3 5 0-16,-4 3 1 16,0 6-6-16,0 1-5 15,3 4-26-15,1-2-54 0,-1-1-4 16</inkml:trace>
  <inkml:trace contextRef="#ctx0" brushRef="#br2" timeOffset="71953.11">1509 16902 459 0,'0'0'3'0,"0"0"2"16,-12-3 1-16,12 3 1 0,-15-5 0 16,5 5 1-16,2 0-1 15,-2 4 2-15,6 7-9 16,-1 2 0-16,2 4 0 15,3 5 0-15,0 1 0 16,10 1 0-16,1-1 0 0,5 0 0 16,7-9 0-16,2-2 0 15,5-6 0-15,5-6 0 16,-1 0 0-16,3-13 0 16,-2-2 0-16,0-2 0 0,-8-6 0 15,-2 1 0-15,-7-2 0 16,-11-1 0-16,-7 2 0 15,-2 1 0-15,-14 4 0 0,-5 2 0 16,0 0 0-16,-1 7 0 16,0 6 0-16,0 3 0 15,4 5 0-15,3 5-24 16,-22 3-62-16,37 3-4 16</inkml:trace>
  <inkml:trace contextRef="#ctx0" brushRef="#br2" timeOffset="72436.84">2953 16768 474 0,'0'0'3'0,"0"0"1"0,0 0 1 16,0 0 1-16,-12-7 0 16,12 7 0-16,-19 5 1 15,13 8-7-15,-7 1 0 0,3 5 0 16,5 2 0-16,3 6 0 15,2-3 0-15,5 1 0 16,7-5 0-16,7-5 0 16,10-8 0-16,3-4 0 15,2-3 0-15,1-10 0 0,0-5 0 16,-1-2 0-16,0-1 0 16,-13-3 0-16,-3-2 0 0,-11 0 0 15,-7 7 0-15,-12-5 0 16,-14 7 0-16,-5 1 0 15,-12 6 0-15,4 5 0 16,-3 2 0-16,5 4 0 16,-1 4-13-16,14 6-75 0,8-4-3 15</inkml:trace>
  <inkml:trace contextRef="#ctx0" brushRef="#br2" timeOffset="73503.37">4712 16580 447 0,'0'0'5'0,"0"0"1"0,0 0 3 0,0 0 0 16,-10 0 2-16,10 0-1 16,-15 5 1-16,5 5-8 15,-2 1-3-15,4 10 0 16,-1 1 0-16,-1 5 0 16,5 3 0-16,2 5 0 0,0-3 0 15,3 3 0-15,0-10-22 16,9 0-64-16,0-6-4 15</inkml:trace>
  <inkml:trace contextRef="#ctx0" brushRef="#br2" timeOffset="74203.31">4613 15027 444 0,'0'0'4'0,"0"0"1"0,0 0 1 16,-10-8 0-16,10 8 1 15,-10 0 0-15,10 0 1 0,-17 10-1 16,6 0-3-16,2 5-2 15,-3 2 0-15,3 5-2 16,5 1 0-16,1-2 1 0,3 4-1 16,7-4 0-16,6-4 0 15,7-7 0-15,5-2 1 16,0-8 0-16,2 0 1 16,-2-8 2-16,3-2-4 15,-9-7 0-15,-1-1 0 0,-6-1 0 16,-8-4 0-16,-4 1 0 15,-2-2 0-15,-10 4 0 16,-3 0 0-16,-7 2 0 0,-3 8 0 16,2 9 0-16,-2 1 0 15,4 6 0-15,8 19-6 16,13 2-82-16,-3 5-2 16</inkml:trace>
  <inkml:trace contextRef="#ctx0" brushRef="#br2" timeOffset="74619.55">4710 15847 488 0,'0'0'2'0,"-8"-3"1"0,-2-2 0 0,-2 3 1 16,-3-1 0-16,-2 0-1 15,-4 3 1-15,0 0-4 16,0 3 0-16,1 7 0 0,6 0 0 16,4 4 0-16,4 2 0 15,6-1 0-15,6-3 0 16,9 0 0-16,5-6 0 0,1-2 0 15,7-4 0-15,4-4 0 16,0-9 0-16,-4 1 0 16,-3-4 0-16,-2 0 0 0,-9-4 0 15,-3-1 0-15,-11 5 0 16,-3-1 0-16,-12 4 0 16,-2 5 0-16,-6 8 0 15,-2-3 0-15,7 9-34 16,-3 4-52-16,8-2-4 0</inkml:trace>
  <inkml:trace contextRef="#ctx0" brushRef="#br2" timeOffset="75455.14">5427 14972 433 0,'0'0'5'0,"0"0"3"0,3-7 1 16,-3 7 3-16,0-13 0 16,0 13 2-16,0-12 0 0,0 12-10 15,0-13-4-15,0 13 0 16,0 0 0-16,-5 6 0 15,0 6 0-15,-2 5 0 0,0 4 0 16,-4 5 0-16,-3 4 0 16,-2-1 0-16,4 1 0 15,-6-2 0-15,4-7 0 16,1 3 0-16,-1-8 0 16,4-3 0-16,2-5 0 0,8-8 0 15,-12 10 0-15,12-10 0 16,0 0 0-16,0 0 0 15,5 0 0-15,5-3 0 0,2 0 0 16,3-1 0-16,2-2 0 16,4 4 0-16,0 0 0 15,7-1 0-15,-8 1 0 16,7 2-9-16,-7 2-76 16,2 1-3-16</inkml:trace>
  <inkml:trace contextRef="#ctx0" brushRef="#br2" timeOffset="75653.11">5614 15113 469 0,'0'0'4'16,"0"0"0"-16,0 0 2 16,0 0-1-16,0 0 0 0,5 8 0 15,-2 2 1-15,-1 2-1 16,1 0-3-16,2 12-4 15,-3-5-5-15,3 6-10 16,-3-3-66-16,6-1-3 16</inkml:trace>
  <inkml:trace contextRef="#ctx0" brushRef="#br2" timeOffset="76137.01">6153 14933 474 0,'0'0'3'16,"0"0"2"-16,0 0 1 15,0-13 1-15,0 13 0 16,-15-10 0-16,5 8-5 0,-8-1-2 15,-1 3 0-15,-3 10 0 16,-3 5 0-16,1 7 0 16,-1 0 0-16,6 6 0 15,3 4 0-15,3-2 0 0,8-1 0 16,5-4 0-16,7 0 0 16,9-6 0-16,0-2 0 15,10-6 0-15,3-6 0 0,1 0 0 16,0-5-32-16,2-2-53 15,1-6-4-15</inkml:trace>
  <inkml:trace contextRef="#ctx0" brushRef="#br2" timeOffset="76585.98">6395 14893 482 0,'0'0'3'16,"0"0"2"-16,0 0 1 15,0 0 0-15,0 0 0 0,-13 0-3 16,13 0-3-16,-20 7 0 16,7 3 0-16,-1 7 0 15,-4 3 0-15,6 5 0 0,-1 2 0 16,6 3 0-16,0 0 0 16,7-5 0-16,0-1 0 15,9-6 0-15,4-7 0 16,4-1 0-16,1-6 0 0,4-4 0 15,-3-5 0-15,2-5 0 16,2-3 0-16,-9-6 0 16,1-4 0-16,-5 1 0 0,-5-8 0 15,-5-2 0-15,-5 0 0 16,-8 0 0-16,-5-1 0 16,-1 9 0-16,0 2 0 15,-1 6 0-15,2 9 0 16,1 5 0-16,-1 4 0 15,8 5 0-15,3 9 0 0,5 1 0 16,2 2 0-16,2 4 0 16,10-1 0-16,4-2 0 15,3 2 0-15,6-2 0 0,0-8 0 16,6 6-37 0,2-8-49-16,0-8-2 0</inkml:trace>
  <inkml:trace contextRef="#ctx0" brushRef="#br2" timeOffset="76769.65">6737 14920 487 0,'0'0'2'0,"0"0"2"0,0 0 0 0,-9 2 1 0,3 9 1 16,-1 3-3-16,2 4-3 0,0 1 0 15,0 6 0-15,3 3 0 16,-2 3 0-16,2-6-25 15,2 5-60-15,0-2-5 16</inkml:trace>
  <inkml:trace contextRef="#ctx0" brushRef="#br2" timeOffset="77603.51">5400 15781 240 0,'0'0'6'0,"0"0"4"0,0 0 4 0,0 0 4 0,0 0 3 15,0 0 3-15,0 0 2 16,0 0 3-16,0 0-4 16,0 0-3-16,0 0-3 15,0 0-3-15,0 0-3 0,-5-1-3 16,5 1-2-16,-2 5-2 15,-3 5-2-15,-5 1-4 16,3 7 0-16,-1 2 0 16,-7 3 0-16,2 2 0 0,-1-1 0 15,-4 1 0-15,3-4 0 16,-2-3 0-16,3-2 0 16,0-2 0-16,2-4 0 15,5-5 0-15,7-5 0 16,-10 5 0-16,10-5 0 0,0 0 0 15,5 0 0-15,7-5-2 16,0-2 1-16,9 1 0 16,1-1 1-16,3 2-1 0,-1-5 1 15,4 6-2-15,2-2-1 16,-8-1-7-16,6-5-45 16,-3 9-30-16,-8-1-1 15</inkml:trace>
  <inkml:trace contextRef="#ctx0" brushRef="#br2" timeOffset="77787.05">5624 15906 467 0,'0'0'3'0,"0"0"2"0,8 12 0 0,-1-1 0 16,-2-2 1-16,3 9 0 15,-3-3 0-15,2 4-2 0,-2-1-8 16,2 4-20-16,15-4-59 16,-17-7-4-16</inkml:trace>
  <inkml:trace contextRef="#ctx0" brushRef="#br2" timeOffset="78287.32">6168 15715 435 0,'0'0'6'0,"0"0"2"0,0-10 2 15,0 10 1-15,-5-18 2 0,5 18-1 16,-10-11 1-16,10 11-10 16,-18-10-3-16,7 10 0 15,-3 2 0-15,-2 6 0 16,-2 2 0-16,3 5 0 0,0-1 0 16,5 6 0-16,1-3 0 15,4 5 0-15,5-5 0 16,0 1 0-16,12 0 0 15,0-3 0-15,6-3 0 16,4 1 0-16,2-3 0 0,1-1 0 16,1-3 0-16,-1 1 0 15,-5 3 0-15,-6-3 0 0,-2 0 0 16,-6 6 0 0,-6-3 0-16,-6 2 0 0,-9-2 0 15,-2 2 0-15,-2 1 0 16,-9-1 0-16,3-2 0 15,-5-2 0-15,5 2 0 16,1-8-24-16,-3 0-61 0,12-2-5 16</inkml:trace>
  <inkml:trace contextRef="#ctx0" brushRef="#br2" timeOffset="78752.89">6508 15681 504 0,'0'0'3'0,"0"0"1"0,0 0-4 0,0 0 0 0,0 0 0 16,-9 0 0-16,-1 6 0 16,-1 8 0-16,-6-3 0 15,5 10 0-15,-5-2 0 0,7 6 0 16,-1 0 0-16,7 0 0 15,4-3 0-15,0-3 0 16,7-3 0-16,3-4 0 16,5-6 0-16,5-4 0 0,-1-2 0 15,4-8 0-15,0-7 0 16,2 1 0-16,-4-6 0 16,-5-3 0-16,1-3 0 15,-9 1 0-15,-6-5 0 0,-2-1 0 16,-7 5 0-16,-12 1 0 15,6 0 0-15,-10 5 0 16,3 6 0-16,-3 9 0 0,4 1 0 16,1 8 0-16,4 8 0 15,1 8 0-15,8 5 0 16,5 0 0-16,2 4 0 16,11-2 0-16,2 3 0 15,7-8 0-15,3-4 0 16,8 1-21-16,11-6-66 0,-12-8-3 15</inkml:trace>
  <inkml:trace contextRef="#ctx0" brushRef="#br2" timeOffset="78953.09">6968 15721 504 0,'0'0'2'0,"0"0"3"16,-12 8-5-16,12-8 0 0,-10 16 0 15,4-1 0-15,1 2 0 16,-2 4 0-16,3 5 0 16,-1 2 0-16,2 1 0 0,-1-1 0 15,4-6-42-15,0 8-47 16,-4-5-2-16</inkml:trace>
  <inkml:trace contextRef="#ctx0" brushRef="#br2" timeOffset="79703.21">6126 16537 487 0,'0'0'4'0,"0"0"1"0,0 0 0 0,0 0 2 0,-7-7-4 0,7 7-3 16,-18 6 0-16,8 4 0 15,1 6 0-15,-4 7 0 16,5 1 0-16,1 1 0 16,5 5 0-16,2-2 0 0,6-3 0 15,9-6 0-15,8-4 0 16,5-8 0-16,-1-4 0 16,5-3 0-16,0-7 0 0,1-6 0 15,-8-5 0-15,0-4 0 16,-11 0 0-16,-4-3 0 15,-10 1 0-15,-7 0 0 16,-8 1 0-16,-7 2 0 0,-6 7 0 16,-7 3 0-16,3 10 0 15,-7 1-35-15,9 1-55 16,2 10-3-16</inkml:trace>
  <inkml:trace contextRef="#ctx0" brushRef="#br2" timeOffset="80537.43">1733 17531 372 0,'0'0'5'15,"0"0"3"-15,0 0 3 0,0 0 1 0,0 0 1 16,-10 3 1-16,10-3 1 16,-10 4 0-16,10-4-4 15,-13 16-3-15,13-16-3 16,-12 19-2-16,5-9-1 0,0 2-1 16,3 4-1-16,0 2 1 15,1-2-1-15,3 1 0 16,0 1 1-16,5 0-1 0,6-4 1 15,1-2-1-15,3-2 1 16,0-2 0-16,-1-3 1 16,6-5 0-16,-2 0 0 15,1-5 1-15,-1-6-1 16,-6-3-2-16,4 2 0 0,-7-6 0 16,-2 1 0-16,-1-3 0 15,-6 3 0-15,0 2 0 16,-6-2 0-16,-3 7 0 15,-3 0-12-15,1 5-18 0,11 5-54 16,-17-5-3-16</inkml:trace>
  <inkml:trace contextRef="#ctx0" brushRef="#br2" timeOffset="81052.85">2997 17467 464 0,'0'0'3'0,"0"0"1"0,0 0 2 0,0 0 0 0,0 0 0 15,0 0 1-15,-9-8 0 16,9 8 1-16,-10 5-8 16,5 3 0-16,-1 4 0 15,-1 1 0-15,5 1 0 0,-1-1 0 16,-1 6 0-16,1 1 0 15,3-2 0-15,5-1 0 16,2 0 0-16,4-2 0 16,3-3 0-16,5-4 0 0,4 2 0 15,-3-8 0-15,3-2 0 16,2-2 0-16,-6-8 0 16,1-3 0-16,1-4 0 15,-7-2 0-15,-2-3 0 16,-4-1 0-16,-3 1 0 0,-5 6 0 15,-5 2 0-15,-8 4 0 16,-1 0-12-16,-2 5-39 16,2 3-36-16,-1 2-2 15</inkml:trace>
  <inkml:trace contextRef="#ctx0" brushRef="#br2" timeOffset="81569.77">4645 17420 488 0,'0'0'3'0,"0"0"0"0,0 0 1 0,0 0 1 16,-2-14 1-16,2 14-4 16,-10 0-2-16,10 0 0 15,-15 4 0-15,5 3 0 16,-1 3 0-16,4 5 0 15,-2-1 0-15,1 2 0 16,0 1 0-16,3 0 0 0,3 1 0 16,2 0 0-16,2-2 0 15,3-1 0-15,8 0 0 16,-1-5 0-16,4-3 0 16,-1-1 0-16,7-6 0 0,-5-3 0 15,0-7 0-15,1-2 0 16,-6-6 0-16,-5-2 0 15,-4 1 0-15,-3-1 0 0,-3 3 0 16,-6 2 0-16,-1 2 0 16,-8 5-6-16,6 4-81 15,-1 4-1-15</inkml:trace>
  <inkml:trace contextRef="#ctx0" brushRef="#br2" timeOffset="81921.29">6266 17145 511 0,'0'0'0'0,"0"0"0"0,-6-8 0 16,6 8 0-16,0 0 0 15,0 0 0-15,-12 11 0 16,9 0 0-16,-1 7 0 15,4 7 0-15,-3 7 0 0,-3 2 0 16,1 11 0-16,-2 9-23 16,2-1-69-16</inkml:trace>
  <inkml:trace contextRef="#ctx0" brushRef="#br2" timeOffset="84339.26">15978 14416 331 0,'0'0'8'0,"0"-11"4"0,0 1 2 0,0 0 5 16,0-5-1-16,0-2 3 16,0 3 0-16,-2-7 1 0,-3 4-8 15,-4 2-3-15,0 6-3 16,-3 1-2-16,-6 5-3 15,-1 3 0-15,-1 5-3 0,-1 7 0 16,0 6 0-16,-4 7 0 16,4 4 0-16,4 6 0 15,5 5 0-15,4 4 0 16,8 9 0-16,3 3 0 0,11 11 0 16,4 2 0-16,5 11 0 15,2 7 0-15,-4 4 0 16,0 11 0-16,-9 4 0 15,1 3 0-15,-11 8 0 0,-2 6 0 16,-7 1 0-16,-6 3 0 16,-2 1 0-16,-2 2 0 15,-4-5 0-15,0 5 0 16,0-6 0-16,4-3 0 16,2 0 0-16,3-6 0 0,-1-7 0 15,11-56 0-15,-3 5 0 16,3 1 0-16,-3 0 0 15,2-5 0-15,1 4 0 0,2-6 0 16,-4 5 0-16,4-8 0 16,-4 2 0-16,4-3 0 15,-3 0 0-15,1-5 0 16,-3-1 0-16,3-3 0 16,-1 0 0-16,1-9 0 0,-3-1 0 15,3-3 0-15,-4-11 0 16,1 6 0-16,3-5 0 15,2-15 0-15,-12 22 0 0,12-22 0 16,-9 13 0-16,9-13 0 16,0 0 0-16,0 0 0 15,0 0 0-15,-14 15 0 16,14-15 0-16,0 0 0 16,5 0 0-16,-5 0 0 15,18-5 0-15,-4-3 0 0,4 3 0 16,7-5 0-16,5 3 0 15,2-2 0-15,5 1 0 16,5 0 0-16,3 3 0 0,2-2 0 16,3-1 0-16,1 6 0 15,2 2 0-15,-3-3 0 16,1 3 0-16,-5-2-3 16,-4 0-84-16,1-3-2 15</inkml:trace>
  <inkml:trace contextRef="#ctx0" brushRef="#br2" timeOffset="85170.27">16271 14502 393 0,'0'0'7'0,"0"0"2"0,0 0 4 0,0 0 1 16,8-11 2-16,-8 11 0 15,0 0 0-15,0 0 1 0,0 0-7 16,9 18-10-16,-6 0 0 16,-1 7 0-16,1 2 0 15,-1 5 0-15,4 0 0 16,-1 0 0-16,2 2 0 0,-5-6 0 15,3-1 0-15,0-2 0 16,-5-8-6-16,-10 0-79 16,10-7-3-16</inkml:trace>
  <inkml:trace contextRef="#ctx0" brushRef="#br2" timeOffset="85719.38">17210 14444 406 0,'0'0'6'0,"0"0"1"16,0 0 3-16,0-11 2 15,0 11 1-15,-2-9 0 16,2 9 1-16,-16-4 0 16,4 4-5-16,3 4-2 0,-7 9-7 15,2 2 0-15,1 5 0 16,3 2 0-16,3 2 0 15,7 1 0-15,0-2 0 0,10-3 0 16,8-5 0-16,3-1 0 16,9-4 0-16,5-6 0 15,3-3 0-15,-4-1 0 16,1-8 0-16,-3 0 0 16,-4-8 0-16,-6-1 0 0,-7-3 0 15,-6-2 0-15,-6-3 0 16,-8 0 0-16,-7 0 0 15,-11 1 0-15,-2 0 0 0,-2 8 0 16,-3 3 0-16,1 6 0 16,2 4 0-16,2 3 0 15,2 10 0-15,14 5 0 16,-2-2-3-16,11 5-83 16,8-2-2-16</inkml:trace>
  <inkml:trace contextRef="#ctx0" brushRef="#br2" timeOffset="86135.58">18015 14433 475 0,'0'0'4'0,"0"0"2"0,5-11 1 0,-5 11 1 0,0-10 0 16,0 10-5-16,-12-4-3 15,-1 4 0-15,-4 2 0 16,-1 10 0-16,2 6 0 0,-2 1 0 16,8 4 0-1,3-1 0-15,7 1 0 0,2-4 0 16,10-1 0-16,11-3 0 16,4-5 0-16,6-6 0 15,-1-1 0-15,0-3 0 0,3-3 0 16,-8-7 0-16,1-2 0 15,-9-3 0-15,-4-5 0 16,-10-2 0-16,-2-1 0 0,-8-4 0 16,-11 3 0-16,-1 0 0 15,-10 5 0-15,-3 7 0 16,0 2 0-16,-2 7 0 16,2 3 0-16,8 5 0 15,0 5 0-15,9 5 0 0,8-2-22 16,5 2-63-16,10-4-5 15</inkml:trace>
  <inkml:trace contextRef="#ctx0" brushRef="#br2" timeOffset="86522.29">19141 14316 480 0,'0'0'4'0,"0"0"2"0,0-13 1 0,0 13 1 15,-10-12-2-15,10 12-6 0,-20-5 0 16,7 5 0-16,-3 5 0 16,0 7 0-16,2 8 0 15,1 0 0-15,5 5 0 16,8 2 0-16,3-6 0 0,12 3 0 15,7-6 0-15,10-4 0 16,6-2 0-16,-1-7 0 16,8-5 0-16,0-2 0 15,-6-6 0-15,-2-7 0 0,-7-5 0 16,-5-2 0-16,-13-5 0 16,-8-3 0-16,-13 1 0 15,-10 1 0-15,-8 3 0 16,-10 8 0-16,-4 4 0 0,-5 9 0 15,5 8-9-15,2 9-79 16,4 4-2-16</inkml:trace>
  <inkml:trace contextRef="#ctx0" brushRef="#br2" timeOffset="87304">16477 15448 408 0,'0'0'7'0,"0"0"3"0,0 0 3 0,0 0-1 0,0 0 1 16,0 0 0-16,-9 0 1 0,-5 0 0 16,0 10-7-16,-4 2-7 15,4 5 0-15,-4 6 0 16,6 1 0-16,5 0 0 15,0 2 0-15,11-4 0 0,6-4 0 16,10-4 0-16,4-4 0 16,8-7 0-16,7-3 0 15,0-8 0-15,0-1 0 16,-4-9 0-16,0 1 0 16,-8-3 0-16,-4-1 0 0,-8-4 0 15,-7 2 0-15,-8-4 0 16,-5 4 0-16,-8-1 0 15,-4 4 0-15,-3 5 0 16,-3 2 0-16,4 8 0 0,-1 5 0 16,8 5-4-16,1 19-78 15,11-10-6-15</inkml:trace>
  <inkml:trace contextRef="#ctx0" brushRef="#br2" timeOffset="87536.36">17484 15235 511 0,'0'0'0'0,"0"0"0"0,0 0 0 16,0 0 0-16,0 0 0 16,0 13 0-16,0 1 0 15,0 7 0-15,-5 3 0 0,5 5 0 16,-2 3 0-16,2 4 0 15,-4-4 0-15,4 2-20 16,6-6-67-16,-4-3-4 16</inkml:trace>
  <inkml:trace contextRef="#ctx0" brushRef="#br2" timeOffset="88219.76">18155 15202 481 0,'0'0'4'0,"0"0"2"0,-8-9 0 0,8 9 1 16,-10-8 0-16,0 6-7 15,-5 2 0-15,-2 0 0 16,2 12 0-16,-8 5 0 0,4 6 0 15,1 7 0-15,4-1 0 16,3 4 0-16,11-1 0 16,0-5 0-16,13-2 0 15,6-6 0-15,6-6 0 16,5-6 0-16,0-3 0 0,7-4 0 16,-5-14 0-16,-2 0 0 15,-2-4 0-15,-6-4 0 16,-4-3 0-16,-8 0 0 0,-8-2 0 15,-4-3 0-15,-10 3 0 16,-6 0 0-16,-10 4 0 16,6 4 0-16,-6 7 0 15,7 3 0-15,-4 9 0 0,4 0 0 16,9 13 0-16,3 14-73 16,9-11-15-16</inkml:trace>
  <inkml:trace contextRef="#ctx0" brushRef="#br2" timeOffset="88689.83">19393 15104 452 0,'0'0'6'0,"0"0"2"0,0 0 1 0,0 0 1 16,0 0 0-16,0 0 1 16,-3 4-6-16,-6 4-5 0,-3 5 0 15,0 1 0-15,-1 8 0 16,1 3 0-16,-1 3 0 0,9-1 0 15,0 0 0-15,4 0 0 16,12-4 0-16,2-6 0 16,9-4 0-16,-2-6 0 15,7-7 0-15,-1 0 0 16,1-13 0-16,-3-1 0 16,-5-4 0-16,2-7 0 0,-7-5 0 15,-10-2 0-15,-5-2 0 16,-5-4 0-16,-13 4 0 15,-7-1 0-15,-8 8 0 16,2 7 0-16,-9 8 0 0,3 12 0 16,-6 7-42-16,11 6-46 15,0 4-1-15</inkml:trace>
  <inkml:trace contextRef="#ctx0" brushRef="#br2" timeOffset="89369.63">16472 16129 454 0,'0'0'6'0,"-9"-7"1"0,-4 4 2 0,5-2 0 0,-9 3 1 0,2 2-1 16,-5 2-2-16,1 8-7 16,-4 9 0-16,5 6 0 0,4 8 0 15,-2 3 0-15,12 0 0 16,4 1 0-16,4-2 0 16,12-3 0-16,11-10 0 15,6-7 0-15,6-7 0 0,6-8 0 16,2-4 0-16,1-10 0 15,1-3 0-15,-9-8 0 16,-3 0 0-16,-9-2 0 16,-9-3 0-16,-6 1 0 0,-13 4 0 15,0-3 0-15,-13 9 0 16,-1 1 0-16,-4 9 0 16,-4 4 0-16,2 5 0 15,0 5 0-15,10 10-14 0,12-3-73 16,-2 0-2-16</inkml:trace>
  <inkml:trace contextRef="#ctx0" brushRef="#br2" timeOffset="89737.32">17327 16112 495 0,'0'0'3'0,"0"0"1"15,-4 0 0-15,4 0 1 16,-11 12-5-16,4-2 0 16,-4 5 0-16,4 4 0 15,2 4 0-15,0-1 0 0,5 2 0 16,3 0 0-16,4-8 0 16,6 0 0-16,10-9 0 15,1-2 0-15,3-5 0 16,3-7 0-16,0-6 0 0,0-4 0 15,-5 0 0-15,-5-4 0 16,-8-1 0-16,-5-2 0 16,-7 1 0-16,-12-1 0 15,-6 4 0-15,-3 0 0 0,-7 7 0 16,3 3 0-16,0 6 0 16,0 4 0-16,11 3-39 15,3 4-47-15,11-7-4 16</inkml:trace>
  <inkml:trace contextRef="#ctx0" brushRef="#br2" timeOffset="90003.14">18468 16005 511 0,'0'0'0'16,"-5"0"0"-16,5 0 0 0,0 0 0 16,-15 3 0-16,10 7 0 15,-5 2 0-15,2 6 0 16,5 8 0-16,1 2 0 16,-3 7 0-16,3-1 0 0,2 3 0 15,0-4 0-15,2-3-73 16,5-3-18-16</inkml:trace>
  <inkml:trace contextRef="#ctx0" brushRef="#br2" timeOffset="90637.18">19434 15996 487 0,'0'0'3'0,"-7"-13"2"0,-3 3 1 0,-3-2 0 16,-4-6-2-16,-5 4-4 15,-3-4 0-15,-8 6 0 0,3 5 0 16,-4 7 0-16,2 1 0 15,-3 12 0-15,5 7 0 16,5 5 0-16,7 3 0 0,6 1 0 16,5-2 0-16,9-3 0 15,15-3 0-15,6-9 0 16,9-7 0-16,3-5 0 16,8-5 0-16,-4-13 0 15,-3-1 0-15,0-11 0 16,-6-8 0-16,-5-1 0 0,-10-7 0 15,0-4 0-15,-11-3 0 16,1-1 0-16,-5 7 0 16,-5 3 0-16,-2 6 0 0,0 9 0 15,0 11 0-15,7 18 0 16,-16 5 0-16,14 20 0 16,2 10 0-16,0 12 0 15,2 7 0-15,5 10 0 0,6 5 0 16,0-4 0-16,7-18-65 15,-2 13-26-15</inkml:trace>
  <inkml:trace contextRef="#ctx0" brushRef="#br2" timeOffset="90969.5">19675 15990 496 0,'0'0'4'0,"-9"-4"0"0,9 4 3 0,-14-7-7 16,14 7 0-16,-12-6 0 16,12 6 0-16,-7-7 0 15,7 7 0-15,10-5 0 0,4 5 0 16,11 0 0-16,3 0 0 16,-1 5 0-16,1 5 0 15,-4 4 0-15,-4 4 0 16,-9 4 0-16,-11 3 0 0,-9 4 0 15,-10 1 0-15,-8 5 0 16,-3-3 0-16,-2 3 0 16,2-3 0-16,2-3 0 0,10 2 0 15,6-8 0-15,10-2 0 16,9-8 0-16,11-9 0 16,19-11-65-16,7 4-25 15</inkml:trace>
  <inkml:trace contextRef="#ctx0" brushRef="#br2" timeOffset="91953.48">16537 17118 421 0,'0'0'6'0,"-7"-6"2"15,7 6 2-15,-16-4 1 0,9-2 0 16,-5 6 0-16,-1 0 0 16,-1 0 1-16,0 8-6 15,2 5-2-15,3 1-4 16,1 5 0-16,3 2 0 0,1-1 0 15,4-11 0-15,0 2 0 16,9-2 0-16,-1-4 0 16,19 6 0-16,6-6 0 15,4-5 0-15,0-5 0 16,5-11 0-16,-4-4 0 0,1-5 0 16,-19 0 0-16,-5-1 0 15,-6-2 0-15,-9 1 0 16,-7 0 0-16,-7 2 0 0,-7 3 0 15,-6 7 0-15,0 3 0 16,-1 10 0-16,4 2 0 16,1 7 0-16,6 6 0 15,9 6-15-15,11 3-69 16,6 3-3-16</inkml:trace>
  <inkml:trace contextRef="#ctx0" brushRef="#br2" timeOffset="92353.5">17364 16954 421 0,'0'0'7'0,"-9"-5"3"0,9 5 0 15,-13-10 1-15,1 5 1 16,-4 0 1-16,-1 3-1 15,0 2 0-15,0 2-9 16,-1 8-3-16,1 7 0 0,4 3 0 16,6 0 0-16,5 5 0 15,4-3 0-15,10 0 0 16,6-1 0-16,7-7 0 16,5-4 0-16,2-8 0 0,0-2 0 15,3 0 0-15,-3-10 0 16,-7-2 0-16,-3-8 0 15,-7 1 0-15,-5-3 0 16,-10-3 0-16,0 0 0 0,-12 0 0 16,-6 0 0-16,-4 0 0 15,0 13 0-15,-1-3 0 16,3 12-5-16,5 3-11 16,6 7-26-16,3 10-44 0,6-3-1 15</inkml:trace>
  <inkml:trace contextRef="#ctx0" brushRef="#br2" timeOffset="92819.48">18371 16931 443 0,'0'0'6'0,"-2"-9"3"0,2 9 0 0,-6-10 1 0,6 10 1 0,-15-10-1 16,2 10 0-16,-1 0-7 15,0 13-3-15,-2 1 0 0,4 8 0 16,-1 3 0-16,1 0 0 15,10 5 0-15,4-3 0 16,10 1 0-16,8-6 0 0,3-7 0 16,9-7 0-16,3-2 0 15,2-6 0-15,2-6 0 16,2-5 0-16,-7-7 0 16,-4-4 0-16,-6 0 0 15,-8-5 0-15,-9 0 0 16,-7-3 0-16,-11 5 0 0,-8 0 0 15,-11 5 0-15,3 6 0 16,-5 4 0-16,2 7 0 16,0 3-9-16,13 10-32 0,2 2-45 15,7 1-1-15</inkml:trace>
  <inkml:trace contextRef="#ctx0" brushRef="#br2" timeOffset="93169.55">19479 16779 509 0,'0'0'2'0,"0"0"-2"0,0 0 0 16,0 0 0-16,0 0 0 15,0 19 0-15,0 1 0 16,0 10 0-16,0 6 0 15,-2 9 0-15,-2 5 0 16,4 4 0-16,-3-1-58 0,3-9-30 16</inkml:trace>
  <inkml:trace contextRef="#ctx0" brushRef="#br2" timeOffset="94069.58">19836 13914 388 0,'0'0'5'0,"0"0"2"0,0 0 2 0,5-2 1 0,6-1 2 0,3 2 0 15,6-3 0-15,10 4 1 16,7-2-5-16,5 2-2 15,4 0-2-15,0 0-2 16,7 7 0-16,-6 8-1 16,-5 5 1-16,-5 10 0 15,-7 10 0-15,-2 1 0 0,-8 14 0 16,-1 12 1-16,-6 8 1 16,-3 9-1-16,2 13-3 15,-2 4 0-15,2 12 0 0,-1 12 0 16,-1 8 0-16,-3 5 0 15,0 4 0-15,-5 5 0 16,1-4 0-16,0 6 0 0,-3-8 0 16,0-2 0-16,3-6 0 15,1-7 0-15,1-2 0 16,7-9 0-16,-1-6 0 16,-2-8 0-16,1-7 0 15,-2-7 0-15,2-6 0 0,-3-6 0 16,6-8 0-16,-6-4 0 15,-2-40 0-15,2 5 0 16,-2-6 0-16,3 0 0 16,-5-4 0-16,2-1 0 0,-1-4 0 15,1-1 0-15,-2-4 0 16,-1 1 0-16,-2-9 0 16,-2 12 0-16,-10-12 0 15,-4-2 0-15,-11-5 0 16,-6 4 0-16,-11-5 0 0,0 8 0 15,17 0 0-15,-3 0 0 16,-3 6 0-16,1-4 0 16,-4 3 0-16,2-2 0 0,6 1-9 15,4-4-80-15,-26 4 0 16</inkml:trace>
  <inkml:trace contextRef="#ctx0" brushRef="#br2" timeOffset="94672.4">20910 15510 511 0,'0'0'0'0,"0"0"0"0,-5 0 0 16,5 0 0-16,0 0 0 15,-9 5 0-15,9-5 0 0,0 0-5 16,0 0-44-16,11 9-35 16,4-9-3-16</inkml:trace>
  <inkml:trace contextRef="#ctx0" brushRef="#br2" timeOffset="95303.19">21901 14096 438 0,'0'0'3'0,"-2"-11"3"0,2 11 0 15,-11-20 1-15,3 8 0 16,-3 0 1-16,-4-6-1 16,-5-2 0-16,0 8-4 0,-4 3-2 15,-1 4 0-15,-5 2-2 16,3 7 1-16,-4 12 0 16,2 13-1-16,1 12 0 15,9 7 0-15,1 14 1 16,9 13 0-16,4 12 0 15,5 10 0-15,12 6 0 0,5 6 1 16,1 10 0-16,4 3 0 16,-2 8 0-16,-3 0 0 0,-5 7-1 15,1-4 1-15,-8 5 2 16,-5 1 0-16,0-3 0 16,0-4 0-16,-5-1 0 15,-3-5-3-15,-1-2 0 0,3-5 0 16,0-10 0-16,-2-5 0 15,-5-7 0-15,6-3 0 16,-2-12 0-16,-2-3 0 16,8-47 0-16,-4 5 0 15,5-5 0-15,-1 0 0 0,-1-4 0 16,1 2 0-16,0-8 0 16,0 2 0-16,3-4 0 15,-2-2 0-15,2-6 0 16,0-2-2-16,0-10 2 0,8 13 0 15,-1-13 0-15,5 0 2 16,26-10-4-16,7-5-3 16,7-13-12-16,13-4-62 15,11 5-5-15</inkml:trace>
  <inkml:trace contextRef="#ctx0" brushRef="#br2" timeOffset="95921.54">22182 14353 328 0,'0'0'9'0,"0"0"6"0,-3-10 3 0,3 10 4 15,-7-10 0-15,7 10 0 16,-9-10 1-16,9 10 0 0,-23-2-9 16,12 7-5-16,-1 9-3 15,0 1-6-15,3 10 0 16,0 0 0-16,5 3 0 15,4 1 0-15,4-2 0 16,9-5 0-16,4-2 0 16,6-5 0-16,4-8 0 0,3-4 0 15,0-3 0-15,-5-13 0 16,3-3 0-16,-12-4 0 0,0-8 0 16,-7-2 0-16,-6-3 0 15,-3 4 0-15,-10-3 0 16,-8 13 0-16,-2-1 0 15,-6 12 0-15,1 8 0 0,-3 8 0 16,1 12-5-16,7 12-34 16,-1 8-45-16,7 1-3 15</inkml:trace>
  <inkml:trace contextRef="#ctx0" brushRef="#br2" timeOffset="96319.49">22214 14958 473 0,'0'0'4'0,"0"0"1"0,0 0 0 0,0 0-1 15,-10 4 1-15,6 6 0 0,-4 1 0 16,0 5 0-16,1 4-5 15,5 2 0-15,-3 5 0 16,5 1 0-16,0-3 0 16,9 0 0-16,7-6 0 0,1-4 0 15,5-5 0-15,3-7 0 16,4-3 0-16,-5-8 0 16,-3-6 0-16,-3-10 0 15,-6 0 0-15,-3-3 0 0,-9-5 0 16,-4 2 0-16,-8-2 0 15,-2 4 0-15,-9 6 0 16,0 5 0-16,-2 7 0 16,0 10 0-16,1 5 0 0,2 15-6 15,1 21-69-15,7-10-12 16</inkml:trace>
  <inkml:trace contextRef="#ctx0" brushRef="#br2" timeOffset="96719.56">22262 15629 476 0,'0'0'3'0,"0"0"0"0,0 0 1 15,-3 7 0-15,-1 3 1 16,-1 2-1-16,1 6 0 16,-1 2 1-16,5 2-2 15,-2 5-3-15,2 1 0 0,5-2 0 16,8-3 0 0,4-3 0-16,3-6 0 0,3-3 0 15,2-10 0-15,-2-1 0 16,3-6 0-16,-6-9 0 0,-6-5 0 15,-3-5 0-15,-6 0 0 16,-5-2 0-16,-3-2 0 16,-10 4 0-16,-1 0 0 15,-4 10 0-15,-3 5 0 0,0 10 0 16,-4 2-8-16,7 18-77 16,-2 8-3-16</inkml:trace>
  <inkml:trace contextRef="#ctx0" brushRef="#br2" timeOffset="96919.5">22344 16546 504 0,'0'0'0'0,"-6"12"0"0,6 0-1 16,-2 8 1-16,2 7 0 15,0 3 0-15,0 4-1 0,0 8-4 16,2 6-15-16,4-4-61 16,-4-7-3-16</inkml:trace>
  <inkml:trace contextRef="#ctx0" brushRef="#br2" timeOffset="97536.09">22584 14122 422 0,'0'0'3'15,"-9"-7"1"-15,9 7 2 16,-12-13 1-16,12 13 1 16,-16-12 0-16,16 12 0 0,-12-7 1 15,12 7-2-15,0 0-1 16,10 10-2-16,10-3-1 16,7 3-1-16,8 0-1 15,5 5 1-15,7-1-2 0,0 3 0 16,5 6 0-16,-5 10 0 15,-4 14 1-15,-6 12 2 16,-7 13 0-16,-7 15-1 16,-7 17 0-16,-7 14-2 0,-9 16 0 15,0 13 0-15,-4 4 0 16,-1 2 0-16,1 8 0 16,4-5 0-16,2 6 0 15,3-12 0-15,13 1 0 0,-4-4 0 16,9-9 0-16,-3 1 0 15,5-13 0-15,-3-4 0 16,3-16 0-16,-5-4 0 16,-1-18 0-16,-8-47 0 0,-3 0 0 15,-2-7 0-15,-1 2 0 16,1-7 0-16,-6 0 0 16,0-6 0-16,-9 1 0 15,-7-2 0-15,-5 2 0 16,-13-3 0-16,-10 2 0 0,-11 2 0 15,-12 1 0-15,-11 4 0 16,-15 12-40-16,-7-1-48 16</inkml:trace>
  <inkml:trace contextRef="#ctx0" brushRef="#br2" timeOffset="101473.25">411 17781 278 0,'0'0'0'0,"0"0"0"0,0 0 0 0,0 0 1 16,0 0 1-16,-3 12 1 15,3-12 0-15,0 0 2 0,0 0 0 16,0 0 3-16,0 11 0 15,0-2 1-15,3 1-1 16,5 35 0-16,0-15-1 16,1-3 1-16,-1 0-3 15,4 5 0-15,0 1-2 16,8 6 0-16,24 38-2 16,-14-31 0-16,3-5-1 0,2 6 1 15,7-2-1-15,2-1 0 16,9 4 0-16,-1-7 0 15,8 1-1-15,2 1 0 16,5-6 1-16,7-3-1 16,-1 1 1-16,8-5 0 0,2-2 0 15,6-7 1 1,5-1 2-16,3-3-1 0,8-2 2 16,2-7-2-16,7-6 3 15,2-2-1-15,3-4 0 16,6-7 0-16,1-6-1 15,7-3 0-15,3 0 0 16,-1-9 0-16,3 4-1 0,2-5 0 16,-4-2 0-16,6-1-2 15,-1 1 2 1,-3-5 0-16,-2 4-1 0,-2-2-1 16,-2-1 1-16,-1 4 0 15,-2 3-1-15,4 4 1 16,-7-3 0-16,-1 8 0 15,-4 1 0-15,-5 4 1 16,1 2-1-16,-4 3 0 0,-5 3 0 16,-5 2 0-16,-4 4-1 15,-7 1 1-15,-2 1 0 16,-8 6 0-16,-4 4-1 16,-5 3 0-16,-6 4 0 15,-8 1 2-15,-2 1-2 0,-4 3 1 16,-5-1-1-16,-7 0 0 15,-1 3 1-15,-40-25-1 16,35 22 0-16,-1 1 0 16,-6 0 0-16,2 2-1 15,-5-6 1-15,-4-2 0 16,-21-17 0-16,31 22 0 16,-3 0 1-16,-28-22 0 15,0 0 0-15,9 5 0 0,3 0 1 16,-1 3-1-16,3-1 0 15,-3-7 0-15,-2-5 0 16,1 0-1-16,1 0 0 16,1-8 0-16,0 2 0 15,35-34 1-15,-26 28-1 16,5-5 0-16,1 2 0 16,12-2 0-16,35-26 1 0,-24 21-1 15,-1 2 0-15,6 0 0 16,2 4 0-16,5-2 0 15,7 0 0-15,3 1 0 16,10 0-1-16,3 0 1 16,2-1 1-16,8 6-1 15,-1-3-1-15,5 3 2 16,3 2-1-16,5 2 0 16,2 1 0-16,1 2 0 0,9 0 0 15,-5 0 0-15,11 1 0 16,-4 2 0-16,3 1 0 15,1 1 0-15,2 5 0 16,2 0 0-16,-3 0 0 16,3 5 0-16,3-2 1 0,3 1 0 15,-4 2-1-15,0 1 0 16,7 0 1-16,0 3-1 16,-3 0 1-16,1 3-1 15,4-3 0-15,-1 2 0 16,0 0 0-16,2 1 0 15,-4-1 1-15,4 0-1 16,1 1 0-16,-5-1 0 0,2 1 0 16,0-1-1-16,-2-2 1 15,4-3 0-15,-4 3 0 16,-3 0 1-16,-2-3-2 16,0 3 1-16,-3 0 0 15,-5-2 0-15,-2-1 0 16,-3 1 0-16,-5-4 0 0,-2 2-1 15,-4-3 1-15,-4-2 0 16,-3-1 0-16,-7 0-1 16,-2 0 0-16,-2 0 1 15,-8-4-1-15,1-4 1 16,-9 1 0-16,-5-6-1 16,-4-2 2-16,-3 0-1 15,-3-4 1-15,-6-4 1 0,-3 1-1 16,-3-3 3-16,-8-2 0 15,2-2 1-15,-9-1 0 16,0-2-1-16,-2 2 1 16,-3-5-1-16,-7 0 2 0,2 1-3 15,-2 1 0-15,-5 4 0 16,0 1 0-16,0-1-3 16,-6 7-12-16,0 4-69 15,-2 1-2-15</inkml:trace>
  <inkml:trace contextRef="#ctx0" brushRef="#br2" timeOffset="106753.4">13547 8036 274 0,'0'0'7'0,"0"0"1"0,3-12 4 16,-3 12 1-16,3-13 2 16,-3 13 0-16,4-10-1 15,-4 10 0-15,0 0-5 0,0 0-1 16,0 0-3-16,0 7-2 15,3 9-1-15,-3-2-1 16,0 4 2-16,6 7 0 16,1-1 0-16,0 1-1 15,8 2-1-15,0-2 1 0,8 0 0 16,-4 0-1-16,11-3 1 16,-6-2-1-16,11-1 1 15,0-1 0-15,8-1-1 16,1-2 0-16,1-1-1 0,13-1 1 15,-7-1 0-15,11-1-1 16,-2-1 1-16,4 0 0 16,1-3-1-16,0-1 1 0,5 0 0 15,1 2 0-15,5-5 0 16,3-3 0-16,0 1 0 16,3-1-1-16,4-1 2 15,4-5-2-15,0-1 0 0,7-3 0 16,-4 3 0-16,7-6 1 15,0-2-1-15,4 5 0 16,-2-2 0-16,0-1 0 16,0 1 0-16,0 2-1 15,0-2 1-15,2 4 0 0,-7-1 0 16,2 1 0-16,1 0 0 16,-3 1 0-16,5 3 0 15,-6 1 0-15,-1 3 0 16,4 0 1-16,-1 0-1 0,-4 5 0 15,3 2 0-15,-3 0 1 16,-2 4 0-16,0-2-1 16,-5 4 1-16,-6 2-1 0,-1 2 1 15,-5 0 0-15,-10 1-1 16,-4 1 1-16,-6-1-1 16,-11 1-1-16,-8 1-1 15,-4 0 1-15,-4 0 0 0,-12 2-1 16,2-4 2-16,-6-1-2 15,1 3 1-15,-1-5 1 16,-2 0 0-16,1-5 0 0,-4 0-1 16,0 0 1-16,-7-10-1 15,7 9 1-15,-7-9 0 16,0 0 0-16,0 0 1 16,0 0-1-16,0 0 0 15,0 0 0-15,11-5 1 16,-11 5-1-16,9-14-1 0,1 1 0 15,1 2 0-15,3-3 1 16,4-1 0-16,1-5 1 16,6 0-1-16,3-1 0 15,6-2 0-15,7 1 0 0,1-3 0 16,4 0-1-16,7 0 0 16,-3 2-1-16,10-1 1 15,2 0 0-15,0 4 0 0,5-3 0 16,-3-1 0-16,6 4 0 15,2 3 1-15,2-4-1 16,1 5 0-16,4 0 1 16,1-2-1-16,4 7 1 0,1 1-1 15,-3 0 1-15,3 5-1 16,-4-3 1-16,-1 6 0 16,-1 2 0-16,3 0-1 15,-4 0 1-15,-4 0 0 0,3 2 0 16,0 4 0-16,-3-1 1 15,1-1-1-15,-1 2 0 16,2 1 0-16,-2-2 0 16,3-2 0-16,0-1 0 0,0 3 0 15,-3-4 0-15,3 5 0 16,0-3 0-16,-2-3 0 16,0 0 1-16,-1 0-2 15,1 0 2-15,-6 0-1 0,5 0 0 16,-1-3 0-16,-4-3 0 15,3 2 0-15,-4 0 0 16,4-4 0-16,-8 3 0 16,-2-3 0-16,-4 4 0 0,-7-4 0 15,-8-2 1-15,-6 1 0 16,-9-4 0-16,-3-2 1 16,-9 1 1-16,-3-7-1 15,-5 1-3-15,-1 0-28 0,-5 1-44 16,-2-1-4-16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49:25.78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916 2344 416 0,'0'0'5'0,"0"-11"3"0,0 11 2 0,-3-14-2 16,3 14 3-16,-5-18 0 15,5 18 0-15,-8-2 1 0,1 9-5 16,2 13-3-16,0 12-3 16,3 5 3-16,0 10-3 15,-1 5 1-15,3 5-2 16,0-2 0-16,0-3 0 0,0-6 0 15,0-5 0-15,0-12 0 16,0-4 0-16,0-10 0 16,0-15 0-16,-10 0 0 15,2-10 0-15,6-15 0 0,-3-9 0 16,0-11 0-16,3-7 0 16,2-5 0-16,0-1 0 15,2 4 0-15,3 5 0 16,5 4 0-16,2 11 0 15,6 9 0-15,2 5-2 0,1 10 1 16,7 3 1-16,4 7 0 16,0 7 0-16,1 5 0 15,-6 11 3-15,-4 4-3 0,-8 0 0 16,-5 8 0-16,-10 2 0 16,-10-2 0-16,-3 0 0 15,-9-5 0-15,-1-6 0 16,-4 1 0-16,0-5 0 0,4-8 0 15,4-2 0-15,6-3 0 16,4-2 0-16,9-5 0 16,0 0 0-16,4 9 0 15,11-8 0-15,0 4 0 0,8 2 0 16,1 1 0-16,-2 4 0 16,6 3 0-16,-3-3 0 15,0 8-9-15,-6-6-23 16,4 5-51-16,-3-2-3 15</inkml:trace>
  <inkml:trace contextRef="#ctx0" brushRef="#br0" timeOffset="1">1385 2655 420 0,'0'0'5'0,"-12"-4"1"0,12 4 1 0,-18 0-1 0,6 0 1 0,2 4-1 15,-5 4 1-15,5 2-1 0,5 5-3 16,2 4-2-16,3-1 0 16,11-1 0-16,3 0 0 15,9-5 1-15,2-4 0 16,7-3 0-16,-3-5 1 16,7-7-1-16,-4-6 0 0,-2-5 1 15,-8-1 0-15,-5-1-1 16,-4-5 1-16,-10 3-1 15,-6 6-1-15,-12-2 0 16,-2 8-1-16,-8 5-1 0,0 5-1 16,0 0-2-16,2 12-5 15,3-2-5-15,8 9-13 16,7-1-56-16,3-3 0 0</inkml:trace>
  <inkml:trace contextRef="#ctx0" brushRef="#br0" timeOffset="2">1725 2363 384 0,'0'0'7'0,"0"0"3"0,0-11 2 0,0 11 1 0,3-8 0 16,-3 8-1-16,0 0 1 15,0 0 0-15,10 8-6 16,-7 16-3-16,-1 7-1 0,-2 8-2 16,0 9 1-16,3 7 1 15,-3-1-1-15,0-2 0 16,0 0 0-16,2-7 0 16,3-8 0-16,2-7-2 15,6-8 0-15,4-10-4 0,1-7-4 16,4-5-11-16,-5-5-31 15,3-9-34-15,2-9-3 16</inkml:trace>
  <inkml:trace contextRef="#ctx0" brushRef="#br0" timeOffset="3">1746 2638 361 0,'0'0'9'16,"-11"-3"2"-16,11 3 3 15,-10-2-1-15,10 2 0 16,0 0 0-16,0 0 1 0,0 0 0 15,16-2-8-15,8-3-11 16,11 2-36-16,10 1-38 16,2-6-1-16</inkml:trace>
  <inkml:trace contextRef="#ctx0" brushRef="#br0" timeOffset="4">2056 2652 470 0,'0'0'4'0,"0"0"2"0,-13 0 2 16,3 0 0-16,10 0 1 15,-12-1-3-15,12 1-6 16,0 0 0-16,-4-13 0 16,11 10 0-16,10-1 0 0,5-1 0 15,6 2 0-15,-1 3 0 16,3-2 0-16,-2 2 0 15,-3 6 0-15,-6 5 0 0,-9 2 0 16,-6 1 0-16,-4 3 0 16,-9 5 0-16,-8-1 0 15,-3 0 0-15,0 2 0 0,-5-5 0 16,3 2 0-16,1-3 0 16,9-2 0-16,3-5 0 15,3-1 0-15,6-9 0 16,8 11 0-16,7-9 0 0,5-2 0 15,7-5 0-15,3-8 0 16,12 4-23-16,-5-3-63 16,8-6-3-16</inkml:trace>
  <inkml:trace contextRef="#ctx0" brushRef="#br0" timeOffset="5">2601 2199 440 0,'0'0'4'0,"0"0"2"0,0 0 0 16,0 0-1-16,0 0 0 15,0 0 1-15,-4 6 1 16,-5 35 4 0,-6 14-4-16,2 14-2 15,-4 11 1-15,2 7-3 16,0 3-3-16,2 3 0 15,6-6 0-15,10-25 0 16,10-11 0-16,11-8 0 0,3-14-4 16,17-8-81-16,-1-7-2 15</inkml:trace>
  <inkml:trace contextRef="#ctx0" brushRef="#br0" timeOffset="6">2896 2454 468 0,'0'0'3'0,"0"0"1"0,0 0-1 0,0 0 0 0,-10 0 1 15,-1 10-1-15,2 8 1 0,-6 4-1 16,0 11-2-16,3 1 0 15,1 6-1-15,4 0 0 16,7 1 1-16,3-6 0 0,7-5 0 16,7-8 0-16,8-7 0 15,0-10 0-15,7-5 0 16,-2-7 1-16,2-8-1 16,-4-10 1-16,-3-6 0 0,-6-2-2 15,-6-10 0-15,-10-1 0 16,-3 0 0-16,-16 1 0 15,-1 8 0-15,-8 6 0 16,-7 6 0-16,2 13 0 16,0 8 0-16,0 10 0 0,8 7 0 15,7 10 0-15,5 4 0 16,10 0 0-16,6 4-2 16,13-1 2-16,6-5-2 15,10-2-7-15,2-8-15 0,-15-7-58 16,26 0-3-16</inkml:trace>
  <inkml:trace contextRef="#ctx0" brushRef="#br0" timeOffset="7">3284 2574 417 0,'0'0'5'16,"0"0"2"-16,-11 7 0 16,4 3 0-16,0 2 1 15,2 1-1-15,0 4 1 0,3 2 0 16,2-1-5-16,2 2-6 15,3-3-8-15,9 1-28 16,2-4-41-16,1-1 0 16</inkml:trace>
  <inkml:trace contextRef="#ctx0" brushRef="#br0" timeOffset="8">3445 2157 447 0,'0'0'4'0,"0"0"0"15,-10-2 1-15,10 2-1 16,0 0 1-16,-8-3-1 16,8 3 0-16,6 15 1 15,8 6-1-15,11 5 1 0,17 17-1 16,3 3 1 0,0 14 1-16,0 4-1 15,-5 1-5-15,-6 1 0 16,-9 2 0-16,-15-2 0 0,-15-12 0 15,-18-1 0-15,-6-8 0 16,-6-6 0-16,-5-3 0 16,-10-11-26-16,-5-6-60 15,11-5-3-15</inkml:trace>
  <inkml:trace contextRef="#ctx0" brushRef="#br0" timeOffset="9">4056 2578 466 0,'0'0'4'0,"-2"-9"2"0,2 9 1 0,-5-8-1 15,5 8 1-15,-2-10-1 16,2 10-4-16,0-12-4 15,5 14-19-15,4-2-62 0,6 0-3 16</inkml:trace>
  <inkml:trace contextRef="#ctx0" brushRef="#br0" timeOffset="10">4473 2369 456 0,'0'0'5'0,"0"0"2"15,0 0 0-15,0-9 1 16,0 9-1-16,0 0 0 0,0 9 0 16,3 5 0-16,2 10-7 15,0 4 0-15,2 8 0 16,-2 5 0-16,2 5 0 16,-1-1 0-16,-1 0-3 15,-3-11-22-15,-2 1-57 0,0-6-3 16</inkml:trace>
  <inkml:trace contextRef="#ctx0" brushRef="#br0" timeOffset="11">4218 2219 406 0,'0'0'6'16,"-8"-5"1"-16,8 5 0 15,-7-12 2-15,7 2 0 0,0-2 0 16,5-3 1-16,7 0 0 15,15-3-5-15,6 5-2 16,9 2 0-16,10-2-1 16,1 9-1-16,9 1-2 0,2 6-8 15,-4 4-17-15,0 10-57 16,-8 6-2-16</inkml:trace>
  <inkml:trace contextRef="#ctx0" brushRef="#br0" timeOffset="12">4638 2537 470 0,'0'0'4'16,"0"0"1"-16,0 0 1 15,-2-10 0-15,2 10 0 0,0-10-1 16,0 10 1-16,9-8-3 15,3 6-3-15,1 2 0 16,6 0 0-16,2 7 0 16,-2 6 0-16,7-1 0 15,-2 6 0-15,-4-4 0 0,0 3 0 16,-5 1 0-16,-6-3 0 16,0-5 0-16,-9 0 0 15,0-10 0-15,-11 10 0 16,4-10 0-16,-8 0 0 0,0 0 0 15,1-7 0-15,1-6 0 16,1 1 0-16,4-6 0 16,6-5 0-16,2 3 0 15,7-5 0-15,10 1 0 0,6 3 0 16,6-4-3-16,8 0-82 16,1 7-1-16</inkml:trace>
  <inkml:trace contextRef="#ctx0" brushRef="#br0" timeOffset="13">5264 2586 438 0,'0'0'4'0,"-3"-12"1"0,3 12 1 0,-22-16 0 0,10 9 0 16,-13 0 0-16,2 2 1 15,-7 3-1-15,3 2-4 16,-3 9 0-16,1 6-2 15,6 2-1-15,6 3 0 0,5 3 0 16,7-3 0-16,5-3 1 16,9 0-1-16,6-10 1 15,7-1 0-15,3-6 1 0,5 0 0 16,-2-11 0-16,2-3 0 16,-1-5 0-16,-4-2 1 15,-5-1 0-15,-5-3 0 16,-5 3-1-16,-5 5 0 0,-3-1 0 15,-2 6-2-15,0 12 1 16,-7-8-1-16,7 8 0 16,-7 15 0-16,7 4-1 15,0-1 1-15,0 0-1 16,2 4 1-16,8-5 0 16,-3-2 0-16,5-3 0 0,-2-6 0 15,3-6 1-15,-3 0 0 16,2-10 1-16,1-2 0 15,-1-6 0-15,-2-5 0 0,3 3 0 16,-1-1 0-16,-2 3-1 16,-2 1 0-16,-4 4-1 15,-4 13 0-15,8-10 0 0,-8 10 0 16,0 0 0-16,0 9 0 16,0-9 0-16,7 16 0 15,-1-3 1-15,-2-1-1 16,6 0 1-16,2 1 0 0,3-6 0 15,3 1 0-15,2-3 0 16,5-5 1-16,4 0-1 16,4-8 0-16,-1-1 1 15,0-4-1-15,-2-4 1 16,0-1 0-16,-7 1 0 16,-7-1 0-16,-5 1 0 0,-9 2 0 15,-2 3 0-15,-10-1 0 16,-5 6 0-16,-3-1 0 15,-1 8-1-15,-1 0 0 0,0 0 0 16,2 5-1-16,4 3-1 16,4 2 1-16,5 0 0 15,3 0 0-15,4 2 1 16,8 1-1-16,8-1 1 0,1 0 0 16,6 1 0-16,5-3 0 15,-3 2 1-15,1 0-1 16,-3 1 1-16,0-6-1 0,-9 1 1 15,-3 1 0-15,-13-9 0 16,5 16 1-16,-5-16-1 16,-18 9-1-16,2-4 1 15,-12-2 0-15,1-1-1 16,-5 4 0-16,2-4-4 16,0 0-5-16,-1-2-17 0,-8 0-55 15,26 0-1-15</inkml:trace>
  <inkml:trace contextRef="#ctx0" brushRef="#br0" timeOffset="14">6046 2415 449 0,'0'0'3'0,"0"0"0"0,0 0 1 0,0 0 0 15,6-13 0-15,3 11 0 16,8 0 1-16,6 2 0 0,7 0-3 16,0 4 1-16,2 9-1 15,0 2 0-15,-2 0-1 16,-7 7 0-16,-11 0-1 16,-4-2-1-16,-8 3 0 0,-13-4 0 15,-4-4 0-15,-8-5 0 16,-1-3 0-16,-1-4 0 15,2-3 1-15,4-8 0 0,5-4 0 16,9-5 0-16,7-5-1 16,5-3 1-16,13-3 0 15,6 0 0-15,1 5-1 16,2 0 1-16,1 3 0 16,-3 9 0-16,-8 2 1 15,-2 9 0-15,-5 3 0 0,-8 10 0 16,-2 1 0-16,0 9 0 15,0 2 0-15,0 1 0 16,0 4-1-16,7 0 1 0,4-5 0 16,3-3-1-16,4-2-3 15,1-8-8-15,9-7-17 16,2-2-52-16,4-8-2 16</inkml:trace>
  <inkml:trace contextRef="#ctx0" brushRef="#br0" timeOffset="15">6832 1905 451 0,'0'0'1'0,"-5"8"-1"0,0 3 0 16,-1 14 1-16,-3 8 0 15,-6 11 1-15,-3 13 2 0,-2 12 2 16,3 6 0-16,2 6 1 15,8 5 0-15,2-1 1 16,7-3-2-16,14-8 1 16,8-5-3-16,14-10-4 0,4-14 0 15,13-4-14-15,2-17-66 16,7-9-3-16</inkml:trace>
  <inkml:trace contextRef="#ctx0" brushRef="#br0" timeOffset="16">7135 2221 441 0,'0'0'4'0,"0"0"2"0,0 0 0 0,0-7-1 0,0 7 1 15,0 0-1-15,-11 15 2 0,2 0 1 16,-6 15-3 0,-3 2-1-16,-2 8-1 15,-4-3 1-15,-1 3 0 16,-1-6-1-16,2-2-3 0,1-9 0 15,11-8 0-15,0-3 0 16,12-12 0-16,-11 7 0 16,11-7 0-16,16 0 0 0,3-5 0 15,11 1-2-15,4-1-14 16,5-15-45-16,3 12-24 16,1 3-2-16</inkml:trace>
  <inkml:trace contextRef="#ctx0" brushRef="#br0" timeOffset="17">7305 2463 420 0,'0'0'3'0,"0"0"1"0,0 0 1 16,0 16 1 0,0-3-2-16,0-1 2 0,0 8 1 15,7 2-1-15,-5-2-6 16,5 8-13-16,0 1-62 15,1-8-2-15</inkml:trace>
  <inkml:trace contextRef="#ctx0" brushRef="#br0" timeOffset="18">7478 1845 443 0,'0'0'3'15,"0"0"-1"-15,0 0 1 0,7 0 1 16,6 5 0-16,4 10 0 16,8 10 0-16,9 6 0 15,8 12-2-15,6 12 0 16,5 7 1-16,-4 7 1 16,-7 8 1-16,-2 2 0 0,-15-2 0 15,-11-3 1-15,-11 1 0 16,-8-6-4-16,-16-10-2 15,-5-4 0-15,-12-11 0 16,-1-4-17-16,-8-10-65 0,2-10-2 16</inkml:trace>
  <inkml:trace contextRef="#ctx0" brushRef="#br0" timeOffset="19">7979 2425 508 0,'0'0'3'0,"0"0"-3"0,0 0 0 15,0-10 0-15,0 10 0 16,0 0 0-16,0 0 0 16,0 0-76-16,0 0-11 15</inkml:trace>
  <inkml:trace contextRef="#ctx0" brushRef="#br0" timeOffset="20">8598 2291 470 0,'0'0'3'0,"0"-9"1"16,0 9 0-16,0-13 2 0,0 13-1 15,0-12 0-15,0 12 0 16,0 0 1-16,-10 2-3 16,8 13-3-16,2 5 0 15,0 7 0-15,0 3 0 0,7-4 0 16,-2 7 0-16,3-5 0 16,-1-2 0-16,-4-2 0 15,-3-8 0-15,0-6 0 16,0-10 0-16,-13 5 0 0,3-7 0 15,-2-13 0-15,-1-5 0 16,1-8 0-16,5-6 0 16,2-10 0-16,5 1 0 0,0-1 0 15,9-3 0-15,6 4 0 16,5 4 0-16,5 6 0 16,3 14 0-16,4 5 0 15,3 8 0-15,-1 6 0 16,3 7-2-16,-4 11 2 0,-6 1 0 15,-2 4 0-15,-10 4 0 16,-7 0 2-16,-8-2-2 16,-5 0 0-16,-13-1 0 0,-4-4 0 15,-4-2 0-15,2-1 0 16,2-4 0-16,-1-4 0 16,9 0 0-16,3-2 0 15,11-7 0-15,0 9 0 16,13 0 0-16,4-5 0 15,8 3 0-15,-2 3 0 0,4-2 0 16,3 1 0-16,-3-1-2 16,6-8-73-16,-9 10-11 15</inkml:trace>
  <inkml:trace contextRef="#ctx0" brushRef="#br0" timeOffset="21">9120 2331 432 0,'0'0'4'0,"0"0"2"0,-10 0 0 0,10 0 1 0,-20 13-1 15,10-5 1-15,1 3 0 16,-2 2 0-16,4 1-4 16,4 3-1-16,3-1-1 0,10-1 1 15,8-7 0-15,5 3 0 16,3-4 0-16,4-7 0 15,6 0 0-15,-7-7 1 0,-2-4-1 16,-5 0 0-16,-4-7 0 16,-8-1 0-16,-10-2-2 15,-5 2 0-15,-15 5 0 0,1-2 0 16,-6 9 0-16,0 2-8 16,-3 5-8-16,8 0-23 15,5 7-46-15,6 3 1 16</inkml:trace>
  <inkml:trace contextRef="#ctx0" brushRef="#br0" timeOffset="22">9580 2095 476 0,'0'0'3'0,"0"0"0"0,0 0 0 15,0-7-1-15,0 7 1 16,-3 7 0-16,-2 11 0 16,1 1 0-16,-1 14-1 0,-1 4 0 15,3 7 1 1,1 4 2-16,2-1-5 0,0-8 0 16,8 1 0-16,4-8 0 15,6-10 0-15,1-2 0 16,4-12 0-16,2-1-24 15,19-7-60-15,-22 0-3 16</inkml:trace>
  <inkml:trace contextRef="#ctx0" brushRef="#br0" timeOffset="23">9436 2296 444 0,'0'0'1'0,"0"0"0"16,7-2 0-16,10-1 0 15,13 1-2-15,7 2-6 16,11 5-67-16,26-5-5 16</inkml:trace>
  <inkml:trace contextRef="#ctx0" brushRef="#br0" timeOffset="24">10260 1733 476 0,'0'0'3'0,"0"0"-1"0,0 0 0 16,-9 0 0-16,-7 8 0 16,-1 20-1-16,-8 11 1 15,-2 16-1-15,-3 14 0 16,5 15 0-16,3 10 2 0,14 10 1 15,8 5 0-15,25-5 1 16,16-7-3-16,21-8-2 16,9-20-45-16,26-5-35 0,13-14-6 15</inkml:trace>
  <inkml:trace contextRef="#ctx0" brushRef="#br0" timeOffset="25">9754 2321 370 0,'0'0'6'15,"0"0"4"-15,0 0 1 0,0 0 1 0,0 0 1 16,0 0 1-16,0 0 1 16,0 0 0-16,5-5-5 0,-5 5-3 15,20-8-2-15,-6 6-1 16,4-3-2-16,1 0-2 15,4 3 0-15,-3-1-2 16,-1 3 0-16,-1 0 2 16,-3 0 0-16,-15 0 0 15,9 17 2-15,-9-2 2 16,-7 3-1-16,-5-1 1 16,-8 2-1-16,3-1 0 15,-6 4-1-15,3-7-2 0,-1 3 0 16,3-4 0-16,3-1 0 15,2-1 0-15,13-12 0 16,-9 15 0-16,9-15 0 0,2 10 0 16,10-7 0-16,3-3 0 15,6 0 0-15,3 0 0 16,3-3 0-16,3-2 0 16,0 0 0-16,-3 0 0 0,-2 2 0 15,-4 1 0-15,-5 2-5 16,-16 0-17-16,0 0-60 15,0 0-4-15</inkml:trace>
  <inkml:trace contextRef="#ctx0" brushRef="#br0" timeOffset="26">10529 2148 431 0,'0'0'3'0,"0"0"1"0,-5-10 1 0,5 10-1 0,-23-6 1 15,9 6-1-15,-9 0 1 0,-2 3-1 16,0 10-2-16,0-1-2 15,1 5 0-15,4 5 0 16,6-2 2-16,10 3 1 16,4-8 0-1,6-1 0-15,8-6 1 0,9-5-2 16,2-3-1-16,2-11-1 16,2-3 0-16,-4-1-2 15,0 0 1-15,-7 2 1 0,-1 1-1 16,-4 6 1-16,-13 6 1 15,10 6 0-15,-10 6 1 16,0 3 1-16,-3 10 0 16,1 3 0-16,-3 1-1 15,5 4-2-15,-2-7-5 16,2 2-10-16,0 12-64 16,2-18-5-16</inkml:trace>
  <inkml:trace contextRef="#ctx0" brushRef="#br0" timeOffset="27">10720 2232 413 0,'0'0'3'0,"0"0"1"0,-7 7 2 16,-3 6 2-1,4-1-1-15,-3 7 2 16,4-1 0-16,0 4 0 0,5 1-2 15,0-6-1-15,12 0-1 16,8-7-2-16,1-2 0 16,5-6 1-16,4-2-2 0,0-5 1 15,-3-10-1-15,-2 4 0 16,-2-7 0-16,-9-5-1 16,-7 1-3-16,-7-1 1 15,-2 4-1-15,-12 1 0 0,-9 6-1 16,-2 2-3-16,1 5-6 15,-8 0-8-15,7 5-63 16,2 5-2-16</inkml:trace>
  <inkml:trace contextRef="#ctx0" brushRef="#br0" timeOffset="28">11018 1801 439 0,'0'0'4'15,"0"0"1"-15,0 0 1 16,0 0 0-16,5-7-1 16,5 7 1-16,5 4 0 15,13 17 1-15,2 5-5 0,7 12-1 16,2 11-1-16,6 8 1 16,-3 7 1-16,-5 6 2 15,-12 12 0 1,-7-4 1-16,-13-1 0 0,-7-2-2 15,-14-3-3-15,-11-5 0 16,-8-8 0-16,-4-4 0 16,4-18 0-16,-2-3 0 15,-1-11-50-15,10-11-35 0,7-4-1 16</inkml:trace>
  <inkml:trace contextRef="#ctx0" brushRef="#br0" timeOffset="29">11662 2145 416 0,'0'0'6'0,"0"0"1"0,-11-3 2 0,11 3-1 16,-9 0 0-16,9 0 0 0,-17 18 0 15,11-1 1-15,1 11-5 16,5 4 0-16,0 5 0 15,5 2-1-15,3 0 1 0,4-6-1 16,-4-1 1-16,0-9 0 16,-3-3-2-16,-3-9-2 15,-2-11 0-15,0 0 0 16,-5-1 0-16,-3-15 0 0,-4-6 0 16,0-5 0-16,-6-8 0 15,6-4-2-15,2-6-1 16,2 1 0-16,4-3 0 15,4 7 1-15,8 4-1 16,9 2 0-16,4 12 2 0,9 7 1 16,2 11 0-16,6 4 0 15,-3 4 0-15,0 9 0 16,-8 3 0-16,-2 5 0 16,-13 1 1-16,-9 3-1 0,-6-3 0 15,-6 3 0-15,-13-3 1 16,3-2 2-16,-5 0 0 15,1-5-1-15,3-1 0 0,3-1 1 16,4-3-1-16,6 0 1 16,7-10-3-16,0 17 0 15,5-9 0-15,10-1 0 16,5-3 0-16,7 2 0 16,1-1 0-16,4 2-7 0,0-4-19 15,0 0-56-15,5 1-4 16</inkml:trace>
  <inkml:trace contextRef="#ctx0" brushRef="#br0" timeOffset="30">11989 2244 423 0,'0'0'4'0,"0"0"0"0,-8 0 1 0,8 0 0 15,-8 10 2-15,0 0 1 0,6 8 1 16,-1-4 0-1,3 1-2-15,10 5-1 16,9-3 0-16,6-5 0 0,5-2-2 16,7-3-1-16,4-7-1 15,-2-1 1-15,-2-6-3 16,-7-6 0-16,-7-5 0 16,-9 3 0-16,-8-2 0 0,-9 0-2 15,-9 2 0-15,-5 3-1 16,-8-1-3-16,-3 8-2 15,3 3-7-15,-2-6-13 16,4 8-54-16,11 3-4 16</inkml:trace>
  <inkml:trace contextRef="#ctx0" brushRef="#br0" timeOffset="31">12357 2069 419 0,'0'0'6'0,"0"0"3"16,0 0 0-16,0 0 1 0,0 0-1 15,8 8 0-15,-8 6 1 16,0 8-1-16,-8 3-4 16,2 7-2-16,6 7 0 15,0 6 1-15,4-3 0 16,9-5-2-16,-1-1-2 16,8-7 0-16,5-4-3 15,-3-10-20-15,-4-8-60 0,4-7-3 16</inkml:trace>
  <inkml:trace contextRef="#ctx0" brushRef="#br0" timeOffset="32">12320 2239 423 0,'0'0'6'0,"0"0"1"16,0 0 0-16,0 0 1 16,-7 0 0-16,7 0 0 15,7 0 0-15,13 0-1 16,8-5-7-16,11 5-14 0,-2 0-66 15,21-5-4-15</inkml:trace>
  <inkml:trace contextRef="#ctx0" brushRef="#br0" timeOffset="33">12720 2202 464 0,'0'0'3'0,"0"0"0"0,0 0 1 16,0 0 0-16,0 0 0 16,7-3 0-16,4 3 1 15,2 0-1-15,6 0-2 16,4 6-1-16,1 3 0 16,-4 6 1-16,2 2 1 0,-9 6-1 15,-6 2 0 1,-7-3 1-16,-10-2-3 15,-7 0 0-15,-3-6 0 0,0-4 0 16,-2-2 0-16,2-8 0 16,5-3 0-16,5-6 0 15,3-4 0-15,7-2 0 16,5-7 0-16,7-3 0 0,8 3 0 16,0 0-4-16,4-1 0 15,1 6 1-15,0 2-1 16,-4 8 3-16,-4 4 1 0,-4 3-1 15,-9 10 1-15,-4 5 1 16,0 5 2-16,0 0 0 16,0 5 0-16,0-6 0 15,0 3 1-15,8-4-6 16,9-3-5-16,3-13-15 16,-20-2-61-16,43 0-3 0</inkml:trace>
  <inkml:trace contextRef="#ctx0" brushRef="#br0" timeOffset="34">13441 1761 464 0,'0'0'2'0,"0"0"-1"0,-10 2 0 0,-2 11 1 16,-4 12 0-16,-5 12 1 0,-2 13 0 15,0 8 1-15,-4 12-1 16,8 9 3-16,3 11 0 15,9 1 0 1,7-7 2-16,10-4-8 0,12-8 0 16,6-10 0-16,11-15 0 15,11-23-73-15,-1-4-12 16</inkml:trace>
  <inkml:trace contextRef="#ctx0" brushRef="#br0" timeOffset="35">13836 2024 450 0,'0'0'2'0,"-15"-3"1"16,0 3 0-16,-4 0 0 16,-6 5 1-16,-5 5-1 0,-5 5 0 15,3 3 0-15,2 1-2 16,5 8 0-16,10-4-1 15,7 2 0-15,8-6 0 16,8-2 2-16,9-3-1 16,6-10 0-16,2-2 2 0,2-2-1 15,6-10 1-15,-3-4 0 16,-6-4-1-16,-2 1 0 16,-2-1 1-16,-8 3-1 15,-4 7-1-15,-8 8 0 0,0 0-1 16,0 0 0-16,-5 21 0 15,-5 4 1-15,3 5 1 16,-6 9 0-16,8-2 2 16,0 3-4-16,5-3-3 15,3-8-15-15,2 1-61 16,12-10-5-16</inkml:trace>
  <inkml:trace contextRef="#ctx0" brushRef="#br0" timeOffset="36">14049 2152 467 0,'0'0'1'0,"0"0"1"0,-14 8-1 15,4 2 0-15,0 2 1 16,-2 1 0-16,1 6-1 16,-1 1 3-16,10-2 0 15,2 1 0-15,9-1 2 16,9-6-1-16,5-5 1 15,3-4-1-15,4-3-5 16,0-5 0-16,-3-5 0 0,-6-4 0 16,-7-9 0-16,-6 1 0 15,-8-1 0-15,-8 4 0 16,-10 1 0-16,-6 1 0 16,-4 5-7-16,-4 2-5 15,3 7-21-15,-1 3-53 0,2 0-1 16</inkml:trace>
  <inkml:trace contextRef="#ctx0" brushRef="#br0" timeOffset="37">14325 1813 482 0,'0'0'2'0,"0"0"-1"0,0 0 0 15,0 0 1-15,11 13 0 16,-4 6-1-16,3 11 1 0,3 8 0 15,1 8-1-15,4 6 0 16,-1 14 1-16,-2 5 2 16,-3 10 1-16,-5-4-2 15,-7 2-3-15,-9-4 0 16,-11-2 0-16,-4-8 0 16,-10-8 0-16,0-10 0 15,1-22-40-15,-1 0-44 0,1-10-3 16</inkml:trace>
  <inkml:trace contextRef="#ctx0" brushRef="#br0" timeOffset="38">14716 2259 511 0,'0'0'0'16,"0"0"0"-16,0 0 0 0,0-5 0 15,0 5 0-15,1-12 0 16,10 7-84-16,7 2-7 16</inkml:trace>
  <inkml:trace contextRef="#ctx0" brushRef="#br0" timeOffset="39">15670 2083 453 0,'0'0'3'0,"0"0"2"0,0 0 1 0,0 0-1 16,0 0 1-16,0 0 0 16,0 0-1-16,0 22 1 15,0 0-3-15,0 11-1 16,0 3 1-16,0 12 1 15,0-1 0-15,2 0-4 16,3-5 0-16,0 1 0 16,3-9-15-16,-6 3-35 0,3-10-34 15,0-7-1-15</inkml:trace>
  <inkml:trace contextRef="#ctx0" brushRef="#br0" timeOffset="40">15328 2088 414 0,'0'0'5'15,"0"0"2"-15,0 0 1 16,-8-11 1-16,8 11-1 0,0-11 1 15,5-2 0-15,9 1 1 16,14-3-4-16,17-3-2 16,4-3-2-16,11-2 1 15,6 3-1-15,5 0 0 0,-4 10 0 16,0 3-1-16,-8 7-3 16,-6 0-8-16,-9 13-13 15,-7 5-59-15,-9 1-4 16</inkml:trace>
  <inkml:trace contextRef="#ctx0" brushRef="#br0" timeOffset="41">15909 2366 428 0,'0'0'5'0,"0"0"3"0,0 0 0 16,0 0 1-16,0 0 1 16,0-6 0-16,0 6 1 15,19-4 0-15,-6 0-5 0,10 4-1 16,3 0-5-16,6 4 0 16,4 3 0-16,1 6 0 15,0 1 0-15,0 3 0 16,-5 3 0-16,-7-2 0 15,-4 1 0-15,-9 1 0 0,-10 0 0 16,-2-3 0-16,-10-5 0 16,-5-1 0-16,-9-6 0 15,-1-5 0-15,0 0 0 0,0-10 0 16,2-5 0 0,9-7 0-16,1-3 0 0,13-2 0 15,3 0 0-15,14 2 0 16,6-4 0-16,6 6 0 15,1-7-20-15</inkml:trace>
  <inkml:trace contextRef="#ctx0" brushRef="#br0" timeOffset="42">16408 2471 499 0,'0'0'0'0,"7"0"0"16,3-1 1-16,3-2-1 0,1-4 1 15,6-1-1-15,1-2 1 16,0-2-1-16,-1-3 1 15,-2-2 0-15,-6-4-1 16,-2 4 0-16,1 1 0 0,-7 0 0 16,-1 4 0-16,-3 12 0 15,0 0-1-15,0 0 1 16,0 7 0-16,0 8 0 0,0 3 0 16,5-4 1-16,-1 4-1 15,4-6 1-15,2 1-1 16,5-9 0-16,0-4 0 15,2 0 0-15,3-7 0 16,0-8 0-16,0-4 0 0,2 1 0 16,-2-4-1-16,-3-1-1 15,1 4 0-15,-8 1-2 16,-1 4 2-16,-6 4-2 16,-3 10 1-16,0 0 1 0,0 0 2 15,-9 7 2-15,6 5 0 16,0 6 1-16,3-6 0 15,0 3 0-15,6 0-1 0,11-5 0 16,5-3-2-16,5-4-1 16,3-3 1-16,4-5-1 15,5-8 1-15,-5 1-2 16,-2-3-1-16,-4-2 0 16,-6-1 1-16,-7 1 1 0,-10 2-2 15,-5 0 2-15,-5 5-2 16,-10 3 3-16,-2 2 0 15,-4 2 1-15,2 3-2 0,-1 6 0 16,-3 6 3-16,7 0 0 16,3 3 1-16,5 3-1 15,6 2 0-15,7-6 1 16,10 1-1-16,4 2 1 0,6-1-1 16,5-4-2-16,-2 1 0 15,2-6 0-15,-10 2 1 16,1 1-1-16,-5-3 1 15,-9 4-1-15,-7-11 0 0,0 12 1 16,-7-7-1-16,-13-3 1 16,-3 6-1-16,-9-3 0 15,-1-4-1-15,-4 7-2 16,-2-2-6-16,7 1-24 0,2-3-48 16,5-1-2-16</inkml:trace>
  <inkml:trace contextRef="#ctx0" brushRef="#br0" timeOffset="43">17327 2296 452 0,'0'0'4'0,"0"0"2"0,-10-7 1 0,10 7-1 16,0 0 0-16,-3-13 0 15,3 13 0-15,18-12 1 16,5 5-4-16,11 2-2 16,3-3-1-16,5 6 1 0,-1-1 1 15,1 1-1-15,-10 2 0 16,-5 7 1-16,-12 3-2 16,-15 5 0-1,-5 5 0-15,-17-3 0 0,0 5 0 16,-13 1 0-16,3-1 0 15,-9 0 0-15,4-2 0 16,7-5 0-16,8 0 0 0,0-3 0 16,9-2 0-16,13-10 0 15,0 12 0-15,11-12 0 16,13 0 0-16,3 0 0 16,14 0 0-16,1-5 0 0,2 1 0 15,4-2 0-15,-4-1 0 16,-1 4 0-16,-9-5 0 15,-1 7 0-15,-11-2 0 16,-3 3-14-16,14 0-71 16,-33 0-3-16</inkml:trace>
  <inkml:trace contextRef="#ctx0" brushRef="#br0" timeOffset="44">17834 1781 450 0,'0'0'4'0,"0"0"2"0,2-10 0 0,-2 10 0 0,0 0-1 16,0 0 1-16,8 10 0 15,-5 19-1-15,-1 13-3 16,1 19-3-16,-1 8 3 16,3 12 1-16,0 6 1 15,2 7 1-15,1 3-3 0,6-11-2 16,2-6 0-16,3-9 0 16,6-4 0-16,0-10 0 15,10-7 0-15,-1-10 0 16,6-13 0-16,8-13-36 0,-2-3-47 15,2-11-4-15</inkml:trace>
  <inkml:trace contextRef="#ctx0" brushRef="#br0" timeOffset="45">18477 2299 473 0,'0'0'4'0,"0"0"0"0,-12-10-2 0,-1 4 0 16,-1-1 0-16,-4 2 1 15,-1-2-1-15,-6 7 0 0,0 0-2 16,0 2 2-16,2 14 0 16,4-2 1-16,3 6 0 15,7 0 0-15,2 2 1 16,7 0-4-16,4 0 0 0,8-4 0 15,4-6 0-15,3-4 0 16,6-8 0-16,0 0 0 16,3-10 0-16,-3-5 0 15,-6-12 0-15,-1-3 0 16,-4-12 0-16,-6-3 0 0,-5-9 0 16,-3-11 0-16,0 1 0 15,-11 2 0-15,4 7 0 16,-3 5 0-16,3 9 0 15,-1 13 0-15,3 14 0 0,-2 24 0 16,7 15 0-16,0 15 0 16,0 11 0-16,9 11 0 15,5 10 0-15,0 0 0 0,9 7 0 16,-3-12-6-16,10-10-57 16,-6 0-20-16,6-10-2 15</inkml:trace>
  <inkml:trace contextRef="#ctx0" brushRef="#br0" timeOffset="46">18728 2356 452 0,'0'0'5'0,"-7"-10"2"15,0 0-1-15,-4 0 1 16,2-3 0-16,-1 3 1 16,-1-2 0-16,2 0 0 0,6 2-5 15,3 10-3-15,7-12 0 16,9 12 0-16,3 0 0 15,1 0 0-15,1 7 0 16,0 5 0-16,-5 6 0 0,-7-1 0 16,-6 8 0-16,-3-3 0 15,-11 5 0-15,0 1 0 16,-7-6 0-16,4-3 0 0,1 4 0 16,3-8 0-16,8-3 0 15,2-2 0-15,0-10 0 16,17 5 0-16,3-5 0 15,5-7 0-15,5-6-4 0,2-2-45 16,0-12-37-16,8-3-4 16</inkml:trace>
  <inkml:trace contextRef="#ctx0" brushRef="#br0" timeOffset="47">18992 1736 470 0,'0'0'3'0,"-11"-7"0"0,11 7 1 16,-12-10-1-16,12 10 0 15,-14-5 0-15,14 5 0 16,-8 12 0-16,10 19-3 0,11 8-1 16,10 13 0-16,9 13 1 15,3 11 1-15,4 4 3 16,-2 6 0-16,4 5 0 16,-7 1 1-16,-12 0-5 15,-9-5 0-15,-11-1 0 0,-9-9 0 16,-13-3 0-16,-12-9 0 15,-3-11 0-15,-4-8 0 16,-2-15 0-16,9-2 0 0,7-12-85 16,1-9-2-16</inkml:trace>
  <inkml:trace contextRef="#ctx0" brushRef="#br0" timeOffset="48">19484 2417 511 0,'0'0'0'0,"0"0"0"0,0 0 0 16,0 0 0-16,5-4 0 15,-5 4 0-15,9-13 0 0,2 8 0 16,1 12-23-16,11-11-67 15,-2-4-3-15</inkml:trace>
  <inkml:trace contextRef="#ctx0" brushRef="#br0" timeOffset="49">20768 1523 459 0,'0'0'2'0,"0"0"1"16,-3-7 0-16,3 7 1 16,-19-8-1-16,4 3 1 0,-4 3-1 15,-2-1 0-15,-4 3-2 16,-1 0-2-16,-3 10 0 15,15 3 3-15,-46 14-2 0,8 15 1 16,3 13 0-16,13 14 0 16,19 18 0-16,17 8 0 15,17 3 3-15,16-11-1 16,0 3 1-16,1 3 0 16,-4 3 2-16,-5-2-6 0,-3 1 0 15,-7-3 0-15,-5 2 0 16,-8 3 0-16,-2 1 0 15,-12-4 0-15,-6 1 0 0,-7-7 0 16,-2 1 0-16,0-3 0 16,-8-8 0-16,6-3 0 15,2-8 0-15,6-12 0 16,3-3 0-16,6-10 0 16,3-11 0-16,6-3 0 0,3-9 0 15,0-6 0-15,5-3 0 16,5-5 0-16,-1 0 0 15,9-5 0-15,3 0 0 0,3 0 0 16,8-5 0-16,8 2 0 16,9-2 0-16,6 2 0 15,5-4 0-15,4 6-3 16,1-8-19-16,-3 1-62 16,-2 1-4-16</inkml:trace>
  <inkml:trace contextRef="#ctx0" brushRef="#br0" timeOffset="50">21079 1733 433 0,'0'0'3'0,"0"0"1"0,0 0-1 16,0 0 0-16,-8 0 1 15,-4 3-1-15,0 5 0 16,-3 5-1-16,0 1-2 16,2 3-1-16,-1 14 1 0,6-2-1 15,5 0 1-15,3 1 0 16,13 1 1-16,2-10 1 16,7 2 0-16,3-9 2 15,3-9 0-15,-1-5 1 0,2-7 0 16,-6-13 1-16,-1-5-1 15,-7-4 1-15,-5-6-1 16,-5 2-1-16,-5-3-1 0,-7 3 0 16,-11 8-3-16,0 6 0 15,-1 4 0-15,-4 15-3 16,-2 0-4-16,6 17-10 16,-3 8-22-16,7 11-47 0,2 14-1 15</inkml:trace>
  <inkml:trace contextRef="#ctx0" brushRef="#br0" timeOffset="51">20997 2463 476 0,'0'0'3'0,"0"0"2"0,0 0 0 0,-10-13 1 0,10 13 0 0,0 0 0 16,-13-8-2-16,13 8-4 16,-7 0 0-16,7 0 0 15,-2 21 0-15,2-10 0 0,7 7 0 16,5-6 0-16,6 5 0 15,5-5 0-15,2-4 0 16,4-5 0-16,1-3 0 16,3-7 0-16,-5-6 0 0,-3-4 0 15,0-2 0-15,-12-6 0 16,-3 0 0-16,-10-6 0 16,-5 4 0-16,-8 5 0 15,-11 0 0-15,-1 7 0 16,-2 5 0-16,-1 7 0 0,-4 3 0 15,5 15 0-15,2 6-13 16,8 4-25-16,1 6-44 16,7 7-3-16</inkml:trace>
  <inkml:trace contextRef="#ctx0" brushRef="#br0" timeOffset="52">21079 2849 441 0,'0'0'5'0,"0"0"3"0,-10 0 0 16,10 0 1-16,-15 0 0 16,15 0 0-16,-17 4-2 15,9 4 1-15,-1 0-5 16,-1 4-2-16,7 3-2 0,0 2 1 15,3 0-1-15,0 3 1 16,6-5 1-16,9-1 1 16,-1-3 0-16,9-6-2 15,-1-4 0-15,3-2 0 0,-1-12 0 16,1-2 0-16,-7-4 0 16,-6-2 0-16,-5-5 0 15,-7-2 0-15,-4 4 0 16,-11-4 0-16,-7 6 0 0,-1 7 0 15,-5 2 0-15,-1 9 0 16,2 4 0-16,2 4 0 16,2 12 0-16,3 4-46 15,8 5-39-15,4 1-3 0</inkml:trace>
  <inkml:trace contextRef="#ctx0" brushRef="#br0" timeOffset="53">21050 3376 503 0,'0'0'0'0,"0"0"0"0,0 0 1 0,-3 15-1 15,0-3 1-15,3 8-2 0,0 3 1 16,0 7-1-16,3 1 1 16,0 7-3-16,4-4-8 15,5 6-29-15,-2-6-44 16,0-3 2-16</inkml:trace>
  <inkml:trace contextRef="#ctx0" brushRef="#br0" timeOffset="54">21414 1615 384 0,'0'0'2'16,"0"0"0"-16,0 0 1 0,0 0-1 15,11-10 2-15,-11 10-1 16,19-10 1-16,-6 7 0 16,1 1-1-16,4 2-1 15,5 0-1-15,-2 0 0 0,15 8 1 16,15 9 1-16,2 10-1 15,-9 13-1-15,-1 17 1 16,-15 17-1-16,-12 8 1 16,-8 7 3-16,-8 8 0 0,-3 2-1 15,-2 7 2-15,3 2 0 16,0-8 0-16,2 2 0 16,0 0-1-16,0-6-3 15,0-4 0-15,4-1-1 0,-1-9-1 16,2-3 1-16,0-7-1 15,0-5 1-15,0-5 0 16,2-7 0-16,-2-6-1 16,0-7 0-16,1-4 0 15,1-7 0-15,-5-3 0 0,3-3 0 16,-3-9 1-16,-2-2 0 16,-2-5 1-16,-8-2-1 15,-5 1 1-15,-7-5 0 16,-5 1 0-16,-11-1-1 0,-6 2 0 15,-4-3-2-15,-4 4-5 16,-2-6-15-16,-18 4-59 16,26 1-3-16</inkml:trace>
  <inkml:trace contextRef="#ctx0" brushRef="#br0" timeOffset="55">23025 2527 494 0,'0'0'4'0,"0"0"1"0,0 0 1 16,-3-8-4-16,3 8-2 15,3-15 0-15,6 7 0 16,9 0 0-16,6-1 0 16,4-3 0-16,17 9-18 0,-3-4-67 15,6 4-4-15</inkml:trace>
  <inkml:trace contextRef="#ctx0" brushRef="#br0" timeOffset="56">23064 2675 473 0,'0'0'1'15,"0"0"2"-15,-9 2 0 16,9-2 2-16,0 0 0 0,0 0 1 16,3 11 0-16,13-11 1 15,14 0-5-15,4-8-7 16,19 3-25-16,7-5-50 15,6-4-5-15</inkml:trace>
  <inkml:trace contextRef="#ctx0" brushRef="#br0" timeOffset="57">23963 2299 492 0,'0'0'2'0,"0"0"2"0,0 0 0 16,0 0 0-16,0 4-1 15,3 6-1-15,2 8-2 16,3 9 0-16,-1 3 0 16,11 14 0-16,-4 6 0 0,9 5 0 15,4 6 0-15,-2 1 0 16,2-2 0-16,-4-6 0 16,-1-4 0-16,-3-11 0 15,-3-1 0-15,-9-12 0 0,-2-8 0 16,-5-6 0-16,0-12 0 15,-12-2 0-15,-4-15 0 16,-3-11 0-16,-3-9 0 0,-1-12 0 16,4-12 0-16,-4-10 0 15,8 0 0-15,0-6 0 16,6 4 0-16,6 2 0 16,3 12 0-16,12 7 0 15,11 7 0-15,7 14 0 16,2 3 0-16,12 10 0 0,-1 8 0 15,1 10 0-15,1 3 0 16,-7 12 0-16,-8 5 0 16,-16 6 0-16,-9 7 0 0,-15 2 0 15,-15 2 0-15,-14 0 0 16,-14-5 0-16,-2 3-19 16,-13-2-63-16,0-7-5 15</inkml:trace>
  <inkml:trace contextRef="#ctx0" brushRef="#br0" timeOffset="58">612 3271 194 0,'0'0'0'0,"0"0"-2"0,0 0-1 0,0 0 1 15,-7 6 1-15,5 2 0 0,-3 3 1 16,2 7 0-16,0 0 1 16,1 9 2-16,-2 0 1 15,4 8-2-15,0 4-1 16,9 1 1-16,-1 5 0 0,9-3-1 15,3 5 0-15,12-5 0 16,8 3 0-16,10-9 1 16,7-3 1-16,5-3 0 15,10-5 0-15,5-3 1 0,7-7 0 16,6-1 1-16,4-6-1 16,6-5 2-16,-1-3-1 15,12 0 2-15,4-9-2 16,4-5-1-16,6-1 2 0,1-5-3 15,1-1 1-15,8-7-1 16,3-2 1-16,-1 1-2 16,-4-2 1-16,9-1 0 15,0 2 2-15,5 1 1 0,-6-3 1 16,1 5 0-16,5-1 0 16,0 6 2-16,4 0-2 15,0 4-1-15,6 0-1 16,3 7-2-16,1 4 0 0,2 1-2 15,-1 4 0-15,0 2 0 16,-3 2-1-16,-3 11 1 16,-2-2-2-16,-9 14 0 0,-7 5 1 15,-6 2-1-15,-13 8 1 16,-4 2-1-16,-3 5 0 16,-13 1 0-16,-12 3 2 15,-6 2-2-15,-5-6 1 16,-12 2 0-16,-4-4-1 0,-11-3 1 15,-11 0 0-15,-1-5 1 16,-9-5-1-16,-3-4 1 16,-9-1-1-16,-4-10 2 15,1 0 0-15,-13-17 2 0,15 10-1 16,-15-10 0-16,23-6 1 16,-16-5-1-16,8-8 0 15,0-1 0-15,5-8-1 16,2 2-1-16,6-7-1 0,2 1 2 15,2-5-1-15,10-1-1 16,2 1 0-16,9 0 0 16,4 0 0-16,15-2 1 15,3 1-1-15,8 1-1 0,7 2 2 16,8 0-1-16,3 1 1 16,11 4 0-16,7-3 0 15,5 7 0-15,3-2 0 16,3 3 0-16,11 3 1 15,1 0-2-15,5 5 0 0,-2-1 0 16,10 6 0-16,-4 0 0 16,6 1 0-16,-1 2 0 15,-2 2 0-15,0-1 0 0,0 2 0 16,-2 2 0-16,-3-1-1 16,0 3 1-16,-2-3 0 15,2 2 0-15,-3 3 1 16,-1-2-1-16,2 2 0 0,-9 0 1 15,-5 0-1-15,0 0 0 16,-4 0 0-16,-4 0 0 16,-6 2 0-16,0 3 1 15,-2-2-1-15,0 2 1 0,-3-1 0 16,-2-2-1-16,-5 2 1 16,-2-2-1-16,-2 1 0 15,2-3 1-15,-5 0-1 16,-1-3 0-16,-2 1 0 15,-1-4 0-15,-1-1 0 0,-1 2 1 16,1-2-1-16,-3-3 1 16,-6 0 0-16,-1-2-1 15,-2-4 0-15,-9 0 1 16,1-7-1-16,-8-2 3 0,-9 1 2 16,-5-4 1-16,-8 1 2 15,-8-5 0-15,-5 1 1 16,-7-3 1-16,-8 2 1 0,-1 0-2 15,-5 1-2-15,0-5-1 16,-3 6-2-16,-1 1-1 16,0 1 0-16,4 3-1 15,-7 8-2-15,1 2 0 16,-2 3-1-16,-3 12 0 0,4-13 1 16,-4 13-1-16,0 0 0 15,0 0 1-15,0 10-1 16,0-10 0-16,0 15-3 15,3 0-17-15,3 0-56 0,-2-5-3 16</inkml:trace>
  <inkml:trace contextRef="#ctx0" brushRef="#br0" timeOffset="59">4804 3874 286 0,'0'0'10'0,"0"0"5"0,0 0 5 0,0 0 2 0,0 0 3 16,-5-12 1-16,5 12 0 16,0 0 0-16,0 0-9 15,0 0-6-15,0 0-3 0,-2 7-3 16,2 11-1-16,0 2-2 15,0 7 0-15,0 5-1 16,2 3 1-16,1 4-1 0,-3-4 1 16,0 3-2-16,0-7-2 15,0 2-2-15,0-12-5 16,0 4-14-16,-5 5-49 16,2-17-14-16</inkml:trace>
  <inkml:trace contextRef="#ctx0" brushRef="#br0" timeOffset="60">4581 3907 312 0,'0'0'10'0,"0"0"4"15,0 0 2-15,-8-9 3 16,8 9 1-16,0-11 1 0,0 11 0 15,8-18 2-15,4 8-8 16,3-4-4-16,13-2-3 16,1 0-1-16,8-5-1 15,3 2-1-15,5-2-2 0,-1 4-3 16,1-1 0-16,-5 7 0 16,-8 1 0-16,-2 2 0 15,-11 8 0-15,-5 0 0 0,-14 0 0 16,7 15-13-16,-7 5-19 15,5-1-53-15,-10 4 0 16</inkml:trace>
  <inkml:trace contextRef="#ctx0" brushRef="#br0" timeOffset="61">5077 4063 456 0,'0'0'3'15,"0"0"1"-15,0 0-1 0,0 0 1 16,0 0 0 0,-9 4 0-16,1 8 0 0,0 1-1 15,3 4-2-15,-2 3 0 16,5 3-1-16,2-6 0 15,0 0 0-15,7-2 1 0,8-5 0 16,2-5 0-16,6-5 1 16,-1 0 0-16,3-9 0 15,-5-7 0-15,0-2 1 16,-3-1-1-16,-4-3 0 0,-8-1 1 16,-5 2 0-16,-3-2-3 15,-12 6 0-15,1 4 0 16,-7 1 0-16,-1 5 0 15,0 4 0-15,2 3-6 0,2 0-5 16,1 4-12-16,7 2-59 16,10-6-4-16</inkml:trace>
  <inkml:trace contextRef="#ctx0" brushRef="#br0" timeOffset="62">5316 3617 473 0,'0'0'2'0,"0"0"-1"15,0 0 0-15,3 15 0 16,-3 4 1-16,2 8-1 0,-2 11-2 16,10 13-23-16,-6 10-56 15,5 7-3-15</inkml:trace>
  <inkml:trace contextRef="#ctx0" brushRef="#br0" timeOffset="63">15536 2898 197 0,'0'0'8'0,"0"0"6"0,0 0 0 0,0 0 4 0,0 0-1 0,-11-7 1 0,11 7 2 16,-14 7 0-16,3 5-6 16,4 5-4-16,-2 1-4 15,1 10-1-15,6-1 2 16,-2 0-3-16,4 3 0 15,6 0-1-15,9-3 1 0,5 0 0 16,10-5-1-16,4 3 1 16,11-6-1-16,7-1 0 15,3-3 1-15,5-5-1 0,0-3 0 16,2-4-1-16,2 0 0 16,3-3 0-16,-2-6-1 15,-1-1 1-15,3-11-1 16,1 1-1-16,-1 3 1 0,0-3 1 15,-5-1 0-15,-3 0-1 16,-1 8 1-16,-7 0 0 16,-5 5 0-16,-7 5 0 0,3 3-1 15,-9 7 0-15,4 2-1 16,-2 6 0-16,2 4 0 16,1 0 0-16,4 3 0 15,0 3 0-15,-3-2 0 16,4 2-1-16,-6-3 2 0,-5-3-1 15,-2 3 2-15,-5-5-2 16,-8-3 0-16,-5-2 1 16,1-4 0-16,-6 3 0 15,-7-14 2-15,9 11-1 0,-9-11 2 16,0 0-1-16,0 0 0 16,0 0 0-16,0-7 0 15,-4-3 0-15,4-2-1 16,0-2-1-16,0-4 0 0,0-4-1 15,8 1 0-15,4-4 0 16,4 4 0-16,8-7-1 16,3 0 0-16,8 2 0 0,8 1 0 15,3 6 0-15,5-1 0 16,3 2 0-16,6 6-1 16,0 5 1-16,-4 7 1 15,-1 2-1-15,-3 8 0 16,1 3 2-16,-6 6-1 0,3-2 0 15,-8 3 0-15,5 3 0 16,0-4 1-16,-2-1 0 16,2-4-1-16,1-1 1 15,-2-1 0-15,0-4-1 0,0-3 1 16,-3-5 0-16,1 0 0 16,-2 0 0-16,1-10 0 15,3 0-1-15,-2-8 0 16,0-4 0-16,-1-3 1 0,-1-4-1 15,-1 0 0-15,0-4 1 16,-9 0 0-16,0-1 2 16,-10-1 0-16,-2 8 0 15,-10 2 1-15,-2 6-1 0,-3 1-1 16,-5 5 1-16,0 4-4 16,0 9-4-16,0 0-9 15,-11-4-24-15,11 4-42 16,-7 11-2-16</inkml:trace>
  <inkml:trace contextRef="#ctx0" brushRef="#br0" timeOffset="64">17811 3678 435 0,'0'0'5'0,"0"0"2"0,0 0 1 0,0 0 1 0,0 0-1 16,0 0 1-16,0 0 0 15,0 0-1-15,0 15-3 16,0 8-3-16,-2 3-1 0,-1 7 0 16,1 5-1-16,-1 1 1 15,3 1-1-15,0 0 0 16,0-6-1-16,0-5-3 15,0-4-4-15,0 0-14 16,0-7-60-16,-2-11-3 0</inkml:trace>
  <inkml:trace contextRef="#ctx0" brushRef="#br0" timeOffset="65">17551 3738 402 0,'0'0'6'16,"0"0"1"-16,-3-11 4 0,3 11 1 15,0-6-1-15,0 6 2 16,7-15 0-16,3 7 1 16,13 1-4-16,4-3-3 15,8 0-2-15,8 0-5 0,3 2 0 16,4 1 0-16,-3 2 0 15,1-2 0-15,-11 5 0 16,-2-1 0-16,-13 1 0 16,-2 2 0-16,-10 0 0 0,-10 0 0 15,12 0 0-15,-12 0 0 16,0 0 0-16,0 0 0 16,-7 0 0-16,7 0 0 15,0 0-34-15,-7 14-51 0,7-14-3 16</inkml:trace>
  <inkml:trace contextRef="#ctx0" brushRef="#br0" timeOffset="66">18102 4017 457 0,'0'0'2'0,"0"0"1"15,0 0 1-15,0 0-1 16,0 9 1-16,0-9 0 0,0 16 0 16,0-3 0-16,0-1-2 15,0 3-3-15,0-1-5 16,5 4-18-16,2-3-56 0,-2-2-1 15</inkml:trace>
  <inkml:trace contextRef="#ctx0" brushRef="#br0" timeOffset="67">18162 3657 460 0,'0'0'4'16,"0"0"2"-16,0-16 1 15,2 9 1-15,1-4 0 16,1 0 1-16,1-2 0 0,6 1-9 16,-1 4 0-16,-1-1 0 15,2 9 0-15,1 0 0 16,0 0 0-16,3 7 0 15,-3 3 0-15,-3 7 0 16,-2 0 0-16,-5 3 0 0,1 0 0 16,-3-3 0-16,-3 3 0 15,-4-2 0-15,-4-3 0 16,7-1 0-16,-4-4 0 16,8-10 0-16,-4 10 0 0,4-10 0 15,14 5 0-15,4-5 0 16,9 0 0-16,3-7-5 15,14 1-79-15,4 0-3 16</inkml:trace>
  <inkml:trace contextRef="#ctx0" brushRef="#br1" timeOffset="68">831 4677 381 0,'0'0'5'0,"-5"-8"0"0,5 8 2 0,-23-12 0 0,7 2 0 16,-12 2 0-16,-4 1 1 0,-5 0-1 15,-6 2-3-15,-4 5-2 16,2 3-1-16,3 3-1 16,3 4 0-16,3 0-1 15,6 2 0-15,9 6 0 0,5 0 1 16,9 1 0-16,5 4 0 16,2 6 0-16,7 4 0 15,6 6 0-15,1 6 0 16,4 6 0-16,-1 4 0 15,3 10 1-15,-5 4-2 0,2 5 2 16,0 8 1-16,-6-3-1 16,-2 8 1-16,1 0 1 15,-2 2-1-15,-3-1 0 0,-3 3 1 16,1-2-1-16,-3 0-1 16,2 3 1-16,-2-3 1 15,0 0-1-15,0-3 1 16,0-1-1-16,0-1 1 0,0-3 0 15,0-3 0-15,-2-7-1 16,-1 1 0-16,-1-5-1 16,1-3 0-16,-3-3 0 15,2-5-1-15,1-7 1 0,-2-1 0 16,3-3-1-16,0-6 1 16,-1-1 0-16,1-5-1 15,-4 2 1-15,4 2 0 16,-3-2-1-16,0 0 0 0,0-3 0 15,-2 3 0-15,2-2-1 16,3 0 2-16,-4-2-2 16,4-5 1-16,-1 2 0 15,3-3 0-15,-2-4 0 16,-1 2 1-16,1-3-1 0,2-2 0 16,-3-1 0-16,-1 2 0 15,-1-1 0-15,-1 1 0 16,4-1 0-16,-7-1 1 15,8-2-1-15,-1-1 1 0,-3-3-1 16,5-4 0-16,0-7 0 16,-5 13 0-16,5-13 1 15,0 0-1-15,0 12 0 0,0-12 0 16,0 0 0-16,0 10 0 16,0-10 0-16,0 10 1 15,0-10-1-15,0 12 0 16,0-1 0-16,0-2 0 0,0 1 1 15,0 2-1-15,0 1 1 16,0-3-1-16,-6 2 0 16,4-1 1-16,-1-3-1 15,1 5 1-15,0-3-1 0,-1-2 0 16,3 1 0-16,-2-1 1 16,2 2-1-16,-3-3 0 15,3 3 0-15,0-10 0 16,-4 15 1-16,4-15-1 0,-5 10 0 15,5-10 0-15,-6 15 0 16,6-15 1-16,-2 10-1 16,2-10 0-16,-3 12 0 15,3-12 1-15,0 10-1 0,0-10 0 16,0 0 1-16,-5 10-1 16,5-10 0-16,0 0 0 15,-2 8 0-15,2-8 0 16,0 0 0-16,0 0 0 0,-2 9 0 15,2-9 0-15,0 0 0 16,0 0 0-16,0 0-1 16,0 13 1-16,0-13 0 0,0 0 1 15,7 10 0-15,-7-10 0 16,18 9 1-16,-2-4 1 16,12 1-3-16,4-6 0 15,10 2 0-15,3-2 0 16,8 0 0-16,1-2 0 0,3 2 0 15,0-2 0-15,-2 2 0 16,-5-4 0-16,-10 4 0 16,-1-2 0-16,-9 2 0 15,-3 0 0-15,-9 0 0 16,-6 0 0-16,-12 0 0 0,10 2 0 16,-10-2 0-16,0 0 0 15,0 0 0-15,-5 8 0 16,5-8 0-16,0 0 0 0,0 0 0 15,-5 10 0-15,5-10-48 16,0 0-43-16</inkml:trace>
  <inkml:trace contextRef="#ctx0" brushRef="#br1" timeOffset="69">1090 5009 377 0,'0'0'6'0,"0"0"1"0,0 0 1 0,-13-8 2 16,0 5 0-16,-4 3 0 16,0 0 1-16,-8 8 0 15,-2 2-5-15,2 8-2 16,-3 4-2-16,7 0 0 0,3 9-1 15,2-5-1-15,9 4 1 16,7 0-1-16,3-3 1 16,10-5 0-16,8-5 0 15,7-5 0-15,6-4 0 0,7-3-2 16,-2-5-3-16,3 0-8 16,-4-5-30-16,2-3-39 15,-6 1-4-15</inkml:trace>
  <inkml:trace contextRef="#ctx0" brushRef="#br1" timeOffset="70">1430 5034 354 0,'0'0'7'0,"0"-11"5"0,0 11 2 16,-6-9 0-16,6 9 0 15,-7-10 0-15,7 10 0 16,-12 0 1-16,-1 7-8 0,3 10-4 16,-4 8-1-16,1 3-2 15,1 4 0-15,2 3 0 16,2 2 1-16,6-5-2 16,2-2 2-16,2-5-1 0,8-6 0 15,3-4 0-15,7-5 1 16,-1-5 0-16,2-5 0 15,1-3 0-15,2-6 1 16,-3-4-1-16,1-2 1 0,-5-5 0 16,-2-2-1-16,-3-3 1 15,-4-3 0-15,-5-1 0 16,-3 2-1-16,-3 0 1 16,-5 0-1-16,-1 4 0 15,-4 1 0-15,-2 5-1 0,-2 7 1 16,2 0-1-16,-3 5 0 15,2 0-1-15,-2 5 1 16,3 0-1-16,-3 5 0 0,4 0 0 16,-1 5 0-16,5 2 0 15,3 0 0-15,4 8 0 16,3-5 0-16,5 3 0 0,7-4 1 16,6 4 1-16,1-6-1 15,4-2 1-15,2-5 0 16,-1 0 0-16,1-5 0 15,1 0 0-15,-2-5 1 16,1 0-1-16,-5-2 1 16,-5 2-1-16,-3-1 1 0,-2 2 0 15,-10 4 0-15,8-8-1 16,-8 8 1-16,0 0-1 16,0 0 0-16,0 0 1 15,0 0-2-15,-6-10 0 0,6 10 0 16,0 0 0-16,0 0 0 15,-9 0 0-15,9 0 0 16,0 0 0-16,0 0 0 0,0 0 0 16,0 0 0-16,0 0 0 15,0 0-2-15,0 0-1 16,0 0-1-16,0 6-2 16,0-6-4-16,0 0-5 0,7 4-8 15,-2 14-53-15,-5-18-10 16</inkml:trace>
  <inkml:trace contextRef="#ctx0" brushRef="#br1" timeOffset="71">1805 5150 425 0,'0'0'5'0,"0"0"3"0,0 0 0 16,0 0 1-16,0 0 0 16,0 0 1-16,3 10-1 15,-3 2 1-15,0 5-5 0,0 5-2 16,-3 9-2-16,1-4-1 15,2 2 0-15,0 1-8 16,0-5-9-16,0 0-66 16,0-3-3-16</inkml:trace>
  <inkml:trace contextRef="#ctx0" brushRef="#br1" timeOffset="72">2279 5155 369 0,'0'0'7'0,"0"0"4"0,0 0 1 15,-7-13 0-15,7 13 1 0,0-7 1 16,0 7-1-16,0 0 0 16,15-7-7-16,0 7-3 15,5 0-1-15,7 0-4 16,3 2-11-16,-1 18-59 0,12-17-10 15</inkml:trace>
  <inkml:trace contextRef="#ctx0" brushRef="#br1" timeOffset="73">2794 4942 444 0,'0'0'4'15,"0"0"0"-15,0-10 1 16,0 10 1-16,-15-10 0 0,5 8 0 16,-4-1-1-16,-7 3 1 15,1 0-4-15,-1 11-1 16,3 3-1-16,2 1-1 16,2 5 0-16,7 0 0 0,7-1 0 15,2 3 1-15,10-1-1 16,8-7 1-16,3 1 0 15,3-2 0-15,8-1 0 16,-8-2 0-16,4-1 0 0,-3 1 1 16,-2 1-1-16,-7-3 1 15,-3 3-1-15,-8 2 1 16,-5-1 0-16,-2 0 0 16,-9 1 0-16,-8-1-1 15,-3-2 1-15,-8 0-2 0,1-3-1 16,-3-2-2-16,2-5-3 15,1 3-10-15,3 9-55 16,13-20-13 0</inkml:trace>
  <inkml:trace contextRef="#ctx0" brushRef="#br1" timeOffset="74">3095 4947 422 0,'0'0'5'15,"0"0"2"-15,0 0 1 16,0 0 0-16,-11 0 0 16,4 7 0-16,-5 6 0 0,-1 4 0 15,1 3-5-15,-1 4-2 16,1 7-1-16,5-5 0 16,3 4 0-16,4-7 0 15,11 0 0-15,3-5 0 0,4-5 0 16,7-6 1-16,0-7 0 15,3 0 0-15,2-10 0 16,-4-7 1-16,-3-5 0 0,-1-3 0 16,-10-5-1-16,-7-2 1 15,-5-3-1-15,-5 4 0 16,-11-2-1-16,-7 8 0 16,-7 3 0-16,-5 5 0 15,3 9-1-15,-2 8 0 0,4 0 0 16,2 12 0-16,8 6-1 15,8 7 1-15,10 2 0 16,2 0 0-16,16 3 1 16,7-2 0-16,9-2-2 0,5-1-9 15,6-7-21-15,6-6-50 16,1 1-3-16</inkml:trace>
  <inkml:trace contextRef="#ctx0" brushRef="#br1" timeOffset="75">3589 5001 433 0,'0'0'5'0,"0"0"-2"16,-8 5 2-16,8-5 1 0,-9 20-1 15,6-5 1-15,-2 5 0 16,3 7 0-16,2 2-8 16,0-1-14-16,-5 5-65 15,10 0 0-15</inkml:trace>
  <inkml:trace contextRef="#ctx0" brushRef="#br1" timeOffset="76">1045 5967 419 0,'0'0'6'0,"0"0"3"0,2-12 1 0,-2 2 1 0,0 0 1 15,0 0 1-15,0 1 0 16,-5-1-1-16,-2 2-6 0,-6 8-6 16,-1 0 0-16,-2 5 0 15,-3 5 0-15,1 2 0 16,4 3 0-16,-2 8 0 0,9-6 0 15,2 3 0-15,5 0 0 16,12-4 0-16,9 0 0 16,1-1 0-16,8-3 0 15,2 0 0-15,2 1 0 0,2-3 0 16,-4 2 0-16,-7-2 0 16,2 2 0-16,-10-1 0 15,-4 1 0-15,-10 2 0 16,-3-2 0-16,-13 1 0 15,-7 2 0-15,-7 0 0 0,-5-2 0 16,-3-1 0-16,-3-5-2 16,3 3-3-16,0-6-3 15,8-1-7-15,4-6-17 0,-6-1-52 16,26-6-3-16</inkml:trace>
  <inkml:trace contextRef="#ctx0" brushRef="#br1" timeOffset="77">1470 5957 462 0,'0'0'3'16,"0"0"1"-16,0 0-1 0,0 0 1 16,-10 10-1-16,0 3 0 15,0 4 0-15,-6 0 0 16,4 5-3-16,-2 6 0 15,3 2-1-15,6-3 1 0,3-2-1 16,2-4 2-16,5-3-1 16,5-8 1-16,5-2-1 15,5-8 1-15,0 0 0 0,2-11 0 16,3 0 1-16,-3-9 0 16,-4 0 0-16,-3-7 0 15,-3-1 0-15,-7-1 0 16,-5 1 0-16,-10-1 0 0,-3 4-1 15,-8 3 0-15,-2 4 1 16,-2 6-4-16,-5 9 1 16,5 3 0-16,3 10 0 15,4 7-1-15,7 3 0 16,8 8 0-16,3-3 1 16,10 2 0-16,10-2-1 0,4 0-7 15,8-11-12-15,-11 1-60 16,19-3-3-16</inkml:trace>
  <inkml:trace contextRef="#ctx0" brushRef="#br1" timeOffset="78">1778 6064 435 0,'0'0'3'16,"0"0"0"-16,-3 9 0 0,3 4 2 15,0-1-1-15,0 6 1 16,3 2 0-16,1 5-1 15,1-1-9-15,8 4-23 0,7-3-51 16,-6-3-2-16</inkml:trace>
  <inkml:trace contextRef="#ctx0" brushRef="#br1" timeOffset="79">2682 5909 457 0,'0'0'3'0,"0"0"1"0,-14-6 1 16,0 6-1-16,-5 0 1 15,-1 6-1-15,-7 5 1 16,-1 4-1-16,3 10-3 0,1 0-1 16,6 4-1-16,6 1 0 15,7-2 0-15,5-3 0 16,12-4 1-16,13-5-1 16,5-2-2-16,7-6-2 0,8-5-6 15,2-3-21-15,6 0-50 16,-2-8-1-16</inkml:trace>
  <inkml:trace contextRef="#ctx0" brushRef="#br1" timeOffset="80">3072 5898 461 0,'0'0'5'16,"0"0"0"-16,0 0 2 16,-7-7-1-16,7 7 0 15,-18 0 0-15,6 7 0 0,-6 4 0 16,4 8-5-16,-4 6-1 16,0 2 0-16,9 3-1 15,2 2 0-15,4-2 1 0,6-5 0 16,6-6-1-16,7-1 2 15,5-9-1-15,2-6 0 16,4-3 1-16,-2-3 0 16,5-6 1-16,-7-4-2 0,-2-7 0 15,-4-2 0-15,-4-3 0 16,-4 0 0-16,-9-4 0 16,-4-1 0-16,-5 0 0 15,-6 6 0-15,-5 0 0 0,-3 10 0 16,4-1 0-16,-4 13 0 15,3 2 0-15,6 10 0 16,1 7 0-16,8 4 0 16,5 0 0-16,2 4 0 0,11 0 0 15,7-2 0-15,6-6 0 16,12-1-3-16,0-5-24 16,-10-4-57-16,21-7-4 15</inkml:trace>
  <inkml:trace contextRef="#ctx0" brushRef="#br1" timeOffset="81">3569 5955 450 0,'0'0'4'0,"0"0"1"0,-7 8 0 0,7-8 1 16,-3 19-1-16,3-1 0 16,0 2 1-16,0 4 0 15,3 5-5-15,2 2-13 16,4 1-68-16,2 5-4 0</inkml:trace>
  <inkml:trace contextRef="#ctx0" brushRef="#br1" timeOffset="82">4146 5059 390 0,'0'0'6'0,"0"0"1"16,-2-8 1-16,2 8 0 0,-11-8 2 0,4 6-1 16,-3 2 0-16,-1 2 1 15,-2 8-6-15,7 3-2 16,1 6 0-16,5 5-1 0,0-1-1 16,11 0 1-16,11 1-1 15,-1-4 1-15,9-2 0 16,4-11 0-16,7 1 0 15,-4-8 1-15,3-5 1 0,-2-8-1 16,-3-4 2-16,-11-5-1 16,1-5 1-16,-15-1-1 15,-7-4 1-15,-3 3-2 16,-21-2 0-16,0 9-1 16,-8 2-1-16,-3 11 0 0,-3 4-1 15,1 7-3-15,5 13-3 16,5 12-9-16,3 16-40 15,10-1-28-15,9 10-4 0</inkml:trace>
  <inkml:trace contextRef="#ctx0" brushRef="#br1" timeOffset="83">4332 5896 494 0,'0'0'3'0,"0"0"-1"0,0 0 2 16,0 0-2-16,-13 2 1 15,13-2 0-15,-14 19-3 16,4-6 0-16,0 7 0 0,2 5 0 16,4 0 0-16,4-1 0 15,4 1 0-15,6-2 0 16,5-4 0-16,8-4 0 0,1-10 0 16,8-2 0-16,-3-3 0 15,2-8 0-15,-4-1 0 16,-4-9 0-16,-5 0 0 15,-6-7 0-15,-10 3 0 0,-7 0 0 16,-12-3 0-16,-5 8 0 16,-5 2 0-16,-8 10-2 15,-3 0-52-15,3 10-32 16,1 12-3-16</inkml:trace>
  <inkml:trace contextRef="#ctx0" brushRef="#br1" timeOffset="84">1275 7013 380 0,'0'0'6'0,"0"0"2"0,-9-7 1 0,9 7 1 16,-15-10 1-16,5 5-1 15,-2 2 1-15,-3 3-1 16,0 3-5-16,0 9-2 0,0 2-2 16,3 9-1-16,1 0-1 15,9 6 1-15,2-2-1 16,8-2 0-16,6-2 1 15,9-4 0-15,7-6 0 0,2-9 0 16,8-1 0-16,2-6 1 16,3-9 0-16,-6-5 1 15,-2-3 1-15,-4-2 1 16,-6 0 0-16,-12-3 0 16,-7-3 1-16,-8 3-1 15,-10 6-1-15,-8-2 0 0,-9 10-1 16,-1-2-2-16,-4 6-1 15,5 7-3-15,-6 2-4 16,12 16-6-16,3-7-16 0,-5 13-54 16,31 0-1-16</inkml:trace>
  <inkml:trace contextRef="#ctx0" brushRef="#br1" timeOffset="85">3040 6984 434 0,'0'0'4'0,"0"0"2"0,0 0 1 16,-5-10 0-16,5 10 0 0,-18-3 0 16,9 3 0-16,-4 3-1 15,1 7-2-15,-4 6-4 16,7 4 0-16,2 0-1 16,2 0 0-16,5 2 0 0,5-1 1 15,7-7 0-15,10-4 1 16,3-10 0-16,8 0 0 15,1-10 1-15,6-8 0 16,-2-2 0-16,-4-2 2 16,-10-3-1-16,-1-1 0 0,-12 1 0 15,-11 0 0-15,-11 3-3 16,-16 1 0-16,-3 6 0 16,-10 5 0-16,3 8 0 15,-6 2-3-15,9 6-13 0,1 11-38 16,17-3-32-16,7 6-2 15</inkml:trace>
  <inkml:trace contextRef="#ctx0" brushRef="#br1" timeOffset="86">4349 6906 426 0,'0'0'7'0,"0"0"2"0,0 0 2 0,0-9 0 0,0 9 0 15,0 0 0-15,-5 7 0 16,0 7-1-16,3 11-6 16,-3 3-4-16,0 10 0 0,3 0 0 15,2 7-11-15,0-10-27 16,0 10-46-16,7-11-2 15</inkml:trace>
  <inkml:trace contextRef="#ctx0" brushRef="#br1" timeOffset="87">5239 4934 441 0,'0'0'4'0,"0"0"2"0,-5-14 0 0,5 14 0 16,-12-10 1-16,1 7-1 16,-3 3 0-16,-4 0-1 15,1 13-3-15,-1 9-2 0,2 3-1 16,2 6-1-16,5 7 1 16,9-1 0-16,2 3 0 15,10-5 1-15,9-4 0 16,6-7 1-16,8-8 0 15,2-6 0-15,0-7 1 0,3-3 0 16,-5-10 0-16,-3-9 1 16,-4-5 0-16,-12-2 0 15,-5-2 0-15,-11-6 0 16,-5 2-1-16,-13-4 0 0,-4 7-2 16,-11 4 0-16,1 8 0 15,-2 9 0-15,-1 8-3 16,0 8-7-16,8 21-14 0,10 6-60 15,2 10-3-15</inkml:trace>
  <inkml:trace contextRef="#ctx0" brushRef="#br1" timeOffset="88">5286 5794 457 0,'0'0'5'0,"0"0"0"0,-2-8 2 0,2 8 0 15,-11-7 1-15,11 7-1 16,-16-2 0-16,2 2 1 15,2 7-8-15,3 11 0 16,-2 3 0-16,4 7 0 0,5-1 0 16,2 4 0-16,2-5 0 15,11-1 0-15,1-5 0 16,7-8 0-16,3-4 0 16,-2-8 0-16,6 0 0 0,-6-10 0 15,1-5 0-15,-4-3 0 16,-3-5 0-16,-9-2 0 15,-2-3 0-15,-8-2 0 0,-6 1 0 16,-7 1 0-16,-9 6 0 16,4 7 0-16,-4 7 0 15,-3 8 0-15,1 8 0 16,4 17-31-16,9 9-53 16,1 1-4-16</inkml:trace>
  <inkml:trace contextRef="#ctx0" brushRef="#br1" timeOffset="89">5231 6938 413 0,'0'0'5'0,"0"0"2"0,0 0 2 15,-9-10 0-15,9 10 0 16,-8-2 0-16,8 2 1 0,-20 10 0 16,10 7-5-16,-2 11-3 15,2 4 0-15,0 2-2 16,2 4 1-16,4 1 0 16,4-2-1-16,7-1 1 15,8-17-1-15,3-2 1 0,11-9 0 16,-2-8 0-16,3-5 1 15,-2-10 1-15,-3-3 0 16,-6-6 0-16,-6-1 1 0,-8-5-4 16,-8 0 0-16,-12-1 0 15,-4 0 0-15,-12 8 0 16,0-1 0-16,-7 10-3 16,3 11-25-16,13 3-55 0,-15 3-5 15</inkml:trace>
  <inkml:trace contextRef="#ctx0" brushRef="#br1" timeOffset="90">1306 7800 415 0,'0'0'5'0,"-8"-9"2"0,8 9 1 0,-19-13 1 0,3 9 1 15,-6-2-1-15,-2 6 1 0,-4 0 0 16,-2 8-4-16,5 7-3 15,3 10-1-15,5 4-2 16,6 4 1-16,11 3-1 16,6 2 1-16,13-4-1 0,11-2 1 15,9-4 0-15,9-8 0 16,7-11 0-16,-1-3 0 16,9-6 0-16,-7-7 1 15,-3-11-1-15,-8 0 0 0,-8-7 1 16,-9 0-1-16,-14-4 1 15,-9 4-2-15,-12-2 0 16,-11 5 0-16,-9 2 0 0,-5 5 0 16,-1 6-3-16,-2 3-3 15,8 9-8-15,0 4-11 16,12 11-60-16,10 1-1 16</inkml:trace>
  <inkml:trace contextRef="#ctx0" brushRef="#br1" timeOffset="91">2951 7736 412 0,'0'0'4'0,"0"0"1"0,-16-3-1 0,7 3 1 16,-3 3 0-16,-4 4 0 16,-1 6 0-16,-1 5 0 15,2 4-4-15,0 2 0 0,11 3 0 16,5 1-1-16,5-3 1 15,15-3 0-15,10-8 0 16,5-3 1-16,7-9 0 16,4-2 1-16,0-10 0 15,1-5 1-15,-7-5 0 0,-5-2 1 16,-13-5 0-16,-10 2 0 16,-7-2-1-16,-10 0 0 15,-9 2-1-15,-11 3-1 16,-5 4-2-16,0 4-2 0,-2 11-2 15,0 1-6-15,4 9-9 16,5 13-44-16,16-1-22 16</inkml:trace>
  <inkml:trace contextRef="#ctx0" brushRef="#br1" timeOffset="92">4148 7783 444 0,'0'0'4'0,"0"0"1"0,0 0 0 15,-13-5 0-15,13 5 0 16,-17 3 0-16,4 2 0 0,0 5 0 15,2 4-4-15,-2 4-1 16,9 1 0-16,-1 4 0 16,5 0 0-16,9-2 0 0,9-3 1 15,7-3 0-15,8-8 0 16,4-4 0-16,4-3 0 16,2-10 0-16,-1-5 2 15,-5-6-1-15,-7 3 0 0,-10-7 1 16,-8 0 0-16,-9 0-1 15,-10 3 1-15,-11 0 0 16,-9-1-3-16,-5 8 0 16,-4 1-3-16,6 5-3 15,-4 5-6-15,12 6-11 0,4 18-57 16,14-10-8-16</inkml:trace>
  <inkml:trace contextRef="#ctx0" brushRef="#br1" timeOffset="93">5294 7731 487 0,'0'0'4'15,"0"0"1"-15,0 0 0 16,2 5 0-16,-2 6 0 0,0 0-5 15,-2 7 0-15,-4 6 0 16,0 4 0-16,0 4 0 16,1 8 0-16,0-1 0 15,3-2 0-15,2 9-16 0,24-15-69 16,-18-9-3-16</inkml:trace>
  <inkml:trace contextRef="#ctx0" brushRef="#br1" timeOffset="94">5606 4653 348 0,'0'0'6'0,"0"0"2"0,-9 0 2 0,9 0 2 15,-18 0 0-15,18 0 0 0,-12-4 0 16,12 4 2-16,5-2-7 16,15 2-1-16,10-2-2 15,6-1-1-15,12 3 0 16,7 0-1-16,-1 7-1 16,1 5 0-16,-6 11 0 0,-6 7 0 15,-13 9 0-15,-8 14 0 16,-4 8 0-16,-9 11 0 15,-6 7 0-15,-3 13-1 0,0 1 2 16,0 5-1-16,2 6 1 16,1 2 0-16,0 8 0 15,3 6 0-15,2 1 1 16,4 3 1-16,4 4-2 0,0 4 0 16,5-3 0-16,1 2 0 15,1-2 1-15,1 2 0 16,1-4 0-16,3-4 0 15,-8-7 0-15,5 1-1 16,-8-10-2-16,3-1 0 0,-3-12 0 16,-4-1 0-16,-4-13 0 15,-1-3 0-15,2-7 0 16,-3-8 0-16,1-5 0 16,-1-10 0-16,-1-5 0 0,-2-12 0 15,-1-3 0-15,-2-7 0 16,-1-9 0-16,0-1 0 15,0-10 0-15,-4 11 0 16,-6-9 0-16,-2-2 0 0,-4 2 0 16,0-2 0-16,-12 3 0 15,-4 2 0-15,-5 3 0 16,-11 1 0-16,-3 2 0 0,-9 1 0 16,-5 5 0-16,-8 0 0 15,4 1 0-15,0-1 0 16,5 6 0-16,4-14-5 15,3 11-78-15,22-8-4 16</inkml:trace>
  <inkml:trace contextRef="#ctx0" brushRef="#br1" timeOffset="95">6827 4757 244 0,'0'0'7'0,"0"0"4"15,0-14 4-15,0 14 1 16,0-9 4-16,0-2 2 0,0-1 0 15,0 3 4-15,0-1-7 16,-7-3-3-16,-2 3-4 16,-7 0-3-16,-5 4-3 0,-7 0-1 15,-8 1-2-15,-6 5-2 16,-3 0 0-16,-4 3-1 16,1 5 0-16,6-2 0 15,2 2 0-15,10-1-1 16,2 1 0-16,14-1 0 0,4 3 0 15,10-10-1-15,0 15 2 16,5-3 0-16,7 3 0 16,4 5 0-16,0 5 1 0,1 9 0 15,7 9-1-15,-5 5 1 16,-1 15 0-16,-1 9-2 16,-2 7 0-16,-1 10 3 15,2 6-1-15,1 9 2 16,-4 5 1-16,1 4-1 0,2 6 3 15,-4 0-1-15,1 0 1 16,-1 5-2-16,0-2-1 16,-4-4 0-16,2-2-1 15,-1-2 1-15,-2-4-3 0,2-3 1 16,-5-4-1-16,-1-3 2 16,2-9-1-16,-5-4 0 15,0-4 0-15,0-6-1 16,0-2 1-16,0-8 0 0,0-4-1 15,0-7-1-15,2-2 1 16,-2-7 0-16,0 0 0 16,0-4 0-16,0-1 1 15,0-5-1-15,-2-2 1 0,-1-1 0 16,1-2 1-16,-1 0-1 16,1-2 1-16,0-5-2 15,-1 3 0-15,1-9 0 16,2 1 0-16,0-3 0 0,-4 1 0 15,2-7 0-15,0 2 0 16,2-5 0-16,0-8 0 16,-5 14 0-16,5-14 0 0,-5 13 0 15,5-13 0-15,0 0 0 16,-2 13 0-16,2-13 0 16,0 10 0-16,0-10 0 15,0 0 0-15,-3 9 0 16,3-9 0-16,0 0 0 0,0 0 0 15,0 0 0-15,0 0 0 16,0 0 0-16,10 0 0 16,5 0 0-16,7-5 0 0,8-2 0 15,10 0 0-15,7-4 0 16,10-1 0-16,0 2 0 16,6 0 0-16,-6 2 0 15,-8 4 0-15,-1 1 0 0,-11 3 0 16,-12 0 0-16,-7 0 0 15,-9 3 0-15,-9-3 0 16,0 0 0-16,0 0 0 16,-13 11 0-16,4-11-10 0,-3 0-73 15,1-7-4-15</inkml:trace>
  <inkml:trace contextRef="#ctx0" brushRef="#br1" timeOffset="96">7177 5071 352 0,'0'0'8'0,"0"0"3"0,-7-12 4 0,7 12 0 0,-5-18 2 16,5 18 1-16,-3-18 0 15,3 18 0-15,-2-9-7 16,2 9-4-16,0 0-2 16,5 17-2-16,0 3-2 0,-1 5 0 15,4 4-1-15,0 6 1 16,-3 4 0-16,4 1 0 15,-4-3 0-15,2 0 0 16,-1-4 0-16,-1-6 1 0,0-2 1 16,0-3-3-16,-3-7 0 15,0-2 0-15,1-5 0 16,-3-8 0-16,0 11 0 16,0-11 0-16,0 0 0 0,0 0 0 15,0 0 0-15,0 0 0 16,0 0 0-16,0-11 0 0,0 11 0 15,-3-8 0-15,3 8 0 16,-2-13 0-16,2 13 0 16,-2-10 0-16,2 10 0 15,0 0-18-15,2-10-68 16,5 10-4-16</inkml:trace>
  <inkml:trace contextRef="#ctx0" brushRef="#br1" timeOffset="97">8437 5836 408 0,'0'0'5'0,"0"0"3"0,0-10 2 0,0 10 1 0,0 0 2 16,0-10 2-16,0 10-1 15,0-10 1-15,0 10-5 0,0 0-8 16,2 10-2-16,3 8 0 16,0 1 0-16,1 14 0 15,-2 1 0-15,1 3 0 16,0 6 0-16,1-4 0 0,1 1 0 16,-2-8 0-16,0-2 0 15,-1-5 0-15,-1-6 0 16,2-1 0-16,-3-6 0 15,3-5 0-15,-5-7 0 0,3 10 0 16,-3-10 0-16,0 0 0 16,3-4 0-16,-3-7 0 15,0 11 0-15,2-22 0 0,-15 12-84 16,13-2-5-16</inkml:trace>
  <inkml:trace contextRef="#ctx0" brushRef="#br1" timeOffset="98">9649 6668 450 0,'0'0'6'0,"0"0"2"0,0 0 1 15,8-7 2-15,-8 7 0 0,0 0 1 16,0 0-8-16,12 0-4 15,-12 0 0-15,5 20 0 16,-3 2 0-16,3 6 0 0,3 1 0 16,-3 11 0-16,7-4 0 15,-1 5 0-15,-2-5 0 16,1-1 0-16,1-5 0 16,-4-5 0-16,0-3 0 0,-2-9 0 15,-3-1 0-15,-2-12 0 16,5 10 0-16,-5-10 0 15,0 0 0-15,0 0 0 0,0 0 0 16,0 0-5-16,13 0-81 16,-13 0-2-16</inkml:trace>
  <inkml:trace contextRef="#ctx0" brushRef="#br1" timeOffset="99">11051 7516 480 0,'0'0'3'0,"0"0"1"0,0 0 0 0,0 0 1 0,0 0 0 15,0 12 0-15,0-2 0 16,0 9-5-16,1 6 0 15,5 8 0-15,-1 1 0 0,3 9 0 16,-1-4 0-16,3 6 0 16,-1-5 0-16,2-1 0 15,-1-8 0-15,-3 1 0 16,1-11 0-16,-8-3 0 16,5-3 0-16,-5-15-28 0,0 7-56 15,0-7-5-15</inkml:trace>
  <inkml:trace contextRef="#ctx0" brushRef="#br1" timeOffset="100">8312 4981 345 0,'0'0'7'0,"-4"-9"3"0,4 9 4 0,-10-11 0 15,-1 4 0-15,2 5 0 0,-3-1 0 16,-6 3 0-16,3 8-6 15,-2 9-4-15,4 3-2 16,1 8-1-16,2 1 0 16,5 5-1-16,5 1 1 15,3 0 0-15,11-5-1 0,6-1 1 16,8-7 1-16,2-4-1 16,2-8 1-16,5-5 0 15,-2-5 0-15,-1-3 0 0,-6-11 1 16,-3-4 0-16,-8-5 0 15,-9-6 0-15,-8-3-1 16,0-3 0-16,-16-2 0 0,-6 2-1 16,0 3-1-16,-11 10-1 15,2 5 1-15,-4 6-4 16,5 11-6-16,3 11-15 16,-6 6-57-16,25 8-2 15</inkml:trace>
  <inkml:trace contextRef="#ctx0" brushRef="#br1" timeOffset="101">9416 5145 337 0,'0'0'9'0,"0"0"3"0,0-10 3 0,0 10 2 16,0 0 0-16,-7-10 1 15,7 10-1-15,-13-5 1 0,3 8-10 16,-3 6-2-16,1 4-4 15,5 7-1-15,0 4-1 16,4 4 0-16,3-1-1 16,7 2 1-16,8-4 1 0,7-2-1 15,13-6 1-15,0-4 0 16,5-8 0-16,0-5 1 16,-3 0 0-16,-3-14 1 15,-4-5 0-15,-7-3 0 0,-11-3 0 16,-5-7 0-16,-7-1-1 15,-12 1 1-15,-5 1-2 16,-8 3-1-16,-5 9-1 16,-3 2-5-16,7 11-8 15,-7 6-29-15,6 10-42 0,9 11 0 16</inkml:trace>
  <inkml:trace contextRef="#ctx0" brushRef="#br1" timeOffset="102">9622 5985 386 0,'0'0'5'0,"0"0"2"0,0 0 1 0,-3-10 2 15,3 10 0-15,-12-5 2 16,0 2-1-16,-1 3 0 16,-1 3-4-16,-2 7-4 0,2 5-1 15,-2 1-1-15,6 7-2 16,3 2 1-16,5 2-1 15,2 1 0-15,9-1 1 0,9-2 1 16,6-7 0-16,4-5 0 16,4-1 1-16,3-11 0 15,1-1 0-15,-2-5 0 0,-4-8 2 16,-6-4-1-16,-4-5 1 16,-10-3 0-16,-2-2 0 15,-8-2-1-15,-11-1 1 16,-3-2-2-16,-11 4 0 15,-2 3-2-15,-8 6-2 16,5 11-6-16,-7 3-12 0,-2 10-61 16,9 12-4-16</inkml:trace>
  <inkml:trace contextRef="#ctx0" brushRef="#br1" timeOffset="103">7413 6094 330 0,'0'0'9'0,"0"-10"4"0,0 10 3 0,0-15 3 0,-2 5-1 16,-3 3 0-16,-3-3 1 15,-3 2-1-15,-2 8-9 16,-4 0-4-16,4 10-3 16,-3 5-2-16,4 5-1 0,-3-1 0 15,10 9 0-15,3-3-1 16,2-1 2-16,5-2 0 15,10-4 0-15,2-3 1 16,8-5 0-16,5-8 1 0,0-2 0 16,7-7 1-16,-3-8 0 15,-1-5 0-15,-8-5 0 16,0-4 1-16,-13-3 0 16,-4 2-1-16,-8-2-1 0,-13 2 0 15,-6 3-1-15,-9 7 0 16,1 5-3-16,-11 8-3 15,11 11-10-15,-3 11-26 16,8 10-42-16,10 7 0 0</inkml:trace>
  <inkml:trace contextRef="#ctx0" brushRef="#br1" timeOffset="104">7436 6963 351 0,'0'0'7'0,"0"0"3"0,0 0 2 0,-8-10 2 16,8 10 0-16,-17-7 0 15,6 4 0-15,2 3 0 16,-8 0-6-16,4 3-3 15,1 7-3-15,-1 5-1 16,3 2-1-16,3 5 0 0,2-2 0 16,5 3 0-16,0-1 0 15,10 0 0-15,4-2 0 16,5-8 1-16,10 1 0 0,3-8 1 16,5-5 0-16,0 0 0 15,1-8 2-15,-1-7-1 16,-9 1 1-16,-3-10 0 15,-8 1 0-15,-10 0 0 16,-7-1-1-16,-3-4 0 0,-11 3-1 16,-6 5-2-16,-3 3-3 15,1 7-5-15,-3 5-7 16,10 5-28-16,5 12-41 16,8 3-1-16</inkml:trace>
  <inkml:trace contextRef="#ctx0" brushRef="#br1" timeOffset="105">8354 6928 375 0,'0'0'8'0,"0"0"2"0,-9-5 2 0,9 5 2 15,-12-7 0-15,12 7 0 16,-17-3 0-16,9 3-1 0,0 3-6 16,3 12-3-16,0 0-3 15,5 5-1-15,0 2-1 16,8 3 1-16,6-6 1 16,7 2-1-16,0-7 1 15,9-6 1-15,6-5-1 0,-1-3 1 16,-1-11 0-16,1-6 0 15,-3-3 0-15,-7-1 1 16,-8-7 0-16,-6 0-1 0,-9 1 0 16,-4 3 1-16,-14 1-3 15,-9 13-2-15,-5 5-2 16,-4 8-8-16,-1 28-59 16,-2-6-13-16</inkml:trace>
  <inkml:trace contextRef="#ctx0" brushRef="#br1" timeOffset="106">7498 7706 351 0,'0'0'7'0,"0"0"3"0,-11-2 0 0,11 2 3 16,-22 0 0-16,5 9 1 16,-3 5 1-16,0 2-1 15,-2 9-5-15,2 3-2 0,3 6-2 16,6-1-1-16,11 1-2 15,6-3 1-15,7-7-2 16,17-2 1-16,6-12 0 16,6-3-1-16,10-7 1 0,1-10-1 15,4-7 0-15,-8-5 0 16,-1-6 0-16,-9-4 1 16,-9 3-1-16,-7-6 1 15,-16 0-1-15,-7 3 0 0,-10 5 1 16,-10 5-2-16,-7 6 1 15,-6 9-2-15,1 7-1 16,0 0-4-16,9 15-6 16,4 0-13-16,-6 7-57 0,27 3-3 15</inkml:trace>
  <inkml:trace contextRef="#ctx0" brushRef="#br1" timeOffset="107">8508 7704 462 0,'0'0'3'15,"-7"-2"0"-15,-2 2 2 0,-8 0-1 16,-1 2 0-16,-7 7 1 16,-3 5 0-16,1 2 0 15,0 7-3-15,-1 2 0 16,9 8 0-16,8-7-1 0,6 4 1 15,5-6-1-15,13-4 1 16,9-5-1-16,3-7 1 16,10-8-2-16,5-8 0 0,2-3 0 15,0-10 0-15,1-1 0 16,-8-6 0-16,-6-1 0 16,-9-3 0-16,-10 2 0 15,-7-3 0-15,-8 4 0 16,-13 2 0-16,-9 4 0 0,-6 8 0 15,-4 8 0-15,3 7-22 16,26 7-62-16,-17 7-3 16</inkml:trace>
  <inkml:trace contextRef="#ctx0" brushRef="#br1" timeOffset="108">9729 7629 413 0,'0'0'5'0,"0"0"1"0,0 0 2 15,-10-1 1-15,10 1 0 16,-20 1 1-16,10 5 0 0,-3 6 0 15,-1 2-4-15,1 9-3 16,1 2-1-16,2 4-1 16,2 1 0-16,8 2-1 15,0-4 0-15,11-3 1 16,3-6-1-16,9-5 1 0,4-7 0 16,8-7 0-16,-1-8 0 15,1-7 1-15,2-8 0 16,-7-6 0-16,-7-3 1 15,-8-3 1-15,-10-3-4 0,-8-1 0 16,-17 1 0-16,-10 7 0 16,-9 6 0-16,-2 8 0 15,0-1 0-15,8-2-85 0,3 20-1 16</inkml:trace>
  <inkml:trace contextRef="#ctx0" brushRef="#br1" timeOffset="109">10830 4870 368 0,'0'0'8'0,"0"-10"4"16,0 10 2-16,-3-15 2 15,3 15 2-15,-4-11-1 0,4 11 1 16,-9-11-1-16,9 11-7 15,-12 12-3-15,-1 6-4 16,1 7-2-16,-8 4-1 0,3 6 0 16,-3 0 0-16,-3 2 0 15,2 0 0-15,0-3 0 16,1-2 2-16,-4-4-2 16,-1-1 0-16,3-4 0 15,-6-7 0-15,3 0 0 0,6-1 0 16,-1-8 0-16,5-2 0 15,2 0 0-15,13-5 0 16,0 0 0-16,7-3 0 16,11-4 0-16,6 2-2 15,7-5 2-15,6 0 0 0,2 0 0 16,4-1 0-16,-1 3 0 16,-2-2 0-16,-2 0 0 15,-6 2 0-15,-4 2 0 0,-7 2 2 16,-3 2-4-16,-6 0 0 15,-12 2-2-15,13 0-4 16,-13 0-10-16,2-15-59 0,-2 15-8 16</inkml:trace>
  <inkml:trace contextRef="#ctx0" brushRef="#br1" timeOffset="110">11090 5038 460 0,'0'0'5'0,"0"0"3"0,0 0 0 0,0 0 1 0,0 0-1 16,3 10 1-16,-3 5-5 15,0 6-4-15,-5 8 0 16,2 6 0-16,-4 3 0 15,7 10 0-15,-5-6-18 0,3 3-66 16,2-6-3-16</inkml:trace>
  <inkml:trace contextRef="#ctx0" brushRef="#br1" timeOffset="111">10832 5916 435 0,'0'0'5'0,"0"0"2"0,-9-6 0 0,9 6 1 16,-16 0 0-16,7 0 0 15,-5 3 0-15,2 4 0 0,3 7-4 16,-4 2-2-16,3 4-2 15,3 5 0-15,7 0 0 16,5-1 1-16,7 1-1 16,6-5 0-16,7-3 1 0,1-5 0 15,6-7 0-15,2-2 1 16,-2-3 0-16,-2-10 1 16,-4-8-3-16,-8 4 0 15,-6-9 0-15,-4-2 0 16,-8-1 0-16,-13 1 0 0,-4-3 0 15,-10 1 0-15,-3 7 0 16,-1 1 0-16,0 9 0 16,1 5 0-16,0 7 0 0,5 8 0 15,5 12-2-15,1 6-82 16,12 6-3-16</inkml:trace>
  <inkml:trace contextRef="#ctx0" brushRef="#br1" timeOffset="112">10839 6772 448 0,'0'0'4'0,"0"0"2"0,-4-9 0 0,4 9 2 0,-18-8 1 15,6 6-1-15,-4 2 1 16,-3 2 0-16,1 8-5 16,0 7-4-16,4 4 0 0,4 1 0 15,6 5 0 1,1-2 0-16,6-4 0 0,9 3 0 16,4-10 0-16,9-2 0 15,5-7 0-15,0-5 0 16,2-2 0-16,4-6 0 0,-6-7 0 15,-4-2 0-15,-3-2 0 16,-5-6 0-16,-11 0 0 16,-7-3 0-16,-5 2 0 0,-13-2 0 15,-3 3 0-15,-7 7 0 16,-4 4 0-16,-4 4 0 16,8 10 0-16,-6 0 0 15,-8 0-85-15,28 7-3 16</inkml:trace>
  <inkml:trace contextRef="#ctx0" brushRef="#br1" timeOffset="113">10943 4528 308 0,'0'0'8'0,"0"0"4"0,0 0 1 0,0 0 2 15,-9-7 2-15,9 7 1 16,0 0-1-16,15-10 2 15,6 5-8-15,7-3-3 16,9 1-2-16,6 0-2 0,4-4 0 16,5 2-1-16,3-1-1 15,-6 0 0-15,-3 2 0 16,-7 6-1-16,-7 2 1 16,-8 2-1-16,-5 16 0 0,-9 6 1 15,-8 14-2-15,-2 12 2 16,0 12-1-16,0 12 0 15,0 10-1-15,3 15 1 0,1 5 0 16,5 5-1-16,-2 4 2 16,2 4 0-16,1 2 2 15,3 0 0-15,-6 3 1 16,-2-1-1-16,0 4 1 16,-3 0-2-16,0 1-3 0,2 3 0 15,-4-5 0-15,0-1 0 16,3-3 0-16,-1-4 0 15,-2-4 0-15,5-5 0 0,4-9 0 16,2-3 0-16,1-12 0 16,2-1 0-16,4-7 0 15,0-8 0-15,1-5 0 16,-3-5 0-16,-4-8 0 16,-3-2 0-16,4-2 0 0,-5-5 0 15,-1-6 0-15,-2-4 0 16,0 0 0-16,-2-6 0 15,-1 1 0-15,-2-5 0 0,0-2 0 16,3-4 0-16,-3-1 0 16,2-6 0-16,-2-7 0 15,0 12 0-15,0-12 0 16,0 0 0-16,0 0 0 0,0 0 0 16,0 8 0-16,0-8 0 15,0 0 0-15,0 0 0 16,0 0 0-16,0 0 0 15,0 0 0-15,0 0 0 0,0 0 0 16,0 0 0-16,0 0 0 16,0 0 0-16,0 0 0 15,0 0 0-15,0 0 0 16,0 0 0-16,-12 2 0 16,-1 1 0-16,-10 2 0 0,-1 0 0 15,-8 3 0-15,-8 0 0 16,-5 5 0-16,0-3 0 15,6-2 0-15,-3-3-28 0,14 2-59 16,10-2-3-16</inkml:trace>
  <inkml:trace contextRef="#ctx0" brushRef="#br1" timeOffset="114">11915 6106 478 0,'0'0'2'0,"0"0"2"0,0 0-1 15,0 0 1-15,0 0 0 0,0 0-1 16,0 0 1-16,0 0-2 16,0 0-6-16,0 0-19 15,25 0-58-15,-13 0-3 16</inkml:trace>
  <inkml:trace contextRef="#ctx0" brushRef="#br1" timeOffset="115">12524 4459 322 0,'0'0'7'0,"0"0"4"0,8-12 3 0,-8 12 3 16,4-18 0-16,-4 8-1 15,-4-2 0-15,-11 1 2 0,-8 1-9 16,-4 6-4-16,-10 1-3 15,-4 3-1-15,0 3-1 16,-4 4 0-16,5 0 0 0,3 4 0 16,5-1-1-16,7 0 1 15,3-1-1-15,6 3 0 16,7-1 0-16,6 3-1 16,3 1 0-16,10 8 1 0,4 4-1 15,4 8 1-15,3 2 1 16,-2 12 0-16,1 6 0 15,0 9 0-15,-3 6 0 16,1 10 0-16,-6 3 0 16,-2 9 0-16,3 2 1 0,-4 2 1 15,2 9 0-15,-2-6 1 16,1 5 0-16,-3-5 1 16,-1 3 0-16,1-4 1 15,-4-3-2-15,-1-1 0 0,0-2 0 16,1-6 0-16,-1 1-1 15,1-3 0-15,1-3-1 16,2 4 0-16,2-5 0 0,-1-1-1 16,-2 2 1-16,-3-3-2 15,3-1 1-15,-5-7 0 16,3 0 0-16,-3-3 0 0,0 1 0 16,-3-7-1-16,-2-4 1 15,0 0 0-15,3-3 0 16,-1 0-1-16,1 2 1 15,0-5-1-15,2 1 1 16,2 0 1-16,3-2-1 16,0 0 1-16,-1-4 0 0,2-1 0 15,-1 0 1-15,0-3-1 16,-3-7 0-16,1-3 0 16,-3-5-1-16,2-6 0 15,-2-3 0-15,0-3 1 0,2-5-1 16,-2-10-1-16,0 15 2 15,0-15-1-15,0 0 0 16,3 10 0-16,-3-10 0 0,0 0 1 16,0 0-1-16,0 10 1 15,0-10-1-15,-3 8 1 16,3-8-1-16,-7 9 0 16,7-9 1-16,-5 10-1 0,5-10 0 15,0 0 0-15,-7 8 0 16,7-8 0-16,0 0 0 15,0 0 0-15,0 0 0 0,0 0-1 16,0 0 0-16,0 0 1 16,3 0 0-16,6 0 0 15,6-5 0-15,7-5 0 16,6 0 1-16,9 0 0 16,8 0 0-16,2 0 0 15,5 0-1-15,-2 2 0 0,2 1 0 16,-9 6 0-16,-6-3-1 15,-10 1-1-15,-9 3-2 16,-4 0-5-16,-14 0-16 0,0 0-56 16,-10 0-1-16</inkml:trace>
  <inkml:trace contextRef="#ctx0" brushRef="#br1" timeOffset="116">8668 2807 82 0,'0'0'5'0,"0"0"4"0,0 0 6 0,0 0 3 16,0 7 3-16,0-7 1 15,0 0 2-15,0 0 2 16,0 0-1-16,0 0-3 16,0 0-2-16,10 7-2 0,7-7-1 15,8 0-2-15,9 0-2 16,12 0 0-16,6-2-4 16,10-1-2-16,3 1-1 15,2 2-2-15,-1-6-1 16,-1 5 0-16,-5-2 0 0,-10-2 1 15,-6 2 1-15,-7 1 0 16,-9 2 1-16,-8 0 2 16,-6-2 2-16,-5 2-3 0,-9 0 1 15,0 0-1-15,0 0-1 16,0 0-1-16,0 0-1 16,-6-8-2-16,6 8-1 15,-10-2 0-15,10 2-4 0,-10-3-8 16,10-9-53-16,0 12-15 15</inkml:trace>
  <inkml:trace contextRef="#ctx0" brushRef="#br1" timeOffset="117">12787 4736 388 0,'0'0'7'0,"8"-10"3"0,-8 10 2 0,8-19 2 16,-4 9 1-16,-4-3 0 15,0 1 1-15,-2-3 0 0,-13 11-7 16,-5 4-3-16,-5 0-3 16,-2 14-3-16,-3 5 0 15,0 4 0-15,0 7 0 16,11-1 0-16,1 4 0 0,6-4 0 15,12-2 0-15,5 1 0 16,9-9 0-16,11 1 0 16,1-2 0-16,8-8 0 0,3-3 0 15,3-5 0-15,3-2 0 16,-6 0 0-16,-5 0 0 16,-2-7 0-16,-5 2 0 15,-8 0 0-15,-4-3 0 0,-13 8 0 16,7-12 0-16,-7 12 0 15,0-10 0-15,0 10 0 16,-10-4 0-16,10 4 0 16,-18-6 0-16,18 6 0 0,-12 0-18 15,10-12-60-15,2 12-10 16</inkml:trace>
  <inkml:trace contextRef="#ctx0" brushRef="#br1" timeOffset="118">13240 4719 337 0,'0'0'7'0,"0"0"3"0,0 0 4 0,0 0 1 16,0-10 0-16,0 10 0 15,-8-12 1-15,-5 7 0 0,-1-5-6 16,-6 7-4-16,1-2-2 16,-6 5-1-16,2 3-2 15,-2 6 0-15,0 4-1 16,6-1 1-16,1 9-1 0,5-2 1 16,7 1-1-16,6-3 0 15,4 1 1-15,11-7 0 16,5 0 0-16,7-5-1 15,3-6 1-15,3 0 1 0,1-11-1 16,-4 1 1-16,-3-7 1 16,-1-3 1-16,-12 1 1 15,1-4-1-15,-7 0 1 0,-4 6 0 16,-4 2-1 0,0 3-4-16,0 12 0 0,-12-6 0 15,12 6 0-15,-10 21 0 16,7 1 0-16,3 3 0 15,0 5 0-15,0-1 0 0,3 6 0 16,4-3 0-16,1-2 0 16,-3-5 0-16,5 19-13 15,-7-24-13-15,7-5-58 16,-8-7-3-16</inkml:trace>
  <inkml:trace contextRef="#ctx0" brushRef="#br1" timeOffset="119">13500 4672 432 0,'0'0'6'0,"0"0"1"16,0 0 1-16,0 0 0 15,0 0 0-15,0 0 1 0,-12 10-1 16,5 5 1-16,-5 4-5 15,4 4-2-15,0 6-1 16,4 1 0-16,4 0 0 0,0-3 0 16,4 0 1-16,8-9-1 15,6-4 0-15,5-4 1 16,1-2-2-16,1-8 0 16,2-8 0-16,1-5 0 0,-3-3 0 15,-6-9 0-15,-1-5 0 16,-8-1 0-16,-10-2 0 15,0-4 0-15,-17 5 0 16,-3 2 0-16,-8 10 0 0,-7 5 0 16,0 12 0-16,6 6-2 15,-6 16-61-15,10 4-23 16,13 2-1-16</inkml:trace>
  <inkml:trace contextRef="#ctx0" brushRef="#br1" timeOffset="120">14060 4816 377 0,'0'0'8'0,"0"0"1"0,0 0 3 0,0 0 1 15,0 0 1-15,10-10 0 16,-10 10 2-16,20-10 0 0,-4 2-7 15,3 6-2-15,2-3-2 16,2 2-2-16,4 3-1 16,-2-2 0-16,3 2-1 15,-7 0-1-15,2 0 1 0,-3 2-1 16,-5-2-4-16,0 6-4 16,-15-6-9-16,14-13-60 15,-14 13-8-15</inkml:trace>
  <inkml:trace contextRef="#ctx0" brushRef="#br1" timeOffset="121">14674 4603 395 0,'0'0'6'0,"0"0"3"0,0-15 1 16,0 15 0-16,-11-15 1 16,2 8 0-16,-1-4 0 15,-5 4 0-15,-2 4-6 16,-4 3-3-16,4 3 0 0,-3 8-2 16,5 0 0-16,3 4 0 15,5 3 0-15,3 2-1 16,4 2 1-16,11 0 1 15,3 0 0-15,7 0 0 0,4 3 0 16,5-4 1-16,2-2-1 16,-2 3 1-16,-5-4-1 15,-1 1 1-15,-2-3-2 16,-4 0 1-16,-8 2-1 16,-10-6 0-16,0 1 0 0,-10-1 0 15,-8-2 0-15,-4-3 0 16,-6-2 0-16,-2 0 0 15,-5-5 0-15,1 0-2 16,-1 0-1-16,6 0-6 0,-1-7-13 16,5-1-59-16,13 2-2 15</inkml:trace>
  <inkml:trace contextRef="#ctx0" brushRef="#br1" timeOffset="122">14982 4615 432 0,'0'0'4'0,"0"0"1"0,-2-12 1 15,-9 7 1-15,1-1 0 16,-5 4 0-16,-4 0 0 16,-2 2 1-16,-1 0-5 15,-2 10-1-15,3 3-1 0,4 5-1 16,2 0 0-16,10-1 0 15,3 1 0-15,2-1 0 0,7-5 0 16,8-4 1-16,5-4 0 16,3-4 0-16,4-1 1 15,-3-10-1-15,1 2 1 16,-2-9 1-16,-3 1-1 16,-6 3 1-16,-2 0 0 15,-3 3 0-15,-9 11-3 0,0 0 0 16,0 0 0-16,-5 7 0 15,-1 11 0-15,-1 3 0 16,2 7 0-16,-2 2 0 16,4-1 0-16,3-2 0 0,-2 2 0 15,2-1-11-15,0-6-8 16,10-7-43-16,-3 0-23 16,2-2-4-16</inkml:trace>
  <inkml:trace contextRef="#ctx0" brushRef="#br1" timeOffset="123">15320 4642 425 0,'0'0'5'0,"0"0"1"16,-8-3-1-16,8 3 1 16,-17 3 0-16,4 4 0 15,1 5 1-15,0 4-1 0,-4 6-4 16,7 1-1-16,4 3 0 15,1-3 1-15,4 2-1 16,9-8 1-16,3-2 1 16,6-5 0-16,7-6-1 15,-1-4 1-15,3-4 0 0,1-8-1 16,-1-8 1-16,-2-2 0 16,-8-3-1-16,-4-5 0 15,-8-5 0-15,-5 2 0 16,-12 4-2-16,-9 4 0 0,-4 10-2 15,-9 1-5-15,4 14-11 16,-7 10-65-16,0 7-4 16</inkml:trace>
  <inkml:trace contextRef="#ctx0" brushRef="#br1" timeOffset="124">12842 5561 469 0,'0'0'4'0,"2"-10"1"0,-2 10 1 0,0-15 1 0,-4 6 0 15,-4-4 0-15,-2 3-1 16,-5 3-6-16,-7 4 0 15,0 3 0-15,-3 3 0 0,2 7 0 16,-2 5 0-16,5 2 0 16,8 0 0-16,5 5 0 15,7-2 0-15,2-1 0 0,13 2 0 16,7-4 0-16,3 1 0 16,0-3 0-16,5 0 0 15,0-3 0-15,-2-2 0 16,-7 0 0-16,2 0 0 0,-8-1 0 15,-3-2 0-15,-12-7 0 16,8 16 0-16,-11-9 0 16,-9 3 0-16,-6-2 0 15,-1 1 0-15,-8-1 0 0,-1-4 0 16,1 4 0-16,-1-8-13 16,8 5-17-16,20-5-52 15,-14 0-4-15</inkml:trace>
  <inkml:trace contextRef="#ctx0" brushRef="#br1" timeOffset="125">13182 5522 432 0,'0'0'6'0,"3"-11"-1"0,-3 2 2 0,0 1 1 0,0-2 1 16,0-2 1-16,-5 1-1 16,-2 3-1-16,-6 2-3 0,-2 6-2 15,-3 6-1-15,-1 2-1 16,1 5-1-16,-3 2 0 16,10 3 0-16,2-1 0 15,4 0 0-15,5-4 0 0,5-3 0 16,7-3 0-16,5-5 0 15,8-2 1-15,-3 0-1 16,6-7 1-16,-6-5 0 0,-2-1 2 16,-3 3-3-16,-1-2 0 15,-7 2 0-15,-9 10 0 16,0 0 0-16,0 0 0 16,0 8 0-16,0 9 0 15,-5 3 0-15,1 7 0 0,-2 1 0 16,1 1 0-16,3 3 0 15,-3-2 0-15,2-1 0 16,1-1 0-16,2-3 0 0,-2-9-13 16,2 0-39-16,0-4-34 15,0-12-1-15</inkml:trace>
  <inkml:trace contextRef="#ctx0" brushRef="#br1" timeOffset="126">13421 5601 447 0,'0'0'4'16,"0"0"1"-16,0 0 0 0,-7 0 0 15,7 0 0-15,-11 12 0 16,7 0 0-16,-1 1 1 16,2 8-4-16,0-5-1 15,3 4 0-15,3-4 0 0,5 1 0 16,7-6 0-16,2-1 0 15,3-5 0-15,3-5 1 16,1-1-1-16,1-10 1 0,-5-3 1 16,0-4 1-16,-5-4-1 15,-6-1-3-15,-6 0 0 16,-3-3 0-16,-5 6 0 16,-7 0 0-16,-6 3 0 15,-4 9 0-15,0 4 0 16,1 4-3-16,-1 7-31 0,7 7-49 15,11 2-3-15</inkml:trace>
  <inkml:trace contextRef="#ctx0" brushRef="#br1" timeOffset="127">14412 5502 459 0,'0'0'5'0,"0"0"3"0,5-10 1 0,-5 10 0 16,3-10 1-16,-3 10-1 0,-5-10-7 15,-2 8-2-15,-9 4 0 16,-5 5 0-16,-2 8 0 16,-5 2 0-16,3 8 0 15,4 0 0-15,3 5 0 0,6-5 0 16,6 4 0-16,6-7 0 16,16-1 0-16,4-4 0 15,12-2 0-15,3-10 0 16,9 5-21-16,31-10-63 0,-26 0-4 15</inkml:trace>
  <inkml:trace contextRef="#ctx0" brushRef="#br1" timeOffset="128">14909 5536 402 0,'0'0'7'0,"0"-12"3"0,0 12 2 0,-2-17 1 15,-5 7 1-15,2-1 1 16,-6 3 0-16,-1-6-1 0,-6 11-5 15,1 2-9-15,-3 1 0 16,-2 4 0-16,2 6 0 16,0 2 0-16,6 6 0 15,1 0 0-15,8 1 0 16,5-1 0-16,5-4 0 0,5-1 0 16,7-3 0-16,6-5 0 15,-1-5 0-15,2 0 0 16,1-10 0-16,-2-3 0 0,0-1 0 15,-6-2 0-15,-1 2 0 16,-3 2 0-16,-8 1 0 16,-5 11 0-16,0 0 0 0,0 0 0 15,0 0 0-15,0 20 0 16,-2-3 0-16,-1 6 0 16,-1 2 0-16,-1-4 0 15,5 10 0-15,-4-6 0 16,4 0-10-16,-1-6-36 0,1 0-40 15,1-2-3-15</inkml:trace>
  <inkml:trace contextRef="#ctx0" brushRef="#br1" timeOffset="129">15158 5504 446 0,'0'0'6'16,"0"0"2"-16,0 0 1 15,0 0 0-15,0 0 0 0,0 10-1 16,0 0 1-16,-5 5-2 16,-2 0-7-16,2 7 0 15,0 0 0-15,-1 3 0 0,6 2 0 16,6-4 0-16,4-4 0 16,4-4 0-16,6-5 0 15,8-7 0-15,-1-3 0 16,8-9 0-16,-8-7 0 0,4-4 0 15,-5-7 0-15,-4-4 0 16,-6 5 0-16,-12-9 0 16,-4 8 0-16,-12 0 0 15,-10 7 0-15,-8 8 0 0,-5 3 0 16,1 12 0-16,-9 12-20 16,6 5-66-16,12 5-2 15</inkml:trace>
  <inkml:trace contextRef="#ctx0" brushRef="#br1" timeOffset="130">13028 6656 377 0,'0'0'9'0,"0"0"3"0,-7-13 1 0,7 13 1 0,-9-14 2 0,9 14 0 15,-14-12 0-15,5 6 0 0,-1 6-8 16,0 3-4-16,2 6-2 16,1 7-1-16,0 6-1 15,1 1-1-15,4 2 0 0,2 4 0 16,5-4 0-16,8 0 1 16,9-6 0-16,5-4 1 15,5-9 0-15,6-5 0 16,6-1 0-16,2-10 1 0,-2-5-1 15,-5-7 1-15,-4 0 0 16,-9-7-2-16,-4-4 0 16,-15 3 0-16,-7 1 0 15,-12 1 0-15,-8 3 0 0,-8 6 0 16,-2 6 0 0,0 9 0-16,1 4 0 0,2 7-3 15,7 10-14-15,2 6-27 16,18 2-40-16,5 0-1 15</inkml:trace>
  <inkml:trace contextRef="#ctx0" brushRef="#br1" timeOffset="131">14698 6525 440 0,'0'0'5'0,"0"0"1"0,0 0 2 0,0 0 1 16,-10-8-1-16,10 8 1 16,-14-2 0-16,1 2-1 0,3 7-4 15,-3 6-2-15,4 5-2 16,-1 1-1-16,3 3 1 15,7 6-1-15,2-7 1 0,10 2-1 16,11-5 1-16,7-4 1 16,4-6 0-16,11-5 0 15,2-3 2-15,0-13-3 16,-2-2 0-16,-5-7 0 16,-11-6 0-16,-3-4 0 0,-17-6 0 15,-9-1 0-15,-12 1 0 16,-13-4 0-16,-11 9 0 15,-2 3 0-15,-10 7 0 0,4 11 0 16,-1 10 0-16,8 7-12 16,7 20-49-16,10-4-24 15,15 7-1-15</inkml:trace>
  <inkml:trace contextRef="#ctx0" brushRef="#br1" timeOffset="132">16212 6500 460 0,'0'0'5'15,"0"0"3"-15,0 0 0 0,0 0 0 0,0 0 1 0,0 0-1 16,0 5-3-16,0 9-5 15,0 7 0-15,-4 3 0 16,4 6 0-16,0-1 0 16,0 9 0-16,0-6-24 0,6 0-59 15,4-4-5-15</inkml:trace>
  <inkml:trace contextRef="#ctx0" brushRef="#br1" timeOffset="133">15904 4692 366 0,'0'0'8'0,"0"0"1"0,0 0 2 16,0 0 1-16,0 0 0 0,0 0-1 16,0 0 1-16,-6 0 0 15,6 0-6-15,-14 17-3 16,6 0-1-16,3 4-2 16,-3 3 0-16,6 1 1 15,2-1-1-15,5 1 0 0,8-5 1 16,4-3-1-16,5-7 1 15,3-2 1-15,3-8-1 16,-1 0 2-16,0-10 1 0,-6-5 0 16,3-7 1-16,-12-3 0 15,-1-2-1-15,-9-6 0 16,-2 1 0-16,-13-2-1 16,-2 4-3-16,-6 5 0 15,-3 10-1-15,0 8-2 0,-3 5-4 16,4 8-7-16,-2 10-21 15,6 16-49-15,6 7 0 16</inkml:trace>
  <inkml:trace contextRef="#ctx0" brushRef="#br1" timeOffset="134">16050 5492 449 0,'0'0'4'0,"0"0"0"0,-8-6 1 16,1 6 0-16,-6 0 0 0,-1 3 0 15,2 7-1-15,-4 2 1 16,0 6-3-16,5 1-2 16,4 4 1-16,2 2 0 0,5 0-1 15,9-1 0-15,5-6 1 16,5-1 0-16,3-5 0 16,6-6 0-16,-1-6 0 15,3 0 1-15,-3-13 1 16,-5-5 0-16,1-1 0 0,-11-6 0 15,-4-2-1-15,-8-3-2 16,-6 3 0-16,-11 2 0 16,-8 5 0-16,-4 5-6 15,1 15-34-15,-7 3-44 0,-2 14-1 16</inkml:trace>
  <inkml:trace contextRef="#ctx0" brushRef="#br1" timeOffset="135">13141 7538 443 0,'0'0'4'0,"0"0"2"0,-3-7 0 0,3 7 1 0,-18-7-1 0,6 7 1 15,-3 0-1-15,-2 1 0 16,2 12-4-16,-5 6-1 0,7 4-2 16,3 2 1-16,6 2-1 15,4 0 1-15,7 0 0 16,10-4 0-16,6-5 0 0,9-7 1 15,5-2 0-15,6-9 0 16,1-6 0-16,1-6 1 16,0-6 0-16,-6-4 1 15,-6-6 0-15,-6-1 0 16,-12-3-1-16,-8-1-2 0,-9-2 0 16,-12 6 0-16,-11 2 0 15,-8 5 0-15,-1 6 0 16,-4 9 0-16,3 7 0 15,3 7-8-15,7 13-19 0,15 3-57 16,7 4-3-16</inkml:trace>
  <inkml:trace contextRef="#ctx0" brushRef="#br1" timeOffset="136">14562 7474 436 0,'0'0'2'0,"-12"0"1"0,3 2 0 0,-3 8 1 16,-3 3-1-16,1 1 1 15,2 5-1-15,-2 2 0 16,10 6-1-16,4-4 0 16,14 2-2-16,9-6 1 0,7-5 1 15,7-1-1-15,6-10 0 16,3-3 1-16,7-5-1 15,-7-10 2-15,0-6 1 0,-7-2 0 16,-7-5 1-16,-11-7-1 16,-12 3 1-16,-9-5 0 15,-9 3 0-15,-16-2-2 16,-8 10-3-16,-4 2 0 0,-2 13 0 16,-2 3-3-16,7 8-11 15,-1 12-27-15,12 8-42 16,11 5-3-16</inkml:trace>
  <inkml:trace contextRef="#ctx0" brushRef="#br1" timeOffset="137">16022 7402 454 0,'0'0'5'0,"0"0"0"0,0 0 0 0,0 0 1 16,-12 0 0-16,5 0 0 15,-6 5 1-15,1 5-1 0,-4 7-5 16,4 1 0-16,0 4 0 16,7 5-1-16,5 0 0 15,3-2 0-15,14-3 0 16,6-2 1-16,9-5-1 16,6-7 1-16,6-7-1 0,0-2 1 15,4-10 1-15,-6-6 1 16,-5-6-3-16,-7-3 0 15,-8-4 0-15,-12-3 0 16,-5 2 0-16,-10-5 0 0,-9 7 0 16,-12 0 0-16,-3 8 0 15,-6 4 0-15,0 7 0 16,1 10 0-16,4 0 0 16,7 17-27-16,16 1-58 0,1 2-2 15</inkml:trace>
  <inkml:trace contextRef="#ctx0" brushRef="#br1" timeOffset="138">17146 7281 511 0,'0'0'0'0,"0"0"0"16,0 0 0-16,0 0 0 15,0 0 0-15,0 0 0 16,0 0 0-16,0 16 0 0,0 9 0 16,0 7 0-16,2 6 0 15,1 8 0-15,-1 4 0 16,3 4-3-16,27 4-84 0,-30-14-3 16</inkml:trace>
  <inkml:trace contextRef="#ctx0" brushRef="#br1" timeOffset="139">16693 4576 373 0,'0'0'6'0,"0"0"4"0,0-10 1 0,0 10 2 16,0 0 0-16,-2-13 1 15,2 13-1-15,0 0 1 0,-10 2-6 16,3 10-4-16,-1 6-1 15,3 2-3-15,-2 10 1 16,4-1-1-16,3 4 1 16,3-4 0-16,9-2 0 15,5-4 1-15,3-3-1 0,3-7 1 16,4-9 0-16,-2-4-1 16,2-4 1-16,-1-9-1 15,-7-7 1-15,-1-3 0 16,-9-7 0-16,-2 1-1 0,-7-4 0 15,-2 1 0-15,-8 6-1 16,-5 1 0-16,-2 10 0 16,-3 7-3-16,3 8-3 15,-8 8-8-15,13 14-27 0,-3 16-43 16,5 3-1-16</inkml:trace>
  <inkml:trace contextRef="#ctx0" brushRef="#br1" timeOffset="140">16801 5417 413 0,'0'0'7'0,"0"0"1"0,-11-12 2 0,11 12-1 0,-12-5-1 0,12 5 2 16,-20 0 0-16,10 5 1 16,1 10-7-16,-2 5-1 15,1 4-3-15,8 1 2 16,2 3 1-16,10-1-2 0,7-3 0 15,6-4 0-15,3-5 0 16,7-5 0-16,-1-6 0 16,4-4 0-16,-9 0 1 15,2-8 0-15,-11-5 0 16,0-7-2-16,-11-2 0 16,-7-3 0-16,0-2 0 0,-13 3 0 15,-2-1 0-15,-5 7 0 16,1 8 0-16,-6 2-5 15,0 14-4-15,-5 3-15 0,-7 13-58 16,19 6-3-16</inkml:trace>
  <inkml:trace contextRef="#ctx0" brushRef="#br1" timeOffset="141">16955 6428 474 0,'0'0'3'0,"0"0"0"0,-11 0 1 0,11 0 1 16,-17 0-1-16,7 0 1 16,-5 8-1-16,0 4 1 15,-2 0-1-15,4 12-4 16,1-3 0-16,5 3 0 0,2 7 0 16,5-5 0-16,5-1 0 15,7-5 0-15,8-3 0 16,4-6 0-16,7-6 0 15,1-5 0-15,3-5 0 16,-1-13 0-16,-1 0 0 0,-8-6 0 16,-3-3 0-16,-10-3 0 15,-12-5 0-15,-2 3 0 16,-16-2 0-16,-6 6 0 16,-3 1 0-16,-3 7 0 0,-5 2 0 15,2 12-14-15,4 6-29 16,3 0-41-16,9-3-2 15</inkml:trace>
  <inkml:trace contextRef="#ctx0" brushRef="#br1" timeOffset="142">16865 4342 314 0,'0'0'8'0,"-8"0"2"0,8 0 1 0,-19 0 1 0,9 0 1 16,2 3 0-16,-2-3 2 15,10 0 0-15,0 0-7 16,5 9-2-16,15-3-2 16,8-5 0-16,9 8-1 0,5-1 1 15,5-2-3-15,0 4 0 16,-2 7 0-16,0 1-2 15,-8 12 0-15,-5 2 1 16,-7 15-1-16,-2 7 2 0,-6 11-1 16,-2 14 2-16,-6 8-1 15,4 7 1-15,-3 7 0 16,0 11 2-16,3 0 0 16,-4 5 0-16,4 2 0 15,-1-4 0-15,3 2 0 0,-2 2 0 16,1-1 0-16,-1 2-2 15,-3-2-1-15,-3 1 0 16,-2-2-1-16,1-2 0 0,-6 0 0 16,2-3 0-16,1-1 1 15,1-1 0-15,1-9 0 16,5 5 0-16,3-9 1 16,4 1-1-16,0-8 0 0,6 0 0 15,1-7 1-15,1-3 0 16,5-6 0-16,-5-7 0 15,-2-5 0-15,-4-6 0 16,-1-3 1-16,-4-13 0 0,-6-6-3 16,0-9 0-16,-6-5 0 15,-2-5 0-15,0-15 0 16,-12 7 0-16,-8-7 0 16,-3-7 0-16,-9-3 0 15,-8-5 0-15,-7 3 0 0,-11-4 0 16,-3 7 0-16,-9 1 0 15,-2 3 0-15,-8 5 0 16,-1 5 0-16,-7 8-7 0,10-6-77 16,8 15-3-16</inkml:trace>
  <inkml:trace contextRef="#ctx0" brushRef="#br1" timeOffset="143">17948 4590 423 0,'0'0'4'0,"0"0"1"0,-2-12 1 0,2 12-1 16,-20-12 1-16,8 6 0 15,-11-1 0-15,-2-1-1 0,-2 8-2 16,-3 0-3-16,-3 0 0 16,6 6 0-16,1 3 0 15,1-2-1-15,4 4-1 16,7-1 1-16,3 5 0 0,6 2 0 16,5 2-1-16,3 6 2 15,7 5 0-15,2 5 0 16,6 4 0-16,-1 9 0 0,6 3 0 15,-4 6 0-15,1 10 0 16,3 3 0-16,-9 7 0 16,3 7 3-16,-1 7 0 15,-6 6 2-15,2 4 0 16,-7 4 1-16,6 8-1 16,-4 1 1-16,-2 3-1 0,2-5-2 15,0 1-1-15,-1 1-1 16,1-7-1-16,-2-3 0 15,2-3 1-15,-2-1 0 0,1-1-1 16,-1-5 1-16,-1-2 0 16,4-2 1-16,-4-2-2 15,5-2 0-15,-2-6 0 0,-1-3 0 16,7-3 0-16,-5-5 0 16,-1-4 0-16,-2-6 0 15,5-2 0-15,-4-7 0 16,-2 0 0-16,4-9 0 0,-1-1 0 15,-2-3 0-15,1-2 0 16,-4-1 0-16,-1-1 0 16,3 1 0-16,-2-7 0 15,-2 2 0-15,0-1 0 16,0-6 0-16,0 1 0 0,0-8 0 16,0-3 0-16,0-1 0 15,0-11 0-15,3 10 0 16,-3-10 0-16,0 0 0 15,0 0 0-15,0 0 0 0,0 0 0 16,0 0 0-16,0 0 0 16,0 0 0-16,0 0 0 15,0 0 0-15,0 0 0 0,0 0 0 16,0 0 0-16,0 0 0 16,9 0 0-16,-9 0 0 15,13-3 0-15,-1-4 0 16,11-1 0-16,7-2 0 0,7 3 0 15,5-6 0 1,8 0 0-16,0 3 0 0,1 3 0 16,-5-1 0-16,0 7-28 15,-18 1-58-15,-8 1-3 0</inkml:trace>
  <inkml:trace contextRef="#ctx0" brushRef="#br1" timeOffset="144">18328 4972 375 0,'0'0'8'0,"0"0"2"0,5-13 3 0,-5 6 3 16,2-3 1-16,-2 10 1 0,4-18 0 15,-4 18 0-15,0 0-5 16,0 0-8-16,2 20-5 16,1 8 0-16,-1 4 0 0,-2 5 0 15,5 6 0-15,0-2 0 16,-1 1 0-16,1-5 0 16,3-2 0-16,-3-5 0 15,-1-8 0-15,2-2 0 0,-1-3 0 16,-3-7 0-16,-2 0 0 15,0-10 0-15,0 12 0 16,0-12 0-16,0 0 0 16,0 0 0-16,0 0 0 0,0 0 0 15,0 0 0-15,0 0 0 16,0 0 0-16,0 0 0 16,-2-4 0-16,2 4 0 15,0 0 0-15,0 0 0 16,-5-10 0-16,5 10-86 0,0 0-4 15</inkml:trace>
  <inkml:trace contextRef="#ctx0" brushRef="#br1" timeOffset="145">19491 5797 304 0,'0'0'10'0,"0"0"6"0,10-8 3 0,-10 8 4 0,8-15 2 16,-8 15 1-16,10-15 0 16,-6 5 2-16,-4 10-11 0,-4-17-4 15,-6 14-9-15,-1 3-4 16,-3 3 0-16,-6 7 0 15,-3 5 0-15,-1 5 0 16,4 5 0-16,-3 2 0 16,4 0 0-16,6 3 0 0,8-3 0 15,5-5 0-15,5 0 0 16,8-7 0-16,9-2 0 16,5-6 0-16,8 1 0 15,-4-5 0-15,6-3 0 0,-3 0 0 16,-10-3 0-16,-1 0 0 15,-3 1 0-15,-8 2 0 16,-5-3 0-16,-7 3 0 16,0 0 0-16,0 0 0 0,0 0 0 15,0 0 0-15,0 0 0 16,0 0 0-16,0 0 0 16,0 0 0-16,0 0 0 15,0 0-15-15,-9-6-72 0,9 6-3 16</inkml:trace>
  <inkml:trace contextRef="#ctx0" brushRef="#br1" timeOffset="146">19965 5792 368 0,'0'0'7'0,"0"0"5"0,4-10 1 0,-4 10 3 16,5-13 1-16,-3 5 2 15,0 0 0-15,-2-6 1 16,0 4-7-16,-7 3-6 0,-3 0-7 16,-7 3 0-16,-1 4 0 15,-7 0 0-15,3 9 0 16,-3 0 0-16,0 4 0 16,5 2 0-16,6 0 0 15,4-1 0-15,7-2 0 0,3-1 0 16,10-4 0-16,5-1 0 15,7-6 0-15,6 0 0 16,-1-3 0-16,3-5 0 16,-3-1 0-16,-3-4 0 0,-3 1 0 15,-4 2 0-15,-5 0 0 16,-12 10 0-16,14-12 0 16,-14 12 0-16,0 0 0 15,4 12 0-15,-1 3 0 0,-3 5 0 16,2 2 0-16,-2 5 0 15,3 0 0-15,-3 5 0 16,4-7 0-16,-4 3 0 16,3-6 0-16,-3-2 0 0,2-1-2 15,-2-4-48-15,0-5-36 16,0-10-3-16</inkml:trace>
  <inkml:trace contextRef="#ctx0" brushRef="#br1" timeOffset="147">20211 5777 451 0,'0'0'5'0,"0"0"0"0,0 0 1 0,0 0-1 0,0 0 0 16,-7 2 1-16,5 8 0 16,-1 3-1-16,3 4-3 15,-2 0-1-15,2 6-1 16,0-1 2-16,2 0-1 0,8-5 0 15,3-2 1-15,4-3 0 16,3-4 0-16,5-6-1 16,0-2 2-16,-1-10-3 15,4-2 0-15,-3-6 0 0,-5 1 0 16,-6-7 0-16,-6-1 0 16,-5-3 0-16,-6 2 0 15,-7 1 0-15,-8 2 0 16,-1 6 0-16,-6 10 0 0,-3 2 0 15,6 7 0-15,0 5-19 16,7-7-60-16,5 16-6 16</inkml:trace>
  <inkml:trace contextRef="#ctx0" brushRef="#br1" timeOffset="148">20650 5784 410 0,'0'0'4'0,"0"0"2"0,0 0 2 15,0 0 2-15,7 0 2 16,2 0 0-16,7-2 1 0,1-3 0 15,5 0-3-15,3 0-2 16,5-3-3-16,2 3-5 16,-2 0 0-16,-2-5 0 15,2 10-7-15,-14 3-55 0,2-3-22 16,-6 0-1-16</inkml:trace>
  <inkml:trace contextRef="#ctx0" brushRef="#br1" timeOffset="149">21241 5616 463 0,'0'0'4'0,"0"0"1"15,0 0 0-15,-5-10 1 16,5 10-1-16,-20-10 1 15,5 7 0-15,-3 3-1 16,-2 0-2-16,1 5-3 0,1 8 1 16,1-1-1-16,4 3 0 15,6 6 0-15,5-2 2 16,2 1-2-16,9-3 0 16,9 3 0-16,1-1 0 0,6-1 0 15,5 2 0-15,0-6 0 16,-3 2 0-16,3-2 0 15,-5-2 0-15,-8-1 0 0,1-2 0 16,-11 1 0-16,-7-10 0 16,0 14 0-16,-7-8 0 15,-8-1 0-15,-5-2 0 16,0 0 0-16,-7-3 0 0,-1 1-3 16,-2-2-14-16,9-8-47 15,1 5-20-15,2-1-2 16</inkml:trace>
  <inkml:trace contextRef="#ctx0" brushRef="#br1" timeOffset="150">21666 5623 456 0,'0'0'3'0,"0"0"0"16,-11-10 1-16,-1 8 0 15,-6 2 1-15,-3-2 0 16,-2 2 0-16,-4 2 0 0,-1 3-3 16,5 7 0-16,4 2 0 15,6 4-2-15,8 2 1 16,5-5 0-16,3 1 0 16,10-2 0-16,6-4 1 0,1-6-1 15,5-4 1-15,3 0 0 16,-4-7 0-16,-2-5 0 15,1-1-2-15,-6-2 0 16,-4 3 0-16,-3 2 0 0,-10 10 0 16,7-10 0-16,-7 10 0 15,6 7 0-15,-6 11 0 16,-4 2 0-16,-1 4 0 16,5 4 0-16,-4 1 0 0,4 4 0 15,0-4 0-15,0-4 0 16,0-2 0-16,2-3-21 15,3-6-61-15,1-4-3 16</inkml:trace>
  <inkml:trace contextRef="#ctx0" brushRef="#br1" timeOffset="151">21944 5638 455 0,'0'0'6'0,"0"0"1"15,0 0 1-15,0 0 0 16,-6 0 0-16,6 0-1 0,-17 7 1 16,8 3-4-16,-4 5-4 15,6 7 0-15,-1 1 0 16,6 1 0-16,2 4 0 16,2-6 0-16,13 0 0 15,3-7 0-15,7-2 0 0,-1-9 0 16,3-1 0-16,3-6 0 15,-6-9 0-15,4-3 0 16,-7-4 0-16,-7-4 0 0,-7-2 0 16,-7-2 0-16,-9 3 0 15,-7 4 0-15,-8 2 0 16,-6 13-6-16,-8 13-75 16,4-1-6-16</inkml:trace>
  <inkml:trace contextRef="#ctx0" brushRef="#br1" timeOffset="152">19595 6631 468 0,'0'0'4'0,"0"0"1"0,0-9 1 0,0 9 1 16,-9-13-1-16,-1 6 1 15,-5-1 1-15,0 3-8 16,-10 5 0-16,0 0 0 16,-1 10 0-16,-3 5 0 0,5 0 0 15,4 7 0-15,0-2 0 16,5 2 0-16,8-4 0 16,7 5 0-16,7-7 0 15,10-1 0-15,8 0 0 0,5-3 0 16,2 0 0-16,5-2 0 15,1 4 0-15,-5-6 0 16,-6 0 0-16,-3 0 0 16,-11 1 0-16,-6 2 0 0,-7-11 0 15,0 14 0-15,-9-6 0 16,-9 0 0-16,-5-4 0 16,-1 3 0-16,-3-4-4 15,-8 3-3-15,5-5-4 0,3 2-7 16,-3-1-35-16,10-2-31 15,10-2-1-15</inkml:trace>
  <inkml:trace contextRef="#ctx0" brushRef="#br1" timeOffset="153">19946 6639 416 0,'0'0'6'0,"0"0"0"15,-7-5 2-15,-4 2 1 16,-3 3 1-16,-6 0 0 16,-1 0 0-16,0 5 0 15,-4 2-6-15,2 6-1 16,6-3-1-16,2 5-1 0,5 0-2 16,5-2 1-16,5-1 0 15,5-2 1-15,7-6-1 16,3-1 1-16,0-3 0 0,8-3 1 15,-1-1 0-15,-1-10 0 16,0 6 0-16,0-5 0 16,-5 5-1-16,-5 1 0 0,-4 2 1 15,-7 5-2-15,12 0 0 16,-12 12 0-16,0 3 0 16,0 7-2-16,0 3 2 15,0 3 0-15,0 1-3 0,0 6-3 16,0-5-5-16,0 0-17 15,3-4-55-15,-1-3 0 16</inkml:trace>
  <inkml:trace contextRef="#ctx0" brushRef="#br1" timeOffset="154">20182 6713 439 0,'0'0'4'15,"0"0"-1"-15,0 0 1 0,0 0 0 16,-10 4 0-16,3 4-1 16,-3 2 1-16,-3 8 0 15,1-1-3-15,7 7-1 16,-3-1 1-16,8 2-1 0,0-3 1 16,8-4 0-16,7-3 1 15,3-8-1-15,3-5 1 16,4-4 0-16,3-5 1 0,-1-6 0 15,-2-4 0-15,-3-6 0 16,-2 1 0-16,-5-3-1 16,-5-5 1-16,-5 4-1 15,-5-4 0-15,-8 5-2 0,-4 3-1 16,-3 9-4-16,-5 1-5 16,1 12-23-16,19 0-48 15,-18 15-3-15</inkml:trace>
  <inkml:trace contextRef="#ctx0" brushRef="#br1" timeOffset="155">21103 6609 466 0,'0'0'5'0,"0"0"1"0,13-15 2 0,-8 7 1 16,-5 8 1-16,10-17-3 15,-10 17-7-15,0-15 0 0,-13 14 0 16,-4 1 0-16,-8 8 0 16,-1 8 0-16,-4 4 0 15,-3 5 0-15,5 1 0 16,6 4 0-16,10-2 0 15,4 0 0-15,11-5 0 0,14-2 0 16,8-2 0-16,10-6 0 16,7-4 0-16,6 1 0 15,-2-7-2-15,9-3-48 16,-5 0-36-16,-3-4-2 16</inkml:trace>
  <inkml:trace contextRef="#ctx0" brushRef="#br1" timeOffset="156">21563 6574 479 0,'0'0'3'15,"0"0"2"-15,0-10 0 0,0 10 2 16,-9-11-1-16,-1 5 0 16,-5 1-6-16,-5-2 0 15,-5 7 0-15,3 0 0 16,-4 7 0-16,2 4 0 16,4 0 0-16,7 4 0 0,6 5 0 15,5-5 0-15,6 0 0 16,12-5 0-16,3-1 0 15,8-3 0-15,-4-6 0 16,5 0 0-16,-1-11 0 0,-3 2 0 16,-4-2 0-16,-2 2 0 15,-6 2 0-15,-2-1 0 16,-10 8 0-16,10-2 0 0,-10 2 0 16,0 12 0-16,0 2 0 15,-2 2 0-15,0 4 0 16,2 5 0-16,0-6 0 15,0 9-12-15,0-6-48 16,0-3-26-16,4-3-1 0</inkml:trace>
  <inkml:trace contextRef="#ctx0" brushRef="#br1" timeOffset="157">21901 6564 491 0,'0'0'4'0,"0"0"0"16,0 0 1-16,0 0-1 0,-5 0-1 16,5 0-3-16,-8 13 0 15,4 4 0-15,2 0 0 16,0 3 0-16,2 8 0 16,0-1 0-16,2-2 0 15,10-1 0-15,6-2 0 0,6-7 0 16,6 1 0-16,4-12 0 15,4-4 0-15,2 0 0 16,-1-10 0-16,-4-7 0 16,-5-3 0-16,-8-2 0 0,-9-8 0 15,-10 3 0-15,-6-5 0 16,-12 5 0-16,-12-1 0 16,-6 10 0-16,-1 4 0 15,-3 3 0-15,-6 11 0 0,6 0-3 16,2 4-74-16,8 13-10 15</inkml:trace>
  <inkml:trace contextRef="#ctx0" brushRef="#br1" timeOffset="158">18390 6782 461 0,'0'0'4'0,"0"0"1"0,-9-4 0 0,9 4 1 15,-16 0-1-15,4 2 1 16,0 8 0-16,-3 4-1 16,0 10-2-16,2-3-3 0,6 7 1 15,2-1-1-15,5 3 0 16,5-3 0-16,5-3 1 16,10 0-1-16,3-11 0 15,4-3 1-15,0-4 1 0,0-6-2 16,-2-6 0-16,5-6 0 15,-10-2 0-15,-1-8 0 16,-6-3 0-16,-6-6 0 0,-7 0 0 16,-2-2 0-16,-8-3 0 15,-10 2 0-15,0 3 0 16,-10 6 0-16,4 4 0 16,-4 10 0-16,7 8-29 0,3 3-55 15,3 3-2-15</inkml:trace>
  <inkml:trace contextRef="#ctx0" brushRef="#br1" timeOffset="159">18271 5891 412 0,'0'0'3'0,"0"0"1"0,-7 5 1 0,7-5-1 0,-12 14 2 16,1-1-1-16,4 2 0 0,-4 4 0 15,5 4-3-15,4 0-1 16,2-2 1-16,0-1 0 16,7-3 1-16,7-5 0 15,6-1 1-15,3-11 1 0,1 0 0 16,6-7 2-16,0-9-1 15,-3-3 0-15,-4-6 0 16,-3-6 0-16,-3 0-2 16,-10-4-4-16,-7-1 0 15,-5 5 0-15,-9 0 0 0,-9 11 0 16,-2 2 0-16,-2 11 0 16,-6 7 0-16,10 12-17 15,-3 8-65-15,16 2-4 0</inkml:trace>
  <inkml:trace contextRef="#ctx0" brushRef="#br1" timeOffset="160">19552 4904 389 0,'0'0'6'0,"0"0"1"0,-8-9 2 0,8 9 1 0,-21-13 1 0,9 9-1 16,-3-1 1-16,-2 5 0 16,-3 0-5-16,2 9-3 15,1 9-1-15,-1 2-1 0,5 4 0 16,7 4-1-16,6-2 0 16,0 2 1-16,12-3 0 15,8-5 1-15,8-6-1 16,-2-4 2-16,10-10-1 15,-1 0 1-15,-1-7 1 0,-4-10-1 16,0-3 0-16,-7-8 1 16,-9 2-1-16,-4-7 1 15,-10 1-4-15,-3 0 0 16,-13 7 0-16,-7 1 0 0,-2 11 0 16,-5 5-7-16,3 8-10 15,-3 25-58-15,13-7-11 16</inkml:trace>
  <inkml:trace contextRef="#ctx0" brushRef="#br1" timeOffset="161">21266 4784 419 0,'0'0'5'0,"0"0"2"0,0 0 0 16,0 0 1-16,-11 0-1 0,11 0 1 16,-17 14 0-16,4-2-1 15,6 4-4-15,0-2-2 16,2 11-1-16,5-5 1 15,7-1 0-15,8 1 0 16,10-5 1-16,5-5 0 0,4-5 0 16,4-5 1-16,-1 0 0 15,0-12 0-15,-4-6 0 16,-4-3-1-16,-8-9 1 16,-12-3-1-16,-6 2 1 0,-9-7-3 15,-13 8 0-15,-11 3 0 16,-3 12 0-16,-11 5 0 15,1 10-8-15,4 18-20 0,12 4-54 16,-3 8-4-16</inkml:trace>
  <inkml:trace contextRef="#ctx0" brushRef="#br1" timeOffset="162">18721 7741 417 0,'0'0'3'0,"0"0"1"0,0 0 1 16,-12-8 0-16,12 8 0 0,-18 0 0 16,6 0 0-16,-6 8-1 15,4 7-1-15,-4 0-3 16,0 2 1-16,6 8-1 16,6 0 2-16,6 0-1 15,4-3 1-15,14 0 1 0,6-7-1 16,8-5 1-16,6-6 0 15,9-4-1-15,5-7-1 16,3-8-1-16,-1-2 1 16,-4-8-1-16,-2-2 1 0,-9-2-1 15,-11-4 1-15,-10 6-1 16,-9-5 2-16,-11 2-1 16,-11 3 0-16,-10 4-1 15,1 7-1-15,-8 6-2 0,3 10-5 16,-3 0-10-16,9-3-44 15,10 17-20-15</inkml:trace>
  <inkml:trace contextRef="#ctx0" brushRef="#br1" timeOffset="163">20085 7549 462 0,'0'0'3'0,"0"0"0"0,0 0 1 0,-10-7-1 0,1 7 1 16,-7 0 0-16,-1 8 0 15,-3 5 0-15,0 4-3 0,1 6-1 16,3 2 1-16,2 4-1 15,9 0 1-15,5 1-1 16,7-3 1-16,10-2-1 16,8-7 1-16,7-5 0 0,5-6 0 15,1-6 0-15,4-1 0 16,0-11 0-16,-4-4 0 16,-8-5 1-16,-8-5-1 15,-7-5 1-15,-12-2-1 0,-6-3 0 16,-12 3 1-16,-14-3-2 15,-2 5 0-15,-8 12 0 16,-3 0 0-16,-1 11-3 16,3 4-3-16,6 10-7 15,6 3-21-15,16 9-49 0,6 2-2 16</inkml:trace>
  <inkml:trace contextRef="#ctx0" brushRef="#br1" timeOffset="164">21538 7444 417 0,'0'0'6'0,"0"0"1"0,0 0 1 0,0 0-1 0,-9 0 1 15,-2 0 1-15,2 8 0 16,-6 1 0-16,-3 6-5 16,4 2-2-16,2 6 0 15,3 2-1-15,7 1 0 16,2-1 0-16,13-2 0 0,6-3 0 15,9-8 0-15,6-2 1 16,7-8-1-16,-2-2 1 16,6-10 0-16,-3-7-1 15,-2-5 1-15,-5-6 0 0,-10-1 0 16,-8-3 1-16,-7-6-3 16,-10 4 0-16,-15 2 0 15,-7 1 0-15,-8 6 0 16,-5 11 0-16,-5 5 0 0,5 9-9 15,-2 0-7-15,12 4-50 16,6 14-19-16</inkml:trace>
  <inkml:trace contextRef="#ctx0" brushRef="#br1" timeOffset="165">22817 7226 465 0,'0'0'5'0,"0"0"2"0,8 0 1 0,-8 0 0 16,0 0 0-16,0 0 0 15,9 15-6-15,-9 0-2 0,0 4 0 16,-6 11 0-16,3 0 0 16,1 7 0-16,0 5 0 15,2 0 0-15,2-5 0 16,5 5-13-16,9-2-73 15,-12-10-3-15</inkml:trace>
  <inkml:trace contextRef="#ctx0" brushRef="#br1" timeOffset="166">22361 4629 329 0,'0'0'6'0,"0"0"4"0,0 0 2 0,-7-6 3 0,7 6 1 15,-12 0 0-15,12 0 0 16,-18 5-1-16,8 6-5 0,0 4-3 16,2 3-4-16,4 7-1 15,0-3 0-15,4 6 0 16,8-4 0-16,4 1 0 16,11-8 0-16,2-4 1 0,5-5 0 15,5-7-1-15,2-1 2 16,-5-7 0-16,3-5 0 15,-10-8 1-15,-3 0 0 16,-6-5 0-16,-12-4 1 0,-4-1-3 16,-15-3-3-16,-4 3 0 15,-9 4 0-15,-6 5 0 16,-2 9 0-16,1 12 0 16,-4 3-9-16,11 12-46 0,1 14-30 15,4 3-2-15</inkml:trace>
  <inkml:trace contextRef="#ctx0" brushRef="#br1" timeOffset="167">22612 5736 339 0,'0'0'9'0,"0"0"3"0,2-11 6 0,-2 11 1 16,8-10 1-16,-8 10 1 15,5-10-2-15,-5 10 1 16,0 0-8-16,-7 0-5 0,-1 12-3 16,-2 6-2-16,3 4-1 15,2 0-1-15,3 5 1 16,2 1-1-16,4-3 1 16,8-3-1-16,9-7 0 15,0-5 1-15,9-6-2 0,2-4 2 16,2-1 0-16,-4-12 1 15,-2-2 0-15,-3-10-2 16,-4 0 0-16,-14-4 0 16,-7-1 0-16,-5-6 0 0,-13 7 0 15,-6 0 0-15,-6 4 0 16,-4 7 0-16,0 8 0 16,0 10 0-16,6 6 0 15,-4 16-55-15,13 5-31 0,8 4-2 16</inkml:trace>
  <inkml:trace contextRef="#ctx0" brushRef="#br1" timeOffset="168">22809 6700 450 0,'0'0'3'0,"0"0"1"0,0 0 0 0,-11-4 0 0,11 4 0 0,-17 2 1 15,4 6 0-15,1 3-1 16,-2 6-1-16,3 2-2 16,4 6-1-16,4 0 1 15,3 0-1-15,0-4 0 16,10-1 0-16,6-5 0 0,2-7 0 15,8-8 1-15,0-4-1 16,3-7 1-16,-2-7 0 16,-2-5 1-16,-6-2 0 0,-6-1 0 15,-8-6 0-15,-5 2 0 16,-18 0 0-16,-3 3-1 16,-11-3-3-16,-4 8-3 15,-4 2-7-15,3 3-29 0,3 7-42 16,-1 4 0-16</inkml:trace>
  <inkml:trace contextRef="#ctx0" brushRef="#br1" timeOffset="169">22567 4340 305 0,'0'0'3'0,"0"0"1"0,10-10 2 0,-10 10 2 16,15-13 0-16,-3 3 1 15,9 4 1-15,0-3 0 16,4 8-2-16,5-2-3 0,2 3-1 16,7 7-1-16,0 5-2 15,-2 11 0-15,0 4-1 16,-2 10-1-16,-5 8 1 0,-1 9 0 15,-6 13 2-15,-3 8-1 16,-5 6 1-16,0 12-1 16,-9 2 0-16,5 7 1 15,-4 2-1-15,1 8 1 0,0-6 1 16,-1 2-1-16,-2 4 2 16,3-1-1-16,-1-3 0 15,-2 3 1-15,0-3 1 16,-5 4-1-16,2-5 0 15,-2-3 0-15,0-2-1 0,0 2 1 16,-5-5-1-16,1-2 0 16,1-1 0-16,1-5-1 15,-1-1 1-15,3-3-1 16,0-3 1-16,0-2-1 0,5-3 0 16,2-2 0-16,1-6-1 15,2-1 0-15,0-5-2 16,-1-7 1-16,4 0 0 0,-5-11 0 15,-4-3 1-15,1-4 1 16,-5-8-1-16,0-3 0 16,0-8 1-16,0-1-1 15,0-5 1-15,-2-3-1 16,2-12-1-16,-3 15 1 0,3-15-1 16,0 0 1-16,0 0 1 15,0 0-1-15,0 0 0 16,-12 5 1-16,4-5-1 0,-4 0 1 15,-9 0-1-15,-4 0 1 16,-9 0-1-16,-8 5 0 16,-8 4-2-16,-4 2-5 15,0-2-57-15,1 4-19 0</inkml:trace>
  <inkml:trace contextRef="#ctx0" brushRef="#br1" timeOffset="170">560 8712 352 0,'0'0'2'0,"0"0"0"0,0 0 2 0,0 13-1 16,2 1 0-16,1 4 2 16,3 7-2-16,-2 6 1 0,4 7-2 15,1 4-1-15,4 10 1 16,4 3-2-16,8 2 1 16,5 4-1-16,7 2 0 15,8 1 1-15,2-5-1 0,13 6 1 16,6-8 0-16,14-8 1 15,10-2 1-15,12-9-1 16,12-6 1-16,13-11 1 16,17-5 0-16,15-12 1 0,15-4-2 15,13-7 1-15,11-12-1 16,13-6 1-16,15-6-1 16,10-2-1-16,13-7 0 0,6 0-1 15,7-2 1-15,2 2-1 16,13-2 2-16,4 4-3 15,5 5 2-15,0-3-1 16,4 10 0-16,1 1 1 16,-8 5-1-16,3 5-1 0,-11 7 1 15,-8 6-1-15,-14 2 0 16,-5 10-1-16,-14 7 1 16,-8 2 0-16,-17 6-1 15,-13 3 1-15,-12 7 0 0,-10-4-1 16,-20 7 2-16,-15-1-1 15,-17 3 0-15,-17-3 0 16,-14 3 0-16,-14-3-1 0,-15-2 1 16,-9-1 0-16,-14-7 0 15,-1-2 0-15,-14-5 0 16,1-5 0-16,-7-8 0 16,-6-4 0-16,6-3-1 0,-1-8 0 15,3-6 0-15,5-6-1 16,5-8-2-16,4-4 1 15,11-5 0-15,7-2-1 16,8-5 1-16,9-2 0 16,9-1 1-16,8-5 2 0,12 3-1 15,10-7 1-15,14 0 0 16,15 1 0-16,12-1 1 16,11 0-1-16,15 5 0 15,7 2-1-15,11 2 1 0,14 6-1 16,4 4 1-16,3 5-1 15,9 3 1-15,6 4-1 16,4 5 1-16,9 3 0 0,1 5 0 16,1 2 0-16,9 5 1 15,5 3 1-15,-1-1 0 16,1 3 0-16,5 0 0 16,0 3 1-16,6 1-1 0,4-1 0 15,-2 2 0-15,5 0 0 16,0 0-1-16,5 2 0 15,-4-4 0-15,0 1 0 16,-1 2 1-16,-4-2-2 0,-1 1 0 16,-5 0 0-16,1-5 1 15,-9 0-1-15,-8 0 0 16,4 0 0-16,-8 0 0 16,-5-5-1-16,-5-4 1 15,-4-1 0-15,-9-3 0 0,-7-2 0 16,-8-2 0-16,-8-6 1 15,-14 4-1-15,-18-8 1 16,-14-3 0-16,-12 0-1 0,-20-1 1 16,-13-2-4-16,-19 6-11 15,-19 4-57-15,-12-7-4 16</inkml:trace>
  <inkml:trace contextRef="#ctx0" brushRef="#br1" timeOffset="171">11876 9245 435 0,'0'0'5'0,"0"0"0"0,0 0 1 15,0 0 1-15,0 0 0 0,5 10 1 16,-5 4 0-16,-3 11 0 15,-4 5-4-15,-1 2-3 16,-2 5-2-16,1 1-5 0,4 1-8 16,-8-9-19-16,-2-4-49 15,15-1-1-15</inkml:trace>
  <inkml:trace contextRef="#ctx0" brushRef="#br1" timeOffset="172">11694 9181 414 0,'0'0'5'16,"0"0"4"-16,-7-15 1 0,7 15 1 15,-8-13 1-15,8 13 1 16,-7-15 0-16,4 5 0 16,3 10-4-16,0-15-7 15,10 8-2-15,10 0 0 0,0 2 0 16,10-2 0-16,0 1 0 15,7 4 0-15,5-1 0 16,0 3 0-16,1 0 0 16,-5 8-20-16,9 2-62 15,-18 4-4-15</inkml:trace>
  <inkml:trace contextRef="#ctx0" brushRef="#br1" timeOffset="173">12055 9388 458 0,'0'0'2'0,"0"0"0"16,0 0-1-16,-3 5 1 16,3-5 0-16,-12 15 0 15,2-2-1-15,3-2 1 16,-2 6-2-16,9-6 0 0,0 3 0 15,5-6 1-15,8 0 0 16,4-3 0-16,8-5 2 16,-2 0 1-16,2-7 0 0,-4-3 2 15,2 0-1-15,-7-5 1 16,-4 0 0-16,-5-2-4 16,-5-3-2-16,-2 2 0 15,-12-2 0-15,0 1 0 16,-6 1 0-16,0 6 0 0,-3-1 0 15,5 11-17-15,2 2-38 16,3 0-30-16,11 0-1 16</inkml:trace>
  <inkml:trace contextRef="#ctx0" brushRef="#br1" timeOffset="174">12351 9039 449 0,'0'0'7'0,"0"0"1"16,-3-7 2-16,3 7-1 16,0 0 0-16,-8 15 1 15,8 7-1-15,-2 5-9 16,4 23-5-16,15 3-77 16,-14 3-4-16</inkml:trace>
  <inkml:trace contextRef="#ctx0" brushRef="#br1" timeOffset="175">23434 5892 498 0,'0'0'1'0,"0"0"2"0,0 0 0 0,0 0 0 0,0 0 0 0,0 0-3 16,-2-4 0-16,2 4-4 16,-10-4-20-16,-10 4-58 15,20 0-4-15</inkml:trace>
  <inkml:trace contextRef="#ctx0" brushRef="#br1" timeOffset="176">23790 4563 319 0,'0'0'7'0,"0"0"1"0,3-15 3 15,-3 15 0-15,-5-14 2 0,5 14-1 16,-18-18 1-16,6 11-1 16,-8 4-6-16,-5 0-3 15,0 3-1-15,0 6-2 16,-4-2 1-16,1 4-1 16,1 2 0-16,2 0-1 0,0 4 0 15,2-3 0-15,9 1-2 16,2 5 0-16,1-1 0 15,9 8 0-15,2 0 0 16,0 6 1-16,4 0 0 0,10 8 2 16,-5 1 0-16,1 3 0 15,-2 2 1-15,2 6 0 16,-6-1 0-16,1 1-1 16,-2 3 1-16,-3-2-1 0,0 3 1 15,0 1-1-15,0-1 2 16,0 4 0-16,0-1 0 15,0 0 1-15,0-3-1 16,0 6 0-16,-3-3 1 0,1-3 1 16,2 4-2-16,-3-7 0 15,-1 4-1-15,1-1 0 16,-2-2 0-16,0-3 0 16,0-2-1-16,-2 1 0 0,2-4-1 15,-2 0 1-15,2-1 1 16,-4-5-1-16,7 3 1 15,-3-1 0-15,0-1 0 16,3 1 0-16,0 0 0 0,-1-1 0 16,-3 4-1-16,4-4 1 15,-3-2-1-15,3 3 0 16,-1-7 0-16,1 3 0 16,2-3 0-16,-2-1 0 0,2-6 2 15,0 5-2-15,0-6 1 16,0 1 0-16,0-1 0 15,0 0 0-15,0-1 1 0,0 1-1 16,0-2 0-16,-3 0 0 16,-2 0 0-16,1 1-1 15,4-5 1-15,-6-1-1 16,3-2 0-16,3 2 0 16,-2 0 1-16,0-1-1 0,2 0 1 15,-3 0 1-15,1 0-1 16,2 1 0-16,-3 2 1 15,-1-3-1-15,4 1 1 0,-5 2-1 16,5-6-1-16,-4 4 0 16,0-1 1-16,4 1-1 15,-4-1-1-15,4-3 1 16,-1 4 0-16,1-1 0 16,-3 1 0-16,1-1 0 0,2-4 0 15,-2-1 0-15,2 2 1 16,0-1-1-16,0-3 1 15,0 3 0-15,0-3 0 16,0-1-1-16,0 4 1 0,0-4-1 16,0 4 0-16,0-3 1 15,0-3-1-15,0-7 0 0,0 15 0 16,0-15 0 0,0 0 0-16,0 10 0 0,0-10 0 15,0 0 0-15,0 0 0 16,2 10 0-16,-2-10 1 15,0 13-1-15,0-13 0 0,0 14 1 16,0-14-1-16,-2 15 1 16,2-15-1-16,-5 17 0 15,5-9 0-15,0 2 1 16,-3-3-1-16,3 6 0 16,0-13-1-16,-5 18 1 0,5-12 0 15,0-6 0-15,-3 15 0 16,3-15 0-16,-2 15 0 15,2-15 0-15,-3 10 0 16,3-10 0-16,0 10 0 16,0-10 2-16,0 0-1 0,0 6 0 15,0-6 1-15,0 0 2 16,0 0-1-16,13 7 0 16,2-7 0-16,3 0-1 0,7 0 0 15,3-7 1-15,11 3-1 16,2 0-1-16,7-4 0 15,-1 3 0-15,3 0 1 0,-11 0-1 16,-3 3 0-16,-5-1-1 16,-8 3 1-16,-9 0-1 15,-14 0 1-15,8 0-1 0,-8 0 0 16,0 0-3-16,-8 5-5 16,-1-7-17-16,9 2-57 15,-10-6-4-15</inkml:trace>
  <inkml:trace contextRef="#ctx0" brushRef="#br1" timeOffset="177">23802 4989 373 0,'0'0'5'0,"0"0"4"0,0 0 0 0,0-12 3 0,0 12 0 16,0 0 1-16,0 0 0 16,-9-5 0-16,9 5-4 0,-13 19-3 15,5 1-1-15,-1 10-3 16,4 2 1-16,-3 5-1 15,3 3 0-15,3 2 0 16,2-2-1-16,0 0-4 0,0-3-3 16,0 0-18-16,12-7-57 15,-9-3-1-15</inkml:trace>
  <inkml:trace contextRef="#ctx0" brushRef="#br1" timeOffset="178">24138 5942 479 0,'0'0'4'0,"0"0"2"0,0 0-1 0,0 0 0 15,2 8 1-15,-2-8 0 16,0 22-6-16,0-8 0 0,-2 10 0 16,-1 0 0-16,-1 6 0 15,1 3 0-15,0-2 0 16,0 8-8-16,-1-11-21 16,1 5-54-16,3-4-3 15</inkml:trace>
  <inkml:trace contextRef="#ctx0" brushRef="#br1" timeOffset="179">24481 6617 473 0,'0'0'4'0,"0"0"1"0,0 0 0 0,0 0 1 0,9 6-1 16,-9-6 0-16,3 16 1 16,0-1-4-16,-3-1-2 15,5 9 0-15,-3-3 0 16,3 7 0-16,0-5 0 0,4 6-5 15,-3-9-23-15,4 2-56 16,-3-2-2-16</inkml:trace>
  <inkml:trace contextRef="#ctx0" brushRef="#br1" timeOffset="180">25039 7114 495 0,'0'0'3'0,"0"0"2"0,0 0 0 15,0 0-2-15,0 0-3 0,0 0 0 16,0 8 0-16,0 6 0 16,3 9 0-16,-3 4 0 15,5 3 0-15,0 7 0 16,3 1 0-16,-1-1 0 15,0-1 0-15,-2-3 0 0,3 1 0 16,-3-9-85-16,-5-9-5 16</inkml:trace>
  <inkml:trace contextRef="#ctx0" brushRef="#br1" timeOffset="181">25005 6716 425 0,'0'0'5'0,"0"0"1"0,0 0 1 0,0-13 2 0,0 13 0 15,-12-7 1-15,12 7 0 16,-18-8 0-16,6 8-5 16,-1 0-1-16,-4 5-2 15,-1 5 0-15,4 3-2 0,-2 2 1 16,7 1-1-16,-3 4-1 16,11 1 0-16,1-5-1 15,8 2-1-15,6-5 1 0,4-1-1 16,4-7 1-16,0-3 0 15,4-2 1-15,-6-7 0 16,7-5 1-16,-12-6 1 0,2-2 0 16,-7-5 1-16,-3-5 0 15,-2-3 0-15,-5-5 2 16,0-4-1-16,-2 2 1 16,-6 4-1-16,1 0-1 15,-3 7-2-15,2 7 0 16,1 6 0-16,7 16 0 0,-9-2 0 15,6 10 0-15,3 11 0 16,0 9 0-16,0 5 0 16,4 5 0-16,2 7 0 15,-1 0 0-15,4-3-11 0,-1-3-14 16,0-2-58-16,1-2-3 16</inkml:trace>
  <inkml:trace contextRef="#ctx0" brushRef="#br1" timeOffset="182">25219 6772 492 0,'0'0'4'0,"0"0"0"0,0-9 0 0,0 9 1 0,-3-8-3 16,3 8-2-16,0-10 0 15,0 10 0-15,5-10 0 16,-5 10 0-16,12 0 0 0,-12 0 0 16,18 3 0-16,-18-3 0 15,12 17 0-15,-6-5 0 16,-6 1 0-16,0 4 0 0,-3-3 0 15,-3 3 0-15,-3-1 0 16,-1-1 0-16,-3 0 0 16,6-3 0-16,0-1 0 15,7-11 0-15,-11 14 0 0,11-14 0 16,0 0 0-16,6 5 0 16,6-5 0-16,0-5 0 15,8 0-2-15,-2-3-38 0,4 2-43 16,-2-4-4-16</inkml:trace>
  <inkml:trace contextRef="#ctx0" brushRef="#br1" timeOffset="183">25069 5934 416 0,'0'0'6'0,"0"0"3"0,0 0 1 0,0 0 1 0,0-11 0 0,0 11 1 16,0 0-1-16,-9-6 1 16,9 6-6-16,-18 6-3 15,11 5-1-15,-4 5-2 16,1 6 0-16,1-2-1 0,4 5 0 15,-2 0 1-15,7-3-1 16,0-2 1-16,7-3-1 16,3-7 2-16,4-3 0 15,4-2-1-15,4-5 1 16,1 0-1-16,-4-7 1 16,4-5 1-16,-5-6-2 0,-1 1 0 15,-7-5 0-15,-5-3 0 16,-5 0 0-16,0-2 0 15,-8 4 0-15,-7 1 0 0,-5 6 0 16,1 3 0-16,-1 8 0 16,-2 2-13-16,11-7-58 15,-4 16-14-15</inkml:trace>
  <inkml:trace contextRef="#ctx0" brushRef="#br1" timeOffset="184">24963 5063 373 0,'0'0'6'0,"0"0"2"0,0 0 2 0,0 0 1 16,0 0 1-16,-5-7 0 0,5 7 0 16,0 0-1-16,-13 0-4 15,13 0-3-15,-12 10-2 16,4 2-2-16,3 2 0 15,0 7 0-15,3-2 0 0,2 2 1 16,0-2-1-16,12-2 1 16,1-3 0-16,4-6 1 15,5-5 0-15,3-3 0 16,0-7 1-16,-3-5 1 16,3-8 0-16,-7-2 0 0,-4-6 0 15,-8-2 0-15,-6 1 0 16,-3 1-2-16,-12 1 0 15,-4 7-1-15,-4 8-1 16,-5 5-2-16,-1 7-5 0,4 9-9 16,0 21-49-16,5-5-19 15</inkml:trace>
  <inkml:trace contextRef="#ctx0" brushRef="#br1" timeOffset="185">24133 5261 368 0,'0'0'7'0,"0"0"3"0,0 0 1 0,0 0 1 16,0 0 1-16,-8-5 1 16,8 5-1-16,-10 0 0 15,10 0-6-15,-12 13-3 0,3-3-2 16,5 2-2-16,2 3 0 15,2 0 0-15,0 2 1 16,0 1-1-16,5-7-1 16,8 2 2-16,-1-5 1 0,3-1-1 15,2-7 0-15,1 0 0 16,2-3 0-16,-3-5 0 16,-2-6 2-16,0-3-2 15,-6 0-1-15,-3-1 2 0,-6-4 0 16,0 2-1-16,-8 3-1 15,-7 2 0-15,-3 5-4 16,4 10-7-16,-6-2-17 16,0 6-55-16,8 12 1 0</inkml:trace>
  <inkml:trace contextRef="#ctx0" brushRef="#br1" timeOffset="186">24558 5264 317 0,'0'0'9'0,"0"0"2"0,0 0 4 0,0 0 3 0,-11-10 2 0,11 10-1 16,-9-2 0-16,9 2 0 15,-10 4-7-15,4 6-4 16,2 3-3-16,1-1-3 0,1 6-1 15,2-1-1-15,0 3 0 16,2-6 1-16,5-1 1 16,4-2-1-16,1-5 1 15,3-1 2-15,2-5-3 0,1 0 1 16,-3-7 1-16,-1-3-2 16,-1-2 0-16,0-6 0 15,-8 1 0-15,-5-3-1 16,0 0 2-16,-5-2-1 0,-6 2-1 15,-4 7 0-15,-2 4 0 16,-3 9-3-16,1 0-4 16,-2 15-13-16,2 4-62 15,1 6-2-15</inkml:trace>
  <inkml:trace contextRef="#ctx0" brushRef="#br1" timeOffset="187">24538 5985 340 0,'0'0'9'0,"0"0"4"0,0 0 4 0,0 0 2 16,0 0 0-16,-10-5 2 15,10 5-1-15,0 0 1 0,-10 6-10 16,5 3-5-16,-2 0-2 16,2 7-3-16,0-2-1 15,2 4-1-15,3-1 0 16,0 0 1-16,0-2 0 0,8-2 0 16,1-4 0-16,3-1 1 15,1-5-1-15,-1-3 1 16,4 0 0-16,-2-8 0 15,2-4 1-15,-4-4 0 0,-3-5 2 16,-6-2-4-16,-3-4 0 16,0 0 0-16,-7 2 0 15,-5 3 0-15,-6 3 0 16,-2 8 0-16,-2 5-4 16,2 6-58-16,0 8-24 0,0 14-1 15</inkml:trace>
  <inkml:trace contextRef="#ctx0" brushRef="#br1" timeOffset="188">23745 6054 337 0,'0'0'6'0,"0"0"3"0,0-12 2 0,0 12 3 16,0-13 3-16,0 13 0 15,-2-15 1-15,2 15 1 16,-8-10-6-16,8 10-4 0,-13 7-2 16,6 4-3-16,0 3-2 15,0 4-1-15,0 1-1 16,3 5-1-16,2-3 1 15,2 2 0-15,0-3 1 0,0-6 0 16,6-4 0-16,5 0 1 16,1-8 0-16,2-2 0 15,0-2 1-15,4-8 0 0,-6-2 1 16,3-2 0 0,-8-9 1-16,1-2-5 0,-6 0 0 15,-2 0 0-15,-7 0 0 16,-9 6 0-16,0 5 0 15,-6 3 0-15,4 14 0 0,-5 6-34 16,8 14-51-16,5 7-3 16</inkml:trace>
  <inkml:trace contextRef="#ctx0" brushRef="#br1" timeOffset="189">23745 6676 386 0,'0'0'7'0,"0"0"1"0,-7-8 2 16,7 8 0-16,-16 0 1 15,7 0-1-15,-3 5 1 16,-1 6 0-16,3 1-7 15,0 5-2-15,5 5 0 0,0 0-2 16,5 1 1-16,8 0 0 16,4-4 0-16,2-5 1 15,7-1-1-15,4-5 1 16,0-6 0-16,-4-2 0 0,0-5 0 16,-1-7 0-16,-6-1 1 15,-1-5 0-15,-8-1-1 16,-5-1 1-16,-3 1-1 15,-7 0-1-15,-2 1-1 0,-3 5-3 16,0 8-8-16,-5 3-23 16,6 6-48-16,1 7-3 15</inkml:trace>
  <inkml:trace contextRef="#ctx0" brushRef="#br1" timeOffset="190">23692 7386 392 0,'0'0'5'0,"0"0"3"0,0 0 1 0,-9-8 1 16,9 8 1-16,-15-4 0 15,2 2 0-15,-1 2 0 16,1 2-5-16,-1 9-3 0,1 1-1 16,3 0-2-16,0 6 1 15,5-1-2-15,3 2 1 16,2-4 0-16,5 0 0 16,3-2 1-16,11-3 0 0,1-5 0 15,5-5 1-15,4 0 0 16,4-5 0-16,-3-5 0 15,2-5 0-15,-7-4 0 0,-3 1 0 16,-10-2 0-16,-2-5 0 16,-10 5 0-16,-2 0-1 15,-6 5 0-15,-6 5-1 16,-4 6-2-16,0 2-5 0,4 4-12 16,-4 27-58-16,9-12-9 15</inkml:trace>
  <inkml:trace contextRef="#ctx0" brushRef="#br1" timeOffset="191">24155 7382 352 0,'0'0'8'0,"0"0"4"0,0 0 3 0,0 0 1 16,0 0 2-16,0-10-1 15,0 10 1-15,0 0-1 16,-12-8-6-16,12 8-5 16,-18 5-3-16,8 5-2 0,-2 3-1 15,2-1-1-15,2 3 1 16,3 4-1-16,5-1 1 16,0-6 0-16,8 3 0 0,5-5 1 15,4-4-1-15,-2-4 1 16,2-2 0-16,3-2 1 15,-2-4-1-15,-6-6 1 16,-3-1 0-16,-4 1 0 0,-5 0-1 16,0-5 1-16,-9 1-1 15,-6 2 0-15,-5 3-2 16,0 3-3-16,1 2-5 16,-2 6-17-16,12 6-56 0,-7 2-4 15</inkml:trace>
  <inkml:trace contextRef="#ctx0" brushRef="#br1" timeOffset="192">24515 7300 412 0,'0'0'6'0,"0"0"2"0,0 0 2 0,0-9 1 16,0 9 0-16,0 0 0 15,0 0 0-15,-9-6 1 0,9 6-7 16,-13 10-2-16,8 2-1 15,0 6-2-15,0-3 0 16,3 5 0-16,2 2 0 16,2-5 0-16,8-2 0 0,3-2 1 15,4-6 0-15,3-3-1 16,0-4 2-16,2-2-1 16,-2-7 0-16,-3-1 2 15,1-5-3-15,-9-5 0 0,-3-2 0 16,-4 0 0-16,-4 1 0 15,-6-1 0-15,-10 5 0 16,-1-1-3-16,-4 11-10 16,-4-5-19-16,5 12-52 0,-1 0-2 15</inkml:trace>
  <inkml:trace contextRef="#ctx0" brushRef="#br1" timeOffset="193">24118 6753 363 0,'0'0'10'0,"0"0"3"0,0 0 1 0,-3-12 2 16,3 12 1-16,0 0 1 15,-2-10 0-15,2 10 0 0,0 0-9 16,0 0-3-16,0 0-2 15,0 0-3-15,-5 11 0 16,5 0-1-16,-2 3 0 16,2 1 0-16,0 3 0 15,2-7 0-15,5 6 0 0,0-9 1 16,4 3-1-16,-1-9 2 16,2 1-2-16,1-3 0 15,-1-3 0-15,-2-7 0 16,0-1 0-16,-5-7 0 0,2-2 0 15,-7-7 0-15,2 2 0 16,-2-4 0-16,-5 1 0 16,-4 6 0-16,-1-1 0 0,-3 10 0 15,1 7 0-15,-3 6 0 16,15 0-41-16,-12 22-44 16,5 5-3-16</inkml:trace>
  <inkml:trace contextRef="#ctx0" brushRef="#br1" timeOffset="194">24821 4598 242 0,'0'0'9'0,"0"0"4"0,-10 0 2 15,10 0 3-15,0 0 1 16,-10 0 2-16,10 0 0 0,0 0 4 15,10-3-9-15,5-4-3 16,10-1-3-16,7 1-1 16,5-6-2-16,6-2 0 0,1 4-2 15,-2 0-2-15,1-1 0 16,-4 2-1-16,-6 2-1 16,-8 3 0-16,-5 5 0 15,-6 0-1-15,-3 0 0 0,-11 0 1 16,10 13-2-16,-8 2 1 15,0-3 1-15,1 5-1 16,-3 4 0-16,2 1 0 16,1 5 0-16,-1 0 0 15,-2 3 1-15,5 0 0 0,-2 2 0 16,0-3-1-16,-1 4 1 16,0-3 0-16,1 1 0 15,-3-2-1-15,2 2 0 16,-2-1 0-16,3-5 0 0,-1 0 0 15,0 1 0-15,1-1 0 16,-1 0 0-16,1-3 1 16,5 3-1-16,-3-3 0 15,2 1 0-15,-2-2 1 0,2 2-1 16,-1 0 0-16,-1-3 0 16,-5 0 1-16,2-1-1 15,-2 3-1-15,0 1 2 16,-2-3 0-16,-1 0 0 0,1 2 0 15,-1-3 0-15,0-1 0 16,3 4 0-16,0-1 2 16,-3-5-3-16,1 4 1 15,0 0 0-15,-1 0-1 0,-2-1 1 16,1 4 0-16,1-6-1 16,-2 1 1-16,0 4-1 15,5-8 1-15,-3 4-1 16,3-3 0-16,0 0 1 0,0-2-1 15,0 1 1-15,3 1-1 16,-1-5 0-16,-2 5 0 16,0-3 1-16,3 0-1 0,-3 1 1 15,0-1-1-15,0 0 0 16,0-2 0-16,0 3 0 16,0-1 1-16,3 1-1 15,-1-4 0-15,1 4 0 16,1-1 0-16,-1 1 0 0,-1-1 0 15,1 5 0-15,-3-2-1 16,2 0 0-16,0 2 0 16,1 1 1-16,-3-1-1 0,0-2 0 15,0 2 0-15,0-1 1 16,0-2 0-16,3-2 0 16,-3 1 0-16,0-1 0 15,3 1 0-15,-3 1 0 16,2-1 1-16,3-1-1 0,-5 1 0 15,0 2 0-15,0-3 1 16,0 2-1-16,0-1 0 16,2-1 0-16,0 1 0 0,-2 2 0 15,0-5 0-15,0 5 0 16,3-3 0-16,-3 0 1 16,3 1-1-16,-3 2 0 15,0-3 0-15,2 3 0 16,-2 0 0-16,2-3 0 0,-2 0 0 15,3 4 0-15,-3-2 0 16,2-2 0-16,-2-1 0 16,4 1 0-16,-2 1 0 15,-2-1 0-15,2 1 0 0,1-2 0 16,-1 2 0-16,1 2 0 16,1 0 0-16,-1 1-1 15,-1 0 1-15,1 1 0 16,-3 0-1-16,0-2 1 0,0 0 0 15,0 3-1-15,-3-4 1 16,1 1 0-16,2-2-1 16,-5-1 1-16,5 3 0 0,0-2 0 15,-2-2 0-15,2 3 0 16,0-3 0-16,-3 2 0 16,3-1-1-16,-2 1 1 15,2-2 0-15,0 3 0 16,0-3 0-16,0 2 0 0,0-3-1 15,0 2 1-15,2-1 0 16,3 1 0-16,0 1 0 16,0-5 0-16,-3 6 0 15,1-3 0-15,0 0 0 0,-3 1 0 16,0 1 0-16,0-3 0 16,0-1 0-16,0 4 0 15,0-6 0-15,0 4 0 16,0-11 0-16,0 14 0 0,0-4-1 15,0-1 2-15,0-1-1 16,0 2-1-16,0-1 1 16,0 0 0-16,0 3 0 0,0-3 0 15,1 1 0-15,5-2 0 16,-6 2 0-16,0-10 0 16,5 15 0-16,-5-15 0 15,0 17 1-15,0-7-1 16,0-2 1-16,0 2-1 0,-3 0 1 15,1 2-1-15,0-2 1 16,-2 2-1-16,3-2 0 16,1 2 0-16,-3-2-1 15,0 0 1-15,1 2 0 0,-1 1 0 16,1-3 0-16,-1 2 0 16,1 1 0-16,0-2 0 15,-1 0 0-15,1-2 0 16,2-1 0-16,0-8-1 0,0 12 1 15,0-12 0-15,-3 13 0 16,3-13 0-16,0 10 0 16,0-10 0-16,-2 10 1 0,2-10-1 15,-6 10 0-15,6-10 0 16,-5 10 0-16,5-10 0 16,0 0 0-16,-4 10 0 15,4-10 0-15,0 0 0 0,-6 12 1 16,6-12-1-16,0 0 1 15,-11 13 0-15,11-13 0 16,-11 6 2-16,11-6 0 16,-17 13 2-16,7-8-1 15,-5 2 0-15,3 3 0 16,-6 1-4-16,-2 0 0 0,-1 3 0 16,-3-3 0-16,5 2 0 15,-4-1 0-15,4-2 0 16,-2 3 0-16,7-6 0 0,-1 3 0 15,7-2 0-15,-1-6 0 16,9-2-68-16,0 0-21 16</inkml:trace>
  <inkml:trace contextRef="#ctx0" brushRef="#br1" timeOffset="195">23200 8201 354 0,'0'0'5'0,"0"0"4"0,0 0 1 0,4-8 2 16,-4 8-2-16,0 0 1 15,0 0-1-15,0 0 1 16,0 0-5-16,-8 4-2 0,-2 8-2 16,0 5 0-16,-3 4 0 15,1 1 1-15,-1 6 0 16,4-4 0-16,2 5-1 16,2 1 1-16,2 3-2 0,3-3 1 15,3-1-1-15,6-2 1 16,3-2-1-16,4-5 1 15,2-3 0-15,1 0 0 0,1-4 1 16,3-5 0-16,1-4-1 16,-2-1 1-16,1-3-1 15,-4 0 0-15,4-3 0 0,0-4 0 16,-3-1 0-16,-1 1-1 16,4-6 0-16,-3 3 0 15,1 1 1-15,0-3-1 16,4 1 0-16,0 2 1 15,-1 1-2-15,6-2 1 16,-3 3 1-16,3 4-2 0,2 1 0 16,3 2 0-16,-5 0-1 15,0 5-1-15,2 4 1 16,-5 2 0-16,3 3 0 16,-7-2 0-16,-3 6 0 0,-3 0 0 15,1-1 1-15,-4-1 0 16,-4 1 0-16,-2-6 0 15,-3 4 1-15,0-8-1 0,-5-7 0 16,7 15 0-16,-7-15 2 16,0 0 0-16,2 10 0 15,-2-10 1-15,0 0-1 16,0 0-2-16,0-7 0 0,0 7 0 16,0-18 0-16,0 6 0 15,0-5 0-15,3 0 0 16,5-6 0-16,1 1 0 15,3-3 0-15,9 1 0 16,-1-4 0-16,7 3 0 0,3-2 0 16,5 3 0-16,7-1 0 15,0 3 0-15,3 5 0 16,-1 0 0-16,4 6 0 16,-6 3 0-16,-4 6 0 0,1 2 0 15,-9 5 0-15,-5 5 0 16,-1 5 0-16,-6 0 0 15,-1-1 0-15,1 1 0 0,-6 3 0 16,-2-6 0-16,2-1 0 16,-2 0 0-16,3-4 0 15,-6-4 0-15,6-3 0 0,-1 0 0 16,5-4 0-16,1-9 0 16,0-2 0-16,1-7 0 15,3-1 0-15,-1-4 0 16,-4 0 0-16,0-1 0 15,-7 3 0-15,0 4 0 0,-5 1 0 16,-2 2 0-16,-1 7 0 16,-2 3 0-16,0 8 0 15,0 0 0-15,0 0 0 16,-10 0-33-16,10 8-51 16,-5 6-4-16</inkml:trace>
  <inkml:trace contextRef="#ctx0" brushRef="#br1" timeOffset="196">24193 8794 447 0,'0'0'6'0,"0"0"2"0,0 0 1 16,0 0 1-16,0 0-2 15,0 0 1-15,0 0 0 16,9 2-4-16,-9 11-5 0,0 4 0 16,0 6 0-16,0 2 0 15,0 1 0-15,0 4-2 16,0-7-19-16,-5 0-60 0,5 1-4 16</inkml:trace>
  <inkml:trace contextRef="#ctx0" brushRef="#br1" timeOffset="197">24076 8813 442 0,'0'0'4'0,"0"0"2"16,0-9 0-16,0 9 2 16,17-17 0-16,3 6-1 15,0-1 1-15,5 2 0 0,1 0-5 16,7 5-8-16,-6 1-19 15,-11 4-55-15,11 2-5 16</inkml:trace>
  <inkml:trace contextRef="#ctx0" brushRef="#br1" timeOffset="198">24368 8907 370 0,'0'0'8'15,"0"0"3"-15,-2 13 2 0,2-5 1 16,-2 2 0-16,2 2 1 15,0 1 0-15,0 4 1 16,0 0-8-16,2-4-7 16,3 1-11-16,-2 16-63 15,4-21-7-15</inkml:trace>
  <inkml:trace contextRef="#ctx0" brushRef="#br1" timeOffset="199">24518 8735 474 0,'0'0'4'15,"0"0"1"-15,0-10 1 0,0 10 0 16,2-18 0-16,6 8 0 16,2 1-2-16,-3 1-4 15,8 0 0-15,0 4 0 16,-3 4 0-16,6 0 0 0,-3 7 0 15,0 6 0-15,-6 0 0 16,-3 5 0-16,-1 2 0 16,-5 0 0-16,0 3 0 15,-3-4 0-15,-7 1 0 16,3-3 0-16,-5-2 0 0,1 0 0 16,4-2 0-16,4-6 0 15,3-7 0-15,15 8 0 16,7-8 0-16,15 0-10 15,11-3-72-15,9-8-3 0</inkml:trace>
  <inkml:trace contextRef="#ctx0" brushRef="#br2" timeOffset="200">1164 8682 177 0,'0'0'0'0,"0"0"0"0,0 0 2 0,0 8 1 15,0-8 1-15,7 17 0 16,-2-5 1-16,11 6 0 16,-2-1 0-16,11 3 0 15,7 2-2-15,5 1 0 16,11-4 0-16,2 4-1 0,12-3 0 15,5-2 0-15,7-4 0 16,9 1 0-16,6-8-1 16,10 1 0-16,3-6 1 15,15-2-2-15,-3-5 1 0,18-5 0 16,4-2-1-16,1-6 1 16,2 0 1-16,10 2-2 15,3-4 1-15,4 0 0 0,-2 3-1 16,7-4 1-16,4 5 0 15,-4-2 0-15,9 1 0 16,-2-1-1-16,6-1 1 0,-2 1-1 16,11 1 1-16,-6 2-1 15,-8 3 1-15,5-1-1 16,3 6 2-16,-14 2-2 16,-2 3 1-16,-6 2-1 15,-6 2 0-15,-5 3 1 16,-3 5-1-16,-11 0 0 0,-10 2-1 15,-2 3 1-15,-1 2 0 16,-10 1 0-16,-10 0 0 16,-7-1 0-16,-3-1-1 15,-13 0 2-15,-5-1-4 0,-9-3-1 16,-10 0-6-16,-1-5-8 16,-4 4-4-16,-5-6-1 15,-1-3-1-15,-5 0 0 0,3-2-2 16,-7 0-1-16,7-2 4 15,-10-5 9-15,5-4 6 16,3-1 1-16,2-2-2 16,8-1 2-16,2-3 6 0,10 1 1 15,3-5 5-15,7 2 7 16,7-3 2-16,3 4 0 16,5-3 2-16,6-2-1 15,-2 5 3-15,6-3-1 16,0 0-5-16,5 4-4 0,-2 1-3 15,-1 5-1-15,-5-3-1 16,6 5 2-16,0-2-1 16,-8 3 1-16,-1 5 1 15,-1-3-2-15,-3-1 1 0,-1 2 0 16,-3 2-1-16,-2 2-3 16,2-3 1-16,-4 3-2 15,1 2 0-15,-8-6 0 0,2 2 0 16,-6-4 1-16,-4 1 4 15,-9-6 6-15,-8 1 0 16,0-8 0-16,-12 3-3 0,2-6-24 16,4 7-32-16,-15-5-3 15</inkml:trace>
  <inkml:trace contextRef="#ctx0" brushRef="#br2" timeOffset="201">791 10532 353 0,'0'0'5'0,"0"0"2"0,-2-8 2 0,2 8 1 16,-18-16-1-16,1 11 0 15,-5 1 1-15,-6 1 0 16,-6 3-5-16,-3 0-3 0,-4 7 0 15,-1 3-1-15,3 5-1 16,-2 3 0-16,9-2 0 16,2 4-1-16,6 1 1 0,9 2 0 15,5 2 0-15,5 6 1 16,5-1 0-16,5 7 0 16,2 4 1-16,5 4 0 15,1 7 0-15,-1 5 0 16,-1 11 1-16,-1 2-1 0,-8 13 1 15,3 1 0-15,-5 10 1 16,0 3 0-16,-4 4 0 16,1 3 0-16,-5 5 0 15,-2 1 0-15,0-4 0 0,1 2-2 16,-2-3 1-16,-1-1-1 16,2-5 0-16,1 0-1 15,3 0 1-15,-1-5 0 16,2-2-1-16,-3 0 0 0,0-1 0 15,1-1-1-15,2-4 1 16,-2-4-1-16,1 2-1 16,2-7 0-16,1-3 1 0,1-2 0 15,2-5 0-15,0 0 1 16,-3-3 0-16,3 0 0 16,-4-7 0-16,1 3 0 15,-2-3 0-15,3-5-1 16,-1 3 0-16,0-8 0 0,1-6 0 15,-1 1-1-15,3-4 1 16,0-3 0-16,0-6 0 16,3 4 1-16,-3-6-1 15,2 0 1-15,-2-2 0 0,3 0-1 16,-3-6 1-16,0 1-1 16,3-2 0-16,-3-3 1 15,0-3-1-15,2 1 0 16,-2-13 0-16,3 12 0 0,-3-12 1 15,0 0-1-15,0 0 1 16,2 7-1-16,-2-7 2 16,0 0-2-16,0 0 0 15,0 0 0-15,0 0 0 0,0 0 0 16,0 0 0-16,0 0 0 16,0 0 0-16,0 0 0 15,0 0 0-15,0 0 0 0,0 0 0 16,0 0 0-16,0 0 0 15,0 0 0-15,0 0 0 16,0 0-2-16,-5 0 1 16,5 0 1-16,0 0-1 15,0 0 1-15,0 0-1 0,-2-10-1 16,2 10 1-16,0 0 0 16,0-9 0-16,0 9 0 15,0 0 0-15,0-11 0 16,0 11 0-16,0 0 1 0,0 0-1 15,0 0 1-15,0 0-1 16,0 0 1-16,0 0 0 16,7-7 0-16,3 7 1 0,3 0-1 15,4-2 2-15,5-3-1 16,8-3 2-16,2-2-1 16,10 3 1-16,1-1 1 15,6-2-4-15,4 3 0 16,-7-1 0-16,2 4 0 0,-6-2 0 15,-2 2 0-15,-7 4 0 16,-9-3 0-16,-4 3 0 16,-7 0 0-16,-13 0 0 15,12 6 0-15,-12-6 0 0,0 14 0 16,0-7 0-16,-7 3 0 16,-1-2 0-16,3 2 0 15,-5-8 0-15,10-12-61 16,0 10-31-16</inkml:trace>
  <inkml:trace contextRef="#ctx0" brushRef="#br2" timeOffset="202">1042 11028 457 0,'0'0'5'0,"0"0"-1"0,0-14 2 15,0 14 0-15,-9-11 0 16,-4 7 0-16,-2 4 0 16,-8 0 0-16,-1 7-3 0,-9 5 0 15,1 11 0-15,-3 1-3 16,0 6 0-16,6 5 0 15,1 0 0-15,7-1 0 0,8-1 0 16,8-3 0-16,5-3 0 16,10-10 0-16,12-1 0 15,3-7-15-15,12-14-47 0,3 5-24 16,3-10-3-16</inkml:trace>
  <inkml:trace contextRef="#ctx0" brushRef="#br2" timeOffset="203">1318 10987 447 0,'0'0'4'0,"0"0"1"15,0 0 1-15,0 0 0 16,-7 5 0-16,-4 2 1 16,2 2 0-16,-3 9 1 15,-4 2-5-15,-1 5-1 0,4-1-1 16,1 3 1-16,5 1-1 15,4-3 0-15,3-3-2 16,6-5 1-16,3-7 0 0,6-2 1 16,5-8-1-16,0-3 0 15,2-7 1-15,0-8-1 16,-1-1 1-16,-2-8 0 16,-4 0 1-16,-3-8-2 0,-6 3 0 15,-4-5 0-15,-4 2 0 16,-11 3 0-16,-4 4-2 15,-1 11 2-15,-2 2-1 0,-4 8 1 16,6 7 0-16,0 11-1 16,6 6 1-16,5 4-1 15,7 7 2-15,5-3 0 16,9-1 0-16,7 6-1 16,1-8-4-16,8 3-10 0,0-8-68 15,5-5-3-15</inkml:trace>
  <inkml:trace contextRef="#ctx0" brushRef="#br2" timeOffset="204">1681 11041 466 0,'0'0'4'16,"0"0"0"-16,0 0 2 16,-7 10 0-16,6 3 0 15,-2 1 1-15,1 6 0 0,0 4-2 16,2 4-5-16,0-2-5 15,0-26-74-15,2 36-7 16</inkml:trace>
  <inkml:trace contextRef="#ctx0" brushRef="#br2" timeOffset="205">2125 11071 371 0,'0'0'8'0,"0"0"3"0,0 0 2 0,0 0 1 15,0 0 1-15,5-10 1 0,-5 10 0 16,20-8 0-16,-8 3-7 15,9 0-3-15,1 3-2 16,6-3-2-16,4 2-1 16,3 1-8-16,-1-3-7 0,6-13-67 15,-3 18-5-15</inkml:trace>
  <inkml:trace contextRef="#ctx0" brushRef="#br2" timeOffset="206">2817 10799 432 0,'0'0'6'16,"0"0"-1"-16,-4-13 2 15,4 13 0-15,-7-10 0 16,7 10 0-16,-17-8 0 0,2 8 0 15,0 3-4-15,0 4-3 16,-2 5 0-16,4 4-1 16,1 2 0-16,7 1 0 15,3 0 0-15,2-1 0 16,7 2 0-16,5-2 1 0,6-4 0 16,1-2 0-16,1 6 0 15,3-4-1-15,-4-1 3 16,2-1-1-16,-1-1 0 0,-8-2 1 15,-3 3 0-15,0-4 0 16,-7 2 1-16,-2-10 0 16,-11 14-1-16,-1-8 0 0,-10 1 0 15,3 0-2-15,-9 1-2 16,1-6-2-16,2 6-7 16,-3-8-15-16,7 0-58 15,3 0-2-15</inkml:trace>
  <inkml:trace contextRef="#ctx0" brushRef="#br2" timeOffset="207">3055 10814 426 0,'0'0'6'0,"0"0"0"0,0 0 1 15,0 0-1-15,-8 0 1 16,4 10 0-16,-4 1 0 15,-5 11-1-15,1 3-4 0,3 7-1 16,-2 1 0-16,4 4 1 16,2-5-1-16,5 0 0 15,5-7 0-15,7-3 1 0,3-7 0 16,4-5-1-16,4-8 0 16,2-2 0-16,0-10 0 15,0-4 1-15,-1-9-1 16,-1-1 0-16,-8-9-1 0,-3 2 1 15,-7-7-1-15,-5-2 0 16,-5 3 0-16,-11 2-1 16,-6 12 1-16,-4-1 0 15,-2 12-1-15,-1 12 0 0,4 5 0 16,5 15-1-16,7 5 1 16,6 7 0-16,9 2 0 15,10 1 1-15,6 3-2 16,5-4-5-16,12 1-26 15,-1-7-48-15,3-7-2 0</inkml:trace>
  <inkml:trace contextRef="#ctx0" brushRef="#br2" timeOffset="208">3631 10882 434 0,'0'0'4'0,"-2"8"-1"0,-5 3 2 15,-2 10-1-15,2 4 2 16,0 6 0-16,0 7-1 0,-4 4-8 16,11 7-73-16,0 3-4 15</inkml:trace>
  <inkml:trace contextRef="#ctx0" brushRef="#br2" timeOffset="209">4468 10868 394 0,'0'0'7'0,"0"0"1"0,0 0 4 0,-7-11 0 0,7 11 2 16,-14-2-1-16,1 2 1 0,-2 0 0 16,2 5-7-16,-3 5-2 15,2 4-2-15,2 6-2 16,3 0-1-16,5 3 0 16,4-1 1-16,8-2-1 0,9-6 1 15,1-3-1-15,10-7 1 16,6-4-2-16,-1 0 2 15,1-12 0-15,-1-2 2 16,-6-4-3-16,-7-7 0 16,-5-2 0-16,-13-1 0 0,-2-1 0 15,-14-1 0-15,-9 2 0 16,-4 10 0-16,-6-3 0 16,3 17-6-16,3 1-81 15,0 3-1-15</inkml:trace>
  <inkml:trace contextRef="#ctx0" brushRef="#br2" timeOffset="210">5331 10654 458 0,'0'0'4'0,"0"0"2"0,9-5 0 0,-9 5 1 0,0 0-1 0,13 0 0 16,-13 0 1-16,10 15 0 15,-10 3-3-15,0 3-4 16,0 9 0-16,-5-2 0 0,-5 10 0 16,0-9 0-16,-5 3 0 15,-2-2 0-15,-1-2 0 16,-1-9 0-16,-1-2 0 16,2 0 0-16,4-7 0 0,1-2 0 15,13-8 0-15,-12 10 0 16,12-10 0-16,7 0 0 15,8 0 0-15,2-3 0 0,9-4 0 16,3 2 0-16,1-3 0 16,2 3 0-16,-4-2-2 15,4 5-10-15,-13 7-50 0,1-5-23 16,-7 0-2-16</inkml:trace>
  <inkml:trace contextRef="#ctx0" brushRef="#br2" timeOffset="211">5619 10853 457 0,'0'0'4'15,"0"0"1"-15,0 0 0 16,8 4 1-16,-3 4 1 16,2 2 0-16,-2 9 0 0,3-1-1 15,-3 7-3-15,4 0-2 16,-2 2-6-16,4 0-13 15,-9 3-65-15,8-8-2 16</inkml:trace>
  <inkml:trace contextRef="#ctx0" brushRef="#br2" timeOffset="212">6183 10615 471 0,'0'0'4'15,"0"0"1"-15,0 0 1 16,-5-10 0-16,5 10 0 16,-17 0 0-16,0 4-1 15,1 9-3-15,-6 8-2 0,2 5 0 16,0 8 0-16,3 6 0 15,7 3 0-15,0-4 0 16,8 1 0-16,2-5 0 0,12-6 0 16,6-7 0-16,7-4 0 15,3-9 0-15,3-6-3 16,9-13-56-16,-4 6-28 16,2-6 0-16</inkml:trace>
  <inkml:trace contextRef="#ctx0" brushRef="#br2" timeOffset="213">6464 10634 470 0,'0'0'5'0,"0"0"2"16,0 0 0-16,-3-8 0 16,3 8 0-16,-7 6-1 15,-1 5-4-15,1 5-2 16,0 9 0-16,-1 3 0 0,0 3 0 15,1 4 0-15,5-3 0 16,2-2 0-16,0-2 0 16,13-6 0-16,1-8 0 0,6-6 0 15,2-6 0-15,1-4 0 16,2-10 0-16,-3-8 0 16,-3-3 0-16,-3-9 0 15,-10 3 0-15,0-11 0 0,-6 8 0 16,-6-5 0-16,-7 7 0 15,-5 5 0-15,-5 8 0 16,-2 7 0-16,1 5 0 16,1 8 0-16,3 9 0 15,7 5 0-15,7 5 0 0,6 6 0 16,2-4 0-16,8 3 0 16,13 1 0-16,-2-8 0 15,9 2-2-15,2-10-12 16,9 4-25-16,-2-12-46 0,-2-2-3 15</inkml:trace>
  <inkml:trace contextRef="#ctx0" brushRef="#br2" timeOffset="214">6882 10694 474 0,'0'0'3'0,"0"0"1"16,0 0 0-16,-8 0 0 16,8 0 1-16,-8 18 0 15,6-2 1-15,2 5 0 16,0 4-6-16,0 4 0 0,0 3 0 15,2 3-3-15,6 2-21 16,17-5-59-16,-16-4-4 16</inkml:trace>
  <inkml:trace contextRef="#ctx0" brushRef="#br2" timeOffset="215">6854 10187 341 0,'0'0'5'0,"0"0"2"15,0 0 2-15,0 0 1 0,0 0-1 16,0 0 2-16,0 0-1 16,0 0 1-16,22-4-4 15,5 4-3-15,8 0 0 0,8 0-1 16,1 0 0-16,6 10-1 16,-5 1 0-16,-5 6 0 15,-5 8 0-15,-8 10 1 16,-10 4 0-16,-10 10 0 0,-1 11 0 15,-6 7 0-15,-6 7-1 16,-1 3 0-16,-3 9 0 16,3 1 1-16,-4 2 0 15,2 3 0-15,2 0 1 16,2-3 0-16,-1 2 3 0,1 0-1 16,3-4 1-16,-1 6-2 15,3 2 1-15,0-1-6 16,0 1 0-16,3 5 0 15,-1-2 0-15,3 2 0 0,1 2 0 16,-4 2 0-16,1-5 0 16,4 4 0-16,-5-1 0 15,3-5 0-15,-3 2 0 0,1-5 0 16,-3-2 0-16,0-3 0 16,0-2 0-16,-3-1 0 15,1-8 0-15,-3-2 0 16,3-5 0-16,-3-1 0 0,3-8 0 15,-3-2 0-15,5-6 0 16,-6-5 0-16,4-2 0 16,-1 0 0-16,1-4 0 15,2-3 0-15,-3-1 0 0,3-2 0 16,-4-1 0-16,4-5 0 16,-3-2 0-16,3-1 0 15,-2-1 0-15,2-7 0 16,-3 0 0-16,3 0 0 15,0-7 0-15,-2 1 0 0,2-2 0 16,0-4 0-16,0-8 0 16,0 15 0-16,0-15 0 15,0 7 0-15,0-7 0 0,0 0 0 16,0 0 0-16,0 0 0 16,0 0 0-16,0 0 0 15,-8 0 0-15,8 0 0 16,-12-5 0-16,0 5 0 0,1-2 0 15,-3 2 0-15,-7 0 0 16,-1 0 0-16,-10 4 0 16,-1 5 0-16,-9-2 0 15,-8 2 0-15,-1 4 0 0,-4 2 0 16,3-3 0 0,-1 3 0-16,11-5 0 0,3-3 0 15,18-7-13-15,9 0-79 16,12-11-2-16</inkml:trace>
  <inkml:trace contextRef="#ctx0" brushRef="#br2" timeOffset="216">1040 11851 444 0,'0'0'5'0,"0"-10"1"0,0 10 3 15,0-13-1-15,0 13 2 16,-10-16 0-16,0 5 0 16,0 4-1-16,-2 2-9 0,-6 3 0 15,3 2 0-15,-4 2 0 16,3 8 0-16,-1 0 0 15,2 2 0-15,3 4 0 0,5 0 0 16,4 2 0-16,3-3 0 16,10 2 0-16,2-2 0 15,8 0 0-15,5-3 0 16,0 3 0-16,5-3 0 0,-4 0 0 16,-1-2 0-16,3 0 0 15,-8 2 0-15,-8-2 0 16,-2 1 0-16,-4 1 0 15,-6 1 0-15,-10-1 0 16,2 1 0-16,-9-4 0 0,-3 1 0 16,-5 2 0-16,0-4 0 15,-3-1 0-15,4-1 0 0,-1-6 0 16,2 0 0 0,7 0 0-16,5 0-14 0,4-11-17 15,7 11-55-15,0-14-1 16</inkml:trace>
  <inkml:trace contextRef="#ctx0" brushRef="#br2" timeOffset="217">1338 11823 460 0,'0'0'5'0,"0"0"0"0,0 0 2 0,0 0-1 16,0 0 1-16,-8-2-1 0,1 4 0 16,-3 12 1-16,0 5-5 15,-2 3-2-15,0 6 0 16,1 1 0-16,4 1 0 16,2-1 0-16,5-4 0 15,0-3 0-15,7-4 0 0,3-6 0 16,3-6 0-16,1-6 0 15,4 0 0-15,2-11 0 16,-3-3 0-16,1-6 0 0,-1 0 0 16,-4-5 0-16,-6-2 0 15,-7 0 0-15,0-6 0 16,-10 4 0-16,-5 1 0 16,-5 4 0-16,-2 4 0 0,-3 5 0 15,0 7 0-15,2 8 0 16,2 0 0-16,5 13 0 15,6 7 0-15,6 2 0 0,4 3 0 16,7 5 0-16,5-2 0 16,13-5 0-16,3 0 0 15,-1-3-3-15,10-3-13 16,-2-5-67-16,-1-7-3 16</inkml:trace>
  <inkml:trace contextRef="#ctx0" brushRef="#br2" timeOffset="218">1646 11893 476 0,'0'0'2'0,"0"0"0"0,-5 7 2 0,2 3-1 0,1 5 1 16,-1 7 0-16,3 7-2 16,-2-1-14-16,-15 7-68 15,17 7-4-15</inkml:trace>
  <inkml:trace contextRef="#ctx0" brushRef="#br2" timeOffset="219">2721 11749 433 0,'0'0'6'0,"0"0"3"0,0-12 2 0,0 12 2 16,-2-15 1-16,2 15 0 16,-10-14-3-16,1 6-11 15,-7 5 0-15,2 3 0 0,-9 4 0 16,-2 7 0-16,0 3 0 15,1 9 0-15,-3 2 0 16,4 2 0-16,3 3 0 0,10 0 0 16,3-2 0-16,5-2 0 15,4-1 0-15,12-5 0 16,7-4 0-16,4-2 0 16,5-7 0-16,-2-3 0 15,8-4 0-15,-4 0 0 0,3 0-18 16,-5-4-69-16,-5-3-3 15</inkml:trace>
  <inkml:trace contextRef="#ctx0" brushRef="#br2" timeOffset="220">3001 11744 465 0,'0'0'6'0,"0"0"1"0,0-10 3 16,0 10 0-16,0 0 1 16,0-9-9-16,0 9-2 0,-11 0 0 15,1 4 0-15,1 11 0 16,-2 3 0-16,-1 2 0 16,-1 4 0-16,6 1 0 15,0 0 0-15,7 0 0 16,0-6 0-16,12-4 0 0,1-2 0 15,8-8 0-15,2-5 0 16,0 0 0-16,2-11 0 16,0-1 0-16,-7-2 0 15,-2-6 0-15,-6-3 0 0,-5 1 0 16,-5 0 0-16,-7-3 0 16,-5 3 0-16,-6-1 0 15,0 6 0-15,-4 3 0 16,2 3 0-16,0 7 0 0,3 1 0 15,2 6 0-15,5 5 0 16,5 9 0-16,5-1 0 16,3 7 0-16,6-4 0 0,9 1 0 15,5 3 0-15,-2-9 0 16,9 1 0-16,-1-7-5 16,7 0-81-16,2-6-3 15</inkml:trace>
  <inkml:trace contextRef="#ctx0" brushRef="#br2" timeOffset="221">3413 11749 468 0,'0'0'4'0,"0"0"2"0,-7 13 0 0,1-6 1 0,3 6 0 16,1 6 1-16,-1 3-3 15,3 8-5-15,0 7 0 16,0 6 0-16,5-1 0 15,-5 5-73-15,3 8-15 0</inkml:trace>
  <inkml:trace contextRef="#ctx0" brushRef="#br2" timeOffset="222">4516 11709 379 0,'0'0'8'0,"0"0"3"0,0 0 1 0,0 0 2 0,0 0 0 16,0 0 1-16,-11-1 0 15,11 1 1-15,-16 7-8 16,8 7-3-16,-2 4-2 15,3 2-1-15,2 2-1 0,2 5 0 16,6-2-1-16,6-2 0 16,4-6 1-16,7-5-1 15,0-5 1-15,3-7 0 16,1 0 0-16,1-10 2 0,-8-8-3 16,3-3 0-16,-7-4 0 15,-4-7 0-15,-9 0 0 16,0-1 0-16,-9 5 0 0,-13-1 0 15,-2 12 0-15,0 7 0 16,-5 8 0-16,-1 6 0 16,-3 11-3-16,11 10-85 15,10 3-2-15</inkml:trace>
  <inkml:trace contextRef="#ctx0" brushRef="#br2" timeOffset="223">5430 11639 395 0,'0'0'6'0,"3"-11"4"0,-3 11 1 15,3-13 3-15,-3 13 1 16,0-19 1-16,0 12 1 0,0-4 1 15,0 11-9-15,0-10-9 16,0 10 0-16,0 0 0 16,0 0 0-16,0 10 0 15,-3 8 0-15,0 1 0 0,-2 5 0 16,0-1 0-16,-4 8 0 16,-2-2 0-16,-6-4 0 15,-1 0 0-15,1-8 0 16,0 3 0-16,-3-6 0 0,5-4 0 15,3-2 0-15,1-3 0 16,11-5 0-16,-9 5 0 16,9-5 0-16,7 0 0 15,6 0 0-15,4-3 0 16,3-2 0-16,5 5 0 0,0-4 0 16,7 2 0-16,-2-4-12 15,-1 6-16-15,1-3-55 16,-5 1-4-16</inkml:trace>
  <inkml:trace contextRef="#ctx0" brushRef="#br2" timeOffset="224">5682 11662 454 0,'0'0'4'0,"0"0"1"16,0 0 0-16,0 0 1 15,2 8 0-15,-2 2 1 16,0 7 0-16,0 1 0 15,0 6-3-15,0 4-4 0,0 1-6 16,0 1-17-16,-5 0-58 16,5 0-4-16</inkml:trace>
  <inkml:trace contextRef="#ctx0" brushRef="#br2" timeOffset="225">6250 11504 463 0,'0'0'4'0,"0"0"1"0,-2-15 0 15,2 15 0-15,-16-10 0 16,4 10 1-16,-2-3-1 16,-4 3 1-16,-2 6-4 0,1 6-1 15,-2 3-1-15,1 4 0 16,6 1 0-16,4 5-1 15,8-2 0-15,2-1 0 16,9 3 0-16,8-6 0 16,6 2 1-16,4-4-1 0,1-2 1 15,6-4 0-15,-4 2 1 16,0-1-1-16,-5-1 1 16,-2 1 0-16,-9-2 0 0,-7 0 0 15,-4 2 0-15,-8 1 1 16,-7-4 0-16,-11 2-2 15,-2 1-3-15,-5-5-1 0,-2 1-3 16,-3-2-4-16,6 0-8 16,-1 5-41-16,7-11-24 15,4 0-4-15</inkml:trace>
  <inkml:trace contextRef="#ctx0" brushRef="#br2" timeOffset="226">6489 11499 470 0,'0'0'4'0,"0"0"2"15,0 0 1-15,0 0 0 16,0 0-1-16,0 0 0 16,-7 0-1-16,-2 10-5 15,-3 5 0-15,0 5 0 0,-1 7 0 16,1 3 0-16,2 0 0 15,5-1 0-15,3-2 0 16,2-2 0-16,2-4 0 16,9-5 0-16,1-6 0 0,5-5 0 15,0-5 0-15,1-2 0 16,-1-9 0-16,1-1 0 16,-2-9 0-16,-2-2 0 15,-2-4 0-15,-8-2 0 0,-1-7 0 16,-3 4 0-16,-5 0 0 15,-5 5 0-15,-3 2 0 16,-3 7 0-16,0 8 0 0,2 9 0 16,-2 1 0-16,2 11 0 15,4 9 0-15,5 3 0 16,2 4 0-16,3 2 0 16,8-4 0-16,7 4-4 15,0-6-7-15,9 0-14 0,3-8-57 16,1-5-3-16</inkml:trace>
  <inkml:trace contextRef="#ctx0" brushRef="#br2" timeOffset="227">6864 11558 493 0,'0'0'3'0,"0"0"1"0,-7 0 0 15,7 0 1-15,-16 15-3 16,9 3-2-16,0 2 0 0,2 8 0 15,-1 3 0-15,4 7 0 16,2 5 0-16,0-2-20 16,0 8-65-16,0-1-4 0</inkml:trace>
  <inkml:trace contextRef="#ctx0" brushRef="#br2" timeOffset="228">1149 12795 361 0,'0'0'9'0,"0"0"1"0,0 0 5 0,0 0-1 16,0 0 1-16,0-11 0 15,0 11 0-15,0 0 0 16,-8 0-8-16,-1 7-3 16,2 7-3-16,-4 6 0 15,-1-1 0-15,5 3-2 0,2 3 2 16,5 0-1-16,0-2 0 16,12-6 0-16,5-5 1 15,8-4-1-15,0-8 0 0,7 0 1 16,-2-10 0-16,2-5 1 15,-2-5-1-15,-2 0 2 16,-8-5 0-16,-6-2 0 0,-7 2 0 16,-7-1 0-16,-7 1-2 15,-13 0 0-15,-9 7-3 16,-4 3-3-16,-2 11-12 16,-7 14-55-16,10-10-13 0</inkml:trace>
  <inkml:trace contextRef="#ctx0" brushRef="#br2" timeOffset="229">2995 12872 438 0,'0'0'5'0,"0"0"1"0,0 0 1 0,0 0 1 0,-10-8 0 16,10 8 1-16,-12 0-1 15,-1 8 1-15,6 4-4 0,-3 2-2 16,2 7-2-16,1 1 0 16,1 3 0-16,6-1-1 15,0-4 0-15,17-5 0 16,-1-5 0-16,9-8 2 15,3-2-2-15,4-9 0 16,0-7 0-16,-2-6 0 0,-2 0 0 16,-9-5 0-16,-6-3 0 15,-12 5 0-15,-1-2 0 16,-17 2 0-16,-4 7 0 16,-7 4 0-16,-4 12-13 0,-4 2-71 15,10 8-3-15</inkml:trace>
  <inkml:trace contextRef="#ctx0" brushRef="#br2" timeOffset="230">4514 12641 413 0,'0'0'4'0,"0"0"3"0,0 0 1 0,0-7 1 15,0 7 1-15,0 0 1 0,7 7 1 16,-2 8 0-16,0 7-3 15,2 11-3-15,-1 9-1 16,-2 2-2-16,4 13-16 0,14 0-69 16,-22-2-3-16</inkml:trace>
  <inkml:trace contextRef="#ctx0" brushRef="#br2" timeOffset="231">6064 12574 432 0,'0'0'4'0,"0"0"2"0,0 0 0 0,0 0 1 15,0 0 0-15,-6 0 0 16,6 0-1-16,-14 8 1 16,4-1-5-16,0 6-2 0,2-1 0 15,3 5-2-15,1 0 1 16,4 1-1-16,4-3 1 15,7-3 0-15,8-2 1 0,1-2 0 16,5-8 1-16,-1 0 0 16,1-8 1-16,1-2 2 15,-6-5 1-15,-3-2 1 16,-4 0-1-16,-9-4 1 16,-4 1-2-16,-9 1-4 0,-7-1 0 15,0 8 0-15,-12 1 0 16,6 11-4-16,-8 13-80 15,5 2-3-15</inkml:trace>
  <inkml:trace contextRef="#ctx0" brushRef="#br2" timeOffset="232">1452 13789 335 0,'0'0'7'0,"-5"-13"3"0,5 13 3 0,-9-18 5 0,1 6-1 16,0-1 1-16,-4 1 2 15,0-2-1-15,-4 6-5 16,-1 6-5-16,2 2-2 16,-2 6-3-16,2 10-2 0,0 6 0 15,5 1-2-15,3 3 0 16,4 5 0-16,3 0 0 15,8-6 0-15,7 0 0 16,4-11 0-16,4-3 0 0,9-6 0 16,0-5 0-16,1-8 0 15,-1-7 1-15,0-4 0 16,-7-1 1-16,-7-3-1 16,-6-3 1-16,-7 2 0 15,-7 0-1-15,-13 4 0 0,-5 0 0 16,-5 10-2-16,-10 1 1 15,3 9-3-15,-3 5-2 16,8 12-7-16,-5 3-23 0,14 7-50 16,8 1 0-16</inkml:trace>
  <inkml:trace contextRef="#ctx0" brushRef="#br2" timeOffset="233">2884 13789 448 0,'0'0'5'16,"0"0"0"-16,-5-9 1 0,5 9 0 0,-13-7 0 0,3 7 0 15,-3 0-1-15,-1 3 1 16,2 10-4-16,-4 1-1 0,4 4-2 16,4 4 1-16,8 0-1 15,0 0 1-15,13-5 0 16,6-5 0-16,6-1 1 16,7-9-1-16,3-2 0 15,6-5 2-15,-4-7 0 16,-3-6 1-16,-4 1 0 0,-5-5 1 15,-4 2-2-15,-12-4-2 16,-9-1 0-16,-2 3 0 16,-17-1 0-16,-3 5 0 0,-2 4 0 15,-7 7 0-15,5 7 0 16,-4 1 0-16,10 15-17 16,-3 1-31-16,16 5-39 15,2 0-2-15</inkml:trace>
  <inkml:trace contextRef="#ctx0" brushRef="#br2" timeOffset="234">4565 13666 428 0,'0'0'5'0,"0"0"2"0,-2-9 1 0,2 9 0 15,-10-10 0-15,1 7 1 0,-7 3 0 16,-1 0 0-16,-1 10-5 16,1 2-2-16,-3 6 0 15,5 0-1-15,3 3 0 16,10 2-1-16,2-3 1 15,14-6-1-15,6-4 0 0,8-3 0 16,6-4 1-16,1-3-1 16,4-7 1-16,-3-6 0 15,-4-3 1-15,-2-2-1 0,-13-5 2 16,-2-1-3-16,-15-1 0 16,-2-2 0-16,-13 5 0 15,-8-1 0-15,-7 6 0 16,-7 7 0-16,2 10-7 0,-6 0-14 15,2 8-64-15,13 11-3 16</inkml:trace>
  <inkml:trace contextRef="#ctx0" brushRef="#br2" timeOffset="235">6186 13439 457 0,'0'0'5'0,"0"0"2"0,0 0 2 0,0 0 1 15,0 0 1-15,12-5 1 0,-12 5-12 16,0 19 0-16,0 9 0 15,-8 5 0-15,4 13 0 16,-1 3 0-16,5 14-61 0,0 8-29 16</inkml:trace>
  <inkml:trace contextRef="#ctx0" brushRef="#br2" timeOffset="236">7933 10107 182 0,'0'0'7'0,"0"0"5"0,0 0 3 0,0 0 5 15,0 0 3-15,0-10 3 16,0 10 1-16,0 0 2 16,-5-10-7-16,5 10-4 0,-8-5-3 15,8 5-6-15,-17-3-2 16,4 3-3-16,-4 0-2 16,2 3 0-16,-5-1 0 15,0 1 1-15,-3-3 0 0,2 3 1 16,3-3 0-16,-2 0 0 15,3 0-1-15,1 0 1 16,2-3-1-16,1 3-1 16,1 0 0-16,0 0-2 0,4 0 0 15,8 0 0-15,-15 13-1 16,8-1 0-16,1 8 0 16,4 2 0-16,0 7 0 15,2 9 1-15,-3 4 0 0,3 5 1 16,0 5-1-16,3 0 1 15,1 8 0-15,2-3 0 16,-1 7 0-16,0 0 1 16,0 3-1-16,-1-3 0 0,1 3 3 15,1 2 0-15,-1 1 1 16,-3 2 1-16,1 0 1 16,-1 2 0-16,-2 1-1 15,2 1 1-15,-2 3-2 0,3-2-3 16,-3 3-2-16,2-3 0 15,3 2 0-15,-5-5 0 16,2 3 0-16,2-2 0 16,-4-1 0-16,0-3 0 0,0 1 0 15,0-3 0-15,0 1 0 16,0-6 0-16,2-2 0 16,-2-2 0-16,3-3 0 15,-1 0 0-15,0-5 0 0,1 0 0 16,-3 0 0-16,0-3 0 15,0-2 0-15,0-2 0 16,2-3 0-16,-2-2 0 16,3 0 0-16,-1-7 0 0,2 3 0 15,-1-4 0-15,1 0 0 16,-2 0 0-16,-2 0 0 16,0-2 0-16,0 3 0 15,0-7 0-15,-2 5 0 0,-5-4 0 16,3-1 0-16,-1-1 0 15,3 3 0-15,-5-6 0 16,4 3 0-16,-3-3 0 16,4 0 0-16,-3 3 0 0,0-3 0 15,3 0 0-15,-5 3 0 16,2-2 0-16,3-1 0 16,-4 0 0-16,1 1 0 15,3-1 0-15,-3-3 0 0,2 2 0 16,3-4 0-16,-2 3 0 15,-1-3 0-15,-1 2 0 16,4 4 0-16,0-3 0 0,-4 3 0 16,2-3 0-16,2 1 0 15,-5 2 0-15,5-3 0 16,-2-3 0-16,-1-3 0 16,1 7 0-16,0-12 0 15,-1 4 0-15,1-6 0 0,-1 4 0 16,3-11 0-16,-2 12 0 15,2-12 0-15,0 14 0 16,0-7 0-16,0-7 0 16,-4 17 0-16,4-17 0 0,0 11 0 15,0-11 0-15,0 0 0 16,-2 10 0-16,2-10 0 16,0 0 0-16,0 0 0 15,0 0 0-15,-2 8 0 0,2-8 0 16,0 10 0-16,0-10 0 15,-3 7 0-15,3-7 0 16,0 0 0-16,-2 12 0 16,2-12 0-16,0 0 0 0,-3 12 0 15,3-12 0-15,-2 11 0 16,2-11 0-16,-2 9 0 16,2-9 0-16,0 8 0 15,0-8 0-15,-3 10 0 0,3-10 0 16,0 7 0-16,0-7 0 15,0 0 0-15,10 10 0 16,5-10 0-16,2 0 0 16,3 0 0-16,10 0 0 15,2 0 0-15,6-5 0 0,1 5 0 16,4-2 0-16,-1 2 0 16,0 0 0-16,-2 0 0 15,-3 0 0-15,-2 0 0 0,-8 0 0 16,3 2 0-16,-10-2 0 15,0 0 0-15,-7 0 0 16,-1 3 0-16,-12-3 0 16,12 0 0-16,-12 0 0 0,0 0 0 15,10 5 0-15,-10-5 0 16,0 0 0-16,0 0 0 16,6 10 0-16,-6-10 0 15,-1-7-68-15,1 7-23 0</inkml:trace>
  <inkml:trace contextRef="#ctx0" brushRef="#br2" timeOffset="237">8191 10438 351 0,'0'0'8'0,"0"0"5"0,0-12 2 16,0 12 1-16,2-14 1 0,-2 14 1 16,0-15-2-16,0 15 2 15,-14 0-7-15,1 7-5 16,1 10-1-16,-4 6-3 0,4 7-1 16,0-3 0-16,6 4 0 15,6 2-1-15,9-5 0 16,7-3 0-16,7-6 0 15,4-7 0-15,6-4 0 16,-1-8 1-16,5-3 0 0,-6-8 0 16,3-7 0-16,-9-2 2 15,-6-5 0-15,-9-5-1 16,-7-2-2-16,-3 0 0 16,-13 0 0-16,-9 2 0 15,-5 5 0-15,-8 8 0 0,0 7 0 16,-2 7 0-16,5 10 0 15,0 16-41-15,12 2-43 16,10 0-4-16</inkml:trace>
  <inkml:trace contextRef="#ctx0" brushRef="#br2" timeOffset="238">9190 10525 278 0,'0'0'7'0,"0"0"5"0,0 0 2 0,0 0 4 15,0 0 2-15,0 0 3 0,-13 0 1 16,13 0-1-16,0 0-6 16,0 0-3-16,0 0-3 15,0 0-1-15,0 0-3 0,18 0-2 16,4 0 0-16,0 0-1 16,8-1 1-16,5 1-1 15,-1-6-2-15,-1 3 0 16,-1 1 0-16,-5 0-1 15,-4-1 0-15,-5 1 1 0,-7-1-2 16,-3 3 0-16,-8 0 0 16,11 0 0-16,-11 0 0 15,0 0 0-15,0 0 0 16,0 0 0-16,0 0-4 0,0 0-6 16,0 0-11-16,-6 0-62 15,6 0-4-15</inkml:trace>
  <inkml:trace contextRef="#ctx0" brushRef="#br2" timeOffset="239">9738 10271 459 0,'0'0'5'0,"0"0"1"16,0 0 1-16,0 0-1 15,6 7 1-15,-6-7 1 16,3 17 1-16,-3 0-5 0,0 5-4 16,0 3 0-16,0 5 0 15,0 5 0-15,0-1 0 16,0 4 0-16,0-3 0 0,0-4 0 16,2-3 0-16,0 0 0 15,1-9 0-15,-1 1 0 16,-2-8 0-16,3 1 0 15,-3-13 0-15,2 14 0 16,-2-14-23-16,0 0-64 0,0 0-3 16</inkml:trace>
  <inkml:trace contextRef="#ctx0" brushRef="#br2" timeOffset="240">8295 11395 331 0,'0'0'10'0,"0"0"5"0,0-10 4 16,0 10 3-16,-3-7 2 15,3 7 1-15,-2-13 2 0,2 13 0 16,0 0-16-16,-3-9-11 16,3 9 0-16,0 8 0 15,0 6 0-15,0 8 0 16,0 3 0-16,0 8 0 16,0 1 0-16,3 5 0 15,-1-2 0-15,1-4 0 0,0-1 0 16,-3-10 0-16,2-2 0 15,1-2 0-15,-3-10 0 16,0-8 0-16,2 11 0 0,-2-11 0 16,0 0 0-16,0 0 0 15,0 0 0-15,0 0 0 16,0 0 0-16,0 0 0 0,0 0 0 16,0 0 0-16,0 0-7 15,0 0-81-15,0 0-2 16</inkml:trace>
  <inkml:trace contextRef="#ctx0" brushRef="#br2" timeOffset="241">9667 11382 414 0,'0'0'7'0,"0"0"2"0,0 0 3 0,0 0 1 0,0 0 1 16,0 0 1-16,-10-7-1 16,10 7-1-16,-13 0-13 15,3 10 0-15,-2 5 0 16,2 3 0-16,0 4 0 16,1 0 0-16,3 5 0 0,3 3 0 15,6-3 0-15,7 0 0 16,7-7 0-16,6-2 0 15,-1-4 0-15,8-6 0 16,4-6 0-16,-1-2 0 0,-1-7 0 16,-2-10 0-16,0 2 0 15,-7-8 0-15,-6-2 0 16,-10-2 0-16,-4-2 0 16,-9-1 0-16,-8 2 0 0,-9 2 0 15,-4 0 0-15,-3 12 0 16,-5 3 0-16,3 10 0 15,0 1 0-15,9 9 0 16,2 8-79-16,10-2-9 0</inkml:trace>
  <inkml:trace contextRef="#ctx0" brushRef="#br2" timeOffset="242">10810 10318 404 0,'0'0'5'0,"0"0"3"0,0-15 3 0,0 15 0 15,-8-18 1-15,1 8 1 16,-4 0 0-16,2-2 1 16,-3 2-6-16,-1 5-2 15,-4 5-3-15,2 2 0 0,0 11-3 16,0 5 0-16,3 4 0 15,-1 5 0-15,8 0 0 16,5 2 0-16,2 2 0 0,11-6 0 16,7-3 0-16,2-2 0 15,8-11 0-15,2 1 0 16,2-10 0-16,-1 0 0 0,2-7 0 16,-5-5 0-16,-5-11 0 15,-5-2 0-15,-8-4 0 16,-10 0 0-16,-4-7 0 15,-12 4 0-15,-7 0 0 16,-6 4 0-16,-3 12 0 0,-5 3 0 16,1 13 0-16,-1 5 0 15,8 17-2-15,-1 1-15 16,3 16-67-16,16 4-3 16</inkml:trace>
  <inkml:trace contextRef="#ctx0" brushRef="#br2" timeOffset="243">10768 11234 431 0,'0'0'7'0,"0"0"-1"0,0 0 2 0,0 0 1 15,0 0-1-15,-13 5 1 16,5 7-1-16,-1 1 1 0,-4 6-5 16,3 1-3-16,5 3 0 15,1 4 0-15,4-5 0 16,0 0-1-16,12-1 1 16,8-6 0-16,1-5 0 0,7-3 0 15,4-7 0-15,-4 0 0 16,4-7 1-16,-5-6-2 15,-4-5 0-15,-5-1 0 16,-9-2 0-16,-6-4 0 16,-3 0 0-16,-12-1 0 15,-6 3 0-15,-10 1 0 0,-4 8 0 16,0 3 0-16,-3 7 0 16,1 4-6-16,0 2-30 15,13 6-48-15,5 4-4 0</inkml:trace>
  <inkml:trace contextRef="#ctx0" brushRef="#br2" timeOffset="244">11685 10290 357 0,'0'0'8'0,"0"0"2"16,0-9 4-16,0 9-1 0,-6-13 1 15,6 13 1-15,-14-12 0 16,4 6 0-16,-1 5-8 0,-6 1-2 15,0 7-2-15,2 8-2 16,-3-1-1-16,6 8 1 16,2 1-1-16,7 1 1 15,3 1 0-15,5 0-1 16,11-8 1-16,6-1 0 16,2-4 1-16,8-10-1 0,4-2 0 15,4-9 0-15,-3-9 0 16,-3-2 1-16,-6-9 0 15,-1-3 0-15,-9-4 0 0,-8 3 1 16,-8-3-1-16,-7 2 1 16,-10 6-1-16,-7 6 0 15,-8 10-2-15,-2 2 1 16,0 10-2-16,-4 12 1 0,4 11-3 16,4 9-4-16,9 12-14 15,4 3-61-15,5 3-3 16</inkml:trace>
  <inkml:trace contextRef="#ctx0" brushRef="#br2" timeOffset="245">11674 11209 416 0,'0'0'6'0,"0"0"2"0,0 0 2 0,0 0 2 16,0 0-1-16,-7-2 1 15,7 2 0-15,-16 0 0 16,7 5-6-16,-1 5-2 0,-5 5-2 16,5 1-2-16,1 7 0 15,0-3 0-15,5 5 0 16,4-3 0-16,8-1 0 0,4-7 0 16,6-5 0-16,3-1 0 15,2-6 0-15,4-2 0 16,-2-7 0-16,-1-5 0 15,-6-2 0-15,-2-7 0 0,-7-1 0 16,-6-3 0-16,-3 0 0 16,-12 0 0-16,-4 3 0 15,-5 5 0-15,-2 3 0 0,-5 8 0 16,1 3 0-16,4 13-19 16,-2 5-66-16,6 2-3 15</inkml:trace>
  <inkml:trace contextRef="#ctx0" brushRef="#br2" timeOffset="246">8320 12447 335 0,'0'0'7'0,"0"0"4"16,-10-7 2-16,10 7 5 16,-12-9-1-16,12 9 1 0,-15-10 1 15,5 5-1-15,-1 5-7 16,2 0-4-16,2 5-3 15,-4 5-2-15,4 6-1 16,2 5-2-16,5 1 0 0,0 0 0 16,7 3 1-16,6-5 0 15,6-3 0-15,9-2 1 16,2-7 0-16,2-3 0 16,6-5 1-16,-1-3-1 0,-5-9 2 15,-2-3-1-15,-8-3 1 16,0-3-1-16,-9-7 1 15,-6 3-1-15,-7-5 0 0,-7 2 0 16,-8 7-1-16,-2-2-1 16,-1 9 0-16,-3 3-3 15,3 10-2-15,0 1-8 16,8 10-17-16,10 4-52 16,3 6-2-16</inkml:trace>
  <inkml:trace contextRef="#ctx0" brushRef="#br2" timeOffset="247">9811 12297 400 0,'0'0'7'0,"0"0"3"0,-8-13 1 15,8 13 1-15,-10-9 1 16,1 6-1-16,-7 3 0 15,2 0 1-15,-4 12-7 16,1 3-4-16,-3 5-1 0,2 5-1 16,6 0 0-16,2 2-1 15,8-2 1-15,2 0 0 16,14-6 0-16,7-1 1 16,6-6-1-16,3-4 1 15,5-6 0-15,-1-2 1 0,3-5 0 16,-2-8 0-16,-5-4 0 15,-7-3 0-15,-9-2-2 16,-3-5 0-16,-11-5 0 0,-3 4 0 16,-17-6 0-16,-3 9 0 15,-9-2 0-15,2 7 0 16,-2 7 0-16,-3 6 0 16,8 7-9-16,-1 5-12 0,16 8-29 15,5 1-35-15,7 4-3 16</inkml:trace>
  <inkml:trace contextRef="#ctx0" brushRef="#br2" timeOffset="248">10889 12171 429 0,'0'0'6'0,"0"-10"4"0,0 10 1 0,-8-15 2 0,3 5 1 16,5 10 0-16,-7-15 0 0,7 15-14 16,0 0 0-16,-9 12 0 15,6 8 0-15,1 8 0 16,-2 3 0-16,4 4 0 16,0 2 0-16,0 3 0 15,0 0 0-15,0-6 0 0,6-1-9 16,-3-6-29-16,1 0-48 15,1-4-2-15</inkml:trace>
  <inkml:trace contextRef="#ctx0" brushRef="#br2" timeOffset="249">11545 12143 365 0,'0'0'8'0,"0"0"5"15,0 0 2-15,0 0 2 16,0-10 1-16,0 10 1 0,0 0 0 15,0 0 0-15,0 0-7 16,-9 3-6-16,0 8-6 16,0 3 0-16,1 3 0 15,-1 2 0-15,-2 4 0 0,9-2 0 16,2 3 0-16,5-5 0 16,8-1 0-16,1-4 0 15,9-3 0-15,4-4 0 0,1-4 0 16,1-3 0-16,1-3 0 15,0-7 0-15,-3-2 0 16,-5-6 0-16,-4-4 0 0,-11-3 0 16,-4-2 0-16,-3 0 0 15,-15-1 0-15,-5 2 0 16,-10 5 0-16,-2 4 0 16,0 10 0-16,-5 4 0 15,2 10 0-15,-6 18-50 16,14-1-36-16,5 7-2 0</inkml:trace>
  <inkml:trace contextRef="#ctx0" brushRef="#br2" timeOffset="250">8457 13448 430 0,'0'0'4'0,"0"0"1"0,-2-9 1 0,2 9 0 16,-21-11 2-16,9 10-1 16,-3 1 1-16,-5 0-1 15,-2 9-3-15,2 8-1 16,3 6-1-16,1 6-1 0,7 2-1 16,9 1 0-16,0-3 1 15,13-4-1-15,11-3 0 16,3-7 1-16,8-8 0 0,2-7 0 15,8 0-1-15,0-9 1 16,0-7 0-16,-8 0 0 16,-5-4 0-16,-4-5 0 15,-13 0 1-15,-6-2 0 16,-9 0-1-16,-9-3 1 0,-9 5-1 16,-7 6 0-16,-2 1-1 15,-3 8-2-15,-3 5-4 16,4 5-8-16,4 5-19 0,10 12-52 15,6 6-1-15</inkml:trace>
  <inkml:trace contextRef="#ctx0" brushRef="#br2" timeOffset="251">9731 13287 450 0,'0'0'4'0,"0"0"1"0,-5-9 1 16,5 9 0-16,-12-13 0 16,-1 9 1-16,-1 4 0 0,-2 0-1 15,0 10-3-15,0 2-1 16,2 10-2-16,1 0 0 15,6 3 0-15,4 0-1 0,8 0 1 16,7-3 0-16,8-5 0 16,10-6 0-16,0-5 0 15,7-3 0-15,0-3 1 0,1-8-1 16,-1-4 1-16,-5-5 0 16,-4-3 1-16,-9-5-1 15,-6-2 0-15,-8-5 2 16,-5-1-3-16,-12 4 0 15,-6 1 0-15,-7 6 0 16,-2 5 0-16,-3 7-8 0,0 10-7 16,2 0-23-16,9 10-47 15,4 7 0-15</inkml:trace>
  <inkml:trace contextRef="#ctx0" brushRef="#br2" timeOffset="252">10784 13243 397 0,'0'0'5'0,"-9"-3"2"0,9 3 1 0,-18-4 2 15,6 4 1-15,-2 0-1 0,-4 4 0 16,0 3 0-16,-1 10-4 16,3-1-2-16,2 6-2 15,3 3-2-15,6 0-1 16,5 0 1-16,5 0-1 16,8-5 0-16,12-6 1 15,3-2-1-15,2-7 0 0,7-5 2 16,2-1 0-16,-2-10 1 15,0-3 2-15,-7-4 1 16,-2-7 0-16,-11 0 0 0,-5-4 0 16,-7-1 0-16,-5 2-2 15,-12-1-3-15,-6 2 0 16,-6 5 0-16,-2 6 0 0,-5 4 0 16,6 10-2-16,-2 2-12 15,10 7-24-15,4 11-47 16,8-1-2-16</inkml:trace>
  <inkml:trace contextRef="#ctx0" brushRef="#br2" timeOffset="253">11740 13122 511 0,'0'0'0'16,"0"0"0"-16,0 0 0 0,0 0 0 16,0 0 0-16,0 0 0 15,0 12 0-15,-4 6 0 16,-1 8 0-16,-7 10 0 16,-1 3 0-16,6 8 0 15,-5 0 0-15,10-3-34 0,2 4-55 16,0-6-3-16</inkml:trace>
  <inkml:trace contextRef="#ctx0" brushRef="#br2" timeOffset="254">11936 9926 350 0,'0'0'5'0,"0"0"2"0,2-10 2 0,-2 10-1 16,7-10 2-16,-7 10 0 16,20-12 0-16,-4 5 2 15,3-1-4-15,9 3-2 0,1 0 1 16,8 0-1-16,8 5-1 16,2 0 1-16,-2 0-2 15,2 8-1-15,-2 4 0 16,0 5-1-16,-6 11 0 0,-6 6-1 15,-4 10 1-15,-8 11-1 16,-9 12 1-16,3 10 0 16,-8 12 0-16,1 10 0 0,-6 8 0 15,-2 4 0-15,0 8 3 16,0 3 1-16,-2 6-1 16,2 1 1-16,-5 3-6 15,5 1 0-15,0 6 0 0,0 0 0 16,2 2 0-16,3 0 0 15,-3 1 0-15,6 1 0 16,-3-7 0-16,0 5 0 16,-2-10 0-16,-3-1 0 0,2-11 0 15,0-3 0-15,1-7 0 16,-1-3 0-16,3-12 0 16,-3-7 0-16,7-5 0 15,-2-6 0-15,2-7 0 0,-1-11 0 16,0-5 0-16,-1-12 0 15,0-6 0-15,-4-3 0 16,-1-12 0-16,4-5 0 16,-4-5 0-16,-2-10 0 15,0 0 0-15,0 0 0 0,-10 0 0 16,2-6 0-16,-4-3 0 16,-8-1 0-16,-2 5 0 15,-11-2 0-15,-9 4 0 0,-12 3 0 16,-9 10 0-16,-19 0 0 15,-4 13 0-15,-17-7 0 16,-1 7-86-16,-1 2-5 0</inkml:trace>
  <inkml:trace contextRef="#ctx0" brushRef="#br2" timeOffset="255">13143 9818 333 0,'0'0'7'0,"0"0"3"15,0-14 3-15,0 14 2 0,-2-14 1 16,-3 6-1-16,5 8 1 15,-16-17-1-15,2 12-6 16,-4 0-4-16,-5 5-3 0,-4 2-1 16,1 3 0-16,-7 5-1 15,3-2 0-15,1 2 0 16,-1 0 0-16,5 2-1 16,0 1 0-16,4-1 0 0,5 2 0 15,3 4-1-15,-2 1 1 16,8 6 0-16,5 3-1 15,2 5 2-15,2 5-1 16,3 7 1-16,2 7 0 0,3 2 1 16,-5 14 0-16,3 1 1 15,-4 6-1-15,1 6 1 16,-5 1-1-16,0 5 1 16,0 0-1-16,-2 4 2 15,-1-4-1-15,-1 4 1 0,-1-1 0 16,2 1 1-16,1 0 1 15,2 3-1-15,-3-4 1 16,3 1-2-16,0-4 1 0,0 3-1 16,3-6-1-16,-1-1 0 15,3 0 0-15,0-4-1 16,0-2 1-16,0-3-1 0,-1-1-1 16,2 1 1-16,-1-8-1 15,0 1 0-15,0-2 0 16,-1-4-1-16,1 1 1 15,1-1 0-15,-4-5 0 0,3-1 1 16,-5-6-1-16,3-2 0 16,-3 0 0-16,0-7 0 15,0-1 0-15,-3-2 0 16,3-5 0-16,-5 4 0 16,3-5-1-16,-4 0 1 15,4-2-1-15,-1-1 1 0,1-4 0 16,0 3 0-16,2-5-1 15,-3-1 1-15,3-2 0 16,0-1 0-16,0-1 0 16,-2-2 0-16,-1-5 0 0,3 4 0 15,-2-1 0-15,0 2 1 16,2-3-1-16,-3-2 0 0,0 3 0 16,3-4 0-16,-3 1 1 15,1 2-1-15,0-2 0 16,2-10 0-16,-3 18 0 15,1-8 0-15,-1 2 1 0,1-2-1 16,0 3 0-16,-3-1 1 16,2 1-1-16,1-1 0 15,2 0 2-15,-3 3-2 16,3-5 0-16,0 5 0 16,0-6 0-16,0 4 0 15,0-3 0-15,0 0 0 0,0-2 0 16,0 1 0-16,0 1 0 15,0-10 0-15,0 13 0 16,0-13 0-16,3 12 0 0,-3-12 0 16,0 0 0-16,2 10 0 15,-2-10 0-15,0 0 0 16,0 0 0-16,0 0 0 16,0 0 0-16,0 0-2 0,0 0 2 15,10 7 0-15,-10-7 0 16,0 0 0-16,10 5 2 15,-10-5-2-15,13 7 0 16,-4-4 0-16,11-3 0 16,2 0 0-16,6 0 0 15,4-5 0-15,11 0 0 0,1 0 0 16,4 1 0-16,1 1 0 16,-2 0 0-16,-5 3 0 15,-5 0 0-15,-4 0 0 0,-8 0 0 16,-5 0 0-16,-8 6 0 15,-12-6 0-15,7 4 0 16,-7-4 0-16,0 0 0 0,-7 10-23 16,7-10-62-16,0 0-5 15</inkml:trace>
  <inkml:trace contextRef="#ctx0" brushRef="#br2" timeOffset="256">13388 10179 405 0,'0'0'7'0,"0"0"3"0,6-10 2 0,-6 10 3 16,5-10 0-16,-5 10 0 15,4-10 1-15,-4 10 0 16,0 0-16-16,9 14 0 16,-9 6 0-16,2 8 0 0,0 4 0 15,1 6 0-15,2 1 0 16,-1 0 0-16,-4 1 0 0,3-2 0 16,-3-9 0-16,2 1 0 15,-2-8 0-15,0-2 0 16,0-5 0-16,0 0 0 15,-2-8 0-15,2-7 0 16,-3 10 0-16,3-10 0 0,0 0 0 16,0 0 0-16,0 0-12 15,0-7-75-15,0 7-2 16</inkml:trace>
  <inkml:trace contextRef="#ctx0" brushRef="#br2" timeOffset="257">14408 10228 406 0,'0'0'7'0,"0"0"2"0,2-12 2 0,-2 12 1 15,0-10 1-15,0 10 0 0,-2-10 1 16,2 10-1-16,-12-3-6 15,-1 9-1-15,1 6-6 16,-2 5 0-16,7 4 0 0,0 4 0 16,7 1 0-16,0 4 0 15,10-6 0-15,8-2 0 16,7-1 0-16,1-6 0 16,12-6 0-16,-3-4 0 0,4-5 0 15,-2-2 0-15,-5-10 0 16,-2-3 0-16,-7-6 0 15,-5-4 0-15,-9 2 0 16,-9-8 0-16,-4 2 0 16,-14-1 0-16,-1 3 0 0,-9 3 0 15,1 6 0-15,-6 3 0 16,4 10 0-16,-4 5 0 16,6 5 0-16,4 4 0 15,5 9-20-15,2 5-65 0,11-3-3 16</inkml:trace>
  <inkml:trace contextRef="#ctx0" brushRef="#br2" timeOffset="258">15173 10211 422 0,'0'0'6'0,"0"0"2"0,-5-10 1 15,5 10 2-15,-8-8-1 16,8 8 1-16,-14-2-1 16,4 2 1-16,2 8-7 0,-2 4-1 15,3 3-3-15,0 5 0 16,1 5 0-16,3-1-1 16,3 1 2-16,9-2 0 15,3-2 0-15,8-3 0 0,4-6 0 16,6-5 1-16,4-4-2 15,5-3 0-15,-2-7 0 16,-3-3 0-16,-1-8 0 16,-8-1 0-16,-5-3 0 0,-8-6 0 15,-12 2 0-15,-3-5 0 16,-13 1 0-16,-5 0 0 16,-6 9 0-16,-5-2 0 15,-1 8 0-15,-1 5 0 0,-2 10 0 16,4 3 0-16,10 12-10 15,-3 2-75-15,16 1-2 16</inkml:trace>
  <inkml:trace contextRef="#ctx0" brushRef="#br2" timeOffset="259">16251 10050 489 0,'0'0'2'0,"0"0"0"0,0 0 1 16,-10-3-1-16,10 3 1 15,-17 8-1-15,5 2 0 16,-1 7 1-16,-2 1-3 0,5 6 0 15,3 3 0-15,2 1 0 16,5 4 0-16,7-7 0 16,11 0 0-16,7-11 0 0,4 1 1 15,4-10-1-15,2-5 2 16,2-2-2-16,-5-13 0 16,-2-6 0-16,-8-5 0 15,-7-1 0-15,-8-6 0 16,-7 1 0-16,-7-3 0 0,-13 7 0 15,-10 2 0-15,-2 11 0 16,-13 5 0-16,3 13-15 16,-3 4-70-16,3 8-3 15</inkml:trace>
  <inkml:trace contextRef="#ctx0" brushRef="#br2" timeOffset="260">13436 11194 427 0,'0'0'5'0,"0"0"2"0,-10-5 0 0,10 5 1 15,-20 0 1-15,8 0 0 16,-6 8 1-16,1 7 0 0,-1 5-5 15,4 4-1-15,1 7-1 16,6-2-1-16,4 2-1 16,3 2 0-16,5-3 2 15,10-7-3-15,7-5 0 0,5-5 0 16,3-5 0-16,5-8 0 16,-4-3 0-16,6-8 0 15,-7-7 0-15,0-4 0 16,-11-3 0-16,-4-4 0 15,-10-4 0-15,-5 0 0 0,-10 1 0 16,-10 5 0-16,-8 5 0 16,-1 4 0-16,-6 12 0 15,1 2 0-15,6 12 0 16,-2 9-85-16,15 1-3 0</inkml:trace>
  <inkml:trace contextRef="#ctx0" brushRef="#br2" timeOffset="261">14371 11151 390 0,'0'0'6'0,"0"0"4"0,0 0 1 0,2-8 3 0,-2 8 0 0,0 0 1 16,0-13 0-16,0 13 0 15,-7-5-5-15,7 5-5 16,-18 7-1-16,8 8-2 0,-3 6-2 16,4 4 0-16,-3 1 0 15,1 6 0-15,4 4 0 16,2-5 0-16,5 1 0 16,5-4 0-16,4-3 0 15,7-6 0-15,6-4 0 0,0-8 0 16,3-1 0-16,3-6 0 15,-1-3 0-15,0-10 0 16,-5 1 0-16,-2-7 0 0,-4-6 0 16,-7-3 0-16,-4-1 0 15,-5-1 0-15,-9-5 0 16,-7 8 0-16,-5-3 0 16,-2 7 0-16,-5 6 0 0,1 8 0 15,0 9 0-15,1 1 0 16,2 7 0-16,14 2-77 15,3 8-11-15</inkml:trace>
  <inkml:trace contextRef="#ctx0" brushRef="#br2" timeOffset="262">15038 11219 288 0,'0'0'10'0,"0"0"4"0,0 0 4 16,0 0 1-16,0 0 3 15,0 0 1-15,0 0-1 0,0 0 2 16,0 0-8-16,8 5-4 16,-8-5-2-16,15 2-1 15,0 1-1-15,4-3-1 16,4 0 2-16,5 0-9 16,-1 0 0-16,3-3 0 0,0 1 0 15,-3-3 0-15,-5 3 0 16,0-1 0-16,-6 1 0 15,-8-1 0-15,-8 3 0 16,16 0 0-16,-16 0 0 0,0 0 0 16,0 0 0-16,0 0 0 15,0 0 0-15,0 0 0 16,0 0 0-16,0 0 0 0,0 0 0 16,-7 5 0-16,7-5 0 15,0 0 0-15,-10 0-59 16,10 0-28-16,-13 5-4 15</inkml:trace>
  <inkml:trace contextRef="#ctx0" brushRef="#br2" timeOffset="263">15534 10994 455 0,'0'0'4'0,"0"0"3"16,12 0 1-16,-12 0 1 0,0 0-1 16,0 0 1-16,7 5-1 15,-7 8-5-15,0 3-3 16,-5 9 0-16,-2 0 0 16,4 9 0-16,-1 4 0 0,0 1 0 15,2-4 0-15,2 0 0 16,0-3 0-16,2-2 0 15,2-5 0-15,-2-6 0 0,3 1 0 16,-5-8 0-16,2 1 0 16,-2-13 0-16,3 12 0 15,-3-12 0-15,0 0 0 16,0 0 0-16,0 0 0 16,0 0 0-16,0 0-56 15,0 0-31-15</inkml:trace>
  <inkml:trace contextRef="#ctx0" brushRef="#br2" timeOffset="264">16174 11082 430 0,'0'0'8'0,"0"0"0"0,0 0 3 0,0 0 0 15,0 0 1-15,0 0 0 16,0 0 0-16,0 0-5 15,-12 11-7-15,-4 3 0 16,2 7 0-16,2 6 0 0,-1 0 0 16,8 8 0-16,5-3 0 15,5-3 0-15,10-1 0 0,7-3 0 16,10-6 0 0,0-5 0-16,7-6 0 0,-5-5 0 15,1-3 0-15,-3-5 0 16,-4-8 0-16,-9-4 0 15,-4-5 0-15,-9-3 0 16,-6-2 0-16,-3-5 0 0,-15-3 0 16,-4 4 0-16,-5 0 0 15,-8 6 0-15,-2 6 0 16,-1 8 0-16,-2 7 0 0,11 7 0 16,-6 6 0-16,15 11-72 15,8 0-18-15</inkml:trace>
  <inkml:trace contextRef="#ctx0" brushRef="#br2" timeOffset="265">13384 12121 456 0,'0'0'4'0,"0"0"1"0,0 0 1 0,-5-3 0 16,-5 3 1-16,0 3-1 15,-8 4 1-15,-1 4 0 0,-4 3-4 16,1 8-1-16,3 0 0 16,1 6-2-16,6-1 0 15,1 0 0-15,11-2 0 16,8-2 0-16,7-6 0 16,7-5 0-16,6-4 0 0,4-6 0 15,0-2 0-15,2-7 0 16,2 0 0-16,-9-11 0 15,0 3 0-15,-7-5 0 16,-7 3 0-16,-6-6 0 0,-7 1 0 16,-7 0 0-16,-9-3 0 15,-1 6 0-15,-8-5 0 16,3 8 0-16,-3 1 0 16,6 7 0-16,-4 3-33 0,11 5-52 15,12 0-5-15</inkml:trace>
  <inkml:trace contextRef="#ctx0" brushRef="#br2" timeOffset="266">14357 11991 427 0,'0'0'7'0,"0"0"3"0,-4-8 1 0,4 8 3 0,0 0 0 0,-3-13 0 16,3 13 0-16,0 0-14 15,0 0 0-15,-5 14 0 16,5 6 0-16,-2 5 0 16,0 5 0-16,2 2 0 0,-3 8 0 15,1 0 0-15,2-6 0 16,0 1 0-16,0-3 0 15,0-5 0-15,0-4 0 16,0-6 0-16,5-3 0 0,-5-14-27 16,-13 16-58-16,13-16-4 15</inkml:trace>
  <inkml:trace contextRef="#ctx0" brushRef="#br2" timeOffset="267">15424 12008 448 0,'0'0'5'0,"0"0"3"0,0 0 0 0,0 0 0 15,0 0 2-15,-5-8 0 16,5 8 0-16,-15 0-6 0,3 0-4 16,-4 8 0-16,4 3 0 15,0 9 0-15,-1 5 0 16,6 2 0-16,0 5 0 16,7 1 0-16,0 0 0 0,7-7 0 15,7 0 0-15,2-2 0 16,6-10 0-16,-2-2 0 15,5-6 0-15,0-4 0 16,-3-2 0-16,-2-8 0 16,0-1 0-16,-6-8 0 0,-1-1 0 15,-8-4 0-15,-3 0 0 16,-2-6 0-16,-7-1 0 16,-6-1 0-16,-1 3 0 15,-4 2 0-15,-1 5 0 0,1 5 0 16,-5 5 0-16,4 10 0 15,-1 0 0-15,5 5 0 16,0 5 0-16,15-10-82 0,-5 23-6 16</inkml:trace>
  <inkml:trace contextRef="#ctx0" brushRef="#br2" timeOffset="268">16174 12014 459 0,'0'0'4'0,"0"0"2"0,-3-10 1 0,3 10 0 15,-9-3 1-15,9 3 1 16,-23-1 0-16,11 1-7 16,-1 8-2-16,-1 3 0 15,1 9 0-15,1 5 0 0,4 0 0 16,4 4 0-16,4 0 0 15,4 2 0-15,8-4 0 16,6-4 0-16,7-6 0 16,-1-7 0-16,6-7 0 0,-1-3 0 15,2 0 0-15,-4-13 0 16,-7-2 0-16,1-3 0 16,-12-4 0-16,-1 0 0 15,-8-3 0-15,-3 0 0 0,-6-2 0 16,-9 2 0-16,-5 6 0 15,-4 1 0-15,-2 8 0 16,-7 5 0-16,2 10 0 0,-1 2-80 16,0 6-8-16</inkml:trace>
  <inkml:trace contextRef="#ctx0" brushRef="#br2" timeOffset="269">13376 13107 434 0,'0'0'4'0,"0"0"2"0,-7-10 2 0,7 10 0 15,-12-6 1-15,1 2 0 16,1 4 0-16,-4 4 0 16,-1 9-4-16,0 5-2 15,0 7-2-15,3 5-1 16,5 1 0-16,4 4 0 0,3 0 0 15,10-5 0-15,7-5 0 16,8-4 0-16,2-9 1 16,8-1-1-16,2-11 1 0,-2 0 0 15,2-12 2-15,-4-3-3 16,-3-5 0-16,-8-5 0 16,-7-2 0-16,-6 0 0 15,-9-3 0-15,-2 0 0 0,-8 5 0 16,-8 0 0-16,-3 6 0 15,-2 4 0-15,-2 10 0 16,2 3 0-16,7 6-13 0,0 36-68 16,14-25-6-1</inkml:trace>
  <inkml:trace contextRef="#ctx0" brushRef="#br2" timeOffset="270">14348 13058 483 0,'0'0'3'0,"0"0"-1"0,0 0 2 16,-15-5 0-16,7 5 0 15,-9 0 0-15,2 6 0 16,-2 10-1-16,-3 0-3 0,6 7 0 15,-2 4 0-15,9 1 0 16,4-1 0-16,6-2 0 16,14-3 0-16,1-4 0 15,7-8 0-15,4-3 0 0,6-7 0 16,0-3 0-16,-1-7 0 16,1-8 0-16,-8-1 0 15,-1-3 0-15,-10-3 0 16,-5-4 0-16,-11-4 0 0,-2 4 0 15,-16-2 0-15,-5 7 0 16,-3 4 0-16,-4 5 0 16,-2 11 0-16,4 4-6 0,-2 4-35 15,8 14-45-15,10-1-2 16</inkml:trace>
  <inkml:trace contextRef="#ctx0" brushRef="#br2" timeOffset="271">15426 12996 465 0,'0'0'3'0,"0"0"2"0,0 0-1 0,-14 0 1 0,14 0-1 0,-18 10 1 15,8 2 0-15,-3 3 0 0,4 5-3 16,4 4-2-16,5 1 1 16,2 2-1-16,10-3 1 15,11 0-1-15,7-5 1 16,7-7-1-16,2-6 1 0,7-6 1 15,-2-3 0-15,-1-7-2 16,-4-8 0-16,-7-4 0 16,-6 0 0-16,-12-5 0 15,-8-1 0-15,-10 2 0 16,-12-4 0-16,-10 5 0 0,-3 3 0 16,-6 7 0-16,-2 5 0 15,5 10 0-15,-1 0 0 16,11 12-18-16,24 3-68 15,-4 2-3-15</inkml:trace>
  <inkml:trace contextRef="#ctx0" brushRef="#br2" timeOffset="272">16500 12869 511 0,'0'0'0'0,"0"0"0"0,0 0 0 16,0 0 0-16,0 0 0 16,0 0 0-16,-10 9 0 15,4 11 0-15,2 10 0 16,-6 8 0-16,3 6 0 16,-2 8 0-16,5 5 0 0,-1 1 0 15,5-2 0-15,0-9 0 16,5 0-87-16,-1-8-5 15</inkml:trace>
  <inkml:trace contextRef="#ctx0" brushRef="#br2" timeOffset="273">16609 9612 353 0,'0'0'7'0,"-10"0"3"0,10 0 3 0,-12 0-1 0,12 0 0 15,-8 0 3-15,8 0 1 16,8 0 1-16,11 0-7 16,13 1-2-16,13-1-1 0,11 0-1 15,8 0-1-15,3 4-2 16,7-2-1-16,-4 5 0 15,-5 5-1-15,-10 8 1 0,-9 5-1 16,-14 16 1-16,-9 5-1 16,-11 10 0-16,-9 17 0 15,-3 6 0-15,-5 15 2 16,-5 3-3-16,0 12 0 16,5 5 0-16,0 7 0 0,5 10 0 15,0 3 0-15,10 6 0 16,3 0 0-16,-1 11 0 15,6-4 0-15,-6 1 0 16,2-2 0-16,-1-2 0 0,-1-1 0 16,-4-2 0-16,2-7 0 15,0-2 0-15,3-6 0 16,1-2 0-16,4-7 0 16,-1-12 0-16,0 0 0 0,4-11 0 15,-7-5 0-15,2-10 0 16,-4-9 0-16,-5-11 0 15,0-9 0-15,-5-8 0 0,-2-10 0 16,0-7 0-16,0-10 0 16,-2-2 0-16,2-13 0 15,-10 9 0-15,10-9 0 16,-14 3 0-16,3-3 0 0,-1 0 0 16,0 0 0-16,-6 0 0 15,-2 0 0-15,1 0 0 16,-6 4 0-16,0-1 0 15,-10 3 0-15,-4 1 0 16,-14 2 0-16,-6 1 0 0,-15 8 0 16,-14-6 0-16,-7 11 0 15,-9-7 0-15,7 9 0 16,1-2-59-16,11-11-32 16</inkml:trace>
  <inkml:trace contextRef="#ctx0" brushRef="#br2" timeOffset="274">18204 9735 345 0,'0'0'6'0,"0"-11"4"0,0 0 3 0,-5-3 2 16,0-2 0-16,-8-4 1 16,1 3 2-16,-5-5-2 0,-8 5-4 15,-4 4-4-15,-6 1-3 16,-8 6 0-16,-1 4-2 16,-4 2-1-16,-1 8 0 15,1 4-1-15,-1 3-1 16,4 5 0-16,6 2-1 0,4 5 0 15,7 2 0-15,11 1 0 16,7 8-1-16,10-1 1 16,4 5 0-16,15 5 0 15,0 10 0-15,6 3 0 0,0 9 1 16,2 7 1-16,-2 7 0 16,-6 11 0-16,-1 4 1 15,-6 14 0-15,2 0 1 0,-6 4 1 16,0 0 1-16,0 6 0 15,-3-1 1-15,0 4-6 16,-5-5 0-16,0-1 0 16,0-2 0-16,0-1 0 0,-5 1 0 15,0-6 0-15,0-2 0 16,0-5 0-16,3 0 0 16,-2-5 0-16,4-2 0 15,0-6 0-15,0-4 0 16,0-5 0-16,6-2 0 0,-1-9 0 15,2-4 0-15,1-5 0 16,-3-5 0-16,2-5 0 16,-2-5 0-16,2-7 0 0,-1 0 0 15,-1-6 0-15,-5-1 0 16,5-7 0-16,-5-1 0 16,0-3 0-16,0-2 0 15,-3-3 0-15,1 1 0 0,-3 0 0 16,-3-4 0-16,3 1 0 15,3-3 0-15,-3 1 0 16,0-3 0-16,5 1 0 16,-2 0 0-16,2-3 0 0,0 2 0 15,0-1 0-15,0 4 0 16,0-3 0-16,0-1 0 16,0 1 0-16,0-2 0 15,0 2 0-15,0-10 0 16,0 15 0-16,0-15 0 0,0 10 0 15,0-10 0-15,0 0 0 16,0 0 0-16,0 0 0 16,0 0 0-16,12 0 0 0,1-3 0 15,1-4 0-15,11 2 0 16,7-2 0-16,10 1 0 16,8-3 0-16,10 3 0 15,7-1 0-15,2 4 0 0,6 2 0 16,-4 1 0-16,-1 0 0 15,-5 4 0-15,-8 0 0 16,-12 5 0-16,-10-1 0 16,-5-4 0-16,-14 0 0 0,-2 2 0 15,-14-6 0-15,0 0 0 16,0 0 0-16,-11 0 0 16,11 0-12-16,-14-6-75 15,4-6-3-15</inkml:trace>
  <inkml:trace contextRef="#ctx0" brushRef="#br2" timeOffset="275">18266 10068 410 0,'0'0'6'0,"0"0"3"0,0 0 2 0,0-11 2 16,0 11 1-16,0 0 1 15,0-12-1-15,0 12 1 16,0 0-11-16,0 0-4 16,2 20 0-16,1 2 0 0,3 3 0 15,-4 5 0-15,3 4 0 16,2 1 0-16,-2 0 0 16,2-3 0-16,-3-5 0 15,0-2 0-15,4-8 0 16,-6 0 0-16,3-5 0 0,-3-1 0 15,-2-11 0-15,0 10 0 16,0-10 0-16,0 0-9 16,2 10-47-16,-2-10-32 0,11-8 0 15</inkml:trace>
  <inkml:trace contextRef="#ctx0" brushRef="#br2" timeOffset="276">19128 10114 394 0,'0'0'6'0,"0"0"3"0,0-10 3 0,0 10 1 16,-2-10 1-16,2 10 1 0,-5-10-1 15,5 10 1-15,-12-8-6 16,1 8-4-16,-3 8-2 16,1 5-1-16,1-1-2 15,0 8 0-15,-1 2 0 16,6 1 0-16,4 4 0 0,3-4 0 15,7-4 0-15,7-1 0 16,5-4 0-16,6-4 0 16,2-5 0-16,1-2 0 0,2-3 0 15,-1-3 0-15,-1-9 0 16,-7-1 0-16,0-6 0 16,-7-1 0-16,-3-5 0 15,-9-2 0-15,-2 2 0 0,-7-2 0 16,-6-1 0-16,-4 3 0 15,-1 6 0-15,-4 6 0 16,0 4 0-16,2 6 0 16,-1 3 0-16,7 5 0 15,1 5-14-15,8 5-71 0,5 5-2 16</inkml:trace>
  <inkml:trace contextRef="#ctx0" brushRef="#br2" timeOffset="277">19762 10057 468 0,'0'0'4'0,"0"0"0"0,0 0 1 0,0 0-1 0,-10 0 1 0,10 0 0 15,-15 0 0-15,3 11 0 16,-2 0-3-16,3 7-1 16,-2-1-1-16,8 6 0 15,1-1 0-15,4 0 1 0,7 1-1 16,8-3 2-16,10-8-2 16,-1-2 0-16,9-6 0 15,2-1 0-15,0-6 0 16,-3-4 0-16,3-8 0 0,-10-2 0 15,-4-3 0-15,-5-4 0 16,-11 1 0-16,-5-4 0 16,-8 3 0-16,-9-1 0 15,-8 4 0-15,1 6 0 16,-6 3 0-16,2 10 0 0,-2-1 0 16,5 6 0-16,0 7-2 15,11 2-17-15,1 17-50 16,10-11-17-16</inkml:trace>
  <inkml:trace contextRef="#ctx0" brushRef="#br2" timeOffset="278">20647 10040 393 0,'0'0'8'0,"5"-10"4"0,-5 10 2 0,5-18 1 0,-3 9 1 16,1-1 1-16,-1-1 0 0,-2 0 0 16,0 11-15-16,-10-6-2 15,0 6 0-15,-2 0 0 16,-3 10 0-16,-3 8 0 0,4 1 0 15,1 1 0-15,6 5 0 16,4 0 0-16,6 0 0 16,9 0 0-16,10-8 0 15,6-3 0-15,9-3 0 0,5-6 0 16,5-3 0-16,-1-4 0 16,3-10 0-16,-4-4 0 15,-3-3 0-15,-10-9 0 16,-7 0 0-16,-10-3 0 15,-12-2 0-15,-3 2 0 0,-15 1 0 16,-10 5 0-16,-5 5 0 16,-7 8 0-16,0 10 0 15,-4 2 0-15,7 12 0 0,-4 5-23 16,13 11-62-16,6-3-4 16</inkml:trace>
  <inkml:trace contextRef="#ctx0" brushRef="#br2" timeOffset="279">18333 11132 395 0,'0'0'7'0,"0"0"2"16,-10-12 2-16,10 12 2 15,-14-14 1-15,3 6 0 0,2 3 0 16,-3 1 0-16,-4 4-7 16,2 6-1-16,-4 9-3 15,6 5-2-15,-1 5 2 16,1 2-3-16,-1 5 0 0,8 0 0 16,5 0 0-16,0-4 0 15,13-1 0-15,6-4 0 16,4-7 0-16,7-6 0 0,4-7 0 15,1-3 0-15,2-3 0 16,-1-7 0-16,-4-6 0 16,-2-4 0-16,-8-5 0 15,-7 1 0-15,-5-10 0 0,-8 3 0 16,-2-2 0-16,-10 3 0 16,-5 3 0-16,-2 5 0 15,-3 5 0-15,-3 6 0 16,4 7 0-16,-1 4 0 15,5 7-2-15,2 6-20 0,4 4-62 16,9 0-3-16</inkml:trace>
  <inkml:trace contextRef="#ctx0" brushRef="#br2" timeOffset="280">19307 10969 487 0,'0'0'4'0,"0"0"1"0,0 0 0 0,0 0 0 0,0 0 0 15,10 7-5-15,-8 4 0 16,-2 3 0-16,0 3 0 0,-2 8 0 15,0 0 0-15,2 7 0 16,0 0 0-16,0 1 0 16,0-4 0-16,0 1 0 15,2-3 0-15,0-2 0 16,-2-8 0-16,6 1-28 0,-3-3-58 16,-1-5-3-16</inkml:trace>
  <inkml:trace contextRef="#ctx0" brushRef="#br2" timeOffset="281">19916 10999 412 0,'0'0'7'0,"0"-7"3"0,0 7 2 0,0-16 1 15,0 7 1-15,-4-1 0 0,1 0-1 16,3 10 1-16,-18-8-12 16,6 8-2-16,-1 10 0 15,1 8 0-15,-1 4 0 0,1 1 0 16,10 6 0 0,-1-2 0-16,3 3 0 0,10-6 0 15,10-1 0-15,-1-3 0 16,9-10 0-16,2-3 0 15,2-5 0-15,0-2 0 0,0-8 0 16,1-6 0-16,-6-3 0 16,-4-8 0-16,-8-2 0 15,-8-2 0-15,-4-7 0 0,-3 4 0 16,-10 0 0-16,-8 2 0 16,-4 3 0-16,-3 7 0 15,-2 8 0-15,-5 7 0 16,7 5 0-16,-5 2 0 15,12 10 0-15,2 4-14 0,7 3-27 16,9 6-45-16,6-2-1 16</inkml:trace>
  <inkml:trace contextRef="#ctx0" brushRef="#br2" timeOffset="282">20917 10837 351 0,'0'0'8'0,"0"0"5"0,0 0 3 0,0-6 1 16,0 6 1-16,0 0 0 15,0-11 0-15,0 11 1 0,0 0-8 16,-12 0-5-16,3 5-3 16,0 7-1-16,0 4-1 15,-1 1-1-15,2 7 1 16,3 0-1-16,3 0 0 16,4 1 2-16,6-5 0 15,7-1 0-15,7-7 1 0,3 1-3 16,5-11 0-16,2-2 0 15,1-2 0-15,-3-11 0 16,-1-4 0-16,-5-3 0 0,-3-7 0 16,-9-1 0-16,-6-4 0 15,-6-2 0-15,-9-1 0 16,-6 6 0-16,-7 4 0 0,-5 5 0 16,-5 10 0-16,-3 7 0 15,0 8 0-15,1 8-10 16,1 12-75-16,8 8-2 15</inkml:trace>
  <inkml:trace contextRef="#ctx0" brushRef="#br2" timeOffset="283">18440 11994 399 0,'0'0'8'0,"0"0"3"0,0 0 2 0,-2-10 1 15,2 10 1-15,-5-8 0 16,5 8 0-16,-18-4 0 0,6 4-9 16,-1 3-6-16,-4 9 0 15,2 5 0-15,-2 3 0 16,6 5 0-16,4 4 0 15,3-1 0-15,4-1 0 16,2 1 0-16,10-6 0 0,3-2 0 16,8-8 0-16,1-2 0 15,3-5 0-15,3-5 0 16,3-5 0-16,-8-2 0 16,2-6 0-16,-7-2 0 15,-3-3 0-15,-10-1 0 0,-3-3 0 16,-4-1 0-16,-6-1 0 15,-11 2 0-15,-4-3 0 16,3 4 0-16,-10 6 0 0,3 8 0 16,-5 3 0-16,3 4 0 15,4 4 0-15,6 11-4 16,2-5-35-16,10 8-46 0,5-2-3 16</inkml:trace>
  <inkml:trace contextRef="#ctx0" brushRef="#br2" timeOffset="284">19213 11914 428 0,'0'0'7'0,"0"0"2"0,0 0 1 0,0 0 0 16,0 0 1-16,-12 1 0 15,12-1 1-15,-18 18-1 0,11-6-9 16,-4 5-2-16,6 5 0 15,1 3 0-15,4-2 0 16,2 2 0-16,5-4 0 16,6-3 0-16,4 2 0 0,8-10 0 15,0-5 0-15,3-5 0 16,4 0 0-16,-5-8 0 16,3-1 0-16,-7-9 0 15,-4 0 0-15,-1-1 0 0,-11-6 0 16,-2 3 0-16,-5 0 0 15,-10-3 0-15,-8 3 0 16,-1 4 0-16,-6 1 0 0,-5 6 0 16,-2 7 0-16,5 4 0 15,-3 3 0-15,7 7 0 16,2 2-10-16,0 3-76 16,19-3-2-16</inkml:trace>
  <inkml:trace contextRef="#ctx0" brushRef="#br2" timeOffset="285">20090 11754 487 0,'0'0'4'0,"0"0"2"0,0-10 1 15,0 10 0-15,0 0-7 0,0 0 0 0,0 0 0 16,-3 5 0-16,1 13 0 16,-2 2 0-16,3 7 0 15,-1 5 0-15,-1 3 0 0,3-1 0 16,0 1 0-16,3-2 0 15,0-7 0-15,3 2 0 16,-3-6 0-16,0-4 0 16,-1-6 0-16,-2-5 0 0,0-7 0 15,0 0 0-15,0 10 0 16,0 5-80-16,0-15-8 16</inkml:trace>
  <inkml:trace contextRef="#ctx0" brushRef="#br2" timeOffset="286">21084 11787 394 0,'0'0'8'0,"0"0"3"0,-5-13 3 15,5 13 0-15,-8-15 1 16,1 5 0-16,-3 4 1 0,-3-8-1 15,1 10-6-15,-7-2-9 16,1 6 0-16,-7 0 0 16,0 6 0-16,0 6 0 0,4 2 0 15,-2 7 0-15,3 1 0 16,5 3 0-16,7-1 0 16,6 1 0-16,4-3 0 0,11 2 0 15,7-13 0-15,4-1 0 16,6-2 0-16,2-6 0 15,1-2 0-15,2-8 0 16,-8-4 0-16,0-7 0 0,-4-4 0 16,-5-4 0-16,-9-8 0 15,-4-10 0-15,-5-2 0 16,0-2 0-16,-5-3 0 16,-2-5 0-16,-4 3 0 15,2 5 0-15,-3 3 0 16,1 6 0-16,-1 14 0 0,5 6 0 15,-4 5 0-15,11 15 0 16,-7 0 0-16,2 10 0 16,5 15 0-16,0 9 0 15,8 9 0-15,-4 8 0 0,9 6 0 16,2 8 0-16,3-3 0 16,1-4 0-16,6 0 0 15,-2-9 0-15,-1-4 0 0,3-9 0 16,-1-5-31-16,-1-6-56 15,0-8-3-15</inkml:trace>
  <inkml:trace contextRef="#ctx0" brushRef="#br2" timeOffset="287">21425 11784 480 0,'0'0'4'0,"0"0"2"0,0 0 1 0,0 0 1 0,0 0-2 0,-5-12-6 16,5 12 0-16,-3-8 0 16,3 8 0-16,0-13 0 15,0 13 0-15,5-8 0 16,-5 8 0-16,17-6 0 0,-2 3 0 15,-3 3 0-15,4 0 0 16,1 0 0-16,1 9 0 16,-6-3 0-16,-3 4 0 15,-1 5 0-15,-5-2 0 0,-3 3 0 16,-3 4 0-16,-7 0 0 16,3 1 0-16,-5-4 0 15,-2-1 0-15,2 2 0 16,0 0 0-16,2-8 0 0,3 0 0 15,7-10 0-15,-10 13 0 16,10-13 0-16,-5 10 0 16,5-10 0-16,0 0 0 0,10 0 0 15,-1 0 0-15,4 0 0 16,2-4 0-16,3-2 0 16,1 2 0-16,1 0 0 15,-3-4 0-15,1 3 0 16,-3 3 0-16,-3-4 0 15,-2 4 0-15,-10 2 0 0,11-2 0 16,-11 2 0-16,0 0 0 16,0 0 0-16,0 0 0 15,0 0 0-15,-4 4-63 0,4-4-27 16</inkml:trace>
  <inkml:trace contextRef="#ctx0" brushRef="#br2" timeOffset="288">21305 12762 452 0,'0'0'5'0,"0"0"3"0,0 0 2 0,0 0 1 0,5 0 0 16,-5 0 1-16,0 0-10 16,2 6-2-16,-2 9 0 15,0 2 0-15,-2 8 0 0,-3 4 0 16,3 3 0-16,2 5 0 16,0-2 0-16,2 3 0 15,5-9 0-15,6 4 0 16,-5-14 0-16,-1 4-81 0,5-7-9 15</inkml:trace>
  <inkml:trace contextRef="#ctx0" brushRef="#br2" timeOffset="289">18425 13012 335 0,'0'0'9'0,"0"0"4"0,0 0 3 0,-15-4 4 0,6 4-1 16,-2 0 1-16,-1 0 1 16,-6 4 0-16,-1 4-9 15,1 7-3-15,-2 3-4 0,8 4-2 16,0 5-1-16,4 0-1 16,5 3 0-16,3 0 0 15,13-3-1-15,4-3 1 16,8-3 1-16,5-10-2 0,7-3 0 15,0-8 0-15,1 0 0 16,-3-9 0-16,2-7 0 16,-2-3 0-16,-10-3 0 15,-5-3 0-15,-8-5 0 0,-10 0 0 16,-2-2 0-16,-4 1 0 16,-12 0 0-16,-2 2 0 15,-1 4 0-15,-6 2 0 0,3 8 0 16,2 8 0-16,0 4 0 15,8 9 0-15,-2 3-26 16,10 7-60-16,4 1-3 16</inkml:trace>
  <inkml:trace contextRef="#ctx0" brushRef="#br2" timeOffset="290">19133 12921 453 0,'0'0'5'0,"0"0"1"0,0 0 1 0,-10-7 0 16,10 7 0-16,-14 2 0 0,3 5 0 15,-3 3 0-15,3 10-5 16,4-1-1-16,0 6-1 15,5 0 2-15,2 0-2 0,9-3 0 16,4-4 0-16,11-3 0 16,1-8 0-16,7-2 0 15,3-5 0-15,6-7 0 0,-4-6 0 16,0-1 0-16,-5-7 0 16,-5-1 0-16,-4-5 0 15,-11 0 0-15,-10-5 0 16,-4 2 0-16,-15-2 0 0,-8 2 0 15,-2 5 0-15,-8 6 0 16,0 1 0-16,1 11 0 16,-2 7 0-16,6 1 0 15,11 16-14-15,1 22-62 16,11-22-10-16</inkml:trace>
  <inkml:trace contextRef="#ctx0" brushRef="#br2" timeOffset="291">20132 12753 475 0,'0'0'4'0,"0"0"1"0,0 0 1 0,0 0 0 15,0 0 0-15,0 0 0 16,-7 7-3-16,-6 3-3 15,-4 7 0-15,3 5 0 0,1 3 0 16,2 5 0-16,2 0 0 16,9-1 0-16,2-1 0 15,11-7 0-15,4-3 0 16,3-5 0-16,5-8 0 0,5-3 0 16,-6-4 0-16,4-6 0 15,-6-6 0-15,1-6 0 16,-9-3 0-16,-3-1 0 15,-9-4 0-15,-2-1 0 16,-13-1 0-16,-6 0 0 0,-6 6 0 16,-5 4 0-16,-4 5 0 15,-1 7 0-15,-3 1-6 0,10 7-79 16,9 7-3 0</inkml:trace>
  <inkml:trace contextRef="#ctx0" brushRef="#br2" timeOffset="292">21149 9478 365 0,'0'0'7'0,"0"0"1"0,0-10 2 0,0 10 0 15,12-11 1-15,6 4 1 16,9 0 1-16,10 0 0 16,13 2-6-16,6-2-1 15,12 4-1-15,2-2-1 0,6 5-1 16,-3 0-1-16,-9 8-1 15,-4 4 0-15,-13 5-1 16,-10 10 1-16,-12 11 0 0,-7 6-1 16,-9 13 1-16,-6 10 0 15,-3 12 0-15,0 10 1 16,0 8-1-16,0 9 0 0,7 6 0 16,1 6 0-16,2 2 0 15,8 4 0-15,-4-6 1 16,6 4 1-16,2 1 2 15,1-3-1-15,-3 3 2 0,2-1-6 16,-2 1 0-16,-3-1 0 16,5 2 0-16,-6-3 0 15,0 1 0-15,0-3 0 16,-2-8 0-16,-1 0 0 16,2-7 0-16,2 1 0 15,-2-11 0-15,-2 2 0 0,1-10 0 16,-3-3 0-16,-1-4 0 15,-1-5 0-15,-4-7 0 16,1-2 0-16,1-11 0 0,-5-4 0 16,3-8 0-16,0-7 0 15,0-9 0-15,-3-5 0 16,2-4 0-16,-2-5 0 16,-2-12 0-16,0 11 0 0,0-11 0 15,-18 1 0-15,4-1 0 16,-6 0 0-16,-10 3 0 15,-3-3 0-15,-8 3 0 16,-7 1 0-16,-7 4 0 0,-7 2 0 16,-3 0 0-16,3 2 0 15,0 3 0-15,7-3 0 16,13 4 0-16,20-7-86 16,5-1-3-16</inkml:trace>
  <inkml:trace contextRef="#ctx0" brushRef="#br2" timeOffset="293">22575 11234 509 0,'0'0'2'0,"0"0"-2"0,-10-2 0 0,10 2 0 15,0 0-3-15,-11-8-12 0,11-2-66 16,0 10-3-16</inkml:trace>
  <inkml:trace contextRef="#ctx0" brushRef="#br2" timeOffset="294">23531 9899 393 0,'0'0'7'0,"0"-11"2"0,0 11 1 0,-7-16 1 16,-5 6 0-16,-3 2 0 16,-6 3 0-16,-5 3 0 0,-10 2-7 15,-2 10-3-15,2 7-1 16,-1 8 0-16,7 7-1 16,8 5 0-16,5 7 0 15,8 6 0-15,9 2 0 0,14 8 1 16,5 4 1-16,6 3-1 15,2 4 1-15,5 4 0 16,2 5 0-16,-3-2 0 16,-1 5 0-16,-3 3 0 0,-4 1 2 15,-4 2 1-15,-3 5 0 16,-3 1 1-16,-4-1 0 16,-2 5-1-16,-4-5 1 15,-1 2-5-15,-2-1 0 0,0-4 0 16,-2-2 0-16,-5-4 0 15,2-6 0-15,1-7 0 16,0-3 0-16,1-7 0 16,1-10 0-16,2-7 0 0,0-8 0 15,0-2 0-15,2-13 0 16,-2 0 0-16,3-5 0 16,-2-1 0-16,2-8 0 15,-3 1 0-15,0-9 0 0,0 12 0 16,0-12 0-16,0 0 0 15,0 0 0-15,13 3 0 16,-3-3 0-16,3 0 0 0,4 0 0 16,3 0 0-16,3-3 0 15,1 3 0-15,3 0 0 16,1 0 0-16,-1 0-7 16,1 3-3-16,-12-3-9 15,5 0-23-15,-6 1-42 0,-5-1-1 16</inkml:trace>
  <inkml:trace contextRef="#ctx0" brushRef="#br2" timeOffset="295">23782 10057 403 0,'0'0'5'0,"0"0"3"0,6-10 2 0,-6 10 2 0,0-10-2 0,0 10 2 15,-4-9-1-15,4 9 1 16,-14 0-5-16,7 9-4 16,-10 9-1-16,9 3-1 15,-4 10-1-15,3 1 0 0,5 3 0 16,4-1 0-16,4-2 0 16,10-1 0-16,1-5 1 15,11-5 0-15,2-9 0 0,2-8 0 16,2-4 0-16,-5-6 1 15,1-10 1-15,-9-6-1 16,-1-7 1-16,-9-6-3 16,-9-3 0-16,-2 1 0 15,-10-2 0-15,-8 9 0 0,-3 1 0 16,-3 11 0-16,-2 11 0 16,3 7 0-16,-2 9 0 15,9 16 0-15,1 10-9 16,12 10-29-16,3 6-46 0,4-1-3 15</inkml:trace>
  <inkml:trace contextRef="#ctx0" brushRef="#br2" timeOffset="296">23934 10832 438 0,'0'0'4'0,"0"0"2"0,0 0 0 0,-12 3 1 0,12-3 0 0,-18 15 0 0,6 0 0 16,0-4 1-16,1 10-5 15,4 1-1-15,7-2 0 0,0 5 0 16,10-5 0-16,3-5 1 16,6-2-1-16,6-7 1 15,2-3-1-15,1-3-2 0,-3-9 0 16,0-4 0-16,-6-8 0 16,-1-6 0-16,-9 0 0 15,-1-4 0-15,-8-5 0 16,-10 4 0-16,-2 0 0 0,-8 5 0 15,0 4 0-15,-5 13 0 16,-2 5 0-16,4 10 0 16,1 5-14-16,7-4-53 15,2 23-19-15</inkml:trace>
  <inkml:trace contextRef="#ctx0" brushRef="#br2" timeOffset="297">24016 11443 436 0,'0'0'3'0,"0"0"1"16,0 0 2-16,-7-3 0 15,7 3 1-15,-13 3 0 16,13-3 0-16,-15 16 1 0,8-3-2 16,-1 2-2-16,3 2-2 15,5 0 1-15,0 1-1 16,5-1 0-16,10-2-1 16,2-8 1-16,1-2-1 0,7-5 0 15,2 0 2-15,-5-10-3 16,1-5 0-16,-8-4 0 15,0-3 0-15,-13-3 0 0,-2 1 0 16,-5-4 0-16,-13 3 0 16,-1 3 0-16,-6 4 0 15,-2 8 0-15,-3 9 0 0,0 1 0 16,7 11-36-16,6 7-47 16,0 7-4-16</inkml:trace>
  <inkml:trace contextRef="#ctx0" brushRef="#br2" timeOffset="298">24036 11872 486 0,'0'0'0'0,"0"0"1"0,-2 18-1 15,2-2 1-15,0 3-1 16,0 11 1-16,2 5 0 16,3 4-1-16,0 3-2 0,4 5-8 15,-1-1-20-15,0-5-50 16,-1-1-3-16</inkml:trace>
  <inkml:trace contextRef="#ctx0" brushRef="#br2" timeOffset="299">24168 9864 375 0,'0'0'6'0,"0"0"3"16,0 0 0-16,0 0 3 16,4 3 0-16,8-3 1 15,6 0 0-15,5 0 1 0,6 0-7 16,9 2-1-16,-1 3-1 15,8 5-3-15,-6 5-1 16,-1 7 0-16,-6 8-1 16,-5 9 1-16,-9 11-1 0,-3 7 1 15,-8 9-1-15,-2 7 1 16,0 11 0-16,-2 3 0 16,-3 9 1-16,2 6-1 15,3 2 0-15,0 2 3 0,2 3-1 16,6 0 0-16,-3 1 0 15,5-4 1-15,2 1-4 16,1-9 0-16,-4-4 0 16,9-2 0-16,-6-10 0 0,3-5 0 15,-2-5 0-15,-1-10 0 16,-2-11 0-16,-1-3 0 16,2-6 0-16,-4-10 0 0,-5-2 0 15,1-8 0-15,-5-2 0 16,-3-5 0-16,0 0 0 15,-11-3 0-15,-3-2 0 16,-11 1 0-16,0 0 0 16,-10 2 0-16,-7-3 0 0,-8 2 0 15,-5 0 0-15,-5 5 0 16,-7 8-50-16,3-7-35 16,2 1-2-16</inkml:trace>
  <inkml:trace contextRef="#ctx0" brushRef="#br2" timeOffset="300">8106 14543 252 0,'0'0'4'0,"0"0"4"0,0 0 1 0,0 0 3 16,-7-7 1-16,7 7 2 16,0 0 0-16,-10-8 0 0,10 8-5 15,0 0-3-15,0 0-2 16,0 0 0-16,0 0-2 16,-5 6-3-16,5-6 1 15,0 14 0-15,0-4 0 16,0 3 1-16,0-1 0 0,0 3-1 15,0-2 2-15,3-2-3 16,-1 0 1-16,3 1-1 16,0-5 1-16,2 3 0 15,6-2-1-15,-1 2 1 0,3-3 0 16,5 1 0-16,5-1-1 16,0 3 1-16,9-3 0 15,3 1 0-15,9-6 0 0,3 2 0 16,8-4 1-16,8 0 0 15,5-6-1-15,11-6 1 16,6-4 0-16,10 2 0 0,5-6 0 16,7-2 1-16,4 1 1 15,6-3 1-15,8-3-1 16,4-1 1-16,3 1 0 16,8 0 0-16,10-3-1 15,3 4-1-15,7-5-2 16,2 6 1-16,3-2-2 0,-3 10 1 15,-3-2-1-15,-5 8 0 16,-9 4 0-16,-5 4 0 16,-13 3 0-16,-12 8 1 0,-13 2-1 15,-5 5 0-15,-11 2 0 16,-9 4 1-16,-9 0 0 16,-8 2-1-16,-7 2 1 15,-9 1 0-15,-3 2-1 0,-13-1 1 16,-2-5 0-16,-9 3 0 15,-4-5 0-15,-5-3-1 16,-3-1 1-16,-5-9-1 16,-2-7 1-16,4 9 0 15,-4-9 0-15,0 0 0 0,0 0 0 16,0 0 0-16,10-5 0 16,-6-5 0-16,4-4-1 15,2-4 0-15,5-1 0 16,7-4-1-16,3-2 1 0,8-4-2 15,6 0 1-15,8-2 0 16,8-1-1-16,4 1 1 16,6 0-1-16,9-1 1 15,11 4 0-15,2-1 1 0,9-1 1 16,6 5-1-16,5-2 1 16,8 5 0-16,4 0 0 15,3 4 0-15,5 1 0 16,-1 5-1-16,-1 5 0 0,4-2 0 15,0 7 0-15,-5 2 0 16,0 0 0-16,-2 2 0 16,-3 4 1-16,-2 1-1 15,0 0 0-15,-2 1 1 0,-9 2-1 16,6-3 0-16,-9 1 0 16,4-4 1-16,-1-1-1 15,-5-3 0-15,2-5 0 16,-6-3 0-16,2-4 0 0,-7-6 0 15,-3-1 0-15,-7-3 0 16,-12-6 1-16,-8-1 0 16,-11-1 0-16,-8 0 0 0,-10-4 1 15,-8 1 0-15,-6 1-1 16,-4 3 1-16,-5-4-1 16,-3 7-1-16,-2-2 0 15,-5 8-2-15,0 0-6 16,0 5-21-16,-7 5-52 0,-1-5-1 15</inkml:trace>
  <inkml:trace contextRef="#ctx0" brushRef="#br2" timeOffset="301">8857 14872 383 0,'0'0'5'0,"0"0"1"0,0 0 2 0,0 0 1 15,-5-9 0-15,5 9 1 16,-20-5 1-16,-3 5 0 16,-7 0-4-16,-7-2-1 15,-2 2-2-15,-9 0 0 0,-4 2-1 16,0 1-1-16,0-1 0 15,2 3 0-15,5-1-1 16,6 3 1-16,4-3-2 0,5 1 1 16,10 3 0-16,6 0-1 15,3 1 1-15,9 3 0 16,2 6-1-16,5 1 1 16,5 3 0-16,2 8 0 15,6 5 1-15,-6 4 0 0,8 6 1 16,-3 7 0-16,1 4 1 15,-4 7-1-15,-1 4-1 16,-3 8-2-16,-3 2 0 0,-2 4 0 16,1 2 0-16,-6 7 0 15,0 0 0-15,0 1 0 16,0 0 0-16,0 2 0 16,-6-2 0-16,6 0 0 15,-5-1 0-15,3-3 0 0,-3 5 0 16,3-4 0-16,-4 2 0 15,4-3 0-15,0-3 0 16,-4-45 0-16,4 6 0 16,-1-1 0-16,1 4 0 0,2-1 0 15,0 2 0-15,0-2 0 16,-2 0 0-16,2 0 0 16,-3 3 0-16,3-3 0 15,0 2 0-15,0-4 0 0,0 2 0 16,0-3 0-16,0 4 0 15,0-9 0-15,0 1 0 16,0-40 0-16,0 32 0 16,3 1 0-16,-3-6 0 15,0 0 0-15,0-5 0 16,0 0 0-16,0-22 0 16,0 25 0-16,-3-3 0 15,3-22 0-15,0 0 0 0,0 0 0 16,-2 10 0-16,2 4 0 15,-3-6 0-15,1 3 0 16,2-11 0-16,0 0 0 16,0 0 0-16,0 0 0 15,0 0 0-15,0 0 0 0,0 0 0 16,0 0 0-16,-2 5 0 16,2 0 0-16,-3-1 0 15,3 2 0-15,-3-1 0 16,3 0 0-16,0-1 0 15,-5 1 0-15,5-5 0 16,0 0 0-16,0 0 0 16,0 0 0-16,0 0 0 0,0 0 0 15,0 0 0-15,0 0 0 16,0 0 0-16,0 0 0 16,0 0 0-16,0 0 0 15,0 0 0-15,2 0 0 16,7 0 0-16,60-7 0 15,-39 2 0-15,7 0 0 16,50-5 0-16,-39 3 0 0,13 2 0 16,-2 0 0-16,9-1 0 15,-1 2 0-15,3 1 0 16,-1-2 0-16,1 3 0 16,-8-1 0-16,-3 3 0 15,-4-2 0-15,-6 2 0 16,-4 0 0-16,-45 0 0 0,35 0 0 15,-2 0 0-15,-14 0 0 16,4 0 0-16,-23 0 0 16,0 0-88-16,14 0-3 15</inkml:trace>
  <inkml:trace contextRef="#ctx0" brushRef="#br2" timeOffset="302">13876 14326 271 0,'0'0'6'0,"0"0"2"0,0 0 6 0,12-3 2 15,-5 3 3-15,4 0 1 16,3-2 2-16,4-1 1 16,4-1-5-16,3 1-2 15,7-5-4-15,13 1-3 0,7-3-2 16,10 1-1-16,11-2-1 16,3-2-2-16,7 1 0 15,1 3-1-15,-2-1-1 16,-7 2 0-16,-11 3 0 0,-6 3 1 15,-14-1-1-15,-10 3 1 16,-8 0 1-16,-11 5 0 16,-8 2 0-16,-7 6 0 15,-2 4 0-15,-5 8-1 16,-6 2 1-16,-4 11 0 0,-1 3-3 16,2 12 0-16,-5 4 0 15,1 12 0-15,-1 5 0 16,0 8 0-16,3 8 0 0,1 1 0 15,2 7 0-15,5 2 0 16,-1-1 0-16,4 5 0 16,7-2 0-16,0 0 0 15,0-1 0-15,5-2 0 0,3-2 0 16,-1 0 0-16,1-3 0 16,-4 0 0-16,5-6 0 15,-5-1 0-15,4-2 0 16,-4-7 0-16,1 0 0 15,-2-4 0-15,3-2 0 0,-4-5 0 16,3-3 0-16,-3-4 0 16,1-1 0-16,-1-7 0 15,0 0 0-15,1-5 0 0,-1 0 0 16,1-7 0-16,-3-22 0 16,2 3 0-16,-2 2 0 15,0-3 0-15,0 2 0 16,0 0 0-16,0-2 0 15,0 2 0-15,0-2 0 0,-2-1 0 16,2-1 0-16,-3 2 0 16,1-3 0-16,-1 1 0 15,1-4 0-15,0 4 0 16,-1-4 0-16,1-1 0 16,-1-1 0-16,1-4 0 0,2-8 0 15,-6 17 0-15,6-17 0 16,-2 11 0-16,2-11 0 15,-5 9 0-15,5-9 0 0,-6 12 0 16,6-12 0-16,-4 10 0 16,4-10 0-16,-5 10 0 15,5-10 0-15,0 0 0 16,-4 10 0-16,4-10 0 0,0 0 0 16,-9 8 0-16,9-8 0 15,-9 7 0-15,9-7 0 16,-20 5 0-16,8-5 0 15,-7 3 0-15,1-3 0 16,-5 0 0-16,-5 0 0 0,-4 0 0 16,-5 0 0-16,-2 2 0 15,-4 0 0-15,-4 1 0 16,-1 0 0-16,-2 1 0 16,4 2 0-16,1-2 0 0,-2-1 0 15,10 2-15-15,4 1-75 16,4-6-4-16</inkml:trace>
  <inkml:trace contextRef="#ctx0" brushRef="#br2" timeOffset="303">8953 15088 402 0,'0'0'4'0,"0"0"3"0,0 0 2 0,0 0 1 15,0 0 1-15,-12 0-1 16,12 0 1-16,-15 16 1 0,6-4-5 15,-2 8-3-15,1 5-2 16,1 4 0-16,6 4-2 16,1 2 1-16,2-4 0 15,5 2 0-15,9-9 0 0,4-2 1 16,1-11-1-16,6-4 1 16,0-7 0-16,3-3 0 15,-3-9 0-15,-1-7 0 16,-1-4 1-16,-6-7-3 15,-7 0 0-15,-5-4 0 0,-5-1 0 16,-10 0 0-16,-10 3 0 16,-5 5 0-16,-7 5 0 0,-3 12 0 15,0 4 0-15,-2 12 0 16,5 8 0-16,7 14-22 16,8-3-63-16,4 2-4 15</inkml:trace>
  <inkml:trace contextRef="#ctx0" brushRef="#br2" timeOffset="304">10315 14994 377 0,'0'0'7'0,"0"0"3"0,-5-7 1 0,5 7 2 0,0 0 0 0,-7-10 1 15,7 10 0-15,-15 0 0 16,5 6-6-16,3 5-3 16,-4 7-2-16,2 7-2 15,-1 2 0-15,4 2-1 16,1 4 1-16,5-4-1 0,5 1 1 15,11-7 0-15,1-8-1 16,7-3 1-16,6-12 0 16,0 0 1-16,2-8 0 15,-2-4 0-15,0-5 2 0,-7-6-1 16,-5-1-1-16,-10-4-2 16,-2-2 0-16,-8-2 0 15,-10 0 0-15,-13 0 0 0,-8 5 0 16,-7 4 0-16,-4 9 0 15,-2 8 0-15,7 9 0 16,-3 22-73-16,17-14-15 16</inkml:trace>
  <inkml:trace contextRef="#ctx0" brushRef="#br2" timeOffset="305">11639 14922 399 0,'0'0'7'0,"0"0"3"0,-4-9 3 16,4 9 2-16,-3-9 2 16,3 9 1-16,-5-11 1 0,5 11-6 15,0 0-13-15,-2-10 0 16,2 10 0-16,0 0 0 16,0 10 0-16,0 7 0 15,0 6 0-15,0 4 0 0,0 4 0 16,0 7 0-16,0 1 0 15,2-1 0-15,3-1 0 16,2-5 0-16,1-5 0 0,0-4-27 16,2-7-62-16,-1-5-3 15</inkml:trace>
  <inkml:trace contextRef="#ctx0" brushRef="#br2" timeOffset="306">13373 14687 397 0,'0'0'7'0,"0"0"2"0,0 0 2 16,0 0 3-16,0 0 0 15,0-7 1-15,0 7 0 16,0 0 1-16,-12-3-7 0,12 3-5 15,-17 8-4-15,9 4 0 16,-1 3 0-16,4 7 0 16,3 3 0-16,2 0 0 15,2 0 0-15,12-3 0 16,7 1 0-16,9-6 0 0,4-8 0 16,6-3 0-16,3-6 0 15,-4-3 0-15,0-8 0 16,-4-5 0-16,-5-4 0 15,-10-5 0-15,-8 0 0 0,-12-2 0 16,-5-3 0-16,-15 0 0 16,-6 6 0-16,-7 4 0 15,-5 8 0-15,1 9 0 0,-5 3 0 16,13 12-27-16,1 8-59 16,8 3-3-16</inkml:trace>
  <inkml:trace contextRef="#ctx0" brushRef="#br2" timeOffset="307">9122 15946 398 0,'0'0'6'0,"0"0"3"0,0 0 2 15,-10-3 3-15,10 3-1 16,0 0 3-16,0 0 0 16,-9-2 0-16,9 2-6 15,0 0-8-15,0 7-2 0,0 3 0 16,2 8 0-16,1 2 0 15,1 7 0-15,1 2 0 16,0 3 0-16,3 3 0 0,-3-2 0 16,2-1 0-16,-4-3 0 15,2-5 0-15,2 0 0 16,-4-8 0-16,1 0-46 16,-1-4-42-16,-3-12-2 15</inkml:trace>
  <inkml:trace contextRef="#ctx0" brushRef="#br2" timeOffset="308">10455 15906 436 0,'0'0'4'0,"0"0"2"0,0 0 0 16,-16 0 1-16,16 0 1 16,-17 0 0-16,4 3-1 0,1 4 1 15,-1 6-3-15,1 6-2 16,3 1 0-16,-2-1-2 15,4 9 1-15,5 0-1 0,2-4 0 16,4-1 0-16,12-7 0 16,1-3 0-16,5-5 1 15,8-8-2-15,2 0 0 0,3-10 0 16,-3-8 0 0,3-1 0-16,-8-5 0 0,-2 1 0 15,-8-5 0-15,-6-1 0 16,-11-4 0-16,-7 3 0 15,-11 9 0-15,-7-3 0 16,-5 10 0-16,-7 4 0 0,1 10 0 16,0 0 0-16,11 5-77 15,0 8-12-15</inkml:trace>
  <inkml:trace contextRef="#ctx0" brushRef="#br2" timeOffset="309">11706 15787 441 0,'0'0'5'0,"0"0"2"0,0 0 2 0,3-7 1 15,-3 7 2-15,0 0-1 16,0-10 1-16,0 10-8 16,-12 0-4-16,2 0 0 0,-3 10 0 15,4 5 0-15,-5 6 0 16,7 5 0-16,-2 0 0 16,6 5 0-16,3 1 0 15,7-2 0-15,3-4 0 0,10-3 0 16,3-8 0-16,4-5 0 15,6-10 0-15,-1 0 0 16,0-15 0-16,0-3 0 16,-2-4 0-16,-11-2 0 15,2-9 0-15,-14 3 0 0,-5-1 0 16,-9 0 0-16,-13 2 0 16,-4 7 0-16,-11 4 0 15,0 11 0-15,-5 2-5 0,3 10-82 16,5 8-1-16</inkml:trace>
  <inkml:trace contextRef="#ctx0" brushRef="#br2" timeOffset="310">13488 15611 429 0,'0'0'5'0,"0"0"2"0,0 0 1 16,0 0 1-16,0 0 1 0,0 0-1 16,-5-7 1-16,5 7-1 15,-15 10-4-15,5 5-3 16,1 2-1-16,1 5-1 16,3 6 0-16,0-1-1 0,5 0 1 15,2-3-1-15,11-3 1 16,4-4 0-16,6-5 1 15,7-9-1-15,1-3 1 16,7-3 0-16,-1-9 1 16,-1-5 0-16,-7-4 0 0,-2-3-2 15,-7-3 0-15,-10 0 0 16,-10-6 0-16,-8 4 0 16,-14 4 0-16,-2 3 0 15,-8 7 0-15,-4 9 0 0,-6 6 0 16,12 13-4-16,13 1-83 15,-3 7-2-15</inkml:trace>
  <inkml:trace contextRef="#ctx0" brushRef="#br2" timeOffset="311">9195 16729 392 0,'0'0'3'0,"0"0"2"0,0 0 1 0,0 0 0 16,0 0 0-16,-2 7 1 16,2-7 1-16,-11 18 0 0,6-6-3 15,-2 5 0-15,1 5-2 16,5-2 1-16,-2 7 0 15,3-2-1-15,0 0 0 16,10-3-1-16,2-2 1 0,3-5-1 16,5-2 0-16,-3-9-1 15,8-1 1-15,0-6 1 16,2-6-1-16,-2-7 2 0,0-4 1 16,-2-5-1-16,-4-1 1 15,-6-4 0-15,-4-2-2 16,-6 1-3-16,-3 2 0 15,-10 2 0-15,-8 0 0 16,-1 10 0-16,-6 6 0 0,0 9 0 16,-2 2 0-16,5 13-19 15,4 1-65-15,6 3-5 16</inkml:trace>
  <inkml:trace contextRef="#ctx0" brushRef="#br2" timeOffset="312">10571 16558 442 0,'0'0'5'0,"0"0"2"0,0 0 3 16,0 0 1-16,0 0 1 16,0 0 0-16,0 0 0 0,0 0-12 15,0 22 0-15,0 4 0 16,0 12 0-16,0 2 0 16,2 9 0-16,2-2 0 15,5-6-38-15,-2 8-48 0,3-13-2 16</inkml:trace>
  <inkml:trace contextRef="#ctx0" brushRef="#br2" timeOffset="313">11794 16446 381 0,'0'0'8'0,"0"0"1"0,0 0 3 0,0 0 2 16,-10-3 1-16,10 3 1 16,-13 0 2-16,6 0-1 0,-3 5-7 15,-1 6-2-15,2 3-5 16,-3 4-3-16,1 7 0 16,2 7 0-16,4 0 0 15,0 3 0-15,5-1 0 16,5 1 0-16,7-8 0 15,6-2 0-15,7-7 0 0,2-11 0 16,5-7 0-16,3 0 0 16,-3-10 0-16,-2-5 0 15,-5-10 0-15,-1-5 0 16,-11-2 0-16,-3-2 0 0,-9-6 0 16,-1 1 0-16,-8-1 0 15,-8 5 0-15,-3 5 0 16,-4 11 0-16,-2 9 0 0,0 7 0 15,6 10 0-15,12 9-87 16,-11 4-2-16</inkml:trace>
  <inkml:trace contextRef="#ctx0" brushRef="#br2" timeOffset="314">13533 16374 372 0,'0'0'6'0,"0"0"4"0,0 0 3 0,0 0 1 0,0 0 1 16,0 0 0-16,-5 0 1 15,5 0 0-15,-20 23-5 16,7-6-5-16,-1 5-2 16,-2 8-3-16,2-3 0 0,4 6-2 15,2-1 1-15,8-3-1 16,3-4 1-16,10-6 0 16,6-6-1-16,8-5 0 15,6-8 3-15,-1-10-1 0,3-8 0 16,3 0 1-16,-6-8 1 15,-2-2 0-15,-8 2 0 16,-5-7-3-16,-10 6 0 0,-7-3 0 16,-9 6 0-16,-14 4 0 15,-2 7 0-15,-10 6 0 16,5 7 0-16,-11 15-83 16,8 0-6-16</inkml:trace>
  <inkml:trace contextRef="#ctx0" brushRef="#br2" timeOffset="315">9311 17340 330 0,'0'0'8'0,"0"0"3"0,0 0 5 0,0 0 0 0,0 0 3 0,-10-7 0 15,10 7 1-15,-9-3 0 16,9 3-7-16,-13 0-3 0,13 0-4 16,-12 3-1-16,12-3-2 15,-15 12-1-15,7-2 0 16,3 5-1-16,0-2 0 16,3 2 0-16,2 2 0 0,0-2-1 15,7 3 0-15,3-4 1 16,3-2-1-16,1 1 0 15,6-3 1-15,1-6-1 16,0-1 1-16,2-3-1 0,0-5 1 16,-3-5 2-16,15-15-3 15,2-16 0-15,-12-5 0 16,-16-1 0-16,-11 5 0 16,-16 10 0-16,-12 7 0 0,-2 18 0 15,15 7 0-15,-6 0 0 16,6 7 0-16,0 4-3 15,4 1-37-15,3 2-47 16,2 1-1-16</inkml:trace>
  <inkml:trace contextRef="#ctx0" brushRef="#br2" timeOffset="316">10514 17350 418 0,'0'0'7'0,"0"0"1"0,0 0 2 15,-3-10 0-15,3 10 2 0,-10-4-1 16,10 4 0-16,-14-3 1 16,3 3-7-16,2 0-2 15,-1 4-1-15,-3 4 0 16,4 1-2-16,-1 2 0 0,-1 4 0 16,4-3 0-16,2 2 0 15,5 4 0-15,0 2 0 16,3-8 0-16,6 4 0 15,7-1 0-15,1-5 0 0,3-3 0 16,2-5 0-16,0-2 0 16,3-2 0-16,0-8 0 15,7-12 0-15,5-19 0 16,-12 0 0-16,-15-6 0 16,-15 8 0-16,-14 6 0 15,-13 13 0-15,-4 11 0 0,4 9 0 16,15 0 0-16,2 7 0 15,5 0-31-15,-4 4-56 16,5 1-3-16</inkml:trace>
  <inkml:trace contextRef="#ctx0" brushRef="#br2" timeOffset="317">11768 17212 392 0,'0'0'7'0,"0"0"4"0,0 0 2 16,0 0 2-16,0-13 1 0,0 13 0 15,0 0 1-15,-12-7 0 16,3 7-10-16,-4 0-7 16,-2 7 0-16,-2 0 0 15,7 1 0-15,3 2 0 0,1 2 0 16,1 1 0-16,0-1 0 16,5 0 0-16,0 1 0 15,5-1 0-15,6 1 0 16,3-1 0-16,1-5 0 15,5-1 0-15,12-2 0 0,18-1 0 16,-1-9 0-16,1-8 0 16,-5-11 0-16,-16-2 0 15,-16-5 0-15,-13 5 0 0,-13 4 0 16,-11 1 0-16,-10 7 0 16,-4 3 0-16,-4 7 0 15,2 5 0-15,2 2 0 16,5 6 0-16,12 9 0 15,13-6-67-15,8-11-22 16</inkml:trace>
  <inkml:trace contextRef="#ctx0" brushRef="#br2" timeOffset="318">13702 16968 373 0,'0'0'8'0,"0"0"5"0,0 0 1 0,-3-9 3 15,3 9 2-15,0 0 2 16,0 0 2-16,-4-10 0 16,4 10-23-16,0 0 0 15,-5 10 0-15,-3 12 0 0,0 13 0 16,4-10 0-16,-1 7 0 15,-2 5 0-15,-2 8-55 16,7 4-35-16</inkml:trace>
  <inkml:trace contextRef="#ctx0" brushRef="#br2" timeOffset="319">1236 14897 214 0,'0'0'11'0,"0"0"7"0,5-4 5 0,-5 4 1 15,3-10 2-15,-3 10 2 16,5-15 1-16,-5 5 1 15,-5 0-10-15,-3 0-5 0,-7 3-7 16,-5-1-1-16,-10 6-2 16,-2-3-2-16,-5 5-1 15,-3 0-1-15,-5 5 0 16,1 1 0-16,1-2-1 16,6 1 1-16,2 0-1 0,3 0 1 15,7 0-2-15,6-2 1 16,3 1-1-16,9 1 1 15,7-5-1-15,-10 17 1 16,10-1-1-16,3 1 0 0,2 5 2 16,4 8-1-16,1 4 1 15,3 8 0-15,-1 5 0 16,1 8 0-16,-1 4 1 16,-2 8-1-16,-2 3 0 0,-1 2-1 15,-2 0 0-15,0 3 0 16,-3-4 0-16,3 5 0 15,-5-7 0-15,0 1 0 16,0-1 0-16,0-3 1 0,-5 3-1 16,0-5 0-16,-2 1 0 15,0-5 0-15,-1 3 0 16,1-4-1-16,-1-1 1 16,3 1-2-16,3-2 2 15,-4-5 1-15,6 0-1 0,0 0 1 16,0-3 0-16,0-1 0 15,0-1 1-15,0-6 1 16,3 2-2-16,0-1 1 0,-3-3 0 16,0 1 0-16,0-3-1 15,2 0 1-15,-2-4 0 16,0-16-2-16,0 2-1 16,0-1 1-16,3 5-1 15,-3-3 1-15,0-1-1 0,0 3 1 16,0 3-1-16,0-3 2 15,0 3 0-15,0 0 0 16,0 0 0-16,0 1 0 16,0 5 0-16,0-1-1 0,0 2 1 15,0 0 0-15,0-2 0 16,0 2-1-16,0-32 0 16,0 30-1-16,0-1 0 15,0-1 0-15,-3 1 0 16,1-1 1-16,2-1-1 0,-3 1 0 15,3-2 1-15,-3 1 0 16,3 1 0-16,-2-3 0 16,2 0 0-16,-3-3 0 15,3 2 0-15,-2-4 0 16,0 3 0-16,-1-4 0 16,3 4 1-16,0-23 0 15,-2 27-1-15,-1 0 0 0,3-27 1 16,-2 25 0-16,2-3-2 15,0-22 2-15,0 0-1 16,-2 12 0-16,2 1 0 16,0-1 1-16,-3 1-1 15,3-13 2-15,0 0-1 16,-2 9-2-16,-2 1 2 16,2 0-1-16,0 4 1 0,2-14-1 15,0 0 1-15,0 0-2 16,0 0 1-16,0 0 0 15,0 0 1-15,0 0-2 16,0 0 1-16,0 0 1 16,-3 4-1-16,1 0 1 0,-1 2-1 15,3-1 1-15,-2 0-2 16,0 0 2-16,-1-1-2 16,-7 2 1-16,10-6 0 15,0 0 1-15,0 0-1 16,3 0 0-16,2 2 2 15,0-2 0-15,52 15 1 16,-27-13-1-16,-3-2-2 16,0 2 0-16,6-2 0 0,-1 3 0 15,3-3 0 1,-1 0 0-16,4 3 0 0,-4 0 0 16,1-2 0-16,-1 2 0 15,-4 0 0-15,0 2 0 16,-5-1 0-16,0 1 0 15,-25-5 0-15,25 8-63 16,-3 2-26-16</inkml:trace>
  <inkml:trace contextRef="#ctx0" brushRef="#br2" timeOffset="320">6949 14762 299 0,'0'0'7'0,"0"0"2"0,0 0 4 15,0 0 0-15,-5-3 0 16,5 3 1-16,0 0 2 0,0 0-1 16,7 0-6-16,3 0-3 15,10 0-1-15,-1-2-2 16,11-1 1-16,6 1 0 16,3-1-1-16,2-2-1 15,5 0 1-15,-4 3-1 0,-2-2 0 16,-2 0 1-16,-12 4-2 15,-3 0 1-15,-3 0-1 16,-6 8 0-16,-3 4 1 0,-6 1-1 16,-3 9 0-16,-2 3 0 15,3 7 0-15,-3 6 0 16,0 5 0-16,-3 7 1 16,1 7-1-16,2 2 1 15,0 8 1-15,0 5 1 0,5 5-1 16,2 2 1-16,0 8-1 15,4-3 2-15,-2 5-2 0,1 3 1 16,3 0-1-16,-3-3 0 16,-1 0-1-16,-1-2 0 15,2-2 0-15,-3-7-1 16,-2 1 0-16,1-1-1 16,-6-4 1-16,0-2 0 15,0-3 0-15,-4 1 1 0,0-4-2 16,-1-2 0-16,0 1 0 15,3-6 0-15,-3-4 0 16,2 1 0-16,1-31 0 16,2 6 0-16,0-7 0 0,-2 3 0 15,-2 1 0-15,2 1 0 16,2-1 0-16,0 1 0 16,-3 1 0-16,1 0 0 15,2 0 0-15,0-3 0 16,-2 0 0-16,-1 5 0 0,3-2 0 15,0-1 0-15,0 1 0 16,0-2 0-16,0-3 0 16,0 3 0-16,0-7 0 0,3 2 0 15,-1-1 0-15,-2-3 0 16,5 1 0-16,-3 0 0 16,-2-20 0-16,0 0 0 15,6 22 0-15,-1 6 0 16,-5-28 0-16,5 19 0 0,-1 1 0 15,-4-20 0-15,0 0 0 16,3 11 0-16,-1-3 0 16,1 3 0-16,-3-1 0 15,0-10 0-15,0 0 0 16,0 10 0-16,0 1 0 16,0-3 0-16,2 5 0 15,-2-13 0-15,0 0 0 0,0 0 0 16,0 0 0-16,0 5 0 15,0 0 0-15,-2 0 0 16,-1-3 0-16,1 6 0 16,2-6 0-16,-15 19 0 15,2-14 0-15,4-3 0 16,-28 11 0-16,12-8 0 16,2-4 0-16,-2 0 0 0,-5-3 0 15,4 2 0-15,-10 1 0 16,1-1 0-16,-2 1-9 15,-2-1-67-15,7-2-11 16</inkml:trace>
  <inkml:trace contextRef="#ctx0" brushRef="#br2" timeOffset="321">1333 15198 409 0,'0'0'6'0,"0"0"2"0,0-13 2 0,0 13 2 0,0-10 2 16,0 10 0-16,-3-14 0 15,3 14 2-15,-19-7-8 16,1 7-8-16,0 1 0 15,-8 9 0-15,0 5 0 0,-3 7 0 16,1 3 0-16,3 7 0 16,6-2 0-16,6 3 0 15,6 1 0-15,7-4 0 16,7-4 0-16,9-2 0 16,8-5 0-16,11-9 0 0,0 0 0 15,2-8 0-15,7-2-4 16,-6 13-64-16,4-16-19 15</inkml:trace>
  <inkml:trace contextRef="#ctx0" brushRef="#br2" timeOffset="322">1569 15205 443 0,'0'0'5'0,"0"0"2"15,0 0 2-15,0 0 0 16,0 0 0-16,0 0 1 0,0 0 0 16,-12 0-1-16,1 13-9 15,2 4 0-15,-1 6 0 16,-2 3 0-16,6 2 0 16,-1 1 0-16,5 1 0 15,2-3 0-15,7-4 0 0,0-7 0 16,8-3 0-16,2-8 0 15,4-5 0-15,1-5 0 16,0-8 0-16,-2-6 0 0,0-3 0 16,-3-6 0-16,-4 1 0 15,-8-7 0-15,-3-1 0 16,-2-2 0-16,-7 2 0 0,-8 3 0 16,-2 1 0-16,-6 10 0 15,3 6 0-15,-5 7 0 16,3 8 0-16,4 8 0 15,4 9 0-15,2 2 0 16,11 9 0-16,1 2 0 0,5 0 0 16,8-3 0-16,4 0 0 15,5-4 0-15,6-9-8 16,4-18-61-16,0 6-18 16</inkml:trace>
  <inkml:trace contextRef="#ctx0" brushRef="#br2" timeOffset="323">1863 15294 450 0,'0'0'3'0,"0"0"2"0,-3 15 1 16,0-6 0-16,0 7 1 16,3-1 0-16,0 4 1 0,0 4-1 15,0-3-5-15,6 2-7 16,-6-1-21-16,7-5-56 15,3 1-4-15</inkml:trace>
  <inkml:trace contextRef="#ctx0" brushRef="#br2" timeOffset="324">2610 15322 457 0,'0'0'4'0,"0"0"2"0,0 0 2 0,0 0 1 15,0 0 0-15,0 0 1 0,0 0-2 16,0 0-8-16,0 0 0 16,5 0 0-16,5 0 0 15,3 0 0-15,6 0 0 16,6 0 0-16,2-6 0 0,10 6-15 15,-2-2-72-15,1-5-1 16</inkml:trace>
  <inkml:trace contextRef="#ctx0" brushRef="#br2" timeOffset="325">3045 15136 477 0,'0'0'3'0,"0"0"1"15,0 0 1-15,-2-10 0 16,2 10 0-16,-16-5 0 16,4 5 0-16,0 0-3 0,-6 5-2 15,0 5 0-15,2 1 0 16,0 7 0-16,3 0 0 15,7 1 0-15,4-1 0 16,2 2 0-16,4-5 0 0,8 2 0 16,6-2 0-16,1-3 0 15,9 1 0-15,-3-3 0 16,0 0 0-16,-5-1 0 16,-1-1 0-16,-3-1 0 0,-7 0 0 15,-6 3 0-15,-3-10 0 16,-10 15 0-16,-8-7 0 15,2 2 0-15,-5-5 0 0,-4 2 0 16,0-7 0-16,4 5-3 16,-2-5-14-16,9-25-56 15,3 18-14-15</inkml:trace>
  <inkml:trace contextRef="#ctx0" brushRef="#br2" timeOffset="326">3316 15077 493 0,'0'0'4'16,"0"0"0"-16,0 0 0 0,0 0 2 15,-5 4-6-15,-5 6 0 16,-2 3 0-16,-6 4 0 16,1-1 0-16,-3 9 0 15,-1 3 0-15,9 2 0 0,0-2 0 16,8-4 0-16,4-5 0 15,7-1 0-15,7-9 0 16,6-3 0-16,3-6 0 0,3-2 0 16,2-11 0-16,-3-5 0 15,0-1 0-15,-5-5 0 16,-1-4 0-16,-11 1 0 16,-2-4 0-16,-6 5 0 0,-6-4 0 15,-6 3 0-15,-5 2 0 16,-1 5 0-16,-5 2 0 15,4 11 0-15,4 6 0 16,0 2 0-16,0 12 0 0,8 8 0 16,2 4 0-16,5 3 0 15,2 2 0-15,10-1 0 16,4-4 0-16,11-12-81 16,-5 9-7-16</inkml:trace>
  <inkml:trace contextRef="#ctx0" brushRef="#br2" timeOffset="327">3631 15183 491 0,'0'0'2'0,"0"0"-1"0,-5 10 1 0,3-1 0 0,0 7 0 15,-1-1 1-15,1 4-1 0,-2 6 0 16,4 2-7-16,-7-2-13 15,-7 2-65-15,14-2-3 16</inkml:trace>
  <inkml:trace contextRef="#ctx0" brushRef="#br2" timeOffset="328">1438 16055 414 0,'0'0'6'0,"0"-10"2"0,0 10 2 0,-4-18 2 0,0 9 0 15,-4-1 0-15,-2-2 1 16,-2 3 0-16,-3 8-5 0,-2 1-5 16,-3 7-3-16,-3 0 0 15,1 5 0-15,0 3 0 0,4 3 0 16,-1 2 0 0,8-1 0-16,4-1 0 0,4 2 0 15,3 0 0-15,10-3 0 16,8 1 0-16,6-4 0 15,-1 1 0-15,4 0 0 0,3-3 0 16,-3-2 0-16,-4 1 0 16,-1-3 0-16,-7 3 0 15,-5-1 0-15,-5 5 0 16,-5-8 0-16,-7 3 0 16,-5 2 0-16,-6-2 0 0,-7 1 0 15,-5-3 0-15,0 3 0 16,-2-4-3-16,2 0-3 15,-2-4-6-15,10 2-22 0,4-2-52 16,6-3-2-16</inkml:trace>
  <inkml:trace contextRef="#ctx0" brushRef="#br2" timeOffset="329">1700 16035 475 0,'0'0'4'0,"0"0"0"0,-2-10 2 16,2 10 0-16,-12 0 1 0,0 0-1 15,4 8-3-15,-7-1-3 16,0 9 0-16,-2 5 0 16,4 4 0-16,-1-3 0 15,3 6 0-15,4-3 0 0,4-4 0 16,6-1 0-16,7-5 0 15,7-7 0-15,1-3 0 16,6-5 0-16,-1-5 0 16,4-10 0-16,1-3 0 0,-1-2 0 15,-4-5 0-15,-2 1 0 16,-8-3 0-16,-8-1 0 16,-5 0 0-16,-2 5 0 15,-14-2 0-15,-5 3 0 0,-2 9 0 16,-2 1 0-16,-2 9 0 15,-1 3 0-15,9 8 0 16,-4 5 0-16,11 4 0 16,6 7 0-16,4 1 0 0,7 0 0 15,10-1 0-15,5-1 0 16,8-3 0-16,7-8-15 16,4-19-61-16,5 8-12 15</inkml:trace>
  <inkml:trace contextRef="#ctx0" brushRef="#br2" timeOffset="330">2024 16067 479 0,'0'0'3'0,"0"0"1"0,-3 6 0 16,3-6 1-16,-4 17 1 16,1-5-1-16,3 5 0 15,-3 6-5-15,3-4 0 16,0 6 0-16,0-3 0 0,6 7-15 15,-6-8-70-15,7-2-3 16</inkml:trace>
  <inkml:trace contextRef="#ctx0" brushRef="#br2" timeOffset="331">2928 15987 415 0,'0'0'7'0,"0"0"2"0,0-11 4 16,0 11 1-16,-2-14 1 15,2 14 0-15,-8-16 1 16,8 16-9-16,-18-13-7 16,4 11 0-16,-4 4 0 0,1 13 0 15,-8 3 0-15,3 3 0 16,2 7 0-16,-1 5 0 15,9-1 0-15,3 0 0 0,6-1 0 16,6-7 0-16,10-3 0 16,3-3 0-16,10-6 0 15,3-9-6-15,11-18-78 16,-3 13-6-16</inkml:trace>
  <inkml:trace contextRef="#ctx0" brushRef="#br2" timeOffset="332">3249 15874 458 0,'0'0'5'15,"0"0"2"-15,0 0 1 16,-6-2 1-16,6 2 1 16,-12 0-1-16,0 2-4 15,-1 5-5-15,1 8 0 0,-6 2 0 16,2 8 0-16,-5-1 0 15,3 4 0-15,6 2 0 16,5 2 0-16,2-4 0 0,5-4 0 16,3-4 0-16,6-5 0 15,7-5 0-15,5-7 0 16,9-3 0-16,-5-3 0 16,5-9 0-16,0-3 0 15,-2-3 0-15,-6-5 0 0,-7 4 0 16,-6-6 0-16,-5 0 0 15,-4-1 0-15,-13 1 0 16,-2 0 0-16,-5 2 0 16,-5 6 0-16,2 2 0 0,-1 8 0 15,4 7 0-15,2 0 0 16,6 12 0-16,3 4 0 16,9 0 0-16,0 7 0 15,7 2 0-15,13-4 0 0,-1 2 0 16,15-3-11-16,-3 9-55 15,9-18-20-15</inkml:trace>
  <inkml:trace contextRef="#ctx0" brushRef="#br2" timeOffset="333">3689 15888 461 0,'0'0'3'0,"0"0"2"0,-5 5 0 0,2 4 1 15,-1 2 1-15,-2 9 0 16,3 5 0-16,-4 3 1 16,0 6-6-16,0 1-5 15,3 4-26-15,1-2-54 0,-1-1-4 16</inkml:trace>
  <inkml:trace contextRef="#ctx0" brushRef="#br2" timeOffset="334">1509 16902 459 0,'0'0'3'0,"0"0"2"16,-12-3 1-16,12 3 1 0,-15-5 0 16,5 5 1-16,2 0-1 15,-2 4 2-15,6 7-9 16,-1 2 0-16,2 4 0 15,3 5 0-15,0 1 0 16,10 1 0-16,1-1 0 0,5 0 0 16,7-9 0-16,2-2 0 15,5-6 0-15,5-6 0 16,-1 0 0-16,3-13 0 16,-2-2 0-16,0-2 0 0,-8-6 0 15,-2 1 0-15,-7-2 0 16,-11-1 0-16,-7 2 0 15,-2 1 0-15,-14 4 0 0,-5 2 0 16,0 0 0-16,-1 7 0 16,0 6 0-16,0 3 0 15,4 5 0-15,3 5-24 16,-22 3-62-16,37 3-4 16</inkml:trace>
  <inkml:trace contextRef="#ctx0" brushRef="#br2" timeOffset="335">2953 16768 474 0,'0'0'3'0,"0"0"1"0,0 0 1 16,0 0 1-16,-12-7 0 16,12 7 0-16,-19 5 1 15,13 8-7-15,-7 1 0 0,3 5 0 16,5 2 0-16,3 6 0 15,2-3 0-15,5 1 0 16,7-5 0-16,7-5 0 16,10-8 0-16,3-4 0 15,2-3 0-15,1-10 0 0,0-5 0 16,-1-2 0-16,0-1 0 16,-13-3 0-16,-3-2 0 0,-11 0 0 15,-7 7 0-15,-12-5 0 16,-14 7 0-16,-5 1 0 15,-12 6 0-15,4 5 0 16,-3 2 0-16,5 4 0 16,-1 4-13-16,14 6-75 0,8-4-3 15</inkml:trace>
  <inkml:trace contextRef="#ctx0" brushRef="#br2" timeOffset="336">4712 16580 447 0,'0'0'5'0,"0"0"1"0,0 0 3 0,0 0 0 16,-10 0 2-16,10 0-1 16,-15 5 1-16,5 5-8 15,-2 1-3-15,4 10 0 16,-1 1 0-16,-1 5 0 16,5 3 0-16,2 5 0 0,0-3 0 15,3 3 0-15,0-10-22 16,9 0-64-16,0-6-4 15</inkml:trace>
  <inkml:trace contextRef="#ctx0" brushRef="#br2" timeOffset="337">4613 15027 444 0,'0'0'4'0,"0"0"1"0,0 0 1 16,-10-8 0-16,10 8 1 15,-10 0 0-15,10 0 1 0,-17 10-1 16,6 0-3-16,2 5-2 15,-3 2 0-15,3 5-2 16,5 1 0-16,1-2 1 0,3 4-1 16,7-4 0-16,6-4 0 15,7-7 0-15,5-2 1 16,0-8 0-16,2 0 1 16,-2-8 2-16,3-2-4 15,-9-7 0-15,-1-1 0 0,-6-1 0 16,-8-4 0-16,-4 1 0 15,-2-2 0-15,-10 4 0 16,-3 0 0-16,-7 2 0 0,-3 8 0 16,2 9 0-16,-2 1 0 15,4 6 0-15,8 19-6 16,13 2-82-16,-3 5-2 16</inkml:trace>
  <inkml:trace contextRef="#ctx0" brushRef="#br2" timeOffset="338">4710 15847 488 0,'0'0'2'0,"-8"-3"1"0,-2-2 0 0,-2 3 1 16,-3-1 0-16,-2 0-1 15,-4 3 1-15,0 0-4 16,0 3 0-16,1 7 0 0,6 0 0 16,4 4 0-16,4 2 0 15,6-1 0-15,6-3 0 16,9 0 0-16,5-6 0 0,1-2 0 15,7-4 0-15,4-4 0 16,0-9 0-16,-4 1 0 16,-3-4 0-16,-2 0 0 0,-9-4 0 15,-3-1 0-15,-11 5 0 16,-3-1 0-16,-12 4 0 16,-2 5 0-16,-6 8 0 15,-2-3 0-15,7 9-34 16,-3 4-52-16,8-2-4 0</inkml:trace>
  <inkml:trace contextRef="#ctx0" brushRef="#br2" timeOffset="339">5427 14972 433 0,'0'0'5'0,"0"0"3"0,3-7 1 16,-3 7 3-16,0-13 0 16,0 13 2-16,0-12 0 0,0 12-10 15,0-13-4-15,0 13 0 16,0 0 0-16,-5 6 0 15,0 6 0-15,-2 5 0 0,0 4 0 16,-4 5 0-16,-3 4 0 16,-2-1 0-16,4 1 0 15,-6-2 0-15,4-7 0 16,1 3 0-16,-1-8 0 16,4-3 0-16,2-5 0 0,8-8 0 15,-12 10 0-15,12-10 0 16,0 0 0-16,0 0 0 15,5 0 0-15,5-3 0 0,2 0 0 16,3-1 0-16,2-2 0 16,4 4 0-16,0 0 0 15,7-1 0-15,-8 1 0 16,7 2-9-16,-7 2-76 16,2 1-3-16</inkml:trace>
  <inkml:trace contextRef="#ctx0" brushRef="#br2" timeOffset="340">5614 15113 469 0,'0'0'4'16,"0"0"0"-16,0 0 2 16,0 0-1-16,0 0 0 0,5 8 0 15,-2 2 1-15,-1 2-1 16,1 0-3-16,2 12-4 15,-3-5-5-15,3 6-10 16,-3-3-66-16,6-1-3 16</inkml:trace>
  <inkml:trace contextRef="#ctx0" brushRef="#br2" timeOffset="341">6153 14933 474 0,'0'0'3'16,"0"0"2"-16,0 0 1 15,0-13 1-15,0 13 0 16,-15-10 0-16,5 8-5 0,-8-1-2 15,-1 3 0-15,-3 10 0 16,-3 5 0-16,1 7 0 16,-1 0 0-16,6 6 0 15,3 4 0-15,3-2 0 0,8-1 0 16,5-4 0-16,7 0 0 16,9-6 0-16,0-2 0 15,10-6 0-15,3-6 0 0,1 0 0 16,0-5-32-16,2-2-53 15,1-6-4-15</inkml:trace>
  <inkml:trace contextRef="#ctx0" brushRef="#br2" timeOffset="342">6395 14893 482 0,'0'0'3'16,"0"0"2"-16,0 0 1 15,0 0 0-15,0 0 0 0,-13 0-3 16,13 0-3-16,-20 7 0 16,7 3 0-16,-1 7 0 15,-4 3 0-15,6 5 0 0,-1 2 0 16,6 3 0-16,0 0 0 16,7-5 0-16,0-1 0 15,9-6 0-15,4-7 0 16,4-1 0-16,1-6 0 0,4-4 0 15,-3-5 0-15,2-5 0 16,2-3 0-16,-9-6 0 16,1-4 0-16,-5 1 0 0,-5-8 0 15,-5-2 0-15,-5 0 0 16,-8 0 0-16,-5-1 0 16,-1 9 0-16,0 2 0 15,-1 6 0-15,2 9 0 16,1 5 0-16,-1 4 0 15,8 5 0-15,3 9 0 0,5 1 0 16,2 2 0-16,2 4 0 16,10-1 0-16,4-2 0 15,3 2 0-15,6-2 0 0,0-8 0 16,6 6-37 0,2-8-49-16,0-8-2 0</inkml:trace>
  <inkml:trace contextRef="#ctx0" brushRef="#br2" timeOffset="343">6737 14920 487 0,'0'0'2'0,"0"0"2"0,0 0 0 0,-9 2 1 0,3 9 1 16,-1 3-3-16,2 4-3 0,0 1 0 15,0 6 0-15,3 3 0 16,-2 3 0-16,2-6-25 15,2 5-60-15,0-2-5 16</inkml:trace>
  <inkml:trace contextRef="#ctx0" brushRef="#br2" timeOffset="344">5400 15781 240 0,'0'0'6'0,"0"0"4"0,0 0 4 0,0 0 4 0,0 0 3 15,0 0 3-15,0 0 2 16,0 0 3-16,0 0-4 16,0 0-3-16,0 0-3 15,0 0-3-15,0 0-3 0,-5-1-3 16,5 1-2-16,-2 5-2 15,-3 5-2-15,-5 1-4 16,3 7 0-16,-1 2 0 16,-7 3 0-16,2 2 0 0,-1-1 0 15,-4 1 0-15,3-4 0 16,-2-3 0-16,3-2 0 16,0-2 0-16,2-4 0 15,5-5 0-15,7-5 0 16,-10 5 0-16,10-5 0 0,0 0 0 15,5 0 0-15,7-5-2 16,0-2 1-16,9 1 0 16,1-1 1-16,3 2-1 0,-1-5 1 15,4 6-2-15,2-2-1 16,-8-1-7-16,6-5-45 16,-3 9-30-16,-8-1-1 15</inkml:trace>
  <inkml:trace contextRef="#ctx0" brushRef="#br2" timeOffset="345">5624 15906 467 0,'0'0'3'0,"0"0"2"0,8 12 0 0,-1-1 0 16,-2-2 1-16,3 9 0 15,-3-3 0-15,2 4-2 0,-2-1-8 16,2 4-20-16,15-4-59 16,-17-7-4-16</inkml:trace>
  <inkml:trace contextRef="#ctx0" brushRef="#br2" timeOffset="346">6168 15715 435 0,'0'0'6'0,"0"0"2"0,0-10 2 15,0 10 1-15,-5-18 2 0,5 18-1 16,-10-11 1-16,10 11-10 16,-18-10-3-16,7 10 0 15,-3 2 0-15,-2 6 0 16,-2 2 0-16,3 5 0 0,0-1 0 16,5 6 0-16,1-3 0 15,4 5 0-15,5-5 0 16,0 1 0-16,12 0 0 15,0-3 0-15,6-3 0 16,4 1 0-16,2-3 0 0,1-1 0 16,1-3 0-16,-1 1 0 15,-5 3 0-15,-6-3 0 0,-2 0 0 16,-6 6 0 0,-6-3 0-16,-6 2 0 0,-9-2 0 15,-2 2 0-15,-2 1 0 16,-9-1 0-16,3-2 0 15,-5-2 0-15,5 2 0 16,1-8-24-16,-3 0-61 0,12-2-5 16</inkml:trace>
  <inkml:trace contextRef="#ctx0" brushRef="#br2" timeOffset="347">6508 15681 504 0,'0'0'3'0,"0"0"1"0,0 0-4 0,0 0 0 0,0 0 0 16,-9 0 0-16,-1 6 0 16,-1 8 0-16,-6-3 0 15,5 10 0-15,-5-2 0 0,7 6 0 16,-1 0 0-16,7 0 0 15,4-3 0-15,0-3 0 16,7-3 0-16,3-4 0 16,5-6 0-16,5-4 0 0,-1-2 0 15,4-8 0-15,0-7 0 16,2 1 0-16,-4-6 0 16,-5-3 0-16,1-3 0 15,-9 1 0-15,-6-5 0 0,-2-1 0 16,-7 5 0-16,-12 1 0 15,6 0 0-15,-10 5 0 16,3 6 0-16,-3 9 0 0,4 1 0 16,1 8 0-16,4 8 0 15,1 8 0-15,8 5 0 16,5 0 0-16,2 4 0 16,11-2 0-16,2 3 0 15,7-8 0-15,3-4 0 16,8 1-21-16,11-6-66 0,-12-8-3 15</inkml:trace>
  <inkml:trace contextRef="#ctx0" brushRef="#br2" timeOffset="348">6968 15721 504 0,'0'0'2'0,"0"0"3"16,-12 8-5-16,12-8 0 0,-10 16 0 15,4-1 0-15,1 2 0 16,-2 4 0-16,3 5 0 16,-1 2 0-16,2 1 0 0,-1-1 0 15,4-6-42-15,0 8-47 16,-4-5-2-16</inkml:trace>
  <inkml:trace contextRef="#ctx0" brushRef="#br2" timeOffset="349">6126 16537 487 0,'0'0'4'0,"0"0"1"0,0 0 0 0,0 0 2 0,-7-7-4 0,7 7-3 16,-18 6 0-16,8 4 0 15,1 6 0-15,-4 7 0 16,5 1 0-16,1 1 0 16,5 5 0-16,2-2 0 0,6-3 0 15,9-6 0-15,8-4 0 16,5-8 0-16,-1-4 0 16,5-3 0-16,0-7 0 0,1-6 0 15,-8-5 0-15,0-4 0 16,-11 0 0-16,-4-3 0 15,-10 1 0-15,-7 0 0 16,-8 1 0-16,-7 2 0 0,-6 7 0 16,-7 3 0-16,3 10 0 15,-7 1-35-15,9 1-55 16,2 10-3-16</inkml:trace>
  <inkml:trace contextRef="#ctx0" brushRef="#br2" timeOffset="350">1733 17531 372 0,'0'0'5'15,"0"0"3"-15,0 0 3 0,0 0 1 0,0 0 1 16,-10 3 1-16,10-3 1 16,-10 4 0-16,10-4-4 15,-13 16-3-15,13-16-3 16,-12 19-2-16,5-9-1 0,0 2-1 16,3 4-1-16,0 2 1 15,1-2-1-15,3 1 0 16,0 1 1-16,5 0-1 0,6-4 1 15,1-2-1-15,3-2 1 16,0-2 0-16,-1-3 1 16,6-5 0-16,-2 0 0 15,1-5 1-15,-1-6-1 16,-6-3-2-16,4 2 0 0,-7-6 0 16,-2 1 0-16,-1-3 0 15,-6 3 0-15,0 2 0 16,-6-2 0-16,-3 7 0 15,-3 0-12-15,1 5-18 0,11 5-54 16,-17-5-3-16</inkml:trace>
  <inkml:trace contextRef="#ctx0" brushRef="#br2" timeOffset="351">2997 17467 464 0,'0'0'3'0,"0"0"1"0,0 0 2 0,0 0 0 0,0 0 0 15,0 0 1-15,-9-8 0 16,9 8 1-16,-10 5-8 16,5 3 0-16,-1 4 0 15,-1 1 0-15,5 1 0 0,-1-1 0 16,-1 6 0-16,1 1 0 15,3-2 0-15,5-1 0 16,2 0 0-16,4-2 0 16,3-3 0-16,5-4 0 0,4 2 0 15,-3-8 0-15,3-2 0 16,2-2 0-16,-6-8 0 16,1-3 0-16,1-4 0 15,-7-2 0-15,-2-3 0 16,-4-1 0-16,-3 1 0 0,-5 6 0 15,-5 2 0-15,-8 4 0 16,-1 0-12-16,-2 5-39 16,2 3-36-16,-1 2-2 15</inkml:trace>
  <inkml:trace contextRef="#ctx0" brushRef="#br2" timeOffset="352">4645 17420 488 0,'0'0'3'0,"0"0"0"0,0 0 1 0,0 0 1 16,-2-14 1-16,2 14-4 16,-10 0-2-16,10 0 0 15,-15 4 0-15,5 3 0 16,-1 3 0-16,4 5 0 15,-2-1 0-15,1 2 0 16,0 1 0-16,3 0 0 0,3 1 0 16,2 0 0-16,2-2 0 15,3-1 0-15,8 0 0 16,-1-5 0-16,4-3 0 16,-1-1 0-16,7-6 0 0,-5-3 0 15,0-7 0-15,1-2 0 16,-6-6 0-16,-5-2 0 15,-4 1 0-15,-3-1 0 0,-3 3 0 16,-6 2 0-16,-1 2 0 16,-8 5-6-16,6 4-81 15,-1 4-1-15</inkml:trace>
  <inkml:trace contextRef="#ctx0" brushRef="#br2" timeOffset="353">6266 17145 511 0,'0'0'0'0,"0"0"0"0,-6-8 0 16,6 8 0-16,0 0 0 15,0 0 0-15,-12 11 0 16,9 0 0-16,-1 7 0 15,4 7 0-15,-3 7 0 0,-3 2 0 16,1 11 0-16,-2 9-23 16,2-1-69-16</inkml:trace>
  <inkml:trace contextRef="#ctx0" brushRef="#br2" timeOffset="354">15978 14416 331 0,'0'0'8'0,"0"-11"4"0,0 1 2 0,0 0 5 16,0-5-1-16,0-2 3 16,0 3 0-16,-2-7 1 0,-3 4-8 15,-4 2-3-15,0 6-3 16,-3 1-2-16,-6 5-3 15,-1 3 0-15,-1 5-3 0,-1 7 0 16,0 6 0-16,-4 7 0 16,4 4 0-16,4 6 0 15,5 5 0-15,4 4 0 16,8 9 0-16,3 3 0 0,11 11 0 16,4 2 0-16,5 11 0 15,2 7 0-15,-4 4 0 16,0 11 0-16,-9 4 0 15,1 3 0-15,-11 8 0 0,-2 6 0 16,-7 1 0-16,-6 3 0 16,-2 1 0-16,-2 2 0 15,-4-5 0-15,0 5 0 16,0-6 0-16,4-3 0 16,2 0 0-16,3-6 0 0,-1-7 0 15,11-56 0-15,-3 5 0 16,3 1 0-16,-3 0 0 15,2-5 0-15,1 4 0 0,2-6 0 16,-4 5 0-16,4-8 0 16,-4 2 0-16,4-3 0 15,-3 0 0-15,1-5 0 16,-3-1 0-16,3-3 0 16,-1 0 0-16,1-9 0 0,-3-1 0 15,3-3 0-15,-4-11 0 16,1 6 0-16,3-5 0 15,2-15 0-15,-12 22 0 0,12-22 0 16,-9 13 0-16,9-13 0 16,0 0 0-16,0 0 0 15,0 0 0-15,-14 15 0 16,14-15 0-16,0 0 0 16,5 0 0-16,-5 0 0 15,18-5 0-15,-4-3 0 0,4 3 0 16,7-5 0-16,5 3 0 15,2-2 0-15,5 1 0 16,5 0 0-16,3 3 0 0,2-2 0 16,3-1 0-16,1 6 0 15,2 2 0-15,-3-3 0 16,1 3 0-16,-5-2-3 16,-4 0-84-16,1-3-2 15</inkml:trace>
  <inkml:trace contextRef="#ctx0" brushRef="#br2" timeOffset="355">16271 14502 393 0,'0'0'7'0,"0"0"2"0,0 0 4 0,0 0 1 16,8-11 2-16,-8 11 0 15,0 0 0-15,0 0 1 0,0 0-7 16,9 18-10-16,-6 0 0 16,-1 7 0-16,1 2 0 15,-1 5 0-15,4 0 0 16,-1 0 0-16,2 2 0 0,-5-6 0 15,3-1 0-15,0-2 0 16,-5-8-6-16,-10 0-79 16,10-7-3-16</inkml:trace>
  <inkml:trace contextRef="#ctx0" brushRef="#br2" timeOffset="356">17210 14444 406 0,'0'0'6'0,"0"0"1"16,0 0 3-16,0-11 2 15,0 11 1-15,-2-9 0 16,2 9 1-16,-16-4 0 16,4 4-5-16,3 4-2 0,-7 9-7 15,2 2 0-15,1 5 0 16,3 2 0-16,3 2 0 15,7 1 0-15,0-2 0 0,10-3 0 16,8-5 0-16,3-1 0 16,9-4 0-16,5-6 0 15,3-3 0-15,-4-1 0 16,1-8 0-16,-3 0 0 16,-4-8 0-16,-6-1 0 0,-7-3 0 15,-6-2 0-15,-6-3 0 16,-8 0 0-16,-7 0 0 15,-11 1 0-15,-2 0 0 0,-2 8 0 16,-3 3 0-16,1 6 0 16,2 4 0-16,2 3 0 15,2 10 0-15,14 5 0 16,-2-2-3-16,11 5-83 16,8-2-2-16</inkml:trace>
  <inkml:trace contextRef="#ctx0" brushRef="#br2" timeOffset="357">18015 14433 475 0,'0'0'4'0,"0"0"2"0,5-11 1 0,-5 11 1 0,0-10 0 16,0 10-5-16,-12-4-3 15,-1 4 0-15,-4 2 0 16,-1 10 0-16,2 6 0 0,-2 1 0 16,8 4 0-1,3-1 0-15,7 1 0 0,2-4 0 16,10-1 0-16,11-3 0 16,4-5 0-16,6-6 0 15,-1-1 0-15,0-3 0 0,3-3 0 16,-8-7 0-16,1-2 0 15,-9-3 0-15,-4-5 0 16,-10-2 0-16,-2-1 0 0,-8-4 0 16,-11 3 0-16,-1 0 0 15,-10 5 0-15,-3 7 0 16,0 2 0-16,-2 7 0 16,2 3 0-16,8 5 0 15,0 5 0-15,9 5 0 0,8-2-22 16,5 2-63-16,10-4-5 15</inkml:trace>
  <inkml:trace contextRef="#ctx0" brushRef="#br2" timeOffset="358">19141 14316 480 0,'0'0'4'0,"0"0"2"0,0-13 1 0,0 13 1 15,-10-12-2-15,10 12-6 0,-20-5 0 16,7 5 0-16,-3 5 0 16,0 7 0-16,2 8 0 15,1 0 0-15,5 5 0 16,8 2 0-16,3-6 0 0,12 3 0 15,7-6 0-15,10-4 0 16,6-2 0-16,-1-7 0 16,8-5 0-16,0-2 0 15,-6-6 0-15,-2-7 0 0,-7-5 0 16,-5-2 0-16,-13-5 0 16,-8-3 0-16,-13 1 0 15,-10 1 0-15,-8 3 0 16,-10 8 0-16,-4 4 0 0,-5 9 0 15,5 8-9-15,2 9-79 16,4 4-2-16</inkml:trace>
  <inkml:trace contextRef="#ctx0" brushRef="#br2" timeOffset="359">16477 15448 408 0,'0'0'7'0,"0"0"3"0,0 0 3 0,0 0-1 0,0 0 1 16,0 0 0-16,-9 0 1 0,-5 0 0 16,0 10-7-16,-4 2-7 15,4 5 0-15,-4 6 0 16,6 1 0-16,5 0 0 15,0 2 0-15,11-4 0 0,6-4 0 16,10-4 0-16,4-4 0 16,8-7 0-16,7-3 0 15,0-8 0-15,0-1 0 16,-4-9 0-16,0 1 0 16,-8-3 0-16,-4-1 0 0,-8-4 0 15,-7 2 0-15,-8-4 0 16,-5 4 0-16,-8-1 0 15,-4 4 0-15,-3 5 0 16,-3 2 0-16,4 8 0 0,-1 5 0 16,8 5-4-16,1 19-78 15,11-10-6-15</inkml:trace>
  <inkml:trace contextRef="#ctx0" brushRef="#br2" timeOffset="360">17484 15235 511 0,'0'0'0'0,"0"0"0"0,0 0 0 16,0 0 0-16,0 0 0 16,0 13 0-16,0 1 0 15,0 7 0-15,-5 3 0 0,5 5 0 16,-2 3 0-16,2 4 0 15,-4-4 0-15,4 2-20 16,6-6-67-16,-4-3-4 16</inkml:trace>
  <inkml:trace contextRef="#ctx0" brushRef="#br2" timeOffset="361">18155 15202 481 0,'0'0'4'0,"0"0"2"0,-8-9 0 0,8 9 1 16,-10-8 0-16,0 6-7 15,-5 2 0-15,-2 0 0 16,2 12 0-16,-8 5 0 0,4 6 0 15,1 7 0-15,4-1 0 16,3 4 0-16,11-1 0 16,0-5 0-16,13-2 0 15,6-6 0-15,6-6 0 16,5-6 0-16,0-3 0 0,7-4 0 16,-5-14 0-16,-2 0 0 15,-2-4 0-15,-6-4 0 16,-4-3 0-16,-8 0 0 0,-8-2 0 15,-4-3 0-15,-10 3 0 16,-6 0 0-16,-10 4 0 16,6 4 0-16,-6 7 0 15,7 3 0-15,-4 9 0 0,4 0 0 16,9 13 0-16,3 14-73 16,9-11-15-16</inkml:trace>
  <inkml:trace contextRef="#ctx0" brushRef="#br2" timeOffset="362">19393 15104 452 0,'0'0'6'0,"0"0"2"0,0 0 1 0,0 0 1 16,0 0 0-16,0 0 1 16,-3 4-6-16,-6 4-5 0,-3 5 0 15,0 1 0-15,-1 8 0 16,1 3 0-16,-1 3 0 0,9-1 0 15,0 0 0-15,4 0 0 16,12-4 0-16,2-6 0 16,9-4 0-16,-2-6 0 15,7-7 0-15,-1 0 0 16,1-13 0-16,-3-1 0 16,-5-4 0-16,2-7 0 0,-7-5 0 15,-10-2 0-15,-5-2 0 16,-5-4 0-16,-13 4 0 15,-7-1 0-15,-8 8 0 16,2 7 0-16,-9 8 0 0,3 12 0 16,-6 7-42-16,11 6-46 15,0 4-1-15</inkml:trace>
  <inkml:trace contextRef="#ctx0" brushRef="#br2" timeOffset="363">16472 16129 454 0,'0'0'6'0,"-9"-7"1"0,-4 4 2 0,5-2 0 0,-9 3 1 0,2 2-1 16,-5 2-2-16,1 8-7 16,-4 9 0-16,5 6 0 0,4 8 0 15,-2 3 0-15,12 0 0 16,4 1 0-16,4-2 0 16,12-3 0-16,11-10 0 15,6-7 0-15,6-7 0 0,6-8 0 16,2-4 0-16,1-10 0 15,1-3 0-15,-9-8 0 16,-3 0 0-16,-9-2 0 16,-9-3 0-16,-6 1 0 0,-13 4 0 15,0-3 0-15,-13 9 0 16,-1 1 0-16,-4 9 0 16,-4 4 0-16,2 5 0 15,0 5 0-15,10 10-14 0,12-3-73 16,-2 0-2-16</inkml:trace>
  <inkml:trace contextRef="#ctx0" brushRef="#br2" timeOffset="364">17327 16112 495 0,'0'0'3'0,"0"0"1"15,-4 0 0-15,4 0 1 16,-11 12-5-16,4-2 0 16,-4 5 0-16,4 4 0 15,2 4 0-15,0-1 0 0,5 2 0 16,3 0 0-16,4-8 0 16,6 0 0-16,10-9 0 15,1-2 0-15,3-5 0 16,3-7 0-16,0-6 0 0,0-4 0 15,-5 0 0-15,-5-4 0 16,-8-1 0-16,-5-2 0 16,-7 1 0-16,-12-1 0 15,-6 4 0-15,-3 0 0 0,-7 7 0 16,3 3 0-16,0 6 0 16,0 4 0-16,11 3-39 15,3 4-47-15,11-7-4 16</inkml:trace>
  <inkml:trace contextRef="#ctx0" brushRef="#br2" timeOffset="365">18468 16005 511 0,'0'0'0'16,"-5"0"0"-16,5 0 0 0,0 0 0 16,-15 3 0-16,10 7 0 15,-5 2 0-15,2 6 0 16,5 8 0-16,1 2 0 16,-3 7 0-16,3-1 0 0,2 3 0 15,0-4 0-15,2-3-73 16,5-3-18-16</inkml:trace>
  <inkml:trace contextRef="#ctx0" brushRef="#br2" timeOffset="366">19434 15996 487 0,'0'0'3'0,"-7"-13"2"0,-3 3 1 0,-3-2 0 16,-4-6-2-16,-5 4-4 15,-3-4 0-15,-8 6 0 0,3 5 0 16,-4 7 0-16,2 1 0 15,-3 12 0-15,5 7 0 16,5 5 0-16,7 3 0 0,6 1 0 16,5-2 0-16,9-3 0 15,15-3 0-15,6-9 0 16,9-7 0-16,3-5 0 16,8-5 0-16,-4-13 0 15,-3-1 0-15,0-11 0 16,-6-8 0-16,-5-1 0 0,-10-7 0 15,0-4 0-15,-11-3 0 16,1-1 0-16,-5 7 0 16,-5 3 0-16,-2 6 0 0,0 9 0 15,0 11 0-15,7 18 0 16,-16 5 0-16,14 20 0 16,2 10 0-16,0 12 0 15,2 7 0-15,5 10 0 0,6 5 0 16,0-4 0-16,7-18-65 15,-2 13-26-15</inkml:trace>
  <inkml:trace contextRef="#ctx0" brushRef="#br2" timeOffset="367">19675 15990 496 0,'0'0'4'0,"-9"-4"0"0,9 4 3 0,-14-7-7 16,14 7 0-16,-12-6 0 16,12 6 0-16,-7-7 0 15,7 7 0-15,10-5 0 0,4 5 0 16,11 0 0-16,3 0 0 16,-1 5 0-16,1 5 0 15,-4 4 0-15,-4 4 0 16,-9 4 0-16,-11 3 0 0,-9 4 0 15,-10 1 0-15,-8 5 0 16,-3-3 0-16,-2 3 0 16,2-3 0-16,2-3 0 0,10 2 0 15,6-8 0-15,10-2 0 16,9-8 0-16,11-9 0 16,19-11-65-16,7 4-25 15</inkml:trace>
  <inkml:trace contextRef="#ctx0" brushRef="#br2" timeOffset="368">16537 17118 421 0,'0'0'6'0,"-7"-6"2"15,7 6 2-15,-16-4 1 0,9-2 0 16,-5 6 0-16,-1 0 0 16,-1 0 1-16,0 8-6 15,2 5-2-15,3 1-4 16,1 5 0-16,3 2 0 0,1-1 0 15,4-11 0-15,0 2 0 16,9-2 0-16,-1-4 0 16,19 6 0-16,6-6 0 15,4-5 0-15,0-5 0 16,5-11 0-16,-4-4 0 0,1-5 0 16,-19 0 0-16,-5-1 0 15,-6-2 0-15,-9 1 0 16,-7 0 0-16,-7 2 0 0,-7 3 0 15,-6 7 0-15,0 3 0 16,-1 10 0-16,4 2 0 16,1 7 0-16,6 6 0 15,9 6-15-15,11 3-69 16,6 3-3-16</inkml:trace>
  <inkml:trace contextRef="#ctx0" brushRef="#br2" timeOffset="369">17364 16954 421 0,'0'0'7'0,"-9"-5"3"0,9 5 0 15,-13-10 1-15,1 5 1 16,-4 0 1-16,-1 3-1 15,0 2 0-15,0 2-9 16,-1 8-3-16,1 7 0 0,4 3 0 16,6 0 0-16,5 5 0 15,4-3 0-15,10 0 0 16,6-1 0-16,7-7 0 16,5-4 0-16,2-8 0 0,0-2 0 15,3 0 0-15,-3-10 0 16,-7-2 0-16,-3-8 0 15,-7 1 0-15,-5-3 0 16,-10-3 0-16,0 0 0 0,-12 0 0 16,-6 0 0-16,-4 0 0 15,0 13 0-15,-1-3 0 16,3 12-5-16,5 3-11 16,6 7-26-16,3 10-44 0,6-3-1 15</inkml:trace>
  <inkml:trace contextRef="#ctx0" brushRef="#br2" timeOffset="370">18371 16931 443 0,'0'0'6'0,"-2"-9"3"0,2 9 0 0,-6-10 1 0,6 10 1 0,-15-10-1 16,2 10 0-16,-1 0-7 15,0 13-3-15,-2 1 0 0,4 8 0 16,-1 3 0-16,1 0 0 15,10 5 0-15,4-3 0 16,10 1 0-16,8-6 0 0,3-7 0 16,9-7 0-16,3-2 0 15,2-6 0-15,2-6 0 16,2-5 0-16,-7-7 0 16,-4-4 0-16,-6 0 0 15,-8-5 0-15,-9 0 0 16,-7-3 0-16,-11 5 0 0,-8 0 0 15,-11 5 0-15,3 6 0 16,-5 4 0-16,2 7 0 16,0 3-9-16,13 10-32 0,2 2-45 15,7 1-1-15</inkml:trace>
  <inkml:trace contextRef="#ctx0" brushRef="#br2" timeOffset="371">19479 16779 509 0,'0'0'2'0,"0"0"-2"0,0 0 0 16,0 0 0-16,0 0 0 15,0 19 0-15,0 1 0 16,0 10 0-16,0 6 0 15,-2 9 0-15,-2 5 0 16,4 4 0-16,-3-1-58 0,3-9-30 16</inkml:trace>
  <inkml:trace contextRef="#ctx0" brushRef="#br2" timeOffset="372">19836 13914 388 0,'0'0'5'0,"0"0"2"0,0 0 2 0,5-2 1 0,6-1 2 0,3 2 0 15,6-3 0-15,10 4 1 16,7-2-5-16,5 2-2 15,4 0-2-15,0 0-2 16,7 7 0-16,-6 8-1 16,-5 5 1-16,-5 10 0 15,-7 10 0-15,-2 1 0 0,-8 14 0 16,-1 12 1-16,-6 8 1 16,-3 9-1-16,2 13-3 15,-2 4 0-15,2 12 0 0,-1 12 0 16,-1 8 0-16,-3 5 0 15,0 4 0-15,-5 5 0 16,1-4 0-16,0 6 0 0,-3-8 0 16,0-2 0-16,3-6 0 15,1-7 0-15,1-2 0 16,7-9 0-16,-1-6 0 16,-2-8 0-16,1-7 0 15,-2-7 0-15,2-6 0 0,-3-6 0 16,6-8 0-16,-6-4 0 15,-2-40 0-15,2 5 0 16,-2-6 0-16,3 0 0 16,-5-4 0-16,2-1 0 0,-1-4 0 15,1-1 0-15,-2-4 0 16,-1 1 0-16,-2-9 0 16,-2 12 0-16,-10-12 0 15,-4-2 0-15,-11-5 0 16,-6 4 0-16,-11-5 0 0,0 8 0 15,17 0 0-15,-3 0 0 16,-3 6 0-16,1-4 0 16,-4 3 0-16,2-2 0 0,6 1-9 15,4-4-80-15,-26 4 0 16</inkml:trace>
  <inkml:trace contextRef="#ctx0" brushRef="#br2" timeOffset="373">20910 15510 511 0,'0'0'0'0,"0"0"0"0,-5 0 0 16,5 0 0-16,0 0 0 15,-9 5 0-15,9-5 0 0,0 0-5 16,0 0-44-16,11 9-35 16,4-9-3-16</inkml:trace>
  <inkml:trace contextRef="#ctx0" brushRef="#br2" timeOffset="374">21901 14096 438 0,'0'0'3'0,"-2"-11"3"0,2 11 0 15,-11-20 1-15,3 8 0 16,-3 0 1-16,-4-6-1 16,-5-2 0-16,0 8-4 0,-4 3-2 15,-1 4 0-15,-5 2-2 16,3 7 1-16,-4 12 0 16,2 13-1-16,1 12 0 15,9 7 0-15,1 14 1 16,9 13 0-16,4 12 0 15,5 10 0-15,12 6 0 0,5 6 1 16,1 10 0-16,4 3 0 16,-2 8 0-16,-3 0 0 0,-5 7-1 15,1-4 1-15,-8 5 2 16,-5 1 0-16,0-3 0 16,0-4 0-16,-5-1 0 15,-3-5-3-15,-1-2 0 0,3-5 0 16,0-10 0-16,-2-5 0 15,-5-7 0-15,6-3 0 16,-2-12 0-16,-2-3 0 16,8-47 0-16,-4 5 0 15,5-5 0-15,-1 0 0 0,-1-4 0 16,1 2 0-16,0-8 0 16,0 2 0-16,3-4 0 15,-2-2 0-15,2-6 0 16,0-2-2-16,0-10 2 0,8 13 0 15,-1-13 0-15,5 0 2 16,26-10-4-16,7-5-3 16,7-13-12-16,13-4-62 15,11 5-5-15</inkml:trace>
  <inkml:trace contextRef="#ctx0" brushRef="#br2" timeOffset="375">22182 14353 328 0,'0'0'9'0,"0"0"6"0,-3-10 3 0,3 10 4 15,-7-10 0-15,7 10 0 16,-9-10 1-16,9 10 0 0,-23-2-9 16,12 7-5-16,-1 9-3 15,0 1-6-15,3 10 0 16,0 0 0-16,5 3 0 15,4 1 0-15,4-2 0 16,9-5 0-16,4-2 0 16,6-5 0-16,4-8 0 0,3-4 0 15,0-3 0-15,-5-13 0 16,3-3 0-16,-12-4 0 0,0-8 0 16,-7-2 0-16,-6-3 0 15,-3 4 0-15,-10-3 0 16,-8 13 0-16,-2-1 0 15,-6 12 0-15,1 8 0 0,-3 8 0 16,1 12-5-16,7 12-34 16,-1 8-45-16,7 1-3 15</inkml:trace>
  <inkml:trace contextRef="#ctx0" brushRef="#br2" timeOffset="376">22214 14958 473 0,'0'0'4'0,"0"0"1"0,0 0 0 0,0 0-1 15,-10 4 1-15,6 6 0 0,-4 1 0 16,0 5 0-16,1 4-5 15,5 2 0-15,-3 5 0 16,5 1 0-16,0-3 0 16,9 0 0-16,7-6 0 0,1-4 0 15,5-5 0-15,3-7 0 16,4-3 0-16,-5-8 0 16,-3-6 0-16,-3-10 0 15,-6 0 0-15,-3-3 0 0,-9-5 0 16,-4 2 0-16,-8-2 0 15,-2 4 0-15,-9 6 0 16,0 5 0-16,-2 7 0 16,0 10 0-16,1 5 0 0,2 15-6 15,1 21-69-15,7-10-12 16</inkml:trace>
  <inkml:trace contextRef="#ctx0" brushRef="#br2" timeOffset="377">22262 15629 476 0,'0'0'3'0,"0"0"0"0,0 0 1 15,-3 7 0-15,-1 3 1 16,-1 2-1-16,1 6 0 16,-1 2 1-16,5 2-2 15,-2 5-3-15,2 1 0 0,5-2 0 16,8-3 0 0,4-3 0-16,3-6 0 0,3-3 0 15,2-10 0-15,-2-1 0 16,3-6 0-16,-6-9 0 0,-6-5 0 15,-3-5 0-15,-6 0 0 16,-5-2 0-16,-3-2 0 16,-10 4 0-16,-1 0 0 15,-4 10 0-15,-3 5 0 0,0 10 0 16,-4 2-8-16,7 18-77 16,-2 8-3-16</inkml:trace>
  <inkml:trace contextRef="#ctx0" brushRef="#br2" timeOffset="378">22344 16546 504 0,'0'0'0'0,"-6"12"0"0,6 0-1 16,-2 8 1-16,2 7 0 15,0 3 0-15,0 4-1 0,0 8-4 16,2 6-15-16,4-4-61 16,-4-7-3-16</inkml:trace>
  <inkml:trace contextRef="#ctx0" brushRef="#br2" timeOffset="379">22584 14122 422 0,'0'0'3'15,"-9"-7"1"-15,9 7 2 16,-12-13 1-16,12 13 1 16,-16-12 0-16,16 12 0 0,-12-7 1 15,12 7-2-15,0 0-1 16,10 10-2-16,10-3-1 16,7 3-1-16,8 0-1 15,5 5 1-15,7-1-2 0,0 3 0 16,5 6 0-16,-5 10 0 15,-4 14 1-15,-6 12 2 16,-7 13 0-16,-7 15-1 16,-7 17 0-16,-7 14-2 0,-9 16 0 15,0 13 0-15,-4 4 0 16,-1 2 0-16,1 8 0 16,4-5 0-16,2 6 0 15,3-12 0-15,13 1 0 0,-4-4 0 16,9-9 0-16,-3 1 0 15,5-13 0-15,-3-4 0 16,3-16 0-16,-5-4 0 16,-1-18 0-16,-8-47 0 0,-3 0 0 15,-2-7 0-15,-1 2 0 16,1-7 0-16,-6 0 0 16,0-6 0-16,-9 1 0 15,-7-2 0-15,-5 2 0 16,-13-3 0-16,-10 2 0 0,-11 2 0 15,-12 1 0-15,-11 4 0 16,-15 12-40-16,-7-1-48 16</inkml:trace>
  <inkml:trace contextRef="#ctx0" brushRef="#br2" timeOffset="380">411 17781 278 0,'0'0'0'0,"0"0"0"0,0 0 0 0,0 0 1 16,0 0 1-16,-3 12 1 15,3-12 0-15,0 0 2 0,0 0 0 16,0 0 3-16,0 11 0 15,0-2 1-15,3 1-1 16,5 35 0-16,0-15-1 16,1-3 1-16,-1 0-3 15,4 5 0-15,0 1-2 16,8 6 0-16,24 38-2 16,-14-31 0-16,3-5-1 0,2 6 1 15,7-2-1-15,2-1 0 16,9 4 0-16,-1-7 0 15,8 1-1-15,2 1 0 16,5-6 1-16,7-3-1 16,-1 1 1-16,8-5 0 0,2-2 0 15,6-7 1 1,5-1 2-16,3-3-1 0,8-2 2 16,2-7-2-16,7-6 3 15,2-2-1-15,3-4 0 16,6-7 0-16,1-6-1 15,7-3 0-15,3 0 0 16,-1-9 0-16,3 4-1 0,2-5 0 16,-4-2 0-16,6-1-2 15,-1 1 2 1,-3-5 0-16,-2 4-1 0,-2-2-1 16,-2-1 1-16,-1 4 0 15,-2 3-1-15,4 4 1 16,-7-3 0-16,-1 8 0 15,-4 1 0-15,-5 4 1 16,1 2-1-16,-4 3 0 0,-5 3 0 16,-5 2 0-16,-4 4-1 15,-7 1 1-15,-2 1 0 16,-8 6 0-16,-4 4-1 16,-5 3 0-16,-6 4 0 15,-8 1 2-15,-2 1-2 0,-4 3 1 16,-5-1-1-16,-7 0 0 15,-1 3 1-15,-40-25-1 16,35 22 0-16,-1 1 0 16,-6 0 0-16,2 2-1 15,-5-6 1-15,-4-2 0 16,-21-17 0-16,31 22 0 16,-3 0 1-16,-28-22 0 15,0 0 0-15,9 5 0 0,3 0 1 16,-1 3-1-16,3-1 0 15,-3-7 0-15,-2-5 0 16,1 0-1-16,1 0 0 16,1-8 0-16,0 2 0 15,35-34 1-15,-26 28-1 16,5-5 0-16,1 2 0 16,12-2 0-16,35-26 1 0,-24 21-1 15,-1 2 0-15,6 0 0 16,2 4 0-16,5-2 0 15,7 0 0-15,3 1 0 16,10 0-1-16,3 0 1 16,2-1 1-16,8 6-1 15,-1-3-1-15,5 3 2 16,3 2-1-16,5 2 0 16,2 1 0-16,1 2 0 0,9 0 0 15,-5 0 0-15,11 1 0 16,-4 2 0-16,3 1 0 15,1 1 0-15,2 5 0 16,2 0 0-16,-3 0 0 16,3 5 0-16,3-2 1 0,3 1 0 15,-4 2-1-15,0 1 0 16,7 0 1-16,0 3-1 16,-3 0 1-16,1 3-1 15,4-3 0-15,-1 2 0 16,0 0 0-16,2 1 0 15,-4-1 1-15,4 0-1 16,1 1 0-16,-5-1 0 0,2 1 0 16,0-1-1-16,-2-2 1 15,4-3 0-15,-4 3 0 16,-3 0 1-16,-2-3-2 16,0 3 1-16,-3 0 0 15,-5-2 0-15,-2-1 0 16,-3 1 0-16,-5-4 0 0,-2 2-1 15,-4-3 1-15,-4-2 0 16,-3-1 0-16,-7 0-1 16,-2 0 0-16,-2 0 1 15,-8-4-1-15,1-4 1 16,-9 1 0-16,-5-6-1 16,-4-2 2-16,-3 0-1 15,-3-4 1-15,-6-4 1 0,-3 1-1 16,-3-3 3-16,-8-2 0 15,2-2 1-15,-9-1 0 16,0-2-1-16,-2 2 1 16,-3-5-1-16,-7 0 2 0,2 1-3 15,-2 1 0-15,-5 4 0 16,0 1 0-16,0-1-3 16,-6 7-12-16,0 4-69 15,-2 1-2-15</inkml:trace>
  <inkml:trace contextRef="#ctx0" brushRef="#br2" timeOffset="381">13547 8036 274 0,'0'0'7'0,"0"0"1"0,3-12 4 16,-3 12 1-16,3-13 2 16,-3 13 0-16,4-10-1 15,-4 10 0-15,0 0-5 0,0 0-1 16,0 0-3-16,0 7-2 15,3 9-1-15,-3-2-1 16,0 4 2-16,6 7 0 16,1-1 0-16,0 1-1 15,8 2-1-15,0-2 1 0,8 0 0 16,-4 0-1-16,11-3 1 16,-6-2-1-16,11-1 1 15,0-1 0-15,8-1-1 16,1-2 0-16,1-1-1 0,13-1 1 15,-7-1 0-15,11-1-1 16,-2-1 1-16,4 0 0 16,1-3-1-16,0-1 1 0,5 0 0 15,1 2 0-15,5-5 0 16,3-3 0-16,0 1 0 16,3-1-1-16,4-1 2 15,4-5-2-15,0-1 0 0,7-3 0 16,-4 3 0-16,7-6 1 15,0-2-1-15,4 5 0 16,-2-2 0-16,0-1 0 16,0 1 0-16,0 2-1 15,0-2 1-15,2 4 0 0,-7-1 0 16,2 1 0-16,1 0 0 16,-3 1 0-16,5 3 0 15,-6 1 0-15,-1 3 0 16,4 0 1-16,-1 0-1 0,-4 5 0 15,3 2 0-15,-3 0 1 16,-2 4 0-16,0-2-1 16,-5 4 1-16,-6 2-1 0,-1 2 1 15,-5 0 0-15,-10 1-1 16,-4 1 1-16,-6-1-1 16,-11 1-1-16,-8 1-1 15,-4 0 1-15,-4 0 0 0,-12 2-1 16,2-4 2-16,-6-1-2 15,1 3 1-15,-1-5 1 16,-2 0 0-16,1-5 0 0,-4 0-1 16,0 0 1-16,-7-10-1 15,7 9 1-15,-7-9 0 16,0 0 0-16,0 0 1 16,0 0-1-16,0 0 0 15,0 0 0-15,11-5 1 16,-11 5-1-16,9-14-1 0,1 1 0 15,1 2 0-15,3-3 1 16,4-1 0-16,1-5 1 16,6 0-1-16,3-1 0 15,6-2 0-15,7 1 0 0,1-3 0 16,4 0-1-16,7 0 0 16,-3 2-1-16,10-1 1 15,2 0 0-15,0 4 0 0,5-3 0 16,-3-1 0-16,6 4 0 15,2 3 1-15,2-4-1 16,1 5 0-16,4 0 1 16,1-2-1-16,4 7 1 0,1 1-1 15,-3 0 1-15,3 5-1 16,-4-3 1-16,-1 6 0 16,-1 2 0-16,3 0-1 15,-4 0 1-15,-4 0 0 0,3 2 0 16,0 4 0-16,-3-1 1 15,1-1-1-15,-1 2 0 16,2 1 0-16,-2-2 0 16,3-2 0-16,0-1 0 0,0 3 0 15,-3-4 0-15,3 5 0 16,0-3 0-16,-2-3 0 16,0 0 1-16,-1 0-2 15,1 0 2-15,-6 0-1 0,5 0 0 16,-1-3 0-16,-4-3 0 15,3 2 0-15,-4 0 0 16,4-4 0-16,-8 3 0 16,-2-3 0-16,-4 4 0 0,-7-4 0 15,-8-2 1-15,-6 1 0 16,-9-4 0-16,-3-2 1 16,-9 1 1-16,-3-7-1 15,-5 1-3-15,-1 0-28 0,-5 1-44 16,-2-1-4-16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49:51.43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1008 4809 371 0,'0'0'4'0,"0"0"0"15,0 0 1-15,-5-6-1 0,-8 6 0 16,-2 0 1-16,-2 0-1 16,-5 3 1-16,-6 1-4 15,6 6-2-15,-6-2 1 16,6 4-1-16,0 1-1 0,7 1 0 15,3 5 0-15,3 2 0 16,5 6 0-16,4 0 0 16,2 9 1-16,6 1 0 15,2 5 1-15,-1 7 1 0,7 8 1 16,1 5 2-16,-2 10 0 16,2 7 2-16,-2 5 0 15,2 10 1-15,-4 3-1 16,4 5 0-16,-4 4 0 0,-1 1-2 15,1 2 0-15,-1 0 1 16,0 5-1-16,-1-5 0 16,-2 1 0-16,1 5 0 0,-5-1-1 15,1 0 1-15,-2-5 0 16,-1 2-2-16,-1-4 0 16,-2-3-1-16,3-5 1 15,-1-2-1-15,-2-3 1 16,0-5 0-16,0-2 0 0,0-3 1 15,0-5-1-15,-5 0 1 16,5-2 0-16,-2-4 0 16,2-4-1-16,-3-3 0 15,3-1-2-15,-2-3 0 0,2-5 0 16,-2-3 0-16,-1-2 0 16,0-4 0-16,-2-4 0 15,0-3 0-15,-2-3 0 16,0-1 0-16,-1-5 0 15,-2 3 0-15,5-4 0 0,-2-2 0 16,-1-2 0-16,1 3 0 16,-3-3 0-16,5 0 0 15,-6 1 0-15,4-1 0 0,0 0 0 16,0 3 0-16,-1 1 0 16,0 0 0-16,1 1 0 15,2-1 0-15,-2 0 0 16,1-1 0-16,-1 2 0 0,2-5 0 15,-2 1 0-15,2-3 0 16,0 0 0-16,2-4 0 16,-2 3 0-16,1 1 0 0,1-2 0 15,3 2 0-15,-3 2 0 16,3-2 0-16,0 2 0 16,0-2 0-16,-2 0 0 15,2-3 0-15,0-3 0 0,-2 1 0 16,-1-5 0-16,-2-2 0 15,2-4 0-15,1 1 0 16,2-10 0-16,-5 13 0 16,5-13 0-16,0 0 0 15,0 0 0-15,0 0 0 0,0 0 0 16,0 0 0-16,2 2 0 16,11-2 0-16,4-5 0 15,8 1 0-15,5-6 0 16,10-3 0-16,5 5 0 0,4-2 0 15,6 3 0-15,-3 2 0 16,0 3 0-16,-7 0 0 16,-3 2 0-16,-7 0 0 0,-10 2 0 15,-5 5-13-15,-6-7-72 16,-14 0-2-16</inkml:trace>
  <inkml:trace contextRef="#ctx0" brushRef="#br0" timeOffset="1947.74">1477 5254 358 0,'0'0'5'0,"0"0"5"15,0 0 1-15,0 0 1 0,-13-5 1 16,13 5 0-16,0 0 0 16,0 0 0-16,0 0-4 15,0 0-3-15,11-5-2 16,6 5-1-16,5 0-1 0,3 3 1 15,7-3-1-15,3 2-1 16,2-2 1-16,-6 0-1 16,6 0 0-16,-10 0 0 15,0 0-1-15,-7 0 1 0,-2-2 0 16,-11 2-1-16,-7 0 1 16,12 0-1-16,-12 0 0 15,0 0-1-15,0 0-2 16,0 0-2-16,0 0-7 0,0 0-12 15,0 0-44-15,-5 0-16 16</inkml:trace>
  <inkml:trace contextRef="#ctx0" brushRef="#br0" timeOffset="2648.05">2217 5138 377 0,'0'0'7'0,"0"-8"0"16,0 8 2-16,-2-15 1 0,-3 5 1 16,0 0 1-16,-3 0-1 15,1 1 1-15,-3 0-5 16,-2 8-3-16,-1 1-1 16,-7 0-2-16,6 5 0 0,-4 5-1 15,3 1 0-15,0 2-1 16,5 2 1-16,3 0-1 15,5 3 1-15,2-1 0 0,2-2-1 16,5-1 1-16,11-2 0 16,-1 1 0-16,3-1 0 15,5 1 1-15,0-3-1 16,-1 0 0-16,1-3 0 0,-4 3 0 16,-2-3 0-16,-4 1 1 15,-3 0-1-15,-4-1 0 16,-8-7 1-16,5 15 0 15,-5-15 0-15,-8 15 0 16,-4-5-2-16,-6-3 3 0,1 0-1 16,-8 1 0-16,-2-2 0 15,2-2-1-15,1 0-1 0,1-4-3 16,3 0-4 0,6 0-13-16,14 0-62 0,-11-8 0 15</inkml:trace>
  <inkml:trace contextRef="#ctx0" brushRef="#br0" timeOffset="3097.86">2449 5109 438 0,'0'0'5'0,"0"-11"2"0,0 11 1 15,-8-10 0-15,8 10 0 0,-12-4 0 16,12 4 0-16,-16 8 0 15,7 10-5-15,-2 7-2 16,7 5-1-16,-1 8 0 16,0-5-1-16,5 7 0 15,0-7 2-15,8-1-1 0,1-7 1 16,6-7-1-16,3-4 1 16,2-9 1-16,-1-5-2 15,6-5 2-15,-5-13-1 0,2 1 0 16,-2-8 1-16,-4-2-2 15,-4-3 0-15,-5-2 0 16,-7-3 0-16,-2 3 0 0,-10 3 0 16,-9 1 0-16,1 8 0 15,-6 3 0-15,-2 10 0 16,3 7 0-16,0 3-2 16,5 14 0-16,2 5 1 15,12 0 0-15,6 8 0 0,2 2 0 16,10-5 0-16,9 3-1 15,4-5-2-15,1-5-6 16,6-1-12-16,4 1-48 16,6-12-16-1</inkml:trace>
  <inkml:trace contextRef="#ctx0" brushRef="#br0" timeOffset="3247.68">2879 5203 415 0,'0'0'4'16,"0"0"-1"-16,-6 0 1 0,6 0 1 15,-7 16 0-15,2-1 0 16,3 5 0-16,2 7-1 16,0 5-4-16,4 3-15 0,3 7-62 15,7 0-2-15</inkml:trace>
  <inkml:trace contextRef="#ctx0" brushRef="#br0" timeOffset="5448.06">4001 5109 365 0,'0'0'6'16,"0"0"2"-16,-7-8 3 15,7 8-1-15,-13-6 0 0,13 6 1 16,-17 3 0-16,8 4 0 16,1 3-5-16,0 5-2 15,4 3-2-15,4 4 0 16,0-3 0-16,7 3 0 0,8-1 0 15,4-4 0-15,11-2 0 16,0-6 1-16,5-6-1 16,5-3 0-16,-3-3 0 15,-2-9 1-15,-3-5 0 0,-7-5 0 16,-14-5 0-16,-5-1 0 16,-8-1-1-16,-18 1 0 15,-9 2-1-15,-9 3-1 16,-2 8-4-16,-7 3-14 15,-7 9-63-15,16 3-5 0</inkml:trace>
  <inkml:trace contextRef="#ctx0" brushRef="#br0" timeOffset="7514.51">5557 5038 389 0,'0'0'5'0,"0"0"1"0,0 0 3 0,-3-10 0 16,3 10 1-16,-14-5 0 15,-1 5 0-15,0 0 0 0,-8 3-4 16,4 12-3-16,-6 3-1 16,2 1 0-16,3 4-2 15,1 1 1-15,6 4-1 16,8-3 1-16,5 0 0 0,2-6 1 15,14-7 0-15,6 1-1 16,5-8 1-16,5-3 0 16,4-2 0-16,-2 0 0 0,1-2-1 15,0-1-3-15,-10-4-6 16,2 1-21-16,-8 4-54 16,-3-3 0-16</inkml:trace>
  <inkml:trace contextRef="#ctx0" brushRef="#br0" timeOffset="7981.4">6020 4957 431 0,'0'0'4'0,"0"0"1"16,0 0 1-16,-9-8-1 15,9 8 0-15,-14 0 0 0,1 10 0 16,-2 8 0-16,0 2-3 16,1 6-2-16,4 10-1 15,2-3 1-15,3 3 0 0,5-3 1 16,5-2-1-16,8-6 1 16,4-8 0-16,5-4 0 15,3-8 0-15,3-5 0 16,2 0 1-16,-5-10 0 0,-1-8 1 15,-2-2-1-15,-6-2 0 16,-7-5-1-16,-6 0 1 16,-3-6-1-16,-12 5-1 15,-1 4-1-15,-12-1 1 0,-3 8-1 16,2 5-1 0,-6 4 2-16,4 6-1 0,5 2 0 15,6 10 1-15,5 2-1 16,7 5 1-16,7 1 0 15,10 5 0-15,8-6 0 0,8 2 0 16,4 1-6-16,8-3-18 16,10-1-57-16,-8-7-2 15</inkml:trace>
  <inkml:trace contextRef="#ctx0" brushRef="#br0" timeOffset="8131.65">6459 5081 426 0,'0'0'2'15,"0"4"1"-15,0 6 0 0,0 5 1 16,0 3 0-16,2 7 1 16,1 1 0-16,4 6-5 15,0-4-20-15,4 5-58 16,-1-2-2-16</inkml:trace>
  <inkml:trace contextRef="#ctx0" brushRef="#br0" timeOffset="10515.77">7468 4949 235 0,'0'0'9'0,"0"0"5"16,0 0 6-16,0 0 0 15,0 0 1-15,0 0 3 0,0 0 1 16,0 0 2-16,-8 10-9 15,3 3-5-15,-5 4-4 16,1 0-2-16,-2 5-2 16,-1 3-1-16,-1-2-1 0,-1 2-2 15,2-3 1-15,-5-3-1 16,9-4 0-16,-5 0 0 16,5-8 0-16,8-7 0 15,-14 16 0-15,14-16 0 0,0 0 0 16,0 0 0-16,0 0-1 15,14 0 1-15,2 0 0 16,6 0-1-16,7-3 1 0,4 0 0 16,4 0-1-16,1 2 0 15,-4 1-1-15,1-3-8 16,0 3-30-16,-10 3-41 16,-3-2-2-16</inkml:trace>
  <inkml:trace contextRef="#ctx0" brushRef="#br0" timeOffset="10714.63">7823 5113 413 0,'0'0'4'16,"0"0"7"0,7 2-5-16,-7-2 0 15,13 15 1-15,-8 0 0 16,0 1 0-16,0 2-3 0,-1 6-2 15,-2-5-6-15,9 8-19 16,14-4-56-16,-20-4-1 16</inkml:trace>
  <inkml:trace contextRef="#ctx0" brushRef="#br0" timeOffset="11031.63">8536 4865 443 0,'0'0'4'0,"0"0"1"0,-3-14 0 16,3 14 1-16,-14-11 0 16,-1 9 0-16,0 2-1 15,-5 2 1-15,-8 11-4 16,7 7-1-16,-5 4-2 0,4 8 1 15,2 3-1-15,3-1 1 16,10 6-1-16,1-7 1 16,8-1 0-16,14-7 1 15,1-5-1-15,13-7 1 0,-1-4 0 16,12-4-6-16,-6-5-15 16,-8-8-60-16,12 1-3 15</inkml:trace>
  <inkml:trace contextRef="#ctx0" brushRef="#br0" timeOffset="11481.88">8827 4870 482 0,'0'0'2'0,"0"0"-1"0,0 0 0 16,-5 0 0-16,5 0 1 15,-15 12-1-15,2 1 0 0,1 3 0 16,0 9-1-16,-4 3 0 16,4 5 0-16,8-2 0 15,-1 2-1-15,5-2 1 16,2-3 0-16,5-10 1 0,11-3 0 16,4-8 0-16,3-6 0 15,2-1 0-15,1-11 1 16,-1-7 0-16,1-4 0 15,-4-4 0-15,-6-5 0 16,-4-4-1-16,-8 3 1 0,-6-5-2 16,-6 2 2-16,-11 7-4 15,-6 7 2-15,-4 1-1 16,-3 10-1-16,-2 5 0 16,2 5 0-16,0 10 0 0,6 5 0 15,6 5 1-15,14 0 0 16,4 5 0-16,7-1 0 15,18-1 1-15,-1-1 0 0,12-2 0 16,3-6-7-16,9 4-22 16,19-8-53-16,-21-5-2 15</inkml:trace>
  <inkml:trace contextRef="#ctx0" brushRef="#br0" timeOffset="11631.76">9311 4924 460 0,'0'0'3'0,"0"0"1"16,-5 8 1-16,5 2 0 0,0 5 0 16,0 7 0-16,2 8 1 15,4 4-3-15,-1 11-17 16,-2 2-67-16,-2 4-3 16</inkml:trace>
  <inkml:trace contextRef="#ctx0" brushRef="#br0" timeOffset="17047.84">2061 6381 408 0,'0'0'5'16,"0"0"2"-16,-5-9 0 15,-2 6 1-15,-9 3 0 0,2 0 1 16,-9 10-1-16,-2 4 1 15,0 6-6-15,-2 8-1 16,3 1 0-16,1 4-1 0,5-1-1 16,6 2 1-16,4-4-1 15,8-6 1-15,8-4-1 16,10-2 1-16,6-8 0 0,6-5-1 16,7 0-2-16,5-8-5 15,8-2-22-15,0-4-53 16,0-7 1-16</inkml:trace>
  <inkml:trace contextRef="#ctx0" brushRef="#br0" timeOffset="17466.46">2384 6289 471 0,'0'0'3'0,"0"0"1"16,0 0 1-16,0 0-1 0,-5 10 0 15,-3 5 1-15,-1 5 0 16,-2 5-1-16,-1 5-2 16,5 4-1-16,0 3-1 0,4 0 1 15,3-5-1-15,5 0 0 16,7-7 2-16,8-9-2 16,2-7 0-16,1-6 0 15,4-3 0-15,3-7 0 0,-5-11 0 16,-2-4 0-16,-2-9 0 15,-5 5 0-15,-7-6 0 16,-9 0 0-16,0-1 0 16,-9 9 0-16,-12 4-3 0,-1 5 1 15,-2 8 0-15,-4 4 1 16,3 7 0-16,0 9 0 16,11 5 1-16,3-1 0 15,11 5 0-15,3 1 1 16,10 2-2-16,8-3-3 0,4-7-8 15,13-8-39-15,-1 8-33 16,1-5 0-16</inkml:trace>
  <inkml:trace contextRef="#ctx0" brushRef="#br0" timeOffset="17616.66">2888 6396 480 0,'0'0'2'0,"0"0"1"16,-2 10 0-16,0 0 1 0,-1 8-1 15,3 7 1-15,0 6 0 16,0 4 1-16,3 4-2 16,1 8-6-16,6-2-10 15,3 2-69-15,-2 3-3 16</inkml:trace>
  <inkml:trace contextRef="#ctx0" brushRef="#br0" timeOffset="21497.95">4121 6354 423 0,'0'0'5'16,"0"0"3"-16,0 0 2 15,0-12 0-15,0 12 2 0,-5-10-1 16,5 10 1-16,-13-5 0 15,1 5-4-15,0 9-8 16,-1 7 0-16,1 8 0 16,1 1 0-16,4 8 0 0,5-1 0 15,2-1 0-15,9 0 0 16,12-6 0-16,1-9 0 16,6-3 0-16,6-6 0 15,-1-7 0-15,4-5 0 0,-5-10 0 16,-7-4 0-16,-5-6 0 15,-5-5 0-15,-11 1 0 16,-8-6 0-16,-13 7 0 0,-11 1 0 16,-2 7 0-16,-8 6 0 15,1 14-36-15,-2 2-49 16,-1 10-3-16</inkml:trace>
  <inkml:trace contextRef="#ctx0" brushRef="#br0" timeOffset="30064.33">5616 6260 444 0,'0'0'5'0,"0"0"2"15,3-13 1-15,-3 4 1 16,0-1 0-16,-8-3 1 15,3 1 0-15,-7 4-1 0,-5-2-9 16,0 10 0-16,-6 0 0 16,1 6 0-16,-1 6 0 15,4 5 0-15,-2 5 0 16,7-3 0-16,1 6 0 16,8-2 0-16,5 0 0 0,7-1 0 15,9-3 0-15,6-1 0 16,2-3 0-16,9 0 0 15,-1-2 0-15,4-1 0 16,-4-2 0-16,-5 0 0 0,-3-1 0 16,-6 0 0-16,-6 2 0 15,-4-3 0-15,-8 2 0 16,-5-1 0-16,-7 4 0 0,-6-4 0 16,-6 1 0-16,-4 0 0 15,-4-2 0-15,0-1 0 16,0-2-8-16,9 3-28 15,7-6-48-15,2-2-3 16</inkml:trace>
  <inkml:trace contextRef="#ctx0" brushRef="#br0" timeOffset="30514.69">5976 6254 468 0,'0'0'5'0,"0"-7"2"0,0 7 0 0,0-9 1 0,0 9-1 0,-9-3 2 16,-1 3-9-16,0 9 0 15,-2 8 0-15,-6 8 0 16,4 6 0-16,-2 0 0 16,2 7 0-16,1-3 0 15,8-3 0-15,5 0 0 0,0-10 0 16,10-1 0-16,3-9 0 15,4-5 0-15,3-7 0 16,5-5 0-16,-3-9 0 16,0-7 0-16,-2-1 0 0,-2-7 0 15,-1-1 0-15,-10-5 0 16,-4 3 0-16,-3 0 0 16,-8 7 0-16,-4 1 0 15,-8 7 0-15,1 9 0 0,-2 2 0 16,-1 6 0-16,3 10 0 15,1 5 0-15,6 2 0 16,6 5 0-16,6 1 0 0,6-1 0 16,8 1 0-16,6-4 0 15,5 1 0-15,5-10-5 16,10 3-78-16,-3-6-3 16</inkml:trace>
  <inkml:trace contextRef="#ctx0" brushRef="#br0" timeOffset="30664.61">6324 6347 481 0,'0'0'2'0,"0"0"2"0,-2 12-1 15,2 1 2-15,0 6 0 16,0 3 0-16,2 11 1 16,4 5-6-16,4 0 0 15,2 7-3-15,1 2-79 16,4-5-3-16</inkml:trace>
  <inkml:trace contextRef="#ctx0" brushRef="#br0" timeOffset="34748.12">7676 6166 365 0,'0'0'9'0,"0"0"3"15,0 0 2-15,0 0 0 16,0 0 0-16,0 0 0 15,0 0 0-15,6 9 0 0,-6 1-7 16,-6 5-4-16,-1 5-2 16,0 2-1-16,-3 1 1 15,-3 1 0-15,1 4 1 16,-3-3-1-16,0-6 0 16,0 1 1-16,3-3-1 0,0-4 0 15,0-3-1-15,12-10 0 16,-9 13 0-16,9-13 1 15,3 4-1-15,15-4 1 16,-2 0 0-16,10 0 0 0,1 0 0 16,5 0-5-16,0-2-11 15,-2 2-64-15,6 0-4 16</inkml:trace>
  <inkml:trace contextRef="#ctx0" brushRef="#br0" timeOffset="34931.76">7970 6356 438 0,'0'0'5'0,"0"0"2"15,0 0 1-15,0 0 1 16,12 8 0-16,-2 4-1 16,-2 5 2-16,1 1-1 15,2 7-6-15,-2-1-5 0,1 8-11 16,-5 11-62-16,5-17-8 15</inkml:trace>
  <inkml:trace contextRef="#ctx0" brushRef="#br0" timeOffset="35364.37">8598 6141 455 0,'0'0'4'0,"0"0"1"0,0-15 1 15,0 15 0-15,-12-10 0 16,0 5 0-16,-4 0 0 16,-1 3 1-16,-5 2-5 15,-1 10 0-15,1 4-1 16,5 4 0-16,-3 2-1 0,10-1 0 15,3 5 1-15,7-1-1 16,2-1 1-16,8-4 1 16,10-1-2-16,3 1 0 0,6-6 0 15,3 1 0-15,0-1 0 16,-4-2 0-16,-3 0 0 16,-3 2 0-16,-5-2 0 15,-6 2 0-15,-9 1 0 0,-2-1 0 16,-5-1 0-16,-10 1 0 15,-5-2 0-15,0 0-2 16,-2-4-6-16,-1 6-9 16,-4-12-23-16,10 0-44 15,-1 0-1-15</inkml:trace>
  <inkml:trace contextRef="#ctx0" brushRef="#br0" timeOffset="35781.76">8852 6097 458 0,'0'0'6'16,"0"0"0"-16,0 0 1 15,0 0 1-15,-7-3-1 0,7 3 0 16,-13 12 1-16,3 3-4 16,0 5-4-16,0 6 0 15,0 4 0-15,2 3 0 16,3-2 0-16,5 2 0 0,0-3 0 15,3-6 0-15,5-3 0 16,4-9 0-16,5-4 0 16,-2-6 0-16,6-2 0 15,-2-10 0-15,1-5 0 0,-3-4 0 16,-2-4 0-16,-5-2 0 16,-2-5 0-16,-8 1 0 15,-8 2 0-15,-4 5 0 16,-6 2 0-16,-4 5 0 0,0 7 0 15,-1 8 0-15,6 5 0 16,2 9 0-16,8 4 0 16,4 6 0-16,3 2 0 15,15-4 0-15,3 6 0 0,4-6 0 16,5 0 0-16,0 3-57 16,5-13-28-16,6-5-2 15</inkml:trace>
  <inkml:trace contextRef="#ctx0" brushRef="#br0" timeOffset="35947.74">9284 6181 485 0,'0'0'4'15,"0"0"1"-15,0 0 1 16,-2 11 0-16,-1 2-1 16,3 4-5-16,0 8 0 0,3 6 0 15,4 5 0-15,3 2 0 16,2 3 0-16,-4-6 0 0,4 7-85 15,1-2-2-15</inkml:trace>
  <inkml:trace contextRef="#ctx0" brushRef="#br0" timeOffset="43230.79">2371 7711 413 0,'0'0'5'16,"0"0"2"-16,-7-9 2 15,7 9 0-15,-15-8 0 0,3 6 0 16,0 2 0-16,-4 5 0 16,4 7-6-16,-3 6-1 15,3 6-2-15,5 1 0 16,3 5-1-16,4-1 2 0,13 1-1 15,4-9 1-15,8 3 0 16,5-10 1-16,2-6 0 16,0-6 0-16,3-2 0 15,-2-10 0-15,-9-10 0 16,1-2 0-16,-7-5 0 0,-6-3 0 16,-9-4 0-16,-3 1 0 15,-6 2 1-15,-11-2-3 16,0 8 0-16,-8 5 0 15,0 10 0-15,-2 6-4 0,5 8-4 16,-1 10-8-16,16 0-42 16,5 16-28-16,8-3-2 15</inkml:trace>
  <inkml:trace contextRef="#ctx0" brushRef="#br0" timeOffset="43632.23">4342 7664 473 0,'0'0'3'0,"0"0"2"0,0 0 0 15,0 0 0-15,0 0 0 16,0 0 0-16,0 15 0 0,-3-2 0 15,1 6-5-15,0 3 0 16,-1 8 0-16,3 0 0 16,0 5 0-16,5 0-4 15,2-5-4-15,0 5-16 16,4-9-60-16,-1-1-3 16</inkml:trace>
  <inkml:trace contextRef="#ctx0" brushRef="#br0" timeOffset="44749.1">6106 7741 409 0,'0'0'7'16,"0"0"1"-16,-8-10 2 0,8 10 1 16,-9-7-1-16,9 7 1 15,-20-8 0-15,9 8-1 16,-1 0-6-16,0 11-2 0,0 3-2 15,1 6-1-15,7 2 0 16,4 5 1-16,0-2 0 16,13 0 0-16,6-3 1 15,3-1 0-15,6-10 0 0,4-3 0 16,0-6 1-16,1-2-1 16,-2-10 0-16,2-4 0 15,-8-6 1-15,-2-5 0 16,-9-5-1-16,-4-4 1 15,-10-1-1-15,0-2 2 0,-17 2-3 16,-3 4 0-16,-8 6 0 16,-4 2-5-16,0 15-6 15,-3 3-24-15,8 10-50 0,2 8-1 16</inkml:trace>
  <inkml:trace contextRef="#ctx0" brushRef="#br0" timeOffset="46680.95">8455 7452 405 0,'0'0'6'15,"0"0"2"-15,2-10 2 0,-2 10 1 16,0-13 2-16,0 13-1 16,-11-12 0-16,11 12 0 15,-14-3-5-15,2 6-4 16,-1 11-1-16,0 7-1 0,6-1-2 16,-1 9 0-16,6 1 1 15,4-4 0-15,11 2-1 16,7-3 2-16,5-6-1 15,7-5 0-15,3-8 1 0,2-2 0 16,1-8 0-16,-6-10 0 16,-2-8 1-16,-11-6-1 15,-6-7 3-15,-13 1-4 16,-5-6 0-16,-15 0 0 16,-10 3 0-16,-2 7 0 0,-10 11 0 15,-3 11 0-15,3 8-12 16,-18 15-72-16,33 14-2 15</inkml:trace>
  <inkml:trace contextRef="#ctx0" brushRef="#br0" timeOffset="47932.03">2426 8863 416 0,'0'0'6'0,"0"0"2"15,0 0 1-15,-4-10 1 16,4 10 0-16,-11-2 0 0,11 2-1 16,-18 10 1-16,9 5-6 15,-1 5-3-15,3 4-1 16,2 3 0-16,5 2 0 16,2 5 0-16,10-10 0 0,8 4 0 15,10-9 1-15,0-9 0 16,7 0-1-16,0-7 1 15,0-6 0-15,0-7 0 0,-1-7 1 16,-4-6 0-16,-7-4 0 16,-8-4 0-16,-10-7 0 15,-7 3 1-15,-4 1-3 16,-16 4 0-16,-7 3 0 16,-10 7 0-16,-1 7 0 0,-2 11 0 15,3 4-4-15,3 18-7 16,9 0-18-16,13 10-54 15,12 3-3-15</inkml:trace>
  <inkml:trace contextRef="#ctx0" brushRef="#br0" timeOffset="48414.49">4327 8943 441 0,'0'0'4'0,"-2"-11"2"0,2 11 0 15,-13-14 0-15,6 9 0 16,-5 2 0-16,-1 3 1 0,-2 3-1 16,0 12-4-16,0 4-2 15,5 9 0-15,3 4 0 16,7 0-1-16,4 0 1 0,14-2 0 16,5-5 0-16,7-5 0 15,9-10 1-15,3-9 0 16,3-1 0-16,0-8 1 15,0-10 1-15,-10-7-1 16,-6-2 1-16,-9-3 0 0,-12-5 0 16,-8 3 0-16,-13 0-3 15,-12 6 0-15,-5 1 0 16,-2 8 0-16,-3 11-5 16,0 6-7-16,3 6-15 15,-10 12-55-15,29 10-4 0</inkml:trace>
  <inkml:trace contextRef="#ctx0" brushRef="#br0" timeOffset="48881.63">6052 8833 464 0,'0'0'3'0,"0"0"1"0,0 0 1 15,0 0-1-15,0 0 1 0,0 0-1 16,0 0 0-16,-8 13 1 15,3 4-4-15,0 2-1 16,5 9 0-16,0 2 0 16,5-2 0-16,8 1 0 0,11-9 1 15,10-3-1-15,7-7 1 16,8-7 0-16,4-6 0 16,1-12 1-16,-1-4 0 15,-6-6 0-15,-10-5 0 0,-10 0-2 16,-11-4 0-16,-16 1 0 15,-9 1 0-15,-17 7 0 16,-10 3 0-16,-8 10 0 16,-6 7 0-16,1 5 0 0,3 5 0 15,7 12-3-15,12 5-19 16,15 5-61-16,12 3-4 16</inkml:trace>
  <inkml:trace contextRef="#ctx0" brushRef="#br0" timeOffset="49247">8715 8534 484 0,'0'0'4'0,"0"0"3"0,0 0 0 15,0 0-2-15,-3 4-1 16,1 9-4-16,0 10 0 0,-1 4 0 15,1 7 0-15,2 11 0 16,0 1 0-16,5 10 0 16,2-2 0-16,3 3 0 0,-5 5-57 15,10-16-28-15,0-5-3 16</inkml:trace>
  <inkml:trace contextRef="#ctx0" brushRef="#br0" timeOffset="50297.62">9522 4461 278 0,'0'0'8'0,"-12"-4"2"0,12 4 3 0,-15-10 1 16,15 10 1-16,-10-15 0 16,13 4 2-16,10 4 1 15,11 0-7-15,15-1-3 16,16 1-2-16,7 4-1 0,13 0-1 15,2 3-1-15,0 13-1 16,-5 5 0-16,-2 12-2 16,-11 7 0-16,-9 20 2 15,-11 9-1-15,-11 19 1 16,-1 11 0-16,-9 16 1 16,-1 10 0-16,1 11 3 0,-4 10 0 15,7 4-1-15,1 6 1 16,-3 6 1-16,6 1 0 15,5 9 0-15,-5-1 0 0,4 4-3 16,0-1 0-16,-4-3-1 16,-1 1 0-16,-2-4-1 15,3-4 0-15,-8-7-2 0,6-5 0 16,-5-3 0-16,-1-8 0 16,0-1 0-16,0-8 0 15,1-5 0-15,-4-11 0 16,4-3 0-16,-2-9 0 0,-2-7 0 15,2-5 0-15,-2-9 0 16,0-11 0-16,-1-7 0 16,-1-5 0-16,4-12 0 15,-7-8 0-15,1-5 0 16,-2-9 0-16,0 2 0 0,-4-11 0 16,-1-2 0-16,-1-5 0 15,-2-7 0-15,0 15 0 16,0-15 0-16,0 8 0 15,0-8 0-15,-12 2 0 0,1 1 0 16,2-3 0-16,-3 0 0 16,-6 0 0-16,-1 0 0 15,-9 3 0-15,-6 2 0 16,-9 2 0-16,-10 0 0 0,-14 11 0 16,-9 4 0-16,-18 3 0 15,-11 9 0-15,-22 16-70 16,-2 1-17-16</inkml:trace>
  <inkml:trace contextRef="#ctx0" brushRef="#br0" timeOffset="52464.39">4896 10454 298 0,'0'0'7'16,"0"0"4"-16,0 0 5 16,0-16 2-16,0 16 4 0,0-14 2 15,0 14 1-15,2-17 1 16,-2 17-7-16,0-13-5 15,0 13-4-15,0 10-2 16,-2 7-3-16,0 6-3 0,-1 4-1 16,0 8-1-16,3 5 0 15,-2 1 1-15,2 1-1 16,0 1 1-16,0-6-1 16,0-3 1-16,0-1-1 0,0-6 0 15,0-5-1-15,0-4-2 16,0-4-2-16,-2-3-3 15,2-11-3-15,0 7-16 16,0-7-58-16,0 0-1 16</inkml:trace>
  <inkml:trace contextRef="#ctx0" brushRef="#br0" timeOffset="52831.25">4615 10417 334 0,'0'0'5'0,"0"0"4"16,-7-13 4-16,7 13 3 15,0 0 1-15,-5-12 0 0,5 12 0 16,3-16 2-16,6 9-5 15,9 2-4-15,6-5-2 16,8 0-3-16,6-2 0 16,4 0-1-16,6-1-1 0,-1 3-1 15,-2 3 0-15,-6-2-1 16,-6 3 0-16,-6 2-1 16,-8 4 1-16,-6-3-2 15,-13 3 1-15,10 0-1 0,-10 0 0 16,0 0-2-16,2 7-3 15,-2-7-6-15,0 20-14 16,3-5-57-16,-1 0-2 16</inkml:trace>
  <inkml:trace contextRef="#ctx0" brushRef="#br0" timeOffset="53280.38">5286 10651 429 0,'0'0'6'0,"0"0"0"0,0 0 2 16,0 0 0-16,0 0 0 16,-10-2 0-16,10 2 0 15,-19 5 0-15,5 3-6 0,2 6-1 16,0 4 0-16,4 5-2 15,-1 1 1-15,4 1-1 16,2-1 1-16,3 0 0 16,5-3 0-16,5-3 0 0,3-3 0 15,4-11 1-15,3-1 0 16,5-3 0-16,-1-7 1 16,-1-8 0-16,2-6 0 15,-7-1 0-15,-2-5 0 16,-6 0 0-16,-4-3 0 0,-6-2 1 15,-13 2-3-15,-6 0 0 16,-4 5 0-16,-2 6 0 16,-5 1 0-16,0 8 0 0,0 5 0 15,5 5-6-15,1 3-4 16,9 5-5-16,3 2-9 16,12-10-61-16,0 12-1 15</inkml:trace>
  <inkml:trace contextRef="#ctx0" brushRef="#br0" timeOffset="53764.93">5303 10129 420 0,'0'0'7'0,"0"0"2"0,0 0 3 16,3-10 0-16,-3 10 0 15,0 0 0-15,0 0-1 16,0 0 0-16,0 13-6 0,-3 6-5 15,1 4 0-15,-1 2 0 16,3 4 0-16,0 0 0 16,0 1-2-16,0-2-1 15,8-6-4-15,-3 0-7 0,3 3-40 16,-4-15-32-16,6 0-1 16</inkml:trace>
  <inkml:trace contextRef="#ctx0" brushRef="#br0" timeOffset="58298.89">6292 10204 152 0,'0'0'3'16,"0"0"0"-16,6 0 0 15,-6 0-2-15,0 0-17 0,12 7-30 16,-12-7-3-16</inkml:trace>
  <inkml:trace contextRef="#ctx0" brushRef="#br0" timeOffset="70531.64">11133 6700 489 0,'0'0'4'0,"0"0"1"15,0 0 1-15,0 0 1 16,-8 0-7-16,8 0 0 16,0 0 0-16,-10 0-73 15,10 0-13-15</inkml:trace>
  <inkml:trace contextRef="#ctx0" brushRef="#br0" timeOffset="72297.84">12081 4436 335 0,'0'0'7'0,"0"-15"4"16,0 5 1-16,0-2 3 15,-2-5 0-15,-10-4 0 0,-6 5 0 16,-3-1 0-16,-9 2-6 15,-8 5-5-15,-7 5-2 16,1 5-1-16,-6 3 0 16,6 9-2-16,1 3 0 0,3 5-1 15,11 6-1-15,6 4 0 16,8 7 0-16,7 4 1 16,8 3-1-16,6 6 2 15,6 3 1-15,2 7-2 16,7 4 2-16,-1 6 0 0,-1 4 0 15,1 8 2-15,-2 5-4 16,-3 7 4-16,0 5-1 16,-3 2 1-16,-2 11 1 0,0 0-1 15,1 4 0-15,2 3 0 16,-2 2 1-16,-1 3-2 16,-1-3-1-16,4 3 0 15,-6-5 0-15,-2 6-1 0,0-7 1 16,-3 1 1-16,-2-3 0 15,0 0 0-15,6-6 0 16,-1-1 0-16,0-6 0 16,2 0 3-16,-2-5 0 15,3 0 0-15,-3-8 0 0,0-3 1 16,-3-3 0-16,-2-4 0 16,0-1 0-16,-2-7-3 15,-3-6 0-15,0-4 1 16,-1-4-1-16,-1 3-2 0,2-3 1 15,1-6-1-15,-1 3 1 16,-1-6-1-16,3 4 0 16,1-7 0-16,2 2 0 15,-2-9 1-15,2 0 0 0,0 1 0 16,0-5 1-16,2-3-2 16,0-5 0-16,-2 3 0 15,6-5 0-15,-3-1 0 0,2-1 0 16,-3-1 0-16,0-2 0 15,1-1 0-15,-1 1 0 16,-2-5 0-16,3 0 0 16,-3-2 0-16,0-3 0 15,0-10 0-15,0 9 0 16,0-9 0-16,0 0 0 0,0 0 0 16,0 0 0-16,0 0 0 15,0 0 0-15,0 0 0 16,0 0 0-16,0 0 0 0,0 0 0 15,0 0 0-15,0 0 0 16,13 0 0-16,-1-1 0 16,3-5 0-16,7 1 0 0,5-1 0 15,8-2 0-15,5-3 0 16,4 4 0-16,-2-3 0 16,8 2 0-16,-8 1 0 15,1 4-8-15,-11-4-23 0,-2 7-53 16,-11 7-3-16</inkml:trace>
  <inkml:trace contextRef="#ctx0" brushRef="#br0" timeOffset="80231.91">12536 4834 388 0,'0'0'8'0,"0"0"4"16,0 0 2-16,0-11 2 16,0 11-2-16,0 0 2 15,0 0 0-15,0 0 1 16,0 0-9-16,3 12-6 16,2 6-2-16,-2 7 0 0,-1 1 0 15,3 9 0-15,2 3 0 16,-4-4 0-16,2 3 0 15,-1-1 0-15,-1-5 0 0,3-1 0 16,-4-5 0-16,3 0 0 16,-5-6-86-16,2-4-1 15</inkml:trace>
  <inkml:trace contextRef="#ctx0" brushRef="#br0" timeOffset="81131.47">13828 5848 383 0,'0'0'7'0,"0"0"5"15,0 0 1-15,0 0 3 16,0 0 1-16,0 0 0 0,8-5 0 16,-8 5 2-16,3 10-9 15,4 3-10-15,-4 7 0 16,1 3 0-16,4 6 0 15,-4 3 0-15,2 1 0 0,2 0 0 16,-1 0 0-16,2-1 0 16,0-2 0-16,-2-2 0 15,0-6 0-15,3 0-15 16,9-3-69-16,-13-1-2 16</inkml:trace>
  <inkml:trace contextRef="#ctx0" brushRef="#br0" timeOffset="81998.91">15364 6884 457 0,'0'0'5'0,"0"0"1"16,0 0 1-16,0 0 1 16,0 0-1-16,10 8 1 15,-8 2 0-15,4 1-3 0,-1 10-5 16,0 1 0-16,-1 6 0 15,4 4 0-15,2 2 0 16,-3 1 0-16,1 2 0 0,-1-3 0 16,-1 1 0-16,1-8 0 15,-2-2-17-15,-1-2-67 16,-1-4-2-16</inkml:trace>
  <inkml:trace contextRef="#ctx0" brushRef="#br0" timeOffset="82614.25">17155 8078 466 0,'0'0'3'0,"0"0"2"0,0 0 0 16,0 0 2-16,0 0 0 15,0 13 0-15,0 6 1 16,3 6-5-16,-3 9-3 0,5 6 0 15,3 7 0-15,-1 5 0 16,5 0 0-16,6 3 0 0,2-6 0 16,-3-1 0-16,10-2-75 15,-5-1-11-15</inkml:trace>
  <inkml:trace contextRef="#ctx0" brushRef="#br0" timeOffset="83898.65">17071 7241 425 0,'0'0'6'0,"0"0"1"16,0 0 1-16,-10-8 1 16,2 3 0-16,-4 3 1 15,-5 2-1-15,-3 0 1 0,-5 5-5 16,1 5-2-16,-1 7-2 16,-3 3 1-16,6 5-2 15,2 2 1-15,5 0-1 0,10 2 1 16,5-4-2-16,5 0 1 15,10-9 0-15,7-7 0 16,8-4 1-16,0-5-1 16,3-8 1-16,1-6 1 0,-2-13 0 15,-5-4-2-15,-2-8 0 16,-4-5 0-16,-12-9 0 16,-2-6 0-16,-7-5 0 15,-4-3 0-15,-8 6 0 0,-6-2 0 16,1 13 0-16,1 6 0 15,2 12 0-15,1 10 0 16,3 14 0-16,6 16 0 16,4 18 0-16,2 17 0 0,8 11 0 15,3 10 0-15,3 8 0 16,2 5 0-16,7 2 0 16,-5-8-11-16,7-5-74 15,-2-4-3-15</inkml:trace>
  <inkml:trace contextRef="#ctx0" brushRef="#br0" timeOffset="84280.8">17374 7364 497 0,'0'0'3'0,"0"0"2"0,0 0 1 16,-5-11-6-16,5 11 0 15,-2-15 0-15,2 15 0 16,0-16 0-16,0 16 0 16,12-15 0-16,1 13 0 15,1 2 0-15,4 2 0 0,-1 8 0 16,-2 3 0-16,0 7 0 16,-5 2 0-16,-5 5 0 15,-5 3 0-15,-2 2 0 16,-11 0 0-16,-5-1 0 0,-6-2 0 15,4 0 0-15,0-6 0 16,0-3 0-16,3-9 0 16,7 0 0-16,10-11 0 0,0 0 0 15,15 0 0-15,13-12 0 16,1-5 0-16,10 2-11 16,29-8-73-16,-18-7-2 15</inkml:trace>
  <inkml:trace contextRef="#ctx0" brushRef="#br0" timeOffset="84931.69">15035 6044 428 0,'0'0'6'0,"0"0"0"16,0 0 0-16,-9-5 0 0,9 5 0 15,-9 13 0-15,-2 2 0 16,4 2 0-16,4 10-5 16,1 3-1-16,2 2 0 15,7-2 1-15,11 2-1 16,5-6 1-16,9-5 0 0,5-4 0 15,2-9 0-15,3-6 1 16,4-4 2-16,-7-11 0 16,-4-9 2-16,-6-3-1 15,-11-7 0-15,-8-5-2 0,-10-5-3 16,-5 3 0-16,-15 1 0 16,-8 3 0-16,-9 14 0 15,-2 3 0-15,-1 18 0 16,0 0 0-16,8 0-70 0,13 25-17 15</inkml:trace>
  <inkml:trace contextRef="#ctx0" brushRef="#br0" timeOffset="86064.88">16972 6000 434 0,'0'0'7'0,"0"0"1"15,0 0 2-15,7-8 2 16,-7 8 0-16,0 0 0 16,8-10 0-16,-8 10-8 15,0 0-4-15,-8 10 0 0,1 8 0 16,-1-1 0-16,1 5 0 16,2 2 0-16,2 4 0 15,3-3 0-15,11 0 0 16,4-5 0-16,9-6 0 0,6-2 0 15,2-6 0-15,3-6 0 16,-1 0 0-16,-1-8 0 16,-6-6 0-16,-5-6 0 0,-3-5 0 15,-12 0 0-15,-7-7 0 16,-10 5 0-16,-6-5 0 16,-6 7 0-16,-10 2 0 15,2 8 0-15,-5 11 0 16,3-2-6-16,-18 12-79 0,33 8-3 15</inkml:trace>
  <inkml:trace contextRef="#ctx0" brushRef="#br0" timeOffset="86864.47">16766 4379 365 0,'0'0'7'0,"0"0"5"16,-13-12 0-16,13 12 3 0,-7-10 0 16,7 10 1-16,-16-7 0 15,7 5 0-15,-1 4-7 16,2 8-3-16,-2 4-3 15,3 6-2-15,2 3 0 0,3 4-1 16,2 2 0-16,7-4 1 16,10 3 0-16,6-9-1 15,4-1 1-15,5-5 0 0,5-11 1 16,1-2-1-16,-1 0 1 16,-2-12 0-16,-12-3 0 15,-3-8 0-15,-6 1 0 16,-11-6-2-16,-6-2 0 15,-14-1 0-15,-9 0 0 16,-6 2 0-16,-2 8 0 0,-6 10 0 16,5 9-7-16,-7 11-48 15,12 7-31-15,0 3-2 0</inkml:trace>
  <inkml:trace contextRef="#ctx0" brushRef="#br0" timeOffset="87714.92">14989 4860 349 0,'0'0'6'0,"0"0"2"0,0 0 4 15,-13-5 0-15,13 5-1 16,-14 0 0-16,2 2 1 16,-4 8 0-16,4 1-5 15,-1 6-3-15,1 2-2 0,5 6-1 16,1 0 1-16,6 2-1 15,6-4 1-15,8-3-1 16,7-1 1-16,4-6 0 16,5-6 1-16,7-7 0 15,-3 0 2-15,1-10 0 0,-3-2 1 16,-4-8 0-16,-6-2 1 16,-7-3 0-16,-6-2-1 15,-9-2 0-15,-7 1-6 0,-10 3 0 16,-8 3 0-16,-2 7 0 15,-10 7 0-15,2 8 0 16,-1 5-16-16,4 15-68 16,10 7-2-16</inkml:trace>
  <inkml:trace contextRef="#ctx0" brushRef="#br0" timeOffset="88414.4">13662 4939 365 0,'0'0'9'0,"0"0"2"0,-8-10 0 16,8 10 1-16,-17-1 1 16,2 1 0-16,0 8 0 0,-2 8 0 15,2 4-7-15,0 6-2 16,5 4-2-16,5 3-1 16,5 1 0-16,10-1 0 15,8-6-1-15,4-3 1 0,12-6 0 16,2-8 0-16,1-6 0 15,2-4 1-15,-1-7-1 16,-1-11 1-16,-7-3 0 16,-5-9 0-16,-15-2 0 15,-5-5 1-15,-5-1-1 0,-12 1 0 16,-13 7-1-16,-5 3 0 16,-7 13-3-16,-1 5-6 15,0 18-29-15,4 10-46 16,-1 11-2-16</inkml:trace>
  <inkml:trace contextRef="#ctx0" brushRef="#br0" timeOffset="89031.62">12492 6191 423 0,'0'0'5'0,"0"0"2"16,-11-16 1-16,11 16 1 0,-16-8 1 15,0 2-1-15,-1 6 1 16,2 0-1-16,-2 10-4 16,-1 4-3-16,6 6-1 15,5 5-1-15,1 2 0 0,6 2 0 16,16-1 1-16,0-3-1 16,12-5 1-16,4-3 0 15,9-9 0-15,1-8 0 16,-1 0 0-16,2-15 0 15,-6-2 1-15,-2-8-1 0,-8-3 2 16,-9-4-3-16,-11 3 0 16,-7-4 0-16,-10 6 0 15,-12 0 0-15,-8 7 0 0,-4 10 0 16,-1 7 0-16,-3 3-9 16,6 23-20-16,7 7-53 15,10 4-4-15</inkml:trace>
  <inkml:trace contextRef="#ctx0" brushRef="#br0" timeOffset="89597.9">12561 7226 400 0,'0'0'4'0,"0"0"1"0,-9 0 1 16,9 0 0-16,-20 5 2 16,8 5 1-16,-9 5-2 0,3 3 2 15,4 3-4-15,-4 4-1 16,9 2-2-16,4 0 0 15,5 1 0-15,9-6 0 0,12-4-1 16,4-6 0-16,7-5 1 16,7-7 0-16,1 0 0 15,3-12 0-15,-1-6 1 0,-5-2-1 16,-9-2 0-16,-4-6 0 16,-9 2 0-16,-12 1-1 15,-9 0 0-15,-11 6 0 16,-10 3-1-16,-1 4-1 15,-1 10-5-15,-4 2-5 0,8 0-44 16,13 17-27-16,7 4-2 16</inkml:trace>
  <inkml:trace contextRef="#ctx0" brushRef="#br0" timeOffset="89981.76">13970 7020 408 0,'0'0'4'16,"0"0"1"-16,-4-4-1 0,4 4 1 16,-9 0-1-16,9 0 0 15,-14 4 0-15,9 6 0 16,3 7-3-16,-1 3-2 15,3 2 2-15,8 3-1 16,4 0 1-16,5-3 0 0,9-4 0 16,3-6 1-16,4-4 0 15,1-8 2-15,1-2 1 16,0-9 2-16,-8-3 1 16,-4-6-1-16,-14-5 1 0,-4-3 0 15,-10 1-1-15,-13 0-2 16,-6 4-3-16,-14 1-2 15,-4 10 0-15,-5 8 0 16,0 8-6-16,-5 7-23 0,5 15-54 16,6 12-3-16</inkml:trace>
  <inkml:trace contextRef="#ctx0" brushRef="#br0" timeOffset="90580.94">12611 8482 434 0,'0'0'6'0,"0"0"2"0,0 0 1 16,0-13 2-16,0 13 0 0,0 0-1 15,0 0 1-15,-17 3-2 16,7 9-7-16,-3 11-2 16,-1 4 0-16,1 5 0 15,5 5 0-15,4 3 0 0,4-1 0 16,9-3 0-16,16-7 0 15,3-7 0-15,6-4 0 16,12-9 0-16,-2-6 0 0,-2-6 0 16,3-9 0-16,-8-8 0 15,-5-1 0-15,-7-10 0 16,-7-1 0-16,-11-3 0 0,-7 1 0 16,-15 1 0-16,-7 4 0 15,-3 6 0-15,-7 9 0 16,-3 9 0-16,-3 5-6 15,14 0-51-15,2 15-29 16,9 7-1-16</inkml:trace>
  <inkml:trace contextRef="#ctx0" brushRef="#br0" timeOffset="90980.84">14137 8308 436 0,'0'0'4'0,"0"0"1"0,-15-7 1 0,-1 5 1 16,0 2 1-16,-2 0 0 15,-2 4-1-15,-2 6 2 0,0 8-5 16,6 7-1-16,4-1 0 15,5 9-3-15,7-3 0 16,7 1 0-16,9-4 0 16,8-6 0-16,5-5 0 0,9-10 1 15,2-6 0-15,4-3 1 16,-1-12 0-16,-3-7 0 16,-6 0 1-16,-6-9-3 15,-8 0 0-15,-11-1 0 16,-9-6 0-16,-2 6 0 0,-13 1 0 15,-5 3 0-15,-2 8 0 16,-3 13-11-16,0 7-44 16,3 7-29-16,7 10 0 15</inkml:trace>
  <inkml:trace contextRef="#ctx0" brushRef="#br0" timeOffset="91364.39">15442 8226 450 0,'0'0'5'0,"0"0"3"16,-9-15 1-16,0 8 0 15,-1 0 0-15,-5 3-1 16,0 0 1-16,-7 4-5 0,1 5-4 15,2 12 0-15,-1 11 0 16,6 5 0-16,3 3 0 16,6 5 0-16,5-2 0 15,16-2 0-15,5-5 0 0,14-7 0 16,3-10 0-16,6-11 0 16,6-4 0-16,2-9 0 15,-2-11 0-15,-8-9 0 16,-8-7 0-16,-13 3 0 0,-12-9 0 15,-11 9 0-15,-17-7 0 16,-14 18 0-16,-14 2 0 16,-6 12 0-16,-7 6 0 15,7 12-83-15,0 10-3 16</inkml:trace>
  <inkml:trace contextRef="#ctx0" brushRef="#br0" timeOffset="92331.95">17645 4273 338 0,'0'0'7'0,"0"0"1"0,0 0 1 16,0 0 1-16,0 0-1 15,15-10 2-15,7 6-1 16,13-2 2-16,12 1-6 16,11-2-1-16,11 4 0 0,9 1 0 15,3 2 0-15,-4 5-1 16,0 7-1-16,-10 8 0 15,-12 12-1-15,-12 16-1 0,-17 8 1 16,-8 17-1-16,-13 8 1 16,-3 13-1-16,-2 17 1 15,0 11 0-15,-2 6-1 0,2 14 3 16,2 1 0-16,9 14-1 16,-2 0 1-16,3 10 1 15,1 2 0-15,4-1 1 16,-4 3-1-16,4 0-2 15,6 2 0-15,-3-5 2 16,6 2-5-16,-1-8 0 0,5-3 0 16,-7-2 0-16,7-9 0 15,-10-10 0-15,-1-4 0 16,-1-7 0-16,-1-8 0 16,1-3 0-16,0-12 0 0,-2-2 0 15,7-8 0-15,4-10 0 16,1-2 0-16,-4-13 0 15,0-9 0-15,0-11 0 0,-8-9 0 16,2-11 0-16,-8-8 0 16,-2-7 0-16,-8-14 0 15,0 0 0-15,0 0 0 0,-13 0 0 16,-4-7 0-16,-5-3 0 16,-8 0 0-16,-10 2 0 15,-10 6 0-15,-14 0 0 16,-10 4 0-16,-16 13 0 0,-8 10 0 15,-11 14 0-15,-20 8 0 16,-10 18-60-16,-10 17-31 16</inkml:trace>
  <inkml:trace contextRef="#ctx0" brushRef="#br0" timeOffset="93731.96">14594 9822 444 0,'0'0'6'0,"0"0"3"0,-7-10 1 16,7 10 0-16,0 0 0 16,-11-5 1-16,11 5 0 15,-10 12-11-15,6 11 0 16,-1-1 0-16,0 10 0 0,3 3 0 15,2 2 0-15,0 2 0 16,0-1 0-16,0-4-21 16,8-19-53-16,0 10-13 15</inkml:trace>
  <inkml:trace contextRef="#ctx0" brushRef="#br0" timeOffset="93947.82">14179 9715 483 0,'0'0'2'16,"0"0"1"-16,0 0 0 15,8-12 1-15,6 5 0 0,6-3 0 16,13-2 1-16,6-1-2 16,11-2-3-16,10 0 0 15,9 3 0-15,3 2 0 16,3 0 0-16,-1 10-16 15,-12 0-66-15,-5 10-3 0</inkml:trace>
  <inkml:trace contextRef="#ctx0" brushRef="#br0" timeOffset="94265.31">14865 10000 480 0,'0'0'3'16,"0"0"1"-16,0 0 0 15,0 0 1-15,0 6 0 0,0 3 0 16,-2 4 0-16,2 2-5 16,0 4 0-16,0 6 0 15,0-3-2-15,0-2-13 16,4-2-37-16,1-2-33 0,-1 0-1 16</inkml:trace>
  <inkml:trace contextRef="#ctx0" brushRef="#br0" timeOffset="94764.09">14927 9537 466 0,'0'0'5'0,"-2"-11"1"0,-1 3 2 15,3-5-1-15,3-4 2 16,4-3-1-16,2 1-6 0,4-4-2 16,4 5 0-16,4 6 0 15,1 2 0-15,-1 10 0 16,-2 2 0-16,-3 11 0 16,-3 10 0-16,-5 2 0 0,-4 6 0 15,-4 1 0-15,-4 3 0 16,-11 0 0-16,0-8 0 15,0 2 0-15,0-6 0 0,3-6 0 16,5-2 0-16,7-2 0 16,0-13 0-16,21 9 0 15,9-9 0-15,16-2 0 16,7-4 0-16,5 6-60 16,17-11-26-16</inkml:trace>
  <inkml:trace contextRef="#ctx0" brushRef="#br0" timeOffset="100597.89">3322 11544 338 0,'0'0'8'0,"0"0"3"0,0 0 3 16,0 0 3-16,0-16-2 15,0 16 1-15,-8-14 0 16,-1 7 1-16,-7-6-8 0,-7 3-4 16,-5 0-3-16,-6 4-1 15,-3-3 0-15,-9 4-1 16,0 2 0-16,0 3 0 16,7 0 0-16,2 0 0 0,5 7-1 15,4-3 0-15,8 6 0 16,8 0 0-16,2 7 0 15,6-2 0-15,4 5 0 16,0 10 0-16,9 7 0 0,3 7 0 16,1 8 1-16,-1 13 1 15,0 10-1-15,1 8 1 16,2 9 1-16,-2 10 1 16,-4 2 0-16,3 12 1 0,-3 0 1 15,0 11 0-15,-2-1 0 16,-2 3 0-16,1 3-1 15,-5-2-1-15,-1 2 1 16,0-4-1-16,0 1 0 0,0-3-3 16,-1 4 0-16,-7-7 0 15,3 6 0-15,-2-5 0 16,-3 0 0-16,2 1 0 16,1-2 0-16,0-2 0 0,-1-7 0 15,4 5 0-15,-2-8 0 16,1 3 0-16,-1-5 0 15,2-1 0-15,2-8 0 16,0-3 0-16,-1-3 0 0,1-5 0 16,-2 0 0-16,4-10 0 15,0 1 0-15,4-4 0 16,1 2 0-16,-1-6 0 16,0-3 0-16,4-2 0 0,-3-3 0 15,3 1 0-15,-3-4 0 16,0-6 0-16,-3 0 0 15,1-5 0-15,-1-4 0 16,-2-6 0-16,0-1 0 0,0-4 0 16,0-3 0-16,0-2 0 15,0-2 0-15,0-3 0 16,0-4 0-16,0 4 0 16,0-8 0-16,0 3 0 15,0-5 0-15,0 0 0 0,-2 0 0 16,-1 2 0-16,3-2 0 15,-2-3 0-15,-3 5 0 16,3-2 0-16,-3 1 0 0,3-3 0 16,-2 1 0-16,-1-3 0 15,1 6 0-15,0-9 0 16,3 5 0-16,1-3 0 16,-3 0 0-16,1 0 0 0,0 0 0 15,-1-1 0-15,3-9 0 16,0 11 0-16,0-11 0 15,0 0 0-15,-2 13 0 16,2-13 0-16,0 0 0 16,-4 9 0-16,4-9 0 0,0 0 0 15,0 10 0-15,0-10 0 16,0 0 0-16,0 0 0 16,0 0 0-16,0 0 0 15,0 0 0-15,0 0 0 16,9 0 0-16,-1 0 0 0,13-5 0 15,3-3 0-15,12 2 0 16,8 0 0-16,11-1 0 16,6 4 0-16,7 1 0 0,6-4 0 15,4 5 0-15,-2 1 0 16,0 0 0-16,-5 0 0 16,-6 0 0-16,-35 1 0 15,-1-1 0-15,19 4 0 16,-11-2 0-16,-9 3 0 0,-8-5 0 15,-11 0 0-15,-9 0 0 16,0 0 0-16,0 0 0 16,-17-11-37-16,9-6-53 0</inkml:trace>
  <inkml:trace contextRef="#ctx0" brushRef="#br0" timeOffset="101398.55">19613 6097 506 0,'0'0'2'0,"0"0"1"0,-5 0-3 16,5 0 0-16,0 0 0 15,-13 0 0-15,13 0 0 0,-12 0 0 16,12 0-15-16,-14-3-68 16,14 3-4-16</inkml:trace>
  <inkml:trace contextRef="#ctx0" brushRef="#br0" timeOffset="102197.92">21275 4223 389 0,'0'0'5'0,"0"0"1"0,-2-7 1 16,2 7 0-16,-23-9 0 15,6 5 0-15,-5 4-1 16,-6 0 1-16,-1 4-6 15,-4 10 0-15,-4 6-2 0,3 9 0 16,4 6-1-16,2 13 1 16,6 6 1-16,7 7 0 15,9 13 0-15,6 13 2 16,16 6 0-16,9 11 1 16,10 4 1-16,9 11-1 0,1 7 2 15,2 11 1-15,0 1-1 16,-2 9-1-16,-11 1 0 15,-4 6 1-15,-10 2 0 0,-8-2 1 16,-6-3-3-16,-6-2 1 16,-6-8-2-16,-6-7 1 15,-3-13 0-15,1-8 1 16,-1-8-4-16,-3-8 0 0,6-6 0 16,-1-4 0-16,4-8 0 15,-2 0 0-15,4-4 0 16,0-6 0-16,2-2 0 15,-2-10 0-15,4-5 0 16,0-4 0-16,3-12 0 0,0-6 0 16,0-6 0-16,3-9 0 15,7-5 0-15,2-4 0 16,1-6 0-16,6 0 0 16,3-6 0-16,13-1 0 0,2-3 0 15,6-5 0-15,6 3 0 16,4-6 0-16,4 6-14 15,-4 7-48-15,3-10-26 0,-6 2-1 16</inkml:trace>
  <inkml:trace contextRef="#ctx0" brushRef="#br0" timeOffset="102765.36">21784 4496 452 0,'0'0'3'0,"0"0"1"0,-5-8 1 16,5 8 0-16,-12-2 0 15,3 2 0-15,-4 5 0 16,-3 5 0-16,2 7-3 0,-1 7-1 16,2 4 0-16,6 5 0 15,4-4 1-15,6 3 0 16,17-4 1-16,2-4 0 16,11-6 0-16,7-9-1 15,1-9 0-15,5 0-2 0,-2-11 0 16,-4-10 0-16,-6-6 0 15,-6-3 0-15,-9-1 0 16,-11-4 0-16,-8 6 0 0,-9 1 0 16,-16 13 0-16,-5 5 0 15,-5 13 0-15,-7 11 0 16,8 18-29-16,4 8-55 16,2 4-3-16</inkml:trace>
  <inkml:trace contextRef="#ctx0" brushRef="#br0" timeOffset="103214.26">21961 5398 412 0,'0'0'6'0,"0"0"1"0,0 0 1 0,-15 2 1 16,5 11 0-16,-5 2 1 16,3 4 0-16,-5 12 0 15,1-2-5-15,4 8-1 0,2 0-1 16,8-2-1-16,4-1 0 15,10-4-1-15,6-5 1 16,7-10-1-16,10-10 1 0,-3-5 0 16,1-3-1-16,-1-14 2 15,-2-10-1-15,-9-3-2 16,-5-9 0-16,-9-6 0 16,-7-2 0-16,-7 2 0 15,-9 1 0-15,-3 4 0 0,-8 11 0 16,-6 6 0-16,3 15 0 15,-2 8-5-15,0 14-25 16,25 7-53-16,-17 8-3 16</inkml:trace>
  <inkml:trace contextRef="#ctx0" brushRef="#br0" timeOffset="103647.77">22078 6322 469 0,'0'0'1'0,"-12"-3"2"0,4 3 1 15,-4 0 0-15,-6 5 0 16,1 5 1-16,-3 4-1 16,-2 7 1-16,7 1-2 0,-1 5-1 15,7 1-1-15,6 1 0 16,3-4 0-16,16 0-1 16,0-8-1-16,12-5 1 15,2-5 0-15,4-7 0 16,1-4 0-16,-3-11-1 0,1-8 2 15,-8-4-1-15,-8-5 1 16,-7-5 0-16,-10 0 0 16,-2 3-1-16,-16 6 0 15,-6 6 0-15,-8 9 0 0,-4 10-3 16,1 16-11-16,-4 32-56 16,6-10-13-16</inkml:trace>
  <inkml:trace contextRef="#ctx0" brushRef="#br0" timeOffset="103880.82">22133 7274 501 0,'0'0'1'0,"0"0"0"0,-11 14-1 15,6-2 0-15,3 5 1 16,-1 6-1-16,3 6 0 16,0 6 0-16,0 5-3 15,5-6-5-15,4 12-18 16,3-7-55-16,-8-5-4 16</inkml:trace>
  <inkml:trace contextRef="#ctx0" brushRef="#br0" timeOffset="104564.28">22342 4531 332 0,'0'0'8'0,"0"0"3"16,-11-3 3-16,11 3 0 15,-10-7 3-15,10 7-1 0,-2-15 0 16,4 5 1-16,15 0-8 16,6 2-3-16,12-2-1 15,5 6-2-15,11 4-1 16,4 2 0-16,3 14-2 16,-1 5 0-16,-6 14 0 0,-5 15 0 15,-7 11 0-15,-7 19 0 16,-7 8 0-16,-7 15 0 15,-3 13 0-15,0 13 2 0,0 4 2 16,-6 9-1-16,7 2-1 16,-4-3 1-16,5 7 0 15,0-4 0-15,4 0 1 0,-1-3-3 16,-3-7-1 0,5-6 1-16,-2-4 0 0,6-5-1 15,-5-8 1-15,4-4-1 16,-2-15 1-16,2-6 0 15,-4-11-2-15,0-9 0 0,-7-6 0 16,-3-10-1-16,-11-8 0 16,0-7 0-16,-13-9-1 15,-11-1 1-15,-10-4 1 16,-3-6 1-16,-4-4 0 0,-7 3 0 16,1-8 1-16,-5 2-1 15,-1-6 1-15,2-2-4 16,5 0-13-16,5-5-63 15,6-10-4-15</inkml:trace>
  <inkml:trace contextRef="#ctx0" brushRef="#br0" timeOffset="104814.26">23887 5839 511 0,'0'0'0'0,"0"0"0"16,0 0 0-16,-5-8 0 16,5 8 0-16,0 0 0 0,0 0 0 15,0-12 0-15,7 9 0 16,13 1-27-16,0 2-59 15,7-3-3-15</inkml:trace>
  <inkml:trace contextRef="#ctx0" brushRef="#br0" timeOffset="104947.68">23820 6044 476 0,'0'0'2'0,"-8"3"1"16,8-3 2-16,0 0 2 15,0 0-1-15,0 0 1 16,8 5-2-16,14-5-5 0,10-13-15 15,-9 1-66-15,29-1-3 16</inkml:trace>
  <inkml:trace contextRef="#ctx0" brushRef="#br0" timeOffset="105400.69">24525 5631 511 0,'0'0'0'0,"0"0"0"0,0 0 0 15,-3 11 0-15,3 6 0 16,3 4 0-16,0 10 0 16,2 12 0-16,5 7 0 15,-1 9 0-15,7 8 0 0,1 6 0 16,-2-3 0-16,-3 3 0 16,3-6 0-16,-3-5 0 15,-4-13 0-15,-5-7 0 16,-3-10 0-16,-3-14 0 0,-7-13 0 15,-7-10 0-15,-3-15-3 16,-5-17 2-16,0-8 2 16,3-15 2-16,2-9-3 15,0-12 0-15,8-9 0 16,0-1 0-16,12 4 0 0,0 4 0 16,12 8 0-16,2 10 0 15,2 13 0-15,9 13 0 16,2 14 0-16,10 7 0 0,5 17 0 15,8 1 0-15,-1 6 0 16,1 12 0-16,-3 11 0 16,-17 4 0-16,-8 9 0 15,-22 2 0-15,-22 1 0 0,-23 2 0 16,-17 0 0-16,-12-2 0 16,-15-16-13-16,4 6-72 15,-5-5-4-15</inkml:trace>
  <inkml:trace contextRef="#ctx0" brushRef="#br0" timeOffset="112147.77">3741 12128 431 0,'0'0'5'16,"0"0"2"-16,0 0 1 0,0 0 2 16,0 0-1-16,0 0 1 15,0 0 0-15,0 0 1 16,5-5-5-16,9 5-2 15,11-2-4-15,5-1 0 0,2 1 0 16,5 2 0-16,4-5 0 16,-2 0 0-16,-4 2 0 15,-3 1 0-15,-7 2 0 16,-2-3-4-16,-6 3-18 16,-8 5-62-16,-9-5-3 15</inkml:trace>
  <inkml:trace contextRef="#ctx0" brushRef="#br0" timeOffset="112614.81">4503 11881 448 0,'0'0'4'16,"0"0"1"-16,-7-9 2 16,0 5 1-16,-6 0-1 0,1-2 2 15,-3 4-1-15,-7-1 0 16,-1 3-4-16,6 5-1 16,-6 5-3-16,8 3 0 15,5 3 0-15,-2 2 0 0,7 0 0 16,5-1 0-16,5 3 0 15,5 0 0-15,4-6 0 16,9 1 0-16,-3 3 0 0,5-3 0 16,5-3 0-16,-6 1 0 15,-1-3 0-15,-3-1 0 16,-3 1 0-16,-6 0 0 16,-4-3 0-16,-7 3 0 15,-3 0 0-15,-12-2 0 0,-2-1 0 16,-6 0 0-16,-2-1 0 15,-4-2 0-15,-1 2 0 16,0-2 0-16,2-4 0 16,12 4-2-16,-5-4-16 0,12-6-33 15,9 6-35-15,0 0-1 16</inkml:trace>
  <inkml:trace contextRef="#ctx0" brushRef="#br0" timeOffset="113048.09">4760 11896 468 0,'0'0'5'0,"0"0"2"0,0 0 0 15,-3-10 1-15,3 10 0 16,0 0 0-16,-15 4-8 16,8 3 0-16,-1 14 0 15,0-2 0-15,-1 6 0 0,1 4 0 16,4 2 0-16,1-1 0 15,3-8 0-15,3 0 0 16,6-10 0-16,6-2 0 16,0-7 0-16,5-3 0 0,0-10 0 15,0-7 0-15,0 0 0 16,-6-7 0-16,-4-3 0 16,1 1 0-16,-11-4 0 15,0 0 0-15,-11 4 0 16,-1-2 0-16,-11 6 0 0,4 4 0 15,-3 9 0-15,-4 0 0 16,4 9 0-16,7 11 0 16,2 3 0-16,6 9 0 15,7 1 0-15,3 4 0 0,10-3 0 16,3 2 0-16,9-6 0 16,3-3 0-16,7 0-11 15,-6-6-73-15,8-8-2 0</inkml:trace>
  <inkml:trace contextRef="#ctx0" brushRef="#br0" timeOffset="113231.59">5165 11972 497 0,'0'0'3'16,"0"0"1"-16,0 12 0 0,0 4-1 15,0 0-3-15,0 9 0 16,2 11 0-16,0 5 0 16,6 19 0-16,-1-3-78 15,-4 5-10-15</inkml:trace>
  <inkml:trace contextRef="#ctx0" brushRef="#br0" timeOffset="116315.92">6516 11922 445 0,'0'0'5'0,"0"0"2"16,-2-8 1-16,2 8 1 16,-8-8 1-16,8 8 0 0,-17-6 0 15,4 6-3-15,-2 6-7 16,0 6 0-16,1 3 0 16,2 7 0-16,-1 3 0 15,8-1 0-15,2 1 0 16,3-2 0-16,10-1 0 0,5-7 0 15,7-8 0-15,3-2 0 16,3-5 0-16,1-7 0 16,1-6 0-16,-2-4 0 0,-6-6 0 15,-5 1 0-15,-6-3 0 16,-6-3 0-16,-5 7 0 16,-13-2 0-16,-4 4 0 15,-7 6 0-15,0 4 0 0,-1 6 0 16,-1 3-6-16,-10 3-79 15,24 9-3-15</inkml:trace>
  <inkml:trace contextRef="#ctx0" brushRef="#br0" timeOffset="117864.22">7935 11757 400 0,'0'0'8'0,"0"-14"2"0,0 4 3 0,0-4 1 15,-5 3 1-15,3-4 1 16,-6 2 0-16,-4 3-1 16,-4 10-11-16,-1 2-4 0,-5 16 0 15,-3 4 0-15,3 10 0 16,-1 0 0-16,6 6 0 15,7-1 0-15,3 1 0 16,7-7 0-16,12-4 0 0,6-8 0 16,7 2 0-16,7-11-8 15,5-16-59-15,2 6-19 16</inkml:trace>
  <inkml:trace contextRef="#ctx0" brushRef="#br0" timeOffset="118297.87">8223 11680 388 0,'0'0'8'0,"0"0"3"0,0 0 3 15,0-10 3-15,0 10 0 16,-5-10 0-16,5 10 0 16,-12 0 0-16,-1 2-12 15,-1 11-5-15,-4 5 0 0,3 7 0 16,0 1 0-16,-2 6 0 15,7 1 0-15,5-1 0 16,5-2 0-16,7-5 0 16,8-3 0-16,5-7 0 0,5-5 0 15,2-6 0-15,-2-4 0 16,3-7 0-16,-3-5 0 16,-6-8 0-16,-1 1 0 15,-10-9 0-15,-2-2 0 0,-6-2 0 16,-7 0 0-16,-5 2 0 15,-1 2 0-15,-4 4 0 16,-3 9 0-16,0 3 0 16,0 9 0-16,5 3 0 0,3 13 0 15,5 4 0-15,4 6 0 16,3 2 0-16,5 1 0 16,12 2 0-16,1-1 0 15,9-2 0-15,-2-8-30 0,10-1-54 16,2-5-4-16</inkml:trace>
  <inkml:trace contextRef="#ctx0" brushRef="#br0" timeOffset="118464.53">8717 11712 442 0,'0'0'4'0,"0"6"1"0,0 5 2 15,-2 4 0-15,2 8 1 16,0 4 0-16,2 7-1 0,3 9-2 15,1 0-16-15,-4 3-67 16,10 2-4-16</inkml:trace>
  <inkml:trace contextRef="#ctx0" brushRef="#br0" timeOffset="124780.41">10253 11528 369 0,'0'0'9'0,"0"0"5"0,0 0 1 16,10-11 3-16,-10 11 1 16,5-8 0-16,-5 8 1 0,8-10-1 15,-8 10-10-15,0 0-9 16,0 0 0-16,9 8 0 15,-6 6 0-15,-1 6 0 16,-2 5 0-16,0 0 0 0,0 5 0 16,-8-1 0-16,-1 1 0 15,-4-2 0-15,1-7 0 16,-8 4 0-16,3-7 0 16,-3-1 0-16,2-3 0 15,-1-1 0-15,3-3 0 0,4-3 0 16,3-1 0-16,9-6 0 15,-13 4 0-15,13-4 0 16,0 0 0-16,15 0 0 0,-3-2 0 16,6-2 0-16,4 0 0 15,5-1 0-15,1 0 0 16,4 3 0-16,-2-3 0 16,-3 3 0-16,-2 19-73 0,0-17-15 15</inkml:trace>
  <inkml:trace contextRef="#ctx0" brushRef="#br0" timeOffset="124997.93">10529 11693 445 0,'0'0'6'0,"0"0"3"0,0 0 0 15,7 0 0-15,-7 0 1 16,11 7 1-16,-6 1-1 0,2 3-8 15,-2 4-2-15,-1 2 0 16,1 6 0-16,6-1 0 16,-9 1 0-16,8 1-13 0,-1-1-71 15,0-6-2-15</inkml:trace>
  <inkml:trace contextRef="#ctx0" brushRef="#br0" timeOffset="125315.89">10959 11499 463 0,'0'0'5'15,"0"0"3"-15,0 0 1 16,0-10 1-16,0 10 0 0,0 0-4 15,-7-5-6-15,-2 5 0 16,-3 8 0-16,-6 9 0 16,4 2 0-16,-4 6 0 15,4 0 0-15,2 8 0 0,4-5 0 16,5-2 0-16,3-4 0 16,11 0 0-16,3-9 0 15,6-2 0-15,2-5 0 16,8-2 0-16,-5-4 0 0,-25 0-86 15,35-9-2-15</inkml:trace>
  <inkml:trace contextRef="#ctx0" brushRef="#br0" timeOffset="125764.64">11207 11476 492 0,'0'0'5'16,"0"0"1"-16,0 0 0 15,0 0-4-15,0 0-2 0,4 11 0 16,-4 1 0-16,-4 1 0 16,-3 6 0-16,0 3 0 15,-1 3 0-15,0 5 0 0,4 1 0 16,4-8 0-16,2 0 0 16,8 0 0-16,7-12 0 15,6-4 0-15,-1 0 0 16,7-6 0-16,1-2 0 0,0-7 0 15,-5-5 0-15,0-2 0 16,-8-4 0-16,-4-6 0 16,-10-3 0-16,-3-1 0 15,-8-1 0-15,-10-2 0 16,-2 5 0-16,-1-1 0 0,-7 8 0 16,1 5 0-16,2 5 0 15,-3 9 0-15,9 1 0 16,1 10 0-16,6 5 0 15,4 1 0-15,8 7 0 0,8-3 0 16,8 4 0-16,5-1 0 16,9-1 0-16,0-2 0 15,5-4 0-15,2 2 0 0,-3-5-25 16,3-6-61 0,-1-2-4-16</inkml:trace>
  <inkml:trace contextRef="#ctx0" brushRef="#br0" timeOffset="125964.45">11739 11596 494 0,'0'0'4'0,"0"0"1"0,0 0 1 16,0 0-4-16,0 12-2 16,0-2 0-16,0 3 0 0,1 1 0 15,6 9 0-15,-5-1 0 16,3 6 0-16,-3-2 0 15,6 2 0-15,-4-4 0 16,1 6 0-16,4-3-80 0,-5-9-10 16</inkml:trace>
  <inkml:trace contextRef="#ctx0" brushRef="#br0" timeOffset="126330.9">12104 11504 505 0,'0'0'4'0,"0"0"-2"15,0 0-2-15,0 0 0 16,0 0 0-16,5 10 0 16,-3 4 0-16,1 2 0 15,2 6 0-15,-2 3 0 0,4 2 0 16,0 5 0-16,-3-4 0 15,8 3 0-15,-7-6-80 16,-1-2-9-16</inkml:trace>
  <inkml:trace contextRef="#ctx0" brushRef="#br0" timeOffset="126514.44">11993 11611 387 0,'0'0'9'0,"0"0"2"16,9 0 2-16,3 0 1 16,4 0 2-16,3 0-1 0,6 0 1 15,0 0-1-15,7 0-14 16,-2-3-25-16,0 3-55 16,-2-2-4-16</inkml:trace>
  <inkml:trace contextRef="#ctx0" brushRef="#br0" timeOffset="127431.81">12859 11568 366 0,'0'0'9'0,"0"0"2"0,0 0 3 0,0 0 2 16,-2-10 2-16,2 10 0 0,-10-5 0 15,10 5 0-15,-17-5-6 16,9 5-4-16,-4 0-5 16,-3 3-3-16,2 4 0 15,-3 6 0-15,0-1 0 16,4 6 0-16,1 2 0 0,4 2 0 16,7-3 0-16,0 4 0 15,7 0 0-15,9-6 0 16,4-3-2-16,4-6 4 0,1-4-2 15,0-4 0-15,0 0 0 16,-6-8 0-16,-1-10 0 16,-3-2 0-16,-7-5 0 0,-3-8 0 15,-5 0 0-15,-3-10 0 16,-1-4 0-16,-7-3 0 16,1-2 0-16,-2-2 0 15,-1 0 0-15,1 6 0 16,-1 4 0-16,1 6 0 0,3 11 0 15,0 10 0-15,9 17 0 16,-7 0 0-16,7 15 0 16,3 17 0-16,1 5 0 15,7 12 0-15,3 4 0 0,4 3 0 16,-3 5 0-16,3-5 0 16,-3-7 0-16,7-1 0 15,-5 18-73-15,-2-31-14 16</inkml:trace>
  <inkml:trace contextRef="#ctx0" brushRef="#br0" timeOffset="127798.05">13190 11576 503 0,'0'0'5'0,"0"0"-2"15,0 0-3-15,0-12 0 0,0 12 0 16,0-16 0-16,0 16 0 16,8-17 0-16,-1 5 0 15,3 7 0-15,4 0 0 16,1 3 0-16,3 2 0 0,-1 0 0 16,1 7 0-16,-5 5 0 15,-1 3 0-15,-7 6 0 16,-5 0 0-16,0 2 0 15,-7-1 0-15,-6-3 0 0,1-1 0 16,-1 0 0-16,1-4 0 16,4 1 0-16,8-15 0 15,-4 14 0-15,4-14 0 16,7 8 0-16,2-8 0 0,12 0 0 16,-6-1 0-16,14-3 0 15,-7-3-75-15,8-3-14 16</inkml:trace>
  <inkml:trace contextRef="#ctx0" brushRef="#br0" timeOffset="128097.7">13670 11393 461 0,'0'0'7'0,"0"0"2"15,0 0 1-15,0-13 1 0,0 13 0 16,0 0-9-16,-5-8-2 16,-6 8 0-16,-1 0 0 15,-1 10 0-15,-4 11 0 16,3-2 0-16,-2 9 0 0,7 1 0 16,2 4 0-16,1-4 0 15,6 3 0-15,6-8 0 16,6 0 0-16,0-5 0 15,8-9 0-15,7 0 0 0,-6-10 0 16,-5 0-86-16,16-2-2 16</inkml:trace>
  <inkml:trace contextRef="#ctx0" brushRef="#br0" timeOffset="128497.99">13933 11365 485 0,'0'0'4'15,"0"0"2"-15,-5-5 1 16,5 5 0-16,0 0-5 0,-12 0-2 16,2 5 0-16,2 8 0 15,1 4 0-15,2 6 0 16,-2 3 0-16,2 2 0 16,-1 4 0-16,6-5 0 0,0-2 0 15,8-3 0-15,2-7 0 16,8-2 0-16,-2-8 0 15,7-5 0-15,-4-5 0 16,1-10 0-16,-3-3 0 0,-1-7 0 16,-9-4 0-16,-1-6 0 15,-6-2 0-15,-6-2 0 16,-4 1 0-16,-6 4 0 16,-5 1 0-16,-1 8 0 15,2 9 0-15,-5 5 0 0,5 11 0 16,6 5 0-16,1 15 0 15,5 0 0-15,8 6 0 16,3 5 0-16,12-2 0 0,2 4 0 16,8-4 0-16,5-1 0 15,7-18-45-15,0 12-42 16,6-9-2-16</inkml:trace>
  <inkml:trace contextRef="#ctx0" brushRef="#br0" timeOffset="128681.6">14306 11372 457 0,'0'0'5'0,"0"0"0"16,0 0 2-16,0 10 0 0,0 1 1 15,0 6 1-15,2 3 1 16,-2 8-7-16,0 1-3 16,3 10 0-16,-1 3 0 15,2 5 0-15,-4-4-16 0,3 7-68 16,0-9-3-16</inkml:trace>
  <inkml:trace contextRef="#ctx0" brushRef="#br0" timeOffset="130064.39">14497 10882 384 0,'0'0'2'16,"0"0"2"-16,0 0 0 16,12-12 2-16,6 7 0 15,5-5 1-15,11 0 1 0,6-3 0 16,15 5-2-16,2-2 0 15,7 2-2-15,3 2-1 16,-2 5 1-16,-1 1 0 16,-6 0-1-16,-8 7 1 0,-8 11 0 15,-10 3 1-15,-7 10-1 16,-8 11 1-16,-7 2 0 16,-2 10-1-16,-6 8 0 15,-2 10 0-15,0 7-1 16,0 3 1-16,-2 7 0 0,2 3-2 15,0 5-2-15,0 4 0 16,2 3 0-16,4 2 0 16,6 6 0-16,-5 2 0 15,3 1 0-15,-1 6 0 0,4 7 0 16,-3-4 0-16,3 2 0 16,-5 6 0-16,3 4 0 15,0 3 0-15,-2-1 0 0,1 4 0 16,5-4 0-16,0 4 0 15,-2 1 0-15,1-2 0 16,-2 1 0-16,8-2 0 16,-8 3 0-16,2-6 0 0,2 0 0 15,0 0 0-15,-2-6 0 16,2-5 0-16,-2-2 0 16,-1-8 0-16,4-3 0 15,-4-3 0-15,1-6 0 16,-1-5 0-16,-1-5 0 0,0-9 0 15,1-2 0-15,-1-5 0 16,-1-7 0-16,-1-6 0 16,2-8 0-16,-2-3 0 0,-2-7 0 15,-4-5 0-15,4-5 0 16,-6-7 0-16,0 0 0 16,-2-5 0-16,0-3 0 15,0 1 0-15,-2-4 0 0,2-4 0 16,0 0 0-16,-2-3 0 15,2-2 0-15,-3 0 0 16,3-10 0-16,0 10 0 16,0-10 0-16,0 9 0 0,0-9 0 15,0 0 0-15,0 13 0 16,0-13 0-16,0 0 0 16,0 0 0-16,-5 11 0 15,5-11 0-15,0 0 0 16,-4 9 0-16,4-9 0 0,0 0 0 15,-8 10 0-15,8-10 0 16,0 0 0-16,-15 10 0 16,5-10 0-16,1 0 0 0,-9 0 0 15,-6 0 0-15,-9 0 0 16,-9 2 0-16,-8 1 0 16,-13 2 0-16,-21 2 0 15,-11 6 0-15,-9-2 0 0,-8 7 0 16,-7-5 0-16,-10 2-82 15,22-3-10-15</inkml:trace>
  <inkml:trace contextRef="#ctx0" brushRef="#br0" timeOffset="132849.76">4409 13181 404 0,'0'0'8'0,"1"-8"2"0,-1 8 2 16,4-16 1-16,-4 8 2 15,0-2 0-15,0 0 0 0,-4 0 1 16,4 10-13-16,-16-7-3 16,1 7 0-16,0 4 0 15,-2 12 0-15,-3 1 0 0,0 7 0 16,2 6 0-16,2 0 0 16,2 8 0-16,6-9 0 15,7 5 0-15,2-6 0 16,7-3 0-16,10-8 0 15,7-2 0-15,5-6 0 16,5-5 0-16,4-4-13 0,4-8-23 16,-3 0-50-16,2-4-1 15</inkml:trace>
  <inkml:trace contextRef="#ctx0" brushRef="#br0" timeOffset="133265.01">4839 13022 470 0,'0'0'5'0,"0"0"1"0,0 0 0 15,0 0 1-15,-8-2 0 16,-1 4 0-16,-7 9-4 16,2 3-3-16,-6 8 0 0,-1 6 0 15,-1 4 0-15,5 3 0 16,5 2 0-16,4-5 0 15,5 0 0-15,9-10 0 0,6-1 0 16,8-9 0-16,2-7 0 16,3-5 0-16,3-7 0 15,-3-6 0-15,-6-7 0 16,1 0 0-16,-7-5 0 16,-4-7 0-16,-6 2 0 0,-3-1 0 15,-9-4 0-15,-2 6 0 16,-1 4 0-16,-1 2 0 15,1 10 0-15,5 11 0 16,7 2 0-16,-8 17 0 0,11 5 0 16,6 9 0-16,3 1 0 15,9 3 0-15,1-1 0 16,8 1-9-16,0-3-77 16,2-10-2-16</inkml:trace>
  <inkml:trace contextRef="#ctx0" brushRef="#br0" timeOffset="133431.66">5294 13208 474 0,'0'0'3'0,"0"0"1"15,0 0 1-15,-10 13 0 16,8 2 0-16,-4 7 0 16,3 0 1-16,-1 10-2 15,4 3-4-15,-3 5 0 0,3 1-13 16,0 7-71-16,5-10-2 15</inkml:trace>
  <inkml:trace contextRef="#ctx0" brushRef="#br0" timeOffset="134514.73">6482 13087 438 0,'0'0'4'0,"0"0"3"0,0 0 1 0,0 0 1 15,0 0-1-15,0 0 0 0,-9 7 0 16,2 8 1-16,0 10-6 16,0 0-2-16,-1 7-2 15,5 0 1-15,3 0 0 16,5-2 0-16,10-7 0 16,6-6 0-16,3-8 1 0,8-6 0 15,4-6 1-15,1-9-1 16,0-8 1-16,-5-4 0 15,-5-3-2-15,-6-8 0 16,-14 2 0-16,-7-3 0 16,-13 1 0-16,-15 6 0 0,-9 4 0 15,-9 4 0-15,0 17 0 16,-7 4-53-16,5 7-33 0,4 3-2 16</inkml:trace>
  <inkml:trace contextRef="#ctx0" brushRef="#br0" timeOffset="135947.98">8156 12866 463 0,'0'0'5'0,"1"-7"1"0,-1 7 2 0,6-15 0 15,-6 5 1-15,0 1 0 0,-2-4-6 16,-5 3-3-16,-9 5 0 16,-5 5 0-16,-2 5 0 15,-2 5 0-15,-5 7 0 16,3 3 0-16,2-3 0 0,5 8 0 16,5-5 0-16,5 2 0 15,8 1 0-15,7-7 0 16,13 1 0-16,3 0 0 15,9-5 0-15,2 0 0 0,6 1 0 16,-3-1 0-16,-3-2 0 16,-4 2 0-16,-7-2 0 15,-5 3 0-15,-7-1 0 16,-9 3 0-16,-4-3 0 16,-11 2 0-16,-10-1 0 0,0-1 0 15,-12-1 0-15,2-2 0 16,-3-1-3-16,6-3-12 15,-3-5-13-15,5 0-57 0,14-5-3 16</inkml:trace>
  <inkml:trace contextRef="#ctx0" brushRef="#br0" timeOffset="136351">8484 12852 461 0,'0'0'5'0,"0"0"0"15,0 0 2-15,0 0-1 0,-2 7 0 16,-11 3 1-16,-1 7 0 16,-4 3 0-16,-5 2-7 15,3 3 0-15,1 3 0 16,1 1 0-16,6-4 0 16,7-2 0-16,5-6 0 15,5-5 0-15,7-2 0 0,8-7 0 16,-3-3 0-16,5-9 0 15,1-5 0-15,2-4 0 16,-5-4 0-16,-5-3 0 0,-3-6 0 16,-2-2 0-16,-10-1 0 15,0-2 0-15,-13 5 0 16,1 3 0-16,-5 4 0 0,-3 9 0 16,0 7 0-16,1 8 0 15,1 11 0-15,6 8 0 16,4 8 0-16,3 3 0 15,5 0 0-15,10 2 0 0,3-2 0 16,12 0 0-16,-4-11-10 16,4-1-74-16,10-3-3 15</inkml:trace>
  <inkml:trace contextRef="#ctx0" brushRef="#br0" timeOffset="136497.98">8794 12946 462 0,'0'0'3'15,"0"0"0"-15,-2 10 0 16,0 5 1-16,-4 3 0 0,6 3 1 16,-2 6-1-16,2 2-3 15,5 7-9-15,-2 11-55 16,9-15-19-16</inkml:trace>
  <inkml:trace contextRef="#ctx0" brushRef="#br0" timeOffset="144297.81">10360 12819 341 0,'0'0'7'0,"0"0"5"0,0-10 5 15,0 10 2-15,0 0 1 16,8-12 2-16,-8 12-3 15,0 0 2-15,0 0-7 16,0 0-5-16,0 0-3 0,2 19-2 16,-2 2-4-16,-5 6 0 15,0 3 0-15,-8 2 0 16,4 3 0-16,-4 0 0 16,-2-3 0-16,-3-2 0 0,-1-5 0 15,1-4 0-15,-2-1 0 16,6-5 0-16,-1-5 0 15,5-2 0-15,10-8 0 0,-10 7 0 16,10-7 0-16,7 0 0 16,6-3 0-16,4-5 0 15,6 4 0-15,-1-1 0 16,5 0 0-16,0 0 0 0,-2 0-5 16,8 3-9-16,-8 12-40 15,2-10-32-15,-2 0 0 16</inkml:trace>
  <inkml:trace contextRef="#ctx0" brushRef="#br0" timeOffset="144481.6">10681 13035 402 0,'0'0'5'0,"0"0"2"15,0 0 2-15,12 0 0 16,-12 0 1-16,10 12 1 15,-5-1-1-15,0 3 0 16,0 4-4-16,-3 1-4 0,3 4-7 16,-5-3-14-16,2-1-60 15,2-1-3-15</inkml:trace>
  <inkml:trace contextRef="#ctx0" brushRef="#br0" timeOffset="144948.07">11227 12849 452 0,'0'0'5'0,"0"0"1"16,3-10 1-16,-3 10 1 15,0-12 1-15,0 12 0 16,-16-11-1-16,4 7-1 16,-8 4-7-16,-3 4 0 0,4 7 0 15,-6 6 0-15,5-2 0 16,1 4 0-16,3 6 0 16,4-5 0-16,8 3 0 0,4-3 0 15,2 0 0-15,10-6 0 16,3 1 0-16,2-2 0 15,6-1 0-15,2 1 0 16,-4-1 0-16,7-2 0 0,-5-1 0 16,-1-2 0-16,-10 4 0 15,4-4 0-15,-16-7 0 16,3 15 0-16,-3-15 0 16,-14 15 0-16,-3-7 0 15,-4-2 0-15,-3 0 0 0,-6-1 0 16,6 0-5-16,-3-5-19 15,4 0-60-15,3 0-4 16</inkml:trace>
  <inkml:trace contextRef="#ctx0" brushRef="#br0" timeOffset="145365.16">11453 12834 482 0,'0'0'4'15,"0"0"1"-15,0 0 1 16,0 0 0-16,0 0 0 0,0 0-4 16,-5 13-2-16,-4-1 0 15,-8 6 0-15,6 3 0 16,-4 4 0-16,5 5 0 16,1-2 0-16,5 1 0 15,4-6 0-15,11-3 0 0,1-7 0 16,8-2 0-16,-1-8 0 15,6-3 0-15,-2-3 0 16,2-8 0-16,-6-5 0 16,-1-1 0-16,-6-6 0 0,-4-1 0 15,-5-4 0-15,-3-4 0 16,-8 4 0-16,-7-4 0 16,-1 10 0-16,0 0 0 15,-7 5 0-15,6 7 0 0,2 10 0 16,1 0 0-16,1 13 0 15,8 8 0-15,5 4 0 16,2-1 0-16,9 7 0 0,6-1 0 16,3-5-7-16,10 0-76 15,-3-6-4-15</inkml:trace>
  <inkml:trace contextRef="#ctx0" brushRef="#br0" timeOffset="145548.1">11881 12926 455 0,'0'0'4'16,"0"0"1"-16,0 0 0 16,-3 5 2-16,3-5 0 0,-9 22 0 15,5-7 0-15,2 3 0 16,-1 4-3-16,3 0-1 16,0 3-3-16,3 3 0 15,-1-4-8-15,11 3-11 0,-13-2-64 16,12-6-3-16</inkml:trace>
  <inkml:trace contextRef="#ctx0" brushRef="#br0" timeOffset="145814.19">12281 12834 479 0,'0'0'4'0,"0"0"1"16,0 0 0-16,0 0 0 16,0 0 1-16,0 0 1 15,9 13-7-15,-6 4 0 0,2 8 0 16,-5 0 0-16,5 7 0 16,-2 0 0-16,-1 2 0 15,3-3 0-15,0-5 0 16,-5-1-3-16,9-19-69 0,-3 10-15 15</inkml:trace>
  <inkml:trace contextRef="#ctx0" brushRef="#br0" timeOffset="145997.98">12171 12956 440 0,'0'0'3'0,"0"0"1"16,0 0 3-16,8 2 1 15,2 1 0-15,4-3 0 0,9 3 1 16,4-3 0-16,10 0-3 16,6 0-11-16,1-3-23 15,7-2-53-15,8 0-3 0</inkml:trace>
  <inkml:trace contextRef="#ctx0" brushRef="#br0" timeOffset="147301.88">13108 12772 457 0,'0'0'3'15,"0"0"2"-15,-2-10 0 16,2 10 1-16,-20-9 1 16,2 1-1-16,3 3 1 0,-7 4 0 15,-3 1-3-15,1 0-2 16,-1 11 0-16,2 4-2 15,-1 3 0-15,13 4 0 0,2 2 0 16,3-1 0-16,6-3-2 16,11-1 2-16,3-4 0 15,6-5 0-15,5-7 0 16,0-3 0-16,2-8 0 16,0-7 2-16,1-4-2 0,-6-9 0 15,1-5 0-15,-9-3 0 16,2-9 0-16,-9 1 0 15,-5-8 0-15,-2 0 0 16,0 2 0-16,-4 3 0 0,-4 7 0 16,0 11 0-16,3 6 0 15,5 23 0-15,-12 0 0 16,12 20 0-16,0 9 0 16,3 14 0-16,4 7 0 0,2 7 0 15,5-1 0-15,0 5-14 16,-3 9-67-16,5-20-6 15</inkml:trace>
  <inkml:trace contextRef="#ctx0" brushRef="#br0" timeOffset="147647.94">13352 12847 445 0,'0'0'5'0,"0"0"3"0,0 0 1 0,-8-13 2 16,8 13 0-16,-3-12 1 15,3 12-2-15,0-17-10 16,0 7 0-16,8 5 0 0,4-1 0 16,3 2 0-16,5 4 0 15,3 0 0-15,-1 10 0 16,-2 0 0-16,-3 9 0 16,-5 1 0-16,-4 3 0 15,-8 4 0-15,0-2 0 0,-8 2 0 16,-4-4 0-16,-3 2 0 15,1-8 0-15,1-3 0 16,3 1 0-16,0-5 0 0,10-10 0 16,-2 13 0-16,2-13 0 15,14 0 0-15,-1-5 0 16,9-3 0-16,-2-4 0 16,10-15-71-16,-2 11-16 15</inkml:trace>
  <inkml:trace contextRef="#ctx0" brushRef="#br0" timeOffset="148180.59">13996 12653 476 0,'0'0'3'0,"0"0"0"0,0-12 2 0,0 12 0 16,-6-14 0-16,6 14 1 15,-20-13-1-15,5 6-2 16,-4 7-3-16,-4 0 0 16,1 7 0-16,2 2 0 0,0 7 0 15,5-2 0-15,7 4 0 16,6 0 0-16,4 1 0 16,14-2 0-16,5 3 0 15,7-3 0-15,4 1 0 0,3-3 0 16,3-2 0-16,-6 1 0 15,-4-2 0-15,-4 3 0 16,-9-5 0-16,-6 3 0 16,-6-1 0-16,-6 0 0 0,-8-2 0 15,-7 0 0 1,-7 0 0-16,-2-3 0 0,-2 1 0 16,-7-3-5-16,4-5-7 15,8 2-8-15,-6 1-33 0,9-3-32 16,7 0-1-16</inkml:trace>
  <inkml:trace contextRef="#ctx0" brushRef="#br0" timeOffset="148664.62">14274 12602 461 0,'0'0'5'0,"0"0"2"0,0 0 2 0,7-11 0 0,-7 11 0 15,0 0 2-15,-7 0-11 16,-2 6 0-16,-5 6 0 16,-4 7 0-16,1 9 0 15,2-1 0-15,3 8 0 16,2-3 0-16,7 1 0 0,3-8 0 15,8 1 0-15,7-6 0 16,5-8 0-16,7-4 0 16,-3-5 0-16,4-3 0 15,-1-11 0-15,-7-3 0 0,1-11 0 16,-7-5 0-16,-4-2 0 16,-10-5 0-16,0-5 0 15,-5 0 0-15,-7 0 0 16,-4 4 0-16,0 8 0 0,-2 5 0 15,-5 13 0-15,6 8 0 16,-3 6 0-16,8 12 0 16,-1 11 0-16,11 3 0 15,2 1 0-15,6 7 0 0,6-2 0 16,13 1 0-16,0-9 0 16,7 5-36-16,5-9-49 15,0-6-2-15</inkml:trace>
  <inkml:trace contextRef="#ctx0" brushRef="#br0" timeOffset="148814.38">14693 12686 459 0,'0'0'6'0,"0"0"1"15,0 0 0-15,0 7 1 0,0 3 0 16,-2 5 0-16,-3 2 0 16,-2 10-8-16,-2 2 0 15,5 9 0-15,-6-1-4 16,5 8-80-16,5 5-2 15</inkml:trace>
  <inkml:trace contextRef="#ctx0" brushRef="#br0" timeOffset="154464.67">4849 14625 292 0,'0'0'9'15,"0"0"5"-15,0 0 4 0,0 0 3 16,0 0 2-16,0 0 3 15,0 0-1-15,0 0 1 16,0 0-8-16,0 0-5 0,0 0-5 16,-8 10-2-16,3 2-2 15,0 3-2-15,1 8-1 16,-1 1-1-16,2 4-1 16,3 1 1-16,0 4 0 15,10-9 0-15,4-1 0 0,4-3 0 16,5-7 0-16,2-9 0 15,1-4 0-15,7 0 1 16,-4-7 0-16,4-6 0 16,-6-4 0-16,1-2 1 0,-3-4-2 15,-10-2 0-15,-3-5 0 16,-7-3 0-16,-5 0 0 16,-10-3 0-16,-8 7 0 15,-4 0 0-15,-10 8 0 0,2 6 0 16,-5 8 0-16,3 7 0 15,7 10 0-15,1 0-10 16,1 13-75-16,18 2-3 16</inkml:trace>
  <inkml:trace contextRef="#ctx0" brushRef="#br0" timeOffset="159763.76">6694 14605 360 0,'0'0'6'0,"0"0"3"0,0 0 4 15,0-9 2-15,0 9 3 16,0-10 1-16,0 10 1 15,0 0 0-15,0 0-5 0,0 7-2 16,0 25-10-16,-4 13-3 16,-6 14 0-16,3 21 0 15,0 11 0-15,1 21 0 0,-11 30-43 16,10-24-45-16,-1-9-2 16</inkml:trace>
  <inkml:trace contextRef="#ctx0" brushRef="#br0" timeOffset="162465.01">8310 14412 370 0,'0'0'7'0,"0"0"5"0,0 0 1 16,0 0 1-16,0 0 2 15,0 0 0-15,-7-7 0 16,7 7 1-16,-16 7-7 16,7 8-4-16,-1 5-2 15,2 5-2-15,1 5-1 0,7-1 0 16,0 4 0-16,7-8 0 15,8 1-1-15,8-12 0 16,9-4 1-16,3-10 0 16,7-6 1-16,-5-9-2 0,6-5 0 15,-6-7 0-15,-5-5 0 16,-7-3 0-16,-10-5 0 16,-11 3 0-16,-4-3 0 0,-14 3 0 15,-11 10 0-15,-7 2 0 16,-8 10 0-16,0 13 0 15,-7 4 0-15,10 21-7 16,5-1-80-16,2 5-2 16</inkml:trace>
  <inkml:trace contextRef="#ctx0" brushRef="#br0" timeOffset="165232.13">12288 14236 405 0,'0'0'5'0,"0"0"3"0,0 0 1 16,-10-9 3-16,10 9 0 16,-15-5 1-16,3 5 0 0,-4 0 1 15,2 7-5-15,-4 10-4 16,6 3-1-16,-2 5-2 15,6 7-2-15,3-2 0 16,5 4 0-16,9-5 0 16,7-5 0-16,6-5 0 0,8-4 0 15,7-10 0-15,0-5 0 16,-1-7 0-16,0-7 0 16,-4-11 0-16,-9-3 0 15,-3-9 0-15,-17 2 0 0,-3-7 0 16,-16 0 0-16,-8 7 0 15,-12 8 0-15,-2 9 0 16,-5 15 0-16,-5 3-7 0,7 18-77 16,4 10-5-16</inkml:trace>
  <inkml:trace contextRef="#ctx0" brushRef="#br0" timeOffset="166347.71">5050 16081 365 0,'0'0'6'0,"0"0"3"0,0 0 4 0,0-8 0 16,0 8 2-16,0 0 0 15,0 0 1-15,-5-8-1 16,5 8-5-16,-15 15-3 16,5-1-3-16,3 9-2 15,0 2-1-15,1 4 0 16,6 1-1-16,0 2 0 0,11-7 0 15,3 0 0-15,6-8 0 16,5-7 1-16,7-10-1 16,-2 0 1-16,7-12 0 0,-4-9 1 15,-1-2-1-15,-5-2 1 16,-4-8 1-16,-9 0 0 16,-6-3-1-16,-8 3-1 15,-12-5 1-15,-6 9-2 0,-9 2 0 16,-3 7 0-16,-2 8 0 15,-1 10 0-15,1 7-3 16,2 10-6-16,13 14-15 16,7 5-60-16,10 1-3 0</inkml:trace>
  <inkml:trace contextRef="#ctx0" brushRef="#br0" timeOffset="166931.95">6728 16161 415 0,'0'0'5'16,"0"0"1"-16,-13-2 2 15,13 2 0-15,-10-3 1 0,-1 3 0 16,-3 3 0-16,0 5 0 16,-2 4-4-16,2 5-3 15,1 8 0-15,6 0-1 0,2 0-1 16,5 4-1-16,5-2 1 16,7 1 0-16,10-11 0 15,8-2 1-15,5-10-1 16,4-5 1-16,6-5 0 15,-5-5 0-15,3-8 1 0,-4-4 1 16,-7-3 0-16,-6-4 0 16,-10 1 1-16,-11-4 1 15,-5 0-5-15,-9 0 0 16,-14 2 0-16,-7 5 0 16,-3 5 0-16,-3 10 0 0,-5 6 0 15,12 4 0-15,0 10-17 16,13-6-68-16,8 18-2 15</inkml:trace>
  <inkml:trace contextRef="#ctx0" brushRef="#br0" timeOffset="167464.48">8553 15886 457 0,'0'0'4'0,"0"0"1"16,0 0 1-16,0 0 0 15,0 0 0-15,0 0 0 16,-12 10 1-16,0 3-1 16,-3 9-2-16,2 3-2 0,1 2 0 15,7 5-2-15,3-2 0 16,4-2 0-16,10-7 0 15,16-3 0-15,4-11 0 16,8-2 0-16,5-5 0 16,0-12 0-16,4-6 0 15,-2-3 0-15,-10-7 0 0,-4-5 0 16,-11 0 0-16,-9-3 0 16,-13-1 0-16,-13-2 0 15,-16 6 0-15,-9 4 0 0,-12 9 0 16,1 12 0-16,-6 5 0 15,5 6 0-15,0 10 0 16,21 12-28-16,9 2-60 0,15-5-3 16</inkml:trace>
  <inkml:trace contextRef="#ctx0" brushRef="#br0" timeOffset="167964.28">12598 15468 443 0,'0'0'6'0,"0"-10"3"0,0 0 1 0,0-2 2 16,0 2 2-16,-2 0 1 16,2 10-13-16,0 0-2 15,-10 7 0-15,-3 30 0 16,1 15 0-16,0 20 0 0,2 15 0 15,7 22 0-15,3 7 0 16,5 13-85-16,18 7-9 16</inkml:trace>
  <inkml:trace contextRef="#ctx0" brushRef="#br0" timeOffset="169464.37">15879 13533 511 0,'0'0'0'0,"0"0"0"16,0 0 0-16,2-12 0 15,-2 12 0-15,0 0 0 0,0 0 0 16,-5-10 0-16,5 10 0 15,-10 0 0-15,10 0 0 16,-10-6-75-16,10 6-17 16</inkml:trace>
  <inkml:trace contextRef="#ctx0" brushRef="#br0" timeOffset="170618.62">16776 11328 435 0,'0'0'5'0,"0"0"2"16,7-10 0-16,-7 10 1 15,0-12 0-15,0 12 0 0,-20-13-1 16,-2 13 1-16,-16 0-4 15,-2 3-3-15,-11 9-1 16,-4 6 0-16,-2 3-1 16,2 7 1-16,2 5 0 15,12 3 0-15,6 9-1 0,10 5 0 16,13 2 0-16,12 7 1 16,7 9 0-16,16 6 0 15,4 5 0-15,10 10 0 16,3 3 1-16,-3 7-1 0,0 8 1 15,-2 4 0-15,-5 10 1 16,-3 3 0-16,-7 2 0 16,-2 8 0-16,-9 7 1 0,1 3 0 15,-5 2-3-15,1 2 0 16,-6 1 0-16,0 2 0 16,0-5 0-16,0 3 0 15,-3-8 0-15,-3 3 0 0,-1-11 0 16,0-1 0-16,2-11 0 15,-2-2 0-15,-1-5 0 16,1-12 0-16,-1-2 0 16,6-9 0-16,0-9 0 0,-1-8 0 15,0-7 0-15,-1-5 0 16,3-10 0-16,-4-5 0 16,-2-8 0-16,0 1 0 15,-6-5 0-15,5 2 0 16,-4-5 0-16,2-2 0 0,0 0 0 15,3-9 0-15,-1 2 0 16,5-6 0-16,1-2 0 16,2-15 0-16,0 13 0 0,0-13 0 15,0 0 0-15,8 7 0 16,-8-7 0-16,0 0 0 16,10 3 0-16,-10-3 0 15,12 0 0-15,-4 0 0 0,4 0 0 16,5-3 0-16,5-4 0 15,6 0 0-15,4-4 0 16,8-1 0-16,5-3 0 16,-1 1 0-16,4-7 0 15,1 8-21-15,-4 4-61 0,-5-6-5 16</inkml:trace>
  <inkml:trace contextRef="#ctx0" brushRef="#br0" timeOffset="171597.56">17212 11846 245 0,'0'0'8'0,"0"0"4"0,0 0 4 16,0-9 2-16,0 9 4 0,3-9 1 15,-3 9 3-15,0-9 1 16,0 9-8-16,0 0-4 16,0 0-3-16,0 0-4 15,-7 0-3-15,0 7-2 0,1 8-2 16,-1 2 0-16,2 6-1 16,0 2 0-16,5 2 1 15,0-5-1-15,5 6 1 16,7-10-1-16,3 3 1 0,6-6 0 15,3-3 1-15,3-8 0 16,3-4 0-16,2 0 1 16,-2-12 1-16,-3-3 0 15,1-7 0-15,-8-2 1 0,-5-11-1 16,-11 4 1-16,-4-11-2 16,-7 3 0-16,-13 2-1 15,-7 5 1-15,-2 5-3 16,-9 8 0-16,0 10 0 15,1 9-2-15,5 9-2 0,0 12-3 16,9 14-12-16,6 17-60 16,7-7-6-16</inkml:trace>
  <inkml:trace contextRef="#ctx0" brushRef="#br0" timeOffset="172280.97">17270 12797 395 0,'0'0'6'0,"0"0"1"0,0 0 2 16,0 0-1-16,-7 0 1 0,7 0-1 15,-13 12 0-15,8 4 1 16,-2-2-5-16,0 6-3 16,1 3-1-16,6 1 0 15,0-2 0-15,6 1 1 16,8-3-1-16,4-5 1 16,3-8-1-16,9-3 1 0,3-4 0 15,-1 0 1-15,0-8 2 16,1-9 1-16,-9 1 1 15,-1-4 1-15,-11-5-1 0,-6 0 1 16,-6-2-1-16,-11 0-6 16,-6 3 0-16,-8 0 0 15,-2 8 0-15,-5 6 0 0,2 7 0 16,0 3 0-16,5 15-8 16,-3-1-19-16,1 14-57 15,15 1-3-15</inkml:trace>
  <inkml:trace contextRef="#ctx0" brushRef="#br0" timeOffset="172799.68">17394 13657 439 0,'0'0'4'0,"0"0"2"16,-2-10 2-16,2 10 0 15,-13-10 1-15,5 7-1 0,-1 3 1 16,-4 0 0-16,-1 10-4 16,2 8-2-16,-4 4 0 15,6 3-3-15,3 7 0 16,4 0 0-16,3-2 0 16,10-3 0-16,5-2 0 0,8-10 0 15,2-5 0-15,4-7 0 16,-1-3 0-16,2-9 0 15,-6-5 0-15,-6-3 0 16,-4-5 0-16,-6-3 0 0,-5 0 0 16,-8-3 0-16,-8 1 0 15,-4 8 0-15,-3 1 0 16,-3 5 0-16,-2 9 0 16,3 8 0-16,2 9-9 0,6-1-55 15,3 20-23-15,4 3-1 16</inkml:trace>
  <inkml:trace contextRef="#ctx0" brushRef="#br0" timeOffset="173081.51">17464 14553 503 0,'0'0'1'0,"0"0"0"0,0 0 0 15,0 0 1-15,-3 15 1 16,3 0-3-16,-2 10 0 16,-4 2 0-16,5 10 0 15,-2 3 0-15,-2 7 0 0,2 3 0 16,-2-3-10-16,5 2-17 15,0 1-56-15,0-8-3 16</inkml:trace>
  <inkml:trace contextRef="#ctx0" brushRef="#br0" timeOffset="173953.08">17687 11296 332 0,'0'0'4'0,"0"0"0"0,0 0 0 0,8-7 2 16,2 1 1-16,10-1 4 0,7-5 2 15,8-1 1-15,7 1-3 16,10 2-1-16,0 3 0 16,5 4 0-16,-7 3-2 15,-3 15-2-15,-4 10-1 16,-11 12-1-16,-2 13 0 0,-11 12-1 15,-1 9 0-15,-6 18 1 16,3 5-1-16,-3 18 0 16,1 10-1-16,-3 4 1 15,0 16 0-15,0 3 1 0,2 11 0 16,-2 0 1-16,1 6-1 16,-2-4-1-16,7 8 1 15,-7-2-4-15,3-1 0 16,-1 0 0-16,-2-2 0 0,-1 0 0 15,-4-5 0-15,1-2 0 16,1-6 0-16,-3-4 0 16,-1-7 0-16,-2-11 0 0,2-10 0 15,1-7 0-15,-1-10 0 16,-2-14 0-16,5-12 0 16,-5-10 0-16,2-9 0 15,1-11 0-15,-1-9 0 16,-2-7 0-16,0-6 0 0,0-5 0 15,0-3 0-15,0-13 0 16,0 12 0-16,0-12 0 16,-9 9 0-16,9-9 0 15,-10 0 0-15,10 0 0 0,-16 4 0 16,7-4 0-16,-6 4 0 16,-2-1 0-16,-11 2 0 15,-2 5 0-15,-7-3 0 16,-8 4 0-16,-6 3 0 0,-4 6 0 15,-5-5 0-15,-2 5-66 16,14-5-25-16</inkml:trace>
  <inkml:trace contextRef="#ctx0" brushRef="#br0" timeOffset="176364.83">8211 17343 473 0,'0'0'3'0,"0"0"3"15,0 0 0-15,0 0 2 16,0 0 0-16,0 0-1 0,0 0-7 16,0 15 0-16,2-6 0 15,-2 7 0-15,0-1 0 0,0 7 0 16,3 2 0-16,-3 4 0 16,2 6 0-16,-2-34 0 15,3 32 0-15,-1 3 0 16,0 0 0-16,3 42 0 15,-2-38 0-15,-1 1 0 16,-2-40 0-16,3 32-14 16,0 3-20-16,-1-8-31 0,1 2-24 15,-3-29-1-15</inkml:trace>
  <inkml:trace contextRef="#ctx0" brushRef="#br0" timeOffset="176831.83">7811 17383 332 0,'0'0'7'0,"0"0"4"16,0 0 4-16,0 0 3 15,0 0 0-15,0 0 0 16,0 0 1-16,0 0 1 16,5-10-5-16,-5 10-5 0,16-11-2 15,0 4 1-15,19-11-1 16,6 1-5-16,12-7-3 15,9 1 0-15,5-1 0 16,3-1 0-16,0 5 0 0,-18 8 0 16,-5-1 0-16,-8 7 0 15,-7-2 0-15,-9 5 0 16,-7 3 0-16,-4 0 0 0,-12 0 0 16,0 0 0-16,2 11 0 15,-2-11 0-15,0 11 0 16,-5-1 0-16,5-10 0 15,-9 15-38-15,6-7-50 16,3-8-2-16</inkml:trace>
  <inkml:trace contextRef="#ctx0" brushRef="#br0" timeOffset="177397.74">8568 17633 371 0,'0'0'8'0,"0"0"3"16,0 0 3-16,0 0 2 16,0 0 0-16,0-10 0 15,0 10 1-15,0 0 0 0,0 0-8 16,0 0-2-16,-10 6-4 16,10-6-1-16,-5 11 0 15,1-1 0-15,1 0-2 16,3 3 0-16,0 1 0 15,0 1 0-15,0 2 0 0,3 1 0 16,1-3 0-16,1 0 0 16,7-6 0-16,-1 7 0 15,4-9 0-15,0-2 0 0,-3-3 0 16,6-2 0-16,-1-5 0 16,-2-3 0-16,-3-6 0 15,-2 2 0-15,-2-8 0 16,-3 0 0-16,-5-2 0 0,0-2 0 15,-5 5 0-15,-8-1 0 16,1 3 0-16,-4 0 0 16,-3 4 0-16,-1 4 0 15,-3 2 0-15,4-1 0 16,-1 3 0-16,0 0-9 16,5 5-29-16,8 0-48 0,-6 0-3 15</inkml:trace>
  <inkml:trace contextRef="#ctx0" brushRef="#br0" timeOffset="178047.91">8807 17026 472 0,'0'0'4'0,"0"0"2"0,0 0 1 0,-10-10 2 15,10 10 0-15,-7-15-5 0,7 6-4 16,-6-2 0-16,6-2 0 16,0 1 0-16,6 3 0 15,1 1 0-15,3 0 0 16,-1 4 0-16,7 4 0 0,-3 0 0 15,1 7 0-15,1 6 0 16,-2 1 0-16,-1 6 0 16,-5 3 0-16,-2 4 0 15,-5 0 0-15,-5 1 0 0,-2 1 0 16,-10-2 0-16,-1 0 0 16,-4-2 0-16,12-15 0 15,0 3 0-15,2-4 0 16,-2 1 0-16,10-10 0 15,-14 15 0-15,11-5 0 0,3-10 0 16,10 6 0-16,7-6 0 16,11-4 0-16,4-5 0 15,5-3 0-15,1 1 0 16,-1 2 0-16,0 1 0 0,-10 0 0 16,-4 4 0-16,-6-1 0 15,1 5 0-15,-18 0 0 16,0 0-79-16,-5-10-13 15</inkml:trace>
  <inkml:trace contextRef="#ctx0" brushRef="#br0" timeOffset="179881.96">4597 10947 141 0,'0'0'5'0,"0"0"0"16,-4-10 2-16,4 10 2 16,0 0 2-16,0 0 3 15,-10-5 0-15,10 5 2 0,0 0-3 16,-10 2-1-16,10-2-1 15,0 0-1-15,-13 10-1 16,13-10-3-16,-2 10-1 0,2-10 0 16,0 13 1-16,0-13-2 15,0 20 2-15,0-11 0 16,5 1 1-16,0 0-2 16,3 7 1-16,-1-7-2 0,5 5 0 15,1-5-1-15,0 0 0 16,11-6 0-16,-4 7 0 15,7-9 1-15,-2 1 1 0,7-3-1 16,0 0 2-16,6 0 0 16,4 0 0-16,3 0-1 15,-3-3 0-15,10 1-1 16,3-2 0-16,2-3 0 16,0 0-1-16,1 0-1 15,-1-3 2-15,-6 3-1 0,4-3 0 16,-9-3 1-16,-7 3-1 15,-2 4 1-15,-9-3 0 16,-6 5 1-16,-5 1-2 0,-2 1 2 16,-7 2-1-16,-8 0 0 15,0 0-1-15,0 0 0 16,0 0 0-16,0 0-1 16,0 0 0-16,0 0 0 0,0 5-1 15,0-5 0-15,0 0 0 16,-8 0 1-16,8 0-2 15,0 0 1-15,0 0 0 16,0 0-1-16,0 0 0 0,-14 0-1 16,14 0-2-16,0 0-3 15,0 0-5-15,0 0-15 16,0 0-55 0,7 9-2-16</inkml:trace>
  <inkml:trace contextRef="#ctx0" brushRef="#br0" timeOffset="180797.82">13893 10442 287 0,'0'0'6'0,"0"0"3"0,0 0 0 16,0 0 2-16,0 0 1 15,11 0 2-15,-11 0 1 0,16 2 2 16,5-2-4-16,4 2-2 16,8-2-1-16,17 0 0 15,12-2-1-15,14-8-1 16,11 0-1-16,12-5 0 16,7 0-2-16,6 0 0 15,5-2-1-15,-3 5-1 0,-4-1-1 16,-7 6 1-16,-4-1-1 15,-16 4 1-15,-12 1-1 16,-15 3 2-16,-11 0-1 0,-15 0 1 16,-11 0-1-16,-6 0 1 15,-13 0 0-15,0 0-1 16,0 0-1-16,0 0-2 16,-13 5 0-16,1 0 0 0,-2-2-5 15,1-3-53-15,-4 2-27 16,2-2-1-16</inkml:trace>
  <inkml:trace contextRef="#ctx0" brushRef="#br0" timeOffset="195715.91">18979 13186 425 0,'0'0'3'0,"0"0"3"16,0 0 2-16,11-5 1 15,-11 5 1-15,19-10 0 0,-4 5 0 16,0-2-1-16,3-3-3 15,4 8-6-15,2-8-11 16,1 7-17-16,3 3-48 16,-6 0-8-16</inkml:trace>
  <inkml:trace contextRef="#ctx0" brushRef="#br0" timeOffset="195864.46">19036 13283 397 0,'0'0'6'0,"0"0"4"0,-12 12 0 16,12-12 0-16,-7 13 2 15,7-13-1-15,0 12 2 16,12-10-1-16,8-4-9 16,15-6-11-16,4-7-26 0,12-2-47 15,6-2-1-15</inkml:trace>
  <inkml:trace contextRef="#ctx0" brushRef="#br0" timeOffset="198030.41">20530 13015 491 0,'0'0'3'0,"0"0"1"15,-5 0 1-15,5 0 3 16,0 0-8-16,0 0 0 0,0 0 0 16,5-9 0-16,14 3 0 15,-1-1 0-15,10 0 0 16,-1-3 0-16,8 5-3 16,-5 6-67-16,-3-1-19 0</inkml:trace>
  <inkml:trace contextRef="#ctx0" brushRef="#br0" timeOffset="198164.7">20500 13208 455 0,'0'0'4'0,"0"0"1"0,0 0 2 15,0 0 1-15,0 0 1 16,12 0 0-16,6 0-1 16,10-10-2-16,11 3-11 15,3-1-47-15,8-11-31 16,5-1-4-16</inkml:trace>
  <inkml:trace contextRef="#ctx0" brushRef="#br0" timeOffset="199797.93">21133 10726 366 0,'0'0'9'0,"0"-14"2"16,0 3 1-16,0-1 1 0,-7-1 0 16,-3 1 1-16,-5-3-1 15,-7 5 0-15,-5 5-6 16,-8 3-4-16,-8 2-2 0,-6 5-1 15,-1 5 0-15,-2 2 0 16,0 3-1-16,7 3 1 16,8 2-1-16,5 1 0 0,9 7 1 15,13 4-1-15,8 6 1 16,4 1 0-16,14 10 2 16,8 3 1-16,8 8 0 15,5 4 0-15,1 9 0 16,2 3 0-16,-3 8 0 0,-3 3 0 15,-1 7-3-15,-8 3 1 16,-7 6 0-16,-4 4 1 16,-2 5 0-16,1-3-1 15,-6 7 1-15,-1 0 0 0,1 4 1 16,1 0 0-16,-4-1-3 16,-1-2 0-16,2-3 0 15,-3 5 0-15,0-3 0 16,-2 1 0-16,3-1 0 0,-3-4 0 15,3 7 0-15,0-5 0 16,1 3 0-16,-1-7 0 16,2 5 0-16,-1-7 0 0,-1 4 0 15,2-3 0-15,0 0 0 16,-5-3 0-16,3-2 0 16,-1-2 0-16,-2 0 0 15,0-3 0-15,0-3 0 16,3-3 0-16,-3-2 0 0,-3-2 0 15,-2-2 0-15,0-6 0 16,-5-1 0-16,0-4 0 16,-5-4 0-16,3 0 0 15,-5 0 0-15,6-5 0 0,-4-3 0 16,3-2 0-16,-1 0 0 16,3-5 0-16,-2 0 0 15,3-5 0-15,-4-2 0 16,5 2 0-16,-3-6 0 0,2 2 0 15,0-6 0-15,-1-5 0 16,2-2 0-16,1-6 0 16,-1-4 0-16,4-5 0 0,-1-2 0 15,2-6 0-15,-2 0 0 16,2 0 0-16,3-2 0 16,-2 1 0-16,2-2 0 15,-3 4 0-15,3-2 0 16,-2 3 0-16,0-7 0 0,-1 3 0 15,3-10 0-15,0 15 0 16,0-15 0-16,0 12 0 16,0-12 0-16,0 0 0 15,0 0 0-15,0 0 0 0,0 0 0 16,12 0 0-16,1-2 0 16,9-4 0-16,5 2 0 15,11-4 0-15,9 1 0 16,10 4 0-16,10-4 0 0,7 4 0 15,1 2 0-15,5 1 0 16,-5 0 0-16,-6 1 0 16,-5 5 0-16,-11-2 0 0,-14-1 0 15,-9 2 0-15,-8-3 0 16,-9 0 0-16,-13-2 0 16,0 0 0-16,-7 10 0 15,-16-10-10-15,1-2-80 16,-3-6-3-16</inkml:trace>
  <inkml:trace contextRef="#ctx0" brushRef="#br0" timeOffset="-212832.29">21690 10984 438 0,'0'0'5'0,"0"0"2"0,0 0 1 0,10-3 0 15,-10 3 0-15,0 0 0 16,0 0 0-16,10 6 0 15,-10 3-3-15,0 3-2 16,-2 4 0-16,-6 6-1 0,-2 0-2 16,0 3 0-16,-7 0 0 15,0 0 0-15,-4-3 0 16,0-3 0-16,-2-2 0 0,0-1 0 16,3-4 0-16,3-2 0 15,2-3 0-15,5-2 0 16,10-5 0-16,-12 2 0 15,12-2 0-15,15-2 0 16,3 0 0-16,7-5 0 0,2 2 0 16,5 0 0-16,3-1 0 15,0 2 0-15,-1-1 0 16,-2 5 0-16,-4-5 0 16,-3 5 0-16,-11 0-32 0,-1 0-51 15,-1 2-4-15</inkml:trace>
  <inkml:trace contextRef="#ctx0" brushRef="#br0" timeOffset="-212616.57">22004 11095 477 0,'0'0'4'0,"0"0"2"0,0 0-1 16,0 0 1-16,0 0 0 15,7 0 1-15,-7 0-7 16,7 15 0-16,-4 3 0 16,1-1 0-16,-1 6 0 0,3-2 0 15,1 7-13-15,-5-6-70 16,2-2-3-16</inkml:trace>
  <inkml:trace contextRef="#ctx0" brushRef="#br0" timeOffset="-212416.19">22287 11003 481 0,'0'0'2'16,"0"0"2"-16,0 0-1 16,0 0 1-16,9 3-1 15,-9-3 2-15,8 18 0 0,-6-1-1 16,0-2-4-16,2 7 0 15,-4 3 0-15,5 4-20 16,-3-2-61-16,-2-2-4 16</inkml:trace>
  <inkml:trace contextRef="#ctx0" brushRef="#br0" timeOffset="-212247.82">22217 11095 443 0,'0'0'3'0,"0"0"-1"16,0 0 1-16,10-6 0 16,0 2 1-16,5 4-4 0,4-3-7 15,6-1-41-15,0 4-29 16,8 0-5-16</inkml:trace>
  <inkml:trace contextRef="#ctx0" brushRef="#br0" timeOffset="-211848.79">22772 10999 426 0,'0'0'7'16,"0"0"0"-16,-7-3 2 15,7 3 0-15,-16-7 1 16,5 7 0-16,-6 0 0 16,0 0 0-16,-3 3-6 0,3 4 0 15,-4 6-2-15,5 1 1 16,0 6-3-16,6-2 0 15,3-1 0-15,5 2 0 0,2-4 0 16,9-2 0-16,7-4 0 16,1-3 0-16,8-6 0 15,-3 0 0-15,2-11 0 0,1-1 0 16,-4-8 0-16,-7-5 0 16,-1-4 0-16,-3-3 0 15,-5-6 0-15,-5-4 0 16,0-2 0-16,-8 4 0 0,1 4 0 15,-2 0 0-15,0 11 0 16,2 9 0-16,7 16 0 16,-14 0 0-16,10 14 0 15,4 13 0-15,0 9 0 16,9 3 0-16,0 8 0 16,0-5-18-16,10 5-65 0,1-3-2 15</inkml:trace>
  <inkml:trace contextRef="#ctx0" brushRef="#br0" timeOffset="-211516.25">22963 11075 472 0,'0'0'4'0,"-9"-7"1"0,9 7 2 16,-7-15 0-16,5 3-1 0,-1 4 1 15,3-4-4-15,0-1-3 16,12 8 0-16,1 1 0 15,4 1 0-15,4 3 0 16,-1 3 0-16,-1 4 0 0,-5 3 0 16,-1 7 0-16,-4 1 0 15,-5 2 0-15,-4 2 0 16,0-5 0-16,-10 3 0 16,3-3 0-16,-3-2 0 0,-1-2 0 15,4-4 0-15,7-9 0 16,-7 13 0-16,7-13 0 15,0 0 0-15,14 0 0 0,4-3 0 16,2-9-11-16,-10-1-73 16,25-5-3-16</inkml:trace>
  <inkml:trace contextRef="#ctx0" brushRef="#br0" timeOffset="-211265.04">23230 10562 458 0,'0'0'4'0,"0"0"1"16,0 0 1-16,0 0 1 0,0 0 1 16,6 3 1-16,6 7 0 15,8 5-4-15,7 7-5 16,8 10 0-16,5 6 0 16,2 8 0-16,3 2 0 15,-8 8 0-15,-2 5 0 0,-10-3 0 16,-16 5 0-16,-9-4 0 15,-14 3 0-15,-16-4 0 16,-7-2 0-16,-13-12 0 0,-7 6-77 16,-5-8-12-16</inkml:trace>
  <inkml:trace contextRef="#ctx0" brushRef="#br0" timeOffset="-210798.96">21271 10738 390 0,'0'0'6'0,"0"-10"3"0,0 10 2 0,0-11 0 16,0 11 0-16,-11-14 1 15,-1 14 0-15,-3 3 0 16,-7 19-6-16,-3 11-1 16,-3 12-2-16,3 9 1 15,-5 12 0-15,6 9 1 0,9-1 0 16,5 2 0-16,8 2-5 16,2-11 0-16,17-3 0 15,10-6 0-15,13-12 0 0,12-1 0 16,13-10 0-16,10-11-13 15,9-3-69-15,21-4-2 16</inkml:trace>
  <inkml:trace contextRef="#ctx0" brushRef="#br0" timeOffset="-210181.5">23963 10796 412 0,'0'0'5'0,"0"0"2"15,0 0 1-15,0-15 1 16,0 15 1-16,-16-7 0 0,3 4 1 15,-7 0-1-15,-2 6-3 16,-1 7-3-16,-4 9-1 16,2 5-1-16,5 2 0 0,3 0-1 15,5 10-1-15,7-6 3 16,5-1-1-16,5-1 0 16,11-9 1-16,9 2-3 15,5-7 0-15,11-3 0 0,-4-7 0 16,7 1-5-16,-4 11-66 15,0-16-14-15</inkml:trace>
  <inkml:trace contextRef="#ctx0" brushRef="#br0" timeOffset="-209732.2">24349 10749 479 0,'0'0'4'15,"0"0"0"-15,0 0 2 16,0 0-1-16,0 0 0 16,-2 7 0-16,-3 1-2 0,-6 6-3 15,-1 7 0-15,2 0 0 16,-2 4 0-16,4 5 0 16,-2 2 0-16,10-5 0 15,0 1 0-15,3-6 0 16,7-3 0-16,7-6 0 0,3-3 0 15,3-3 0-15,2-7 0 16,-6-2 0-16,3-8 0 16,1-5 0-16,-9-2 0 15,0-5 0-15,-7-8 0 16,-5-3 0-16,-2-1 0 0,-5-1 0 16,-10 3 0-16,-2 3 0 15,-3 1 0-15,0 13 0 16,-4 5 0-16,1 10 0 0,3 5 0 15,8 12 0-15,2 4 0 16,7 8 0-16,3 3 0 16,13 0 0-16,4 1 0 0,5-4 0 15,8-4 0-15,5-2 0 16,-3-12-17-16,0 0-68 16,6-4-1-16</inkml:trace>
  <inkml:trace contextRef="#ctx0" brushRef="#br0" timeOffset="-209532.19">24863 10840 464 0,'0'0'4'0,"0"0"0"0,0 0 2 16,6 5 1-16,-6-5 1 0,7 23 0 16,-5-7 2-16,1 7-10 15,-1 4 0-15,0 6 0 16,-2 3 0-16,0 12 0 15,0-6 0-15,0-7-38 0,0 12-46 16,-7-3-4-16</inkml:trace>
  <inkml:trace contextRef="#ctx0" brushRef="#br0" timeOffset="-208482.31">21466 12074 342 0,'0'0'10'0,"0"0"4"0,0 0 5 16,0 0-1-16,0 0 1 15,0 0-1-15,0 0 1 16,0 10 0-16,-4 7-9 15,-4 5-5-15,1 2-3 16,-4 7-1-16,-3 3 0 0,-1 1 0 16,-2-3 0-16,1 1-1 15,-3-4 0-15,1-6 1 16,3-1-1-16,-2-7 1 16,2-2-1-16,2-6 1 0,7 0-1 15,6-7 0-15,-14 3 0 16,14-3 1-16,0 0-1 15,9-3 0-15,5-3 0 0,9 2 1 16,4-3-1-16,2-1 1 16,7 3 0-16,1-2-1 15,0 5 0-15,-5-1-2 16,0 3-5-16,-7 0-14 0,-25 0-60 16,30 3-4-16</inkml:trace>
  <inkml:trace contextRef="#ctx0" brushRef="#br0" timeOffset="-208265.75">21829 12230 469 0,'0'0'4'0,"0"0"1"0,0 0 0 15,0 0 0-15,0 0 1 16,0 7-1-16,0 6 1 15,0 2 0-15,5 9-6 16,2 1 0-16,-2 7 0 0,3-5-14 16,2-7-44-16,-3 9-27 15,2-4-1-15</inkml:trace>
  <inkml:trace contextRef="#ctx0" brushRef="#br0" timeOffset="-208048.72">22128 12158 484 0,'0'0'2'0,"0"0"0"15,0 0 1-15,0 0 0 16,0 6 0-16,1 5 0 16,3 4 1-16,1 7-1 15,-3 3-2-15,3 3-3 0,4 4-9 16,-5-2-23-16,3-4-49 15,-2-1-3-15</inkml:trace>
  <inkml:trace contextRef="#ctx0" brushRef="#br0" timeOffset="-207898.62">22009 12266 440 0,'0'0'5'15,"0"0"0"-15,0 0 1 16,9-11 0-16,1 8 0 0,8-2 0 15,2 3-1-15,10 2-8 16,-4 0-28-16,12 0-49 16,2 0-1-16</inkml:trace>
  <inkml:trace contextRef="#ctx0" brushRef="#br0" timeOffset="-207498.76">22533 12185 417 0,'0'0'6'0,"0"0"2"15,0 0 1-15,-11-2 1 0,-1 0 1 16,-2 2 1-16,-4 0-1 16,-5 0 1-16,2 2-6 15,0 5-2-15,-1 6-2 0,5 2-1 16,1 2-2-16,9 3 1 16,2-3-1-16,5 0 0 15,5 1 0-15,5-9 1 16,8 2-1-16,1-10 1 0,4-1 0 15,2-6 1-15,0-9 0 16,-4-3 0-16,0-9 0 16,-4-7 2-16,-7-5-3 15,2-7 0-15,-4-6 0 0,-3 0 0 16,-5 0 0-16,0-2 0 16,-2 7 0-16,-1 7 0 15,-3 8 0-15,2 7 0 16,-4 12 0-16,8 13 0 15,-4 13 0-15,4 17 0 0,0 9 0 16,9 11 0-16,2 4 0 16,-2 8 0-16,8 5-17 15,5 0-67-15,-3-7-3 16</inkml:trace>
  <inkml:trace contextRef="#ctx0" brushRef="#br0" timeOffset="-207180.96">22809 12265 485 0,'0'0'4'0,"0"0"0"0,-5-10 3 0,5 10 0 15,-4-18-3-15,2 11-4 16,0-3 0-16,2 0 0 16,4 3 0-16,7 1 0 0,-1 4 0 15,5 2 0-15,2 2 0 16,1 6 0-16,-4 7 0 15,-1 0 0-15,-6 5 0 0,1 0 0 16,-8-1 0-16,0 3 0 16,-3-1 0-16,-4-5 0 15,0 0 0-15,1-7 0 0,4 4 0 16,-1-3 0-16,3-10 0 16,11 7 0-16,1-7 0 15,10-2 0-15,-2-6-40 16,6-4-44-16,7-10-3 15</inkml:trace>
  <inkml:trace contextRef="#ctx0" brushRef="#br0" timeOffset="-206932.34">23117 11733 482 0,'0'0'3'15,"0"0"0"-15,0 0 0 0,0 0 2 16,0 0 0-16,12 10 2 15,3 6-4-15,9 3-3 16,4 12 0-16,6 6 0 16,4 10 0-16,-1 5 0 0,-2 7 0 15,-7 6 0-15,-8 2 0 16,-15 0 0-16,-5 5 0 0,-23-3 0 16,-12-5 0-16,-12 0 0 15,-7-2 0-15,-14-14-40 16,-4-2-48-16,-4-3-3 15</inkml:trace>
  <inkml:trace contextRef="#ctx0" brushRef="#br0" timeOffset="-206448.89">21355 11843 403 0,'0'0'5'0,"0"0"1"16,0 0 2-16,-6-4-1 16,6 4 2-16,-16 0-1 15,-2 7 1-15,-7 8 1 0,1 7-4 16,-9 10-2-16,-2 8 0 15,0 9 1-15,5 11-1 16,0 7-1-16,9 2-1 16,10 6 0-16,6 2 0 0,10-1 0 15,11-1-1-15,13-6 0 16,9 0 0-16,14-9 0 16,10-1 1-16,10-11-3 15,13-4-2-15,11-5-10 0,1-9-68 16,20-10-3-16</inkml:trace>
  <inkml:trace contextRef="#ctx0" brushRef="#br0" timeOffset="-205698.87">23897 12012 463 0,'0'0'4'0,"0"0"1"16,0-11 0-16,0 11 1 15,-5-14 0-15,-5 3 1 0,-3 5-1 16,-6-2 0-16,-4 4-3 15,1 4-3-15,-3 2 0 16,-3 4 0-16,4 11 0 16,4 0 0-16,6-1 0 0,8 5 0 15,6 1 0-15,2 0 0 16,13 0 0-16,8-2 0 16,7 0 0-16,2-2 0 15,3-4 0-15,2 1 0 16,-7-2 0-16,2-1 0 15,-7-2 0-15,-8 2 0 0,-2-2 0 16,-12 2 0-16,-3-2 0 16,-10 3 0-16,-3-6 0 0,-12 1 0 15,1-3 0-15,-6 0 0 16,-2-3 0-16,2 1-4 16,-2-3-4-16,7 0-7 15,0 0-29-15,7 0-40 0,11-8-1 16</inkml:trace>
  <inkml:trace contextRef="#ctx0" brushRef="#br0" timeOffset="-205215.11">24274 11947 455 0,'0'0'5'15,"0"0"2"-15,0 0 1 16,2-10 1-16,-2 10 0 0,0 0 1 15,-9-4-2-15,-1 4-8 16,0 7 0-16,-7 8 0 16,-1 6 0-16,1 7 0 15,-1 5 0-15,1 4 0 16,3-3 0-16,11 4 0 0,0-6 0 16,6-2 0-16,4-8 0 15,11-5 0-15,4-5 0 16,0-6 0-16,8-6 0 0,-5 0 0 15,0-13 0-15,-3-2 0 16,-7-7 0-16,0-3 0 16,-10-7 0-16,-5-3 0 15,-2-1 0-15,-11-4 0 0,-2 5 0 16,-5-1 0-16,-3 10 0 16,-1 4 0-16,-5 9 0 15,3 6 0-15,-1 7 0 16,2 14 0-16,8 1 0 0,2 10 0 15,10 3 0-15,5 1 0 16,10 4 0-16,7-1 0 16,11-5 0-16,9-2 0 15,5-5 0-15,5-5 0 16,3-5 0-16,2-6 0 0,0 0 0 16,-5 4-63-16,1-10-24 15</inkml:trace>
  <inkml:trace contextRef="#ctx0" brushRef="#br0" timeOffset="-204815.05">24821 12047 483 0,'0'0'5'0,"0"0"1"0,0 0 1 0,0 0 1 15,0 0-6-15,0 0-2 16,5 0 0-16,-5 0 0 15,0 0 0-15,0 10 0 0,0-1 0 16,0 3 0-16,2 6 0 16,-2 7 0-16,0 1 0 15,0 2 0-15,5 2 0 16,-5 2 0-16,3-3 0 16,0 2 0-16,-1-6 0 0,3-1 0 15,-5-8 0-15,0-16-50 16,0 0-38-16</inkml:trace>
  <inkml:trace contextRef="#ctx0" brushRef="#br0" timeOffset="-201348.2">22938 13711 505 0,'0'0'1'0,"14"-2"-1"0,4-5 1 16,5-1 0-16,4-7 0 15,3-5 1-15,0-5-2 16,-4-1 0-16,-1-7 0 0,-14-3 0 15,-11-2 0-15,-8 1 0 16,-16 5 0-16,-10 2 0 16,-10 10 0-16,-4 10 0 0,-1 10 0 15,-3 12 0 1,5 11-4-16,11 4-57 0,12 25-24 16,13 1-2-1</inkml:trace>
  <inkml:trace contextRef="#ctx0" brushRef="#br0" timeOffset="-200465.77">22848 13394 307 0,'0'0'8'0,"0"0"5"0,0 0 3 15,0-10 2-15,0 10 4 16,0-9 0-16,0 9 0 15,-2-9 1-15,2 9-8 0,0 0-4 16,0 0-4-16,-16 0-3 16,9 9-1-16,-3 3-2 15,3 5 0-15,-6 6 0 16,4 3 0 0,-1 10 0-16,1-7 1 0,7 5-1 15,2-3 1-15,9 1 0 16,3-10 0-16,10 3-1 15,2-8 1-15,4-5 1 0,6-4-3 16,4-4 0-16,-1-4 0 16,1 0 0-16,-1 0 0 15,-12-1 0-15,2-4 0 0,-7-3 0 16,-8 3 0-16,-12 5 0 16,8-10-12-16,-11 15-72 15,3-5-2-15</inkml:trace>
  <inkml:trace contextRef="#ctx0" brushRef="#br0" timeOffset="-199714.94">22858 15502 419 0,'0'0'7'0,"0"0"2"0,0 0 3 15,0 0 1-15,0-7 1 16,0 7 1-16,0 0 1 16,0 0-10-16,6 13-6 15,-4 3 0-15,3 9 0 0,-3 8 0 16,1 6 0-16,1 3 0 15,1 7 0-15,-2 4 0 16,1-3 0-16,2-3 0 0,-3-3 0 16,1-7 0-16,1-4 0 15,-2-7 0-15,-1-3 0 16,-2-11 0-16,2 0 0 16,-2-12-16-16,0 0-75 15,-2-9-3-15</inkml:trace>
  <inkml:trace contextRef="#ctx0" brushRef="#br0" timeOffset="-196981.99">24607 10204 292 0,'0'0'6'0,"0"0"2"15,0 0 2-15,0 0 4 16,-2-11-1-16,2 11 1 0,0 0 1 15,0-10 1-15,0 10-4 16,19-9-4-16,-4 6-1 16,6-5-2-16,8 7 1 0,4-7-1 15,1 3 2-15,6 0-3 16,3 0 0-16,-1 0 1 16,2 3-1-16,-6-4-1 15,-3 4 0-15,-6 2-1 0,-4 0 1 16,-8 0-2-16,-4 2 1 15,-3 4 0-15,-8 4-1 16,3 5 1-16,0 2-1 16,0 5-1-16,-2 3 1 15,0 4 0-15,-1 3 0 0,3 4 0 16,-3-3-1-16,1 5 1 16,-1-1-1-16,-2 3 0 15,0-3 1-15,0 6-1 16,0-9 0-16,0 5 0 0,0-1-1 15,0-1 1-15,0 2 0 16,0-4 0-16,0 3 0 16,0-4 0-16,0 2 1 0,2 2-2 15,-2-3 3-15,0 3-1 16,0-4 1-16,0 3 0 16,0-2 0-16,0 2 0 15,3-2-1-15,-3-1 2 0,5 1-3 16,0 2 1-16,0-2 0 15,0 5-1-15,-3-6 1 16,3 4 0-16,-2-2 0 16,-1 2-1-16,0 1 0 15,-2-2 0-15,3 1 0 0,0-1 0 16,0-5-1-16,-1 5 1 16,0-2 0-16,0 0-1 15,1-3 1-15,0 2 1 16,-1-1-1-16,0 1 0 0,1 1 0 15,-3-1 1-15,2 1-1 16,-2-1 0-16,3 0 1 16,-3-3-1-16,0 4 0 0,2-3 0 15,-2 1 0-15,4-4 0 16,-2 3 0-16,0 1 0 16,1-1 0-16,-3-3-1 15,0 6 1-15,2-4 0 0,-2 0 0 16,0 4 0-16,0-3 0 15,-2 0 0-15,-3 1-1 16,3-1 1-16,-4 0 0 16,3 3-1-16,1-5 1 15,-1 1-1-15,3 2 2 0,0-3-2 16,0-1 2-16,0 3-1 16,0-2 0-16,0 0 0 15,0-4 0-15,3 5 0 16,-3-1-1-16,2-1 1 0,-2 0-1 15,3 4 1-15,-3 0-1 16,2-1 1-16,2 0-1 16,-2 2 1-16,3-2 0 0,-3 3-1 15,3 1 1-15,-5-3 0 16,2 3 0-16,-2-2 1 16,3 3 0-16,-3-2 0 15,0 2 0-15,0 1 1 0,0 1 0 16,-3 3-1-16,1-3 0 15,2 6 1-15,-5 0-1 16,3-1-1-16,-3 3 1 16,-1-2 0-16,4 3-1 15,-3 1 0-15,0-3 0 0,3-2 0 16,-4 6 0-16,6-5 0 16,-2 0 0-16,0 2-1 15,0-3 2-15,-4 4-1 16,6-4 0-16,0 1 1 15,-3-1-1-15,1 1 0 0,2 0 0 16,-2 2 0-16,-3-8 0 16,5 4 0-16,-7 1-1 15,2-2 1-15,2-3-1 0,-5 7 1 16,3-6 0-16,3-1 0 16,0 3-1-16,-1-2 1 15,1-1 1-15,-3 1-1 0,5 0 1 16,-2-1 0-16,2 1 1 15,-3-1-2-15,3 3 0 16,-3-2 0-16,3-1 0 16,0 1 0-16,0-1 0 15,0 4 0-15,0 0 0 0,0-4 0 16,3 3 0-16,-3-2 0 16,3 2 0-16,-3-3 0 15,2 4 0-15,-2-6 0 16,0 2 0-16,0-4 0 0,0 2 0 15,-2-2 0-15,2-3 0 16,-3 3 0-16,3-5 0 16,0 2 0-16,0-3 0 0,3 4 0 15,-1-4 0-15,3 4 0 16,0-1 0-16,2-3 0 16,0 4 0-16,-1-6 0 15,1 3 0-15,0-1 0 16,-2-1 0-16,3-1 0 0,-3 0 0 15,-3 1 0-15,0-2 0 16,1 2 0-16,0-4 0 16,1 1 0-16,-1 3 0 15,-1-6 0-15,1 0 0 0,3 1 0 16,-4-4 0-16,0 1 0 16,1 3 0-16,-3-4 0 15,2-2 0-15,-2 1 0 16,0-3 0-16,0 2 0 15,0-5 0-15,3 4 0 0,-3-4 0 16,0-3 0-16,0 4 0 16,2-3 0-16,-2 0 0 15,0-10 0-15,0 15 0 0,0-15 0 16,0 13 0-16,0-13 0 16,-2 7 0-16,2-7 0 15,0 0 0-15,-5 12 0 16,5-12 0-16,0 0 0 0,-3 10 0 15,3-10 0-15,0 0 0 16,0 0 0-16,0 9 0 16,0-9 0-16,0 0 0 15,0 0 0-15,-4 10 0 0,4-10 0 16,0 0 0-16,0 0 0 16,0 0 0-16,0 0 0 15,-11 8 0-15,1-8 0 16,1 2 0-16,-12 1 0 0,-1 0 0 15,-15 2 0-15,-11-1 0 16,-6 6 0-16,-3-2 0 16,-5 6 0-16,25-4 0 15,2 0 0-15,2 0 0 16,3 3 0-16,6-1-27 0,1-2-65 16,1 0-2-16</inkml:trace>
  <inkml:trace contextRef="#ctx0" brushRef="#br0" timeOffset="-190594.79">19367 11194 332 0,'0'0'8'0,"0"0"3"0,0-7 4 16,0 7 3-16,2-12 0 15,-2 12 0-15,0-18 0 16,-2 8 0-16,-3 3-7 16,-8-1-4-16,1 4-3 15,-8-2-2-15,1 4-1 0,-6 2-1 16,0 0 0-16,-3 0 0 16,3 5-1-16,1 2 1 15,1 4-1-15,3 3 1 0,8 1-1 16,5 2 1-16,5 3-1 15,2 3 1-15,4 1 0 16,11 9 1-16,5-1-1 16,-1 4 1-16,4 7 0 0,2 1 0 15,-5 9-1-15,2-2 0 16,-2 9 0-16,-2 4-1 16,-4 3 1-16,2 6-1 15,-4 1 1-15,-3 0-1 0,2 3 1 16,-4 2 0-16,-2 2 1 15,2-1-1-15,4-1 0 16,-4 4 0-16,0-6 0 16,3 6 1-16,-2-4 0 15,4 3-1-15,-5-3 1 0,-2 1-1 16,3-2 0-16,-3 2-1 16,-2 2 1-16,-3-1 0 15,0-1 0-15,-3 2 0 0,-2-3 1 16,-3 2 0-16,3-3 0 15,-4-2 1-15,-1 1 0 0,4-5-1 16,1 0 0-16,-2-3-1 16,5 0 1-16,-3 1-1 15,3 1 0-15,-3-1 0 16,-1 4 0-16,-1 0 0 16,0 1 1-16,-1 2 0 15,0-1-1-15,1-1 0 0,-3-1 0 16,3-2 1-16,1-3-2 15,4-5 1-15,0-1 0 16,2-5 0-16,0 0 0 0,0-4 0 16,0-4 0-16,2-3 1 15,-2-5-1-15,0-4 0 16,2-4 1-16,-2-4-1 16,0-4 1-16,0-2-2 15,0-6 1-15,-2-2 0 0,-4 1 0 16,6-4 0-16,-4-1 0 15,0 1 1-15,-1-1-1 16,0-2 1-16,-1 0-1 16,6-10 1-16,-14 12 0 0,14-12 1 15,-14 10 1-15,14-10 0 16,0 0 1-16,-9 4-4 16,9-4 0-16,0 0 0 15,0 0 0-15,2-8 0 0,9 0 0 16,3-2 0-16,7-3 0 15,4-4 0-15,7 4 0 16,0-1 0-16,3-1 0 16,-3 0 0-16,0 5 0 0,-4 4 0 15,-1 0 0-15,-10 3 0 16,-6 1 0-16,-2 2 0 16,-9 0-10-16,3-13-63 15,-3 13-14-15</inkml:trace>
  <inkml:trace contextRef="#ctx0" brushRef="#br0" timeOffset="-189764.8">19648 11370 413 0,'0'0'5'0,"0"0"3"0,0 0 1 0,0 0 0 16,0 0 1-16,0 0 0 0,-5 5 1 15,5 7-1-15,-3 9-4 16,1 4-2-16,2 6-2 16,0 4-1-16,2 5 0 0,3-3-1 15,2 1-1-15,4-7-1 16,-1-6 1-16,-3-5-1 16,0-2 1-16,-1-11 1 15,-6-7 0-15,0 0 0 16,0 0 1-16,-3-14 1 0,-5-4 0 15,-4-5-1-15,-1-6 0 16,4-9 0-16,-1-7 1 16,5 1-1-16,-3-6 0 0,8 4 0 15,0 2 0-15,5 1 0 16,3 11 0-16,6 5 0 16,7 7-1-16,1 12 2 15,6 8-2-15,-4 5 0 16,3 12 0-16,-4 8 0 0,0 2 0 15,-7 5 0-15,-8 3 0 16,-3 5 0-16,-5-8-10 16,-2 5-15-16,-6-4-56 0,-7-6-3 15</inkml:trace>
  <inkml:trace contextRef="#ctx0" brushRef="#br0" timeOffset="-189298.9">19928 11517 478 0,'0'0'4'0,"0"0"2"0,0 0 0 16,0 0 0-16,0-10 0 15,0 10-1-15,0 0-5 16,0 0 0-16,13 2 0 15,-13-2 0-15,12 19 0 0,-2-6 0 16,-2 2 0-16,-3 2 0 16,-3 1 0-16,1-1 0 15,-3 0 0-15,-5-3 0 16,-2 0 0-16,-1-7 0 0,8-7-2 16,-17 10 0-16,17-10 2 15,-11-8 1-15,11-4 2 16,3-5-3-16,7-8 0 0,2-2 0 15,1-3 0-15,2 0 0 16,0 8 0-16,-3-3 0 16,-2 9 0-16,0 5 0 15,-10 11 0-15,10 0 0 16,-10 12 0-16,0 5 0 0,0 4 0 16,2 1 0-16,1 5 0 15,-1-2 0-15,5 0 0 16,4-3 0-16,2 0-6 0,1-2-57 15,6-8-25-15,0-1 0 16</inkml:trace>
  <inkml:trace contextRef="#ctx0" brushRef="#br0" timeOffset="-188382.18">19711 12525 402 0,'0'0'7'0,"0"0"3"16,0 0 3 0,0 0 1-16,-1-10 1 0,1 10 0 15,0 0-1-15,0 0 1 16,-7 7-9-16,4 8-6 0,3 5 0 15,0 5 0-15,0 2 0 16,5 3 0-16,-3 2 0 16,6-2 0-16,-4-3 0 15,2-5 0-15,-1-2 0 0,0-6 0 16,-3-7 0-16,-2-7-2 16,0 0 1-16,0 0 0 15,-9-8 1-15,0-10 0 16,1-2 2-16,2-7 0 0,-4-5-2 15,2-6 0-15,6-1 0 16,-1-4 0-16,3 2 0 16,0 1 0-16,3 2 0 15,5 7 0-15,6 4 0 0,4 7 0 16,-1 4 0-16,3 9 0 16,0 7 0-16,2 3 0 15,-2 7 0-15,0 7 0 16,-5 3 0-16,-8 6 0 0,-3-1 0 15,-4 8 0-15,-4-5 0 16,-5-2 0-16,-12-1 0 16,5 0-11-16,-5-6-23 15,-4-3-51-15,8-4-1 16</inkml:trace>
  <inkml:trace contextRef="#ctx0" brushRef="#br0" timeOffset="-187981.14">19963 12447 416 0,'0'0'3'0,"0"0"0"16,-7 9 2-16,-3 0 1 15,3 1 0-15,-4 5 0 0,2 0 0 16,-1 0 0-16,2 2-2 16,8-2-1-16,0-3-1 15,11-4 0-15,3-3-1 16,6-3 2-16,-1-2 0 15,4-2 1-15,0-9 1 16,-1-1 1-16,-2-1 0 0,-3-3 1 16,-7 0-1-16,-3 2-4 15,-1 2-2-15,-4 1 0 16,-2 11 0-16,0-12 0 16,0 12 0-16,0 8 0 0,0 2 0 15,0 5 0-15,0 1 0 16,0 8 0-16,5-3 0 15,0 4 0-15,0-1 0 0,-3 1 0 16,-2-2 0-16,0 2 0 16,-5-4-2-16,-4 0-4 15,-4 0 1-15,-2-5-2 0,-5-1-4 16,-5-2-12-16,-17-1-59 16,17-2-1-16</inkml:trace>
  <inkml:trace contextRef="#ctx0" brushRef="#br0" timeOffset="-186998.11">19747 13414 381 0,'0'0'7'0,"0"0"3"0,0 0 1 15,0-12 3-15,0 12 1 16,0 0 0-16,-10-11 0 16,10 11 1-16,-9 0-7 0,9 0-2 15,-11 18-3-15,5 5-2 16,5-2 0-16,-2 15-1 15,3-4 1-15,0 7-2 16,4-4 0-16,8-1 0 0,-5-1 0 16,5-9 0-16,-5-3 0 15,4-5 0-15,-6-3 0 16,-5-13 0-16,12 12 0 16,-12-12 0-16,0 0-2 0,-3-15 2 15,-2 1 2-15,-2-6-2 16,-3-2 0-16,5-11 0 15,-5-2 0-15,3-4 0 0,5-1 0 16,-1 1 0-16,3 0 0 16,0 1 0-16,5 6 0 15,2 4 0-15,3 4 0 16,3 6 0-16,1 6 0 16,1 7 0-16,0 5 0 0,1 0 0 15,-2 13 0-15,-1-1 0 16,-6 5 0-16,-4 4 0 15,-3 0 0-15,-3 2 0 16,-4-1 0-16,-8-2 0 0,-2 0 0 16,-3-1-5-16,2-6-8 15,1 2-23-15,12-4-49 16,-6 0-2-16</inkml:trace>
  <inkml:trace contextRef="#ctx0" brushRef="#br0" timeOffset="-186548.88">19953 13550 453 0,'0'0'4'0,"-9"0"2"0,9 0 1 16,-16 0 0-16,16 0 1 15,-12 0 0-15,12 0 0 16,-15 0 0-16,15 0-6 0,0 0-2 16,13 0 0-16,1 0 0 15,9 0 0-15,2 0 0 16,0 0 0-16,3 0 0 16,0-3 0-16,-4 3 0 15,-2 0 0-15,-8 0 0 0,-3 5 0 16,-9 5 0-16,-2 3 0 15,-7 5 0-15,-9-2 0 16,-6 8 0-16,3-3 0 16,-6 4 0-16,2-2 0 0,3-2 0 15,5-1 0-15,6-2 0 16,4-3 0-16,5-15 0 16,7 13 0-16,7-12 0 15,4-1 0-15,7 0 0 0,2-1 0 16,0-8 0-16,9 9 0 15,-4-4-82-15,0-4-8 16</inkml:trace>
  <inkml:trace contextRef="#ctx0" brushRef="#br0" timeOffset="-185848.89">19829 14737 468 0,'0'0'3'0,"0"0"2"0,-5-4 1 15,5 4 0-15,-7 6 2 16,7 9-1-16,-6 3 1 16,4 9-8-16,0 7 0 15,-1 4 0-15,1 4 0 0,-1 3 0 16,3 1-17-16,3-3-68 16,-3-9-2-16</inkml:trace>
  <inkml:trace contextRef="#ctx0" brushRef="#br0" timeOffset="-183994.1">20008 10954 304 0,'0'0'4'0,"0"0"3"0,0 0 2 15,0 0 2-15,0 0 1 16,0 0 1-16,0-5 2 0,0 5 1 15,5-2-5-15,5-1-3 16,3 1-1-16,4-1-2 16,5 1-2-16,1 2 0 15,7-3-1-15,2 3-1 16,-3 0 1-16,4 0-1 16,-3 5 0-16,-5 3 0 0,-3 2-1 15,-7 7 3-15,-3 5 0 16,-7-2 0-16,-5 12 0 15,0 1 0-15,-5 6 1 0,-2 0-1 16,0 3 1-16,-4 6-2 16,4-4 0-16,2 3-1 15,3 0 0-15,2 0 1 0,0 3-2 16,0-3 0-16,4 3-1 16,1-3 1-16,0 0-1 15,3 0 1-15,-3 3-1 16,2-3 1-16,-2-2 0 0,0-3 0 15,0-3 1-15,0 3-1 16,0-7 0-16,-3 5-1 16,1-6 1-16,-1 3 0 15,-2-2-1-15,0 0 1 0,0-1-1 16,0-2 0-16,3 1 0 16,-3-1 1-16,0-2-1 15,0-1 1-15,2 0-1 16,-2-1 1-16,0 2 0 0,0-1-1 15,0 2 1-15,0-2 0 16,0 1 0-16,0-1 0 16,-2 1 0-16,-1 1 0 15,3 1-1-15,-2-3 1 0,2 4 0 16,0-1 0-16,0 2 0 16,0-5 0-16,0 4 0 15,0 2 0-15,2-3 0 16,1 0 0-16,-3 1 0 0,2-4-1 15,1 3 1-15,1 1-1 16,-4-1 1-16,6 0-1 16,-3 3 1-16,-1 0 0 15,0 2 0-15,1-1-1 16,-3 2 1-16,0 2 1 0,0-4-1 16,0 4 2-16,0 1-1 15,0-3 0-15,-3 7 1 16,1-3 1-16,-3 1 1 15,5 1-1-15,-6-2 0 0,6 5 1 16,0-4-1-16,-2-2 1 16,2 4-1-16,0-3-1 15,0 0-1-15,0 1 0 16,2-4-1-16,-2-2 1 0,6 3-1 16,-3 0 0-16,1-3 0 15,1 0 1-15,-2-3-1 16,1 3 1-16,1-1 0 0,0-3-1 15,1 0 1-15,-4-1-1 16,3 3 1-16,-2-5-1 16,-1 3 1-16,-2-4-1 15,2 3 0-15,-2-6 1 16,0 2-1-16,0 0 0 0,3-1 0 16,-1 1 0-16,1 1 0 15,0-2 0-15,-1 3 0 16,1 0 0-16,-3-3 0 15,0 2 1-15,0 4-1 0,0-4 0 16,0-2 0-16,-3 6 0 16,3-7 0-16,-2 6 0 15,-1-6 0-15,0 2 0 0,3 1 0 16,0-4 0-16,-2 2 1 16,-1 0-1-16,3-2 0 15,-2 25 1 1,0-29 0-16,-1 4-1 15,1-2 0-15,-1-3 0 0,1 2 0 16,0-2 0-16,-2-1 0 16,4 2 0-16,-2-2 0 15,-1-4 0-15,1 2 0 16,-3-4 0-16,5-1 0 16,-2-2 0-16,-1 0 0 0,3-10 0 15,-5 15 1-15,5-15-1 16,-13 14 1-16,4-8 0 15,-3 1-1-15,-1 1 1 0,-4-1 1 16,-3 1-2-16,-3-1 0 16,-4-2 0-16,0 3 0 15,-3-3 0-15,3-1-14 0,-8 0-54 16,5-4-17-16</inkml:trace>
  <inkml:trace contextRef="#ctx0" brushRef="#br1" timeOffset="-180165.76">20411 11408 303 0,'0'0'6'16,"0"0"6"-16,0 0 3 0,0 0 2 15,0 0 2-15,0 0 2 16,0 0-2-16,5-11 1 16,-5 11-5-16,0 0-6 15,0 0-3-15,12-7-2 0,-12 7-2 16,17-8 0-16,-5 6-1 16,4-3 0-16,6 0 0 15,-5 0-1-15,1 0-3 16,4 2-6-16,-4-1-12 0,-1-2-26 15,-2 6-32-15,-8 0-3 16</inkml:trace>
  <inkml:trace contextRef="#ctx0" brushRef="#br1" timeOffset="-179829.08">20450 11489 371 0,'0'0'7'0,"0"0"3"0,0 0 1 16,0 0 2-16,0 0 0 16,0 0 2-16,0-7-1 15,0 7 1-15,7-8-6 0,2 3-2 16,5-2-2-16,1 4-2 16,-3-5 0-16,3 7-1 15,-2-5 0-15,4 5 0 16,-4-2-1-16,-1-3 1 15,1 5-1-15,-4-2 1 0,-9 3-1 16,10-4 1-16,-10 4-2 16,0 0 0-16,0 0 0 15,0 0 0-15,0 0 0 0,0 0 0 16,0 0 0-16,0 0 0 16,0 0 0-16,0 0-6 15,13-8-46-15,-13 8-31 16,0 0-3-16</inkml:trace>
  <inkml:trace contextRef="#ctx0" brushRef="#br1" timeOffset="-178248.67">20457 12443 353 0,'0'0'6'15,"0"0"4"-15,0 0 0 16,0 0 2-16,0 0 2 16,0 0 0-16,11 0 1 0,-11 0 2 15,17-3-5-15,-2 2-3 16,-3-2-2-16,6-2 0 15,7 0-2-15,-3 0-1 0,0 2-2 16,1-1 0-16,-5 1-4 16,1 0-4-16,-7 1-10 15,4 2-21-15,-7 0-45 0,-9 0-2 16</inkml:trace>
  <inkml:trace contextRef="#ctx0" brushRef="#br1" timeOffset="-178065.86">20485 12525 357 0,'0'0'8'0,"0"0"3"0,0 0 3 15,0 0 2-15,5 2 2 0,-5-2 0 16,20 0 1-16,-5 0 0 16,5-2-7-16,7 2-6 15,-2-9-18-15,7 9-66 16,5-1-5-16</inkml:trace>
  <inkml:trace contextRef="#ctx0" brushRef="#br1" timeOffset="-177148.78">20500 13577 389 0,'0'0'7'0,"0"0"2"0,0 0 2 16,0 0 1-16,0 0 1 16,5 0 0-16,-5 0 1 15,7-2-1-15,-7 2-5 0,18-5-4 16,1 3-2-16,-1-1-1 15,5 0-4-15,4 3-9 16,-8 0-30-16,4 0-41 0,5 3-2 16</inkml:trace>
  <inkml:trace contextRef="#ctx0" brushRef="#br1" timeOffset="-176994.9">20549 13654 417 0,'0'0'3'0,"0"0"3"16,0 0 3-16,0 0 0 16,13 3 1-16,-1-1 0 15,6-2-1-15,7 5-12 16,-6-3-71-16,16-2-6 0</inkml:trace>
  <inkml:trace contextRef="#ctx0" brushRef="#br1" timeOffset="-173215.77">22490 14100 245 0,'0'0'4'0,"0"0"-1"15,-5-10 1-15,5 10-1 16,0 0 1-16,0 0 2 15,-2-7 5-15,2 7 1 0,15-3 0 16,7 1 0-16,8-4 3 16,12 2-1-16,16 0 1 15,9-7-2-15,12 1-3 16,10 0-4-16,2 0-1 0,4 3-4 16,6-3-5-16,-18 6-2 15,-5-2-2-15,-16 4 1 16,-7-1-1-16,-18 1 1 15,-7 2 1-15,-13-3 0 0,-17 3-1 16,0 0-1-16,0 0-5 16,-20 0-3-16,-7 0-6 15,-14 5-6-15,-12 0-2 16,-12 5 1-16,-5 0 9 16,-12 2 7-16,-5 3 10 15,-5-3 7-15,0 4 9 0,0-2 9 16,10 3 6-16,6-4 1 15,11 2-5-15,13-5-5 16,12 5 0-16,17-8-2 0,23-7-2 16,8 4-3-16,22-4-3 15,27-7 0-15,19-5 1 16,22 0-1-16,18-3-2 0,19 0-5 16,8-1-16-16,-5 5-55 15,20 4-4-15</inkml:trace>
  <inkml:trace contextRef="#ctx0" brushRef="#br1" timeOffset="-164965.08">21436 11647 147 0,'0'0'2'0,"0"0"0"0,0-7 2 16,0 7 2-16,3-12-1 15,-3 12 3-15,15-10 2 16,0 7 0-16,3-6-1 16,12 4 0-16,-1 1 0 0,13-2-1 15,6 1 2-15,12-3 0 16,7-2-1-16,16 0 1 16,13-2-3-16,3 0 1 15,2 4-1-15,7-1-1 0,-2 1-3 16,0 0-1-16,-1 4-2 15,-5-1 1-15,-11 2-1 16,3 1 1-16,-5-1-1 0,3-2 0 16,2 5 1-1,-11-3-1-15,-1 1 0 0,-6 0 0 16,-6-1-1-16,-14 3 1 16,-2-1 0-16,-17-3 1 15,-9 4 0-15,-7-2 1 0,-7 2 0 16,-12 0-1-16,8 0 1 15,-8 0-2-15,0 0-2 16,0 0-3-16,0 0-4 0,0 0-4 16,0 0-3-16,0 0-7 15,0 0-6-15,0 0-6 16,0 0-2-16,0 0 1 16,0 0 2-16,-5 2 4 15,5-2 1-15</inkml:trace>
  <inkml:trace contextRef="#ctx0" brushRef="#br1" timeOffset="-164531.18">23474 11440 135 0,'0'0'7'0,"13"0"3"0,4-3 3 0,8 0 3 15,9 3 0-15,7-4 1 16,18-1 0-16,11 0-1 16,6-3-5-16,4 4-4 15,5-1-3-15,-1 2-2 0,-2-4-1 16,-2 4 0-16,-6 0 0 16,-12 1-1-16,3-3 0 15,-5 3 1-15,-10-4-1 16,-6 6 0-16,-9-4 2 0,-6 1-2 15,-11 3 1-15,1-1-4 16,-19 1-10-16,0 0-27 16,-4 8-19-16</inkml:trace>
  <inkml:trace contextRef="#ctx0" brushRef="#br1" timeOffset="-163413.95">21521 12961 133 0,'0'0'5'0,"0"0"1"0,0 0 4 15,0 0 0-15,0 0 3 16,12 0-1-16,1 0 2 16,9 0 2-16,8-3-8 15,10-2-1-15,9 0-1 0,19 0-1 16,13-7 1-16,14 2 0 16,12-8 2-16,15 4-1 15,14-3 1-15,6 4-1 16,12-7-1-16,3 8 2 0,9-3-3 15,3 3-3-15,-2 3 0 16,4 1 0-16,-2-3 0 16,3 1 0-16,-9 3 0 0,-6-1 1 15,-10 0-2-15,-11 0 2 16,-9 2 1-16,-20-1 1 16,-18 0 0-16,-17-1 0 15,-12 2 3-15,-21 2 0 0,-9 2 0 16,-12 0-11-16,-18 2-28 15,10-6-35-15,-10 6-6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56:14.9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24235 12628 152 0,'0'0'2'0,"0"0"0"0,0 0 0 15,0 0-2-15,0 0-4 16,0 0-8-16,0 0-14 16,0 0-22-16</inkml:trace>
  <inkml:trace contextRef="#ctx0" brushRef="#br0" timeOffset="883.51">21779 13022 184 0,'0'0'5'0,"0"0"6"0,0 0 3 16,0 0 5-16,0 0 1 15,0 0 0-15,0 0 2 16,0 0-2-16,0 0-3 0,0 0-6 16,0 0-4-16,0 0-1 15,5 0-2-15,6 0-1 16,8 0 0-16,6-2 2 15,16 0 0-15,5-6 0 0,16-2 2 16,10-1-1-16,13-6 0 16,11 1-1-16,14-1 0 15,12-3 0-15,5 3-1 16,2-1-1-16,13 0-1 16,9 6-1-16,1-3 1 0,7 3 0 15,2 1 2-15,5 0 1 16,1 1-3-16,-1 5 1 15,-9-2 0-15,-8 2 0 16,-9 2 0-16,-19 3-1 0,-17 0-2 16,-19 0 0-16,-20 0 0 15,-19 0-1-15,-13 0-2 16,-13 0-6-16,-20 0-12 0,0 0-46 16,0 0-11-16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2-08-13T09:34:35.27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8597 9532 362 0,'0'0'-1'0,"0"0"-3"0,0 0-14 16,17 10-43-16,-2-10-10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35:10.71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7120 4291 361 0,'0'0'5'0,"0"0"4"0,0 0 0 16,-5-7-1-16,5 7-2 0,0 0 1 15,-12 4 1-15,9 11 0 16,1 17-4-16,2 7-2 15,0 16 0-15,5 14 2 16,0 15 2-16,4 13 0 0,-2 5-2 16,4 9 1-16,-4-5 0 15,0 9-1-15,-4-6 1 0,-3-3 0 16,0-4-1 0,-6-1 0-16,0-7 1 0,-1-4-1 15,-2-3-1-15,2-11 1 16,0-4-3-16,0-8 0 15,4-9 1-15,-3-10-2 0,2-11 0 16,1-4 1-16,1-11-1 16,2-3 0-16,0-7 0 15,0-9-3-15,0 0-2 16,0 0-5-16,0 0-10 16,0 0-34-16,5-17-28 0,-1 0-4 15</inkml:trace>
  <inkml:trace contextRef="#ctx0" brushRef="#br0" timeOffset="1035.97">7278 4303 212 0,'0'0'4'0,"0"0"0"0,0 0-1 0,0 0 1 16,0 0 0-16,0 0 3 15,9 0 1-15,3 0 3 0,8 0-2 16,5 0-1-16,7 0 2 15,15 0 2-15,10 0-3 16,9 0-2-16,10 0-1 0,7 0-1 16,10-5-2-16,14-1 0 15,12 2 0-15,3 0 0 16,10-4-1-16,12-2 0 16,15 0 1-16,10 0-1 15,10-2 0-15,14-1 1 0,8 1-1 16,21-4-1-16,4 5 0 15,8-5 0-15,9 2 0 16,2 1 0-16,14 1 0 16,3 2 0-16,-2 0 0 0,6-1 0 15,0 4-1-15,9 6 1 16,-1-5-1-16,6 6 1 16,-1 0-1-16,10 0 0 15,3 0 0-15,0 0 0 0,3 0-2 16,1 3 0-16,-8-3-1 15,0 0-1-15,-4 0 1 16,-6-3-1-16,-7-1 0 0,-12-4 0 16,-5 3 2-16,-12-5 1 15,-8 0 0-15,-16 3 0 16,-9-3 1-16,-18-2 1 16,-14 5-1-16,-16-4 0 15,-16 5 0-15,-16-1 0 0,-16 6 0 16,-15-5-4-16,-19 4-12 15,-15-1-32-15,-11 3-19 16</inkml:trace>
  <inkml:trace contextRef="#ctx0" brushRef="#br0" timeOffset="2286.07">7103 6344 272 0,'0'0'2'0,"0"0"3"15,0 0-1-15,5 0 2 0,-5 0 1 16,20 0 2-16,-2 0 0 16,6 0 4-16,10 4-2 15,6 0 0-15,10 0 0 16,7-1 1-16,17 2-1 0,9 0-2 15,11-5-1-15,7 3-1 16,19-3-2-16,9 0-1 16,8 0-1-16,12 0 0 0,7 0-1 15,13-3-1-15,8 3 1 16,9-3-1-16,8 1 0 16,5-1 1-16,17 1-1 15,3-3 0-15,11 3 0 0,7-6 1 16,11 0 0-16,10-1-1 15,6-1 0-15,2-3 0 16,6-2 0-16,8 4 0 16,1-2 0-16,4-2 0 0,-2 5-1 15,3-2 1-15,2-3-1 16,5 2 0-16,-6 1 1 16,0 2-2-16,1-2 1 15,-5-1-1-15,1 3-1 16,-5-2 0-16,-1 2-1 0,-7 3 0 15,-8-1 1-15,-8 0-1 16,-9 1 1-16,-4 0 1 16,-19 0 0-16,-6 2 0 0,-21 0 1 15,-14-1 1-15,-14 2-1 16,-12-1 1-16,-18 0 0 16,-14-3 1-16,-25 3-1 15,-12-2 0-15,-15 0-1 0,-12-3-5 16,-15 4-6-16,-13-1-14 15,-17 2-48-15,0 3-3 16</inkml:trace>
  <inkml:trace contextRef="#ctx0" brushRef="#br0" timeOffset="3066.78">18535 4038 205 0,'0'0'8'0,"0"0"4"0,0 0 3 0,0 0-3 0,0 4 1 0,0-4 2 16,0 25 1-16,-3 4 0 0,1 14-5 16,2 19-5-16,0 15 1 15,0 16 3-15,5 20 0 16,1 18 2-16,13 1-4 15,-2-1 1-15,-2 0-2 0,-1-8 1 16,2-6 2-16,-7-10-2 16,-1-18 0-16,-6-12 0 15,-2-8 1-15,0-12 0 0,-5-10-1 16,3-7-1-16,-1-8-3 16,1-10 0-16,-3-7-2 15,3-3 0-15,2-12-1 16,0 0-1-16,-3 7 0 0,3-7-3 15,0 0-6-15,0 0-8 16,0 0-31-16,0 0-31 16,0 0-3-16</inkml:trace>
  <inkml:trace contextRef="#ctx0" brushRef="#br0" timeOffset="6182.88">7057 5224 200 0,'0'0'5'0,"0"0"3"0,0 0 3 0,0 0 4 0,0 0-1 16,0 0 0-16,0 0 0 0,0 0 1 16,0 0-6-16,0 0-2 15,9-2-2-15,3 2-1 16,0 0-2-16,3 0 1 16,8 0-1-16,1 0 0 0,8 0 0 15,4 0-1-15,1-3 0 16,7 3 0-16,4-2 1 15,9-4-1-15,2 4 0 16,11 0 1-16,4-2-1 16,4-2 1-16,5 1 0 0,7-1-1 15,4 2 0-15,4-3 0 16,4 4 0-16,-3-4 0 16,5 2 0-16,6-2-1 15,-3 2 1-15,4-3 0 0,6 0-1 16,-2 1 1-16,-4-3 0 15,11 0 0-15,-1 0 0 16,-1 3 0-16,1 0 0 0,1-3-1 16,-5 5 1-16,0-2 0 15,2 4 0-15,-7-2-1 16,0 2 2-16,2 1-2 16,-4-1 0-16,2 1 0 0,1-1 0 15,4 1 1-15,-5 0-1 16,4-4 0-16,1 4 0 15,-2-1 2-15,2-2-2 16,-6 3 0-16,-3 0 1 16,-2-3-1-16,4 2 0 0,-4 1 0 15,-3-4 1-15,-2 2-1 16,3-1 0-16,4 0 0 16,0 0 0-16,-3-2 0 15,2-1 0-15,0 3 0 0,-1 0 0 16,2 0 0-16,1 3-1 15,-4-3 2-15,-4 2-1 16,3 0 0-16,-6-1 0 0,8 1 0 16,1 2 0-16,-5-5 0 15,2 4-1-15,0-1 1 16,-1 0 0-16,5 3 0 16,2-3 0-16,-3 3 0 15,0 0 0-15,1-1 0 0,0 1 0 16,1 0 0-16,3 0 0 15,-6 0-1-15,2 0 2 16,-2 0-2-16,2 1 1 0,-4-1 0 16,5 6 0-16,-7-6 0 15,-1 3 0-15,4-3-2 16,-5 0 2-16,1 2 0 16,4-2 0-16,-6 0 0 15,3 0 0-15,-5 0 0 0,0 0 0 16,-2 0 0-16,4 2 0 15,-7-2 0-15,0 0 0 16,-3 0 0-16,-5 0 0 16,3-2 2-16,-2 0-2 0,-3-1 0 15,0-3 1-15,-2 6 0 16,-4-1 0-16,2-5 0 16,-4 5 1-16,-4 1-1 15,-3-3 2-15,-5-2-1 0,-2 2 1 16,-3-4 0-16,-3 4 0 15,1-1 1-15,-5-4 1 16,-4 3-1-16,0-3 1 0,-7 2-1 16,1 0 1-16,-6 1-1 15,0 0 0-15,-8 0-1 16,4 1 0-16,-7 1 0 16,-3 0 0-16,-3-1 0 15,-4 4 0-15,-4-3 0 0,-9 3-1 16,12 0 0-16,-12 0-2 15,0 0-3-15,0 0-8 16,0 0-41-16,0 0-26 16,-9 0-4-16</inkml:trace>
  <inkml:trace contextRef="#ctx0" brushRef="#br0" timeOffset="10115.98">8041 4585 319 0,'0'0'8'0,"0"0"2"0,0 0 3 15,-2-12 2-15,2 12 4 16,-2-10-2-16,2 10 2 0,-5-10-1 16,5 10-6-16,0 0-4 15,-12 0-3-15,12 0-2 16,-16 13-2-16,7 1 0 16,-4 9-1-16,3 2-1 0,3 4 2 15,-4 6 0-15,2-4 0 16,4 5-1-16,2-4 1 15,3 0 0-15,3-2 0 16,6-3 0-16,5-7-1 0,-2 0 1 16,8-4-1-16,-1-5 1 15,4-6 0-15,-1-3 0 16,3-2 1-16,-3-2-1 16,5-8 1-16,-4-3 0 15,0-5 0-15,1-1 1 0,-6-3-1 16,-1-8 0-16,-2 3-1 15,-6-5 1-15,-3 2-1 16,-6-5 0-16,0 5 0 0,-8-2-1 16,-4 6 1-16,-1 1 0 15,-4 0-1-15,2 7 1 16,-5 0-1-16,5 4 0 0,-2 2 0 16,-1 5-1-16,-3 1 1 15,1 4-1-15,-1 2 1 16,-1 5-1-16,0 5 0 15,2 2 0-15,0 2 0 0,3 4 0 16,5 0 1-16,-1 4-1 16,5-2 0-16,4-1 0 15,1-1 0-15,3-1 1 16,5-2 1-16,2 0-1 16,9-5 1-16,1-1 0 15,3 0 0-15,7-5 0 0,0-1 1 16,2-1 0-16,-1-2-1 15,4 0 1-15,-4-2 0 16,1-1-1-16,-3 1 1 0,-4-3 0 16,1 2-2-16,-6-1 0 15,-5 1 0-15,-2 3 0 16,-10 0 0-16,11-3 0 16,-11 3 0-16,0 0 0 0,0 0 0 15,0 0 0-15,0 0 0 16,0 0 0-16,0 0 0 15,0 0 0-15,0 0 0 16,0 0 0-16,-6 6 0 0,6-6 0 16,0 0 0-16,-7 7 0 15,7-7 0-15,0 0 0 16,0 14-32-16,0-14-54 16,9 14-3-16</inkml:trace>
  <inkml:trace contextRef="#ctx0" brushRef="#br0" timeOffset="11917.94">9182 4384 229 0,'0'0'9'0,"0"0"3"0,0 0 5 0,0 0 3 0,0-13 2 15,0 13 2-15,0 0-1 0,0-11 2 16,0 11-8-16,0 0-5 15,0 0-3-15,0 11-3 16,0 4-2-16,5 8-1 16,1 7 0-16,-2 7 0 0,1 5-1 15,2 10 1-15,1 3 1 16,-3 4-1-16,0 5-1 16,-2 4 0-16,1-2 1 15,-1 4-1-15,-1 1 0 0,-2-3-1 16,0-4 0-16,0 3 0 15,0-5 1-15,0-4 0 16,0 0 0-16,0-5 0 16,0-2 1-16,0-1-1 0,0-1 0 15,0-2 1-15,0-5-1 16,0 1-1-16,0-4 0 16,0 1 1-16,0-3-1 15,3-2 0-15,-1-4-1 0,-2 2 1 16,1-3-1-16,6-3 0 15,-7 0 0-15,5-2 0 16,-3 0 0-16,1-3 0 16,-1 0 0-16,3-2 0 0,-5-1 0 15,2-1 1-15,1 2-1 16,-3-3 0-16,0 3 0 16,2-5 1-16,-2 3-1 15,0-4 0-15,0 1 0 0,0 0 1 16,0-2-1-16,0-3 0 15,0 0 1-15,0-3-1 16,0 3 1-16,0-10-1 16,-2 12 1-16,2-12-1 15,0 10 0-15,0-10 1 0,0 0-1 16,0 0 0-16,-3 10-1 16,3-10 0-16,0 0-1 15,0 0-1-15,-2 10-1 0,2-10-2 16,0 0-3-16,-5 12-5 15,5-12-17-15,-15 5-49 16,15-5-1-16</inkml:trace>
  <inkml:trace contextRef="#ctx0" brushRef="#br0" timeOffset="13166.86">10422 4632 299 0,'0'0'7'0,"0"0"4"15,0 0 3-15,0 0 1 0,-3-12 2 16,3 12 1-16,-7-13 2 16,7 13-1-16,-15-15-6 15,2 11-4-15,1 1-1 0,-5 3-3 16,-4 0 0-16,0 3-2 16,-2 1 0-16,-2 9-1 15,1 2 0-15,1 0-1 16,3 4 0-16,3 1-1 0,2 5 2 15,8-5-1-15,4 4 0 16,3-1 0-16,10-3 0 16,5-3 1-16,4-4 0 0,4-1 1 15,5-6-2 1,-3-5 0-16,2-1 1 0,-3 0 0 16,4-9 0-16,-6-4-1 15,-4-2 0-15,-1-5 1 16,-4-5-1-16,-3-2 1 15,-6-5 0-15,-2-5 0 0,-2 0 1 16,0-5 1-16,-4-1-4 16,-3 1 0-16,-4 6 0 15,1-2 0-15,1 5 0 16,-2 4 0-16,2 7 0 0,1 2 0 16,1 6 0-16,2 4 0 15,2-1 0-15,3 11 0 16,0 0 0-16,0 0 0 0,0 0 0 15,-10 21 0-15,10 6 0 16,5 5 0-16,0 4 0 16,3 9 0-16,4 2 0 15,0 3 0-15,6 0 0 0,2-2 0 16,4-5 0-16,-1-6 0 16,2-2 0-16,0-5 0 15,0-5 0-15,-3-5 0 16,0-4 0-16,-4-5-29 0,4-4-57 15,-3-2-2-15</inkml:trace>
  <inkml:trace contextRef="#ctx0" brushRef="#br0" timeOffset="14382.58">11403 4207 324 0,'0'0'5'0,"0"0"3"0,0 0-1 0,0 0 1 16,0 0 0-16,-5 4 3 15,5 6 2-15,0 7-2 0,0 8-3 16,0 4-2-16,5 14 0 16,1 4 0-16,1 7 0 15,3 6-2-15,-3 4 1 16,1 5 0-16,-1-1-2 16,-2 3 0-16,2-4 0 0,-2 1 0 15,3-7-1-15,-3 3 0 16,2-4-2-16,-2 0 1 15,0-1-1-15,-3-5 2 16,2 1 0-16,-4-4 0 0,0 2 0 16,0-1 0-16,0-2 0 15,0-1 1-15,-6-7 0 16,4 4 0-16,-1-2 0 16,3-2 1-16,0-1-1 0,-2 2 1 15,2-9-1-15,0 6 0 16,0-3-1-16,-3 1-1 15,3-5 0-15,0 0 0 0,0-4-1 16,0 2 1-16,0-1-1 16,0-5 0-16,0 0 1 15,0-4-1-15,0-4 1 16,0 3 0-16,0-8-1 16,0 3 0-16,-2-2 0 0,2-3 0 15,0 2 0-15,0-2 1 16,0-2-1-16,0 2 0 15,0 0 0-15,-2-4 2 16,2-6-2-16,0 16 0 0,0-16 0 16,0 9 0-16,0-9 0 15,-3 13 0-15,3-13 0 16,0 12 0-16,0-12 0 0,0 13 0 16,0-13 0-16,0 12 0 15,0-12 0-15,0 0 0 16,0 0 0-16,0 8 0 15,0-8 0-15,0 0 0 0,0 0 0 16,0 0 0-16,0 0 0 16,0 0 0-16,0 0 0 15,0 0 0-15,0 0 0 16,0 0 0-16,0 0 0 16,0 0 0-16,-7 10 0 0,7-10-34 15,-11 0-49-15,11 0-4 16</inkml:trace>
  <inkml:trace contextRef="#ctx0" brushRef="#br0" timeOffset="18149.74">7036 3882 225 0,'0'0'8'0,"0"0"4"0,0 0 5 0,0 0 2 16,0 0 2-16,-11-3 3 15,11 3 1-15,0 0 2 0,-9-2-6 16,9 2-6-16,0 0-4 15,0 0-3-15,0 0-1 16,0 0-1-16,0 0-1 0,12 0 0 16,3 0-1-16,4 0 2 15,4 0-1-15,7-3 1 16,0-2-1-16,4-2-2 16,-2 2 0-16,1 0-1 0,1-1-1 15,-4 5 0-15,-2 1 0 16,-8 0 0-16,3 1-1 15,-9 7 0-15,-1 2 1 16,-8 0-1-16,0 3 1 16,-5 2 0-16,-8 1 0 0,-5 2-1 15,-3 2 1-15,-7-3 0 16,-2 1 0-16,-7 0 0 16,2-1 0-16,-5-3 0 15,3 1-1-15,2-5 1 0,0 0-1 16,5-3 0-16,6 0 0 15,3 0 0-15,7-4 0 16,9-3-1-16,0 0 1 0,0 0 0 16,0 0-1-16,12 8 1 15,3-8 0-15,7 0 0 16,2 0 1-16,4 0-1 16,2 0 0-16,0 0 0 0,2 0 1 15,1 0-1-15,-4 0 0 16,-1 0 0-16,2 0 0 15,-5-3 1-15,0 3-1 16,-6-1 0-16,1 1 0 16,-5-4 1-16,-2 4-1 0,-1 0 0 15,-12 0 1-15,13 0-1 16,-13 0 0-16,0 0 0 16,0 0 0-16,0 0-1 15,0 0-1-15,0 0-5 0,0 0-9 16,0 0-65-16,-6-7-4 15</inkml:trace>
  <inkml:trace contextRef="#ctx0" brushRef="#br0" timeOffset="18382.99">7554 4013 416 0,'0'0'3'0,"0"0"1"0,0 0 1 0,13-10-1 0,-13 10 2 0,15-2-3 16,-2-1 2-16,1 3-2 16,4 0-9-16,-1 0-30 15,1 3-41-15,2-1-2 16</inkml:trace>
  <inkml:trace contextRef="#ctx0" brushRef="#br0" timeOffset="18799.79">7768 3953 447 0,'0'0'3'0,"0"0"1"16,0 0 1-16,0-10 0 16,0 10 0-16,0 0 0 15,13-2 0-15,-3 2 0 0,3 2-3 16,1 11-1-16,4-1 0 16,-1 5-1-16,-2 1 0 15,2 5 1-15,-2-1-1 16,-5 0 0-16,0-3 0 15,-6 1 1-15,0 0-1 0,-4-7-1 16,0 2 2-16,-6-8-1 16,-4 0 0-16,1-5-1 15,-2-2 2-15,2 0-1 0,-3-4 0 16,3-8 1-16,2-1-1 16,5-2 0-16,2-5 1 15,0 0-1-15,5 1 0 16,5-1 0-16,5 2-4 0,0-1-11 15,7-2-64-15,0 13-4 16</inkml:trace>
  <inkml:trace contextRef="#ctx0" brushRef="#br0" timeOffset="19116.05">8124 3988 327 0,'0'0'9'0,"0"0"2"15,-12 4 2-15,1 2 1 0,2-1 1 16,-1 5-1-16,-3 0-1 16,6 2 1-16,-3 3-6 15,10-2-6-15,0-3 1 16,7 2-2-16,8-2 1 16,3-6 0-16,2 1 0 0,4-5 0 15,1 0 0-15,-3-8 0 16,4 1 1-16,-10-4 0 15,0-2 0-15,-9 1 0 0,-2-3 0 16,-5-3-1-16,-7 4 1 16,-11 0-1-16,1 6-1 15,-8 0-1-15,0 3-2 0,5 5-5 16,-7 0-10 0,12 0-47-16,0 7-17 0</inkml:trace>
  <inkml:trace contextRef="#ctx0" brushRef="#br0" timeOffset="19366.65">8382 3839 422 0,'0'0'6'16,"0"0"2"-16,0 0 0 16,0 0 1-16,0 0-1 0,0 0 1 15,0 10 0-15,0 3-1 16,0 7-4-16,2 5-3 15,1 4-1-15,2 3 1 16,0 1-1-16,2-2 0 0,3 0 0 16,1-5 0-16,-2-2-1 15,3-5-4-15,-1-7-5 16,3-2-18-16,11-5-53 16,-15-5-2-16</inkml:trace>
  <inkml:trace contextRef="#ctx0" brushRef="#br0" timeOffset="19666.3">8360 4010 399 0,'0'0'5'16,"0"0"3"-16,0 0 2 15,5 0 2-15,-5 0 1 0,19-4 1 16,-1 1 1-16,2-2 0 15,2-2-4-15,5 0-4 16,1-1-5-16,2 3-2 16,-3 0 0-16,-2 2 0 0,-8 1 0 15,-2 2 0-15,-15 0 0 16,10 2 0-16,-10-2 0 16,0 0 0-16,-7 13 0 15,-3-11 0-15,0 4 0 0,0-5 0 16,-2-1-24-16,-13 0-61 15,17 3-2-15</inkml:trace>
  <inkml:trace contextRef="#ctx0" brushRef="#br0" timeOffset="21573.31">9379 3907 314 0,'0'0'5'0,"0"0"5"0,-11-5 2 0,11 5 2 15,0 0 3-15,-9-6 1 0,9 6 0 16,0 0 1-16,0 0-5 16,0 0-2-16,2-9-3 15,10 9-1-15,3-5-1 16,8 2-2-16,2-2 1 15,4 0-1-15,1 3-1 16,0-3-1-16,-1 2 0 0,-1 1-2 16,-3-1 0-16,-2 3 0 15,-7 0-1-15,0 0 1 16,-4 5-1-16,-12-5 0 16,13 18 1-16,-13-8-1 0,0 1 0 15,-8 3 1-15,-7 0 1 16,0-2-2-16,-2 6 0 15,-8-3 0-15,0-1 0 0,-3-1 0 16,1-1 0-16,1 4 0 16,-2-4 0-16,3-2 0 15,2-1 0-15,7-1 0 0,-2 0 0 16,8-2 0-16,10-6 0 16,-13 6 0-16,13-6 0 15,0 0 0-15,0 0 0 16,13 0 0-16,-6 0 0 15,3-3 0-15,3 3 0 0,-6-3 0 16,3 3 0-16,-10 0 0 16,15-1 0-16,-15 1 0 15,12-5 0-15,-12 5 0 16,18-3 0-16,-9 0 0 16,1 1 0-16,6 2 0 0,-4 0 0 15,8-2 0-15,3-1 0 16,-2 0 0-16,7 1 0 15,-1 0 0-15,1 2 0 0,-1-3 0 16,1 1 0-16,-6-1 0 16,-3 3 0-16,-1 0 0 15,-6 0 0-15,-5 0 0 0,-7 0 0 16,11 0 0-16,-11 0 0 16,0 0 0-16,0 0 0 15,0 0 0-15,-2 8 0 16,2-8 0-16,-11 2 0 15,11-2 0-15,-10 0 0 0,10 0 0 16,0 0-15-16,-4-7-34 16,4 7-36-16,0 0-2 15</inkml:trace>
  <inkml:trace contextRef="#ctx0" brushRef="#br0" timeOffset="21817.79">9943 3946 418 0,'0'0'5'0,"0"0"1"0,0 0 3 16,0 0-2-16,0 0 2 15,7-5 0-15,-7 5 0 16,15-5 0-16,-8 3-4 15,5 0-2-15,4-2-2 0,1 4-7 16,-2-2-17-16,-8 2-58 16,16 0 0-16</inkml:trace>
  <inkml:trace contextRef="#ctx0" brushRef="#br0" timeOffset="22183.32">10370 3777 453 0,'0'0'5'16,"0"0"1"-16,0-12 1 15,0 12 1-15,0 0-1 0,-5-8 1 16,5 8-1-16,0 0 1 15,-8 6-6-15,3 8-2 16,0 7 0-16,1 1 0 16,-1 4 0-16,0 5 0 15,3 1 0-15,-2-3 0 0,4 1 0 16,0-3 0-16,0-5 0 16,6-1 0-16,1-4 0 15,5-7 0-15,1-2 0 16,-1-2 0-16,4-6 0 0,0 0 0 15,2 0 0-15,-1-6-15 16,-1-2-68-16,-2 3-3 16</inkml:trace>
  <inkml:trace contextRef="#ctx0" brushRef="#br0" timeOffset="22349.25">10278 3951 403 0,'0'0'5'0,"0"0"1"0,0 0 1 16,0 0 0-16,10-13 0 16,-10 13-1-16,20-6-6 15,-6 6-16-15,9-6-59 0,0 6-3 16</inkml:trace>
  <inkml:trace contextRef="#ctx0" brushRef="#br0" timeOffset="22665.86">10430 3932 418 0,'0'0'5'0,"0"0"3"0,0 0 2 16,0 0 0-16,0 0 1 15,0 0 0-15,7-9 1 16,0 9-1-16,6 0-4 0,2 0-3 16,5 0-2-16,-1 9 0 15,4-3-2-15,-1 7 0 16,-1 2 0-16,-5 0 0 15,0-1 0-15,-7-3-3 0,-4 0 2 16,-2 2-1-16,-3-13 1 16,-3 10 0-16,3-10 0 15,-14 0 1-15,3 0 0 16,2-8 0-16,-1 2 0 16,2-7 1-16,3 1-1 0,5 2-1 15,0-5-2-15,2 5-7 16,3-5-10-16,11 5-31 15,-2 3-32-15,6 1-2 0</inkml:trace>
  <inkml:trace contextRef="#ctx0" brushRef="#br0" timeOffset="23499.73">10777 3898 359 0,'0'0'6'0,"0"0"2"16,-9-2 2-16,9 2-1 15,-18 0 0-15,8 0 1 0,3 6-1 16,-6-1 0-16,8 4-4 15,0 1-3-15,5 2 0 16,0 1-2-16,0-1 0 16,8-2 1-16,1 1 0 0,4-4 1 15,-3-6 0-15,5 2-1 16,-3-3 1-16,0-7 0 16,1-3 0-16,-4 0 0 15,-1-7-1-15,0 2 1 0,0 0-1 16,-4 1 0-16,-1 1 0 15,-1 1-1-15,-2 12 0 16,0-13-1-16,0 13 0 0,0 0 0 16,0 8 0-16,0 2 0 15,0-1 0-15,5 4 0 16,-3 1 1-16,7-5 0 16,-2 0 0-16,2-4 1 15,2 0-1-15,1-5 1 0,2 0 0 16,2-5-1-16,-2 0 1 15,-1-4 0-15,4 0-1 16,-4 0 0-16,-6-1 0 16,1 0-1-16,-8 10-1 0,8-12 0 15,-8 12 0-15,0 0-1 16,0 0 1-16,0 0-1 16,-6 5 1-16,6-5 0 15,0 15 0-15,0-15 0 0,0 14 0 16,0-14 1-16,15 10-1 15,-5-4 1-15,3-6-1 16,6 0 2-16,2-6-1 16,-1 1 1-16,1-2 1 0,0-5-1 15,-5 2 1-15,0 0 0 16,-4-1 0-16,-6 2 0 16,-6 9 1-16,-4-16-1 15,-5 9 0-15,-1 6 0 0,-5-2 0 16,3 3-1-16,-4 0 0 15,4 3 2-15,0-2-4 16,4 6 2-16,8-7 0 0,-10 13 0 16,10-13-1-16,0 12 1 15,0-12 0-15,10 13 0 16,1-8 0-16,1 2 0 16,3-1 1-16,-3 1-1 15,6 0 0-15,-4-2 0 0,2 0 2 16,-2 1-2-16,-4-4 0 15,0 2 0-15,-10-4 1 16,0 0 0-16,0 0 0 16,0 0 1-16,-17 10 0 0,0-7 1 15,-6 2-1-15,0-2 0 16,1 1 0-16,-2 1-3 16,4 3-14-16,20-8-62 15,-16 15-1-15</inkml:trace>
  <inkml:trace contextRef="#ctx0" brushRef="#br0" timeOffset="27099.84">13603 4107 238 0,'0'0'7'0,"0"0"6"0,0 0 4 0,0-11 5 0,0 11 0 16,0 0 2-16,0 0 2 15,0 0-1-15,0 0-7 16,0 0-4-16,0 0-5 15,-8 8-2-15,5 2-3 0,3 5-1 16,0 5-1-16,0 4-1 16,3 6 0-16,2 5 0 15,2 5 0-15,1 2 0 0,2 5 0 16,-2 3 0 0,4 1 1-16,-3-1-1 0,4 2 1 15,-3 1 2-15,-3-4-1 16,4-2-1-16,-4 2 1 0,-3-4 0 15,4-1-1-15,-2-1-1 16,-2-1 1-16,1-3-2 16,0-2 1-16,-3-2-1 15,3 3 0-15,-2-1 0 0,-1 0 1 16,2 2 0-16,-4-1 0 16,0-1-1-16,0 0 3 15,0 3-1-15,0-4 1 16,-4 0 0-16,2 0 1 15,2-3-1-15,-3 1 1 0,3-1-2 16,0-1-2-16,0-3 0 16,3 5 0-16,-1-8 0 15,4 4 0-15,-4-3 0 0,1 0 0 16,-3 1 0-16,0-2 0 16,0-1 0-16,0 0 0 15,0-2 0-15,0-2 0 16,0 0 0-16,0-2 0 0,0 2 0 15,0-2 0-15,0-2 0 16,0 1 0-16,0-1 0 16,2 1 0-16,1 1 0 15,-3-1 0-15,4-1 0 16,-4 0 0-16,0 1 0 0,3-1 0 16,-3-2 0-16,0 0 0 15,0-1 0-15,0 1 0 16,0-3 0-16,0-2 0 15,2 3 0-15,-2-2 0 0,0-3 0 16,0 0 0-16,0-8 0 16,0 15 0-16,0-15 0 15,0 10 0-15,0-10 0 0,0 0 0 16,0 0 0-16,0 0 0 16,0 10 0-16,0-10 0 15,0 0 0-15,0 0 0 16,0 0 0-16,0 0 0 0,0 0 0 15,0 0 0-15,0 0 0 16,0 0 0-16,0 0 0 16,0 0 0-16,0 0 0 0,0 0 0 15,0 0-7-15,0 0-76 16,0-10-3-16</inkml:trace>
  <inkml:trace contextRef="#ctx0" brushRef="#br0" timeOffset="30149.99">12422 4429 324 0,'0'0'9'0,"0"0"3"0,6-12 4 16,-6 12 3-16,7-13 2 16,-7 13 0-16,7-15 1 15,-7 15 0-15,7-10-9 0,-7 10-3 16,0 0-4-16,0 15-2 15,-7 5-2-15,-3 2-2 16,3 8 1-16,-8 0-1 16,-2 8 0-16,1-2 0 15,-4-1 0-15,1-1 1 0,-1-6 0 16,0 2 0-16,0-8 1 16,-2 0 0-16,5-4 0 15,-3-6-2-15,2-2 0 16,3-5 0-16,2 0 0 0,4-5 0 15,9 0 0-15,-15-13 0 16,6 3 0-16,5-5 0 16,2-2 0-16,-1-3 0 0,3 1 0 15,0-1 0-15,0-3 0 16,0 4 0-16,0-1 0 16,5 0 0-16,-1 3 0 15,5 2 0-15,-1-3 0 16,-1 7 0-16,2-2 0 0,0 1 0 15,0 4 0-15,1-2 0 16,0 5 0-16,2 1 0 16,-2 0 0-16,3 4 0 0,-1 0 0 15,4 4 0-15,-7 5 0 16,3 1 0-16,4 7 0 16,-2-1 0-16,4 5 0 15,-1 0 0-15,0-2 0 16,4 3 0-16,0 0 0 0,0-4 0 15,-2-1 0-15,1 1 0 16,-5-3 0-16,1-3 0 16,-2 3 0-16,-2-8 0 15,-1 3 0-15,-1-4 0 0,-10-6 0 16,12 9 0-16,-12-9 0 16,0 0 0-16,10 5 0 15,-10-5 0-15,0 0 0 16,0 0 0-16,0 0 0 0,0 0 0 15,0 0 0-15,0 0 0 16,0 0 0-16,0 0 0 16,0 0 0-16,3-3 0 15,-3 3 0-15,0 0 0 0,0 0 0 16,-3-9 0-16,3 9 0 16,0 0 0-16,0 0 0 15,0 0 0-15,0 0 0 16,-6-18-4-16,6 18-84 0,9-2-2 15</inkml:trace>
  <inkml:trace contextRef="#ctx0" brushRef="#br0" timeOffset="32866.32">14897 4457 362 0,'0'0'6'0,"0"0"2"0,0 0 3 0,0 0 1 0,0-13 0 16,0 13 1-16,-2-12 1 16,2 12 0-16,-20-13-5 15,10 11-2-15,-3-4-3 16,-4 4 0-16,2 2-2 0,-7 0 1 15,2 0-1-15,-3 5-1 16,2 2 0-16,-5 1 1 16,4 4-2-16,-3 1 1 15,8 1 0-15,-3 0-1 0,4 2 0 16,7 2 0-16,1 0 0 16,6-1 0-16,2-1 0 15,5-3 0-15,4 2 0 16,9-5 0-16,5-4 1 15,1 3 0-15,6-4 0 0,0-5 0 16,0 0 0-16,-1 0 1 16,1-5-1-16,-5-4 1 15,-2 3-1-15,-4-4 1 16,-3 0 0-16,-2-2 1 0,-3-2-1 16,-4-3 0-16,0 3-2 15,-2 2 0-15,-5-6 0 16,0 6 0-16,0-1 0 0,0 4 0 15,0 2 0-15,0 7 0 16,-7-10 0-16,7 10 0 16,0 0 0-16,-10-11 0 15,10 11 0-15,0 0 0 16,0 0 0-16,0 0 0 0,-2 12 0 16,2 1 0-16,3 2 0 15,6 0 0-15,0 7 0 16,2 0 0-16,3 2 0 15,2-7 0-15,1-1 0 0,3-1 0 16,-2 1 0-16,1-7 0 16,1-2 0-16,3 1 0 15,-9-2 0-15,4-5 0 0,-4 2 0 16,2-3 0-16,-4 0 0 16,-5 0 0-16,-7 0 0 15,13 0 0-15,-13 0 0 16,0 0 0-16,0 0 0 0,0 0 0 15,10-12 0-15,-10 12 0 16,0 0 0-16,-3-10 0 16,3 10 0-16,0 0 0 15,-11-12 0-15,11 12 0 0,0 0 0 16,0 0 0-16,-7 2-57 16,7-2-35-16</inkml:trace>
  <inkml:trace contextRef="#ctx0" brushRef="#br0" timeOffset="34049.87">16100 4157 163 0,'0'0'11'0,"0"0"10"0,0 0 4 0,0-8 4 16,0 8 1-16,0 0 1 16,0 0 1-16,-5-10 0 0,5 10-10 15,0 0-8-15,0 7-4 16,0 6-4-16,0 12-2 15,0 4 0-15,0 14 0 16,2 14-2-16,1 8 1 0,4 5 0 16,-2 10 1-16,5 2-1 15,0 0 1-15,2-1-1 16,3 1-1-16,-3-3 2 16,1-4 0-16,-1 0 0 0,-3-2 0 15,3-3 1-15,-5-4 0 16,0 1 1-16,-2-2-1 15,0-4 0-15,-2 0 0 16,0 1-3-16,-1-8-2 0,0-2 0 16,1 0 0-16,-3-5 0 15,2-5 0-15,1 0 0 16,-1-5 0-16,-2-2 0 16,2-2 0-16,-2-4 0 0,3-2 0 15,-3 0 0-15,0-4 0 16,0-1 0-16,0-5 0 15,0-4 0-15,0 1 0 16,0-4 0-16,0 0 0 0,0-10 0 16,0 15 0-16,0-15 0 15,0 10 0-15,0-10 0 16,0 0 0-16,0 0 0 16,0 0 0-16,0 0 0 0,0 0 0 15,0 0 0-15,0 0 0 16,0 0 0-16,0 0 0 15,0 0-26-15,10-11-58 16,-7-7-4-16</inkml:trace>
  <inkml:trace contextRef="#ctx0" brushRef="#br0" timeOffset="35599.83">11803 3932 330 0,'0'0'8'0,"0"0"4"16,-2-9 3-16,2 9 3 0,0-11 0 15,2 1 1-15,4 0 0 16,4 0 1-16,4-1-8 16,1 2-3-16,0 1-4 15,5 6-1-15,-3 2-2 0,3 0 0 16,-2 7-1-16,-1 5 0 15,-4 4-1-15,-4 4 1 16,-5-1-1-16,0 1 1 16,-4 2 0-16,-5 1 0 15,-2-5 0-15,-9 1 0 0,4-5 0 16,-6 1 0-16,4-5 0 16,-2-2 0-16,9-4 0 15,7-4 0-15,-9 0 0 16,9 0-1-16,2-16 1 0,8 1-1 15,0-5 2-15,7-7-2 16,3 2 0-16,0-5 0 16,0 5 0-16,-2-2 0 0,-4 4 0 15,-1 4 0-15,-3 5 0 16,-5 4 0-16,-5 10 0 16,0 0 0-16,0 0 0 15,4 7 0-15,-4 7 0 0,0 4 0 16,3 2 0-16,-1 2 0 15,6 1 0-15,-3 1 0 16,7-7 0-16,1 2 0 16,-1-8 0-16,8-1 0 0,0 0 0 15,0-10-9-15,5 5-14 16,2-5-59-16,-3 0-3 16</inkml:trace>
  <inkml:trace contextRef="#ctx0" brushRef="#br0" timeOffset="35865.98">12216 3941 393 0,'0'0'7'0,"0"0"2"0,0 0 1 0,0 0 0 0,5-9 1 15,-5 9 0-15,14-9 0 16,-1 2-1-16,-1 3-8 16,6 1-17-16,2 1-61 0,2-3-5 15</inkml:trace>
  <inkml:trace contextRef="#ctx0" brushRef="#br0" timeOffset="36249.31">12474 3845 439 0,'0'0'5'0,"0"0"2"16,0 0 1-16,0 0 0 15,0 0 0-15,0 0 0 16,7-7 0-16,-7 7 0 0,13 0-5 16,-5 4-2-16,7 3 0 15,-3 6-1-15,3-1 0 16,-2 6 0-16,1 2 0 16,-1 0-1-16,-6-6 1 15,0 6-1-15,-4-5 0 0,-3-4-1 16,-3 0 1-16,3-11-1 15,-19 13 1-15,9-12 1 16,0-1-1-16,0-1 1 0,10 1 0 16,-13-21 0-16,11 10 0 15,2-7 1-15,2-2-1 16,9 0 0-16,3 1-3 16,4 1-9-16,-1 3-19 0,3 3-49 15,5 2-3-15</inkml:trace>
  <inkml:trace contextRef="#ctx0" brushRef="#br0" timeOffset="36550.08">12763 3862 349 0,'0'0'7'0,"0"0"2"16,-13 0 4-16,13 0 1 16,-17 9-1-16,7-1 1 15,2 2 0-15,-4-1 0 16,7 5-6-16,2-3-4 0,3-2 0 15,3 0-2-15,5-4 0 16,6 2-1-16,-1-4 2 16,5-3-1-16,1 0 0 15,1-8 0-15,-3 1 0 0,-5-2 0 16,-1-2 1-16,-4-3-1 16,-7 1-1-16,0 1 1 15,-7 1-1-15,-4 2 0 0,-1 1-1 16,-2 3-3-16,-4 5-6 15,0 0-7-15,9 0-24 16,9 0-41-16,0 13-2 16</inkml:trace>
  <inkml:trace contextRef="#ctx0" brushRef="#br0" timeOffset="36750.18">12932 3775 358 0,'0'0'10'0,"0"0"3"16,-3-8 3-16,3 8-1 0,0 0 0 15,0 0 0-15,0 0 0 16,-5 6 0-16,5 9-8 16,0 1-5-16,3 8-1 15,-1 0 0-15,3 1-3 16,-3 2-3-16,6 1-7 0,-5-9-18 16,-6 3-50-16,6-4-1 15</inkml:trace>
  <inkml:trace contextRef="#ctx0" brushRef="#br0" timeOffset="36917.03">12899 3889 361 0,'0'0'9'0,"0"0"1"0,0 0 3 16,0 0 0-16,8 0 0 15,2 0 1-15,5 0 0 16,10 0-18-16,12 0-68 15,0-7-4-15</inkml:trace>
  <inkml:trace contextRef="#ctx0" brushRef="#br0" timeOffset="37866.22">14162 3894 446 0,'0'0'5'0,"0"0"0"0,-5-15 3 0,5 15-1 16,0-17 2-16,0 9-1 15,5-1 0-15,-5 9 0 16,20-10-4-16,-6 10-1 16,2 4-3-16,-2 6 0 0,4 3 0 15,-4 7 0-15,-2-4 0 16,1 2 0-16,-8 0-2 16,-2-1 1-16,-3 0 0 15,-3-1 0-15,-6-8 0 0,-5 1 0 16,3-1 1-16,-1-7-1 15,-2-1 1-15,2 0 0 16,12 0 0-16,-8-15 0 0,8 4 0 16,4-7 0-16,5-5 0 15,8 1 0-15,1-1 0 16,2 2 0-16,-1-2 0 16,-1 7 0-16,-3 2 0 15,-2 4 0-15,-4 9-1 0,-9 1 1 16,7 1 0-16,-4 9 0 15,-1 4-1-15,-2 2 1 16,4 1-1-16,1 4 1 16,2 1 0-16,0-4 0 0,4 1 0 15,1-4-3-15,2 0-7 16,-1-11-20-16,10 3-51 16,1-4-3-16</inkml:trace>
  <inkml:trace contextRef="#ctx0" brushRef="#br0" timeOffset="38066.14">14578 3916 444 0,'0'0'6'0,"0"0"0"0,0 0 1 0,-2-4 1 0,2 4 0 0,6-10 0 15,1 4-1-15,5-1 1 16,8 2-12-16,3-2-15 16,-23 7-61-16,35-10-5 15</inkml:trace>
  <inkml:trace contextRef="#ctx0" brushRef="#br0" timeOffset="38302.32">14863 3691 456 0,'0'0'5'15,"0"0"0"-15,0 0 1 0,0 0-1 16,0 5 1-16,0 5 0 16,0 5-1-16,2 5 1 15,0-1-4-15,1 6-1 16,3 3-1-16,0 4-3 0,2-6-5 15,-1 1-8-15,-2-2-20 16,-7-5-47-16,6 3-1 16</inkml:trace>
  <inkml:trace contextRef="#ctx0" brushRef="#br0" timeOffset="38666.92">14892 3887 385 0,'0'0'7'15,"0"0"3"-15,-8-10 2 16,8 10 1-16,-2-13 0 0,2 13 1 16,0-15 0-16,0 15 0 15,15-10-6-15,0 6-4 16,5 4-1-16,5 0-2 16,0 7 0-16,1 0 0 0,1 8 0 15,-4-2-1-15,-2 4-1 16,-2 1 0-16,-6-4 0 15,-6 1 0-15,-4 0-1 0,-1-5 1 16,-2-10 0-16,-2 10 0 16,-8-10 0-16,3 0 1 15,-6-3 1-15,1-4-1 16,1-3 1-16,1-3-1 16,8 2 0-16,0-5 0 0,2 4-3 15,2-3-6-15,10 5-9 16,-1-2-14-16,8-1-40 15,4 5-8-15</inkml:trace>
  <inkml:trace contextRef="#ctx0" brushRef="#br0" timeOffset="39432.71">15304 3810 333 0,'0'0'8'0,"0"0"2"0,0 0 2 16,0 0 1-16,-7 4 2 16,7-4-2-16,-15 14 1 15,5-7 0-15,-2 3-8 0,2-1-3 16,2 4-1-16,4-3 0 15,1 2-1-15,3-3-1 16,0-9 2-16,10 14-1 16,-1-12 1-16,4 0 0 0,-1-2 0 15,4-4-1-15,1-4 1 16,-4-2 0-16,-1-2 0 16,1-1 0-16,-4-2 0 15,-4 0-1-15,0 4 0 0,-3 0-1 16,-2 11 0-16,0-10-1 15,0 10 0-15,0 0 0 16,0 13 1-16,-2-4-1 16,2 4 0-16,0-1 0 0,5 1 1 15,3-6 0-15,2 1 0 16,-1-6-1-16,4-2 1 16,2-2 0-16,0-3 0 15,4-5 0-15,-1-3 1 0,-1 4-1 16,-2-7 1-16,-3 7 0 15,-1-1 0-15,-11 10-1 16,10-15 0-16,-10 15 0 0,0 0-1 16,-10-3 0-16,10 3 0 15,-15 11 0-15,10-1 0 16,0-3 0-16,3 5 0 16,2-2 0-16,2-3 0 15,-2-7 0-15,17 13 1 0,-2-11-1 16,0-2 0-16,2 0 1 15,2-5 0-15,2-2 1 16,-3 0 0-16,-1-3-1 16,-4-1 1-16,-1 1 0 0,-12 10 0 15,13-14 0-15,-13 14 0 16,0-10-1-16,0 10-1 16,-9-5 1-16,9 5-1 15,-9 3 0-15,9-3 0 0,-10 12 0 16,10-12 0-16,0 14 0 15,0-4-1-15,5 1 1 16,0-1-1-16,2-1 1 0,4 4 0 16,-4-3-1-16,0 0 1 15,3-1 1-15,-6 2-1 16,-4-11 1-16,6 14 0 16,-6-14 0-16,-8 11 0 15,-4-7 1-15,-2-2-1 16,-4 1 1-16,-2-1-1 0,3 1 1 15,-6-3-4-15,7 0-9 16,2 13-53-16,5-13-11 16</inkml:trace>
  <inkml:trace contextRef="#ctx0" brushRef="#br0" timeOffset="52032.55">7122 6379 323 0,'0'0'6'0,"0"0"1"0,0 0 3 0,0 0-1 15,0 0 1-15,-7-6-2 16,7 6 2-16,0 0 0 15,-7 13-5-15,4-1-2 16,3 6 0-16,-2 4-1 16,2 10 2-16,-3 3-1 0,3 7 0 15,0 5 0-15,0 2 0 16,0 6 0-16,3 0 0 16,-3-1 0-16,0-2 0 15,2 2 1-15,-2-4-1 0,0-3 0 16,0-4 0-16,0-4 0 15,0-2-2-15,-2-3 1 16,2-4-1-16,-3-7 0 0,1-1 0 16,2-2 0-16,0-7 0 15,0-3 0-15,0-10 0 16,-4 14 0-16,4-14 0 16,0 0 1-16,0 0-1 0,-2 10 2 15,2-10-1-15,0 0 1 16,0 0-1-16,0 0 1 15,0 0-1-15,0 0-1 0,0 0 0 16,0 0-1-16,0 0-1 16,0 0-1-16,0 0 0 15,-7 8-1-15,7-8 0 16,0 0-1-16,0 0 1 16,0 0-1-16,0 0 1 15,0 0 0-15,0 0 1 0,0 0-1 16,0 0 1-16,0 0 1 15,0 0-1-15,0 0 0 16,0 0 1-16,0 0-1 0,0 0 1 16,0 0 1-16,5 7 0 15,-5-7-2-15,15 0 2 16,-5 0 0-16,3 0 2 0,-1 0-2 16,6-3 0-16,1 3 0 15,1-2 1-15,5 2-1 16,3-2 0-16,0-1 0 15,8 0 0-15,-1 1-1 16,7 0 1-16,-1-1-2 0,10-2 1 16,1 2 0-16,5-4-1 15,5 5 1-15,8-3 0 16,1-2-1-16,9 3-1 16,8 0-1-16,3-1-1 15,6-3 1-15,5 7 0 0,2-7 0 16,8 3 0-16,5 0 2 15,-2 0 1-15,0-3 0 16,0 3 1-16,0 1-1 0,-1-2 1 16,0 4-1-16,-4 0 2 15,1-4-1-15,-4 4 0 16,2-3 0-16,3 3 0 0,-2-1 0 16,-4 1 0-16,-2 0 0 15,4 2 0-15,-12 0-1 16,8 0 1-16,-3 0-1 15,-7 4 1-15,3 1-1 16,-1 0 1-16,1 1 0 0,6-2 0 16,1 1 0-16,-3 0 0 15,4 0 1-15,-1 0-1 16,0 0 0-16,1 5 0 16,4-3 0-16,-4 0 1 15,-1 3-1-15,3-4 0 0,-3-1 1 16,4-1-1-16,5 2 1 15,-1-4-1-15,-5-2 0 16,5 2 1-16,0-2-1 0,2 3 0 16,5 0 0-16,-7-2 0 15,-2 2 0-15,6-3 1 16,-4 2-1-16,2-2 1 0,5 3-1 16,-7-3 1-16,3 0 0 15,3 0 1-15,4-5-1 16,0 2 0-16,0 3 1 15,-1-1-1-15,4-2 1 16,-4 3-1-16,6-3 0 0,-5 3-1 16,0 0 1-16,2-2 1 15,0 2-1-15,-2-2 0 16,0 2 0-16,4 0 1 16,-6-3-1-16,1 3 1 0,4 0 0 15,-4 0-1-15,-1 0 0 16,2 0-1-16,-3-3 0 15,0 3 0-15,1-1 0 16,-1-2 0-16,-5-1 0 0,3 0 0 16,-3-1-1-16,-2 3 1 15,-1-5 0-15,-4-1 1 16,-3 3-1-16,-1-3 0 16,-2 4 1-16,-5-2-1 0,-4 1 0 15,-9 1 0-15,0 1 0 16,-12 0 0-16,-4-1 0 15,-7 2 0-15,-10-4 0 16,-11 1 1-16,0 0 0 0,-13 3 3 16,-6 0 2-16,-4-3 0 15,-7 5 1-15,-9 0 0 16,0 0-1-16,0 0 0 16,0 0-1-16,0 0-2 0,3-11-1 15,-3 11-2-15,0 0 1 16,0 0-1-16,0 0 0 15,0 0 1-15,-5-7-1 0,5 7 0 16,0 0 0-16,0 0 0 16,-11-10 0-16,11 10 0 15,0 0 0-15,-9-8 0 16,9 8 1-16,-10-9-1 0,10 9 0 16,-5-13 0-16,-1 3 0 15,4 3-1-15,2-5 1 16,-2-4 0-16,2 2-1 15,0-6 1-15,0 1 0 16,0-6 0-16,0-3 0 0,2-1 0 16,4-7 1-16,-4-3 0 15,1-1 0-15,1-4 2 16,1 0 1-16,-5-3-1 16,3-3 1-16,-3 2 0 0,0-2 0 15,-3 4-1-15,-2-3-3 16,3 1 0-16,0-1 0 15,2 4 0-15,0 0 0 0,0 4 0 16,0 6 0-16,0 0 0 16,0 8 0-16,0 0 0 15,0 10 0-15,-3 2 0 16,1 2 0-16,-2 5 0 0,4 8 0 16,-4-9 0-16,4 9 0 15,0 0 0-15,-10-3 0 16,10 8-25-16,0-5-59 15,-10 18-4-15</inkml:trace>
  <inkml:trace contextRef="#ctx0" brushRef="#br0" timeOffset="52933.51">9289 6431 371 0,'0'0'6'0,"0"0"3"0,-5-15 3 16,5 15 2-16,-5-15 1 0,0 5 2 16,2 0 1-16,-1 1 0 15,4 9-6-15,0 0-4 16,0 0-2-16,-3 12-3 16,3 10-1-16,5 10-2 0,2 8 0 15,4 4 0-15,1 6 0 16,0 5 0-16,0-1 0 15,3-1 0-15,-2-5 0 16,-3 2 0-16,-3-5 0 0,1-6 0 16,-3-2 0-16,0-5 0 15,-5-1 0-15,0-12 0 16,0 1 0-16,0-6 0 16,0-4 0-16,0-10 0 0,0 15 0 15,0-15 0-15,0 10 0 16,0-10 0-16,0 0-5 15,0 13-7-15,0-13-11 16,-18 2-61-16,18-2-1 0</inkml:trace>
  <inkml:trace contextRef="#ctx0" brushRef="#br0" timeOffset="53616.86">11503 6393 340 0,'0'0'7'0,"0"0"5"0,0 0 3 0,0 0 0 0,0 0-3 16,10-4 2-16,-10 4 1 15,2 17-1-15,-2 5-5 16,5 10-5-16,-5 8-2 0,5 10 0 16,3 4 2-16,-3 3-1 15,2 3-1-15,0-3 0 16,4 0 0-16,-4-6 0 0,-2-3 0 16,1-7-1-16,0 0 1 15,-4-10-1-15,2-3 1 16,-4-6-1-16,2-2 0 15,-2-5 0-15,0-3 0 16,0-2 0-16,0-10 0 0,-2 15 1 16,2-15-1-16,-4 12 0 15,4-12-1-15,0 0-2 16,-9 10-5-16,9-10-9 16,0 0-22-16,0 0-45 15,0 0-1-15</inkml:trace>
  <inkml:trace contextRef="#ctx0" brushRef="#br0" timeOffset="54332.95">13816 6336 365 0,'0'0'7'0,"0"0"5"0,12-12 1 0,-12 12 0 0,0 0-1 16,8-7 1-16,-8 7 2 16,3 10 0-16,-3 15-6 15,-3 4-3-15,-5 13-1 0,1 5-1 16,2 8 1-16,5 6-1 15,0 4-1-15,0 0 0 16,10-3-2-16,2-1 0 0,3-3-1 16,3-4 1-16,-3-5-1 15,-6-4 0-15,2-8 1 16,-4-5 0-16,-2-7 1 0,-5-5-2 16,0-7 0-16,0-4 0 15,0-9 0-15,-2 10 0 16,2-10 0-16,0 0 0 15,0 0 0-15,0 0 0 16,0 0 0-16,0 0-8 16,0 0-10-16,-12-3-37 15,12 3-30-15,0 0-2 0</inkml:trace>
  <inkml:trace contextRef="#ctx0" brushRef="#br0" timeOffset="55149.36">16288 6200 404 0,'0'0'6'0,"0"0"3"0,0 0 0 16,0 0-1-16,0 0 2 15,3 13 1-15,-3 4 1 16,0 7 0-16,0 8-5 16,-3 9-2-16,3 8-1 0,0 9 0 15,8 3 0-15,0 5-2 16,1-4-1-16,3 3-1 16,-1-6 0-16,-1-2 1 15,-1-2-1-15,-4-5 0 0,-2-3 0 16,-3-4 0-16,0-10 2 15,-5-5-2-15,2-2 0 16,-1-5 0-16,1-6 0 0,1-5 0 16,2-10 0-16,-5 10 0 15,5-10 0-15,0 0 0 16,0 0 0-16,0 0 0 16,0 0 0-16,0 0 0 15,0 0-3-15,0 10-19 0,7-10-61 16,-7 0-3-16</inkml:trace>
  <inkml:trace contextRef="#ctx0" brushRef="#br0" timeOffset="66934.17">4995 14645 260 0,'0'0'5'0,"0"0"3"0,0 0 3 0,0 0 2 15,5 0 1-15,-5 0 1 16,0 0 0-16,0 0-1 0,6 10-3 15,-6-10-2-15,0 17-4 16,-3-4 0-16,0 1-4 16,0 11 0-16,3 0 0 15,0 8 0-15,0-1-1 16,0 2 1-16,3 4 0 16,5 1 0-16,2-2 0 0,-1 0 0 15,2 3 0-15,3-8 0 16,7 3 0-16,4-4-1 0,-1 0 1 15,8-6 0-15,4 2 0 16,5-7 0-16,7 2-1 16,4-5 1-16,5 1 1 15,-2-6-1-15,9 1 0 0,-2-3 0 16,10-3-1-16,1-5 1 16,3-2 0-16,2 0-1 15,3-5 0-15,6-4 1 16,1-4 0-16,5 1-1 15,5-3 2-15,-2-3-1 0,7 1 1 16,3 2 0-16,2 1 1 16,5-4-1-16,2 3 0 15,2 4 0-15,0-3-1 16,-2 4 1-16,8 2-1 16,1 7-1-16,-5-2 1 0,3 3 0 15,1 0-1-15,5 4 1 16,-9 4-1-16,3 2 0 15,-5 5 1-15,-5-2-1 0,-1 6 1 16,-3 2-1-16,-9-2 0 16,-7 6 2-16,-3 2-2 15,-7 3 1-15,-10-1 0 0,-5 6 0 16,-7 0 0-16,-5 0 0 16,-6 2-1-16,-6-1 1 15,-6 0-1-15,-5-2 0 16,-4 1 0-16,-6-2 0 15,-5-4 0-15,-4-4 0 16,-6 0 0-16,-2-6 0 0,0-1 0 16,-3-4-1-16,-2-1 1 15,0-13 0-15,0 12 0 16,0-12 1-16,0 0-1 16,0 0 0-16,0 0 1 0,0 0-1 15,-7-12 1-15,5 5-1 16,-1-6 0-16,1 1 1 15,2-1-1-15,0-6 0 0,7-2 0 16,0-4 0-16,6 0 0 16,2-1 1-16,5-1-1 15,4-5 0-15,4-1 1 16,7 4-1-16,2-6 0 0,0 0 0 16,10 1 0-16,5-1-1 15,3 2 1-15,5 1 0 16,0 0 0-16,7 2-1 15,2 5 2-15,4 1-1 0,-2 1 0 16,6 1 1-16,-2 4-1 16,4 2 0-16,3 1 0 15,1 2 0-15,4 1 0 16,-3 4 0-16,3 1 0 16,2 2 0-16,-2 3 1 0,0-1-1 15,5 3 1-15,-4 0-1 16,0 0 1-16,2 5-1 15,-1 0 0-15,1 0 0 0,2 3 1 16,-3-4-1-16,1 1 0 16,2 3 0-16,2-3 0 15,-4 0 0-15,4 0 1 16,0 0-1-16,-4 1 0 0,2 1 0 16,0 0 0-16,-3-3 1 15,1 2-1-15,2-5 0 16,-6 6 0-16,-4-6 1 15,5-1-1-15,1 0 0 0,-1 0 0 16,-1 0 0-16,3 0 1 16,1-1-1-16,0-3 0 15,1 1 0-15,1-1 0 16,-2-2 1-16,2-1-1 16,-3 3 0-16,1-4 0 0,-3 2 1 15,-1 2-1-15,-3 0 0 16,1-4 0-16,-1 3 0 15,-4 0 0-15,1 0 0 16,-4 0 0-16,2 0 0 0,-4-3 0 16,3 4 0-16,-7 1 1 15,1 1-1-15,-4-3 0 16,-3 2 0-16,0 0 0 16,-6 1 1-16,-3 0-1 0,0-1 0 15,-5 1 0-15,-3-3 0 16,-2 0 0-16,-8-1 0 15,0 2 0-15,-2-1 0 0,-3 0 0 16,-4-2 0-16,2 1 0 16,-5-1 0-16,0 0 0 15,-1-1 0-15,1 4 0 16,-3-3 0-16,3-4 0 16,-2 4 0-16,1 0 1 0,1-4-1 15,-2 1 0-15,2 0 0 16,-4 1 0-16,5-4 0 15,-4 1 1-15,0-1-1 16,0 1 0-16,-1-5 0 0,-1 2 0 16,-1-3 1-16,-1 2-1 15,-1-4 1-15,1 0 0 16,-3 2-1-16,-1-2 1 16,-2 1 1-16,2-1-1 0,-2 3 1 15,-4-4 0-15,4 4 1 16,-5 1 0-16,0-5 0 15,-1 7 0-15,-1-4 0 16,-5 3-1-16,0-3 0 0,2 4 1 16,-2 2-1-16,0-3 0 15,0 5 0-15,-2-1 0 16,2 11-1-16,0-14 1 16,0 14 0-16,0 0 0 15,0 0-2-15,-3-8 0 0,3 8 0 16,0 0 0-16,0 0 0 15,0 0-3-15,0 0-10 16,0 0-69-16,0 10-3 0</inkml:trace>
  <inkml:trace contextRef="#ctx0" brushRef="#br0" timeOffset="70149.75">17066 14571 288 0,'0'0'7'0,"0"0"3"0,0 0 1 15,0 0 2-15,0 0 0 0,0 0 0 16,0 0 2-16,0 8 1 15,0-8-7-15,-3 17-2 16,1-5-2-16,0 5 0 16,-1 1 0-16,3 4 0 0,0 0-1 15,3 3 0-15,1 0-1 16,1 0-1-16,4 2 1 16,0-2-3-16,3-3 1 15,6 0 0-15,-4 0 1 16,7-5-1-16,1-1 2 0,3-2-1 15,2-4 0-15,3-2 0 16,-1-1 0-16,6-4 0 16,-2-3 0-16,2 0-1 0,-3 0 0 15,-2 0 1-15,2-3-1 16,-2-2 0-16,0 1 0 16,0-4 0-16,-6 3-1 15,3-3 1-15,-2 1 0 0,0 0-1 16,3 3 1-16,-1-4 0 15,3 5-1-15,0-2 1 16,0 0-1-16,5 5 1 16,2-3 0-16,0 3 0 0,6 0 0 15,1 0 0-15,0 3-1 16,4 2 1-16,2 3 0 16,-6 0-1-16,1 1 0 15,-3 3 0-15,-5 3 0 16,-4 0 0-16,-7 4 1 0,0-2-1 15,-9 6 0-15,1-3 0 16,-4 0 0-16,-3 0 0 16,-2-1 0-16,-1-1 0 15,-4 2 1-15,0-5-1 0,-2 1 0 16,-2-3 0-16,0 2 1 16,0-5-1-16,0 0 0 15,0-10 1-15,-2 13-1 0,2-13 1 16,0 0 1-16,0 0 0 15,0 0 0-15,0 0-1 16,0 0 1-16,-6-11-1 16,6 1 1-16,0-2-1 15,0-6-1-15,0 0 0 0,0-3 0 16,2-4 0-16,4 1 0 16,4-1 0-16,-1-2 0 15,4-1 0-15,-1 4 0 16,4-1-1-16,6 3 1 0,-2 2 0 15,0 3 0-15,2 1-1 16,0 4 1-16,8 0 0 16,0 2 0-16,0 2 0 0,4 1 0 15,1 3 0-15,5 0 0 16,0 2 0-16,-3-1 0 16,0 3 0-16,0 0-1 15,1 0 1-15,-5 3 1 0,-1-1-2 16,0 2 1-16,-4-4 0 15,1 4 0-15,1-2 0 16,-6 1 0-16,4 2 0 16,-6 0 0-16,6 0 0 0,-8 0 0 15,-1 2 0-15,0-2 0 16,-1 3 0-16,0-4 0 16,-3 2 0-16,0-2 1 15,5 2-1-15,2-5 0 0,0-1 0 16,6 3 1-16,2-3-1 15,2 0 0-15,0 0 0 16,5-3 0-16,-2 2 0 16,0-2 0-16,0-2 0 0,0 0 1 15,0 1-1-15,-1-3 0 16,1 1 0-16,-3-4 1 16,-2 0 0-16,0 0 0 15,0 1 1-15,-5-2 0 16,-3-3 1-16,0 1 2 0,-7 1-5 15,2-3 0-15,-4 2 0 16,-5 1 0-16,-1-6 0 16,-2 7 0-16,0-2 0 15,0 1 0-15,-2-3 0 0,-1 5 0 16,0-1 0-16,-2 11 0 16,3-12 0-16,-3 12 0 15,0 0 0-15,0 0 0 16,0 0 0-16,0 0-63 0,0 0-26 15</inkml:trace>
  <inkml:trace contextRef="#ctx0" brushRef="#br0" timeOffset="71602.59">11170 15896 445 0,'0'0'4'0,"0"0"3"0,0 0 2 0,0 0 0 0,0 0 1 16,0 0 1-16,7 10 0 16,-7 0-6-16,0 7-5 15,0 8 0-15,-2 3 0 16,0 6 0-16,-1 2 0 0,-2 10 0 16,-1-1 0-1,4-1 0-15,-3-2 0 0,3-4 0 16,-3-4 0-16,5-5 0 15,-2-4 0-15,2-3 0 16,0-6 0-16,0-7 0 0,0-9 0 16,2 12 0-16,-2-12-10 15,2-14-53-15,-2 2-28 16,0-6 0-16</inkml:trace>
  <inkml:trace contextRef="#ctx0" brushRef="#br0" timeOffset="71999.33">10839 15973 317 0,'0'0'7'16,"0"0"3"-16,0 0 5 15,0 0 4-15,0 0 1 0,0-11 1 16,0 11 1-16,0 0 1 15,10-6-4-15,1-2-5 16,3 1-2-16,5-5-4 16,7-1-4-16,4-1-4 0,10-4 0 15,4-2 0-15,6-2 0 16,0 2 0-16,4-4 0 16,-2 6 0-16,-4 0 0 15,1 1 0-15,-8 5 0 0,-7 2 0 16,-10 5 0-16,-6-1 0 15,-6 5 0-15,-12 1 0 16,13 0 0-16,-13 0 0 16,0 0 0-16,0 0 0 0,0 0 0 15,-5 1 0-15,5-1 0 16,-13 11 0-16,13-11 0 16,-7 17-4-16,5-5-86 15,-1 1-2-15</inkml:trace>
  <inkml:trace contextRef="#ctx0" brushRef="#br0" timeOffset="72517.16">11469 16229 420 0,'0'0'6'0,"0"0"4"0,0 0 1 0,0 0 1 16,0-8 2-16,0 8 0 0,0 0-1 15,-11 0-2-15,11 0-11 16,-10 16 0-16,3-2 0 16,-1 3 0-16,-3 5 0 15,10 3 0-15,-4 0 0 0,5-3 0 16,3 0 0-16,6-4 0 16,7-8 0-16,0 0 0 15,9-8 0-15,3-2 0 16,-1-7 0-16,3-4 0 0,-2-3 0 15,-3-4 0-15,-4-4 0 16,-5 0 0-16,-11-3 0 16,-5-3 0-16,-5 9 0 15,-13-2 0-15,-7 5 0 0,-3-1 0 16,-4 9 0-16,2 3 0 16,4 5 0-16,-2 0 0 15,13 7-8-15,1 3-47 16,14-10-34-16,0 0 0 0</inkml:trace>
  <inkml:trace contextRef="#ctx0" brushRef="#br0" timeOffset="72971.69">11771 15465 418 0,'0'0'7'0,"0"0"4"0,-5-7 2 16,5 7 2-16,0 0 1 0,-10-10 2 15,10 10-5-15,0 0-13 16,0 0 0-16,-9-11 0 15,9 11 0-15,-4 13 0 16,4 5 0-16,0 9 0 0,0 11 0 16,0 3 0-16,11 14 0 15,-4 2 0-15,5 9-72 16,1 6-21-16</inkml:trace>
  <inkml:trace contextRef="#ctx0" brushRef="#br0" timeOffset="74166.03">18974 15475 489 0,'0'0'3'0,"0"0"2"0,0 0 2 16,3-7 0-16,-3 7-7 0,0 0 0 16,0 0 0-16,2 7 0 15,-2 8 0-15,-2 10 0 16,-1 1 0-16,3 5 0 16,-2 6 0-16,2 2 0 15,0 0 0-15,2-1 0 0,-2-5 0 16,5-4 0-16,-5-4 0 15,-12-3-85-15,12-4-6 16</inkml:trace>
  <inkml:trace contextRef="#ctx0" brushRef="#br0" timeOffset="74501.8">18636 15468 373 0,'0'0'7'16,"0"0"5"-16,0 0 0 0,0 0 2 15,0 0 3-15,7-3 0 16,4 0 2-16,1 1 1 16,8-3-7-16,5-2-6 15,8-4-7-15,8 3 0 0,7-5 0 16,6 1 0-16,0 1 0 15,4-1 0-15,-5 2 0 16,-2 0 0-16,-13 5 0 16,-5 1 0-16,-6-2 0 0,-10 6 0 15,-8 0 0-15,-9 0 0 16,0 0 0-16,0 0 0 16,-2 3 0-16,-3 7 0 15,-7 12-80-15,5-12-8 0</inkml:trace>
  <inkml:trace contextRef="#ctx0" brushRef="#br0" timeOffset="74783.64">19248 15701 494 0,'0'0'1'16,"0"0"0"-16,0 0 1 15,0 0 0-15,4 14 1 16,-4 0-1-16,0 0 1 0,0 5 0 16,0 4-3-16,-2 1 0 15,0 1 0-15,2 0 0 16,-3-5-7-16,6 5-26 0,6-11-50 15,-3 1-4-15</inkml:trace>
  <inkml:trace contextRef="#ctx0" brushRef="#br0" timeOffset="75268.42">19514 15245 472 0,'0'0'5'0,"0"0"1"0,-3-10 2 16,3 10 0-16,0-10 2 15,0 10-8-15,0-13-2 16,0 13 0-16,5-10 0 15,2 6 0-15,6 1 0 0,-3 3 0 16,2 0 0-16,1 7 0 16,2 1 0-16,-3 5 0 15,1 4 0-15,-6 2 0 16,-2 5 0-16,-3 0 0 16,-2 1 0-16,-5-1 0 0,-7 3 0 15,-1-6 0-15,1 1 0 16,0-8 0-16,-1 1 0 15,13-15 0-15,-14 15 0 16,14-15 0-16,0 0 0 0,14 3 0 16,2-3 0-16,3-5 0 15,3-1 0-15,3-1 0 16,5 2 0-16,-7-2 0 0,-1 4 0 16,-5-1 0-16,0 4 0 15,-9 0 0-15,4 1 0 16,-12-1-78-16,0 0-14 15</inkml:trace>
  <inkml:trace contextRef="#ctx0" brushRef="#br0" timeOffset="80682.67">5363 5301 222 0,'0'0'5'0,"0"0"0"0,2-10 3 0,-2 10 1 0,16-7-1 0,1 4 2 16,3-2 1-16,9 2 0 15,6 3-2-15,18 0-4 16,9 0 0-16,7 0 0 16,11 0-2-16,10 0 0 0,4 0 0 15,8-1 0-15,4-2-1 16,1-5 0-16,-5 6 0 16,0-5 0-16,-2 4 0 15,-11-2-1-15,-5 5 1 16,-9-2-1-16,-8 2 0 0,-15 0-1 15,-7 2-1-15,-13 6-5 16,-9-4-13-16,-23-4-45 16,12 20-7-16</inkml:trace>
  <inkml:trace contextRef="#ctx0" brushRef="#br0" timeOffset="81399.74">5577 6348 285 0,'0'0'4'0,"0"0"4"0,-12 0 1 0,12 0 2 16,-13 4 1-16,13-4 0 16,-15 7 0-16,15-7 0 15,-2 17-1-15,7-7-3 0,15 2-3 16,14 1-1-16,11-3-1 16,17 0 0-16,15-3 1 15,15-4-1-15,10-3 0 16,10 0 0-16,10-5 1 0,0-3-1 15,-1-2 1-15,-2 1 0 16,-7-2 0-16,-8-1 0 16,-6 5-1-16,-15 0 1 15,-12-1-1-15,-13 5-1 0,-12 1 1 16,-12-1 0-16,-13 3 0 16,-21 0-1-16,0 0-4 15,-5 16-8-15,-18-9-21 16,-4 0-46-16,-5 5-2 0</inkml:trace>
  <inkml:trace contextRef="#ctx0" brushRef="#br0" timeOffset="82316.28">5489 6536 329 0,'0'0'5'0,"0"0"0"0,0 0 0 0,-2 8 1 0,2 2 1 15,-2 5 1-15,2 10 0 0,0 4 0 16,0 12-4-16,0 4-1 16,0 6 1-16,2 6-2 15,0 0 0-15,4 3-1 16,-3-2 1-16,-3 0 0 0,0-1 1 15,0-3-1-15,-9-2 1 16,2-5-1-16,-2-4 0 16,-4-4 1-16,0-7-2 15,4-2 1-15,-4-7-1 0,6-6-1 16,0-7 1-16,2-1 1 16,5-9 0-16,0 0 0 15,0 0 0-15,0 0-1 16,0 0 0-16,0 0 0 0,0 0 0 15,0 0-1-15,0 0 0 16,5 0-1-16,4-2 0 16,9-3 1-16,1 3-1 0,6 0 1 15,8-3-1-15,6 2 1 16,11-3 0-16,3 2 0 16,9 1 1-16,5-1-1 15,7 1 1-15,6-2 0 16,7 3 0-16,5-4 0 0,2 6 0 15,5-2-1-15,0 2 1 16,-4 0-1-16,-3 0 2 16,-5 2-2-16,-2 1 1 15,-14-3 1-15,-7 0 1 0,-11 0 0 16,-5 0 0-16,-11-3 1 16,-10 1 1-16,-5 0 1 15,-9-1 0-15,-13 3-1 16,0 0 0-16,0 0-3 0,0 0-2 15,-15 0-6-15,5 0-12 16,-8 10-37-16,1-5-27 16,-3 3-4-16</inkml:trace>
  <inkml:trace contextRef="#ctx0" brushRef="#br0" timeOffset="82406.98">6912 7452 262 0,'0'0'-3'0,"0"0"-37"0,4 4-21 0</inkml:trace>
  <inkml:trace contextRef="#ctx0" brushRef="#br0" timeOffset="85098.62">5368 5229 262 0,'0'0'4'0,"0"0"2"0,0 0 0 16,0 0 1-16,0 0 1 15,6 7 3-15,-2 13 0 16,1 13 1-16,5 14-3 16,0 15-1-16,0 12 1 0,2 15 0 15,1 13-1-15,-4 9-3 16,-4 6 0-16,0 2 1 15,-2-8-3-15,-3 0 0 16,0-11 0-16,-3-9-1 0,1-7-1 16,2-14-3-16,0-8-7 15,2-10-28-15,9-8-33 16,-4-9-6-16</inkml:trace>
  <inkml:trace contextRef="#ctx0" brushRef="#br0" timeOffset="85233.78">5498 6755 345 0,'0'0'-6'16,"0"0"-59"-16,-9 0-3 16</inkml:trace>
  <inkml:trace contextRef="#ctx0" brushRef="#br0" timeOffset="86348.8">5222 4424 283 0,'0'0'5'0,"0"0"4"0,5-10-1 0,-5 10 0 15,7-5 2-15,-7 5 0 16,9 10 1-16,0 12 0 0,-4 10-4 16,2 13-3-1,0 13 2-15,4 8-1 0,1 11 1 16,0 2-2-16,5 3-1 15,-2-5 1-15,0 0-1 16,-3-6 0-16,4-4 0 16,-7-12-2-16,-1-6-2 0,-6-4-5 15,1-7-7-15,-3-9-15 16,3-4-26-16,-3-10-21 16</inkml:trace>
  <inkml:trace contextRef="#ctx0" brushRef="#br0" timeOffset="86649.96">5211 4357 189 0,'0'0'5'16,"0"0"2"-16,0 0 2 15,6-4 3-15,4 1 4 16,6 3 0-16,14-5 2 16,8 5 0-16,14-3-3 15,23 3-3-15,15 0-1 16,11 0-4-16,16 0-1 0,12-2-1 16,7-3-2-16,9-2 0 15,-3-1-6-15,-1-5-12 16,-10 11-48-16,2-15-5 0</inkml:trace>
  <inkml:trace contextRef="#ctx0" brushRef="#br0" timeOffset="87250.11">6091 4763 378 0,'0'0'6'0,"0"0"0"0,0 0 0 0,5 8 2 0,-5-8 0 15,2 17 0-15,1 1 0 16,-1 2 2-16,1 2-7 16,-3 3 0-16,2-1 0 15,0 3-1-15,-2-2-1 0,4 3-3 16,1-8-4-16,-3-3-7 16,1-3-20-16,-8 1-46 15,5-7-2-15</inkml:trace>
  <inkml:trace contextRef="#ctx0" brushRef="#br0" timeOffset="87599.99">6076 4588 338 0,'0'0'5'0,"0"0"2"16,0 0 2-16,0 0 1 0,-10-3 0 16,10 3 1-16,0 0 0 15,-9 0 0-15,9 0-5 16,0 0-2-16,0 0 0 16,7 0-1-16,2 0 0 0,4 0 1 15,-1-5 0-15,4-2 0 16,-2-3 0-16,-4-2 1 15,-2-4 0-15,-5 4-1 16,-3 2 0-16,-14 3-2 16,3 4 0-16,-7 6-4 0,-2 7-8 15,5-5-43-15,1 19-28 16,6 4-3-16</inkml:trace>
  <inkml:trace contextRef="#ctx0" brushRef="#br0" timeOffset="88832.42">6098 5711 461 0,'0'0'5'0,"0"0"2"0,0 0 2 0,0 0 1 15,0 0 0-15,0 0-1 0,0 0-9 16,0 0 0-16,-4 14 0 15,4 6 0-15,0 2 0 16,0 5 0-16,2 8 0 16,0-1 0-16,1 3 0 0,2-9 0 15,-1 4 0-15,0-7 0 16,1-7 0-16,-5-1 0 16,0-5 0-16,2-5 0 15,-2-7 0-15,0 0 0 0,0 0 0 16,-5-12 0-16,3-5 0 15,2-7 0-15,-4-5 0 16,2-8 0-16,0-2 0 0,-1 1 0 16,1-1 0-16,-1 4 0 15,-1 5 0-15,-1 8 0 16,0 8 0-16,5 14 0 16,0 0 0-16,-8 8 0 15,8 16 0-15,0 2 0 0,0 5 0 16,6 3 0-16,-2 3 0 15,4-2 0-15,-4-5 0 16,6-5 0-16,-2-3 0 16,0-7 0-16,-4-2 0 0,-4-13 0 15,0 0 0-15,0 0 0 16,7-11 0-16,-7-3 0 16,0-11 0-16,0-5 0 15,-2-2 0-15,0-6 0 0,-3 4 0 16,0 1 0-16,0 6 0 15,-1 10 0-15,6 17 0 16,-12-3 0-16,12 18 0 16,0 15 0-16,3 5 0 0,15 7-60 15,-6 3-30-15</inkml:trace>
  <inkml:trace contextRef="#ctx0" brushRef="#br0" timeOffset="98517.11">6869 3634 154 0,'0'0'4'0,"0"0"5"0,0 0 4 16,-5-11 2-16,5 11 2 16,0-14 2-16,0 1 1 0,10 1 0 15,3-2-2-15,3-2-2 16,9-3-5-16,0 4 0 15,13-5-2-15,-4 2-2 16,11 2-1-16,0 1-1 0,10-2-2 16,2 1 0-16,-2 7-1 15,9-6 1-15,1 5-3 16,2-1 3-16,0 4-2 16,2-2 0-16,-1 4 0 0,-4-1 0 15,1 2 0-15,-1 1 0 16,-2 3 0-16,-2-2 0 15,-5 2-1-15,-1 2 0 16,1 3 1-16,-3 3-1 0,-3-3 0 16,-1 4 0-16,-1 1 0 15,-7-2 1-15,2 2-1 16,-7-1 1-16,-3 1 1 16,0 0 1-16,-2 2 0 0,-5-1 0 15,0 3 0-15,-2-1 0 16,1 4-1-16,-4-2-1 15,0 3 0-15,-3-2 0 16,1 8 0-16,-1-5-2 0,1 6 1 16,-3-5 1-16,-3 4-1 15,-2 1 1-15,-3 0-1 16,4 0 1-16,-7 1-1 16,1 2 1-16,0-4-1 0,-4 1 1 15,3 3-1-15,-1-3 1 16,-3 0-1-16,3 0 1 15,-1-6 0-15,-2 3-1 16,2-3 1-16,-2 2-1 0,0-2 1 16,0 2 0-16,-2-7 0 15,-3 7-1-15,-5-2 1 16,0-2 0-16,-8 1 0 16,6-1 0-16,-6 3-1 0,-1-6 1 15,-4 6-1-15,1-5 1 16,-3 3-1-16,-2-1 0 15,0 0 0-15,-5-2 0 16,2 3 0-16,-8-3-1 0,3 2 0 16,-2-2 0-16,0-1 0 15,-5 1 0-15,-1-2-1 16,1-1 1-16,3-2 0 16,-6-2 1-16,0-1-1 0,0-2 0 15,1-2 1-15,-2-2 0 16,0-1 0-16,0 0 0 15,0-1 0-15,3-2 0 0,-1-2 0 16,2 0 0-16,-6 0-1 16,4 0 1-16,1 0 0 15,-1 0-1-15,-2 0 1 16,0 0 0-16,-2 3-1 16,4-1 1-16,-1-2 0 15,0 3-1-15,0-4 1 0,3 2 1 16,3 0-1-16,-4-3 1 15,6 3-1-15,0-3 0 16,0 0 1-16,2-1 0 0,-1-1-1 16,6 1 1-16,2-3 1 15,0-1 0-15,3-2 0 16,2 1 1-16,3-5 0 16,3 1 0-16,0-3 1 0,0-5-1 15,4 0 1-15,1-4-1 16,0-1-1-16,-1-5 1 15,8 1-1-15,0-2-1 16,3-5 1-16,2 5-1 0,0-7 0 16,4 0 0-16,4 4 0 15,7-3 0-15,1 0 0 16,5 5 0-16,2-3 1 16,7 3-1-16,-4 2 1 15,10 0-1-15,-2 3 0 0,1 2 0 16,5 4 0-16,-3-2 0 15,3 6-2-15,-3 3 1 16,-2 3 0-16,-1 4 0 0,-6 2 0 16,-3 5-1-16,-6 3 1 15,-1 2 1-15,-6 0-1 16,-4 2 0-16,-8-2 1 16,7 15 0-16,-4-5-1 0,-3 2-5 15,0-4-14-15,0 9-58 16,5 5-1-16</inkml:trace>
  <inkml:trace contextRef="#ctx0" brushRef="#br0" timeOffset="100533.08">7912 5688 414 0,'0'0'6'0,"0"-10"2"0,0 10 2 0,0-13 1 16,0 13 1-16,-2-15 0 16,2 15 0-16,-7-9 0 0,7 9-5 15,-18 9-3-15,11 8-1 16,0 4-3-16,-2 8 0 15,5 7 0-15,-4 0 0 0,6 6 0 16,2-5 0-16,0 5 0 16,5-5 0-16,2-4 0 15,4-6 0-15,3-5 0 16,1-4 0-16,5-8 0 16,0-6 0-16,3-4 0 0,-2-4 0 15,4-6 0-15,0-8 0 16,0-4 0-16,-2-5 0 15,-6-6 0-15,-2-5 0 0,0-8 0 16,-13 2 0-16,0-6 0 16,-4 3 0-16,-5 3 0 15,-11 7 0-15,1 5 0 16,-3 4 0-16,-3 8 0 0,4 10 0 16,-6 6 0-16,2 4 0 15,2 0 0-15,0 4 0 16,0 11 0-16,5 3 0 15,1 1 0-15,3 3 0 16,1 3 0-16,7 0 0 0,4 3 0 16,2-3 0-16,6 0 0 15,7-9 0-15,5 1 0 16,1-5 0-16,9-6 0 16,-2-1 0-16,2-5 0 0,-1 0 0 15,4-7 0-15,-8-1 0 16,2-2 0-16,-7 3 0 15,-5-1 0-15,-2 3 0 0,-4-2 0 16,-9 7 0-16,10-4 0 16,-10 4 0-16,0 0 0 15,0 0 0-15,0 0 0 16,0 0 0-16,-7-6 0 0,7 6 0 16,-10 0 0-16,10 0 0 15,-10 2 0-15,10-2 0 16,-10 5 0-16,10-5-40 15,0 13-48-15,0-13-5 0</inkml:trace>
  <inkml:trace contextRef="#ctx0" brushRef="#br0" timeOffset="100916.19">8427 5898 472 0,'0'0'5'0,"0"-10"3"0,0 10 1 0,-7-15 2 16,7 15-5-16,-8-14-6 16,8 14 0-16,-10-11 0 0,10 11 0 15,-8 11 0-15,8 6 0 16,0 5 0-16,0 5 0 15,0 5 0-15,0 1 0 16,0 1 0-16,0-1 0 0,6-6 0 16,-4-2 0-16,0-6 0 15,1-4 0-15,-1-2 0 16,-2-13 0-16,0 11 0 16,0-11 0-16,0 0 0 0,0 0 0 15,0 0 0-15,0-8 0 16,0 8 0-16,0-13-2 15,0 13-88-15,-5-18-3 16</inkml:trace>
  <inkml:trace contextRef="#ctx0" brushRef="#br0" timeOffset="119166.51">14937 2977 360 0,'0'0'6'0,"0"0"4"0,2-12 3 16,-2 12 1-16,0-15 0 15,0 15 3-15,2-17 0 16,1 10 1-16,-3 7-6 0,2-13-3 16,-2 13-3-16,0 0-2 15,0 0-1-15,8 7-1 16,-5 8-1-16,-1 5 0 15,3 4 0-15,-3 7 0 0,6 1 1 16,-2 3-2-16,-2 2 0 16,1-3 0-16,0 2 0 15,0-10 0-15,-3 2 0 16,3-3 0-16,1-6 0 0,-4-5 0 16,1-3 0-16,-3-1 0 15,0-10 0-15,0 7 0 16,0-7-9-16,0 0-6 15,0 0-15-15,0 0-52 0,0-5-3 16</inkml:trace>
  <inkml:trace contextRef="#ctx0" brushRef="#br0" timeOffset="119766.2">14824 3215 386 0,'0'0'6'0,"0"0"3"0,0 0 2 0,-4-13 2 16,4 13 1-16,0 0-1 15,-8-7 1-15,8 7 1 16,0 0-6-16,0 0-3 0,3 7-3 16,4 4 0-16,4 3 0 15,1 1-1-15,6 6 0 16,3-2 0-16,-1 1-2 0,4-1 0 16,0-1 0-16,0 0 0 15,-1-4 0-15,-3-1 0 16,-4-1 0-16,0-2 0 15,-6-3 0-15,-1-2 0 16,-9-5 0-16,11 5 0 0,-11-5 0 16,0 0 0-16,2-7 0 15,1-3 0-15,-3-2 0 16,1-6 0-16,3-1 0 16,0-6 0-16,5 0 0 15,-4 3 0-15,2-6 0 0,5 1 0 16,-2 4 0-16,-2 4 0 15,4 0 0-15,-4 3 0 16,-1 4 0-16,-2 2 0 16,-5 10 0-16,7-12 0 0,-7 12 0 15,0 0 0-15,0 0 0 16,0 0 0-16,0 0 0 0,0 0 0 16,0 0 0-16,5 9 0 15,-5 7-13-15,2-4-72 16,-2-12-3-16</inkml:trace>
  <inkml:trace contextRef="#ctx0" brushRef="#br0" timeOffset="120751.72">14766 5338 427 0,'0'0'4'0,"0"0"4"0,0 0 1 0,5-10 1 0,-5 10 0 15,0 0-1-15,0 0 0 16,0 0 1-16,0 6-5 16,0 13-1-16,-3 4-2 0,-3 6 0 15,2 1 0-15,-6 9-2 16,0-2 0-16,-3 0 0 16,-4-1 0-16,2-4 0 15,-8 0 0-15,2-10 0 0,-2 0 0 16,-2-3 0-16,2-5 0 15,-1-3 0-15,7-2 0 16,5-5 0-16,-1 0 0 16,13-4 0-16,-8 0 0 15,8 0 0-15,16-14 0 0,1 7 0 16,3-3 0-16,10-1 0 16,-3 5 0-16,8-1 0 15,-1-1 0-15,-1 3 0 16,-1 5 0-16,0-3 0 0,-4 3 0 15,-3 0 0-15,-6 0 0 16,1 0 0-16,-8 0 0 16,-1 0 0-16,-11 0 0 0,12 0 0 15,-12 0 0-15,0 0 0 16,0 0 0-16,0 0 0 16,0 0-2-16,0 0-20 15,0 0-60-15,0 0-5 0</inkml:trace>
  <inkml:trace contextRef="#ctx0" brushRef="#br0" timeOffset="121085.95">15153 5524 480 0,'0'0'5'0,"0"0"2"0,0 0 0 0,0 0 0 16,0 0-2-16,0 7-5 16,0 6 0-16,0 2 0 15,0 7 0-15,0-2 0 16,0 7 0-16,-3 0 0 0,3-2 0 16,0 2 0-16,5-6 0 15,0 0 0-15,1-6 0 16,-4-5 0-16,-2-10 0 0,7 12 0 15,-7-12 0-15,0 0 0 16,0 0 0-16,0 0 0 16,8-4-30-16,-8 4-57 15,0-15-2-15</inkml:trace>
  <inkml:trace contextRef="#ctx0" brushRef="#br0" timeOffset="140049.7">8600 5947 376 0,'0'0'8'0,"0"0"3"0,0 0 1 0,0 0 3 0,0 0 1 16,0 0-2-16,0 0 1 16,-2 8 0-16,2-8-5 15,-2 15-4-15,-3 0-3 0,0 3-2 16,-2 3 0-16,-2 7 0 16,0 1 0-16,-3 1-1 15,-1 0-2-15,1-4-3 16,5-1-4-16,-6-4-11 0,8-14-34 15,0 8-29 1,5-15-4-16</inkml:trace>
  <inkml:trace contextRef="#ctx0" brushRef="#br0" timeOffset="140682.5">8802 5628 381 0,'0'0'7'0,"0"0"0"0,0-11 2 0,0 11 0 0,0 0 1 16,-12-4 0-16,1 4 0 0,2 0 0 15,-7 4-5-15,4 4-1 16,0 5-3-16,4-1 1 15,1 1-1-15,2-1 0 16,5-2-1-16,2 0 1 0,8-2 0 16,3-4 1-16,2-4 0 15,5 0 1-15,-3-7 0 16,0-3 1-16,6-2 1 16,-6-6 0-16,-2 0 1 0,0 1-1 15,-5 1 0-15,-2 0-3 16,-4 7-2-16,-4 9 0 15,-2-11 0-15,2 11 0 0,-12 18 0 16,6 0 0-16,-1 8 0 16,2 6 0-16,-2 8 0 15,5 2 0-15,-1 1 0 16,0 1 0-16,-1-7 0 16,4 3 0-16,0-11 0 0,0-1 0 15,0-8 0-15,0-6 0 16,0-4 0-16,0-10 0 15,4 10-7-15,-4-14-27 0,-10-5-50 16,10 1-3-16</inkml:trace>
  <inkml:trace contextRef="#ctx0" brushRef="#br0" timeOffset="141049.74">8984 5635 404 0,'0'0'7'0,"0"0"2"0,0 0 2 0,0 0-1 15,0 0 1-15,0 7 0 16,0 6 1-16,0 2 0 16,-3 3-6-16,1 5-3 15,2 2-1-15,0 6 0 0,0-4 0 16,0 1 0-16,5-2-1 15,2-8 0-15,2-3 0 16,4-5 0-16,-1-5 2 0,1-5-3 16,2-8 0-16,-3-7 0 15,-1-2 0-15,-2-8 0 16,1-2 0-16,-7-5 0 0,-3-1 0 16,-3 1 0-16,-7 3 0 15,-4 4 0-15,-4 6 0 16,-5 6 0-16,4 9 0 15,1 12 0-15,-2 20-55 0,8-3-31 16,4 2-1-16</inkml:trace>
  <inkml:trace contextRef="#ctx0" brushRef="#br0" timeOffset="149983.13">12333 5541 427 0,'0'0'6'0,"0"0"3"0,7-17 1 0,-4 7 1 16,-3-2 1-16,0-4 1 15,0 4 1-15,-10-5-5 16,-5 5-9-16,-4 2 0 16,1 7 0-16,-7 3 0 0,0 3 0 15,3 7 0-15,-1 5 0 16,6-1 0-16,5 6 0 16,7-3 0-16,5 1 0 15,2 0 0-15,10-6 0 0,4 0 0 16,3-5 0-16,3-4 0 15,1-3 0-15,-1-3 0 16,0-7 0-16,-4-2 0 16,-3-3 0-16,-2 1 0 15,-6-2 0-15,-2 4 0 0,-3 2 0 16,-2 10 0-16,0 0 0 16,0 0 0-16,-10 5 0 15,6 12 0-15,1 8 0 0,-3 3 0 16,2 6 0-16,1 3 0 15,3 1 0-15,0 0 0 16,0 4 0-16,0-11 0 16,0 1 0-16,0-5 0 0,0-7 0 15,0 1 0-15,3-9 0 16,1-2-25-16,-4-10-61 16,0 0-4-16</inkml:trace>
  <inkml:trace contextRef="#ctx0" brushRef="#br0" timeOffset="150366.97">12569 5497 446 0,'0'0'6'0,"0"0"2"0,0 0 0 0,0 0 1 16,0 0-1-16,-8 0 1 0,4 5-1 15,-4 7 1-15,0 10-9 16,3 1 0-16,1 6 0 16,-1 0 0-16,5 4 0 0,2-3 0 15,5-3 0-15,11-5 0 16,1-6 0-16,2-4 0 16,3-10 0-16,2-2 0 15,-2-10 0-15,-2-4 0 0,-1-10 0 16,-7 1 0-16,-3-5 0 15,-7-4 0-15,-4 0 0 16,0-3 0-16,-13-2 0 16,-6 7 0-16,-6 6 0 15,-2 7 0-15,-6 9 0 16,-1 8 0-16,4 16-7 0,3 7-79 16,1 4-2-16</inkml:trace>
  <inkml:trace contextRef="#ctx0" brushRef="#br0" timeOffset="158000.62">6052 6882 427 0,'0'0'6'0,"-3"-5"3"0,3 5 2 0,-5-18 2 0,2 8 0 16,3-3 2-16,-2-1-1 16,2-4-11-16,0 6-3 15,2-2 0-15,9 1 0 16,-2 1 0-16,6 4 0 0,-2-2 0 15,4 9 0-15,1-2 0 16,-1 3 0-16,3 4 0 16,-5 6 0-16,-3 5 0 0,-2 0 0 15,-2 7 0-15,-8 3 0 16,0 0 0-16,-8 5 0 16,-7-3 0-16,-5 3 0 15,-2-3 0-15,0 0 0 0,-3-2 0 16,4-6 0-16,2-1 0 15,6-5 0-15,4-1 0 16,9-12 0-16,-10 10 0 16,10-10 0-16,0 0 0 15,14 0 0-15,-1-3 0 16,4-1 0-16,6-2 0 0,4 1 0 16,1-5 0-16,-2 6 0 15,2-4 0-15,-1 3 0 16,-4 3 0-16,-3-4 0 0,-6 4 0 15,-4 2 0-15,1 0 0 16,-11 0 0-16,0 0 0 16,7 0 0-16,-7 0 0 0,0 0 0 15,0 0 0-15,0 0 0 16,0 0 0-16,0 0 0 16,0 0-72-16,0 0-19 15</inkml:trace>
  <inkml:trace contextRef="#ctx0" brushRef="#br0" timeOffset="165784.79">10151 6800 415 0,'0'0'6'0,"0"0"1"0,-13-10 1 16,4 2 1-16,-3 4 1 16,-6-4 1-16,0 3 0 0,-1 0 0 15,-2 5-5-15,-1 0-2 16,0 5-1-16,2 5-2 16,0 5 0-16,3-1-1 15,4 7-1-15,6 1 1 0,4-2-1 16,3-1 1-16,8-1 0 15,7-4 0-15,2-1 0 16,8-8 1-16,2-5 0 16,5-2 1-16,1-14 0 15,-3 2 2-15,-3-8-4 0,1-3 0 16,-6-7 0-16,-10-3 0 16,1-2 0-16,-10 1 0 15,-3-3 0-15,-6 2 0 16,-4 3 0-16,1 4 0 0,-7 6 0 15,9 3 0-15,-5 11 0 16,12 10 0-16,-15 6 0 16,12 13 0-16,3 8 0 0,5 8 0 15,2 3 0-15,4 6 0 16,1 3 0-16,3-5 0 16,2 0 0-16,1-7 0 15,5-6 0-15,-7-4 0 0,9-8-39 16,-2-2-49-16,-4-7-3 15</inkml:trace>
  <inkml:trace contextRef="#ctx0" brushRef="#br0" timeOffset="166182.63">10427 6814 478 0,'0'0'5'0,"0"0"1"0,0 0 0 0,-10-14 2 15,10 14 0-15,0-12-8 16,0 12 0-16,2-21 0 16,9 14 0-16,3 0 0 15,4 4 0-15,5 0 0 16,-2 3 0-16,-1 0 0 0,1 8 0 15,-4 2 0-15,-8 7 0 16,-1 1 0-16,-8 1 0 16,-2 4 0-16,-9 2 0 0,-3-4 0 15,-4 2 0 1,1-3 0-16,-1-3 0 0,4-2 0 16,1-4 0-16,6-4 0 15,7-7 0-15,0 0 0 16,0 0 0-16,18 0 0 0,1-3 0 15,8-4 0-15,8-1 0 16,2-7 0-16,6 5-69 16,12 0-19-16</inkml:trace>
  <inkml:trace contextRef="#ctx0" brushRef="#br0" timeOffset="169082.87">19593 4674 423 0,'0'0'5'0,"0"0"2"0,0 0 0 16,0 0 1-16,0 0 1 0,0-10 1 15,13 3 0-15,8-3 2 16,9-1-5-16,13-2-1 16,12-5-1-16,7-2-3 15,10 1-2-15,4-9 0 0,4 6 0 16,-2-3 0-16,-6 6 0 15,-8-2 0-15,-7 6 0 16,-12 6 0-16,-11 3 0 16,-16 6-8-16,-11 0-57 0,-9 13-24 15</inkml:trace>
  <inkml:trace contextRef="#ctx0" brushRef="#br0" timeOffset="169333.66">19477 4969 368 0,'0'0'8'16,"0"0"1"-16,0 0 2 16,7-8 1-16,3 4 2 15,5-4 2-15,4-2-2 0,11-7 3 16,7 2-7-16,8-6-1 16,13-2-3-16,9-2-1 15,4-4-1-15,9 1-1 16,-3 0-1-16,-2 4-1 0,-8 2 1 15,-5 1-2-15,-12 7-3 16,-10 1-1-16,-11 8-6 16,-14-4-17-16,-22 6-57 15,7 3-2-15</inkml:trace>
  <inkml:trace contextRef="#ctx0" brushRef="#br0" timeOffset="169782.95">19711 4382 412 0,'0'0'5'0,"0"-11"2"16,0 11 2-16,4-11 0 15,-4 11 0-15,2-10-1 16,-2 10 1-16,0 0 0 15,0 20-5-15,-7 6-3 16,-5 10 0-16,-6 4-2 0,-7 6 1 16,-3 6 1-16,-4-2 0 15,-2-3 0-15,-6-3 0 16,5-2 0-16,-2-7 0 16,-1 0 0-16,4-7 1 0,4-4-2 15,2-4 0-15,7-4 0 16,8 1 0-16,5-3-1 15,8-4 1-15,18-3 0 0,10 1 0 16,11 2 0-16,10-3 0 16,10 0 1-16,15 0-1 15,2 4 1-15,7-2 0 16,3 4-1-16,-5 2 1 0,2-2-1 16,-11 1 0-16,-4 1-1 15,-6 0-4-15,-15-3-7 16,3 1-23-16,-6-3-48 15,-12-3-1-15</inkml:trace>
  <inkml:trace contextRef="#ctx0" brushRef="#br0" timeOffset="173050.29">20841 3968 438 0,'0'0'5'0,"0"0"3"0,0 0 2 0,-8-9 0 16,8 9 0-16,0 0 0 16,-8 9 0-16,6 7 0 15,2 6-10-15,0 10 0 0,0 0 0 16,2 7 0-16,6 1 0 15,2 0 0-15,2-1 0 16,1-4 0-16,1-6 0 0,0-1-6 16,-5-6-5-16,1-7-8 15,0-2-11-15,-10-13-24 16,0 0-31-16,0 0-2 0,8-17 18 16,-8-11 20-16,-3-12 25 15,-5-4 21-15,-7-8 23 16,1-8 35-16,1 4 34 15,-4 6-5-15,-5 3-20 16,6 7-19-16,2 11-14 16,2 9-12-16,8 10-7 15,4 10-5-15,0 0-4 0,13-6-1 16,9 9-1-16,5 7-1 16,12 2 1-16,0 8-1 15,5 0 0-15,6 7 1 0,-3 1-1 16,-2-2 0-16,-3 7 1 15,-7-4-1-15,-5 1 2 16,-5 0-2-16,-10 0 0 0,-10-3 0 16,-5 0 0-16,-5-2 0 15,-13 0 0-15,-7-3 0 16,-2 0 0-16,-5-3 0 16,-6-2 0-16,-3-3 0 15,-2-2 0-15,3-2 0 0,3-3 0 16,5-1 0-16,4-4-3 15,3-2-15-15,13-5-46 16,12 5-22-16,-7-10-1 16</inkml:trace>
  <inkml:trace contextRef="#ctx0" brushRef="#br0" timeOffset="173333.71">21388 3854 448 0,'0'0'3'0,"0"0"0"0,0 0 0 0,0 0 1 16,4 5 1-16,1 10 0 15,2 7 1-15,1 5 0 0,0 6-3 16,1 3 0-16,3 7 0 15,-1 0 0-15,-1-1-1 16,-1-5-1-16,-1-1 0 16,0-6-5-16,4 0-10 0,-8 5-63 15,2-18-6-15</inkml:trace>
  <inkml:trace contextRef="#ctx0" brushRef="#br0" timeOffset="173567.21">21608 3790 442 0,'0'0'5'0,"0"0"1"16,0 0 0-16,0 0 1 15,0 0 0-15,10 0 0 16,-3 10 0-16,2 7 1 0,0 5-5 16,1 10-1-16,0 6-1 15,2 4 1-15,0 5-1 16,1-3 1-16,-3-1-2 0,0-4-3 15,-2-4-4-15,1-3-20 16,9-7-54-16,-13-5-4 16</inkml:trace>
  <inkml:trace contextRef="#ctx0" brushRef="#br0" timeOffset="173782.91">21429 4099 399 0,'0'0'6'16,"0"0"2"-16,0 0 1 15,0 0 1-15,0 0 1 16,0 0 0-16,0 0 1 16,18 0 0-16,4-3-6 0,0-4-2 15,13 0-6-15,-3-5-17 16,8 2-59-16,3 0-4 15</inkml:trace>
  <inkml:trace contextRef="#ctx0" brushRef="#br0" timeOffset="174199.88">22220 3657 427 0,'0'0'5'0,"0"0"3"15,0 0 1-15,0 0 0 16,0 0 0-16,0 0 1 16,9 11-1-16,-4 7 1 15,2 9-5-15,7 5-3 0,-2 8 0 16,3 7-1-16,-1 3 1 15,-2 0-1-15,4-1-2 16,-4-4-4-16,-6-6-9 0,1-29-51 16,-5 22-19-16</inkml:trace>
  <inkml:trace contextRef="#ctx0" brushRef="#br0" timeOffset="174416.16">21914 3701 438 0,'0'0'2'15,"0"0"3"-15,7-13-1 16,10 3 3-16,8-4 0 0,7-4 0 16,11 1 1-16,11-3-1 15,6 0-2-15,5 8-2 16,2-1-7-16,3 12-21 0,6 1-53 15,-19 7-6-15</inkml:trace>
  <inkml:trace contextRef="#ctx0" brushRef="#br0" timeOffset="175221.03">22738 3898 435 0,'0'0'3'0,"-17"-2"1"16,0 0 0-16,-3 2 0 16,-2 0 1-16,-6 0-1 15,0 2 0-15,-3 0 0 16,6 9-3-16,10-2-1 0,5 5 0 16,10-3-1-16,3 2 1 15,11-3 0-15,4-3 0 16,10-4 1-16,2-3 0 15,-2 0 1-15,-3-8 0 0,5-1 0 16,-7-9 0-16,-5 5 0 16,-4 1 0-16,-9 0-1 15,-1 2 0-15,-4 10-1 0,0 0-1 16,0 0 0-16,-6 0 0 16,1 10 0-16,5 0 0 15,0 2 0-15,5-2 1 16,8 0 0-16,-1-5 0 0,10-5 1 15,0-3 0-15,8-9 0 16,-5-6 0-16,0-4 0 16,-3-7 1-16,-2-3-1 15,-7-3 1-15,-6-5 0 0,-5 1 0 16,-7 2 1-16,-4 1 0 16,-4 7 0-16,-2 6-2 15,-2 6 0-15,2 9 0 16,0 8-1-16,8 8-1 15,2 15-1-15,5 2 1 0,7 9-1 16,5 8 1-16,3 0 1 16,2 3-1-16,3-3 1 15,-2-5 0-15,-2-2 1 0,1-7-1 16,-8-9 2-16,1-4 0 16,-10-15 0-16,10 10 0 15,-10-10 1-15,3-8 1 16,-3-4-4-16,0-3 0 15,-3-3 0-15,3 2 0 0,0-7 0 16,0 1 0-16,5 2 0 16,5 2 0-16,5 1 0 15,2 5 0-15,6 5 0 16,2 4 0-16,0 3 0 16,-4 3 0-16,2 7 0 0,-9 5 0 15,-1 4 0-15,-5 1 0 16,-8-1 0-16,-5 2 0 15,-11-1 0-15,2-6 0 16,-9 1 0-16,2-5 0 0,-7-2 0 16,3-6-2-16,-2-2-3 15,7-2-7-15,-2-11-16 0,-10-5-55 16,20-6-1-16</inkml:trace>
  <inkml:trace contextRef="#ctx0" brushRef="#br0" timeOffset="175382.67">23248 3378 457 0,'0'0'1'0,"0"0"0"0,0 0 0 0,3 13 0 0,1 2 1 15,1 13-1-15,3 1 0 16,7 10 1-16,-6 8-1 16,9 6-3-16,0 2-13 15,1-2-62-15,4 2-2 0</inkml:trace>
  <inkml:trace contextRef="#ctx0" brushRef="#br0" timeOffset="175750.89">23663 3723 445 0,'0'0'1'16,"0"0"1"-16,0 0 0 15,-10 0 1-15,10 0 0 0,0 0 0 16,-7 11 2-16,7-11 1 15,0 14 0-15,0-14-1 16,12 9 0-16,3-6 0 16,4 0 1-16,9-3-2 15,2-8 0-15,0-2 0 0,4-1-2 16,-1-7-2-16,-6 0 0 16,-4 1 0-16,-11 0 0 15,-9 6 0-15,-3 11 0 0,-13-10 0 16,-10 13 0-16,-6 12 0 15,-1 8 0-15,-5 3 0 16,5 6 0-16,6 3 0 16,6 2 0-16,11 1 0 0,7-3 0 15,7-6 0-15,14 1 0 16,8-5-6-16,-1-5-6 16,9-26-62-16,-2 19-10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39:14.2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17593 11871 223 0,'0'0'6'0,"0"0"3"0,0 0 3 0,0 0 3 0,-10-7 1 15,10 7 2-15,0 0-2 0,0-11 2 16,0 11-4-16,0 0-4 16,7-12-2-16,-7 12-3 15,18-13-1-15,-1 6-1 16,1-2-1-16,2 0 2 0,7 0-1 15,2-1-1-15,7 0 1 16,1 0 1-16,0 0 0 16,2 0 0-16,2 0 0 15,6-2 0-15,-5 2 0 0,3-1 0 16,-1 3-1-16,6-7 0 16,3-1 0-16,-4 7 0 15,3-1-1-15,1-2 0 16,1-1 1-16,-2 6-3 0,3-3 2 15,-3 5-2-15,-3 0 1 16,1 0 0-16,-3 2 1 16,3-2-1-16,-2 3 1 15,-1 2 0-15,0-3-1 16,-7 3 1-16,-1 0-1 0,2 0 0 16,-4 5-1-16,-7 0 1 15,2 3-1-15,-5-2 0 16,-3 8-1-16,-1-4 1 0,2 4-1 15,-5-4 0-15,-1 5 0 16,-1-3 0-16,-1 6 1 16,3-3-1-16,-4-2 1 15,-2 2 0-15,-2-1 0 0,1-2 0 16,-3 3 0-16,-1 0 0 16,0-1 0-16,-2 4 0 15,0-2 0-15,-2 0 0 16,3 2 1-16,-3 0-1 0,-3-1 1 15,3 2-1-15,-2-4 0 16,-1 5 0-16,0-5 1 16,-2 4-1-16,3-1 0 15,-3-1 0-15,0 1 1 16,0-1-1-16,-3 0 1 0,-1-2-1 16,-1 5 1-16,0-3 0 15,-6 1 0-15,2-1 0 16,-1 4 0-16,-3-5 0 0,-1 4 0 15,-2 0 0-15,-1-3 0 16,-4 3 0-16,0-3 0 16,1 0 0-16,-5 1-1 15,0 0 1-15,-5-4 0 0,3 1 0 16,-3 0 0-16,-3-3 0 16,-1 1-1-16,-5-1 1 15,-7 1 0-15,5-3-1 16,-4 2 1-16,-5-2-1 0,-2-1 1 15,0-1-1-15,-3 2 0 16,0-6 0-16,3 3 1 16,-4 2-1-16,-2-7 0 15,1 4 0-15,0-5 0 16,-1 2-1-16,-1-3 1 0,1 0 0 16,1 0 0-16,1-4 0 15,1-4 0-15,0-1-1 16,0 2 1-16,6 1 0 0,1-4 0 15,7-3 0-15,0-2 0 16,4 0 0-16,5 1 0 16,2-4 0-16,3 1 1 15,5-6-1-15,2 4 0 0,-1-3 1 16,9-3-1-16,3-3 0 16,1 2 1-16,3-4 0 15,5-3 0-15,0 3-1 16,7-4 1-16,6 1 0 0,-1-1 0 15,6 2 0-15,1 0-1 16,6-6 1-16,5 6-1 16,2-2 1-16,3 2 0 0,5 1-1 15,2 4 2-15,6-1 0 16,-1 7-1-16,0-2 1 16,5 4 0-16,-2 5 1 15,0 0-2-15,-6 5 1 16,-2 1-1-16,-4 6 0 0,-10-4-1 15,-4 6 1-15,-7 0-1 16,-5 3-1-16,-12-3-2 16,11 15-7-16,-11-15-15 15,-20 17-55-15,20-9-4 0</inkml:trace>
  <inkml:trace contextRef="#ctx0" brushRef="#br0" timeOffset="3116.13">18815 12597 252 0,'0'0'3'0,"0"0"1"0,0 0 6 0,-7-15 2 0,7 15 2 16,-9-13 0-16,0 3 4 0,0-2 0 15,1 2-1-15,-9-2 0 16,2-1-3-16,-7 4-2 16,-3-1-3-16,-3 2 0 15,-4 1-2-15,-5 1-1 0,-7 6-2 16,-2 0 1-16,2 0-2 15,-4 6 0-15,2 3-1 16,-2 4 0-16,0 2-1 16,4 3 1-16,5 1 0 0,-2 6-1 15,-1 1 1-15,10 7-1 16,-3 2 1-16,8 2-1 16,2 5 1-16,2-1 0 15,11 5 0-15,5-1-1 0,2-1 1 16,8 1 0-16,9-4-1 15,8 2 1-15,10-4-1 16,4-1 0-16,11-6 1 16,7 0 0-16,10-7 0 0,3-3-1 15,1-1 1-15,5-10-1 16,-7-1 1-16,1-8-1 16,-5-2 0-16,-9 0 0 15,2-7 0-15,-6-2 0 0,2-9 0 16,-6-5 0-16,-1-1 1 15,2-9 0-15,-6-6 1 16,-5-8-1-16,-4-7-2 16,-9-7 0-16,-5 0 0 0,-12-3 0 15,-3 1 0-15,-8 1 0 16,-10 8 0-16,-11 5 0 16,-6 4 0-16,-7 11 0 15,-10 2 0-15,-3 9 0 0,-10 6 0 16,-4 5 0-16,-9 9 0 15,-3 6 0-15,-4 11 0 16,1 9 0-16,-4 4 0 16,17 15-61-16,1 5-29 0</inkml:trace>
  <inkml:trace contextRef="#ctx0" brushRef="#br0" timeOffset="7215.55">18160 11068 257 0,'0'0'9'0,"0"0"5"0,2-15 5 15,-2 5 1-15,2 0 3 0,1 1 0 16,-3-1 2-16,2-1-3 15,-2 11-7-15,0-11-7 16,0 11-3-16,0 11 1 16,0 12-1-16,0 12 1 0,2 19 1 15,6 20 2-15,7 26 0 16,2 23 2-16,8 27-1 16,7 17-2-16,3 18-8 15,6 12 0-15,0 14 0 0,-1 7 0 16,-2 0 0-16,-1-5 0 15,0-7 0-15,-7-14 0 16,-4-3 0-16,-4-14 0 16,-8-17 0-16,-2-13 0 0,-4-19 0 15,-5-11 0-15,-3-12 0 16,0-14 0-16,0-22 0 16,0-12 0-16,2-16 0 15,3-11 0-15,4-11 0 0,2-17 0 16,1-3 0-16,-3-14 0 15,2-3 0-15,-8-10-19 16,-10-2-69-16,7-5-3 16</inkml:trace>
  <inkml:trace contextRef="#ctx0" brushRef="#br0" timeOffset="8966.59">7756 12946 376 0,'0'0'9'0,"0"0"3"0,0 0 3 0,0 0 2 16,-7-13 2-16,7 13 1 15,0 0 0-15,-13-5 0 16,13 5-17-16,-12 5-3 16,2 8 0-16,1 7 0 15,-2 3 0-15,-1 6 0 0,-4 0 0 16,2 4 0-16,-1-1 0 15,5-3-44-15,-1-4-44 16,4-5-2-16</inkml:trace>
  <inkml:trace contextRef="#ctx0" brushRef="#br0" timeOffset="9566.2">8094 12728 443 0,'0'0'4'15,"0"0"2"-15,0 0 2 0,-2-14 1 16,2 14 0-16,-10-17 1 16,-1 11 0-16,-1-2 0 15,-3 1-8-15,0 4-2 16,-2 3 0-16,0 0 0 0,1 5 0 15,4 6 0-15,3-3 0 16,3 6 0-16,1-4 0 16,5-3 0-16,5 4 0 15,3-7 0-15,2-2 0 0,2-2 0 16,3 0 0-16,2-2 0 16,1-6 0-16,-1-2 0 15,0 0 0-15,-5 3 0 0,2-4 0 16,-7 5 0-16,-7 6 0 15,9-5 0-15,-9 5 0 16,4 7 0-16,-4 8 0 0,0 2 0 16,-6 5 0-16,6 3 0 15,-2 8 0-15,-3-4 0 16,5 1 0-16,0 0 0 16,0-3 0-16,0-5 0 15,0-1 0-15,0-7-4 16,0-3-17-16,0-11-47 0,9 0-18 15</inkml:trace>
  <inkml:trace contextRef="#ctx0" brushRef="#br0" timeOffset="9916.25">8340 12591 457 0,'0'0'2'0,"0"0"0"0,0 0 0 0,0 16 1 0,-5-2-1 16,-2 4 1-16,-1 4-1 0,-2 6 1 15,3 1-2-15,-1-2 0 16,3 3-1-16,5-5 0 16,0-3 0-16,8-10 0 15,4-2 1-15,8-7 0 16,0-3 1-16,0-10 1 0,4-2 2 15,-2-8 0-15,-1-2 2 16,-3-6 0-16,-6-5-5 16,-10 2-2-16,-2-2 0 15,-10 6 0-15,-12 3 0 0,-3 8 0 16,-10 9 0-16,-2 10 0 16,-3 4-10-16,11 10-76 15,6 6-3-15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56:50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18773 15916 341 0,'0'0'5'0,"0"13"2"16,0 4 5-16,3-1 2 16,-1 1 5-16,10-3 2 0,13-14 3 15,28-22 1-15,39-50-2 16,76-50-3-16,66-62-20 15,104-66 0-15,134-44-73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56:54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8106 7199 380 0,'0'0'7'0,"0"0"2"15,0 0 3-15,0 0 1 16,0 0 0-16,0 0 1 0,0 0 1 15,0-11-1-15,11 9-6 16,3 0-2-16,9-1-3 16,4 1-5-16,5-5-7 15,8 7-16-15,17 0-56 16,-15 0-3-16</inkml:trace>
  <inkml:trace contextRef="#ctx0" brushRef="#br0" timeOffset="167.36">8144 7350 398 0,'0'0'4'0,"0"0"3"15,5-3 2-15,7-2 0 16,6-2 2-16,9 0-2 16,5-1-1-16,8-5-13 15,4 1-68-15,6 2-4 0</inkml:trace>
  <inkml:trace contextRef="#ctx0" brushRef="#br0" timeOffset="916.65">9747 6086 386 0,'0'0'7'15,"0"0"3"-15,0 0 1 0,0-9 1 16,0 9 0-16,0 0 1 15,0 0-1-15,0 0 0 16,-9 14-6-16,7 9-3 16,2 6-1-16,2 12-2 0,4 0 1 15,1 6 0-15,3 0 0 16,2-5 0-16,-1 0-1 16,-2-9 1-16,-4-3-1 15,0-11 0-15,-2-7 0 0,-3-12-1 16,0 0 0-16,0 0 1 15,-6-12 0-15,-1-10-1 16,-2-7 2-16,-4-9-2 0,-2-4 1 16,6-5 0-16,-2-7 0 15,6 1 0-15,0 1 1 16,5 5 0-16,5 3-1 16,8 7 0-16,4 7 0 15,8 5 0-15,5 10 0 0,2 3-1 16,5 8 0-16,3 4 0 15,-2 1 1-15,-1 11-1 16,-5 6 0-16,-7 3 0 16,-8 7 1-16,-10 0-1 0,-7 2 1 15,-5 2-1-15,-9-2-2 16,-7-3-2-16,-6-3-5 16,6 4-19-16,5-6-50 15,-4-7-2-15</inkml:trace>
  <inkml:trace contextRef="#ctx0" brushRef="#br0" timeOffset="1400.07">10196 6244 420 0,'0'0'6'0,"0"0"1"0,-10-6 2 15,10 6 0-15,-7-10 0 16,7 10 0-16,0-15 1 16,0 15-1-16,7-10-4 15,7 7-3-15,2 3-1 0,1 5-1 16,3 5 0-16,-5 3 0 16,-1 3 0-16,-4 0-1 15,-1 3 1-15,-9 1-1 16,0-2 0-16,-6-3 1 0,-4-3-1 15,1-2 1-15,-2-5 0 16,4-3 0-16,-3-2 1 16,10 0-1-16,-7-19 1 0,7 4-1 15,5-5 0-15,4-5 1 16,1-3-1-16,7 4 0 16,-2 3 0-16,1-3 0 0,-4 10 0 15,-3 2 0-15,-9 12 0 16,18-3 0-16,-18 3 0 15,3 17 0-15,-1-2 0 16,-2 2 0-16,0 6 1 16,6-1-1-16,-4 0 0 0,5-2 0 15,3 2-4-15,1-4-7 16,3-18-55-16,1 12-16 16</inkml:trace>
  <inkml:trace contextRef="#ctx0" brushRef="#br0" timeOffset="2033.75">9806 7020 398 0,'0'0'5'0,"0"0"0"0,0 0 0 16,0 0 1-16,0 0 0 15,-6 10 0-15,6 0 1 0,0 3-1 16,3 6-4-16,0 1 0 16,2 2 0-16,0 0-1 15,0 1 1-15,0-1-2 16,-1-4 1-16,-1-4-1 0,-1-1 2 15,2-3 0-15,-4-10-1 16,0 0 1-16,0 0 0 16,-6-10 0-16,1-10 1 15,0-2 0-15,0-8-2 0,3-7 1 16,0-1-1-16,2 1 0 16,2 1 1-16,5 1 0 15,3 7-1-15,3 1 1 0,1 13-1 16,4 0 0-16,2 10 0 15,7 4-1-15,-7 2 0 16,5 9 0-16,-2 1 0 16,-7 5-1-16,-3 3 0 15,-5 0-1-15,-8-1 0 0,-3 5-2 16,-7-8-1-16,-7 1-4 16,-1 1-11-16,-4 8-43 15,2-13-17-15</inkml:trace>
  <inkml:trace contextRef="#ctx0" brushRef="#br0" timeOffset="2450.37">10263 6992 371 0,'0'0'4'0,"0"0"2"0,-8 11 1 16,8-11-1-16,-12 14 1 0,8-3 0 15,4-1 0-15,0 2 2 16,2-2-4-16,10-3-1 16,6-5 1-16,3 1-2 15,2-3 0-15,5-3 1 0,-3-3 1 16,-6-7-1-16,-1-2 1 16,-4 0 1-16,-6 4-1 15,-3-2 0-15,-5 2 0 16,0 11-2-16,0 0 0 0,-10-1-1 15,10 1-2-15,-5 16 0 16,5 1 0-16,0 4-1 16,0 4 1-16,2 1 0 15,9 2 0-15,-2 2 0 16,-4 2 0-16,2-2 1 0,-3-3 0 16,-4 3-1-16,0-5 1 15,-14-1-1-15,-2-1 0 16,-7-4-1-16,-4-2-5 15,-5 3-9-15,-3 5-65 0,0-13-3 16</inkml:trace>
  <inkml:trace contextRef="#ctx0" brushRef="#br0" timeOffset="3100.8">9811 7999 431 0,'0'0'3'0,"0"0"1"16,0 0-3-16,0 2 1 15,-2 8 1-15,-1 7-1 16,3 1 2-16,0 7-1 0,0 3-2 16,0 5 1-16,0 4 0 15,5 1 0-15,0-1 1 16,2-2-1-16,0-6 0 15,-2-5-1-15,1-3 1 0,-6-6 1 16,2-5-1-16,-2-10 0 16,0 0 0-16,-2-8-1 15,-4-6 1-15,-3-6-1 16,-1-8 0-16,-3-6-1 16,6-6 0-16,-3-8 0 0,3 2 0 15,1 1 0-15,6-1 0 16,0 5 0-16,2 5 0 0,9 6 0 15,3 6-1-15,4 6 1 16,7 4 0-16,5 10-1 16,-2 4 1-16,4 0 0 15,-5 11 0-15,0 3 1 0,-5 1 0 16,-4 5-1-16,-11-1 1 16,-7 4 1-16,-2-6-1 15,-11 4-1-15,-6-5 1 16,-6-1-1-16,-5-2-2 15,7-1-4-15,-9-2-7 0,15-3-28 16,-1-3-41-16,6-3-1 16</inkml:trace>
  <inkml:trace contextRef="#ctx0" brushRef="#br0" timeOffset="3533.59">10163 8143 396 0,'0'0'6'16,"0"0"3"-16,0 0 1 16,0 0 2-16,-9 0 1 0,9 0 0 15,0 0 1-15,0 0 0 16,0 0-6-16,0 0-2 15,0 0-3-15,0 0-1 16,14-8-1-16,2 3 0 0,3 0-1 16,6 0 0-16,2 0 0 15,0 3 0-15,1-1 0 16,-7 3-1-16,0 0 1 16,-8 8 0-16,-8 2 0 0,-5 5 0 15,-5 3 1-15,-15 3-1 16,0 4 1-16,-2 2 1 15,-8 1-2-15,3-2 0 16,2-3 0-16,2-2 0 0,9-4 0 16,7-3 0-16,7-14 0 15,9 11 0-15,14-11 0 16,11-6 0-16,8-5 0 0,6-3-3 16,14-30-72-16,5 21-11 15</inkml:trace>
  <inkml:trace contextRef="#ctx0" brushRef="#br0" timeOffset="4500.92">10412 5670 346 0,'0'0'5'0,"0"0"2"16,-5-11 1-16,5 11 2 0,0-14 2 15,7 3 0-15,6-6 1 16,4 6 0-16,8 1-5 16,7 0-1-16,3 5-1 0,6 5-2 15,3 3-2-15,-5 11 0 16,2 9 0-16,-9 9-2 15,-2 10 1-15,-9 8 0 16,-5 14 0-16,-6 8-1 0,-6 7 1 16,1 5 0-16,-5 10-1 15,4 6 1-15,-4-2-1 16,2 7 0-16,5-4 1 16,0 5 0-16,5 1 1 15,1 2-1-15,4 2 0 0,1 3 1 16,0 0 0-16,1 0 0 15,1-2-1-15,-3-3 1 16,-1-3-1-16,-2-3 1 0,-3-7 0 16,-2-7 1-16,-2-3-1 15,-2-4 2-15,1-7-1 16,-6-3 0-16,3-11 0 0,-3 1-2 16,0-7 0-16,0-4-1 15,-3-3 0-15,1-9 1 16,2-1-2-16,0-4 1 15,0-4 0-15,0-2 1 16,0-6-1-16,0-2 1 0,0-4 0 16,-4-3-1-16,-3 2 1 15,2-7-1-15,5-8 1 16,-14 14 0-16,14-14-1 16,-16 8 2-16,16-8-2 15,-14 0 0-15,3 0 0 0,-3-3 0 16,-4-2 0-16,-5 3 0 15,-9-3 0-15,-5-1 0 16,-5 5 0-16,-8-4 0 0,1 2 0 16,-6 0-7-16,5 1-9 15,-1 0-66-15,5-8-2 16</inkml:trace>
  <inkml:trace contextRef="#ctx0" brushRef="#br0" timeOffset="5350.31">9453 5710 348 0,'0'0'6'0,"0"0"1"0,7-15 4 0,-7 15 0 16,0-15-1-16,0 15 0 16,0-15 1-16,0 15-1 15,-14-10-4-15,1 10-3 0,-7 5-2 16,-2 5 0-16,-3 5 0 15,0 7-1-15,-2 0 0 16,0 10 2-16,2 1-2 16,2 9 0-16,6 3-2 0,4 12 2 15,9 8 0-15,4 9 0 16,2 10 0-16,8 12 0 16,3 11 0-16,1 7 0 15,6 7 0-15,-5 3 2 0,0 2-2 16,-3-1 0-16,-4 0 0 15,-5 0 2-15,-1-2 0 16,-2-7 0-16,0-1 0 0,-5-4 2 16,2-4-1-16,-2 0 1 15,-2-6 0-15,-3-5 0 16,3-7 1-16,-1-2-3 16,-2-7 1-16,1-6-1 15,-1-5 0-15,4-10-1 0,1-6 0 16,3-9-1-16,0-4 0 15,2-9 1-15,0-6 0 16,2-4 0-16,0-5-1 16,3-3 1-16,0-1 0 0,-4-1-1 15,3-2 1-15,-4-1 0 16,3 2-1-16,-3-10 1 16,0 17-1-16,0-17 0 15,0 8 1-15,0-8-1 0,22 0 1 16,8-5 0-16,15-5 0 15,19 0 0-15,21-8-7 16,-6 6-73-16,55 3-3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2-08-13T09:34:35.27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8597 9532 362 0,'0'0'-1'0,"0"0"-3"0,0 0-14 16,17 10-43-16,-2-10-10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2:59:56.7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C00000"/>
    </inkml:brush>
    <inkml:brush xml:id="br5">
      <inkml:brushProperty name="width" value="0.05292" units="cm"/>
      <inkml:brushProperty name="height" value="0.05292" units="cm"/>
      <inkml:brushProperty name="color" value="#FFC000"/>
    </inkml:brush>
    <inkml:brush xml:id="br6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6303 13723 206 0,'0'0'6'15,"0"0"3"-15,7-2 4 16,-7 2 2-16,0 0 0 0,0 0 2 16,0 0 0-16,5-10 0 15,-5 10-2-15,0 0-5 16,0 0-2-16,0 0-2 15,0 0 0-15,0 0-1 0,-5-2-2 16,5 2-1-16,0 0-1 16,-5 5 1-16,5-5-1 15,-5 14 0-15,3-3 0 16,-1-2-1-16,0 4 1 16,1 2 0-16,2-2 0 0,0-2 0 15,0 3-1-15,5-3 1 16,0 1-1-16,2-4 2 15,3-1-1-15,8-4 0 0,-6 0 1 16,8-3-1-16,-3 0 1 16,3-3 0-16,0-5 0 15,-3-2-1-15,1 0 1 16,-4-2 1-16,-3 0 1 0,-1-2 1 16,-5 1 0-16,-3-5 1 15,-2 3 0-15,0-1 0 16,-2 0 0-16,-6 2-1 15,-1 1-1-15,-4 1-1 16,-2 4-1-16,-3 1-1 0,2 2 1 16,-7 5-1-16,2 0 0 15,-3 5 0-15,2 2-1 16,2 3 1-16,0 5-1 0,3-1 0 16,1 4 0-16,4 2 0 15,5-3 0-15,5 5 0 16,2-2-1-16,0-2 2 15,5 1-1-15,2-4 0 0,7-2 1 16,2-1-1-16,4-6 1 16,4-2 0-16,1-4-1 15,2 0 1-15,-2-10 0 0,3 1-1 16,-1-1 1-16,-3-3 0 16,-6-5-1-16,-2 5 1 15,-4-4 1-15,-3 3-1 16,-7-3 1-16,-2-1-1 15,-4 1 1-15,-3 0-1 0,-5 2 0 16,-6 5 0-16,-5 3 0 16,-2 4 0-16,-1 3 0 15,-4 0-1-15,2 12 1 16,-2 0-1-16,1 8 0 0,4 0 1 16,4 3-1-16,5 0 0 15,0 2 1-15,8-2-1 16,4 0 0-16,4 0 0 0,7-2 0 15,3-3 1-15,8-6-1 16,0-2 0-16,6-2 1 16,1-8-1-16,0 0 1 15,0-5-1-15,-4-3 1 16,4-4-1-16,-8-1 1 0,1-2-1 16,-3-1 1-16,-7-5-1 15,-4 2 1-15,-4-3-1 16,-2 1 1-16,-5 1-1 15,-5 4 1-15,-8-2-1 16,2 5 1-16,-6 7-1 0,1 2 0 16,-2 4 0-16,-2 0 0 15,7 10 0-15,-2 3 0 16,4 2 0-16,4 2 0 0,0 1 0 16,10 1 0-16,1 1 0 15,3 0 0-15,3-3-1 16,10-2 2-16,-1-3-1 15,6-2 1-15,1-3-1 0,3-4 0 16,1-3 1-16,1-5-1 16,-2-5 1-16,4-4-1 15,-4-4 0-15,-5 1 0 16,-1-3 1-16,-4-1 0 0,-8 0 0 16,-1 1 0-16,-3-2 0 15,-7 2 0-15,-5 5 0 16,-9 2-1-16,1 7 1 15,-6 0 0-15,1 6-1 0,-3 3 1 16,1 10-1-16,-1 3 0 16,6 2 0-16,3 5 0 15,1-1 0-15,8 3 0 16,8-3 1-16,2 0-1 0,6-5 0 16,13-2 1-16,2 0-1 15,4-8 2-15,5-2-2 16,5-5 0-16,-3-5 0 15,3-5 0-15,-5-2 0 0,2-3 0 16,-9-2 0-16,-3-3 0 16,-4 0 0-16,-5-2 0 15,-8 2 0-15,-3-2 0 16,-5 2 0-16,-11 3 0 0,0 2 0 16,-2 7 0-16,-3 3 0 15,2 5-2-15,-3 8-2 16,4 1-3-16,1 4-6 15,10 7-13-15,-1 12-41 16,8-14-19-16</inkml:trace>
  <inkml:trace contextRef="#ctx0" brushRef="#br0" timeOffset="11430.67">6312 10076 122 0,'0'0'4'0,"0"0"0"0,-9-1 3 15,9 1 5-15,0 0 4 16,0 0 5-16,-11-6 2 16,11 6 0-16,0 0 1 15,0 0-3-15,0 0-3 0,0 0-4 16,0 0-4-16,0 0-1 15,0 0-2-15,0 0-2 16,3 6-1-16,-3-6 0 16,3 12 0-16,-3-12 0 0,2 13 0 15,1-1-1-15,-1 0-1 16,0-2-2-16,1 3 1 16,-1 2 1-16,1-3-1 15,-3 2-1-15,0 2 1 0,2-2-1 16,0 1 1-16,1 1-1 15,-3 0 0-15,2 0 1 16,2 0-1-16,-2 2 0 16,0-3 1-16,1 2 0 0,2 4 0 15,-3-5-1-15,3 7 1 16,0-6-1-16,0 3 1 16,-2-2 0-16,4 1-2 15,-4-4 0-15,-1 2 1 0,-2 1 0 16,4 0 0-16,-4-2 0 15,0 1 0-15,-2-2 0 16,0 3 0-16,2-4-1 16,0 1 1-16,0 0 0 15,0-2-1-15,0 2 1 0,0-3 0 16,2 1 0-16,0 3 0 16,-2-1 0-16,0-2 0 15,0 5 0-15,0 1 0 0,0-2 0 16,0 1 0-16,0 1 0 15,0-1 0-15,0 1 0 16,0-2 0-16,0 4 1 16,0-4 1-16,3 6 0 0,-3-1 0 15,0-3 1-15,3 4-1 16,-3-1 0-16,0 1 0 16,2-1 0-16,-2 0-1 15,0 0 0-15,0-2 0 0,0 2 1 16,0-2 0-16,0 5 1 15,2-3 0-15,-2 1 0 16,0 1 1-16,0 1-1 16,0 3 0-16,0-4 0 0,0 1-1 15,0 2 0-15,0 1-1 16,0 1 1-16,0-1-1 16,0 2-1-16,0 1 1 15,0-3-1-15,4 4 1 0,-4-5-1 16,2 3 1-16,1 0-1 15,-1 2 1-15,3-3 0 16,-3 1 0-16,1 1 0 0,-1-2 1 16,0 2-2-16,3 2 1 15,-1-3 0-15,-2 4 0 16,-2-4 0-16,2 3 0 16,-2 1 0-16,3-2 0 15,-3 3 0-15,0 0 0 0,0-3-1 16,0 2 1-16,0-4-1 15,-3 3 0-15,3-3 0 16,-2-1 0-16,2 1 0 16,-2-2 0-16,2-2 0 0,0 2 0 15,0-5 0-15,0 5-1 16,0 2 1-16,0-2 0 16,0 1 0-16,0-2 0 15,-4 4 0-15,2-2 0 0,-1 0 0 16,-1 2 0-16,1-1 1 15,-2 1-1-15,1-4 1 16,-1 5-1-16,1-4 0 0,0 4 1 16,-2-4-1-16,4-2-1 15,-2 2 1-15,-1-2-1 16,0 2 1-16,-1 0-1 16,4-3 1-16,-1 1 0 0,1 2-1 15,-1-3 1-15,1 2 0 16,0 0-1-16,-1-2 1 15,1 0 0-15,2-1-1 16,-3 1 1-16,1 0 0 16,0-2 0-16,-2 2 0 0,2-4-1 15,-1 7 1-15,-1-7 0 16,1 4-1-16,1-2 1 16,-1 2 0-16,-1-4 0 15,1 3-1-15,1-2 2 0,-1-5-1 16,3 1 0-16,-3-4 1 15,1 2-1-15,2-4 0 16,0-5 0-16,0-7 0 16,0 12-1-16,0-12 0 0,0 0 0 15,0 0 0-15,0 0 0 16,0 0-1-16,0 0 1 16,0 0 0-16,0 0 1 15,0 0 0-15,8-7 0 0,-8 7 0 16,0-18 0-16,0 6 0 15,0-2 1-15,0-4-1 16,0 1 0-16,0-5 1 16,0-1 1-16,0-2-2 15,0-2 2-15,0-1 0 0,2-1 1 16,1 0 0-16,1-4 0 16,-1 1 0-16,-1-1 0 15,1 1 1-15,-1 0-1 0,-2 0 0 16,2 1 0-16,-2-5-1 15,0 2 0-15,0-1 0 16,0 0 0-16,0 1-1 16,0-1 0-16,0-2 1 0,-2 0-2 15,0 2 0-15,2 0 0 16,0-4 1-16,-3 6-1 16,1-1 0-16,-1-1 0 15,1-2 0-15,2 1 0 0,-2 5 1 16,-1-1-1-16,1 0 1 15,2-1-1-15,-3 1 0 16,0 0 1-16,1 2-1 16,-1 1 0-16,1 1 1 0,-1-4-1 15,1 2 0-15,0-2 1 16,2-1-1-16,0 4 0 16,-3-3 0-16,1-1 0 15,2 1 0-15,-4 3 0 0,3-4 0 16,-1 7 0-16,2-4-1 15,-6 2 1-15,3 3 1 16,-1-3-1-16,1 5 0 0,1-5 0 16,-1 3 0-16,1-1 0 15,0 1 0-15,2-5 0 16,-3 3-1-16,1-1 1 16,2-1 1-16,0-1-1 15,-4-3 0-15,4 6 0 0,0-5 1 16,0 2-1-16,0 1 0 15,0-3 0-15,0 2-1 16,0-1 1-16,0 2 0 16,0 0-1-16,0 0 0 0,0-4 1 15,0 3 0-15,0-2-1 16,0 2 1-16,0 0-1 16,0-3 1-16,4 2-1 15,-2-2 1-15,1 2-1 0,-3 1 0 16,2-5 0-16,0 6 1 15,1-4-1-15,-1 3 0 16,1-4 1-16,-1 4 0 16,0-5 0-16,1 0 1 0,-1 1-1 15,2 2 0-15,-2-5 1 16,-1 1 0-16,3 3-1 16,1 0 1-16,-5 1-1 15,2-3 0-15,-2 3 0 0,0-3 0 16,2 3-1-16,-2 0 1 15,0-4-1-15,0 5 1 16,0-4 0-16,0 3 0 0,3-3 1 16,-3 4-1-16,0-5 0 15,2 2 1-15,1 1-1 16,-3-1 1-16,2 2-1 16,1 0 0-16,0-3 1 15,-3 2-1-15,2 3 1 0,-2-1-1 16,0 3 1-16,0 0-1 15,0 5 1-15,0-5-1 16,0 9 0-16,-2-1 1 0,-1-1-1 16,0 7 1-16,1 1 0 15,2 1 0-15,0 12 0 16,-5-13-1-16,5 13 1 16,0 0-1-16,0 0 0 15,0 0 0-15,-3 11 0 0,3 1 0 16,0 8 0-16,3 2 0 15,-1 6 0-15,1 1 0 16,2 4-1-16,-2 3 1 0,2 2-1 16,-3 3 0-16,3 2 0 15,-5 2-1-15,2-1 0 16,1 6-2-16,-3-3 0 16,2 3 0-16,0 1 1 15,1 1 0-15,-3-2 0 0,2 2 1 16,2 0 0-16,-2 0 2 15,0 2 0-15,1-1 0 16,-3-5-1-16,2 4 1 0,1-2 0 16,1 3-1-16,-1-4 1 15,2-3 1-15,0 4 0 16,0-2 1-16,-2 1-1 16,2-2 1-16,-1 1-1 0,-2 2 1 15,1-4 1-15,0 4-2 16,-3-3 0-16,0-1 0 15,0 5 0-15,0-5-1 16,0 3 1-16,0 1-1 0,0 3 0 16,-3-4 0-16,3 0 1 15,-3 0-1-15,1 4 0 16,2-3 0-16,-2 2 1 16,0-2-1-16,-1-1 1 0,1 6-1 15,-1-3 0-15,-2 2 0 16,2 0 0-16,1-2 0 15,-3 1 0-15,5-2 0 16,0-1 0-16,0 0-1 0,0-1 1 16,0 1 0-16,2-4-1 15,1 3 1-15,2 1 1 16,0 0-1-16,-2 2 1 16,2-3-1-16,-3-1 1 15,2-1-1-15,-1-3 1 0,-3 2-1 16,3-5 0-16,-1-4 0 15,0 3-1-15,2-5 1 16,-4 0-1-16,2-6 1 0,1 4 0 16,-3-8-1-16,2-1-1 15,0-2-3-15,-2-7-5 16,3 0-19-16,2-5-48 16,-5-10-5-16</inkml:trace>
  <inkml:trace contextRef="#ctx0" brushRef="#br0" timeOffset="12664.55">6257 9732 379 0,'0'0'6'0,"0"0"1"16,0 0 1-16,0 0 1 15,0 0 1-15,-2 5-1 16,-3 5 1-16,-4 8 0 16,-2 4-4-16,-2 9-2 0,-4 5-1 15,-2 6-1-15,-1 5 0 16,-6 3 0-16,5 4-1 16,-4-1 0-16,0 1 0 0,2-4 0 15,-4-8-1-15,8 5 1 16,0-10 0-16,0-8 0 15,6-4 0-15,4-5-1 16,2-5 1-16,1-5 0 0,6-10 0 16,0 0-1-16,0-15 1 15,10-2 1-15,-2-5 0 16,6-9 1-16,4-1 0 16,0-6 0-16,1-3 1 0,6 1 0 15,-1-4-1-15,4-1 0 16,0 3 0-16,-1 0-1 15,0 3-2-15,-2 4 0 16,2 1 0-16,-4 1 0 0,0 3 0 16,-9 0 0-16,4 4 0 15,-6 1 0-15,0 2 0 16,-2 2 0-16,-2 3 0 16,-4 0 0-16,1 6 0 15,-2-1 0-15,-3 4 0 0,0 9 0 16,0-13 0-16,0 13 0 15,0 0 0-15,0-10 0 16,0 10 0-16,0 0 0 0,0 0 0 16,0 0 0-16,0 0 0 15,0 0 0-15,0 0 0 16,-3 13 0-16,3-1 0 16,0 3 0-16,5 10 0 0,3 3 0 15,2 5 0-15,2 4 0 16,3 6 0-16,6 4 0 15,-2 0 0-15,6 3 0 0,-5-3 0 16,2 1 0-16,-2 0 0 16,5-3 0-16,-2-1 0 15,-4-4 0-15,-1 0 0 16,-1-5 0-16,0-6 0 0,-2-2 0 16,0-4 0-16,-5-4 0 15,-3-3 0-15,1-2 0 16,-8-14 0-16,7 12 0 15,-7-12 0-15,0 0 0 16,0 0 0-16,0 0 0 0,0-14-3 16,0-2-44-16,0-1-43 15,-4-5-1-15</inkml:trace>
  <inkml:trace contextRef="#ctx0" brushRef="#br0" timeOffset="19797.48">6250 9724 302 0,'0'0'6'0,"0"0"1"0,0 0 1 0,3 8 0 16,-1 7 0-16,0 6 2 16,3 8 0-16,-1 9 1 0,3 9-7 15,-2 12 0-15,2 12 1 16,3 10-1-16,0 5-3 15,0 6-2-15,-3 1-1 16,-1 1-3-16,1 4-1 0,-7-10-3 16,0 5-9-16,0-6-11 15,-3-11-26-15,3 0-20 16</inkml:trace>
  <inkml:trace contextRef="#ctx0" brushRef="#br0" timeOffset="20297.46">6382 10738 288 0,'0'0'2'0,"-3"5"1"16,0 8 2-16,-3 5 0 15,6 7 1-15,-5 4 1 0,5 13 2 16,0 12 1-16,0 3 0 15,2 10 0-15,1 3 1 16,-1 5 1-16,-2 1 1 16,0 2-2-16,-2 0 0 0,-3-4-2 15,-3-5-2-15,0-4-1 16,3-8-2-16,1-4-1 16,-1-14-1-16,5 0-1 0,0-12-2 15,2-9-2-15,3-3 0 16,-5-15 0-16,10 5 0 15,-10-5-1-15,10-15 1 16,-5-3 2-16,-5-4 3 0,3 3 4 16,-3-1 1-16,0 4 2 15,0 4-1-15,0 12 0 16,0 0 0-16,-10 0-2 16,7 18-1-16,3 9-3 15,0 10-1-15,0 10 0 0,0 13-1 16,0 6 0-16,5 6 1 15,-2 5 0-15,2 5-1 16,-3 0 0-16,2-6-2 0,-4-6-3 16,0-4-10-16,0-7-40 15,0-9-28-15,-2-10-2 16</inkml:trace>
  <inkml:trace contextRef="#ctx0" brushRef="#br0" timeOffset="21497.67">6464 9243 260 0,'0'0'11'16,"0"0"4"-16,-12 0 4 16,1 0 4-16,4 2 1 15,-3 0 3-15,-3 2 1 0,1 0 0 16,3 1-8-16,9-5-4 15,0 0-3-15,5 9-3 16,11-6-1-16,7-3-1 0,9 0-8 16,8 0 0-16,0 0 0 15,0-3 0-15,-1 3 0 16,2 0 0-16,-9 0 0 16,-6 0 0-16,-1 6 0 0,-9 4 0 15,-4-1 0-15,-5 1 0 16,-7 3 0-16,-2 2 0 15,-10 4 0-15,-6 4 0 16,-6-1 0-16,-1 3 0 16,-9 0 0-16,1 3 0 0,3-5 0 15,-2-2 0-15,4-2 0 16,6-2 0-16,4-2 0 16,8-5 0-16,5 0 0 15,5-10 0-15,8 8 0 0,7-8 0 16,6 0 0-16,9-5 0 15,3-5 0-15,5 2 0 16,6-4 0-16,-2 0 0 0,6-1 0 16,-9 1 0-16,4 2 0 15,-8 2 0-15,-3 4 0 16,-11-2 0-16,0 6 0 16,-8 0 0-16,-1 0 0 0,-12 0 0 15,5 10 0-15,-5 1 0 16,-4-3 0-16,3 13 0 15,1-6-66-15,-10-1-26 16</inkml:trace>
  <inkml:trace contextRef="#ctx0" brushRef="#br1" timeOffset="26433.11">6407 11318 390 0,'0'0'5'0,"0"0"1"16,0 0 3-16,0 0 1 16,0 0 1-16,-3 8 1 0,3 5 0 15,0 4 0-15,0 5-4 16,0 8-2-16,3 5-2 15,-3 6-2-15,0 6 0 16,0 0 0-16,0 6 0 0,0-4 0 16,0 4 0-16,0-4 0 15,0-3 0-15,0-3 0 16,4 0 0-16,-1-12-1 0,3 0 0 16,-4-3 0-16,3-6 0 15,-4-1 1-15,3-9-2 16,-2 0 0-16,-2-12 0 15,5 13 0-15,-5-13 0 16,0 0 0-16,0 0 0 0,0 0 0 16,0 0 0-16,0-7 0 15,0 7-8-15,-3-11-5 16,3 11-20-16,16-7-51 16,-16 7-2-16</inkml:trace>
  <inkml:trace contextRef="#ctx0" brushRef="#br1" timeOffset="26847.34">6424 12569 471 0,'0'0'4'16,"0"0"2"-16,0 0 2 0,0 0 0 15,0 0 1-15,0 0-4 16,0 0-5-16,0 0 0 15,0 0 0-15,0 0 0 0,0 0 0 16,0 0 0-16,0 0 0 16,0 0 0-16,-10 3 0 15,10-3 0-15,0 0 0 16,0 0 0-16,0 0 0 16,0 0 0-16,0 0 0 0,0 0-26 15,0 0-62-15,0 0-2 16</inkml:trace>
  <inkml:trace contextRef="#ctx0" brushRef="#br1" timeOffset="27314.99">6414 12646 365 0,'0'0'8'16,"0"0"4"-16,0 0 1 16,0 0 3-16,0 0 1 0,0 0 0 15,0-10 2-15,0 10-1 16,0 0-7-16,0 0-3 15,-3 8-1-15,3 6-7 16,0 6 0-16,0 8 0 16,0 6 0-16,0 10 0 15,3 1 0-15,-1 3 0 0,2 1 0 16,0-3 0-16,-1 0 0 16,-2-5 0-16,5-9 0 15,-1-4 0-15,0-3 0 0,0-12 0 16,0-1 0-16,-5-12 0 15,0 0 0-15,7 2 0 16,-7-2 0-16,3-7 0 16,-3 7 0-16,2-15 0 0,-2 5 0 15,0 10-9-15,3-17-31 16,-3 17-46-16,0-13-3 16</inkml:trace>
  <inkml:trace contextRef="#ctx0" brushRef="#br1" timeOffset="49797.4">6379 13827 157 0,'0'0'10'0,"0"0"8"0,0 0 2 16,0 0 5-16,0 0 0 15,0 0 1-15,-7-2 0 0,7 2-1 16,-7 0-9-16,-4 5-6 16,6 5-3-16,-4 2-3 15,-3 6-2-15,-4 2-1 16,-4 6 0-16,1 5 0 0,-6 6 0 15,0 0 0-15,-10 7-1 16,5 6 0-16,-7 1 1 16,-2 5-1-16,-4 3 0 15,-4 3 0-15,-3 3 0 16,-5 4 1-16,1 0 0 0,-11 6-1 16,0-1 1-16,1 5-1 15,-3-2 0-15,2 2 1 16,-2-1-1-16,8-2 2 15,1-6-1-15,1 1 0 0,5-5 1 16,-2-1-1-16,4-3 0 16,3 0 1-16,2-8-2 15,3 1 1-15,-1-6-1 16,8-1-1-16,1-9-1 0,6 1-2 16,1-10-2-16,8-3-1 15,3-2-2-15,4-8-1 16,1 0 0-16,4-6 1 15,2-4 0-15,5-7 2 16,-4 10 1-16,4-10 0 0,0 0-3 16,0 0-9-16,0-7-22 15,0 7-26-15,0 0-3 16</inkml:trace>
  <inkml:trace contextRef="#ctx0" brushRef="#br1" timeOffset="50430.86">4824 15495 383 0,'0'0'5'0,"0"0"3"0,0 0 3 15,0 0-1-15,0 0 1 16,0 0 0-16,0 7 0 15,-2 6 0-15,-3 5-5 16,-6 7-3-16,4 1-3 0,-5 11 0 16,-1 0 0-16,-1 3 0 15,-2 2 0-15,-1-5 0 16,0 1 0-16,2-6 0 16,-3 0 0-16,6-7 0 15,-1-6-1-15,6-1 0 16,0-8 0-16,5 0 0 0,2-10 0 15,0 10 1-15,0-10-1 16,12 0 1-16,-3-3 1 16,7-4 1-16,6-3 1 0,0-5 1 15,8-3 0-15,2 2 1 16,8-5 0-16,-3-4 0 16,5 6-1-16,-2-3 0 0,3-2-1 15,-6 7 0-15,-8 3-1 16,-3 2 0-16,-4 1-2 15,-7 4 0-15,-6 2 0 16,-9 5 0-16,0 0 0 16,0 0 0-16,0 0-2 0,0 10-9 15,-9-5-21-15,9-5-53 16,-18 12-3-16</inkml:trace>
  <inkml:trace contextRef="#ctx0" brushRef="#br1" timeOffset="50980.6">4351 16198 333 0,'0'0'9'0,"0"0"4"0,0 0 4 16,8-7 3-16,-8 7-1 16,0 0 1-16,0 0 0 15,0 0 0-15,-8 17-8 16,-4 4-4-16,-10 4-3 15,0 6-3-15,-10 7 0 0,-1 4 0 16,-7 2 0-16,-2 1-1 16,3 2 0-16,-2-5-1 15,4-5 0-15,0 0 0 16,7-7-1-16,5-8 0 0,5-2-3 16,6-8-2-16,7-2-1 15,7-10-8-15,0 0-11 16,0 0-51-16,12-2-8 15</inkml:trace>
  <inkml:trace contextRef="#ctx0" brushRef="#br1" timeOffset="51363.83">3932 16211 420 0,'0'0'4'0,"0"0"3"0,0 0 1 16,0 0 2-16,0 0-1 15,0 0 1-15,0 0 1 16,3 18 1-16,4-4-4 16,6 8-2-16,6 6-2 0,4 6-2 15,9 4-2-15,3-1 0 16,-1-1 0-16,3 2 0 15,6-6 0-15,-3 3 0 0,-3-10 0 16,-3 0 0-16,-1-3 0 16,-4-6 0-16,-1 0 0 15,-8-7 0-15,-5-1 0 16,-5-3 0-16,0-2 0 16,-10-3 0-16,0 0 0 0,0 0 0 15,0 0 0-15,0 0 0 16,0 0 0-16,0 0-3 15,-7 0-87-15,7 0-2 16</inkml:trace>
  <inkml:trace contextRef="#ctx0" brushRef="#br1" timeOffset="56264.18">6563 13821 223 0,'0'0'4'0,"0"0"0"16,15 0 1-16,-3 0 4 0,9 1 2 15,4 4 2-15,7-2 1 16,10 2 1-16,6-3-3 15,5 1 0-15,10 0-3 0,3-1-2 16,7-2-3-16,6 0-1 16,6 0-1-16,2 0-1 15,5-2 0-15,12-1 0 16,1 0-1-16,8 1 1 16,0-3-1-16,11 2 0 0,10 3 0 15,0 0 0-15,11-2 0 16,1 2 0-16,5-3 0 15,6 2-1-15,5-2-1 16,4-1-2-16,-2-5-1 0,5 4 0 16,0-5 0-16,0 3 0 15,-5-3-1-15,-3 1 2 16,-2 1 2-16,-5 0 1 16,0 3 2-16,-9-2-1 0,-1 2 1 15,-8-3 0-15,-1 1-2 16,-8 0-4-16,-3 0-4 15,-15-1-6-15,-13 3-7 0,-8-5-16 16,-6 5-19-16,-22 3-13 16</inkml:trace>
  <inkml:trace contextRef="#ctx0" brushRef="#br1" timeOffset="57013.14">11581 13377 283 0,'0'0'7'0,"0"0"4"15,-11-2 0-15,11 2 5 16,-13-3 1-16,13 3 1 0,-14-6 3 16,14 6-1-16,-10-1-7 15,10 1-2-15,0 0-1 16,5 10-3-16,9 2-3 16,11 3-1-16,8 2 0 0,6 0 0 15,11 5-1-15,0 1-1 16,4-3 0-16,-1-3-1 15,-3 4 1-15,-8-2 1 16,-10 0 0-16,-10 4 1 16,-17-1 1-16,-5 3 1 15,-14 7 0-15,-11 0 0 0,-12 3 0 16,-9 2 0-16,-4-2-1 16,-1 2-2-16,-2-8 0 15,-1 1 0-15,4-5 0 0,4-3-2 16,10-1 0-16,6-7-5 15,3-4-2-15,12-2-8 16,15-8-26-16,-2 9-43 0,9-9-2 16</inkml:trace>
  <inkml:trace contextRef="#ctx0" brushRef="#br1" timeOffset="57714.52">12380 13461 343 0,'0'0'5'0,"0"0"1"0,0 0 1 0,0 0 3 16,0 0 2-16,5 7 1 16,-1 3 1-16,5 3 1 15,0 1-4-15,3 3-1 16,4 4-1-16,6 1-1 0,-5-4-3 15,6 4 0-15,0-8-2 16,-4 1-1-16,3-2-1 16,-4-1 0-16,-3-5-1 15,0 1-1-15,-6-3-2 0,1-2-3 16,-10-3-2-16,13 2-7 16,-13-2-21-16,0 0-45 15,0 0-3-15</inkml:trace>
  <inkml:trace contextRef="#ctx0" brushRef="#br1" timeOffset="57997.29">12810 13434 405 0,'0'0'6'0,"0"0"2"16,0 0 1-16,0 0 1 15,0 0 0-15,2 10 2 0,-2 4 1 16,-12 9 0-16,-6 7-4 16,-4 6-2-16,-5 10 0 15,-5 5-5-15,-6 4-2 16,-2 2 0-16,1-2 0 0,-1-4 0 16,0 1 0-16,5-9 0 15,6-6 0-15,4 0 0 16,3-10 0-16,11 4-6 15,6-10-81-15,5-9-3 16</inkml:trace>
  <inkml:trace contextRef="#ctx0" brushRef="#br1" timeOffset="64330.61">4722 16593 369 0,'0'0'5'16,"0"0"4"-16,0 0 1 16,-5 0 1-16,5 0 2 15,0 0 0-15,-12 2 1 0,12-2 0 16,-7 7-5-16,7-7-3 16,-13 10-2-16,3 1-2 15,5 3 0-15,-5 3-1 0,2 3-1 16,4-1 1-16,-4 6-1 15,6 0 1-15,2-5 0 16,0 4-1-16,5-6 0 16,4-5 0-16,4-4 0 15,4-3 0-15,3-4-1 16,0-2 1-16,5-8 0 0,-3-4 1 16,3-2 0-16,0-1 1 15,-5-8 0-15,5 6 2 16,-7-8 1-16,-4 1 1 15,-4 1 0-15,-5-2-6 0,-5-1 0 16,-5 2 0-16,-7 5 0 16,-6-1 0-16,-6 8 0 15,-1 1 0-15,-8 10 0 0,6 1 0 16,-1 1 0-16,1 8 0 16,10 3 0-16,-3 15-61 15,15-17-29-15</inkml:trace>
  <inkml:trace contextRef="#ctx0" brushRef="#br1" timeOffset="65514.07">12899 13949 410 0,'0'0'6'16,"0"0"1"-16,0 0 2 16,-4-2 0-16,4 2 2 15,0 0-1-15,-14 0 1 16,14 0-1-16,-9 5-4 0,2 2-2 16,1 8-1-16,2 2-1 15,-2 3-1-15,4 2 0 16,-1 0 0-16,3 3-2 15,5-5 1-15,8-2-1 0,-1-3 1 16,6-8-1-16,0-2 2 16,8-5 1-16,-3-4 0 15,4-4 3-15,-7-7-2 16,0-3-3-16,-5-4 0 0,-3-3 0 16,-12 0 0-16,0-1 0 15,-12 2 0-15,-5 5 0 16,-6 7 0-16,-7 4 0 0,0 8 0 15,-4 8 0-15,1 11 0 16,3 1 0-16,14-10-56 16,-2 22-34-16</inkml:trace>
  <inkml:trace contextRef="#ctx0" brushRef="#br1" timeOffset="66830.64">7192 9460 368 0,'0'0'7'0,"0"0"4"16,0 0 2-16,0-7 1 15,0 7 1-15,0 0 0 0,-2-10 1 16,2 10 0-16,-8-5-7 15,8 5-4-15,-15 11-1 16,8 0-3-16,1 4 0 16,4 5-1-16,-1 3 0 0,3-1 0 15,3 0-1-15,3-2 1 16,6-1 0-16,8-7 0 16,-1-4 1-16,1-5 0 15,5-3 1-15,-1-11 0 0,1-1 2 16,-2-5 0-16,-3-5-1 15,-10-3-3-15,0 0 0 16,-10-2 0-16,-3-1 0 16,-9 3 0-16,-11 4 0 0,-2 3 0 15,-7 8 0-15,0 10 0 16,-3 3 0-16,3 12 0 16,2 8 0-16,16-9-40 15,1 23-48-15</inkml:trace>
  <inkml:trace contextRef="#ctx0" brushRef="#br1" timeOffset="69013.17">6397 9289 295 0,'0'0'9'0,"0"0"6"0,0 0 3 16,0 0 2-16,0-13 3 16,0 13 2-16,-2-7 0 15,2 7 0-15,0 0-7 0,-3-12-6 16,3 12-2-16,0 0-3 16,0 0-2-16,0 0-1 15,0 0-4-15,0 0 0 16,0 0 0-16,12 8 0 15,-2-4 0-15,3 2 0 0,4 1 0 16,8-2 0-16,5 0 0 16,2-3 0-16,5-2 0 15,3 0 0-15,5-2 0 16,0-3 0-16,-3 3 0 0,-5-1 0 16,0 0 0-16,-10 0 0 15,1 3 0-15,-10 0 0 16,-2 0 0-16,-7 0 0 0,-9 0 0 15,9 6 0-15,-9-6 0 16,0 0 0-16,0 12 0 16,0-12 0-16,-16 15 0 15,7-5 0-15,-5 0 0 0,-2 5 0 16,-6 3 0-16,5-1 0 16,-6 0 0-16,1 3 0 15,0 0 0-15,-1 0 0 16,-2 2 0-16,3-5 0 0,-2 3 0 15,-1 0 0-15,2-4 0 16,0 2 0-16,2-3 0 16,-2-2 0-16,3 2 0 15,3-6 0-15,2 1 0 16,3-3 0-16,3 1 0 0,9-8 0 16,-14 10 0-16,14-10 0 15,0 0 0-15,0 0 0 16,-5 7 0-16,5-7 0 0,0 0 0 15,7 5 0-15,-7-5 0 16,18 0 0-16,-6 0 0 16,4 0 0-16,3 0 0 15,3-2 0-15,3-1 0 0,3-4 0 16,4 2 0-16,3 0 0 16,-1-4 0-16,1 3 0 15,2-1 0-15,-2 2 0 16,-3-1 0-16,0 5 0 0,-5-2 0 15,-4-2 0-15,-2 2 0 16,-7 1 0-16,-1 2 0 16,-13 0 0-16,15-2 0 15,-15 2 0-15,0 0 0 16,0 0 0-16,0 0 0 0,0 0 0 16,0 0 0-16,0 0 0 15,0 0 0-15,0 0 0 16,0 0 0-16,0 0 0 0,0 0 0 15,0 0 0-15,0 0 0 16,4-8-46-16,-4 8-48 16</inkml:trace>
  <inkml:trace contextRef="#ctx0" brushRef="#br1" timeOffset="98930.54">7146 14793 402 0,'0'0'3'0,"0"0"2"0,0 0 1 15,0 0-1-15,0 0 1 16,-4 9 1-16,-3 3-1 0,0 5 1 16,-1 8-3-16,-2 2-2 15,3 3 0-15,2 4-1 16,1-1 0-16,4-4 1 15,9-1-1-15,5-8 0 0,4-9 0 16,5-2 0-16,3-7 0 16,-1-2 0-16,3-11 1 15,-3 0 2-15,-3-7 0 0,-5-5 1 16,-2 1 0-16,-7-6 1 16,-6-1-1-16,-2-4 0 15,-7 1 0-15,-4-2-2 16,-6 5-1-16,-3 2-2 15,-1 4 0-15,-2 5 0 0,3 6 0 16,-3 10 0-16,1 2 0 16,5 10-3-16,2 2-3 15,5 3-8-15,2 3-10 16,8-1-60-16,0 0-1 0</inkml:trace>
  <inkml:trace contextRef="#ctx0" brushRef="#br1" timeOffset="99180.51">7545 14933 440 0,'0'0'0'0,"0"0"0"0,0 0 3 15,0 10 1-15,0 2 1 16,0 3 1-16,0 5-1 15,-5 4 1-15,-2 5 1 16,-2 5-2-16,0 0-2 0,-3-2-4 16,5 4-5-16,-6-10-10 15,8-4-36-15,5 0-31 16,-3-5-3-16</inkml:trace>
  <inkml:trace contextRef="#ctx0" brushRef="#br1" timeOffset="99563.79">7684 14827 434 0,'0'0'1'0,"0"0"2"16,0 0-1-16,0 0 2 15,0 0 0-15,0 0 1 16,0 0 0-16,-6 19 1 0,4-4-2 15,2 4 0-15,0 5-2 16,0-1 0-16,0 2-1 16,8-5 1-16,-1-2-2 15,7-6 1-15,2-6 0 0,4-5 0 16,0-2 0-16,2-10 1 16,-5-3 1-16,3-4 0 15,-4-7 1-15,-9-2 0 0,-4-3 0 16,-3-2 0-16,-8-3 0 15,-7 1-4-15,-2 4 0 16,-3 0 0-16,-3 7 0 16,-2 9 0-16,4 6 0 0,-5 8 0 15,4 8-8-15,5 2-8 16,6 10-25-16,9 2-45 16,0 3-1-16</inkml:trace>
  <inkml:trace contextRef="#ctx0" brushRef="#br1" timeOffset="99780.81">8104 14818 475 0,'0'0'1'0,"0"0"-1"16,0 11 1-16,0 1-1 15,0 3 1-15,-5 8 0 16,-2 3 0-16,-7 6 0 0,0 3 0 15,-1 1 0-15,-2 3-5 16,-1-7-6-16,6 2-19 16,5-6-53-16,-4-7-1 15</inkml:trace>
  <inkml:trace contextRef="#ctx0" brushRef="#br1" timeOffset="100147.15">8308 14601 462 0,'0'0'0'16,"0"0"0"-16,0 0-1 16,-3 10 1-16,1 1 0 0,-3 6 0 15,2 4 0-15,-5 4 0 16,4 2 0-16,-1 0 0 15,0 0 1-15,5-2-1 16,0-5 1-16,7-4-1 0,5-10 1 16,6-1 0-16,2-5 0 15,4-7 0-15,-1-3 2 16,0-5 1-16,-3-7-1 16,-3-3 1-16,-5-7-1 0,-6 0 1 15,-6-3-1-15,-9 0-1 16,-5 3-1-16,-6 3-1 0,-5 8 0 15,-2 6-3-15,0 11-4 16,-3 1-9-16,7-11-51 16,3 21-17-16</inkml:trace>
  <inkml:trace contextRef="#ctx0" brushRef="#br1" timeOffset="100414.07">8638 14273 493 0,'0'0'0'16,"0"0"0"-16,0 0 1 0,15 5 0 15,-6 6 1-15,7 3 0 16,1 9 1-16,5 6-1 16,1 11 1-16,2 9 1 0,-3 6-4 15,-7 7 0-15,-5 6 0 16,-10 2 0-16,-15 5 0 15,-15 2 0-15,-15-3 0 16,-9 0 0-16,-18-5 0 0,-3 0-8 16,-14-11-19-16,-3-4-56 15,0-4-5-15</inkml:trace>
  <inkml:trace contextRef="#ctx0" brushRef="#br1" timeOffset="100914.47">6807 14677 362 0,'0'0'8'0,"0"0"2"0,0 0 4 0,0 0 0 0,-10 0 2 16,10 0 0-16,-13 13 0 16,3 5 0-16,3 8-6 15,-2 12-3-15,0 11-3 16,2 9-1-16,5 10-1 0,2 7-1 15,6 1 0-15,13-2 0 16,11-1-3-16,3-9-6 16,28-30-49-16,6 11-27 15,15-12-1-15</inkml:trace>
  <inkml:trace contextRef="#ctx0" brushRef="#br1" timeOffset="111964.58">6278 13409 240 0,'0'0'7'0,"0"0"4"16,0 0 2-16,4 5 1 0,-4-5 1 16,0 0 1-16,5 13 3 15,-5-13 0-15,0 0-5 16,0 9-3-16,0-9-1 16,0 0-3-16,-5 12-1 0,5-12-15 15,-16 4-60-15,16-4-5 16</inkml:trace>
  <inkml:trace contextRef="#ctx0" brushRef="#br1" timeOffset="124464.07">803 3961 409 0,'0'0'6'0,"0"0"3"16,0-13 1-16,0 13 3 15,-2-14 0-15,2 14 0 0,0-11 1 16,0 11-1-16,0 0-5 15,-5 9-5-15,5 12-3 16,0 7 0-16,0 4 0 16,0 8 0-16,0-4 0 0,0 9 0 15,0-8 0-15,0 1 0 16,0-6 0-16,0-6 0 16,0-2 0-16,0-10 0 15,-5 1 0-15,5-15 0 0,-9 5 0 16,9-5 0-16,-16-20 0 15,9-1 0-15,0-10 0 16,-1-4 0-16,5-6 0 16,1-4 0-16,2-2 0 0,0 4 0 15,5-1 0-15,5 9 0 16,0-2 0-16,4 9 0 16,4 7 0-16,5 3 0 15,-1 5 0-15,10 6 0 0,-5 7 0 16,5 0 0-16,-4 10 0 15,-1 8 0-15,-4 4 0 16,-9 3 0-16,-3 2 0 0,-6 3 0 16,-5-3 0-16,-10 1 0 15,-5-1 0-15,-5-10 0 16,0 2 0-16,-2-5 0 16,-1-3 0-16,1-5 0 15,7-2 0-15,3 1 0 16,12-5 0-16,-13 5 0 0,13-5 0 15,8 5 0-15,7-2 0 16,2 1 0-16,5 2 0 16,3 4 0-16,5-3 0 0,-3 6 0 15,1-2 0-15,-4 3 0 16,-4-3 0-16,-2 7 0 16,-6-8-13-16,3 4-33 15,-5 2-41-15,-3-7-1 0</inkml:trace>
  <inkml:trace contextRef="#ctx0" brushRef="#br1" timeOffset="124797.2">1298 4092 445 0,'0'0'4'0,"0"0"1"0,0 0 1 15,-7 0-1-15,7 0 0 16,-12 15 1-16,1-2-1 0,-1 4 1 15,2 3-4-15,2 5-2 16,3 0 1-16,5-4-1 16,3 2 1-16,5-4 0 15,9-4 0-15,3-8 0 0,7-1 1 16,-2-6 0-16,0 0 0 16,2-10 0-16,-4-2 0 15,-7-8 1-15,2 2-1 16,-13-4 0-16,-2-1-2 0,-3 1 0 15,-8 3 0-15,-10 6 0 16,4 1 0-16,-6 5-2 16,3 7-7-16,-6-6-13 15,6 9-62-15,7 4-2 0</inkml:trace>
  <inkml:trace contextRef="#ctx0" brushRef="#br1" timeOffset="125080.5">1633 3928 468 0,'0'0'5'0,"0"0"1"15,0 0 0-15,0-10 0 16,0 10 0-16,0 0 0 0,-2 14 2 16,0 5-8-16,-1 6 0 15,-4 5 0-15,5 9 0 16,-4-2 0-16,1 5 0 15,5-4 0-15,0-4 0 0,0-4 0 16,5-3 0-16,3-10 0 16,4-2 0-16,8-8 0 15,-1-4 0-15,9-3 0 16,-1-4 0-16,3-7 0 16,0 1-7-16,-5-7-78 0,-1-2-3 15</inkml:trace>
  <inkml:trace contextRef="#ctx0" brushRef="#br1" timeOffset="125280.53">1559 4089 411 0,'0'0'6'16,"0"0"1"-16,0 0 3 16,0 0 1-16,12 0 0 0,1 0 2 15,2 0 1-15,5 0 0 16,2-1-5-16,5-2-4 15,3 0-5-15,2 3 0 0,0-3 0 16,3 3-20-16,-7 0-64 16,-6 0-4-16</inkml:trace>
  <inkml:trace contextRef="#ctx0" brushRef="#br1" timeOffset="125984.83">2074 4089 389 0,'0'0'9'0,"0"0"2"15,-13-4 2-15,13 4 3 0,-16-6 0 16,16 6 1-16,-14-9 1 15,14 9 0-15,-12-5-14 16,12 5-4-16,0 0 0 16,0 0 0-16,10-2 0 15,4 2 0-15,4-3 0 0,5 0 0 16,4 3 0-16,0 0 0 16,3 0 0-16,-6 0 0 15,1 0 0-15,-4 6 0 0,-9 1 0 16,-8 2 0-16,-4 4 0 15,-4 4 0-15,-8-2 0 16,-6 3 0-16,-10 4 0 16,4-2 0-16,-6-1 0 15,-3 1 0-15,1 0 0 0,4-3 0 16,7 1 0-16,1-4 0 16,5-3 0-16,15 1 0 15,0-12 0-15,12 13 0 0,8-11 0 16,4 0 0-16,12-2 0 15,-1 0 0-15,4-4 0 16,-2-1 0-16,5-1 0 16,-4 2 0-16,-3-2 0 0,-5 2 0 15,-5 2 0-15,-6 2 0 16,-8 0 0-16,-2 0 0 16,-9 0 0-16,0 0 0 15,0 12 0-15,0-12 0 0,-9 10 0 16,1-8 0-16,3-10-75 15,5 8-15-15</inkml:trace>
  <inkml:trace contextRef="#ctx0" brushRef="#br1" timeOffset="126363.87">2677 3820 461 0,'0'0'4'0,"0"0"2"0,5-13 1 15,-5 13 1-15,0-12-1 16,0 12 0-16,0 0 1 0,-5 12-5 15,-7 10-3-15,-1 16 0 16,-6 11 0-16,1 6 0 16,-2 9 0-16,1 5 0 15,1 4 0-15,6-9 0 16,1 0 0-16,6-8 0 16,5 0 0-16,3-12 0 0,7-4 0 15,7-7 0-15,3-12 0 16,4-3 0-16,5-11-2 15,10-11-64-15,-6 1-21 0</inkml:trace>
  <inkml:trace contextRef="#ctx0" brushRef="#br1" timeOffset="126863.78">2960 4023 451 0,'0'0'5'16,"0"0"2"-16,0 0 1 0,0-10 0 16,0 10 1-16,0 0-1 15,-12-4 1-15,5 4-3 16,-6 8-6-16,-1 7 0 16,-2 10 0-16,-1 3 0 0,2 7 0 15,-2 2 0-15,-1-1 0 16,11 5 0-16,2-8 0 15,5 1 0-15,5-7 0 16,2-5 0-16,11-8 0 0,-1-4 0 16,5-6 0-16,-1-4 0 15,3-8 0-15,-4-5 0 16,0-4 0-16,-3-8 0 16,-4-5 0-16,-3-2 0 0,-6-3 0 15,-4-1 0-15,-2-2 0 16,-9 3 0-16,-3 5 0 15,-3 6 0-15,-3 7 0 0,-3 7 0 16,2 5 0-16,0 5 0 16,3 7 0-16,7 8 0 15,1 5 0-15,4 0 0 16,6 4 0-16,6 1 0 16,6 0 0-16,2 0 0 15,11-2 0-15,3-4 0 0,2-7 0 16,9-2-29-16,-3-2-58 15,-4-5-3-15</inkml:trace>
  <inkml:trace contextRef="#ctx0" brushRef="#br1" timeOffset="127064.54">3247 4152 480 0,'0'0'3'0,"0"0"1"0,0 0 0 0,0 0 1 16,0 0 0-16,-4 14 1 15,4-1-2-15,0 1-4 16,6 9 0-16,-6-1 0 16,7 3 0-16,0 3 0 15,1-2 0-15,-4-3 0 0,7-2 0 16,-8 7-80-16,4-15-8 16</inkml:trace>
  <inkml:trace contextRef="#ctx0" brushRef="#br1" timeOffset="127330.73">3443 3782 482 0,'0'0'3'16,"0"0"0"-16,0 0 2 0,4-7-1 16,-4 7 1-16,12 0 0 15,-1 7-1-15,6 9-4 16,3 6 0-16,3 12 0 15,4 8 0-15,-5 8 0 0,3 7 0 16,-3 5 0-16,-8 2 0 16,-5 0 0-16,-9-1 0 15,-9 1 0-15,-12-2 0 16,-9-5 0-16,-10 0 0 0,-4 2 0 16,-11-4 0-16,-3-4-62 15,5-1-28-15</inkml:trace>
  <inkml:trace contextRef="#ctx0" brushRef="#br1" timeOffset="132064.96">3935 4196 396 0,'0'0'5'0,"0"0"2"15,0 0 2-15,0 0 0 16,0 0 1-16,0 0 1 16,-8-7-1-16,8 7 1 0,-8 2-5 15,8-2-2-15,-7 12-2 16,7-2 0-16,0 0-1 16,2 1 0-16,-2-11 1 15,18 12 0-15,-3-10 0 0,-3-2 1 16,3 0 0-16,0-2 1 15,-3-6 1-15,-4-2-1 16,-7 3-2-16,-1 7-2 0,-6-14 0 16,-9 14 0-16,0 0 0 15,0 4 0-15,-2 3-14 16,0 11-71-16,11 2-2 16</inkml:trace>
  <inkml:trace contextRef="#ctx0" brushRef="#br1" timeOffset="133764.54">6262 8821 236 0,'0'0'9'15,"0"0"6"-15,0 0 6 0,6-8 2 16,-6 8 2 0,0 0 1-16,5-12 3 0,-5 12-1 15,0 0-6-15,0 0-7 16,0 0-5-16,0 0-2 16,-7-2-3-16,7 2-2 0,-9 7-1 15,9-7-1-15,-7 15-1 16,7-15 1-16,-2 12-1 15,2-12 2-15,0 13-1 16,0-13 1-16,14 3 0 16,-3-3 0-16,1-6 1 0,1 1 0 15,-4-4 1-15,3-4-1 16,-3 3 0-16,-2-4 1 16,-5 1-1-16,-2-2-3 0,0 2 0 15,-7 5 0-15,-4 0 0 16,2-1 0-16,-1 8 0 15,0 1 0-15,-2 0 0 16,2 4 0-16,2 6 0 0,1 2 0 16,2 1 0-16,2 2 0 15,1 2 0-15,2-1 0 16,5-4 0-16,4 2 0 0,2-3 0 16,1-7 0-16,6-1 0 15,-1-1 0-15,3-2 0 16,-3-5 0-16,-2-2 0 15,-6-6 0-15,1 4 0 16,-4-3 0-16,-3-4 0 0,-3 7 0 16,-5-2 0-16,-3 2 0 15,-4 4 0-15,2 2 0 16,-3 3 0-16,-2 0 0 16,0 5 0-16,5 3 0 0,1 2 0 15,-2 2 0-15,6 0 0 16,3 1 0-16,2-1 0 15,5-2 0-15,5-2 0 16,5-4 0-16,3-1 0 0,1-3 0 16,4-5 0-16,-3-5 0 15,-1-2 0-15,-1-4 0 16,-4 2 0-16,-6-1 0 16,-5 0 0-16,-3 3 0 0,-13 4 0 15,-2 3 0-15,-2 5 0 16,-6 0 0-16,4 10 0 15,1 3 0-15,6 7-3 0,12 5-82 16,0-6-2-16</inkml:trace>
  <inkml:trace contextRef="#ctx0" brushRef="#br1" timeOffset="135783.85">6280 8787 149 0,'0'0'5'0,"0"0"2"0,5 0 2 16,-5 0 0-16,0 0 1 15,0 0 2-15,13 0-1 16,-13 0 0-16,0 0-3 0,0 0-3 16,0 0-1-16,0 0-2 15,0 0 0-15,0 0-1 16,0 0 0-16,0 0 0 0,0 0 1 15,0 0-1-15,0 0 0 16,0 0 0-16,0 0-1 16,0 0 1-16,0 0-1 0,0 0 0 15,0 0 0-15,0 0 0 16,7 0-1-16,-7 0 1 16,0 0 0-16,0 0 1 15,0 0 0-15,0 0 0 16,0 0-1-16,0 0-1 0,0 0-4 15,0 0-9-15,0 0-7 16,0 0-6-16,0 0-1 16,0 0-3-16,0 0-4 15,0 0-6-15,0 0-3 0</inkml:trace>
  <inkml:trace contextRef="#ctx0" brushRef="#br1" timeOffset="138413.81">6280 8787 76 0,'12'-8'6'0,"-12"8"3"0,0 0 7 15,0 0 5-15,8 0 3 0,-8 0 6 16,0 0 2-16,0 0 3 16,0 0-6-16,10 0-2 15,-10 0-3-15,0 0-6 16,0 0-4-16,0 0-2 0,0 0-2 15,0 0-4-15,0 0 0 16,0 0-3-16,0 0 0 16,0 0 0-16,0 0 1 15,7 0 0-15,-7 0 0 16,0 0 1-16,0 0 1 0,0 0 1 16,0 0 1-16,0 0-1 15,0 0 0-15,0 0 0 16,11-7 0-16,-11 7-1 15,0-10-1-15,0 10 0 0,2-18-1 16,-2 18 0-16,2-18 0 16,-2 11 0-16,3-2-1 0,-3-1 1 15,0 0-2-15,0 0-2 16,0-2 0-16,0 1 0 16,0 3 0-16,0-3 0 15,0 1 0-15,0 0 0 16,0-1 0-16,0 3 0 0,-3-3 0 15,3 1 0-15,0-2 0 16,0 2 0-16,0 1 0 16,0 9 0-16,0-18 0 0,0 18 0 15,0-17 0-15,0 17 0 16,-2-15 0-16,2 15 0 16,-2-13 0-16,2 13 0 15,0-15 0-15,0 15 0 0,-4-15 0 16,4 15 0-16,-2-14 0 15,2 14 0-15,0-15 0 16,0 15 0-16,-5-15 0 16,5 15 0-16,-2-17 0 0,2 9 0 15,-3-2 0-15,3 1 0 16,-2-1 0-16,2 0 0 16,0 2 0-16,0-2 0 15,0 0 0-15,0 0 0 16,0 1 0-16,0-2 0 0,0 2 0 15,0-1 0-15,0-3 0 16,0 1 0-16,0 2 0 16,-3-2 0-16,3-1 0 0,0 1 0 15,0 1 0-15,0 0 0 16,0-3 0-16,0 3 0 16,0-1 0-16,0-1 0 15,0 1 0-15,-2-1 0 16,2 1 0-16,0-2 0 0,0-3 0 15,0 6 0-15,0 1 0 16,-2-4 0-16,2 0 0 16,0 3 0-16,0-2 0 15,-3 3 0-15,1 0 0 0,2 0 0 16,0 0 0-16,0-2 0 16,0-1 0-16,0 4 0 15,-3-4 0-15,3 2 0 16,0 0 0-16,0 1 0 0,0-2 0 15,0 4 0-15,0-2 0 16,0 0 0-16,0 10 0 16,0-15 0-16,0 15 0 15,0-10 0-15,0 10 0 0,0 0 0 16,3-9 0-16,-3 9 0 16,0 0 0-16,0 0 0 15,0 0 0-15,0 0 0 0,0 0 0 16,0 0 0-16,0 0 0 15,0 0 0-15,0 0 0 16,0 0 0-16,0 0 0 16,2 9 0-16,-2 1 0 15,3 5 0-15,-3 3 0 0,2 4 0 16,3 7 0-16,-3 1 0 16,1 3 0-16,1-2 0 15,1 9 0-15,1-5 0 0,-1 2 0 16,0 1 0-16,-3-1 0 15,3-1 0-15,-3 0 0 16,1 4 0-16,2-9 0 16,-2 4 0-16,-1-3 0 15,3-2 0-15,-2-2 0 0,-3 1 0 16,4-2 0-16,-4-2 0 16,2 0 0-16,-2-6 0 15,0 4 0-15,0-3 0 16,0-3 0-16,0-2 0 0,-4-1 0 15,4-1 0-15,-2-3 0 16,2 0 0-16,0-10 0 16,0 15 0-16,0-15 0 15,0 10 0-15,0-10 0 0,0 0 0 16,0 0 0-16,0 0 0 16,0 7 0-16,0-7 0 15,0 0 0-15,4-4 0 0,-4 4 0 16,0-13 0-16,0 3 0 15,0-3 0-15,0-4 0 16,0-3 0-16,0 0 0 16,0-6 0-16,-2-1 0 0,0-1 0 15,-1-4 0-15,3-1 0 16,-2-3 0-16,-1-2 0 16,1-1 0-16,-1 1 0 15,0-2 0-15,1-1 0 0,2-2 0 16,-5 0 0-16,2 4 0 15,-1-1 0-15,-1 4 0 16,-2-2 0-16,1 4 0 16,1 4 0-16,3 0 0 0,-1 6 0 15,1-1 0-15,-1 3 0 16,1-3 0-16,2 7 0 16,0 1 0-16,0 0 0 15,0 4 0-15,-2 1 0 0,2 2 0 16,0 10 0-16,0-12 0 15,0 12 0-15,0 0 0 16,0-10 0-16,0 10 0 0,0 0 0 16,0 0 0-16,0 0 0 15,0 0 0-15,0 13 0 16,0 1 0-16,0 3 0 16,0 6 0-16,0 8 0 15,0 5 0-15,0 3 0 0,4 7 0 16,-1 0 0-16,2 6 0 15,-1-3 0-15,-1 6 0 16,3 0 0-16,-4-1 0 16,0 0 0-16,1-1 0 0,-3-2 0 15,2-4 0-15,1-2 0 16,-3 0 0-16,0-7 0 16,0-3 0-16,0-1 0 15,0-7 0-15,0-5 0 0,0-2 0 16,-3-5 0-16,3-3 0 15,0-12 0-15,-2 7 0 16,2-7 0-16,0-7 0 16,0-4 0-16,0-5 0 0,0-4 0 15,0-7 0-15,0-5 0 16,0-3 0-16,0-7 0 16,0 0 0-16,-3-8 0 15,1-5 0-15,0-2 0 16,-4-2 0-16,3 0 0 0,-1-4 0 15,1 1 0-15,1 1 0 16,-1 1 0-16,-1 3 0 16,1 6 0-16,1 1 0 0,2 3 0 15,0 7 0-15,0-2 0 16,0 10 0-16,0 1 0 16,0 10 0-16,0 1 0 15,0 7 0-15,0 3 0 0,0 10 0 16,0-9 0-16,0 9 0 15,0 0 0-15,-6 12 0 16,4 5 0-16,-1 10 0 16,1 8 0-16,2 13 0 0,0 6 0 15,0 6 0-15,2 6 0 16,1 1 0-16,5 2 0 16,-1 1 0-16,3-8 0 15,-3-3 0-15,3 1 0 0,-2-11 0 16,-1 3 0-16,0-9 0 15,1-6 0-15,0-5 0 16,-8-10 0-16,4 0 0 16,-2-10 0-16,1-1-31 0,17-11-56 15,-20 0-3-15</inkml:trace>
  <inkml:trace contextRef="#ctx0" brushRef="#br1" timeOffset="139330.57">6312 7649 326 0,'0'0'5'0,"0"0"5"0,0 0 2 15,0-14 4-15,0 14 3 0,0-13 0 16,0 13 1-16,0-15 1 15,0 15-4-15,0-12-4 16,0 12-3-16,0 0-2 16,0 0-3-16,-5 5-1 15,-2 5-2-15,-3 5 2 0,0 4-4 16,-2 4 0-16,-3 2 0 16,-2 2 0-16,-4 1 0 15,4-1 0-15,0 2 0 16,1-2 0-16,0-2 0 0,2 0 0 15,3-5 0-15,1 2 0 16,4-8 0-16,1-1 0 16,3-3 0-16,2-10 0 0,0 10 0 15,0-10 0-15,9 0 0 16,-9 0 0-16,21-17 0 16,-11 1 0-16,5-1 0 15,-1-8 0-15,2 1 0 0,-2-5 0 16,1-2 0-16,0-3 0 15,-2 5 0-15,-1-5 0 16,-1 3 0-16,-4 3 0 16,0 2 0-16,-2 5 0 0,0 2 0 15,0 3 0-15,-2 1 0 16,-3 7 0-16,0 8 0 16,2-11 0-16,-2 11 0 15,0 0 0-15,0 0 0 16,7 12 0-16,-4 4 0 0,2 0 0 15,-1 7 0-15,5 4 0 16,-2 2 0-16,2-1 0 16,1 7 0-16,3-6 0 0,-4-1 0 15,1-2 0-15,6-1 0 16,-4-2 0-16,-2-6 0 16,5 1 0-16,-5-5 0 15,2-2 0-15,-4-3 0 0,5-1 0 16,-13-7 0-16,12 10 0 15,-12-10 0-15,7 8 0 16,-7-8 0-16,0 0 0 16,0 0 0-16,0 0 0 0,0 0 0 15,0 0 0-15,0 0 0 16,0 0 0-16,0 0 0 16,0 10-12-16,-2 2-72 15,2-12-7-15</inkml:trace>
  <inkml:trace contextRef="#ctx0" brushRef="#br1" timeOffset="140364.13">6556 7578 352 0,'0'0'7'0,"0"0"5"16,0 0 2-16,0 0 1 15,0 0 1-15,0 0 0 0,0 0 1 16,0 0 1-16,0 0-6 16,0 0-4-16,0 0-1 15,7-8-2-15,8 5 0 16,0 3-1-16,5 0-1 0,3 0-3 15,1-1 0-15,1 1 0 16,0 0 0-16,0 0 0 16,-2-3 0-16,-4 3 0 0,-1 0 0 15,-2-3 0-15,0 3 0 16,-9 0 0-16,3 0 0 16,-10 0 0-16,10 0 0 15,-10 0 0-15,0 0 0 0,0 0 0 16,0 7 0-16,0-7 0 15,-15 18 0-15,0-3 0 16,-2 3 0-16,-8-1 0 16,1 2 0-16,-6 1 0 0,2 3 0 15,1-4 0-15,-1 1 0 16,6 0 0-16,-1-8 0 16,6 1 0-16,8-3 0 15,-2-1 0-15,11-9 0 0,-2 13 0 16,2-13 0-16,4 5 0 15,5-3 0-15,4-2 0 16,6 0 0-16,3 0 0 16,5-2 0-16,3 0 0 0,2-4 0 15,5-1 0-15,1 0 0 16,-3 2 0-16,2 0 0 16,-2 2 0-16,-3-2 0 15,-5 3 0-15,1 0 0 0,-8-1 0 16,-3 0 0-16,-2 3 0 15,-3-2 0-15,-12 2 0 16,12 0 0-16,-12 0 0 16,0 0 0-16,0 0 0 0,0 0 0 15,0 0 0-15,0 0 0 16,0 0 0-16,0 0 0 16,0 0 0-16,-5 0 0 15,5 0 0-15,-16 0 0 16,16 0 0-16,-21 0-43 0,-1 0-47 15,11-5-2-15</inkml:trace>
  <inkml:trace contextRef="#ctx0" brushRef="#br1" timeOffset="141164.6">6606 7588 360 0,'0'0'5'0,"0"0"2"15,0 0 2-15,0 0 3 16,0 0 1-16,0 0 0 16,0 0 1-16,0 0 0 15,0 0-5-15,0 0 0 0,0 0-1 16,5 0-3-16,2 0 1 16,3-3-1-16,7 3 0 15,4-3 0-15,-2-1 0 16,6 1-1-16,2 0-1 0,1 1-3 15,-3 2 0-15,-1 0 0 16,-2 0 0-16,-1 0 0 16,0 0 0-16,-5 0 0 15,-2 0 0-15,-3 0 0 0,-2 0 0 16,-9 0 0-16,10 0 0 16,-10 0 0-16,0 0 0 15,0 10 0-15,-3-2 0 16,-8 1 0-16,-1 1 0 0,-1 5 0 15,-8 2 0-15,0 1 0 16,-4 2 0-16,0-3 0 16,-5 0 0-16,5-1 0 15,-3 0 0-15,4-1 0 0,-1-2 0 16,3-3 0-16,1 0 0 16,7-1 0-16,2-2 0 15,-1-1 0-15,13-6 0 16,-12 7 0-16,12-7 0 0,0 0 0 15,0 8 0-15,9-4 0 16,7-4 0-16,1 3 0 16,5 0 0-16,6-3 0 15,2 0 0-15,4 0 0 16,1-3 0-16,2 0 0 0,-2-1 0 16,3 0 0-16,-4-2 0 15,-1 1 0-15,-6 2 0 16,-5 0 0-16,-4 2 0 0,-2 1 0 15,-3 0 0-15,-3 0 0 16,-10 0 0-16,11 4 0 16,-11-4-31-16,0 0-55 15,0 10-2-15</inkml:trace>
  <inkml:trace contextRef="#ctx0" brushRef="#br1" timeOffset="147580.76">4556 3995 414 0,'0'0'6'0,"0"0"2"16,0-10 2-16,0 10 1 16,-5-9 2-16,5 9 0 0,0 0 0 15,-5-10 0-15,5 10-6 16,-2 10-4-16,2 6-3 15,0 5 0-15,0 6 0 16,0 0 0-16,0 5 0 0,4 1 0 16,-1-1 0-16,2-3 0 15,-1-1 0-15,-1-8 0 16,2 2 0-16,-5-5-14 16,1-2-16-16,18-5-54 0,-19-10-4 15</inkml:trace>
  <inkml:trace contextRef="#ctx0" brushRef="#br1" timeOffset="147964.51">4243 3985 333 0,'0'0'9'0,"0"0"3"0,0 0 3 16,0 0 3-16,0 0 0 15,0 0 2-15,0 0 1 16,8-7 1-16,9 2-8 16,4 0-3-16,12-2-2 15,7-3 0-15,4 0-9 0,6-3 0 16,3 3 0-16,1-1 0 15,-4-2 0-15,-3 6 0 16,-7-1 0-16,-11 3 0 0,2 0 0 16,-14 5 0-16,-4 0 0 15,-13 0 0-15,12 0 0 16,-12 0 0-16,0 0 0 16,0 13 0-16,0-13-7 0,0 0-41 15,-3 16-38-15,-2 0-2 16</inkml:trace>
  <inkml:trace contextRef="#ctx0" brushRef="#br1" timeOffset="149097.16">4781 4159 236 0,'0'0'9'15,"0"0"6"-15,-2-7 6 16,2 7 2-16,0 0 3 16,-2-13 1-16,2 13 4 15,0-7-1-15,0 7-7 16,0 0-5-16,0 0-5 0,0 0-3 16,4-3-2-16,5 3-2 15,5 5-2-15,1 3-1 0,2 2 0 16,3-3-1-16,3 5-1 15,-4 3 1-15,-1 0-2 16,-3-3 0-16,-2 3 0 16,-6 0 0-16,-2 1 0 0,-5 1 0 15,0-5 0-15,-5 1 0 16,-2-7 0-16,-2 4 0 16,0-4 0-16,9-6 0 15,-15 0 0-15,15 0 0 0,-8-16 0 16,8 1 0-16,0-1 0 15,6-4 0-15,4-2 0 16,-1-1 0-16,4 1 0 16,2-1 0-16,2 1 0 0,0 2 0 15,1 3 0-15,1-1 0 16,-3 7 0-16,1-2 0 16,-2 8 0-16,-1 0 0 15,-3 5-11-15,-11 0-28 0,0 0-47 16,10 2-2-16</inkml:trace>
  <inkml:trace contextRef="#ctx0" brushRef="#br1" timeOffset="149997.22">5338 4182 430 0,'0'0'5'0,"0"0"1"0,-3-13 2 16,3 13 0-16,-12-15 0 16,3 10 1-16,-2-2 0 15,-4 2-1-15,0 5-3 0,-1 0-3 16,-5 7-1-16,4 8 0 16,-5 3-1-16,5-2-1 15,4 7 1-15,6-3 0 16,4 0 0-16,3 0 0 0,8-8 0 15,7-2 0-15,7-3 1 16,5-5-1-16,1-2 1 16,1-6 0-16,-1-4 0 15,-4-3 0-15,-2-5 0 16,-1-1 1-16,-7 1-1 0,-3-4 0 16,-6 3 1-16,-3 1-2 15,-2 3 0-15,0 3 0 16,0 12 0-16,-2-10 0 15,2 10 0-15,-3 7 0 0,1 8 0 16,2 0 0-16,0 3 0 16,5 1-2-16,-1 1 1 15,1-5-1-15,2 0 1 0,2-3 0 16,-2-2 0-16,-7-10 0 16,14 11 1-16,-14-11 0 15,13-4 1-15,-13 4 0 16,10-20 0-16,-3 8 1 0,4-2-1 15,-4-4 0-15,3-2 1 16,5 3-2-16,-3-3 0 16,3 5 0-16,-3 3 0 15,6 0 0-15,-3 5 0 16,-1 3 0-16,-1 4 0 16,-1 5-2-16,-1 5 1 0,-5 0 0 15,0 5 0-15,-1 0 0 16,-1 3 0-16,-1-4-1 0,3 1 1 15,-4-3 0-15,3 1 0 16,0-6 1-16,-5-7-1 16,14 10 1-16,-3-7 0 15,1 0 0-15,-4-2 0 0,6-1 0 16,1 0 1-16,-2-1-2 16,-1-2 0-16,1 0-1 15,-2 3-2-15,-1-2-2 16,3-1-7-16,-13 3-10 0,15-2-60 15,-15 2 0-15</inkml:trace>
  <inkml:trace contextRef="#ctx0" brushRef="#br1" timeOffset="150730.82">6058 4092 446 0,'0'0'6'0,"0"0"1"0,0-13 1 15,0 13 1-15,-1-14 1 16,1 14 0-16,-8-17 1 16,3 7-7-16,5 10-4 0,-22-10 0 15,7 10 0-15,3 0 0 16,-2 2 0-16,-2 3 0 15,-2 2 0-15,6 4 0 16,5-1 0-16,-2 2 0 0,7 1 0 16,2-2 0-16,11 4 0 15,1-2 0-15,5-1 0 16,5-2 0-16,1 0 0 16,2-3 0-16,0 4 0 15,-1-4 0-15,1 2 0 0,-2-4 0 16,-3 4 0-16,-3 0 0 15,-4-4 0-15,-6 2 0 16,-7-7 0-16,5 13 0 0,-10-6 0 16,-8-2 0-16,-6 5 0 15,-2-6 0-15,-4 2 0 16,-2-1 0-16,5 1 0 0,-3-5 0 16,3-1 0-16,5 3 0 15,3 0-9-15,3 1-50 16,11-4-28-16,0 0-1 15</inkml:trace>
  <inkml:trace contextRef="#ctx0" brushRef="#br1" timeOffset="151664.51">6278 4089 433 0,'0'0'5'0,"0"0"3"0,0 0 1 15,0 0 1-15,0 0 1 0,4-10 0 16,-4 10 2-16,16-4-2 15,-4 2-11-15,6-1 0 16,1-2 0-16,4 3 0 16,2-4 0-16,2 2 0 0,3 1 0 15,-4 1 0-15,2 2 0 16,-10 0 0-16,2 0 0 16,-8 5 0-16,0-1 0 15,-10 4 0-15,-2 5 0 16,-5 1 0-16,-7 3 0 0,-6 1 0 15,-3 1 0-15,-2 1 0 16,-4 3 0-16,-3-5 0 16,3 1 0-16,2-4 0 0,0 0 0 15,8-1 0-15,-1-4 0 16,8 1 0-16,10-11 0 16,-9 10 0-16,9-10 0 15,7 2 0-15,5-2 0 0,6 0 0 16,7 0 0-16,2-5 0 15,5-1 0-15,5-1 0 16,1 2 0-16,-2 1 0 16,-1-2 0-16,-5 2 0 0,-5 1 0 15,-2 0 0-15,-9 3 0 16,-1 0 0-16,-13 0 0 16,12 0 0-16,-12 0 0 15,0 0 0-15,0 0 0 16,0 0 0-16,0 0 0 0,0 0 0 15,0 0 0-15,-2 10 0 16,2-10 0-16,-7 3 0 16,7-3 0-16,-16 11-84 0,16-11-8 15</inkml:trace>
  <inkml:trace contextRef="#ctx0" brushRef="#br1" timeOffset="151997.73">6976 3828 462 0,'0'0'4'0,"0"0"3"16,7-14 1-16,-7 14 2 15,3-11-1-15,-3 11 2 0,0 0-11 16,0 0 0-16,-18 10 0 16,8 16 0-16,-2 12 0 15,-1 8 0-15,1 9 0 0,3 9 0 16,5 7 0-16,4-2 0 16,13-3 0-16,6-1 0 15,6-7 0-15,14-5 0 16,0-5 0-16,10-9 0 15,4-15-4-15,6 1-84 0,8-5-2 16</inkml:trace>
  <inkml:trace contextRef="#ctx0" brushRef="#br1" timeOffset="153480.76">7294 4023 405 0,'0'0'6'0,"0"0"4"0,7-10 1 16,-7 10 2-16,13-12 2 16,-13 12-1-16,10-9 1 15,-10 9-1-15,0 0-6 0,0 0-8 16,4 9 0-16,-4 7 0 15,-4 7 0-15,-6 2 0 16,-1 5 0-16,2-1 0 16,-7-1 0-16,2-1 0 15,-4-3 0-15,4-4 0 0,2-5 0 16,-1-2 0-16,1-4 0 16,12-9 0-16,-9 10 0 15,9-10 0-15,0 0 0 0,12 0 0 16,4-3 0-16,2-1 0 15,7-3 0-15,0 4 0 16,5-4 0-16,-2 2 0 0,6 0 0 16,-4-3 0-1,-6 3 0-15,1 3 0 0,-5-3 0 16,-3 5 0-16,-4-3 0 16,-13 3 0-16,9 0 0 15,-9 0 0-15,0 0-7 0,0 0-31 16,-9 8-49-16,9-8 0 15</inkml:trace>
  <inkml:trace contextRef="#ctx0" brushRef="#br1" timeOffset="153847.34">7590 4127 423 0,'0'0'7'0,"0"0"2"0,0 0 1 16,0 0 1-16,10 0 1 15,-10 0 0-15,0 0 1 16,9 7-1-16,-9-7-10 0,7 15-2 15,-3-5 0-15,0 8 0 16,-1-2 0-16,-1 2 0 16,3 2 0-16,-2 0 0 15,-1-1 0-15,0-1 0 0,1-1 0 16,-1-2 0-16,2-3 0 16,3-2 0-16,-7-10-8 15,0 0-77-15,2 11-2 16</inkml:trace>
  <inkml:trace contextRef="#ctx0" brushRef="#br1" timeOffset="154214.59">7786 3804 459 0,'0'0'4'0,"0"0"2"15,0 0 0-15,7 0 1 16,-7 0-1-16,11 9 2 16,-4-1-1-16,0 10 1 0,3 5-8 15,8 9 0-15,-4 6 0 16,11 6 0-16,0 3 0 15,2 0 0-15,3 7 0 0,0-5 0 16,-3 1 0-16,-7 0 0 16,-2-6 0-16,-11 0 0 15,-7 4 0-15,-3-9 0 16,-14 1 0-16,-3-2 0 16,-7-9 0-16,2 4-15 0,0-6-71 15,-5-7-2-15</inkml:trace>
  <inkml:trace contextRef="#ctx0" brushRef="#br0" timeOffset="163266.81">6330 7649 329 0,'0'0'5'0,"0"0"2"16,0 0 3-16,0 0 1 0,0 0 4 16,0 0 0-16,0 0 1 15,-2-10 0-15,2 10-2 16,0 0-5-16,0 0-1 15,0 0-2-15,0 8-1 0,0 2 0 16,2 2-1-16,0 5 0 16,1 3-1-16,-3 5 1 15,2 2-1-15,1 1 0 16,-3 4 0-16,2-3-1 16,0 4 1-16,-2-3-1 0,3-1 0 15,-3 1-1-15,0 0 1 16,0 2 0-16,0-2 0 15,0 2-2-15,0-3 0 16,0 0 0-16,0 2 0 0,0-2 0 16,0 2 0-16,-3-4 0 15,1-3 0-15,0 1 0 16,-3-2 0-16,5-4 0 16,-3-1 0-16,1-3 0 0,0 2 0 15,2-2 0-15,0-3 0 16,0 1 0-16,0-1 0 15,0 0 0-15,4-2 0 16,-1 5 0-16,-1-2 0 0,3-1 0 16,0 1 0-16,-3 1 0 15,1-4 0-15,2 7 0 16,-5-7 0-16,3 3 0 0,-1-1 0 16,-2 0 0-16,3-2 0 15,-3 4 0-15,0-6 0 16,0 5 0-16,0-1 0 15,0-1 0-15,0-3 0 16,-3 6 0-16,3-4 0 0,0 0 0 16,0-2 0-16,0-8 0 15,-2 16 0-15,2-16 0 16,0 10 0-16,0-10 0 16,0 0 0-16,0 0 0 0,0 0 0 15,0 0 0-15,0 0 0 16,0 0 0-16,0 0 0 15,0 0 0-15,0 0 0 16,0 0 0-16,-3-5-13 0,0-5-71 16,1-1-4-16</inkml:trace>
  <inkml:trace contextRef="#ctx0" brushRef="#br0" timeOffset="164080.72">6337 7679 350 0,'0'0'6'16,"0"0"4"-16,0 0 4 0,0-7 1 15,0 7 2-15,0 0 1 16,0-13 0-16,0 13 1 16,0 0-5-16,0 0-4 15,0 0-3-15,-9 2-2 0,0 11-2 16,0 2-1-16,-3 5 1 15,-4 0-3-15,2 7 0 16,-4 0 0-16,0 6 0 0,-1-4 0 16,-1 6 0-16,3-4 0 15,-3 0 0-15,-1-1 0 16,7-3 0-16,-1-4 0 16,3-2 0-16,0-8 0 0,3-1 0 15,5-2 0-15,4-10 0 16,0 0 0-16,0 0 0 15,0 0 0-15,0 0 0 16,4-12 0-16,7-3 0 0,1-3 0 16,2-4 0-16,2-3 0 15,2-2 0-15,-1 0 0 16,3 2 0-16,-6-2 0 16,2 0 0-16,-2 2 0 15,2 0 0-15,-7 0 0 0,1 3 0 16,-2 2 0-16,2 0 0 15,-6 3 0-15,4 2 0 16,-6 3 0-16,4 1 0 0,-6 11 0 16,2-12 0-16,-2 12 0 15,0 0 0-15,0 0 0 16,0 0 0-16,0 0 0 16,0 0 0-16,3 8 0 0,1 7 0 15,1 2 0-15,0 7 0 16,6 4 0-16,1 2 0 15,0 2 0-15,1 0 0 0,1-2 0 16,-1-2 0-16,4-2 0 16,-2-6 0-16,0 2 0 15,0-4 0-15,0 0 0 16,0-7 0-16,2 7 0 16,-6-6 0-16,1-1-90 15,2 3-2-15</inkml:trace>
  <inkml:trace contextRef="#ctx0" brushRef="#br0" timeOffset="165247.32">6382 8718 251 0,'0'0'8'0,"0"0"5"15,0 0 5-15,0 0 3 0,0 0 2 16,0 0 2-16,0 0 3 15,0 0-1-15,0 0-7 16,0 0-5-16,0 0-3 0,0 0-4 16,0 0-2-16,0 0-2 15,0 0-1-15,0 0-1 16,0 0 0-16,10 0 1 16,0 0 0-16,2 0 0 15,1 0 0-15,6 0 1 0,4 0-1 16,2 0-1-16,2-3 2 15,3 3-4-15,2 0 0 16,3 0 0-16,2-3 0 0,6 3 0 16,-4 0 0-16,6-2 0 15,0 2 0-15,2-3 0 16,0 1 0-16,2 2 0 16,1-5 0-16,0 5 0 0,0-5 0 15,-3 3 0-15,2-1 0 16,-1-2 0-16,-7 2 0 15,3 1 0-15,-2-3 0 16,-5 5 0-16,0-3 0 0,-4 1 0 16,-1 0 0-16,0 2 0 15,-4 0 0-15,-4 0 0 16,-1-3 0-16,-1 3 0 16,-5 0 0-16,1 0 0 0,0 0 0 15,-4 0 0-15,-2-2 0 16,6 2 0-16,-6-3 0 15,3 0 0-15,-3 3 0 16,1 0 0-16,-3 0 0 0,-10 0 0 16,14-2 0-16,-14 2 0 15,0 0 0-15,9 0 0 16,-9 0 0-16,0 0 0 16,0 0 0-16,0 0 0 0,0 0 0 15,0 0 0-15,0 0 0 16,0 0 0-16,-5 0-6 15,5 0-28-15,0 0-50 16,0 0-4-16</inkml:trace>
  <inkml:trace contextRef="#ctx0" brushRef="#br0" timeOffset="165698.28">7682 8476 438 0,'0'0'5'0,"0"0"4"0,0 0 0 16,0 0 1-16,0 0 0 16,-13 3 0-16,13-3 1 15,0 8-2-15,0-8-9 0,7 12 0 16,1 1 0-16,2-3 0 15,4-1 0-15,4 4 0 16,2-3 0-16,2-1 0 16,1 2 0-16,-3-4 0 0,5 0 0 15,-8 1 0-15,1-3 0 16,-4 1 0-16,-1 3 0 16,-6-1 0-16,-2 3 0 15,-5 3 0-15,0 2 0 0,-7 4 0 16,-6 5 0-16,-4 0 0 15,-1 2 0-15,-5 3 0 16,-1-3 0-16,2-3 0 16,2 1 0-16,3-7 0 0,-1-1 0 15,8-7 0-15,6 1 0 16,4-11 0-16,-5 8 0 16,5-8 0-16,0-4-73 15,0 4-19-15</inkml:trace>
  <inkml:trace contextRef="#ctx0" brushRef="#br0" timeOffset="166280.84">8037 8363 483 0,'0'0'5'0,"0"0"1"0,0 0 0 0,0 0 0 15,2 7-1-15,-2-7-5 16,10 12 0-16,0-1 0 16,2 1 0-16,4 1 0 15,1 4 0-15,8-2 0 0,-5-1 0 16,5 1 0-16,-4-2 0 15,0-1 0-15,-2-2 0 16,-1 0 0-16,-5-5 0 16,-1 4-14-16,-12-9-73 0,12 6-4 15</inkml:trace>
  <inkml:trace contextRef="#ctx0" brushRef="#br0" timeOffset="166497.54">8308 8350 451 0,'0'0'6'0,"0"0"1"0,0 0 0 16,0 6 3-16,2 4 0 15,-2 2 1-15,0 5-2 16,5 6-9-16,-5 2 0 16,1 1 0-16,5 2 0 0,-4 1 0 15,4-4 0-15,2 2 0 16,-4-6 0-16,8 1-16 0,-3-8-69 15,0 1-3-15</inkml:trace>
  <inkml:trace contextRef="#ctx0" brushRef="#br0" timeOffset="167380.57">8057 8407 258 0,'0'0'11'0,"0"0"6"15,0 0 3-15,0 0 4 16,0 0 2-16,-13-12 3 0,13 12-1 16,-12-10 2-16,12 10-10 15,-16-7-6-15,16 7-3 16,-9-3-4-16,9 3-3 0,0 0 0 15,0 13-1-15,9 2 0 16,7 0-1-16,1 2-2 16,5 2 0-16,6 1 0 15,-1 0 0-15,1 0 0 0,-1-3 0 16,1-4 0-16,-7-1 0 16,2-2 0-16,-5 0 0 15,-4-3 0-15,-1-2 0 0,-8 3 0 16,-5-8 0-1,12 7-4-15,-12-7-14 0,7 25-49 16,-7-25-19-16</inkml:trace>
  <inkml:trace contextRef="#ctx0" brushRef="#br0" timeOffset="167763.35">8365 8405 428 0,'0'0'7'0,"0"0"3"16,0 0 2-16,0 0 1 15,-8-10 0-15,8 10 0 16,0 0 2-16,-5 10-15 16,5 5 0-16,-2 8 0 0,-1 2 0 15,1 6 0-15,-1 7 0 16,1 3 0-16,-3-1 0 15,0 5 0-15,3-3 0 0,-4-4 0 16,-1 1 0-16,2-5 0 16,0-1 0-16,3-8 0 15,-3-6 0-15,2-5 0 16,-2-1 0-16,5-5 0 0,0-8 0 16,0 0 0-16,0 0 0 15,0 0 0-15,0 0 0 16,0 0 0-16,0 0 0 0,0 0 0 15,0 0 0-15,-7-8 0 16,-8 1-80-16,15 7-12 16</inkml:trace>
  <inkml:trace contextRef="#ctx0" brushRef="#br0" timeOffset="169380.45">6295 8801 266 0,'0'0'8'0,"0"0"6"16,5-5 3-16,-5 5 3 15,0 0 1-15,10-2 2 16,-10 2 1-16,0 0-1 0,0 0-7 16,9-2-4-16,-9 2-5 15,0 0-2-15,0 0-1 16,0 0-1-16,0 0-1 15,0 0 1-15,0 0-1 0,0 0 1 16,0 0 0-16,0 0 2 16,-4 0-1-16,4 0-1 15,0 0 1-15,0 0-1 16,0 0 0-16,0 0-1 16,-10 0-1-16,10 0 0 0,0 0-1 15,0 0 0-15,0 0 0 16,0 0 0-16,0 0 0 15,0 0-1-15,0 0 1 0,0 0-1 16,0 0 1-16,0 0 0 16,0 0-1-16,0 0 1 15,0 0 0-15,0 0 0 0,0 0 0 16,0 0 0-16,0 0 0 16,0 0 0-16,0 0 0 15,0 0 0-15,0 0-1 16,0 0 0-16,0 0 1 15,0 0-1-15,0 0 1 0,0 0-1 16,0 0 0-16,0 0 1 16,0 0 0-16,0 0-1 15,0 0-1-15,0 0 0 16,0 0 0-16,0 0-1 16,0 0 0-16,0 0 1 0,0 0-1 15,0 0 1-15,0 0 1 16,5 0 1-16,-5 0 0 0,0 0 1 15,0 0-1-15,0 0 1 16,0 0-1-16,0 0 1 16,0 0-1-16,0 0 1 15,0 0 0-15,0 0-1 16,0 0 1-16,0 0 1 0,0 0 0 16,7-5 0-16,-7 5 1 15,0 0 0-15,0 0 0 16,0 0 0-16,0 0-1 15,0 0 0-15,0 0 0 0,0 0 0 16,-2 5-1-16,2-5 0 16,-12 14-1-16,-1-4 1 15,-2 5-1-15,-3 5 0 0,-3 5 1 16,-9-1-1-16,0 6 0 16,-2 3 2-16,-2 4-2 15,-5 2 0-15,0 3 0 16,-3 1 0-16,-1 1 0 15,-5 3 0-15,4 0 0 0,-3 3 0 16,0 0 0-16,-3-6 0 16,0 6 0-16,0-3 0 15,4-3 0-15,-2 1 0 16,4-4 0-16,-4 0 0 0,6-4 0 16,3-5 0-16,1 0 0 15,8-10 0-15,-3 0 0 16,12-4 0-16,1-4 0 0,5-3 0 15,5-1 0-15,10-10 0 16,-12 7 0-16,12-7 0 16,0 0 0-16,0 0 0 15,0 0 0-15,0 0 0 0,0 0 0 16,0 0 0-16,0 0 0 16,0 0 0-16,0 0 0 15,0 0-2-15,0 0-5 16,0 0-3-16,0 0-5 0,0 0-11 15,-8-12-53-15,8 12-6 16</inkml:trace>
  <inkml:trace contextRef="#ctx0" brushRef="#br0" timeOffset="169797.55">5192 9613 429 0,'0'0'6'0,"0"0"1"0,0 0 0 0,0 0 0 16,7 6 1-16,-7-6 0 15,0 19 1-15,0-1-1 16,-7 4-5-16,2 6-1 15,-5-2-1-15,0 10 0 0,-3-4 0 16,-1 3 0-16,2-6-1 16,-6 1 1-16,6-8-1 15,-1 0 1-15,1-2-1 16,2-7 1-16,2-3 0 0,8-10 0 16,-3 12 0-16,3-12 1 15,16 0 0-15,1 0 1 16,5-5-3-16,0-2 0 15,9-3 0-15,-1 2 0 16,-1-2 0-16,4 0 0 0,-9 3 0 16,1 4 0-16,-7-1-23 15,-18 4-61-15,12 2-3 16</inkml:trace>
  <inkml:trace contextRef="#ctx0" brushRef="#br0" timeOffset="170230.74">4528 10076 454 0,'0'0'6'0,"0"0"0"16,0 0 2-16,0 0-1 15,0 14 2-15,0-4-1 16,-5 7 0-16,-2 8-3 0,-4 2-5 16,-3 5 0-16,-1 3 0 15,-5 3 0-15,3-5 0 16,-3 3 0-16,3-10 0 0,5-1 0 16,-4-7 0-16,6 2 0 15,1-14 0-15,5 5-20 16,-3 2-63-16,7-13-4 15</inkml:trace>
  <inkml:trace contextRef="#ctx0" brushRef="#br0" timeOffset="170548.27">4298 10142 411 0,'0'0'7'15,"0"0"3"-15,0 0 2 0,0 0 1 16,0-10 1-16,0 10-1 15,0 0 1-15,0 0 1 16,9 0-13-16,-2 10-2 0,9 2 0 16,1 8 0-16,5 2 0 15,6 3 0-15,2 0 0 16,2 0 0-16,2 1 0 16,-1-5 0-16,-1-2 0 15,-2-5 0-15,-5 3 0 0,-2-6 0 16,-7-1 0-16,0-2 0 15,-7-4 0-15,-9-4 0 16,12 6 0-16,-12-6 0 16,0 0 0-16,0 0 0 0,0 0 0 15,0 0-13-15,21-3-75 16,-21 3-3-16</inkml:trace>
  <inkml:trace contextRef="#ctx0" brushRef="#br0" timeOffset="173580.9">6587 7622 220 0,'0'0'5'16,"0"0"3"-16,0 0 4 15,0 0 2-15,0 0 5 16,0 0 0-16,-6-4 2 0,6 4 3 16,0 0-4-16,0 0-1 15,-11-8 0 1,11 8-3-16,0 0-4 0,-12-3 0 16,12 3-3-16,0 0-2 0,0 0 0 15,-7 0-2-15,7 0-1 16,0 0-1-16,7-4 1 15,3 1-1-15,3 0 1 16,1 1-1-16,9-1 0 0,0-1 0 16,2 1 0-16,1 0-2 15,1-1 1-15,3 1 0 16,-2 3-1-16,-1-3 0 16,-3 1 0-16,2-1-1 0,-4 2 1 15,-2-2 0-15,-4 3 0 16,-2 0-1-16,-5 0 0 15,-9 0 2-15,16 0-2 16,-16 0 0-16,0 0 0 0,7 0 0 16,-7 0 0-16,0 0 0 15,0 0 0-15,0 0 0 16,0 0 0-16,0 0 0 16,0 0 0-16,0 0 0 15,-5 9 0-15,5-9 0 0,-18 13 0 16,7-3 0-16,-1 2 0 15,-6 0 0-15,0 4 0 16,-1 3 0-16,1-4 0 0,-1 5 0 16,-2-3 0-16,-1 4 0 15,-1-1 0-15,-1-1 0 16,4-2 0-16,-5 0 0 16,0 1 0-16,6-4 0 0,-2 1 0 15,1-2 0-15,6-3 0 16,2 0 0-16,-1-4 0 15,5 1 0-15,8-7 0 16,-13 10 0-16,13-10 0 0,0 0 0 16,0 0 0-16,-9 7 0 15,9-7 0-15,0 0 0 16,0 0 0-16,13 0 0 16,-6 0 0-16,5 0 0 15,3-3 0-15,2 3 0 0,6 0 0 16,0-3 0-16,4 3 0 15,3-1 0-15,0-5 0 16,4 6 0-16,1-3 0 0,2 2 0 16,3-2 0-16,-2-1 0 15,-1 3 0-15,-5 1 0 16,-2 0 0-16,-5 0 0 16,-4 0 0-16,-3 0 0 0,-8 0 0 15,-1 0 0-15,-9 0 0 16,9 0 0-16,-9 0 0 15,0 0 0-15,0 0 0 0,0 0 0 16,0 0 0-16,0 0 0 16,0 0 0-16,0 0 0 15,-5 1 0-15,5-1 0 16,0 0 0-16,-16 0-44 16,16 0-46-16,-7 0-1 15</inkml:trace>
  <inkml:trace contextRef="#ctx0" brushRef="#br0" timeOffset="179480.75">4864 10379 386 0,'0'0'8'0,"0"0"2"0,0 0 3 16,0 0 2-16,0 0 1 15,0 0 1-15,4-7 1 16,-4 7 0-16,0 0-8 16,0 0-10-16,0 7 0 0,0 6 0 15,0-1 0-15,3 5 0 16,-3 0 0-16,0 7 0 16,2-3 0-16,1-1 0 15,-3 1 0-15,6-2 0 16,-6-5 0-16,2-1 0 0,0-3 0 15,-2-10 0-15,2 10 0 16,-2-10 0-16,0 0 0 16,0 0 0-16,0 0 0 0,0 0 0 15,0 0 0-15,0 0 0 16,0 0 0-16,0 0 0 16,0 0 0-16,0 0 0 15,0-8 0-15,0 8-37 0,6-12-52 16,-6 12-4-16</inkml:trace>
  <inkml:trace contextRef="#ctx0" brushRef="#br0" timeOffset="180497.73">8561 8693 440 0,'0'0'5'0,"0"0"3"16,0 0 3-16,0 0 1 16,0 0 1-16,0 0 1 15,0 0-6-15,0 0-8 16,0 0 0-16,-3 7 0 0,1 3 0 15,-3 6 0-15,3 2 0 16,2 0 0-16,-3 4 0 16,1 0 0-16,2-4 0 0,0-1 0 15,0 0 0-15,0-1 0 16,0-8 0-16,0 3 0 16,0-11 0-16,2 10 0 15,-2-10 0-15,0 0 0 0,0 0 0 16,0 0 0-16,0 0-67 15,0 0-24-15</inkml:trace>
  <inkml:trace contextRef="#ctx0" brushRef="#br0" timeOffset="181397.21">7271 7763 431 0,'0'0'5'0,"0"0"3"16,0 0 1-16,0 0 3 16,0 0 0-16,5-10 1 15,-5 10-1-15,0 0-3 0,0 0-9 16,0 0 0-16,2 15 0 15,2 0 0-15,-4 8 0 16,2-1 0-16,1 3 0 16,1 2 0-16,-1 0 0 0,-1-5 0 15,1 1 0-15,-3-6 0 16,0-2 0-16,0-2 0 16,0-6 0-16,0-7 0 0,0 12 0 15,0-12 0-15,0 0 0 16,0 0 0-16,0 0 0 15,0 0 0-15,0-10 0 16,2-2-43-16,0 2-48 16,3-2-1-16</inkml:trace>
  <inkml:trace contextRef="#ctx0" brushRef="#br0" timeOffset="184163.23">451 3727 189 0,'0'0'7'16,"0"0"4"-16,-2-10 3 16,2 10 1-16,0-16 4 15,0 3 0-15,0 1 2 0,0-5-1 16,0 1-3-16,2 0-5 15,3-4-1-15,0 0-1 16,2-3-2-16,4 1-1 16,3 0 0-16,4-3-3 0,-1-2 0 15,5 2 0-15,1 0-1 16,4 1-1-16,1 3-1 16,4 2 0-16,0 4-1 0,-2 3 0 15,5 2 0-15,-3 5 0 16,2 2 0-16,-1 3-1 15,4 0 1-15,-5 0 0 16,1 5 1-16,1 0-1 16,1 3 0-16,2-1 0 0,-4 1 0 15,4-2 0-15,-2 5 1 16,2-4-1-16,1 3 0 16,6 0 0-16,1-2 1 15,4-1-1-15,3-2 1 0,3 0-1 16,5 0 1-16,-1-3-1 15,1 1 1-15,2-1-1 16,-2-2 1-16,0 3-1 16,-3-3 0-16,0 2 0 0,3-2 0 15,-3 0 1-15,3 0-1 16,4 0 0-16,1 0 0 16,4 0 0-16,5 0 1 15,6-5-1-15,5 0 0 0,2 0 1 16,-1 1-1-16,1-7 0 15,5 4 0-15,-2 0 0 16,-1-1 0-16,-4-2 0 16,-6 3 0-16,-4 0 0 0,-3-3 0 15,-8 0 1-15,-1-1-1 16,-6-1 1-16,-9-1 0 16,-4-1 0-16,-5-1 0 15,-3-4 0-15,-1-2 1 0,-10 1 0 16,-6 4 0-16,-4-4 1 15,-3 2-1-15,-5 1 1 16,-2 4 0-16,-5 4-2 0,-5-1 1 16,5 10-1-1,-14-10-1-15,14 10-1 0,-19-5-1 16,19 5 1-16,-11 0-3 16,11 0 1-16,0 0 0 15,-5 7 1-15,5-7-1 0,0 15 1 16,0-3 1-16,5-2 0 15,0 3 1-15,1 2 0 16,8 1 0-16,-4 2 0 16,4 0 0-16,4-1 0 0,5 3 1 15,-2-3-1-15,9-5 0 16,2 4 1-16,4-4 0 16,4-2-1-16,1-3 1 15,5 1 0-15,3-3-1 0,3-3 1 16,3-2 0-16,3 0-1 15,4 0 1-15,-3 0-1 16,8-5 1-16,-2 0 0 0,2-3-1 16,4 1 1-16,2 0-1 15,-1-4 1-15,-1 3-1 16,2-1 0-16,1 0 0 16,-1-1 0-16,-4 0 0 15,1 0 0-15,-3 0 0 0,-5 0 0 16,0 0 0-16,-3 1 0 15,-1 2 0-15,-1-3 0 16,-4-1 0-16,0 1 0 16,-2 0 0-16,3 1 1 15,-5 1-1-15,4 0 0 0,-5-1 1 16,3 1-1-16,-1-2 0 16,3 3 0-16,-4 0 0 15,1-1 1-15,-3 0-2 0,-1 4 1 16,4-4 0-16,-7 3 0 15,6 0 0-15,-6 2 0 16,-1 3 0-16,1-2 0 16,-1 2 0-16,-3 0 0 0,-2 0-1 15,-1 2 1-15,-4 1 0 16,0 5 0-16,1-3-1 16,-3 2 1-16,-3-3-1 15,3 5 1-15,0-2 0 0,-2 0 0 16,2 1-1-16,0-1 1 15,2 1 0-15,-2-1 0 16,0 0 0-16,2 4 0 16,-5-2 0-16,1 1-1 0,-4 3 1 15,2 2-1-15,-3-4 0 16,-4 7 0-16,1-3 1 16,-3 2 0-16,1 1-1 15,2 0 1-15,-3 1 1 0,3-2-1 16,1 1 0-16,-2-1 0 15,1 0 1-15,-3 1-1 16,1-1 1-16,-4 0 0 16,2 1-1-16,-7-1 1 0,2 2-1 15,-2-1 1-15,-1-1 0 16,-2-2-1-16,1-1 0 16,0 0 0-16,-2-4 1 15,-5-10 0-15,9 14 0 16,-9-14 3-16,0 0-1 0,5 10 1 15,-5-10 1-15,0 0 0 16,0 0-2-16,0 0-5 16,0-7-13-16,0 7-61 15,0-13-3-15</inkml:trace>
  <inkml:trace contextRef="#ctx0" brushRef="#br0" timeOffset="185132.04">3438 2721 343 0,'0'0'11'0,"0"0"4"16,-3-8 4-16,3 8 1 0,-4-11 1 15,4 11 1-15,-4-10-1 16,4 10 1-16,0 0-11 16,0 0-5-16,-2 15-6 15,2 3 0-15,0 6 0 0,6 1 0 16,-4 5 0-16,0-1 0 16,3 1 0-16,0-2 0 15,-3-3 0-15,1-6 0 16,-1 1 0-16,1-5-6 15,1 0-13-15,-4 0-28 0,0-15-39 16,0 10 0-16</inkml:trace>
  <inkml:trace contextRef="#ctx0" brushRef="#br0" timeOffset="185497.38">3109 2745 322 0,'0'0'7'0,"0"0"5"15,0 0 2-15,0 0 2 16,0 0 0-16,0 0 1 0,5-7 1 16,8 4 2-16,6-5-6 15,9 2-4-15,2 2-2 16,9-6 0-16,4 1-1 15,-1-7 0-15,6 4-1 0,-4-3-2 16,-5 4 1-16,-1-2-5 16,-5 3 0-16,-8 0 0 15,-4 5 0-15,-8 2 0 16,-3 1 0-16,-10 2 0 16,10 0 0-16,-10 0 0 0,0 0 0 15,0 7 0-15,0-7 0 16,-3 15-15-16,-2-5-32 15,5 5-39-15,-2 0 1 16</inkml:trace>
  <inkml:trace contextRef="#ctx0" brushRef="#br0" timeOffset="188147.49">3711 2891 303 0,'0'0'8'16,"0"0"6"-16,0 0 1 0,0 0 3 16,-2-10 1-16,2 10 2 15,0 0-1-15,-11 0-2 16,11 0-6-16,-9 13-6 16,4-5-2-16,0 9-3 15,3-6 0-15,2 4-1 0,0 3-1 16,4-4 2-16,4-3 0 15,4-3-1-15,1-2 1 16,3-4 1-16,0-2-1 0,1 0 1 16,-2-4 0-16,0-4 0 15,0-2 1-15,-5 1 0 16,-6-1 0-16,-4-3-1 16,0 3 1-16,-4-3 0 15,-8 6 0-15,-6-3-1 0,3 6-2 16,-3-1 1-16,-2 5-1 15,6 0-3-15,-2 0-2 16,7 1-9-16,-1 5-13 0,-5 2-56 16,15-8 1-16</inkml:trace>
  <inkml:trace contextRef="#ctx0" brushRef="#br0" timeOffset="188614.77">3765 2638 363 0,'0'0'7'0,"0"0"2"0,0-11 4 15,0 11 0-15,2-8 2 0,-2 8 1 16,4-13 1-16,-4 13 1 15,2-18-5-15,-2 18-3 16,0 0-3-16,0-12-1 16,0 12-2-16,0 0-4 15,0 0 0-15,0 5 0 0,0 5 0 16,0 0 0-16,0 0 0 16,0 5 0-16,0 0 0 15,3 2 0-15,2 0 0 16,-1 0 0-16,4 1 0 0,-6-7-50 15,11 6-34-15,-1-6-1 16</inkml:trace>
  <inkml:trace contextRef="#ctx0" brushRef="#br0" timeOffset="192530.95">8365 4203 380 0,'0'0'9'0,"0"0"1"0,0 0 3 16,-8-7 1-16,8 7 1 15,0 0 0-15,-7-3 1 16,7 3 1-16,0 0-8 0,-8 8-2 15,6 2-3-15,2-3-2 16,0 3-2-16,5 0 0 16,-5-10 0-16,18 15 0 0,-6-12 0 15,0-3 0-15,3 0 0 16,-3-3 0-16,3-2 0 16,-5-5 0-16,-5 0 0 15,-3 3 0-15,-2 7 0 16,-14-10 0-16,-4 8 0 0,-2 2 0 15,-4 0 0-15,-1 4 0 16,2 6 0-16,4-5 0 16,8 8-10-16,6-6-75 15,5-7-2-15</inkml:trace>
  <inkml:trace contextRef="#ctx0" brushRef="#br0" timeOffset="194747.52">6225 5478 281 0,'0'0'8'0,"0"0"5"15,0 0 2-15,5-11 4 16,-5 11 2-16,6-10 2 16,-6 10 1-16,2-12 1 15,-2 12-8-15,0 0-3 0,0 0-5 16,-6-9-2-16,6 9-3 16,0 0 0-16,-15 11-3 15,13-1 1-15,-2 0-2 16,-1 1 1-16,5-3-1 15,0 3 1-15,0-11-1 0,5 12 1 16,-5-12 0-16,19 5-1 16,-4-5 2-16,0-3-1 15,0-4 1-15,0 0 0 0,0-4 1 16,-5 3-1-16,-3-6 0 16,-1 3 1-16,-6-2 0 15,-6 3-3-15,-4 3 0 16,-4 1 0-16,-2 2 0 0,0 4 0 15,-2 0 0-15,-3 2 0 16,5 8 0-16,-2-3 0 16,8 3 0-16,3 1 0 15,5-3 0-15,2 3 0 0,0-11 0 16,12 12 0-16,0-10 0 16,7 1 0-16,5-3 0 15,1-3 0-15,-4-4 0 16,4 0 0-16,-2-4 0 0,-6-3 0 15,-2-1 0-15,-8 3 0 16,-5 2 0-16,-2-2 0 16,-6 2 0-16,-4 6 0 15,-6 0 0-15,0 4 0 0,-5 4 0 16,4 0 0-16,0 6 0 16,1-1 0-16,4 1 0 15,5 1 0-15,5 1 0 16,2-12 0-16,5 13 0 0,7-12 0 15,3 2 0-15,2-3 0 16,1-4 0-16,1-4 0 16,-1-2 0-16,-4 0 0 15,-1-2 0-15,-6 4 0 0,-5-5 0 16,-2 13 0-16,-6-12 0 16,-10 10 0-16,2 2 0 15,-7 6 0-15,5 0 0 16,-2 4-4-16,6 3-13 0,-1 4-66 15,13-2-3-15</inkml:trace>
  <inkml:trace contextRef="#ctx0" brushRef="#br0" timeOffset="197464.54">9617 5445 292 0,'0'0'8'0,"0"0"5"15,0 0 4-15,-3-10 0 0,3 10 1 16,-5-10 4-16,5 10-2 15,-7-10 2-15,7 10-8 16,0 0-7-16,0 0-1 16,0 0-1-16,0 0-2 0,0 0-1 15,-5 13 0-15,5-5-2 16,3 6 3-16,4-3-2 16,0 2-1-16,4-5 2 0,1-1-1 15,3-2 0-15,2-2 0 16,-5-3 1-16,4 0-1 15,-4-5 2-15,1-3 0 16,-9-2 0-16,1-3 1 0,-5-1-1 16,-5 2 1-16,-2-3-2 15,-11 5 0-15,4 3-1 16,-6-1 0-16,-1 5-2 16,2 3 0-16,1 0 1 15,4 8-1-15,1 2 2 0,3-3 0 16,6 6-1-16,4-1 1 15,0-1 0-15,9-4 1 16,7 0-2-16,0-4 0 0,7-3 0 16,0 0 2-16,3-3-2 15,-1-4 0-15,-2-3 0 16,-5-4 0-16,-9 3 0 16,-2-4 0-16,-4 3 0 0,-6-2 0 15,-6 3 0-15,-7 1 0 16,0 3-2-16,-7 7 1 15,3 0 0-15,-2 0 1 16,2 4 0-16,2 6-1 0,6 0 1 16,0 2 0-16,4 1-1 15,3-5-1-15,5 4-3 16,0-12-5-16,11 17-5 16,-11-17-9-16,16-2-44 15,-3 2-18-15</inkml:trace>
  <inkml:trace contextRef="#ctx0" brushRef="#br0" timeOffset="197797.21">9657 5264 44 0,'0'0'-3'0,"0"0"-18"0</inkml:trace>
  <inkml:trace contextRef="#ctx0" brushRef="#br0" timeOffset="199949.44">9791 5405 109 0,'0'0'6'0,"0"0"1"16,0 0 5-16,0 0 2 15,-7-10 3-15,7 10 5 16,0 0 3-16,-9-3 3 0,9 3-5 15,0 0 0-15,-4-8-4 16,4 8 2-16,0 0-3 16,0 0-4-16,-8-11-1 0,8 11-4 15,0 0 2-15,0 0-2 16,0 0-2-16,0 0-2 16,0 0 0-16,0 0-1 15,0 0 1-15,0 0-2 0,0 0 0 16,10-3 0-16,-10 3 0 15,13 0-1-15,-3-3 1 16,-3 3-1-16,6 0-1 16,1 0 1-16,2 0-1 0,-2 0 0 15,4 0 0-15,2 0 0 16,2 0 0-16,-2 0 0 16,3 0 0-16,-4 0-1 15,4 0 1-15,-3 0-1 16,1 0 1-16,0-1-1 0,-1 1 1 15,2 0-1-15,-2 0 0 16,-2 0 1-16,-4 0-1 16,4 0 1-16,-1 0-1 0,-2 0 0 15,0 0 0-15,0 0 0 16,2 0 1-16,-2 0-1 16,0 0 0-16,0 0 1 15,-3 0-1-15,0 0 0 0,1 0 0 16,2 0 0-16,-2 0 1 15,-1 0-1-15,1 0 0 16,-1 0 0-16,2 0 0 16,-1 0 0-16,2 0 1 15,-2 0-1-15,-1-3 0 0,3 3 0 16,-3 0 0-16,0 0 0 16,3 0 0-16,-3 0 1 15,4 0-1-15,-4 0 0 16,3 0 0-16,-3 0 0 0,4 0 0 15,-2 0 0-15,2 0 0 16,-4-3 0-16,0 3 0 16,1 0 1-16,-1-1-1 0,-3 1 0 15,0 0 0-15,0 0 0 16,3-3 0-16,1 3 0 16,-1 0 0-16,4-3-1 15,-2 3 1-15,2-2 0 0,-4 2 0 16,1 0 0-16,-4 0 0 15,-2-3 0-15,3 3 0 16,-10 0 0-16,18 0 1 16,-18 0-1-16,14 0 0 15,-14 0 0-15,12 0 0 0,-12 0 0 16,13 0 0-16,-13 0 0 16,0 0 0-16,13-2 0 15,-13 2 0-15,0 0 1 16,0 0-1-16,0 0 1 0,0 0-1 15,0 0 1-15,0 0-1 16,0 0 1-16,0 0-1 16,-6 0 0-16,6 0 0 0,0 0 0 15,-12 0 0-15,12 0-2 16,0 0-3-16,0 0-9 16,-9 0-34-16,9 0-32 15,0 0-3-15</inkml:trace>
  <inkml:trace contextRef="#ctx0" brushRef="#br0" timeOffset="200947.24">10651 5178 265 0,'0'0'7'0,"0"0"6"16,0 0 2-16,-10 0 3 15,10 0 3-15,0 0-1 16,0 0 4-16,0 0-2 15,0 0-5-15,0 0-3 0,0 4-3 16,0-4-3-16,11 13 0 16,0-4-2-16,2 1 0 15,4 3-1-15,0-1-1 0,4 1-1 16,0-1-1-16,4 0 0 16,0 3-1-16,-2-5 1 15,1 2-1-15,-1-2 1 16,-2 1-1-16,-1-4 1 0,-2 0-1 15,0-2 1-15,-3 1-1 16,0-2 1-16,-5-1-1 16,-1-2 0-16,-9-1 0 15,16 6 1-15,-16-6-2 16,9 5 0-16,-9-5 0 16,0 0 0-16,0 0 0 0,10 0 0 15,-10 0 0-15,0 0 0 16,0 0 0-16,0 0 0 15,0 0 0-15,0 0 0 0,-5 6 0 16,5-6 0-16,-10 1 0 16,10-1 0-16,-9 3 0 15,9-3 0-15,-13 4 0 0,13-4 0 16,-10 6 0-16,10-6 0 16,-18 7 0-16,9-2 0 15,-1 0 0-15,-3 3 0 16,-1 1 0-16,-4 1 0 0,1 5 0 15,-6 0 0-15,-2-3 0 16,0 3 0-16,0 0 0 16,1 0 0-16,4-3 0 15,-3 1 0-15,7-3 0 16,0-1 0-16,4 2 0 16,-1-4 0-16,6 0 0 0,7-7 0 15,-12 11 0-15,12-11 0 16,0 0 0-16,-11 7 0 15,11-7 0-15,0 0 0 0,0 0 0 16,0 0 0-16,0 0 0 16,0 0 0-16,0 0 0 15,0 0 0-15,0 0 0 16,0 0 0-16,0 0-48 0,6-3-38 16,-6 3-3-16</inkml:trace>
  <inkml:trace contextRef="#ctx0" brushRef="#br0" timeOffset="201997.41">10630 4732 306 0,'0'0'7'0,"0"0"5"0,0 0 1 16,0 0 1-16,0 0 2 16,0 0 1-16,0 0-1 0,0 0 2 15,0 0-6-15,16 0-3 16,-4 0-2-16,1 2 0 15,4 0-1-15,1 1 0 0,3-3-2 16,-1 2 0-16,1-2 0 16,0 0 0-16,0 0-2 15,-4 0 0-15,-2 0 0 16,-2 0 0-16,-4 0 0 16,-9 0-1-16,12 0 0 0,-12 0 0 15,3 6 0-15,-3-6 1 16,-3 14-1-16,1-4 1 15,-8-3-1-15,3 3 0 16,-6 5 1-16,1-2-1 0,-6-3-1 16,-1 2 0-16,1 1 1 15,-7-1-1-15,6 0 1 16,-4-2-1-16,3 0 0 16,1-1 0-16,0 1 0 0,8 0 0 15,-2-2 0-15,13-8 0 16,-12 15 0-16,12-15-1 15,-2 7 1-15,2-7 0 16,0 0 0-16,12 7 0 0,-3-7 0 16,4 0 0-16,4 0 0 15,3 0 0-15,1 0 0 16,0 0 1-16,2 0-1 0,2-2 0 16,-2 0 1-16,-2-1 1 15,-1 1-2-15,3 2 0 16,-6-3 0-16,-3 3 0 15,2-2 0-15,-6 2 0 16,2 0 0-16,-12 0 0 0,12 0 0 16,-12 0 0-16,0 0 0 15,0 0 0-15,0 0 0 16,0 0 0-16,0 0 0 16,0 0 0-16,0 0 0 0,0 5 0 15,0-5 0-15,0 0 0 16,-12 7 0-16,12-7 0 15,-12 8 0-15,12-8-81 0,-10 0-6 16</inkml:trace>
  <inkml:trace contextRef="#ctx0" brushRef="#br0" timeOffset="204931.8">12104 5367 256 0,'0'0'8'16,"0"0"3"-16,-2-8 4 16,2 8 3-16,0 0 2 15,-8-11 0-15,8 11 3 16,0 0 1-16,-13-7-7 0,13 7-4 15,-7-3-2-15,7 3-3 16,-12 3-2-16,12-3-1 16,-13 15-2-16,6-5-1 0,0 2 2 15,2 2-2-15,3 1 0 16,2 1 0-16,0-4-1 16,4 0 1-16,4 1 1 15,4-9 0-15,3 2-2 16,3-6 1-16,-1 0 1 0,0-3 0 15,3-4 0-15,-2-8 1 16,-4 2-2-16,-3-2 0 16,-7 3 0-16,1-5 0 0,-5 2-1 15,-7 2 0-15,-4 4 0 16,-5 4-2-16,-2 0 2 16,-2 5 0-16,-2 0-1 15,2 5 0-15,0 5-1 16,7 4 2-16,-1 0 0 0,3 2-1 15,6-3 1-15,5 2 1 16,0-3-2-16,14-2 0 16,-2-6 0-16,3 2 0 15,4-5 0-15,1-1 0 0,0-4 0 16,0-6 0-16,0-2 0 16,-5 2 0-16,-7-5 0 15,-3 3 0-15,-5-2 0 16,-3-3 0-16,-7 9 0 0,-5 0 0 15,-3 3 0-15,-4 5 0 16,2 0 0-16,0 2 0 16,3 9-3-16,2-3 1 15,3 5-6-15,7 5-13 0,3 1-61 16,2-4-3-16</inkml:trace>
  <inkml:trace contextRef="#ctx0" brushRef="#br0" timeOffset="206080.81">12139 5436 232 0,'0'0'7'0,"0"0"5"0,0 0 2 0,0 0 4 16,0 0 2-16,0 0 0 15,0 0 1-15,0 0 1 16,0 0-2-16,0 0-5 0,0 0-2 15,0 0-2-15,10 4-2 16,-10-4 1-16,15 5-2 16,-6 0-1-16,4-2 0 15,2-2-2-15,3 2-1 0,2 0 1 16,-1-3-2-16,6 0 1 16,0 0 0-16,5-6-1 15,2 5 0-15,3-2 0 16,-3-2-1-16,5 0 0 15,6 0 0-15,-6 2-1 0,0 1-1 16,0 0 1-16,0 2-1 16,1-3 1-16,-3 3-1 15,2 0 0-15,0 0 0 0,-2 0 2 16,2 0-2-16,1-2 0 16,-1 2 0-16,2 0 0 15,-1-3 0-15,-5-2 0 16,6 5 0-16,-4-2-2 0,-1 2 2 15,1-3 0-15,-3 0 0 16,1 1 2-16,-1 0-5 16,0-1 3-16,0 1 0 15,1-1 1-15,-1 0-2 0,4 1 0 16,-4-3 0-16,3 5-1 16,-1-1 3-16,1 1-3 15,0-4 2-15,-1 2 0 0,-4 2 0 16,2 0 0-16,-4 0 0 15,-3-2 0-15,-3 2 0 16,-2 0 0-16,-5-3 0 16,2 3 1-16,-4-3-1 15,-3 0 0-15,3 3 0 16,-6 0-1-16,2 0 1 0,-9 0 0 16,13 0 0-16,-13 0 0 15,10 0 0-15,-10 0 0 16,0 0 1-16,0 0-1 0,0 0 1 15,0 0 0-15,0 0-1 16,0 0 1-16,0 0-1 16,0 0 0-16,0 0 0 15,0 0 0-15,0 0-2 0,-7-1-1 16,7 1-4-16,0 0-7 16,0 0-14-16,-11 0-56 15,11 0-1-15</inkml:trace>
  <inkml:trace contextRef="#ctx0" brushRef="#br0" timeOffset="206751.91">13687 5229 328 0,'0'0'8'0,"0"0"2"0,0 0 3 0,0 0 2 0,0 0 2 16,0 0 0-16,0 0 2 15,3 5 0-15,-3-5-6 16,19 13-3-16,-4-6 0 16,2 0-2-16,4 4-1 0,-1-2-1 15,10-1-1-15,-4-1 1 16,7 0-6-16,-4-1 0 15,4-2 0-15,0 1 0 16,-3-2 0-16,-6 2 0 0,-4-3 0 16,-2 1 0-16,-6 4 0 15,-3-3 0-15,-9-4 0 0,11 11 0 16,-11-1 0 0,0-3 0-16,-6 8 0 0,-4 0 0 15,-2 0 0-15,-5 2 0 16,-8 5 0-16,1 2 0 15,-10 0 0-15,8-2 0 0,-4-2 0 16,5 0 0-16,0-3 0 16,5-2 0-16,5-5 0 15,15-10 0-15,-18 11 0 16,18-11 0-16,0 0 0 16,0 0 0-16,0 0 0 0,0 0 0 15,0 0 0-15,0 0 0 16,21-6 0-16,-21 6-30 15,25-20-58-15,-3 5-4 16</inkml:trace>
  <inkml:trace contextRef="#ctx0" brushRef="#br0" timeOffset="207553.04">14221 5254 403 0,'0'0'5'0,"0"0"3"16,0 0 1-16,-9-5 0 0,9 5 2 15,0 0 0-15,0 0 0 16,0 0 0-16,0 0-4 16,0 0-1-16,12-5-3 15,6 5 0-15,-2 0 0 0,9 3 1 16,0-1-1-16,8-2-1 15,-1 0 0-15,3 0-2 16,-3 0 0-16,0 0 0 0,-4 0 0 16,-6 0 0-16,0 0 0 15,-9 0 0-15,-1 3 0 16,-12-3 0-16,0 0 0 0,2 7 0 16,-2-7 0-16,-14 14 0 15,-4-6 0-15,1 4 0 16,-5 1 0-16,-6 2 0 15,1 0 0-15,-1 2 0 16,1 0 0-16,3-2 0 16,-1 3 0-16,0-6 0 0,7 3 0 15,1-5 0-15,4 3 0 16,3-6 0-16,10-7 0 16,-4 12 0-16,4-12 0 15,11 7 0-15,7-4 0 0,5-1 0 16,1-2 0-16,8 0 0 15,2 0 0-15,5 0 0 16,0-2 0-16,-1-1 0 0,0 2 0 16,-1-5 0-16,0 4 0 15,-7-1 0-15,2-3 0 16,-12 5 0-16,-1 1 0 16,-3-3 0-16,-7 0 0 0,-9 3 0 15,12 0 0-15,-12 0 0 16,0 0 0-16,0 0 0 15,0 0 0-15,0 0 0 16,0 0 0-16,-4 0 0 16,4 0 0-16,-12 6 0 15,12-6 0-15,-18 4 0 0,18-4-21 16,-17 0-71-16,4 0-3 16</inkml:trace>
  <inkml:trace contextRef="#ctx0" brushRef="#br0" timeOffset="-213927.91">9053 4045 393 0,'0'0'6'0,"0"0"2"15,0 0 3-15,0 0 1 0,2-10 2 16,-2 10 0-16,0 0 0 16,0 0 1-16,0 0-6 15,0 7-2-15,0 6-3 16,3 5 0-16,-3 4-4 0,0 4 0 15,0 5 0-15,2 1 0 16,-2-3 0-16,0 4 0 16,2-6 0-16,1-2 0 15,-3 0-2-15,3-6-8 16,-3-7-11-16,0-12-32 0,3 17-33 16,-3-17-1-16</inkml:trace>
  <inkml:trace contextRef="#ctx0" brushRef="#br0" timeOffset="-213599.05">8735 4035 387 0,'0'0'4'0,"0"0"3"0,0 0 1 16,0 0 2-16,-7-9 0 15,7 9 2-15,0-13-1 0,10 3 2 16,4 2-3-16,13-2-2 16,6 1-2-16,7-6 0 15,9 0-1-15,6 1-1 16,2-2-1-16,3 2 0 16,0 1-1-16,-6 1 0 0,-7 2-2 15,-7 2 0-15,-6 6 0 16,-8 2 0-16,-9 0-4 15,-7 12-4-15,-10-2-10 16,2 3-32-16,-2 9-35 0,-4-2-1 16</inkml:trace>
  <inkml:trace contextRef="#ctx0" brushRef="#br0" timeOffset="-213215.87">9271 4211 434 0,'0'0'5'0,"0"0"1"0,0-15 2 15,0 15 0-15,8-14 1 16,2 5 1-16,2 2-1 16,6 0 1-16,4 7-5 15,-2 0-1-15,5 0-1 0,0 10-3 16,0 3 0-16,-8 1 0 15,3 1 0-15,-8 2 0 16,1 1 0-16,-8-1 0 16,-3-2 0-16,-2-2 0 0,-2-1 0 15,-9-5 0-15,-1-2 0 16,3-5 0-16,-7 0 0 16,7-2 0-16,-1-8 0 15,2-2 0-15,5-3 0 0,3-1 0 16,0-1 0-16,8 2 0 15,5 0 0-15,1 0 0 16,6 6 0-16,1-1-4 16,5 8-18-16,10-2-60 0,-4 4-4 15</inkml:trace>
  <inkml:trace contextRef="#ctx0" brushRef="#br0" timeOffset="-212325.93">9933 4149 418 0,'0'0'4'16,"0"0"2"-16,-13-7 1 16,-4 4 2-16,2-2-1 15,-8 5 1-15,4 0 0 16,-6 0 0-16,2 3-3 0,6 6-3 16,2 4-2-16,8 1-1 15,4 2 0-15,3 2 0 16,3-4 0-16,6 1 0 15,2-3 0-15,1-4 0 0,0 2 1 16,3-9-1-16,2-1 1 16,-4-1 0-16,-1-9 1 15,1 0-1-15,-1-5 1 0,-2 0 0 16,-2-5-1-16,-1 1 0 16,-2-1 0-16,0 5 0 15,-5 0-2-15,2 5 0 0,-2 10 0 16,0 0 0-16,0 0 0 15,0 0 0-15,9 15 0 16,-6-1 0-16,8 2 1 16,-4 1 0-16,4-3 0 15,-4 0 0-15,5-8 0 0,-1-1 1 16,-2-2-1-16,3-3 1 16,1-5-1-16,-3-4 1 15,5-5 0-15,-3 0-1 16,0-3 1-16,-1 1-1 0,-1 2 0 15,-3-1 0-15,0 7-1 16,-7 8 0-16,0 0-1 16,0 0 0-16,0 0 0 15,-2 12-1-15,-1 1 0 0,3 2-1 16,0-2 2-16,5 2-1 16,3-6 0-16,4-2 1 15,6-2 1-15,1-2 0 0,6-3 0 16,3-5 2-16,6-2-1 15,-4-5 1-15,-2-1 0 16,-3-2 1-16,0 0 0 16,-13 1 0-16,-5 1 1 15,-7 1-2-15,-2 2 2 16,-10 4-2-16,-4 2 0 0,-5 2 0 16,3 2-1-16,0 2-1 15,1 2 0-15,4 6 0 16,3 0 1-16,8 0-1 0,2 2 0 15,2 1 1-15,8-1-1 16,7 1 1-16,4-1 0 16,1 1 0-16,0-4 0 0,1 1 0 15,0 0 0 1,-7-2 0-16,0-1 1 0,-6 1-1 16,-10-8 1-16,0 0-1 15,0 10 1-15,-13-8 0 16,-2-2 0-16,-8 3-1 0,4-1 0 15,-12-2 1-15,7 3-1 16,-4-3-1-16,6 3-2 16,1 1-7-16,3-1-16 15,0-2-54-15,18-1-2 0</inkml:trace>
  <inkml:trace contextRef="#ctx0" brushRef="#br0" timeOffset="-211248.32">10593 4060 366 0,'0'0'7'0,"0"0"1"0,0 0 4 16,0 0 1-16,0 0 1 15,-7-7 2-15,7 7 0 16,0 0 1-16,-13-11-5 15,13 11-2-15,0 0-2 16,-9-2-2-16,9 2 0 0,0 0-6 16,0 0 0-16,0 0 0 15,0 0 0-15,9-2 0 16,4-1 0-16,4 0 0 16,6 3 0-16,3-2 0 0,7 2 0 15,-3-2 0-15,5 2 0 16,-3-2 0-16,-3-1 0 15,-1 3 0-15,0 0 0 0,-10 0 0 16,-4 3 0-16,-4 3 0 16,-10-6 0-16,4 18 0 15,-6-5 0-15,-10-1 0 16,-2 5 0-16,-7 0 0 16,-4 1 0-16,3-1 0 0,-8 1 0 15,2-1 0-15,0-3 0 16,3 0 0-16,2-3 0 15,3-1 0-15,5 0 0 16,2-2 0-16,13-8 0 0,0 7 0 16,6-4 0-16,13-3 0 15,6 0 0-15,0 0 0 16,8 0 0-16,1-3 0 16,3 1 0-16,0-3 0 0,1 0 0 15,-5 2 0-15,-3 1 0 16,-1 0 0-16,-7-1 0 15,-2 0 0-15,-8 3 0 16,1 0 0-16,-13 0 0 0,12 0 0 16,-12 0 0-16,0 0 0 15,0 0 0-15,0 8 0 16,0-8 0-16,0 0 0 16,-8 5 0-16,8-5 0 0,0 0 0 15,-11 5 0-15,11-5 0 16,0 0 0-16,0 0 0 15,0 0-22-15,0 0-65 16,0 0-3-16</inkml:trace>
  <inkml:trace contextRef="#ctx0" brushRef="#br0" timeOffset="-210462.85">11414 3909 342 0,'0'0'9'0,"0"0"3"16,0-13 5-16,0 13 1 0,-3-14 0 15,3 14 1-15,-18-11 1 16,9 9 0-16,-5 4-9 16,-2 14-3-16,-2 6-3 15,1 5-2-15,0 10-1 0,0 3-1 16,6 7-1-16,-1 0 0 16,1 3 0-16,7-4 0 15,4-3 0-15,2-1 0 0,9-2 0 16,3-8 0-16,6-6 1 15,8-1 0-15,2-7-1 16,4-3-1-16,6-2-4 16,-6-11-11-16,7 3-65 0,-4-3-4 15</inkml:trace>
  <inkml:trace contextRef="#ctx0" brushRef="#br0" timeOffset="-209866.12">11662 4129 388 0,'0'0'6'0,"0"0"1"0,0-9 2 16,0 9 1-16,-13-11 0 16,1 9 1-16,-2-1 1 15,-4 2-1-15,-2 1-5 16,0 4-2-16,0 6-2 0,2 2 0 15,6 1-1-15,3 4-1 16,4 1 0-16,5-4 0 16,2 2 0-16,10-5 1 15,2-3-1-15,5-6 1 0,1 1 1 16,1-6 1-16,-3-4 1 16,2-7-1-16,-3-4 1 15,1-7 0-15,-8-2 1 16,-3-6 0-16,-1-6-5 0,-4 2 0 15,-2-6 0-15,-6 4 0 16,-1 5 0-16,0 1 0 16,0 8 0-16,-2 10 0 15,9 15 0-15,-12 0 0 16,12 13 0-16,0 12 0 0,3 10 0 16,4 4 0-16,6 5 0 15,-1 6 0-15,3-6 0 16,5 1 0-16,0-6-11 15,5-1-10-15,-6-6-41 0,6-9-23 16,-1-9-3-16</inkml:trace>
  <inkml:trace contextRef="#ctx0" brushRef="#br0" timeOffset="-209516.22">11963 4134 402 0,'0'0'7'0,"0"0"2"0,0 0 3 16,-13-14 1-16,13 14 1 15,-12-16 1-15,7 7 0 16,3-1 0-16,2 0-6 0,0 10-9 16,7-15 0-16,7 10 0 15,2 3 0-15,1 2 0 16,0 0 0-16,4 2 0 16,-4 6 0-16,-8 4 0 0,1 2 0 15,-7 4 0-15,-3 2 0 16,-5-1 0-16,-5 1 0 15,-5-2 0-15,-3 1 0 0,-1-6 0 16,1 2 0-16,4-5 0 16,3 0 0-16,2-5 0 15,9-5 0-15,0 0 0 16,5 10 0-16,12-10 0 16,7 0 0-16,4-3 0 0,4-4 0 15,9 4 0-15,-7-4 0 16,11 4-12-16,-5 1-72 15,-10-3-2-15</inkml:trace>
  <inkml:trace contextRef="#ctx0" brushRef="#br0" timeOffset="-208132.8">3507 5445 214 0,'0'0'5'16,"0"0"-3"-16,0 0 1 16,0 0 2-16,0 0 1 0,0 0 4 15,7 0 2-15,4 2 2 16,3-2-1-16,9 0 0 16,4 0 0-16,10 0 0 15,8 0-3-15,7 0-3 16,10 0-2-16,8 0-2 0,12 0-2 15,3 0 0-15,9 0-1 16,5 0 0-16,8 0 0 16,5 0 0-16,12 0 1 15,0 0-2-15,11 0-2 0,1 0-1 16,9 0-3-16,-4-2 0 16,10 2 0-16,-1-3-1 15,-1 3 0-15,2-2-2 16,-4 2-5-16,-1 0-12 0,-10 0-30 15,9 2-7-15</inkml:trace>
  <inkml:trace contextRef="#ctx0" brushRef="#br0" timeOffset="-206716.02">3643 8858 129 0,'0'0'6'0,"0"0"2"0,0 0 3 15,13 0 0 1,-1 0 3-16,4 0 3 0,-2 0 0 16,14 0 1-16,-1 0-3 15,10 0-2-15,11 0-1 0,3-5-1 16,15 3-3-16,1-3 0 15,7 0-2-15,11-3-2 16,9 4-1-16,-2-1-2 16,5 2-2-16,2-2 1 15,1 1-1-15,6-2 0 0,4-1-1 16,-4 0 1-16,-2-1-1 16,-1-2 2-16,-4 0 0 15,-2 0-1-15,-8 0 1 16,-1 3 0-16,-12-1 0 0,-6 4-1 15,-13-2 1-15,-8 6-5 16,-6-1-11-16,-18-2-23 16,0 3-25-16,-25 0-1 0</inkml:trace>
  <inkml:trace contextRef="#ctx0" brushRef="#br0" timeOffset="-205049.14">3887 5609 59 0,'0'0'3'0,"0"0"0"16,2 12 5-16,2 8 0 15,-2 9 1-15,1 8 2 0,-1 23 2 16,3 14-1-16,0 15-2 15,2 15 1-15,3 21-4 16,0 8-2-16,0 13 0 16,0 10-3-16,0 0 3 15,-3 3 3-15,-2-3 2 16,-3 3 3-16,-2-11-1 0,0-7 3 16,0-5 0-16,-5 1 1 15,1-12-1-15,-1-8-3 16,0-10-2-16,0-8-3 0,3-5-1 15,-2-2 0-15,2-15 0 16,2-6-1-16,0-7-2 16,0-3 0-16,0-15-4 0,0-3-2 15,0-13-3-15,0-9-4 16,0-5-2-16,0-16-7 16,0 0-14-16,0 0-35 15,0 0-2-15</inkml:trace>
  <inkml:trace contextRef="#ctx0" brushRef="#br0" timeOffset="-204328.27">3820 5732 236 0,'0'0'8'0,"0"0"4"0,5-10 4 15,-5 10 1-15,0 0 1 16,6-11 0-16,-6 11-1 16,0 0 0-16,0 0-6 0,-9 14-4 15,5 0-4 1,-6 4-2-16,-1 2 1 0,-1 1-1 16,3 4 0-16,0-2 0 15,0-6 0-15,4-2-1 16,-2-2 1-16,4-4 1 0,3-9 1 15,0 0-1-15,0 0 0 16,8-16 0-16,1-5 1 16,4 1-1-16,-1-7 1 15,9-7-1-15,-5 1-1 0,2-5 1 16,-3 2 0-16,2 3 1 16,-5 2 0-16,-1 6 1 15,-4 5-2-15,1 8 1 16,-8 12-1-16,0 0 0 0,7 10 0 15,-2 14-1-15,0 9 1 16,3 11-2-16,4 13 0 16,0 5 0-16,5 7-9 0,4 6-13 15,-9 4-53-15,15 3-2 16</inkml:trace>
  <inkml:trace contextRef="#ctx0" brushRef="#br0" timeOffset="-203666.99">3793 8631 318 0,'0'0'4'0,"0"0"0"0,0 0 2 16,0 18 1-16,0-10 0 16,10 7 1-16,-3 3 1 15,5 4 1-15,4 1-2 16,-3 1-2-16,4 1-1 0,-3 3-1 15,-1-7 0-15,-3 2-1 16,2-3-1-16,-4-8 1 16,-1 0 2-16,-7-12 2 15,5 7 1-15,0-11-1 0,0-17 0 16,5-8-1-16,5-12-1 16,12-17-13-16,15-11-67 15,6-13-5-15</inkml:trace>
  <inkml:trace contextRef="#ctx0" brushRef="#br0" timeOffset="-202197.22">12182 3817 365 0,'0'0'8'0,"0"0"3"0,0 0 1 15,0 0 2-15,0 0 0 16,0 0 1-16,0 0 1 16,0 0 1-16,0 11-6 15,4-1-3-15,8 6-3 0,13 7 0 16,0 7-1-16,10 4-1 16,-3 6 0-16,3 2-3 15,-3 0 0-15,-4 2 0 16,-6 1 0-16,-10-3 0 15,-7-2 0-15,-7-3 0 0,-13-3 0 16,-5-5 0-16,-5-4 0 16,-2 0 0-16,-2-7 0 15,1-1-12-15,3 6-56 16,7-19-17-16</inkml:trace>
  <inkml:trace contextRef="#ctx0" brushRef="#br2" timeOffset="-196862.19">6260 5484 164 0,'0'0'8'15,"0"0"5"-15,0 0 4 16,6-2 3-16,-6 2 2 0,0 0 4 16,0 0 1-16,7-4 2 15,-7 4-6-15,0 0-2 16,0 0-4-16,0 0-3 15,0 0-4-15,0 0-1 16,0 0-3-16,0 0-2 0,0 0-1 16,0 0-1-16,0 0 1 15,0 0-1-15,-4 4 3 16,4-4 0-16,0 0 1 16,0 0 1-16,0 0 0 15,4-10 1-15,-2 2 0 0,1-6 0 16,1-4-2-16,-1 1-1 15,-1-6 1-15,1-2-6 0,-1-4 0 16,-2-6 0-16,3 1 0 16,-3-6 0-16,0 0 0 15,-3-1 0-15,1-2 0 16,-3 4 0-16,2 1 0 16,-1 4 0-16,-1 4 0 0,1 2 0 15,3 3 0-15,1 6 0 16,-2 0 0-16,2 3 0 15,0 4 0-15,0 2 0 16,0 10 0-16,0-12 0 0,0 12 0 16,0 0 0-16,0-13 0 15,0 13 0-15,0 0 0 16,0 0 0-16,0 0 0 16,0 0 0-16,2-7 0 15,-2 7 0-15,0 0 0 0,0 0 0 16,0 0 0-16,0 0 0 15,5-10 0-15,-5 10 0 16,0-9 0-16,0 9 0 0,0 0 0 16,5-11 0-16,-5 11 0 15,0 0 0-15,0-12 0 16,0 12 0-16,0 0 0 0,0 0 0 16,4-10 0-16,-4 10 0 15,0 0 0-15,5-12 0 16,-5 12 0-16,3-10 0 15,-3 10 0-15,0 0 0 16,2-10 0-16,-2 10 0 0,0 0 0 16,0 0 0-16,0 0 0 15,0-10 0-15,0 10 0 16,0 0 0-16,0 0 0 16,0 0 0-16,0 0 0 0,0 0 0 15,0 0 0-15,0 0 0 16,-7 7 0-16,7-7 0 15,-12 16 0-15,5-5 0 16,-2-1 0-16,0 3 0 0,-3-1 0 16,-4 3 0-16,2 5 0 15,-6-3 0-15,-1 4 0 16,-3 1 0-16,2 0 0 16,-1-3 0-16,3 3 0 0,2-1 0 15,4-1 0-15,4-6 0 16,0-4 0-16,6-2 0 15,4-8 0-15,0 0 0 16,0 0 0-16,7 0 0 0,-7 0 0 16,17-12 0-16,-3-1 0 15,-1-4 0-15,5-1 0 16,-4-3 0-16,4-3 0 16,-4 5 0-16,4-3 0 0,-3-3 0 15,-2 3 0-15,-1 2 0 16,-5-3 0-16,4 9 0 15,-7-4 0-15,4 6 0 16,-6-3 0-16,-2 15 0 0,7-15 0 16,-7 15 0-16,6-10 0 15,-6 10 0-15,0 0 0 16,0 0 0-16,0 0 0 16,0 0 0-16,7 13 0 0,-4-1 0 15,-1 6 0-15,5-2 0 16,2 7 0-16,0-1 0 15,1 5 0-15,5-5 0 0,0 6 0 16,5-6 0-16,-1-3 0 16,-1 6 0-16,0-7 0 15,1 2 0-15,-1-3 0 16,-4-2 0-16,6-3 0 16,-8-2 0-16,2 3 0 15,-5-6 0-15,1-2 0 0,0 1 0 16,-10-6 0-16,10 4 0 15,-10-4 0-15,0 0-24 16,0 0-64-16,0 0-4 0</inkml:trace>
  <inkml:trace contextRef="#ctx0" brushRef="#br2" timeOffset="-195181.83">6290 5454 178 0,'0'0'7'16,"0"0"4"-16,-12-1 5 0,12 1 3 16,0 0 2-16,0 0 4 15,-9-8 0-15,9 8 3 16,0 0-6-16,0 0-2 16,0-10-2-16,0 10-4 15,0 0-3-15,0 0-2 0,0 0-1 16,0 0-2-16,9-3 0 15,-2 3-1-15,6 0 0 16,4 0 0-16,3 0 0 0,2 0 1 16,5 0-1-16,9 0-1 15,-2 0-1-15,3 0-1 16,3-2 0-16,5 2-1 16,2 0 0-16,5 0 0 15,-3 0 0-15,6-2-1 0,-2 2 0 16,-1 0 1-16,-1 0-1 15,-3 0 0-15,-6 0 1 16,1 0-1-16,-6 2 0 0,-5-2 1 16,-2 2-1-16,-2-2 1 15,-3 0-1-15,-4 0 1 16,-3 0 0-16,-3 0-1 16,-2 0 1-16,-4-2 0 15,-9 2 0-15,9-2 0 0,-9 2 0 16,0 0 0-16,0 0 0 15,0 0-1-15,0 0 0 16,0 0 0-16,0 0 0 16,0 0-2-16,0 0-2 0,0 0-1 15,-6-5-2-15,6 5-6 16,-8 0-8-16,8 0-17 16,0 0-45-16,0 0-2 0</inkml:trace>
  <inkml:trace contextRef="#ctx0" brushRef="#br2" timeOffset="-194715.95">7090 5313 331 0,'0'0'6'0,"0"0"4"15,-10 0 2-15,10 0 3 16,-7 0 2-16,7 0-1 16,0 0 2-16,-11 0 0 15,11 0-6-15,6 0-2 0,4 3-2 16,4-1-2-16,4 1-1 16,5 4-1-16,-2-4-1 15,9 2 0-15,-5 0-1 16,0 0 0-16,-2 2-1 0,-2 0 0 15,-3 0 0-15,-2 4-1 16,-7-1 3-16,-4 5-1 16,-3-1 0-16,-2 1 1 0,-7 6-3 15,-2 0 0-15,-9-1 0 16,0 0 0-16,-1 0 0 16,-4 0 0-16,0-1 0 15,2-1 0-15,1-6 0 0,2 1 0 16,3-4 0-16,2 0 0 15,4-2 0-15,9-7 0 16,-7 7 0-16,7-7 0 0,0 0-21 16,4 17-60-16,-4-17-5 15</inkml:trace>
  <inkml:trace contextRef="#ctx0" brushRef="#br2" timeOffset="-193999.51">7411 5286 344 0,'0'0'6'0,"0"0"4"16,0 0 3-16,0 0 2 15,0 0-1-15,0 0 0 16,0 0 1-16,0 0 0 15,0 0-5-15,7 5-3 0,3 5-2 16,0 2-2-16,2 1 0 16,6-1 0-16,1 3 0 15,2-2-1-15,-1-1 1 16,-3 0 0-16,3-2-1 0,-6-3 1 16,2-1-1-16,-2-2 0 15,-7 2-1-15,4-1-3 16,-11-5-5-16,10 4-14 0,-10 9-58 15,0-13-6-15</inkml:trace>
  <inkml:trace contextRef="#ctx0" brushRef="#br2" timeOffset="-193515.66">7721 5293 381 0,'0'0'9'16,"0"0"2"-16,0 0 1 15,0 0 1-15,-7-2 0 0,7 2 0 16,-15 10 1-16,5 5-1 16,-1 5-5-16,-3 3-3 15,0 3-2-15,-2 2 0 16,2 4 0-16,-4-3 0 0,2-1-1 16,4-1 1-16,5-8-4 15,-2 1-5-15,5 3-13 16,-5 3-62-16,9-12-4 15</inkml:trace>
  <inkml:trace contextRef="#ctx0" brushRef="#br2" timeOffset="-192266.17">6360 4623 335 0,'0'0'6'0,"0"0"2"0,0 0 3 16,-8 0 3-16,8 0 1 16,0 0 0-16,0 0 0 0,0 0 2 15,0 0-6-15,5-3-1 16,8 3-3-16,-1 0-2 15,8-3 0-15,2 1 0 16,0-2-1-16,3 3-1 0,0-4 0 16,0 3-1-16,-2 2 0 15,-4-3-1-15,-4 3 1 16,-3 0-2-16,-12 0 1 16,10 5 0-16,-10 5 0 15,-7 0-1-15,-3 4 1 0,-3 0-1 16,-4 0 1-16,-1 1-1 15,-3 2 1-15,3-2-2 16,0 3 2-16,1-3 0 0,0-3 0 16,5 0 0-16,4-2 0 15,0-3 0-15,8-7-1 16,-2 15 1-16,2-15 0 16,10 3-1-16,2-3 2 0,6 0-2 15,1 0 0-15,4-3 0 16,0 1 0-16,4-1 0 15,-3-2 0-15,-1 0 0 16,2 1 0-16,-7 1 0 16,-4 0 0-16,-2 1 0 0,1 2 0 15,-13 0 0-15,10-3 0 16,-10 3 0-16,0 0 0 16,0 0 0-16,0 0 0 15,0 0 0-15,0 0-5 0,0 0-43 16,0 5-38-16,0-5-1 15</inkml:trace>
  <inkml:trace contextRef="#ctx0" brushRef="#br2" timeOffset="-191282.84">6290 5514 13 0,'0'0'5'16,"0"0"6"-16,0 0 4 0,0 0 4 15,-5-5 5-15,5 5 3 16,0 0 2-16,0 0 1 16,-7-10-1-16,7 10-3 0,0 0-3 15,0 0-3-15,0-10 1 16,0 10-4-16,0 0-1 16,0 0-1-16,0 0-2 15,-12 0-1-15,12 0-2 0,-13 15-1 16,1 0-2-16,-4 5-1 15,-3 5 0-15,-4 4-1 16,1 3 0-16,-8 6-1 16,-3 2 1-16,-4 2-1 0,0-3-1 15,-3 6 0-15,0-6-1 16,1 3-1-16,-4-2 0 16,4-4 1-16,2 2-2 15,0-5 0-15,4-6 0 0,3 0 0 16,2-4 0-16,6-6 0 15,2-1 1-15,8-2-1 16,2-7 0-16,10-7 1 16,-17 12-1-16,17-12 0 0,0 0 0 15,0 0 0-15,-8 9-2 16,8-9-5-16,0 0-6 16,0 0-5-16,0 0-10 15,0 0-47-15,0 0-6 16</inkml:trace>
  <inkml:trace contextRef="#ctx0" brushRef="#br2" timeOffset="-190765.03">5636 5997 370 0,'0'0'6'0,"0"0"4"0,0 0 0 16,0 0 3-16,0 0 0 16,0 0-1-16,0 0 0 15,0 0 0-15,0 0-7 16,0 10-2-16,-4 3-3 0,-4 1-1 15,0 9-1-15,-2-1 1 16,1 5 1-16,-8 3 0 16,6 0 1-16,-4-4 0 15,3 2-1-15,-2-4 1 16,1-7-1-16,3 0 0 0,3-6 0 16,-2-1 0-16,9-10 0 15,-2 10 1-15,2-10 1 0,12 0 0 16,4 0 1-16,4-5 0 15,2 0 2-15,1-5-1 16,11 0 1-16,-4 0-2 16,2 1 1-16,-7 2-2 15,2-2 1-15,-6 5-2 0,-7-1 0 16,-3 2 0-16,-11 3 0 16,14-2-1-16,-14 2-1 15,0 0-4-15,0 0-6 16,0 0-20-16,0 0-51 0,0 5-2 15</inkml:trace>
  <inkml:trace contextRef="#ctx0" brushRef="#br2" timeOffset="-190266.22">5114 6436 414 0,'0'0'7'0,"0"0"2"15,3-13 3-15,-3 13 0 16,0 0 0-16,5-10-1 15,-5 10 1-15,0 0 0 0,-12 13-7 16,4 2-3-16,-5 4-2 16,-3 1 0-16,-2 3 0 15,-1 2 0-15,1 0 0 0,0-6 0 16,3 1-1-16,3-5-1 16,-1-3-3-16,1-8-5 15,12-4-6-15,-10 8-8 16,10-8-28-16,0 0-33 0,3-12-1 15</inkml:trace>
  <inkml:trace contextRef="#ctx0" brushRef="#br2" timeOffset="-189999.35">4928 6384 358 0,'0'0'8'16,"0"0"5"-16,-2-8 2 0,2 8 1 15,0 0-1-15,0 0 1 16,0 0 0-16,0 0 2 15,5 0-8-15,8 10-3 16,1 5-2-16,6 2-1 0,-1 6 1 16,7-4 0-16,-2 5-5 15,2-8 0-15,-1 3 0 16,-6-2 0-16,-1-3 0 16,-1-3 0-16,-4-5 0 0,-4 1 0 15,-3-2 0-15,-6-5 0 16,12 7 0-16,-12-7-10 15,0 0-74-15,0 0-2 0</inkml:trace>
  <inkml:trace contextRef="#ctx0" brushRef="#br2" timeOffset="-186314.65">9557 4669 297 0,'0'0'4'16,"-12"0"2"-16,-6 0 2 15,1 8 2-15,-5 7 1 16,-8 4 0-16,-3 11 1 0,-6 7 1 16,0 11-4-16,0 8-2 15,5 11-2-15,-1 6-1 16,5 8-1-16,-2 8 1 15,7 3 1-15,3 4 2 0,7 3 1 16,8 0 0-16,4-2 0 16,6-5-1-16,9-6 0 15,15-11-2-15,8-6-1 16,13-7-1-16,6-12-1 0,11-8 0 16,7-9 0-16,5-17 1 15,2-3 1-15,1-13-1 16,1-8-1-16,-5-12 1 0,-2-12 0 15,-5-10 0-15,-7-5-1 16,-5-13 0-16,-4-4 0 16,-14-8 0-16,-7-4-1 15,-9-11 1-15,-7-7-2 16,-14-3 0-16,-8-4 0 16,-11-6 1-16,-10 4 0 0,-5-2 1 15,-5 8 1-15,-11 7-3 16,-1 9 0-16,-4 12 0 15,-4 10 0-15,-3 16 0 0,1 16 0 16,-6 18 0-16,-2 11 0 16,-2 27 0-16,-1 24 0 15,-2 26 0-15,0 25 0 16,10 24-25-16,17 26-58 0,-7 20-2 16</inkml:trace>
  <inkml:trace contextRef="#ctx0" brushRef="#br2" timeOffset="-180382.96">12780 4231 494 0,'0'0'4'0,"0"0"3"0,0 0-1 16,0 0-6-16,10 0 0 15,-10 0 0-15,0 0 0 16,0 0 0-16,0 0 0 0,0 0 0 16,0 0 0-16,0 0 0 15,0 0 0-15,0 0 0 16,0 0 0-16,0 0 0 0,0 0 0 16,-8 5 0-16,8-5 0 15,0 0 0-15,-7 10 0 16,7-10-39-16,7 2-54 15</inkml:trace>
  <inkml:trace contextRef="#ctx0" brushRef="#br2" timeOffset="-176281.4">5376 5806 159 0,'0'0'6'0,"0"0"2"0,0 0 3 16,0 0 3-16,0 0 3 15,0 0 3-15,0 0 2 16,0 0 3-16,0 0-3 0,-5 5-1 16,5-5-1-16,0 0-2 15,0 0 0-15,0 0-2 16,0 0-3-16,0 0-1 0,0 0-2 16,0 0-1-16,0 0-1 15,0 0-2-15,0 0 0 16,0 0-1-16,0 0 0 15,0 0-1-15,0-5-1 0,0 5 0 16,0 0 0-16,0 0-1 16,0-9 1-16,0 9-1 15,0 0 1-15,0-8-1 16,0 8 1-16,0 0-1 16,5-12 1-16,-5 12-1 0,5-10 0 15,-5 10 1-15,7-8-3 16,-7 8 0-16,5-10 0 15,-5 10 0-15,5-10 0 16,-5 10 0-16,0 0 0 0,8-11 0 16,-8 11 0-16,2-8 0 15,-2 8 0-15,0 0 0 16,10-10 0-16,-10 10 0 16,0 0 0-16,7-10 0 0,-7 10 0 15,0 0 0-15,0 0 0 16,11-10 0-16,-11 10 0 15,0 0 0-15,14-10 0 0,-14 10 0 16,10-7 0-16,-10 7 0 16,10-8 0-16,-10 8 0 15,10-6 0-15,-10 6 0 16,12-9 0-16,-12 9 0 16,11-8 0-16,-11 8 0 0,9-4 0 15,-9 4 0-15,13-7 0 16,-13 7 0-16,10-6 0 15,-10 6 0-15,12-2 0 16,-12 2 0-16,10-2 0 0,-10 2 0 16,10-4 0-16,-10 4 0 15,13-4 0-15,-13 4 0 16,19-2 0-16,-19 2 0 16,12-5 0-16,-12 5 0 0,16-5 0 15,-16 5 0-15,12-3 0 16,-12 3 0-16,18 0 0 15,-18 0 0-15,14-2 0 0,-14 2 0 16,18-3 0-16,-11 3 0 16,-7 0 0-16,18 0 0 15,-9 0 0-15,1 0 0 16,1 0 0-16,-4-2 0 16,3 2 0-16,-10 0 0 0,17 0 0 15,-17 0 0-15,15 0 0 16,-15 0 0-16,13 0 0 15,-4 0 0-15,-1 0 0 0,5 0 0 16,-6 2 0-16,0-2 0 16,3 3 0-16,-2-1 0 15,2 1 0-15,-10-3 0 16,14 5 0-16,-14-5 0 16,15 5 0-16,-15-5 0 0,15 6 0 15,-15-6 0-15,15 6 0 16,-15-6 0-16,15 5 0 15,-5 1 0-15,-10-6 0 16,17 4 0-16,-17-4 0 0,16 7 0 16,-9-2 0-16,-7-5 0 15,14 9 0-15,-14-9 0 16,16 6 0-16,-16-6 0 16,14 10 0-16,-14-10 0 0,12 10 0 15,-12-10 0-15,15 7 0 16,-15-7 0-16,16 11 0 15,-7-7 0-15,-1 0 0 0,-8-4 0 16,18 11 0-16,-18-11 0 16,11 14 0-16,-11-14 0 15,16 17 0-15,-16-17 0 16,12 11 0-16,-12-11 0 16,11 10 0-16,-11-10 0 0,7 12 0 15,-7-12 0-15,7 16 0 16,-7-16 0-16,7 12 0 15,-7-12 0-15,8 15 0 16,-8-15 0-16,5 12 0 0,-5-12 0 16,7 12 0-16,-7-12 0 15,8 15 0-15,-8-15 0 0,4 16 0 16,-1-8 0 0,-3-8 0-16,2 17 0 0,2-9 0 15,-4 0 0-15,2 2 0 16,1 0 0-16,-3-2 0 15,0 2 0-15,0-10 0 0,2 15 0 16,-2-15 0-16,2 12 0 16,-2-12 0-16,3 14 0 15,-3-14 0-15,0 16 0 16,0-9 0-16,0-7 0 16,0 17 0-16,0-17 0 0,0 17 0 15,0-17 0-15,-5 18 0 16,5-11 0-16,-2 4 0 15,2-4 0-15,0-7 0 0,-5 17 0 16,5-17 0-16,-6 15 0 16,3-8 0-16,3-7 0 15,-4 18 0-15,1-8 0 16,3-10 0-16,-5 14 0 16,5-14 0-16,-7 15 0 0,7-15 0 15,-5 15 0-15,5-15 0 16,-10 15 0-16,10-15 0 15,-7 14 0-15,7-14 0 0,-12 13 0 16,12-13 0-16,-11 15 0 16,11-15 0-16,-14 14 0 15,14-14 0-15,-16 13 0 16,16-13 0-16,-14 15 0 0,14-15 0 16,-16 13 0-16,7-8 0 15,9-5 0-15,-16 12 0 16,16-12 0-16,-12 12 0 15,12-12 0-15,-9 13 0 0,9-13 0 16,-11 7 0-16,11-7 0 16,-7 10 0-16,7-10 0 15,-7 10 0-15,7-10 0 16,0 0 0-16,-12 10 0 16,12-10 0-16,0 0 0 0,0 0 0 15,-9 5 0-15,9-5 0 16,0 0 0-16,0 0 0 15,0 0 0-15,0 0 0 0,0 0 0 16,-7 5 0-16,7-5 0 16,0 0 0-16,0 0 0 15,0 0 0-15,0 0 0 0,0 0 0 16,0 0 0-16,0 0 0 16,0 0 0-16,0-5 0 15,0 5-9-15,0-25-75 16,0 25-5-16</inkml:trace>
  <inkml:trace contextRef="#ctx0" brushRef="#br2" timeOffset="-175365.94">6044 6200 432 0,'0'0'7'15,"0"0"2"-15,0 0 2 0,-3-9 1 16,3 9 0-16,0 0 0 16,0 0 1-16,0 0-10 15,0 0-3-15,0 0 0 16,-5 9 0-16,3 0 0 0,0 4 0 16,-3 5 0-16,0-1 0 15,-1 4 0-15,1 0 0 16,-2-1 0-16,0-3 0 15,0 1 0-15,-2 0 0 0,2-4 0 16,0 1 0-16,-3-3 0 16,2 1 0-16,1-5 0 15,0 0 0-15,7-8 0 16,-11 14 0-16,11-14 0 16,-9 10 0-16,9-10 0 0,0 0 0 15,0 0 0-15,-8 6 0 16,8-6 0-16,0 0 0 15,0 0 0-15,0 0 0 16,0 0 0-16,0 0 0 0,0 0 0 16,0 0 0-16,0 0 0 15,0 0 0-15,0 0 0 16,0 0 0-16,0 0 0 0,0 0 0 16,0 0 0-16,5 8 0 15,-5-8 0-15,10 0 0 16,-10 0 0-16,15 0 0 0,-3-2 0 15,1-4 0-15,1 4 0 16,0-2 0-16,3 1 0 16,3-1 0-16,-1 1 0 15,4-3 0-15,-1 2 0 16,1-4 0-16,-2 4 0 16,5-2 0-16,-4 1 0 0,-2 0 0 15,-6 0 0-15,1 3 0 16,-4 2 0-16,-11 0 0 15,12-2 0-15,-12 2 0 0,0 0 0 16,0 0 0-16,0 0 0 16,0 0 0-16,0 0 0 15,0 0 0-15,0 0 0 16,0 0 0-16,0 0 0 16,0 0 0-16,-5 2 0 0,5-2 0 15,0 0 0-15,-9 10 0 16,9-10 0-16,-11 5 0 15,11-5 0-15,-13 2-61 0,13-2-33 16</inkml:trace>
  <inkml:trace contextRef="#ctx0" brushRef="#br2" timeOffset="-168999.46">13219 4032 390 0,'0'0'7'0,"0"0"1"16,0 0 0-16,0 0 2 16,6 0 0-16,-6 0 0 0,3 16 1 15,1-7 1-15,-4 7-7 16,0 3-1-16,0 3 0 15,0 6-1-15,3-4-1 16,-1 3 0-16,1 1-1 0,-1-8 1 16,-2-1-1-16,0 1 0 15,2-8 0-15,-2-1 1 16,0-11 0-16,0 12 0 16,0-12 0-16,0 0-1 0,0 0 1 15,-4-14-1-15,1-2 1 16,3-2-1-16,-2-6 0 15,2-3 0-15,0-7 1 16,0 1-2-16,0-3 0 0,2 2 0 16,1 3 0-16,-1 0 0 15,5 6 0-15,-1 6 0 16,4 5 0-16,-1-2 0 16,9 7 0-16,-3 3 0 0,2 6 0 15,3 0 0-15,0 8 0 16,0 2 0-16,-3 7 0 15,1 1 0-15,-6 2 0 16,-2 2 0-16,-2-3 0 0,-8 4 0 16,0-6 0-16,-8 4 0 15,-2-7 0-15,-2-2 0 16,-6 1 0-16,1-6 0 0,-3 1 0 16,5-6 0-16,0 3 0 15,1-3 0-15,3-2 0 16,11 0 0-16,-10 3 0 15,10-3 0-15,8 8 0 16,5-6 0-16,3 3 0 0,5 2 0 16,1 0 0-16,5 4 0 15,0-2 0-15,-2 1 0 16,0 0 0-16,-2 0 0 16,-6 2 0-16,-2 1 0 0,-6-2 0 15,1-4 0-15,-4 3 0 16,-6-10 0-16,7 16-10 15,-7-5-48-15,0-11-29 0,0 0-1 16</inkml:trace>
  <inkml:trace contextRef="#ctx0" brushRef="#br2" timeOffset="-168593.94">13720 4114 433 0,'0'0'5'0,"0"0"-1"16,0 0 3-16,-9 6 0 0,2 3 0 15,-2 1 1-15,-2 5 0 16,1 2 0-16,1 1-3 16,2 4-2-16,3-2 0 15,4-3-2-15,4 1 1 0,5-4-1 16,6-3 1-16,0-4 1 15,8-2-1-15,-2-5 0 16,0 0-2-16,1-8 0 16,-3-2 0-16,2-5 0 0,-9-2 0 15,1-2 0-15,-9-2 0 16,-4 1 0-16,0 4 0 16,-4-2 0-16,-12 5 0 15,2 6 0-15,-9 2 0 0,3 5 0 16,1 0 0-16,-4 8 0 15,0-1 0-15,9 1 0 16,-1-1-20-16,15-7-53 16,-8 0-13-16</inkml:trace>
  <inkml:trace contextRef="#ctx0" brushRef="#br2" timeOffset="-168099.39">13996 3936 421 0,'0'0'6'0,"0"0"5"15,0 0-1-15,2-8 3 0,-2 8 0 16,0 0 1-16,0 0 0 16,0-10-5-16,0 10-9 15,-2 14 0-15,-4-3 0 16,1 14 0-16,0-1 0 0,3 10 0 15,-6 0 0-15,6 2 0 16,0 2 0-16,2-3 0 16,0-1 0-16,0-6 0 15,4-3 0-15,4-1 0 16,1-9 0-16,2 3 0 0,3-8 0 16,2-3 0-16,-2-2 0 15,4-4 0-15,-4-1 0 16,4 0 0-16,-1 0 0 0,-1-1 0 15,-4-6 0-15,3 4 0 16,-9-7-4-16,-6 10-82 16,13-12-3-16</inkml:trace>
  <inkml:trace contextRef="#ctx0" brushRef="#br2" timeOffset="-167833.11">13941 4124 434 0,'0'0'6'0,"0"0"1"16,0 0 2-16,0 0 0 16,4 0 1-16,-4 0 1 0,12 0 0 15,-3-3 0-15,0 2-8 16,6 1-3-16,3-3 0 15,2 0 0-15,-1 3 0 0,1-1 0 16,0-3 0-16,-1 4 0 16,-3-2 0-16,-1 2-12 15,-15 0-71-15,13 0-3 16</inkml:trace>
  <inkml:trace contextRef="#ctx0" brushRef="#br2" timeOffset="-166448.24">14276 4120 257 0,'0'0'7'0,"0"0"3"15,0 0 4-15,0 0 3 16,-2-6 3-16,2 6 1 16,0 0 3-16,0 0 2 15,0 0-7-15,0 0-3 0,0 0-3 16,0 0-2-16,0 0-2 15,0 0-2-15,0 0-1 16,0 0-1-16,0 0-1 16,0 0 1-16,0 0-1 0,0 0 0 15,0 0 1-15,0 0-2 16,0 0 1-16,0 0-4 16,0 0 0-16,0 0 0 15,0 0 0-15,0 0 0 0,7-1 0 16,-7 1 0-16,17 0 0 15,-7 1 0-15,7 2 0 16,-1 1 0-16,0 2 0 16,5 1 0-16,-1-2 0 15,-3 5 0-15,-2 0 0 0,0 2 0 16,-6 1 0-16,-1 1 0 16,-5 1 0-16,-3 3 0 15,-3-3 0-15,-7 2 0 0,-5 0 0 16,-5-5 0-16,1 3 0 15,-1-2 0-15,-5-1 0 16,2-4 0-16,1-3 0 16,5 0 0-16,2-2 0 0,4-3 0 15,11 0 0-15,-11 0 0 16,11 0 0-16,2-13 0 16,7-2 0-16,7 3 0 15,3-9 0-15,1 5 0 0,5-4 0 16,-2 0 0-16,1-3 0 15,-1 3 0-15,-3 4 0 16,-3-2 0-16,1 5 0 16,-6-1 0-16,-2 3 0 0,-2-1 0 15,-8 12 0-15,7-13 0 16,-7 13 0-16,0 0 0 16,0 0 0-16,-10 0 0 0,10 0 0 15,-15 13 0-15,7 2 0 16,1 3 0-16,-2-1 0 15,3 6 0-15,3-4 0 16,3 3 0-16,0-2 0 16,5 0 0-16,3-3 0 0,4-2 0 15,4-3 0-15,3-2 0 16,1-2 0-16,3-5 0 16,1-1 0-16,-1-2 0 15,-3 0 0-15,3-5 0 0,-9 3 0 16,0-4 0-16,-3 4 0 15,-11 2 0-15,12-8 0 16,-12 8 0-16,0 0 0 16,0 0 0-16,0 0 0 0,-2-2 0 15,-8 4-45-15,10-2-45 16,-15 0-1-16</inkml:trace>
  <inkml:trace contextRef="#ctx0" brushRef="#br2" timeOffset="-165949.08">15012 3810 413 0,'0'0'7'0,"0"0"2"0,0 0 3 15,0 0 1-15,0 0 0 0,-8 0 1 16,8 0 1-16,-15 7 0 16,2 8-15-16,1 7 0 15,-2 6 0-15,-4 6 0 16,2 9 0-16,2 1 0 0,0 6 0 15,2 1 0-15,3 2 0 16,2-3 0-16,7-4 0 16,0-1 0-16,7-3 0 15,5-4 0-15,4-5 0 0,1-8 0 16,5 0 0-16,6-4 0 16,-3-7 0-16,5-1 0 15,-3-6 0-15,-1 0 0 16,2-4 0-16,-5-1 0 0,-3-2 0 15,-1 0 0-15,-6 0 0 16,-3 0 0-16,-10 0 0 16,9 0 0-16,-9 0-20 15,0 0-68-15,0-10-2 0</inkml:trace>
  <inkml:trace contextRef="#ctx0" brushRef="#br2" timeOffset="-164863.1">14876 4063 355 0,'0'0'7'0,"0"0"5"0,0 0 3 16,0 0 1-16,0 0 1 15,0 0 1-15,0 0 0 16,12 0 2-16,-5 0-6 0,5 0-3 16,8 0-3-16,3 0-8 15,7 0 0-15,2-6 0 16,5 6 0-16,-3-2 0 15,-1 0 0-15,-1-1 0 16,-2 1 0-16,-5-1 0 0,-6 3 0 16,-3-3 0-16,-9 3 0 15,-7 0 0-15,15 0 0 16,-15 0 0-16,0 0 0 0,0 0 0 16,0 0 0-16,0 0 0 15,0 0 0-15,0 0 0 16,-10-4 0-16,10 4 0 15,-12 0 0-15,12 0-57 0,0 0-32 16,-10 2-1-16</inkml:trace>
  <inkml:trace contextRef="#ctx0" brushRef="#br2" timeOffset="-164325.9">15679 4032 467 0,'0'0'4'0,"0"0"0"0,0-15 2 15,0 15 1-15,-12-16 0 16,3 7 0-16,-4 1 0 15,-4-3-5-15,-3 6-2 16,-3 3 0-16,0 2 0 0,-1 0 0 16,2 10 0-16,2 2 0 15,5 1 0-15,2 3 0 16,8-1 0-16,3 3 0 0,4-3 0 16,11-5 0-16,2 0 0 15,5-6 0-15,3-4 0 16,1 0 0-16,3-1 0 15,-2-8 0-15,0-3 0 16,-6 0 0-16,-1-3 0 16,-6 1 0-16,-1 1 0 0,-4 1 0 15,-7 12 0-15,5-13 0 16,-5 13 0-16,0 0 0 16,0 15 0-16,-5-1 0 15,0 11 0-15,3-2 0 0,-3 4 0 16,-1 2 0-16,4 4 0 15,-1-5 0-15,1-3 0 16,2-4 0-16,0-1 0 0,-2-2 0 16,2 0 0-16,0-11 0 15,0 3-10-15,13-6-78 16,-13-4-2-16</inkml:trace>
  <inkml:trace contextRef="#ctx0" brushRef="#br2" timeOffset="-163966.08">15856 4050 457 0,'0'0'5'0,"0"0"2"0,-5 0 1 0,5 0 0 16,-13 13 0-16,6-3 1 16,-3 5 0-16,1 4-9 15,2 3 0-15,6 1 0 16,1-2 0-16,0-1 0 0,8 0 0 15,6-5 0-15,7-2 0 16,-2-8 0-16,8-3 0 16,1-2 0-16,1-5 0 0,-1-7 0 15,-3-3 0-15,-3-5 0 16,-2-5 0-16,-7 0 0 16,-8-7 0-16,-5 3 0 15,-3 1 0-15,-11 3 0 0,-2 3 0 16,-6 7 0-16,-3 5 0 15,-3 6 0-15,1 4 0 16,3 4 0-16,4 6 0 16,-3 4-76-16,13-6-15 15</inkml:trace>
  <inkml:trace contextRef="#ctx0" brushRef="#br2" timeOffset="-163682.85">16112 3734 477 0,'0'0'4'0,"0"0"2"16,0 0 1-16,0 0 1 15,0 0 1-15,0 0-9 0,10 4 0 16,2 9 0-16,9 3 0 16,3 9 0-16,2 7 0 15,7 6 0-15,3 9 0 16,-4 0 0-16,-5 7 0 15,-2-1 0-15,-10-2 0 0,-10 1 0 16,-5 0 0-16,-10-3 0 16,-15-3 0-16,-7-2 0 15,-8-7 0-15,0 3 0 16,-9-8-14-16,4-2-75 16,8-5-4-16</inkml:trace>
  <inkml:trace contextRef="#ctx0" brushRef="#br0" timeOffset="-154282.05">7524 5415 205 0,'0'0'6'15,"0"0"3"-15,0 0 3 0,0 0 2 16,-9 0 2-16,9 0-1 16,0 0 0-16,0 0 0 15,0 0-5-15,0 0-2 16,0 0-4-16,7-2-1 16,-7 2-2-16,18 0 0 0,-6 0-1 15,6-3 1-15,2 3-1 16,4-3 2-16,3-4-2 15,1 2 0-15,6-2 0 0,-1 3 1 16,5-4-1-16,-6 2 1 16,0-1-1-16,1 3 0 15,-4 1 1-15,-1 0-1 16,-2 3 1-16,-5-2-1 16,-1-1 0-16,-3 3 1 0,-5 0-1 15,-2 0 0-15,-10 0 1 16,15 0-1-16,-15 0 1 15,0 0-1-15,8 3 2 16,-8-3 0-16,0 0 0 0,0 0 0 16,0 0 0-16,0 0 0 15,0 0 0-15,-5 2 0 16,5-2-2-16,0 0-4 16,-11 0-6-16,11 0-14 0,0 0-34 15,-9 6-14 1</inkml:trace>
  <inkml:trace contextRef="#ctx0" brushRef="#br0" timeOffset="-153716.18">7952 5234 321 0,'0'0'5'0,"0"0"2"0,0 0 2 0,0 0 1 16,0 0 1-16,0 0 0 15,0 0 1-15,0 0-1 16,-5 5-3-16,5-5-3 0,7 10-1 16,2-5 0-1,3 2-1-15,0 4 0 0,5-4 0 16,1 3 0-16,1-3-1 16,2 3 0-16,1-3-1 0,-5 1 0 15,1-1 1-15,-1 3-2 16,-4-2 2-16,-5-3-1 15,-8-5 0-15,11 12 0 16,-11-12 0-16,0 15 2 0,0-8-1 16,-7 3 1-16,-3 0 0 15,-3 2-1-15,1 1 1 16,-6 2-1-16,4 0 1 0,-5-1-1 16,3 1-1-16,1-2 0 15,0 2 0-15,0-3-1 16,3-2 1-16,5-2 0 15,7-8-1-15,-16 14-1 16,16-14-2-16,-4 10-4 16,4-10-9-16,0 15-40 0,0-15-25 15,12 0-2-15</inkml:trace>
  <inkml:trace contextRef="#ctx0" brushRef="#br0" timeOffset="-152594.89">8233 5435 373 0,'0'0'4'0,"0"0"3"15,0 0 1-15,0 0 0 0,0 0 0 16,0 0 3-16,0 0-1 15,0 0 1-15,10 0-3 16,0 0-2-16,5 0-1 0,0 0 1 16,2-3-1-16,-1 3-1 15,6-2 0-15,-6 0 0 16,0-1-1-16,-2 1 0 16,-1-1-1-16,-3 3 0 15,-1 0-1-15,-9 0 1 0,13 0-1 16,-13 0 0-16,0 0 0 15,0 0 0-15,0 10 1 16,0-10-1-16,-9 10 0 16,-2-3 0-16,2 0 0 0,-4 6-1 15,-2-2 1-15,0 0 0 16,-2 2-1-16,1-1 1 16,2 3-1-16,-1-3 0 15,3-2 1-15,2 0-1 0,-1 0 0 16,11-10 2-16,-12 13-2 15,12-13 0-15,-2 7 0 16,2-7 0-16,0 0 0 0,5 5 0 16,-5-5 0-16,18 0-2 15,-4 0 2-15,1-3 0 16,0 1 0-16,5-1 0 0,-1 1 0 16,4 0 2-1,-6-1-2-15,3 3 0 0,-2 0 0 16,-4 0 0-16,4 0 0 15,-8 0 0-15,3 0 0 16,-13 0 0-16,12 0 0 16,-12 0 0-16,9 0 0 0,-9 0 0 15,0 0 0-15,0 0 0 16,0 0 0-16,0 0 0 16,-7 0 0-16,7 0 0 0,-9 0 0 15,9 0 0-15,-10 3 0 16,10-3 0-16,-11 0 0 15,11 0 0-15,0 0 0 16,0 0 0-16,0 0 0 0,0 0-13 16,11 7-73-16,-11-7-2 15</inkml:trace>
  <inkml:trace contextRef="#ctx0" brushRef="#br0" timeOffset="-151333.09">6379 5484 292 0,'0'0'7'0,"0"0"2"0,0 0 2 15,-3-6 3-15,3 6 1 16,0 0 0-16,0 0 2 16,-9-11 0-16,9 11-6 0,0 0-3 15,-2 7-1-15,2 3-2 16,5 3-2-16,-3 7 0 15,2 4 1-15,2 1-1 16,2 5 0-16,-3-1-1 0,-1 5 0 16,-1-3 0-16,-1 1 0 15,1-1 0-15,-3-7-1 16,0 1 0-16,0-5 1 16,0-3-1-16,-3-3 0 15,1-4 0-15,-1 0 0 0,3-10 0 16,0 11 0-16,0-11 0 15,0 0-1-15,0 0-1 16,0 0-1-16,0 0-4 0,0 0-5 16,0 0-13-16,-2-6-53 15,2 6-3-15</inkml:trace>
  <inkml:trace contextRef="#ctx0" brushRef="#br0" timeOffset="-150728.24">6268 5735 303 0,'0'0'7'0,"0"0"5"0,0 0 2 16,0 0 3-16,1-10 2 15,-1 10 2-15,0 0-2 16,0 0 1-16,0 0-7 16,0 0-4-16,0 0-2 15,9 7-3-15,-7 3-2 0,5 5-1 16,1-3 1-16,2 5 0 15,0 1-1-15,3 1 0 16,-1 1 0-16,0-2 0 16,1-3 0-16,-2 1 0 0,-1-2 0 15,-1 0 0-15,0-4 0 16,-2 0 0-16,-7-10-1 16,9 15 1-16,-9-15 0 0,0 0 0 15,7 10 0-15,-7-10 1 16,0 0 0-16,7-5 0 15,-2-5 1-15,2 0 0 16,1-5 0-16,2 0-1 0,2-3 1 16,-1-1 0-16,1-1-1 15,1 3-2-15,-1-3 0 16,-1 1 0-16,-2 4 0 16,-2 0 0-16,-2 5 0 0,-5 10 0 15,7-12 0-15,-7 12 0 16,0 0 0-16,0 0 0 15,0 0 0-15,11-6 0 16,-11 6-9-16,2 6-30 0,-2-6-46 16,7 19-3-16</inkml:trace>
  <inkml:trace contextRef="#ctx0" brushRef="#br0" timeOffset="-150216.59">6531 5972 371 0,'0'0'7'0,"0"0"3"0,0 0 2 15,0 0 2-15,0 0 0 16,-10 0 1-16,10 0 0 16,0 0 0-16,0 0-6 15,0 0-4-15,0 0-2 0,0 10-1 16,3 0-2-16,4-2 0 15,0 3-1-15,1 2 1 16,2-1-1-16,2 4 1 16,-2-4 0-16,-1-3-1 0,4 4 2 15,-2-2-1-15,-2-4 1 16,-9-7-1-16,12 12 1 16,-12-12 0-16,11 7 0 15,-11-7 0-15,0 0 0 0,0 0 1 16,0 0 1-16,0 0-1 15,0 0 0-15,0 0-2 16,0 0-3-16,0 0-7 16,0 0-20-16,23-2-52 0,-23 2-3 15</inkml:trace>
  <inkml:trace contextRef="#ctx0" brushRef="#br0" timeOffset="-149949.1">6687 5965 436 0,'0'0'6'0,"0"0"3"15,0 0-1-15,0 0 1 16,0 0 0-16,0 10 0 16,0 1 0-16,-2 6 0 15,-3 0-5-15,-2 7-4 16,0-1 1-16,-2 7 1 0,2-4-2 15,-2 2 0-15,0-4 0 16,2-2 0-16,0-2 0 16,2 1 0-16,-2-6 0 15,4-3-9-15,-7-2-10 0,10-10-63 16,-6 11-4-16</inkml:trace>
  <inkml:trace contextRef="#ctx0" brushRef="#br0" timeOffset="-149032.89">5530 6257 255 0,'0'0'4'15,"0"0"4"-15,0 0 0 16,0 0 3-16,0 0 2 0,5-3 1 15,-5 3 3-15,0 0 0 16,0 0-3-16,12-10 0 16,-12 10-2-16,18-14-1 15,-9 4-1-15,9-1-2 0,-1-6-2 16,3 0 0-16,3 1-1 16,4-2 0-16,0-2-1 15,2-3 0-15,-1-2-1 0,2 1 1 16,0 2-1-16,2-2-1 15,-2 1 0-15,-5 3 0 16,-3 0-1-16,-5 5 0 16,1 6 0-16,-9-1 0 15,-9 10-1-15,11-8 1 0,-11 8-3 16,0 0 0-16,0 0-2 16,0 0-4-16,0 0-5 15,-3 5-16-15,-12 2-49 16,11 3-2-16</inkml:trace>
  <inkml:trace contextRef="#ctx0" brushRef="#br0" timeOffset="-148398.87">5599 5965 389 0,'0'0'5'16,"0"0"3"-16,0 0 0 0,0 0 1 15,0 0 0-15,0 0-1 16,0 0 0-16,-2 10 0 16,-1 0-5-16,-1 2-2 15,-6 5-2-15,7 5 1 16,-7 3-1-16,3 5 2 0,-6-3-1 16,1 3 0-16,-1-3 1 15,1-2 0-15,-3-5-1 16,2 0 1-16,4-3 0 15,-2-5-1-15,6-2 0 0,5-10-1 16,-10 15 0-16,10-15 1 16,0 0 0-16,0 0-1 15,0 0 0-15,0 0 1 16,13 5-1-16,-13-5 2 0,17 0-1 16,-5-2 0-16,4-3 0 15,1-1 0-15,3 2 0 16,3 0 0-16,2-2 1 0,-1 1-1 15,3 3 0-15,-2-2 0 16,0 3 1-16,-5 1-1 16,0 0 0-16,-5 0 1 15,-3 0-1-15,-2 0 0 16,-10 0 1-16,10 1 0 0,-10-1 0 16,0 0 0-16,0 0-3 15,0 0-4-15,-2 14-15 16,16-11-57-16,-14-3 0 0</inkml:trace>
  <inkml:trace contextRef="#ctx0" brushRef="#br0" timeOffset="-147082.95">5073 6373 283 0,'0'0'6'15,"0"0"4"-15,7-1 1 16,-7 1 3-16,0 0 2 0,12-8 1 15,-12 8 2-15,0 0 2 16,0 0-6-16,10-5-4 16,-10 5-2-16,0 0-1 15,-2 7-3-15,-3 3-2 16,-3 3-1-16,1 4-1 0,-5 5 0 16,-1 0-1-16,3 6 1 15,-2-3-1-15,-1 0 1 16,1 1-1-16,1-6 1 15,2 0-2-15,2-3-1 0,-1-5-1 16,3 1-3-16,0-6-1 16,5-7-5-16,0 13-7 15,0-13-27-15,0 0-31 0,10-2-3 16</inkml:trace>
  <inkml:trace contextRef="#ctx0" brushRef="#br0" timeOffset="-146699.47">4923 6396 338 0,'0'0'5'0,"0"0"3"0,0 0-1 0,0 0 1 16,0 0 2-16,0 0 1 16,3 5 0-16,2 5 2 15,8 2-5-15,1 3-1 16,6 3 1-16,-1 1-1 16,7-2 0-16,-2 1-1 0,2 0-1 15,1-4-1-15,-5-2-1 16,3-2 0-16,-7 0-1 15,-3-2 1-15,-1-1-1 16,-4 1-1-16,-10-8 1 0,15 10-1 16,-15-10-5-16,0 0-8 15,5 10-66-15,-5-10-4 16</inkml:trace>
  <inkml:trace contextRef="#ctx0" brushRef="#br0" timeOffset="-143182.85">16768 4134 420 0,'0'0'7'0,"0"0"4"15,0 0-1-15,0 0 3 16,0 0 1-16,0-10 1 0,0 10 0 15,0 0-9-15,0 0-6 16,0 0 0-16,0 0 0 16,0 0 0-16,0 0 0 15,0 0 0-15,-2 10 0 0,2-10-12 16,-13 15-75-16,13-15 0 16</inkml:trace>
  <inkml:trace contextRef="#ctx0" brushRef="#br0" timeOffset="-142215.75">17275 3938 384 0,'0'0'8'0,"0"0"2"15,0-10 3-15,0 10 1 0,0-10 2 16,0 10 0-16,0-6 1 16,0 6 0-16,0 0-7 15,0 9-4-15,0 6-6 16,0 8 0-16,0 3 0 0,0 5 0 16,0 6 0-16,0-5 0 15,0 3 0-15,0-3 0 16,2-5 0-16,1-3 0 15,-1 1 0-15,-2-7 0 0,5-1 0 16,-5-4-5-16,6-1-16 16,-6-12-26-16,0 10-40 15,0-10-1-15</inkml:trace>
  <inkml:trace contextRef="#ctx0" brushRef="#br0" timeOffset="-141662.16">16960 3918 326 0,'0'0'7'15,"0"0"3"-15,0 0 4 0,0 0 2 16,4-2 2-16,-4 2 2 15,10-2 0-15,3 0 2 16,-1-3-6-16,6-4-2 0,3 0-3 16,7 2-2-16,9-4-1 15,3 2-8-15,2-1 0 16,1 3 0-16,-1 1 0 16,0 2 0-16,-5-2 0 15,-1 5 0-15,-10 1 0 0,-1 0 0 16,-8 0 0-16,-4 0 0 15,0 0 0-15,-13 0 0 16,10 0 0-16,-10 0 0 16,0 0 0-16,0 0 0 0,0 0 0 15,0 0 0-15,0 0 0 16,0 0 0-16,0 0 0 16,-5 7-4-16,5-7-81 15,0 0-4-15</inkml:trace>
  <inkml:trace contextRef="#ctx0" brushRef="#br0" timeOffset="-141215.73">17471 4144 448 0,'0'0'5'0,"0"0"1"0,0 0 1 16,0 0 2-16,0-12-1 15,0 12 1-15,0 0-1 0,13-11 1 16,-1 10-7-16,3 1-2 16,2 1 0-16,8 7 0 15,-2 2 0-15,-1 5 0 16,0 0 0-16,-2 2 0 0,-3 0 0 15,-4 1 0-15,-3-3 0 16,-6 0 0-16,-4-3 0 16,0-2 0-16,0-10 0 15,-12 12 0-15,3-12 0 0,-4 0 0 16,3-5 0-16,1-2 0 16,0-7 0-16,5-2 0 15,1-1 0-15,3 0 0 16,3-1 0-16,4 0 0 0,3 4 0 15,5-1 0-15,-1 3-2 16,9 4-16-16,0-2-24 16,4 9-44-16,3-3 1 15</inkml:trace>
  <inkml:trace contextRef="#ctx0" brushRef="#br0" timeOffset="-140283.39">17958 4099 368 0,'0'0'7'16,"0"0"4"-16,0 0 0 15,-10 0 2-15,10 0 0 0,-15 0 2 16,3 4-3-16,5 2 2 16,-4 2-8-16,1 4-2 15,3 1-3-15,0 4 0 16,1 3-1-16,4-3 0 0,2 3 0 16,0 0 0-16,8-8 1 15,-3 0-1-15,4-2 1 16,1-4 1-16,3-6-1 15,-6 0 1-15,3-6 0 0,3-5 1 16,-3-2-1-16,-3-5 1 16,1-1-1-16,-1-1 0 15,0 0 0-15,1 3-1 16,-6 4 0-16,1 1-2 16,-3 12 0-16,0 0 0 0,0 0-1 15,0 0 1-15,0 10-1 16,3 2 0-16,-3 3 2 15,5-2 0-15,-3-1 0 0,3 0 0 16,4-4 0-16,2-4 1 16,-1-1-1-16,2-3 0 15,3 0 1-15,-3-5 0 16,4-5 0-16,-2 0-1 0,1-2 0 16,2-1 0-16,-4 4 0 15,-3-2 0-15,-10 11-2 16,12-12 1-16,-12 12-1 15,0 0 1-15,0 8-1 16,-5 2 0-16,0 2 1 0,3 1-1 16,-1-1 1-16,3 0 0 15,3-2-1-15,9 0 1 16,8-5 0-16,3-5 1 16,4 0 0-16,3-3-1 0,0-4 2 15,2-2 0-15,-2-7 0 16,-6 2 1-16,-6-4 1 15,-6 1-1-15,-6-1 0 0,-6 1 0 16,-4 5 0-16,-5-1-1 16,-6 4-1-16,0 6 0 15,-2 0 0-15,-3 3 0 16,2 6-2-16,4 3 2 16,4 4-2-16,4-4 2 0,1 4-1 15,5 2 0-15,9-3 0 16,5 3 1-16,0-5-1 15,4 5 1-15,2-3 0 0,2-1 0 16,-4-2 0-16,0 1 0 16,-1 0 0-16,-4-5 0 15,-4 2 1-15,-9-7-1 16,10 11 1-16,-10-11-1 16,-5 11 1-16,-5-5-1 0,-5-4 1 15,3 4-1-15,-6-5 0 16,1 5 0-16,-1-5 0 15,2 2 1-15,0 0-2 0,4 2 1 16,-1-3 0-16,6 0 0 16,7-2 0-16,-12 3-2 15,12-3 0-15,0 0-2 16,0 0-3-16,0 0-5 0,0 0-10 16,0 15-39-16,0-15-20 15,0 0-5-15</inkml:trace>
  <inkml:trace contextRef="#ctx0" brushRef="#br0" timeOffset="-138631.87">18619 4082 411 0,'0'0'6'0,"0"0"3"0,0 0 0 16,-8-4 2-16,8 4 0 15,0 0 1-15,0 0 0 16,0 0 1-16,0 0-6 16,0 0-1-16,11-8-2 0,8 8-4 15,4-3 0-15,4 1 0 16,5 2 0-16,3-5 0 16,2 2 0-16,-5 1 0 15,4 0 0-15,-12 2 0 0,1 0 0 16,-9 0 0-16,-4 0 0 15,-12 0 0-15,4 14 0 16,-7-2 0-16,-10 4 0 16,-3 2 0-16,-9 1 0 0,3 1 0 15,-7 1 0-15,1 2 0 16,1-3 0-16,2 0 0 16,4-5 0-16,5 0 0 15,0-5 0-15,7-1 0 0,9-9 0 16,-3 13 0-16,3-13 0 15,18 5 0-15,-1-5 0 16,3 0 0-16,10-2 0 16,2-4 0-16,-2 2 0 0,2-2 0 15,0 1 0-15,-4 1 0 16,-3 1 0-16,-3-3 0 16,-6 6 0-16,-5-1 0 15,2 1 0-15,-13 0 0 16,10 0 0-16,-10 0 0 0,0 0 0 15,0 0 0-15,0 0 0 16,0 0 0-16,0 0 0 16,0 0 0-16,0 0 0 0,0 0 0 15,0 0 0-15,0 0 0 16,-8 0 0-16,8 0 0 16,0 0 0-16,0 0 0 15,0 0 0-15,-10 0 0 0,10 0 0 16,0 0 0-16,0 0 0 15,0 0 0-15,0 0 0 16,0 0 0-16,0 0 0 16,0 0 0-16,0 0 0 0,0 0 0 15,0 0 0-15,0 0 0 16,0 0 0-16,0 0 0 16,0 0 0-16,0 0 0 15,0 0 0-15,6 0 0 16,-6 0 0-16,0 0-11 0,0 0-17 15,9 18-52-15,-9-18-7 16</inkml:trace>
  <inkml:trace contextRef="#ctx0" brushRef="#br0" timeOffset="-137316">8183 6209 234 0,'0'0'9'15,"-2"-12"4"-15,-3 6 3 16,-3-4 4-16,-4-4 1 16,-6-2 3-16,-6-1-1 0,-3-1 3 15,-8 3-8-15,3 0-5 16,-6 6-3-16,3-1-2 16,-4 7-3-16,-1 3-1 15,0 5-2-15,3 7 0 0,0 11-1 16,-5 4 1-16,1 9-1 15,7 6-1-15,1 6 1 16,1 9-1-16,9 2 0 16,4 2 0-16,9 2 1 0,10 0-1 15,2-1 0-15,11-6 0 16,12-3 1-16,7-4-1 16,8-7 2-16,6-5-1 0,5-8 1 15,6-4 0-15,5-10 0 16,2-5 1-16,3-5-1 15,3-5 1-15,-2-5-1 16,-2-7 0-16,1-5 0 0,-2-4 0 16,-8-3 0-16,-2-4 0 15,-11-1 1-15,-7-6 0 16,-4 4 0-16,-6-7 0 16,-11-1 1-16,-9-3-1 15,-7-3 1-15,-5-4 0 0,-7-1-4 16,-11-2 0-16,-4-1 0 15,-5 2 0-15,-3 1 0 16,-8 6 0-16,-1 1 0 16,-4 6 0-16,-1 0 0 0,-1 10 0 15,1 0 0-15,1 6 0 16,-3 7 0-16,8 3 0 16,1 7 0-16,1 4 0 0,4 3 0 15,3 7 0-15,4 2 0 16,0 3 0-16,5-1 0 15,2 4 0-15,9 1 0 16,-4-1 0-16,9 0 0 0,1-1-2 16,6 5-7-16,2-7-10 15,5-3-36-15,9 1-29 16,4-4-2-16</inkml:trace>
  <inkml:trace contextRef="#ctx0" brushRef="#br0" timeOffset="-136099.39">19362 3938 428 0,'0'0'5'0,"0"0"2"16,5-6 1-16,-5 6 1 0,0 0 0 15,10-11 0-15,-10 11 1 16,0 0-1-16,0 15-4 15,0 5-3-15,-5 5-1 16,-2 3-1-16,2 5 1 0,0 0-1 16,-3 1 0-16,3-1 0 15,0-6 0-15,-2-3 0 16,2-1 1-16,-5-3 0 16,2-5-1-16,-1 0 1 15,-2-5 0-15,1-1-1 0,10-9 1 16,-9 13-1-16,9-13 1 15,0 0-1-15,0 0 0 16,14-3 0-16,2-1 2 16,3-2-2-16,6-1 0 0,0 2 0 15,7-2 0-15,-4 0 0 16,-1 1 0-16,1 1 0 16,-3 3 0-16,-6-3 0 15,1 2 0-15,-10 3 0 0,-1-2 0 16,-9 2 0-16,0 0 0 15,0 0 0-15,0 0-3 16,-2 7-9-16,-9-7-22 16,11 0-49-16,-16 8-3 0</inkml:trace>
  <inkml:trace contextRef="#ctx0" brushRef="#br0" timeOffset="-135715.27">19690 4226 462 0,'0'0'4'0,"0"0"2"0,0 0 1 0,-5-15 0 16,5 15 1-16,-3-18-1 15,3 9 1-15,5-2-6 16,3 2-2-16,4 2 0 0,6 2 0 15,-1 2 0-15,1 3 0 16,1 3 0-16,-3 7 0 16,-7 7 0-16,2 0 0 0,-9 3 0 15,-2 2 0-15,-6 6 0 16,-3-6 0-16,-1 3 0 16,-3-3 0-16,-1-4 0 15,4-1 0-15,2-3 0 16,5-6 0-16,3-8 0 0,0 0 0 15,13 4 0-15,2-6 0 16,5-6 0-16,-1-4 0 16,11-1-9-16,-5 2-41 15,5-9-34-15,2-3-3 0</inkml:trace>
  <inkml:trace contextRef="#ctx0" brushRef="#br0" timeOffset="-135432.86">19827 3909 435 0,'0'0'5'16,"0"0"2"-16,0-11 1 15,0 11 1-15,7-11 0 0,-7 11 0 16,20-10 1-16,-1 10 1 16,4 0-6-16,7 7-2 15,2 11-3-15,0 8 0 16,-2 7 0-16,-2 7 0 15,-6 4 0-15,-7 7 0 0,-7 2 0 16,-8 1 0-16,-8-1 0 16,-9 4 0-16,-6-9 0 15,-7 5 0-15,-2-6 0 16,-5-2-10-16,-6-10-22 16,-13 0-52-16,11-8-3 0</inkml:trace>
  <inkml:trace contextRef="#ctx0" brushRef="#br0" timeOffset="-135065.89">19079 3849 400 0,'0'0'5'0,"0"0"1"16,-13-4 1-16,13 4 0 16,-12 0 1-16,3 7 0 15,-2 10 1-15,-1 6 0 0,1 13-4 16,4 9-1-16,5 10 0 15,2 5-1-15,13 6-1 16,3 6 1-16,12-6-1 0,4 3 0 16,8-1-1-16,7-9-4 15,8-2-10-15,-3-10-66 16,12-7-4-16</inkml:trace>
  <inkml:trace contextRef="#ctx0" brushRef="#br0" timeOffset="-132016.1">8568 3817 213 0,'0'0'6'0,"0"0"0"15,0 0 4-15,-2-10 2 16,2 10 3-16,0-17 0 16,0 7 1-16,2-5 2 0,4-2-4 15,1 0-2-15,3-4-3 16,-1-1-1-16,7-2-2 16,1-1-1-16,3-5 0 15,5 0-2-15,-2 0 0 16,6 1-1-16,-2-3 0 0,10 0 1 15,1 2-1-15,1 2 0 16,7 1-2-16,-4 4 1 16,2 2 0-16,6 1-1 15,0 5 1-15,-3 2-1 0,0 1 1 16,1 5-1-16,1-1 0 16,1 4 0-16,-3-2 0 15,3 6 0-15,-1-2 1 0,-1 2-1 16,-2 0 0-16,4 0 0 15,3 0 0-15,-4 0 0 16,-1 0 0-16,3 2 0 16,-4 6 0-16,4-6 0 15,-4 3 0-15,5 2-1 0,-3-1 1 16,1 1 0-16,5 1 0 16,-2-4 0-16,0 3 0 15,2-1 1-15,5-1-1 16,0 0 0-16,2 0 0 0,0-1 1 15,5 2-1-15,0-1 0 16,8 2 1-16,-6-2-1 16,5-1 0-16,1 2 1 0,4-3-1 15,1-1 0-15,3-2 0 16,4 3 0-16,-1-3 0 16,6 0 0-16,0 0 0 15,2 0-1-15,4 0 1 0,-4-3 0 16,-2 3 1-16,5 0-1 15,-5 0 1-15,0-2-1 16,2 2 1-16,-2 0 0 16,0 0 0-16,3 0 0 15,-4-3-1-15,1-5 1 0,0 4-1 16,2-4 1-16,-1-2-1 16,-4-2 1-16,-2-1-1 15,-8-1 0-15,4-1 1 16,-12-3-1-16,-1 1 1 0,-11 1 0 15,-6-5 1-15,-5 0 0 16,-10 0 1-16,0 1 0 16,-11-2 0-16,1-1 1 0,-9 1-1 15,-3-1 1-15,-4-2-1 16,-4 4 0-16,-3-2 1 16,-5 1 1-16,0 0-1 15,-5 2 0-15,-1 5 0 16,-1 0-1-16,-3 3 0 0,10 12-1 15,-18-13 0-15,18 13-3 16,-14-5-1-16,14 5 1 16,-16 0 0-16,16 0-1 15,-9 13 0-15,6-3-1 16,-1 2 1-16,4 1 0 0,0 2 0 16,0-1 1-16,0 1-1 15,0 3 1-15,0-4 0 16,2 1 1-16,0-3 0 0,6 4 0 15,-4-4 0-15,5 0 0 16,3 1 0-16,-3-1 0 16,4 2 0-16,2-1 0 15,3-1 1-15,-2 3-1 0,7-2 0 16,-4-1 0-16,4 1 1 16,4-1-1-16,-2 0 1 15,7 1-1-15,-1-4 1 16,3 3-1-16,3-6 1 0,4 4-1 15,-2-3 0-15,3 1 1 16,3-4-1-16,2-1 1 16,5 3 0-16,1-2-1 15,4-1 0-15,-3-2 1 0,6 3-1 16,0-4 1-16,-1 0-1 16,-1 2 0-16,4-2 0 15,0 0 1-15,-3 0-1 16,4-2 0-16,-1-3 0 0,5 2 0 15,-3-4 1-15,4-1-1 16,-1 1 0-16,0 0 0 16,2-4 0-16,4 4 0 0,-1-3 0 15,-3 1 0-15,3-1 0 16,-2 3 0-16,-1-4 0 16,3 1 0-16,-4 3 0 15,4-3 0-15,-6 0 0 16,4 2 1-16,0 1-1 15,-1-3 0-15,3 3 0 0,-3-1 1 16,2 1-1-16,0 1 0 16,-1 0 0-16,0 2 0 15,-1-2 0-15,-2 1-1 16,-2 0 1-16,2-3 0 0,-3 3 0 16,1 0-1-16,-6 0 1 15,3 0 0-15,-2 3 0 0,-3-4 0 16,-2 2 0-16,-1 1 0 15,-1-1 1-15,-3-2-1 16,0 4-1-16,-3-4 2 16,-2 5-2-16,4-4 2 15,-6 3-1-15,1 2 0 0,-4-6 0 16,0 3 0-16,-1 3 0 16,3-2 0-16,-1 2 0 15,-2-2 0-15,3 0 0 16,1 2-1-16,-1-3 1 0,-3 3 0 15,7-3 0-15,-3 1 0 16,3 0 0-16,-2 2 0 16,2-3-1-16,0 3 1 15,0 0 0-15,-2 0 0 16,3 0 0-16,-2 0 1 0,-6 0-1 16,4 0-1-16,-3 0 1 15,-3 0 0-15,-1 0 0 0,-1 3 0 16,1-1 0-16,-4 0 0 15,1 1 0-15,1 0 0 16,-1-1 0-16,-1 0 0 16,-2 3 0-16,-2 1 0 15,3-4 0-15,-3 3-1 0,-3 0 1 16,1 2 0-16,-1-1 0 16,-1 1 0-16,0 0 0 15,-5 3 0-15,1-3 0 16,3 3-1-16,-6 0 1 15,1-1 0-15,-1 1 0 0,0 3 0 16,1-1 0-16,-3 6 0 16,0 0 0-16,4 1 0 0,-4 2 0 15,0 2-1-15,5 0 1 16,-3 7 0-16,1-5 0 16,2 2-1-16,-5-2 1 15,3 2-1-15,-4 0 1 0,1-2 0 16,0 2-2-16,0-2 1 15,-3-1 0-15,0-1 1 16,-1-3-1-16,-2-3 1 16,1-5 0-16,-2 1 1 15,-8-13 1-15,8 10 2 0,-8-10-1 16,0 0 1-16,0 0 0 16,0 0 0-16,0 0-3 15,0 0-4-15,0 0-14 16,-5-8-60-16,5 8-2 0</inkml:trace>
  <inkml:trace contextRef="#ctx0" brushRef="#br0" timeOffset="-130979.21">12554 2807 346 0,'0'0'8'16,"0"0"4"-16,-2-8 6 15,2 8 0-15,0 0 1 16,0-10 0-16,0 10 0 0,0 0 1 16,0 0-8-16,0 15-4 15,0 2-4-15,0 8-3 16,0 2-1-16,0 2 1 0,0 7 0 16,0-1 0-16,2-4 0 15,1 2 0-15,-1-6 1 16,0-2-2-16,3-6 0 15,-2 1-6-15,-3-7-4 16,2-1-8-16,-2-12-14 0,-19 10-51 16,19-10-1-16</inkml:trace>
  <inkml:trace contextRef="#ctx0" brushRef="#br0" timeOffset="-130399.45">12286 2829 270 0,'0'0'7'0,"0"0"4"16,0 0 5-16,-8 4 4 15,8-4 0-15,0 0 4 16,0 0 2-16,0 0 0 16,0 0-4-16,12 0-4 0,9-4-3 15,6-6-4-15,5-1-1 16,5-1-1-16,3 3-3 16,5-1-6-16,-1 0 0 15,-4 0 0-15,0 2 0 0,-7 4 0 16,-8-2 0-16,-6 2 0 15,-1 1 0-15,-9 3 0 16,-9 0 0-16,7 0 0 16,-7 0 0-16,0 0 0 0,0 0 0 15,-4 6 0-15,4-6 0 16,-10 8 0-16,10-8 0 16,-15 11 0-16,10-1 0 15,5-10-11-15,-17 10-74 0,17-3-1 16</inkml:trace>
  <inkml:trace contextRef="#ctx0" brushRef="#br0" timeOffset="-128949.39">16067 6265 511 0,'0'0'0'0,"0"0"0"16,0 0 0-16,0 0 0 0,0 0 0 15,0 0 0-15,0 0-81 16,0-5-8-16</inkml:trace>
  <inkml:trace contextRef="#ctx0" brushRef="#br0" timeOffset="-124215.89">12865 3037 422 0,'0'0'5'0,"0"0"3"0,0 0 0 0,0 0 1 0,0 0 0 0,0 0 0 16,0 0 0-16,0 0 0 16,0 12-4-16,0 1-3 15,0-2-2-15,0 7 1 16,0 2 0-16,0 0 0 0,0-5-1 15,2 2-2-15,-2-3-6 16,2 0-6-16,-2-4-21 16,-7-6-46-16,7-4-3 15</inkml:trace>
  <inkml:trace contextRef="#ctx0" brushRef="#br0" timeOffset="-123509.92">12941 2670 369 0,'0'0'6'0,"0"0"4"0,0 0 2 16,0-15 2-16,0 15 1 16,0-7 0-16,0 7 2 15,0-17-1-15,0 17-4 0,8-10-5 16,-8 10-2-16,17-13-2 16,-4 6-2-16,2 4 0 15,-3 1-1-15,6 2 0 16,-1 0 0-16,-5 5 0 15,0 5 1-15,-1 2-1 0,-1 3 0 16,-6 2 1-16,-1 3-1 16,-3 3 1-16,-3-4 0 15,-4 2-1-15,-2-2 1 16,0 1 0-16,5-5-1 0,-4 0 2 16,6-3-2-16,0-5 0 15,2-7 0-15,4 13 0 16,8-8 0-16,-1-5 0 15,8 0 0-15,-3 0 0 0,0-3 0 16,5-5 0-16,-3 7 0 16,-4-5 0-16,1 1 0 15,-7 3 0-15,-8 2 0 16,12-5 0-16,-12 5 0 0,0 0 0 16,0 0 0-16,0 0 0 15,0 0 0-15,4 7 0 16,-4-7-83-16,0 12-4 15</inkml:trace>
  <inkml:trace contextRef="#ctx0" brushRef="#br0" timeOffset="-121132.02">17453 4900 228 0,'0'0'4'0,"0"0"4"0,-12 0 1 0,12 0 0 15,-7 3 2-15,7-3 2 16,0 7 1-16,15-3-1 16,15 2 0-16,24-4-4 0,21 0 0 15,29 3-1-15,18-5-1 16,29 0-1-16,19-1 1 15,14-7 0-15,9-1 1 16,3 1 0-16,-1-5 0 16,-9 1 0-16,-8-1-1 0,-13 1 0 15,-16-1 0-15,-22 3-2 16,-23 3-2-16,-22 1 0 16,-18 2 0-16,-27 1-2 15,-11 2 1-15,-26 1-1 0,0 0-3 16,0 0-8-16,-21 11-36 15,7-5-32-15,-2 3-2 16</inkml:trace>
  <inkml:trace contextRef="#ctx0" brushRef="#br3" timeOffset="-115299.14">9614 5457 234 0,'0'0'7'0,"0"0"5"16,0 0 4-16,0 0 2 0,0 0 3 15,-7-12 1-15,7 12 1 16,0 0 1-16,0 0-6 15,0 0-5-15,0-9-4 0,0 9-1 16,0 0-3-16,5-1-1 16,-5 1 1-16,18 0-1 15,-9 0 1-15,7-3 1 16,3 3-1-16,1-4 0 0,5 1 0 16,3 1-2-16,-2-4 1 15,1 4-2-15,6 0 0 16,-1-1-1-16,-2 3 0 0,2 0-1 15,-2 0 1-15,0 0-1 16,0 3 0-16,-3-3 1 16,3 2 0-16,-3-2-1 15,3 0 1-15,-2 0-1 0,-3 0 0 16,2 0 1-16,-3 0-1 16,1 0 1-16,0 0-1 15,-2 0 0-15,0 0 1 16,1 0-1-16,-4 0 0 15,2 0 0-15,0 0 0 0,0 0 0 16,-1 0 0-16,2 0 0 16,-2 0 1-16,-3 0-1 15,5 0 0-15,-4 0 0 16,-1 0 0-16,-2 0 1 0,0 0-1 16,1 0 0-16,-2 0 0 15,-3 0 0-15,4 0 1 16,1 0-1-16,0 2 0 0,0-2 0 15,1 0 0-15,2 0 0 16,-3 0 0-16,-4 0 0 16,2 0 0-16,-2 0 1 15,-6 0-1-15,-7 0 0 0,14 0 1 16,-14 0-1-16,11 0 0 16,-11 0 0-16,7-2 0 15,-7 2 1-15,0 0-1 16,0 0 1-16,0 0 0 15,10-5-2-15,-10 5 2 0,0 0 0 16,0 0-1-16,-5 0 0 16,5 0-1-16,0 0-3 15,-12-3-5-15,12 3-13 16,-11 16-54-16,11-16-7 0</inkml:trace>
  <inkml:trace contextRef="#ctx0" brushRef="#br3" timeOffset="-114532.08">10549 5261 295 0,'0'0'9'16,"0"0"4"-16,0 0 4 0,0 0 0 16,-11-12 3-16,11 12 0 15,-2-10 1-15,2 10 0 16,-2-7-8-16,2 7-5 16,0 0-2-16,4-10-1 0,-4 10-1 15,16 0-1-15,-6 2 0 16,-1 3 0-16,4 2-1 15,-1 1 1-15,4 2-1 0,0 2 0 16,2-2 1-16,2 0-1 16,5 2 0-16,-3-1 0 15,3-2 0-15,0 1-1 16,-1 0 1-16,1 0 0 0,-2-2-1 16,0 2 0-16,-7-3 2 15,1-2 0-15,-1 1-3 16,-3-5 0-16,-4 2 0 15,3 1 0-15,-12-4 0 16,9 6 0-16,-9-6 0 0,0 0 0 16,0 0 0-16,0 0 0 15,2 7 0-15,-2-7 0 16,-5 5 0-16,5-5 0 16,-10 5 0-16,10-5 0 0,-15 10 0 15,4-5 0-15,-1 0 0 16,0 5 0-16,-3-1 0 15,-8 7 0-15,4-7 0 0,-3 6 0 16,-4 2 0-16,-1-1 0 16,3-2 0-16,-1 1 0 15,2 2 0-15,-2 1 0 16,6-3 0-16,-1-4 0 16,4 0 0-16,4 2 0 0,3-4 0 15,9-9 0-15,-16 10 0 16,16-10 0-16,-7 7 0 15,7-7 0-15,0 0 0 16,0 0 0-16,0 0 0 0,0 0 0 16,-9 11 0-16,9-11 0 15,0 0 0-15,0 0 0 16,0 0 0-16,0 0 0 16,0 0 0-16,7 2 0 0,-7-2-61 15,9 0-27-15,4-2-1 16</inkml:trace>
  <inkml:trace contextRef="#ctx0" brushRef="#br3" timeOffset="-113382.56">10474 4813 246 0,'0'0'8'0,"0"0"3"0,0 0 3 16,0 0 0-16,0 0 3 15,0 0 1-15,0-12 1 16,0 12 2-16,0 0-6 16,11-5-3-16,-11 5-1 0,16-10-2 15,-6 5-1-15,8 2 0 16,0-2-1-16,1 3-1 15,1-3-1-15,5 0 0 16,5 1-1-16,-3 0 0 16,6-1 0-16,-3 0-1 0,-2 1-1 15,0 1 0-15,-4-1 0 16,-3 1 0-16,-4 0-1 16,-4 3 0-16,-13 0 0 15,12 0 0-15,-12 0 0 0,2 8 0 16,-2-8 1-16,-4 17-1 15,-6-7 1-15,-3 2-1 16,-1 3 1-16,-4 3-1 0,-4-1 0 16,2 0 0-16,-5 3-1 15,2 0 0-15,4-3 0 16,-4 0 1-16,6 3-2 16,1-5 1-16,3 0 0 15,-3-2 0-15,7-4 0 0,-2-1 0 16,11-8 1-16,-10 12-1 15,10-12 0-15,0 0 0 16,0 0 0-16,0 0 1 16,10 8-1-16,3-8 1 15,1 0-1-15,7 0 1 0,4 0 0 16,2-3-1-16,1 1 1 16,0 2 0-16,6-3 0 15,-4 3 0-15,-2 0 0 0,2 0 0 16,-7 0 0-16,0-2 0 15,-3 2 0-15,-6 0 2 16,2 0-3-16,-7 0 0 16,-9 0 0-16,12 0 0 0,-12 0 0 15,0 0 0-15,0 0 0 16,0 0 0-16,0 0 0 16,0 0 0-16,-7 2 0 15,7-2 0-15,-12 8 0 16,1-8-6-16,11 0-48 0,-7 9-32 15,7-9-1-15</inkml:trace>
  <inkml:trace contextRef="#ctx0" brushRef="#br3" timeOffset="-110065.22">9644 5499 204 0,'0'0'7'0,"0"0"4"16,0 0 5-16,0 0 3 0,-2-10 4 16,2 10 0-16,0 0 3 15,-3-10 1-15,3 10-4 16,0 0-4-16,0 0-6 0,0 0-2 16,0 0-3-16,-2 7 0 15,2 4-4-15,-3 3 0 16,3 9-1-16,0 4 0 15,0 5 1-15,3 3-1 0,2 4 0 16,-1 5 1-16,5 6-1 16,-5-2 0-16,4 4-1 15,-1 0 0-15,0 0-1 16,-1 3 1-16,-4-6-1 0,3 3 1 16,-2-6-1-16,-1 2 0 15,0-3 1-15,-2-1-1 16,0-6 1-16,0-1-1 15,0-7 0-15,0-1 0 16,0-1 0-16,-2-4 0 0,2-7-1 16,-5-2 1-16,5-1 0 15,-2-3 0-15,-1-1-1 16,3-10 1-16,-2 12 0 0,2-12-1 16,0 0 1-16,0 10 0 15,0-10-1-15,0 0 2 16,0 0-1-16,0 0 0 15,0 0-1-15,0 0 0 16,0 0-1-16,-2-10-2 0,2 10-1 16,0-12-3-16,0 12-3 15,0-15-6-15,0 15-13 16,0 0-51-16,2-17-2 0</inkml:trace>
  <inkml:trace contextRef="#ctx0" brushRef="#br3" timeOffset="-109415.66">9463 6403 417 0,'0'0'6'0,"0"0"2"0,0-10 1 16,0 10 2-16,0 0 0 0,2-12 0 15,-2 12 0-15,0 0 1 16,8 0-6-16,-8 0-2 15,15 17-1-15,-8-2-1 0,3 3-2 16,2 4 0-16,4 0 0 16,-2 0 0-16,3 3 0 15,-1-3 0-15,1-2 0 16,-2 2 0-16,0-4 0 0,-3-3 0 16,-2 0 0-16,0-6 0 15,0 4 0-15,-10-13 0 16,12 12 0-16,-12-12 0 0,8 3 0 15,-8-3 0-15,0 0 0 16,12-10 0-16,-7-3 0 16,6 1 0-16,-5-5 0 15,5-3 0-15,-1-5 0 16,2 1 0-16,-2-7 0 16,3 0 0-16,-1-1 0 0,-3 2 0 15,5 0 0-15,-2 3 0 16,-3 2 0-16,2 5 0 15,-4 5 0-15,-2 0 0 0,-3 7 0 16,-2 8 0-16,3-11 0 16,-3 11 0-16,0 0 0 15,0 0 0-15,0 0 0 16,-5 10 0-16,5-10 0 0,-5 14 0 16,5 1 0-16,-5 7-78 15,3-11-11-15</inkml:trace>
  <inkml:trace contextRef="#ctx0" brushRef="#br3" timeOffset="-108715.71">9485 6864 358 0,'0'0'8'0,"0"0"4"0,0 0 1 16,0 0 0-16,0 0 2 15,0 0 0-15,5 5 1 16,-5-5 0-16,11 15-6 0,-4-5-4 16,0 2-1-16,5 5 0 15,3-2-2-15,0 3 0 16,-2-3-1-16,4-2 1 16,-2 2-2-16,2-4 1 0,-2-1-1 15,-3-2 0-15,-1-1 0 16,1-2 1-16,-12-5-2 15,16 7 0-15,-16-7-2 16,0 0-2-16,0 0-6 0,7 6-10 16,-7-6-45-16,0 0-20 15</inkml:trace>
  <inkml:trace contextRef="#ctx0" brushRef="#br3" timeOffset="-108349.46">9756 6877 396 0,'0'0'7'0,"0"0"2"16,0 0 2-16,0 7 1 15,0-7 1-15,0 18 1 0,0-4 0 16,-7 4 0-16,2 1-5 15,-3 6-4-15,3 3-1 16,-3-4-1-16,-1 6-3 16,-1-1 0-16,0 1 0 0,3 0 0 15,-4 0 0-15,4-3 0 16,-3 0 0-16,3-2 0 16,-1-8 0-16,3 0 0 0,3-4 0 15,-3-3 0-15,5-10 0 16,-2 10 0-16,2-10 0 15,0 0 0-15,0 0 0 16,0 0-4-16,0 0-14 0,0 0-40 16,0-5-28-16,0-5-2 15</inkml:trace>
  <inkml:trace contextRef="#ctx0" brushRef="#br3" timeOffset="-107264.03">9644 5450 179 0,'0'0'7'0,"0"0"4"0,0 0 4 16,0 0 3-16,0 0 2 16,0 0 2-16,-10-3 2 15,10 3 2-15,0 0-6 0,-15 0-2 16,15 0-2-16,-10 7-2 15,10-7-3-15,-16 16-2 16,5-8-2-16,-1 0-1 0,-1 8-2 16,-4 1 0-16,-3 3-1 15,1 2 1-15,-6 5-3 16,0 1 2-16,-1-2-1 16,-1 5 0-16,2 1 0 15,-1-1 0-15,-2 5 0 0,3-4 0 16,-2 0-1-16,-1 0 1 15,6 3-1-15,-5-3-1 16,1-2 1-16,4 2-1 16,0-5 0-16,3 1-1 0,-4-3 2 15,5-1-2-15,-1-2 1 16,1 1 1-16,4-6-1 16,-2 1 1-16,2-4-1 15,-2 0 1-15,2-3-1 0,1 1 1 16,-2-2-1-16,0 1 0 15,1-3 0-15,1 0 0 16,1 1 0-16,2-2 0 0,-2-3 0 16,12-4 0-16,-8 8 0 15,8-8 0-15,0 0 0 16,0 0-1-16,0 0 1 16,0 0 0-16,0 0-2 15,0 0-3-15,7-5-6 0,-7 5-11 16,11-20-54-16,-2 15-2 15</inkml:trace>
  <inkml:trace contextRef="#ctx0" brushRef="#br3" timeOffset="-106732.86">8852 6011 426 0,'0'0'5'0,"0"0"0"0,0 0-1 0,0 0 1 16,3 9 0-16,-3 0 0 15,0 6 0-15,0 2 0 16,-3 6-4-16,-4 4 0 16,4 5 0-16,-2 0-1 0,0-2 2 15,-2 3-1-15,1-6 0 16,1-3 0-16,-2 4-1 16,0-9 1-16,1-1 0 15,2-3 0-15,-2-3 0 16,4-4 0-16,2-8 1 0,-3 9 1 15,3-9 0-15,8 0 1 16,2 0 0-16,7-5 0 16,1-4 1-16,7-2-1 0,0-1 0 15,4-1-4-15,-2 1 0 16,-2 3 0-16,0 1 0 16,-8 0 0-16,-1 6 0 15,-4-3 0-15,-12 5 0 0,10 0 0 16,-10 0 0-16,0 0 0 15,0 10 0-15,0-10-15 16,-10 10-20-16,10 0-49 16,-10-2-1-16</inkml:trace>
  <inkml:trace contextRef="#ctx0" brushRef="#br3" timeOffset="-105847.4">8896 6609 414 0,'0'0'7'0,"0"0"2"16,0 0 2-16,0 0 0 15,-7 2 1-15,7-2 0 16,-10 12 0-16,2-1 0 16,1 6-6-16,-5 3-3 0,-6 2-1 15,3 2-2-15,-2 4 0 16,-1-3 0-16,-1 2 0 16,-1-2 0-16,3-5 0 15,1 2 0-15,5-7 0 16,-4 0 0-16,9-5 0 0,6-10 0 15,-12 14-7-15,12-14-3 16,0 0-9-16,0 0-14 16,-6-12-51-16,9 3-1 0</inkml:trace>
  <inkml:trace contextRef="#ctx0" brushRef="#br3" timeOffset="-105496.89">8643 6654 387 0,'0'0'7'16,"0"0"3"-16,0 0 3 15,0 0 1-15,0 0 0 0,0 0 1 16,0 0 1-16,0 0-1 16,5 0-5-16,5 10-3 15,0 4-4-15,7 4-3 16,3 2 0-16,3-1 0 0,1 3 0 15,3-1 0-15,1-2 0 16,2-2 0-16,-3-2 0 16,-4-2 0-16,-2-1 0 15,-3 1 0-15,-3-6 0 16,-5 3 0-16,-10-10 0 0,15 13 0 16,-15-13 0-16,0 0 0 15,7 9 0-15,-7-9 0 16,0 0 0-16,0 0 0 0,0 0 0 15,0-9-52-15,0 9-35 16,0-13-3-16</inkml:trace>
  <inkml:trace contextRef="#ctx0" brushRef="#br3" timeOffset="-92049.5">12055 5502 100 0,'0'0'8'0,"0"0"5"0,0 0 4 16,0 0 6-16,0 0 2 15,0-8 3-15,0 8 5 16,0 0 1-16,0-12-4 0,0 12-3 16,0-8-3-16,0 8-1 15,0 0-4-15,-3-13-1 16,3 13-4-16,0 0-3 16,0 0-3-16,0 0-1 15,0 0-1-15,0 0-2 0,-8 17-1 16,8-6 0-16,0 9 0 15,0 5 1-15,0 5-1 16,0 4 0-16,0 3 0 16,0 6 0-16,0 1-1 15,3 3 1-15,-3 3-1 0,2-1 0 16,-2 0 0-16,3 1 1 16,-3 0-3-16,3 0 0 15,-3-3 0-15,2 0 0 0,-2-3 0 16,0-2 0-16,0 0 0 15,0-4 0-15,0-6 0 16,0 0 0-16,0-10 0 16,-2 1 0-16,2-6 0 0,-3-4 0 15,3-4 0-15,0-9 0 16,0 13 0-16,0-13 0 16,0 0 0-16,0 0 0 0,0 0 0 15,0 0 0-15,0 0 0 16,0 0 0-16,0 0 0 15,0 0 0-15,0 0 0 16,0 0 0-16,0 0 0 16,0 0 0-16,0 0 0 0,0 0 0 15,0 0 0-15,-3-10 0 16,3 10-17-16,0 0-61 16,0-11-9-16</inkml:trace>
  <inkml:trace contextRef="#ctx0" brushRef="#br3" timeOffset="-91399.36">11841 6336 370 0,'0'0'7'0,"0"0"6"15,0 0 1-15,0 0 3 0,0-9 2 16,0 9 1-16,0 0 0 16,0-10 1-16,0 10-11 15,0 0-10-15,0 0 0 0,10 0 0 16,-10 0 0-16,14 10 0 15,2 2 0-15,-4 1 0 16,3 4 0-16,0 0 0 16,2 6 0-16,0-4 0 0,-1 1 0 15,-2-1 0-15,-3 4 0 16,-2-8 0-16,-2 2 0 16,2-3 0-16,-4 4 0 15,-3-8 0-15,0 3 0 16,-2-13 0-16,5 15 0 0,-5-15 0 15,0 0 0-15,0 0 0 16,0 0 0-16,10-8 0 16,-5-4 0-16,5-3 0 0,2-6 0 15,1 2 0-15,-1-6 0 16,3-1 0-16,2-2 0 16,1 1 0-16,-3-3 0 15,0 5 0-15,0 1 0 0,0 1 0 16,-5 3 0-16,-1 6 0 15,2 0 0-15,-6 6 0 16,-5 8 0-16,9-11 0 16,-9 11 0-16,0 0 0 0,0 0 0 15,0 0 0-15,0 0 0 16,0 0 0-16,0 0 0 16,0 0 0-16,0 0 0 15,-2 8-27-15,2-8-63 0,-3 10-2 16</inkml:trace>
  <inkml:trace contextRef="#ctx0" brushRef="#br4" timeOffset="-87598.29">12049 5635 255 0,'0'0'5'0,"0"0"6"15,-5-12 3-15,5 12 3 16,-9-14 3-16,4 3 0 16,3-1 3-16,-3-1 3 15,1-1-6-15,2 2-3 0,2 4-2 16,0-2-3-16,0 10 0 15,0-15-3-15,0 15-1 16,0 0-2-16,0 0-2 16,0 0 0-16,0 0-1 15,0 8-1-15,0 6-1 0,0 6 1 16,0 8 0-16,0-1 1 16,0 10-3-16,0-3 0 15,2 9 0-15,2-1 0 16,1 2 0-16,-1-2 0 0,-1 3 0 15,2-5 0-15,-3 2 0 16,0-2 0-16,-2-3 0 16,0 0 0-16,0-3 0 0,0 4 0 15,0-7 0-15,0 4 0 16,0-2 0-16,-2-4 0 16,0-1 0-16,2-3 0 15,0-3 0-15,-3-2 0 0,1 0 0 16,2-6 0-16,-3 1 0 15,3-5 0-15,0 2 0 16,0-12 0-16,-2 18 0 16,2-18 0-16,0 12 0 0,0-12 0 15,0 7 0-15,0-7 0 16,0 0 0-16,0 10 0 16,0-10 0-16,0 0 0 15,0 0 0-15,0 10 0 0,0-10 0 16,0 0 0-16,0 0 0 15,0 0 0-15,0 0 0 16,0 0 0-16,0-4-41 16,0-6-44-16,0-1-3 15</inkml:trace>
  <inkml:trace contextRef="#ctx0" brushRef="#br4" timeOffset="-86849.44">11803 6253 368 0,'0'0'6'0,"0"0"5"0,0 0 1 0,-7-13 2 15,7 13 1-15,0 0 2 16,-7-8 1-16,7 8-1 16,0 0-5-16,0 0-4 15,0 0-2-15,0 0-1 16,-5 8-3-16,5-1-2 0,2 7 0 16,6 3 0-16,-1 2 0 15,1 3 0-15,4 1 0 16,2 1 0-16,-1 1 0 15,2 0 0-15,0-3 0 0,2 0 0 16,-4 2 0-16,2-8 0 16,-2 3 0-16,1-3 0 15,-7-1 0-15,4-4 0 16,-6 0 0-16,2-1 0 0,-7-10 0 16,7 12 0-16,-7-12 0 15,0 0 0-15,6 10 0 16,-6-10 0-16,0 0 0 0,0 0 0 15,0 0 0-15,0 0 0 16,0 0 0-16,0 0 0 16,9-2 0-16,-9 2 0 15,10-8 0-15,-10 8 0 16,16-17 0-16,-7 4 0 0,1 2 0 16,0-7 0-16,7-2 0 15,-1-3 0-15,0-3 0 16,2-2 0-16,1-4 0 0,2-1 0 15,-3 4 0-15,-2-1 0 16,2 2 0-16,-6 3 0 16,1 4 0-16,-1 1 0 15,-5 3 0-15,1 5 0 0,0-1 0 16,-1 2 0-16,-7 11 0 16,7-14 0-16,-7 14 0 15,0 0 0-15,9-10 0 16,-9 10 0-16,0 0 0 0,0 0 0 15,0 0 0-15,0 0 0 16,4 10 0-16,-4-10-24 16,0 14-66-16,0-14-4 0</inkml:trace>
  <inkml:trace contextRef="#ctx0" brushRef="#br4" timeOffset="-83883.06">12440 6426 326 0,'0'0'7'15,"0"0"4"-15,0 0 4 16,0 0 3-16,0 0 3 0,-10-5 0 16,10 5 2-16,0 0 0 15,0 0-6-15,0 0-4 16,0 0-3-16,0 5-4 16,0-5-6-16,17 16 0 0,-2-2 0 15,-3 0 0-15,6 4 0 16,-1-3 0-16,6-1 0 15,-6-2 0-15,5 3 0 0,-2-5 0 16,-2-3 0-16,-4 1 0 16,-2-3 0-16,2-2 0 15,-14-3 0-15,12 5 0 16,-12-5 0-16,0 0 0 16,0 0 0-16,0 0 0 0,-8-10 0 15,8 10 0-15,-22-8-51 16,14 4-35-16,8 4-2 15</inkml:trace>
  <inkml:trace contextRef="#ctx0" brushRef="#br4" timeOffset="-83616.13">12736 6376 462 0,'0'0'6'0,"0"0"1"15,0 0 1-15,0 0 0 16,-6 10 2-16,-1 5 0 16,-3 10-10-16,-5 5 0 0,3 9 0 15,-9 2 0-15,2 9 0 16,-1-5 0-16,0 0 0 16,0 0 0-16,0-6 0 0,3 1 0 15,2-8 0-15,1 0 0 16,0-8 0-16,2-1 0 15,8-6 0-15,-7 3-58 16,11-20-30-16,-2 13 0 0</inkml:trace>
  <inkml:trace contextRef="#ctx0" brushRef="#br4" timeOffset="-82549.39">12028 5453 194 0,'0'0'7'0,"0"0"3"16,0 0 6-16,-5-6 3 15,5 6 3-15,0 0 0 0,-11-5 3 16,11 5 0-16,0 0-4 15,-10-6-4-15,10 6-2 16,0 0-4-16,0 0-2 16,-13 9-2-16,5 0 0 15,-3 7-2-15,-2 0 1 0,-4 7-1 16,-5 7-1-16,-1 2 0 16,-7 6-1-16,0 3 1 15,-2 4-2-15,-3 2 1 16,-2 3-1-16,0 1-1 0,-2 2 0 15,1-2-1-15,-2 2 1 16,3-4-1-16,0 3 0 0,-1-2 0 16,1-1-1-16,5-2 1 15,2-5 1-15,-2 1-1 16,4-3 1-16,1-6 0 16,5-2-1-16,0-7 1 15,4 0-1-15,3-8 1 0,-2-3 0 16,5-4 0-16,4-3 0 15,8-7 0-15,-13 11 1 16,13-11-1-16,0 0 0 16,0 0 0-16,0 0-1 15,0-7-2-15,0 7-3 0,0-11-6 16,3 1-14-16,-1 1-54 16,-2 9-1-16</inkml:trace>
  <inkml:trace contextRef="#ctx0" brushRef="#br4" timeOffset="-82099.59">11120 6342 365 0,'0'0'9'0,"0"0"4"0,0 0 2 0,-5-13 1 16,5 13 0-16,0 0 1 15,0 0 1-15,-9 7-1 0,4 9-7 16,1 1-5-16,0 10-2 16,-1 0-1-16,-2 6 0 15,2 1-1-15,-2-2 1 0,-2 0-2 16,1-2 0-16,2-3 0 15,1-4 0-15,-1-1 0 16,-1-5 0-16,5-4 0 16,-1-3 0-16,3-10 0 0,10 7 0 15,3-7 0-15,6-7 0 16,6-1 0-16,5-7 0 16,0 1 0-16,5-4 0 15,-1 4 0-15,-4-2 0 16,-3 7 0-16,-6-4 0 15,-3 3 0-15,-6 5 0 0,-12 5 0 16,12-2 0-16,-12 2-64 16,-3 5-22-16,3-5-2 15</inkml:trace>
  <inkml:trace contextRef="#ctx0" brushRef="#br4" timeOffset="-81715.03">10991 7032 467 0,'0'0'4'0,"0"0"2"0,0 0 0 16,0 0 0-16,-7 0 1 15,-4 3-1-15,-1 9 1 0,0 1-5 16,-6 6-2-16,-2 6 0 16,2 3 0-16,-1 1 0 15,-4 3 0-15,9-4 0 0,-4-6 0 16,4 2 0-16,2-6 0 15,3-3 0-15,0-5 0 16,4 0-10-16,5-10-8 16,0 0-20-16,0 0-47 0,0 0-1 15</inkml:trace>
  <inkml:trace contextRef="#ctx0" brushRef="#br4" timeOffset="-81366.14">10710 7010 359 0,'0'0'9'0,"0"0"4"0,0 0 4 16,0-10 1-16,0 10 1 15,0 0-1-15,3-9 1 16,-3 9 1-16,14 0-8 0,-3 9-5 16,3 7-7-16,4-2 0 15,1 9 0-15,9 2 0 16,-3 1 0-16,2 2 0 0,-3-4 0 15,2-1 0-15,-2-3 0 16,-1-3 0-16,-3-5 0 16,-3 1 0-16,-2-4 0 15,-3-1 0-15,-1-3 0 0,-11-5 0 16,11 4 0-16,-11-4 0 16,0 0 0-16,0 0 0 15,0 0 0-15,0 0 0 16,0 0 0-16,0 0 0 15,0 0 0-15,0 0-88 0,8-4-1 16</inkml:trace>
  <inkml:trace contextRef="#ctx0" brushRef="#br4" timeOffset="-79416.51">20820 4063 439 0,'0'0'5'0,"0"0"3"16,0 0 0-16,-12-6 0 15,12 6 1-15,-9 6 0 16,3 4 0-16,-1 5 0 16,2 4-5-16,0 3-1 0,0 6-3 15,5 1 0-15,-3 1 0 16,0-5 0-16,3 4-7 16,0-7-10-16,0-22-62 15,3 21-6-15</inkml:trace>
  <inkml:trace contextRef="#ctx0" brushRef="#br4" timeOffset="-79182.86">20577 3998 442 0,'0'0'5'0,"0"0"1"0,-12-7 3 15,12 7 1-15,-13-10 0 16,13 10 0-16,-5-18 0 0,5 6-1 15,11-1-9-15,10-2 0 16,9 4 0-16,11-5 0 16,5 2 0-16,4 1 0 15,10 6 0-15,-9 2 0 0,9 5-26 16,-10 7-58-16,-3 3-4 16</inkml:trace>
  <inkml:trace contextRef="#ctx0" brushRef="#br4" timeOffset="-78815.99">20990 4256 478 0,'0'0'4'16,"0"0"1"-16,0 0 0 0,0 0 1 15,12-5 0-15,-5 2 1 16,6 1-7-16,-1-1 0 15,6 3 0-15,1 3 0 16,1 4 0-16,1 6 0 0,-2 1 0 16,-4-2 0-16,-3 9 0 15,-2-2 0-15,-8-3 0 16,-2-3 0-16,-2 0 0 0,-8-5 0 16,-2-1 0-16,-1-7 0 15,1-3 0-15,0-5 0 16,2-9 0-16,5 1 0 15,5-6 0-15,0-6 0 16,7 6 0-16,8-3 0 0,2 5 0 16,6 3 0-16,0 2-9 15,6 10-19-15,-4 5-55 16,13 0-4-16</inkml:trace>
  <inkml:trace contextRef="#ctx0" brushRef="#br4" timeOffset="-78015.97">21476 4213 335 0,'0'0'7'0,"0"0"4"15,-10 5 4-15,1-2 2 16,-4 2-1-16,-4-3 2 0,-1 6-1 16,-1-1 0-16,1 3-6 15,1 3-5-15,4-1-3 16,6 1-1-16,2-1-1 16,5 5-1-16,0-2 0 0,5-5 1 15,2-2-1-15,9-1 1 16,0-3 0-16,0-4 0 15,1 0 0-15,1-4 1 16,-4-6 1-16,1-5-2 16,-3-3 1-16,1-1 1 0,-5-1-2 15,1 1 1-15,-4 1-1 16,0 5-2-16,-2 3 1 16,-3 10-1-16,0 0 0 15,0 0 0-15,0 16 0 0,0-2 0 16,3 4 0-16,-1 1 1 15,1-1-1-15,4-4 0 16,0 1 1-16,4-5 0 0,-2-2-1 16,1-8 1-16,5 0 0 15,-3-8 1-15,4-2-1 16,-2-5 1-16,2-4 1 16,-2 1-2-16,1 1 1 15,-7 0 0-15,1 5-1 0,-2 1 0 16,-7 11 0-16,9-10-1 15,-9 10 0-15,0 0 0 16,0 13-1-16,0-1 1 16,0-2 0-16,0 2 0 15,2 4 1-15,5-7-1 0,3-2 2 16,4-1-1-16,9-3 0 16,0-3 1-16,2-6 0 15,2-1 0-15,0-5 1 0,-5-4 0 16,-2 2 0-16,-2-4 1 15,-11 1 0-15,-2 2 0 16,-5 3-1-16,-7 1 0 0,-3 4 0 16,-3 3-2-16,-3 4 0 15,0 0 0-15,-2 7-1 16,6 3 0-16,3 4 0 16,4 0 0-16,5 2 0 15,0-1 0-15,9 0 0 0,3 5 1 16,4-8-1-16,1 4 1 15,3-2-1-15,-2-4 1 16,-1 1 0-16,3 1 0 16,-8-7 0-16,1 2 0 15,-4-6 0-15,-9-1 0 0,0 0 0 16,0 13 0-16,-7-9-1 16,-6-3 0-16,-6 2-2 15,-6-1-2-15,0-2-3 0,2 5-10 16,-4 15-56-16,8-18-9 15</inkml:trace>
  <inkml:trace contextRef="#ctx0" brushRef="#br4" timeOffset="-77499.72">22167 4193 468 0,'0'0'5'0,"0"0"1"0,0 0 1 16,-13-2 1-16,13 2 1 15,-12-5-1-15,12 5-8 16,-7-7 0-16,7 7 0 0,0-10 0 15,0 10 0-15,17-5 0 16,1 3 0-16,4 2 0 16,6-3 0-16,-2 3 0 0,4 0 0 15,-5 5 0-15,-2-3 0 16,-3 9 0-16,-8-4 0 16,-7 5 0-16,-5 3 0 15,-3 2 0-15,-6-2 0 16,-7 5 0-16,0 1 0 0,-2-4 0 15,1 5 0-15,-1-5 0 16,0-3 0-16,11 2 0 16,2-4 0-16,3 0 0 15,2-12 0-15,7 13 0 16,6-11 0-16,4-2 0 0,2 0 0 16,5-5 0-16,0 0 0 15,1-5 0-15,0 3 0 16,0 3 0-16,-8-7 0 0,2 5 0 15,-8-2-5-15,-11 8-82 16,2-8-2-16</inkml:trace>
  <inkml:trace contextRef="#ctx0" brushRef="#br4" timeOffset="-77048.57">22858 3661 449 0,'0'0'5'0,"0"0"2"0,0 0 0 16,-8-4 0-16,8 4 0 15,-12 11 1-15,4 9 0 16,-6 13 0-16,2 9-5 0,-6 12-1 16,4 11-2-16,-7 12 0 15,3 4 0-15,4 3 0 16,-1 1 0-16,7-3 0 0,4-3 0 15,4-2 0-15,4-6 0 16,8-4 0-16,9-10 0 16,1-2 0-16,8-13 0 15,2-5 0-15,5-4 0 16,1-12 0-16,4 0-8 0,4-15-77 16,-10 0-3-16</inkml:trace>
  <inkml:trace contextRef="#ctx0" brushRef="#br4" timeOffset="-76230.14">23142 4234 450 0,'0'0'3'0,"0"0"3"16,2-8 1-16,-2 8 1 15,0-13 0-15,0 13 0 0,-13-10 0 16,1 8 0-16,-6-1-3 15,-3 6-5-15,-2 5 0 16,0 6 0-16,1 4 0 16,3 7 0-16,2-3 0 0,8 5 0 15,7-2-2-15,2-5 2 16,10-1-1-16,8-6 1 16,3-3 1-16,4-8-1 15,3-2 2-15,-1-8-2 0,1-6 0 16,-1-8 0-16,-2-3 0 15,-6-9 0-15,-3-4 0 16,-4-9 0-16,-5-5 0 16,-5-8 0-16,-2-2 0 0,-2 4 0 15,-5-3 0-15,-3 12 0 16,-1 4 0-16,2 14 0 16,2 8 0-16,7 23 0 15,-16 0 0-15,11 23 0 0,5 14 0 16,0 5 0-16,0 13 0 15,9 5 0-15,-2 3 0 16,7 2 0-16,-3-6-8 16,1-7-79-16,8-5-1 0</inkml:trace>
  <inkml:trace contextRef="#ctx0" brushRef="#br4" timeOffset="-75749.36">23400 4295 472 0,'0'0'4'0,"0"0"1"15,-3-15 1-15,3 15 0 0,0-14-1 16,3 1 1-16,2 3 1 16,8 1-7-16,1 1 0 15,-2 3 0-15,3 0 0 0,2 2 0 16,-1 3 0-16,-4 0 0 15,-2 8 0-15,-10-8 0 16,8 17 0-16,-8-4 0 16,-5 2 0-16,-3-1-4 15,0 1 2-15,-4 0 0 0,3 0 1 16,-2-4-1-16,4 3 1 16,2-4 0-16,5-10 0 15,-2 14 1-15,2-14-1 16,7 12 1-16,5-6 0 0,1 1 1 15,1-2-1-15,2 0 0 16,2 0 0-16,1 0 0 16,-1 0 1-16,-6 0-1 0,0 0 0 15,1 2 0-15,-13-7 1 16,7 13-1-16,-7-13 1 16,-2 12-1-16,-8-10 0 15,-7 3 0-15,2-2-3 0,-6-1-3 16,-1-2-6-16,-6 0-29 15,-2-2-42-15,9-6-2 16</inkml:trace>
  <inkml:trace contextRef="#ctx0" brushRef="#br4" timeOffset="-75497.44">23698 3617 446 0,'0'0'1'0,"0"0"1"0,0 0 1 16,17 10 0-16,-1 6 2 15,8 12 0-15,9 10 0 16,1 10 2-16,8 12-2 0,-2 12 1 16,-2 7-2-16,-6 3 0 15,-10 7-1-15,-17-5 0 16,-10 6 0-16,-20-7-2 0,-12-1-7 15,-10 3-15-15,7-9-61 16,-32-6-3-16</inkml:trace>
  <inkml:trace contextRef="#ctx0" brushRef="#br4" timeOffset="-74530.54">10652 6011 335 0,'0'0'7'0,"0"-11"4"16,3 1 4-16,-3-2 3 15,3-3 0-15,-3-6 2 16,0 2 2-16,0-1 0 15,-7 3-6-15,-5-1-5 0,-6 9-2 16,-7 3-2-16,-3 6-7 16,-6 6 0-16,-3 13 0 15,-5 12 0-15,-4 7 0 16,2 18 0-16,1 5 0 16,3 11 0-16,9 5 0 0,1 4 0 15,12 1 0-15,8-8 0 16,10 1 0-16,5-11 0 15,13-10 0-15,12-6 0 0,2-11 0 16,12-10 0-16,6-10 0 16,5-9 0-16,7-8 0 15,1-5 0-15,1-13 0 16,1-8 0-16,-1-5 0 0,-7-5 0 16,-4-6 0-16,-9-11 0 15,-7 3 0-15,-9-6 0 16,-8-4 0-16,-13-4 0 15,-7-6 0-15,-5 1 0 0,-13-3 0 16,-7 3 0-16,-7 2 0 16,-5 3 0-16,0 9 0 15,-7 8 0-15,-9 15 0 16,1 20 0-16,-8 12 0 16,0 22 0-16,-2 25 0 0,0 25 0 15,-2 15-20-15,11 21-66 16,6 16-4-16</inkml:trace>
  <inkml:trace contextRef="#ctx0" brushRef="#br4" timeOffset="-72098.52">24158 4193 494 0,'0'0'4'16,"0"0"0"-16,0-9 2 15,0 9-3-15,-3-11-3 0,3 11 0 16,-5-11 0-16,5 11 0 15,-7-10 0-15,7 10 0 16,0 0-7-16,0 0-79 0,0 7-2 16</inkml:trace>
  <inkml:trace contextRef="#ctx0" brushRef="#br4" timeOffset="-71515.98">24771 3000 427 0,'0'0'4'16,"3"-10"3"-16,0-3 1 0,-3-1 1 15,0-1 1-15,-6 0 1 16,-1-2-2-16,-5 3 1 16,-4 6-5-16,-3 8-3 0,-6 12-1 15,-3 9-1-15,1 7-2 16,-3 19 1-16,5 8 1 16,3 11 0-16,5 9 0 15,7 6 0-15,2 11-1 16,5 5 0-16,3 12 0 0,0 0 0 15,6 8 0-15,1 1-1 16,-2 11 1-16,0 3 0 16,-3 3 1-16,1 2-1 15,-3 1 1-15,0 2 0 0,-5-2 0 16,-7-4-1-16,-3-6 2 16,-2-4 1-16,-6-4 0 15,-2-7 1-15,-2-6 1 0,2-8 0 16,-2-8-2-16,0-4 2 15,4-3-4-15,4-9 0 16,6-6 0-16,0-4 0 16,8-14 0-16,3-1 0 0,2-10 0 15,7-8 0-15,3-7 0 16,5-8 0-16,0-9 0 16,8-6 0-16,3-4 0 15,4-6 0-15,5-9-2 16,3 5-23-16,9-6-58 0,-10-2-4 15</inkml:trace>
  <inkml:trace contextRef="#ctx0" brushRef="#br4" timeOffset="-70932.07">24848 3373 337 0,'0'0'9'0,"0"0"2"0,0 0 3 0,0 0 1 15,-4 0-2-15,4 0 0 16,-16 11 1-16,9-4 0 15,-3 3-9-15,-3 2-3 0,6 3-1 16,-1 0-1-16,6 5 1 16,2-3-1-16,0 3 2 15,8-5 0-15,4-3 1 0,8-1 0 16,-2-7 1-16,3-1 0 16,4-6 3-16,0-7-1 15,0-9-1-15,-5-4 0 16,-2-1 0-16,-6-7-1 15,-7 2 0-15,-5-1-1 0,-3 6-2 16,-7 1 0-16,-6 11-1 16,-5 2-1-16,3 10-1 15,-6 7-4-15,4 16-9 16,-2-1-17-16,-6 15-50 16,16 5-3-16</inkml:trace>
  <inkml:trace contextRef="#ctx0" brushRef="#br4" timeOffset="-70483.65">24863 4055 424 0,'0'0'5'0,"0"0"1"0,0 0 1 16,-5-2 0-16,5 2 0 16,-12 0 0-16,5 0 0 15,7 0 0-15,-16 17-4 0,9-5-3 16,5 9 0-16,-1-4 1 15,3 2-1-15,7-4 1 16,3 0 0-16,8-5 1 0,-1-5 0 16,8-3 1-16,0-4 0 15,0-5 0-15,-2-8 1 16,-4-1-1-16,-6-6 1 16,-1 1 0-16,-12-7-4 15,0 3 0-15,-5 3 0 0,-10 0 0 16,-2 8 0-16,-4 6-2 15,5 8-10-15,-7 1-11 16,3 15-59-16,-4 11-4 0</inkml:trace>
  <inkml:trace contextRef="#ctx0" brushRef="#br4" timeOffset="-70082.17">24833 4694 380 0,'0'0'6'16,"0"0"1"-16,0 0 1 15,-10 3 1-15,10-3 0 16,-14 12 1-16,6-5-1 0,-2 6 2 15,5-1-5-15,0 6-2 16,5-6-2-16,0 5 1 16,5-2-1-16,5-2 1 15,5-3 0-15,2-6 0 16,3 0 0-16,3-4 1 0,-1-4 0 16,0-6 0-16,-2-4 0 15,-3-4 0-15,-4 1 0 16,-5-6-1-16,-8-3 0 0,-8 3-2 15,-5 1 1-15,-1 4-2 16,-9 6-2-16,-2 4-2 16,-1 8-5-16,3 6-12 0,0 10-62 15,1 9-2-15</inkml:trace>
  <inkml:trace contextRef="#ctx0" brushRef="#br4" timeOffset="-69831.78">24811 5313 471 0,'0'0'2'0,"0"0"0"0,-5 10 0 15,3 5-2-15,-1 0 4 16,3 5-1-16,0 7 0 15,0 5 1-15,0 3-1 0,3 0-2 16,2 7-4-16,0-8-8 16,-1-19-46-16,-1 17-26 15,-3-7-2-15</inkml:trace>
  <inkml:trace contextRef="#ctx0" brushRef="#br4" timeOffset="-68949.01">25067 3046 318 0,'0'0'8'0,"0"0"2"0,0 0 3 16,0 0 3-16,-5-9 0 0,5 9 1 16,0 0-1-16,0 0 1 15,0 0-6-15,13-8-4 16,4 8-4-16,3 3-1 16,2 4-1-16,3 3 0 15,-3 5-1-15,4 8 0 0,-5 9 0 16,-1 2 0-16,-5 15 0 15,-2 6 0-15,-1 9 0 16,1 6 0-16,-4 9 0 0,1 3-1 16,-2 5 1-16,0 5-1 15,-2-2 0-15,0 7 1 16,-4-2-1-16,-2 5 1 16,0-2-1-16,0 4 1 0,-2-4-1 15,-1 2 2-15,0-4-2 16,3 1 1-16,-2-3 0 15,2-6 0-15,-2 3 0 16,-3-7 1-16,-3 0-2 16,-4-5 2-16,-6 0-1 15,-1-4 2-15,1-3 0 0,-7-3 0 16,6 0-1-16,-4-4 1 16,11-7 1-16,-1-2-2 15,6-1 1-15,4-4-2 0,3-4 0 16,0-2-1-16,3-7 1 15,4-5 0-15,1 0 0 0,-1-4 0 16,-2 1 0-16,2-5 0 16,1 0 1-16,-2-3 0 15,-2 0 0-15,1 0 0 16,0-1 1-16,-3 0-1 16,1 0 0-16,2-1 0 0,-5-3-1 15,2 0 1-15,-2 1-1 16,0-4 0-16,-5 2 0 15,-4-4 0-15,-3 1 0 16,-6 1 0-16,-3-2 0 16,-3-2-2-16,-5 0-4 15,-11-6-19-15,-12 2-55 0,9-4 1 16</inkml:trace>
  <inkml:trace contextRef="#ctx0" brushRef="#br4" timeOffset="-66949.23">20393 3451 190 0,'0'0'7'0,"0"0"5"0,-3 5 3 15,3-5 2-15,0 0 0 16,0 0 2-16,-2 12 1 16,2-12 0-16,0 0-2 0,0 0-3 15,0 0-3-15,5 5 1 16,-5-5 1-16,11 0 0 16,-11 0-1-16,9-13 0 15,-2 4-2-15,-2-1-1 0,6-8-1 16,-6 4-1-16,2-9-1 15,0 1-1-15,1-5-1 16,-1-8-2-16,4 3 1 16,1-6-1-16,-2 4 0 15,2-3-1-15,1 4 0 16,1-1 0-16,2 4 0 0,-2 0 0 16,4 6-2-16,-1-1 3 15,3 3-3-15,0-1 0 16,4 3 0-16,4 2 0 0,-1 4 0 15,3-1 0-15,0 5 0 16,2 0 0-16,0 3 0 16,0 2 0-16,3 5 0 0,0 0 0 15,3 3 0-15,-1 2 0 16,0 4 0-16,2-1 0 16,2 4 0-16,-2 1 0 15,-2-2 0-15,0 3 0 16,-4-3-2-16,2 2 0 0,-8 2 2 15,0-3 0-15,1-2 0 16,-3 3 1-16,0-3-1 16,-3-3 0-16,5 0 1 15,0-4-1-15,1 0 2 16,2-3-2-16,-1 0 0 0,1-3 0 16,0-4 0-16,-2-3 0 15,-1 0 0-15,1-3 0 0,-3-1 0 16,-6-1 0-16,1-6 0 15,-1 4 0-15,-3-2 0 16,-4 1 0-16,-2 1 0 16,0 0 0-16,-5 4 0 15,0 1 0-15,0 0 0 0,-5 2 0 16,0 10 0-16,0-13 0 16,0 13 0-16,0 0 0 15,0 0 0-15,-3 5 0 16,3 5 0-16,0 3 0 0,0 4 0 15,0 3 0-15,3 2 0 16,5 3 0-16,-1 0 0 16,5-1 0-16,6 1 0 15,-3-5 0-15,9-1 0 0,1-2 0 16,3-1 0-16,6-4 0 16,-2-2 0-16,8-5 0 15,0-2 0-15,2-3 0 16,4 0 0-16,-2-5 0 0,4-3 0 15,1-4 0-15,1 2 0 16,-1-5 0-16,-2-2 0 16,0 2 0-16,1-5 0 0,-6 5 0 15,-2-2 0-15,-5 3 0 16,-1 1 0-16,-1 5 0 16,-8 1 0-16,2-1 0 15,-3 6 0-15,1-3 0 16,-2 2 0-16,2 1 0 0,2-3 0 15,-3 5 0-15,1-3 0 16,8 3 0-16,-8 0 0 16,5 0 0-16,-5 0 0 15,2 3 0-15,-2 0 0 0,-1 1 0 16,1-1 0-16,-2 2 0 16,2-3 0-16,-3 3 0 15,3 1 0-15,-5-2 0 16,5 0 0-16,-6 2 0 0,4 5 0 15,-5-4 0-15,1 2 0 16,-1 1 0-16,2 2 0 16,-3-2 0-16,3 0 0 15,2 1 0-15,-2-3 0 0,5 3 0 16,-3-1 0-16,-5 2 0 16,1-2 0-16,-4 0 0 15,0 0 0-15,-5 2 0 16,-4 0 0-16,-4 1 0 15,-1-2 0-15,0-2 0 0,0 3 0 16,-1-4 0-16,1-8 0 16,-2 12 0-16,2-12 0 15,0 0 0-15,-3 15 0 16,-4 3-81-16,7-18-4 0</inkml:trace>
  <inkml:trace contextRef="#ctx0" brushRef="#br4" timeOffset="-66266.15">20977 2214 418 0,'0'0'5'16,"0"0"2"-16,0 0 2 15,0-12 1-15,0 12 1 0,0 0 0 16,-3-10-2-16,3 10 1 16,0 0-4-16,-2 17-1 15,2 11 0 1,0 6 0-16,0 3-5 16,2 7 0-16,3-1 0 15,6 0 0-15,-9-7-4 16,8 2-28-16,-2-13-51 0,-8-11-4 15</inkml:trace>
  <inkml:trace contextRef="#ctx0" brushRef="#br4" timeOffset="-65899.3">20714 2257 389 0,'0'0'5'15,"0"0"1"-15,0 0 3 0,0 0 0 16,0-11 1-16,0 11 2 16,17-12 0-16,-2 2 0 15,4 3-3-15,7-5-2 0,6 2-1 16,5 3-1-16,6-6-1 16,3 1-1-16,2 1 0 15,-4 1-1-15,-1 0 0 16,-1 3 0-16,-12 1 2 15,-3 0-4-15,-6 3 0 16,-9 1 0-16,-12 2 0 0,12-3 0 16,-12 3 0-16,0 0 0 15,0 0 0-15,0 0 0 16,0 5 0-16,0-5 0 16,-3 10 0-16,3-10 0 0,-9 12-10 15,6-2-7-15,3-10-27 16,-12 15-44-16,12-5-1 15</inkml:trace>
  <inkml:trace contextRef="#ctx0" brushRef="#br4" timeOffset="-65265.69">21201 2430 457 0,'0'0'5'0,"0"0"3"16,-6-10 1-16,6 10 1 15,-2-13 2-15,2 13-2 16,0-13-10-16,0 2 0 15,5 1 0-15,-5 10 0 16,15-13 0-16,-5 11 0 0,0 0 0 16,2-2 0-16,0 4 0 15,2 6 0-15,-5 2 0 0,1 3 0 16,-2 2 0 0,-6 2 0-16,-2 3 0 0,0-1 0 15,-4 3 0-15,-5 2 0 16,-3-5 0-16,0 3 0 15,-1-2 0-15,-1-4 0 0,3-1 0 16,4-1 0-16,2-2 0 16,5-10 0-16,0 0 0 15,5 5 0-15,5-10 0 16,7-5 0-16,6 0 0 0,2-2 0 16,4-5 0-16,-2-1 0 15,6-2 0-15,-8 17-40 16,2-16-47-16,-7-1-4 15</inkml:trace>
  <inkml:trace contextRef="#ctx0" brushRef="#br4" timeOffset="-64632.61">21379 1900 433 0,'0'0'5'0,"0"0"2"0,0 0 1 0,-5-10 2 16,5 10 0-16,-4-10 0 0,4 10 1 15,-3-13 0-15,3 13-5 16,0-15-6-16,7 7 0 15,7 2 0-15,-2 1 0 16,8-1 0-16,-1 5 0 0,4 1 0 16,-3 0 0-16,1 1 0 15,-7 10 0-15,-2 3 0 16,-8 4 0-16,-4 2 0 16,0 3 0-16,-12 2 0 15,3-1 0-15,-7-2 0 0,-1 2 0 16,4-8 0-16,1 1 0 15,2-5 0-15,5 4 0 16,2-9 0-16,3 2 0 0,0-9 0 16,5 16 0-16,-5-16 0 15,21 14 0-15,-9-9 0 16,3 0 0-16,2 2 0 16,3-1 0-16,-2 1 0 0,-4-2 0 15,4 2 0-15,-6 1 0 16,1-3 0-16,-13-5 0 15,7 15 0-15,-7-15 0 16,0 14 0-16,0-14 0 16,-20 14 0-16,1-8 0 15,4-1 0-15,-10 0 0 0,2-2 0 16,-4 2 0-16,5-3 0 16,1 1 0-16,-1-1 0 15,3-2-5-15,8 2-39 0,1 4-40 16,10-6-5-1</inkml:trace>
  <inkml:trace contextRef="#ctx0" brushRef="#br3" timeOffset="-53862.98">9041 7075 354 0,'0'0'8'0,"0"0"4"0,-8-6 3 16,8 6 1-16,0 0 2 15,-12-4 0-15,12 4 2 16,-8-10 0-16,8 10-7 0,0-13-3 16,0 13-3-16,0-10-7 15,0 10 0-15,10-12 0 16,0 9 0-16,-2 2 0 16,4 1 0-16,-5 0 0 15,4 4 0-15,-4 6 0 0,-2 2 0 16,-5 3 0-16,0 3 0 15,-5 1 0-15,-2 4 0 16,-4-1 0-16,-1 0 0 0,-3-2 0 16,0 0 0-16,6-5 0 15,-2 0 0-15,4-5 0 16,7-10 0-16,-7 12 0 16,7-12 0-16,4 3 0 0,6-3 0 15,5-3 0-15,2-4 0 16,3-1 0-16,1 1 0 15,0 0 0-15,2-4 0 16,-5 7 0-16,-1-2 0 0,-4 2 0 16,-13 4 0-16,14-2 0 15,-14 2 0-15,0 0 0 16,0 0 0-16,0 0 0 16,0 0 0-16,0 0 0 0,0 0 0 15,0 0 0-15,0 2 0 16,0-2 0-16,0 0 0 15,-13 4 0-15,13-4-14 16,13 6-73-16,-13-6-1 0</inkml:trace>
  <inkml:trace contextRef="#ctx0" brushRef="#br3" timeOffset="-52765.7">9806 7267 455 0,'0'0'5'0,"0"0"1"0,-6-7 2 16,6 7 1-16,-2-11 0 15,2 11 1-15,0-18-1 16,0 8-9-16,0 10 0 0,5-15 0 16,-5 15 0-16,15-13 0 15,-15 13 0-15,17-5 0 16,-6 5 0-16,-2 5 0 16,-9-5 0-16,16 18 0 15,-11-3 0-15,-3 2 0 0,-2 3 0 16,0 0 0-16,-5 2 0 15,-5-2 0-15,2-3 0 16,-1 1 0-16,-2-6 0 16,4 1 0-16,7-13 0 0,-10 12 0 15,10-12 0-15,0 0 0 16,0 0 0-16,8 0 0 16,1 0 0-16,7-5 0 0,-2-2 0 15,3 0 0-15,-1-2 0 16,3 4 0-16,-3-2 0 15,-6 3 0-15,-1 1 0 16,-9 3 0-16,13-3 0 0,-13 3 0 16,0 0 0-16,0 0 0 15,0 0 0-15,0 0 0 16,0 0 0-16,0 0 0 16,0 0 0-16,0 0 0 0,0 3 0 15,0-3-4-15,-18 0-83 16,18 0-3-16</inkml:trace>
  <inkml:trace contextRef="#ctx0" brushRef="#br3" timeOffset="-51631.86">11063 4886 387 0,'0'0'7'0,"0"0"3"15,0 0 3-15,0 0 2 0,0 0 1 16,0 0 1-16,-3-8 1 16,3 8 1-16,0-13-10 15,0 13-9-15,3-14 0 0,-3 14 0 16,15-16 0-16,-5 11 0 15,-1 1 0-15,4 4 0 16,-1-3 0-16,-1 3 0 16,1 3 0-16,-2 1 0 15,0 6 0-15,-5 1 0 0,2 1 0 16,-4 3 0-16,-3 2 0 16,0-2 0-16,-7 7 0 15,-1-5 0-15,-5 1 0 0,1 1 0 16,-1-4 0-16,1 0 0 15,3-3 0-15,0-2 0 16,9-10 0-16,-2 10 0 16,2-10 0-16,8 0 0 0,4-5 0 15,6 0 0-15,-1-5 0 16,3 0 0-16,5 1 0 16,-1-2 0-16,-4 4 0 15,3 0 0-15,-4 2 0 0,-1-2 0 16,-2 2 0-16,-4 2 0 15,-3 3 0-15,-9 0 0 16,11 0 0-16,-11 0 0 16,0 0 0-16,0 0 0 15,0 0 0-15,0 0 0 0,0 0 0 16,0 0 0-16,0 0 0 16,-11 5 0-16,11-5 0 15,0 0 0-15,-12 10 0 16,12-10 0-16,0 12-86 0,0-12-6 15</inkml:trace>
  <inkml:trace contextRef="#ctx0" brushRef="#br4" timeOffset="-47549.52">11202 7163 334 0,'0'0'10'0,"0"0"2"16,0 0 5-16,0 0 1 0,0 0 1 15,0 0 2-15,0 0 0 16,-9-9 1-16,9 9-8 16,-6-10-4-16,6 10-2 15,0-10-3-15,0 10-5 16,0-10 0-16,0 10 0 0,18-10 0 16,-9 6 0-16,7-2 0 15,-4 5 0-15,6-3 0 16,-4 4 0-16,1-2 0 0,-2 2 0 15,-4 2 0-15,-9-2 0 16,11 15 0-16,-11-5 0 16,0 2 0-16,-7 4 0 15,-2-1 0-15,0 2 0 16,-3 0 0-16,3-2 0 0,-4-3 0 16,7 1 0-16,-2-1 0 15,6-5 0-15,2-7 0 16,0 0 0-16,8 11 0 0,-1-11 0 15,5 3 0-15,-1-2 0 16,3-1 0-16,-2 3 0 16,1 2 0-16,-1 0 0 15,-1-1 0-15,-2 1 0 0,-9-5 0 16,12 13 0-16,-12-13 0 16,5 15 0-16,-5-8 0 15,0-7 0-15,-7 15 0 16,-5-5 0-16,-3 0 0 15,0 1 0-15,-7-3 0 0,-1 3 0 16,4-6 0-16,-2 0 0 16,1-3 0-16,6 3 0 15,-4-5 0-15,8 0 0 16,1 0 0-16,9 0 0 0,-11 0-8 16,11 0-77-16,0 0-2 15</inkml:trace>
  <inkml:trace contextRef="#ctx0" brushRef="#br4" timeOffset="-46515.79">12881 6634 414 0,'0'0'7'0,"0"0"2"16,0 0 1-16,0 0 1 15,0-12 1-15,0 12 1 0,6-8 0 16,-6 8 0-16,12-10-7 16,-2 5-3-16,3 3-3 15,1-1 0-15,2 1 0 16,-2 2 0-16,-1 0 0 0,2 0 0 16,-6 5 0-16,0 5 0 15,-5-3 0-15,-4 6 0 16,0-1 0-16,-4 3 0 0,-7-3 0 15,1 3 0-15,1-3 0 16,-2-2 0-16,1-2-2 16,10-8 2-16,-4 17-1 15,4-17 1-15,0 0 0 16,7 7-1-16,2-4 1 0,4-3 0 16,-3 0 0-16,3 0 0 15,-1 3 0-15,0-3 0 16,1 0 0-16,-3 1 0 15,-10-1-1-15,13 8 1 0,-13-8 0 16,12 7 1-16,-12-7 0 16,0 8-1-16,0-8 1 15,-16 13 1-15,4-9-2 16,-5 2 0-16,-1-2 0 0,-2 1-4 16,4 1-3-16,-5-6-6 15,7 1-16-15,14-1-54 16,-15-7 0-16</inkml:trace>
  <inkml:trace contextRef="#ctx0" brushRef="#br4" timeOffset="-45115.98">12136 5423 262 0,'0'0'5'0,"0"0"7"16,-5-10 1-16,5 10 3 15,-9-8 1-15,9 8 0 16,-11-7 2-16,11 7 3 0,-9-10-7 16,9 10-5-16,0 0-1 15,0 0-2-15,0 0 0 16,0 0-2-16,9-3 0 15,2 2-1-15,3 1-1 0,2 0 0 16,5 0-1-16,0 0 0 16,4 0 0-16,4 0 0 15,1 0-1-15,3 0 0 16,1 0 0-16,1 0-1 16,2 0 1-16,1 1 0 0,-1-1-1 15,3 3 1-15,-1-3-1 16,1 0 0-16,-2 2 1 15,1-2-1-15,-2 2 0 0,-2-2 0 16,0 0 0-16,-2 0 1 16,-4 0-1-16,-2 0 0 15,-1 0 0-15,5 0 1 16,-6-2-1-16,5 0 0 0,-2 2 1 16,-1-3-1-16,3 2 0 15,0 1 0-15,2-4 0 16,0 2 0-16,-2 0 1 15,2-1-1-15,-2 3 0 0,0 0 0 16,-3-3 0-16,1 3 1 16,-4 0-1-16,1-3 0 15,0 3 0-15,-2 0 0 16,-4 0 0-16,1 0 0 0,3 0 0 16,-1 0 0-16,0 0 0 15,1 0 0-15,-1 0 0 16,3 0 0-16,-3 0 1 15,1 0-1-15,-3 0 0 0,1 0 0 16,0 0 0-16,-3 0 0 16,-2 0 0-16,2 0 0 15,-3 0 0-15,2 0 0 16,3-1 0-16,-5-2 0 0,5 3 0 16,-3-4 0-16,-1 4 0 15,0-3 0-15,0 0 0 16,-2 3 0-16,-4 0 0 15,0-2 0-15,0 2 0 0,-10 0 0 16,16 0 0-16,-16 0 0 16,9 0 0-16,-9 0 0 15,10 0 0-15,-10 0 0 16,0 0 0-16,0 0 0 0,0 0 1 16,0 0-1-16,0 0 0 15,0 0 0-15,5 8-2 16,-5-8-2-16,0 0-5 15,0 0-13-15,-5 14-57 0,5-14 0 16</inkml:trace>
  <inkml:trace contextRef="#ctx0" brushRef="#br4" timeOffset="-44482.38">13652 5211 322 0,'0'0'6'0,"0"0"2"0,0 0 3 0,-10 0 1 15,10 0 2-15,0 0 1 16,-9-2 0-16,9 2 0 15,0 0-4-15,0 0-2 16,0 0-2-16,7 2-1 0,5 4-2 16,6 1 1-16,-1 1-1 15,7 2 0-15,1-3-1 16,3 3-1-16,-1 0 0 16,6 0 0-16,-6 0 0 0,3-1-1 15,-3-1 0-15,-2 2 0 16,-1-3-1-16,-1 4 1 15,-4-4-1-15,-3 0 1 16,-3 1 0-16,-1-1-1 0,-3 0 0 16,-9-7 2-16,13 14 1 15,-13-14 0-15,0 0-2 16,5 11 1-16,-5-11 1 16,0 10 0-16,0-10 0 0,0 0-2 15,-5 12 0-15,5-12 0 16,-13 15 2-16,6-5-3 15,-5 2 0-15,-3 4 0 0,3 0 0 16,-11 5 0 0,3 1 0-16,-4 0 0 0,-1 5 0 15,0-2 0-15,2-3 0 16,-1 1 0-16,6-4 0 16,0-1 0-16,6-3 0 0,3-4 0 15,1 0 0-15,3-1 0 16,5-10 0-16,-5 7 0 15,5-7 0-15,0 0-5 16,0 0-26-16,18 3-52 0,-9-3-3 16</inkml:trace>
  <inkml:trace contextRef="#ctx0" brushRef="#br4" timeOffset="-43532.95">14191 5269 343 0,'0'0'6'0,"0"0"2"0,0 0 3 16,0 0 2-16,0-10 1 15,0 10 0-15,0 0 0 16,0 0 1-16,0 0-6 0,0 0-2 16,0 0-2-16,5 0-2 15,2 0 0-15,6 0-1 16,4 5-1-16,4-3 1 16,4 1 0-16,4-3 1 15,1 0-2-15,0 0 1 0,1-3 0 16,-6-2 0-16,3 3 0 15,-6-1 0-15,1 1 0 16,-8 0-1-16,0 2 1 16,-5 0-1-16,-10 0 0 0,13 0 0 15,-13 0 0-15,0 0 0 16,-4 7-1-16,-3 0 1 16,-5 3 0-16,-3 0-1 15,-5 5 1-15,-2 0 0 0,-6 5-1 16,-4 0 2-16,2-3-1 15,-2 5 1-15,0-4 0 16,2-3 0-16,2-3 0 0,6 1-2 16,0-5 0-16,7 1 0 15,3-5 0-15,12-4 0 16,-11 10 0-16,11-10 0 16,0 10 0-16,0-10 0 15,13 5 0-15,1-2 0 0,2-1 0 16,9-2 0-16,1 0 0 15,2 0 0-15,4-2 0 16,4-1 0-16,-3 1 0 16,5-3 0-16,-1-1 0 0,-2 4 0 15,0-3 0-15,-1 4 0 16,0-3 0-16,-2 2 0 16,-6 0 0-16,-1-1 0 15,-4 3 0-15,-9-3 0 0,1 3 0 16,-13 0 0-16,12 0 0 15,-12 0 0-15,0 0 0 16,0 0 0-16,-5 0 0 0,5 0 0 16,-7 6 0-16,7-6 0 15,-13 2 0-15,13-2 0 16,-12 0 0-16,12 0 0 16,-12 0 0-16,12 0-3 0,0 0-59 15,0 0-26-15,0 0-2 16</inkml:trace>
  <inkml:trace contextRef="#ctx0" brushRef="#br4" timeOffset="-42916.26">14928 5611 444 0,'0'0'5'0,"0"0"1"15,0-8 2-15,0 8 0 16,-1-12 1-16,1 12 0 0,0-15 0 15,0 15 1-15,10-15-7 16,-1 10-3-16,7 0 0 16,2 5 0-16,3 0 0 0,2 0 0 15,2 5 0-15,-6 0 0 16,0 5 0-16,-2 0 0 16,-8 0 0-16,-4 0 0 15,-5 2 0-15,-2 0 0 0,-5 1 0 16,-7-1 0-16,2-2 0 15,-3 0 0-15,3 0 0 16,5-2 0-16,7-8 0 16,-11 12 0-16,11-12 0 0,0 11 0 15,0-11 0-15,18 11 0 16,-6-8 0-16,6 4 0 16,0-3 0-16,1 5 0 15,-1-5 0-15,1 4 0 0,-1-4 0 16,-4 2 0-16,2-1 0 15,-16-5 0-15,12 10 0 16,-12-10 0-16,-5 7 0 0,-12-4 0 16,-3 2 0-16,-8-4 0 15,-1 3 0-15,-6-2 0 16,0 0 0-16,1 3 0 16,1-2 0-16,6 5-3 0,2 1-79 15,13-4-3-15</inkml:trace>
  <inkml:trace contextRef="#ctx0" brushRef="#br4" timeOffset="-41115.71">15054 5435 240 0,'0'0'5'0,"-8"-3"3"0,8 3 2 16,-17-4 2-16,7 1 2 15,-5 1 2-15,-2 2 1 0,-4 0 0 16,1 2-4-16,-1 5-2 16,-4 6-1-16,0 6-3 15,-5 3 1-15,2 14-3 0,-4 1-1 16,0 10-1-16,4 2 0 15,1 7 0-15,5 2 0 16,7 4-1-16,10-1-1 16,5 2 1-16,18-8 0 0,6-8 0 15,14-3 0-15,9-11 0 16,7-6 1-16,9-10-1 16,1-10 1-16,3-7 1 15,2-4 0-15,-3-14 0 16,1-4 2-16,-10-10 0 0,-1 0 2 15,-8-11 0-15,-6-1 1 16,-10-8-1-16,-7-5 1 16,-9-5-2-16,-9-3-3 15,-7-4 0-15,-10-3-4 0,-10 3 0 16,-8 3 0-16,-6 8 0 16,-10 11 0-16,-8 12-3 15,-6 15 0-15,-4 15 1 16,-8 18 0-16,-2 21-1 0,-2 13-4 15,10 18-39-15,6 14-36 16,8 8 0-16</inkml:trace>
  <inkml:trace contextRef="#ctx0" brushRef="#br4" timeOffset="-12997.83">11844 10696 449 0,'0'0'4'0,"0"0"2"16,0 0 1-16,0 0 0 15,0 0 0-15,0 0 1 16,0 0-1-16,0 16 1 0,0 3-4 16,0 3-2-16,-3 11 0 15,1-1-2-15,2 7 0 16,-4 1 0-16,4 0 0 16,0-3 0-16,-2-3 0 15,2 1 0-15,0-7-8 0,0 1-7 16,-2-9-24-16,2 0-45 15,0-9-2-15</inkml:trace>
  <inkml:trace contextRef="#ctx0" brushRef="#br4" timeOffset="-12615.79">11460 10622 390 0,'0'0'5'0,"0"0"1"0,0 0 2 16,0 0 1-16,0 0 0 16,0 0 2-16,0 0 0 15,11-7 3-15,8-1-4 0,11-2-2 16,10 0-2-16,12-5 1 15,10 0 0-15,7-2-1 16,4 1-2-16,1-2-4 16,-4 3 0-16,-7 2 0 0,-12 3 0 15,-8 4 0-15,-11 0 0 16,-10 4 0-16,-9 2 0 16,-13 0 0-16,7 0 0 15,-7 0 0-15,0 0 0 0,-2 12 0 16,2-12 0-16,-7 15-6 15,-2-5-13-15,9-10-42 16,-4 22-26-16,1-4-1 16</inkml:trace>
  <inkml:trace contextRef="#ctx0" brushRef="#br4" timeOffset="-12299.52">12184 11039 480 0,'0'0'4'0,"0"0"1"0,0 0 0 15,0 0 0-15,0 0 0 16,-5 7 2-16,3 0-7 16,-2 5 0-16,2 4 0 15,0 1 0-15,-1 5 0 0,3-2 0 16,0-1 0-16,0 1 0 16,3 0-17-16,-1 13-54 15,0-23-15-15</inkml:trace>
  <inkml:trace contextRef="#ctx0" brushRef="#br4" timeOffset="-11816.12">12410 10387 422 0,'0'0'5'0,"0"0"2"15,0 0 2-15,-10-8 1 0,10 8 0 16,-5-11 2-16,5 0-1 16,0-2 1-16,3 3-4 15,9-4-3-15,6 1-5 16,-2 3 0-16,7 0 0 0,0 4 0 15,-3 3 0-15,4 3 0 16,-4 3 0-16,-3 6 0 16,-4 6 0-16,-6 5 0 15,-7 2 0-15,0 0 0 16,-7 3 0-16,-6 2 0 0,-4 1 0 16,-1-1 0-16,-8-2 0 15,8-2 0-15,-2-1 0 16,5-6 0-16,0 0 0 0,8-4 0 15,4-2 0-15,3-10 0 16,12 5 0-16,6-5 0 16,5 0 0-16,1-5 0 15,3-2 0-15,8 1 0 0,-8-3-16 16,-4 1-67-16,5 6-4 16</inkml:trace>
  <inkml:trace contextRef="#ctx0" brushRef="#br4" timeOffset="-11266.14">12541 10875 390 0,'0'0'6'0,"0"0"2"0,0 0 0 0,0 0 2 0,0 0 0 15,0 0 2-15,11 0 1 16,1 0 1-16,6 1-5 16,6 3-2-16,9-4 1 15,11 0-1-15,11-4 0 16,5 0-5-16,9 0-2 16,3-7 0-16,1 1 0 0,-2 0 0 15,-1 1 0-15,-8-1 0 16,-7 2 0-16,-3 1 0 15,-10 3 0-15,-10-2 0 0,-4 2 0 16,-11 4 0-16,-5-6 0 16,-12 6 0-16,12 0 0 15,-12 0 0-15,0 0 0 0,0 0 0 16,0 0 0-16,0 0 0 16,0 0 0-16,-9 3 0 15,9-3 0-15,-12 7-4 16,12-7-31-16,-6 10-51 15,-4-10-3-15</inkml:trace>
  <inkml:trace contextRef="#ctx0" brushRef="#br4" timeOffset="-10888.33">13332 10647 452 0,'0'0'4'15,"0"0"1"-15,0 0 1 0,0 0 1 16,0 0 0-16,0 0 1 16,7 2 1-16,-7-2 0 15,10 2-5-15,0 1-4 16,4 0 0-16,1-1 0 16,6 3 0-16,1 0 0 0,0 2 0 15,3 1 0-15,1 0 0 16,-2 1 0-16,-7 3 0 15,4 1 0-15,-7 2 0 0,-7 5 0 16,-4 0 0-16,-3 5 0 16,-8 4 0-16,-6 4 0 15,-7-1 0-15,-3 0 0 16,-6 0 0-16,0 0 0 0,3-7 0 16,3 2 0-16,-1-7 0 15,14-10-48-15,1 5-41 16</inkml:trace>
  <inkml:trace contextRef="#ctx0" brushRef="#br4" timeOffset="-7849.38">14842 11653 303 0,'0'0'6'0,"0"0"2"0,0 0 5 16,0 0-1-16,0 0 2 15,0 0 1-15,0 0 0 16,0 0-1-16,5 5-4 16,-5-5-2-16,16 2-2 0,-4-2 0 15,8 2 0-15,1-2-1 16,9 0 1-16,11 0 0 15,5 0-1-15,8-2 1 16,9-5-2-16,7 1-1 0,7 2 0 16,8 0-1-16,7-4 0 15,2-1-1-15,10 2 1 16,3 0-2-16,2 2 1 16,6-2-1-16,2 2 0 0,-1 0 0 15,1 0 0-15,-2 0 0 16,-4 0 0-16,1 2 0 15,-8-1 0-15,-2-2 0 16,-10 4 0-16,-7-1 0 0,-8 1 0 16,-13-1 0-16,-11 1 0 15,-14 2 0-15,-9 0 1 16,-12 0 1-16,-6 0 0 16,-12 0 1-16,9 0 1 15,-9 0-1-15,0 0 1 0,0 0-1 16,0 0-2-16,0 0-3 15,-5 0-2-15,5 0-5 16,0 0-5-16,-9 0-13 0,9 0-54 16,-7 12-2-16</inkml:trace>
  <inkml:trace contextRef="#ctx0" brushRef="#br4" timeOffset="-7349.15">17178 11356 357 0,'0'0'6'0,"0"0"3"16,0 0 2-16,0 0-1 0,0 0 1 15,0 0 2-15,0 0 2 16,10 8 2-16,0-4-6 16,4 3-2-16,7 0-2 15,1 4 1-15,5-4-2 0,3 3-1 16,2 0-2-16,0 0-2 15,-4 0 1-15,-1-3-2 16,-5 0 1-16,-4 3 0 16,-3 2 0-16,-8 1 1 0,-4 7-1 15,-3-3 3-15,-12 5-4 16,-6 6 0-16,-4-3 0 16,-5 7 0-16,-3-7 0 0,-2 2 0 15,2 0 0-15,2-5 0 16,6-5 0-16,2 1 0 15,5-3 0-15,6-3 0 16,0-2-10-16,9 3-16 0,11-6-56 16,-11-7-4-16</inkml:trace>
  <inkml:trace contextRef="#ctx0" brushRef="#br4" timeOffset="-6698.51">17593 11947 361 0,'0'0'10'0,"0"0"4"0,2-10 3 16,-2 10 1-16,0 0 1 15,13-9 1-15,-13 9-1 16,0 0 1-16,0 0-9 16,12 0-9-16,-5 9-2 15,1 7 0-15,4 3 0 0,1 3 0 16,4 0 0-16,6 1 0 16,0 2 0-16,1-2 0 15,-4-7 0-15,2 2 0 0,-2-6 0 16,0-2 0-16,-8-2 0 15,-1-3 0-15,-11-5 0 16,12 5 0-16,-12-5-2 0,0 0-18 16,0-5-35-16,0 5-30 15,-10-9-2-15</inkml:trace>
  <inkml:trace contextRef="#ctx0" brushRef="#br4" timeOffset="-6382.57">17948 11962 466 0,'0'0'4'0,"0"0"1"0,0 0 0 16,0 0 0-16,0 13 1 15,-2-1 1-15,-8 5 1 16,-5 8-3-16,-2 5-5 0,-3 2 0 15,-3 8 0-15,-4 0 0 16,-1-3 0-16,4 0 0 16,2-3 0-16,1-4 0 0,7-2 0 15,-1-9 0-15,5-2 0 16,3-1 0-16,-2-7 0 16,9-9 0-16,-7 16 0 15,7-16 0-15,0 0-5 16,0 0-17-16,0 0-62 0,0 0-4 15</inkml:trace>
  <inkml:trace contextRef="#ctx0" brushRef="#br4" timeOffset="-5932.79">18055 12389 473 0,'0'0'4'0,"0"0"2"0,2-8 1 0,-2 8 1 16,0 0 1-16,0 0-5 15,6-10-4-15,-6 10 0 16,0 10 0-16,0 5 0 0,-2 3 0 15,-4 4 0-15,1 2 0 16,0 6 0-16,0-4 0 16,3 2 0-16,-1-3 0 15,1-5 0-15,2-2 0 0,0-4 0 16,0-1-20-16,22-3-66 16,-22-10-3-16</inkml:trace>
  <inkml:trace contextRef="#ctx0" brushRef="#br4" timeOffset="-3715.13">14805 11564 268 0,'0'0'6'16,"0"0"3"-16,-2 9 4 0,2-9 2 15,0 10 4-15,0-10 1 16,-3 10 5-16,3-10 2 16,0 0-4-16,-5 13-3 15,5-13-2-15,0 0-3 16,0 0-2-16,-5-9-1 0,5 1-4 15,-3-5-8-15,1-7 0 16,2-5 0-16,-2-7 0 16,2-8 0-16,-3-4 0 0,1-7 0 15,2-10 0-15,0-10 0 16,0-6 0-16,0-10 0 16,0 0 0-16,-3-4 0 15,1 0 0-15,2 1 0 16,0 6 0-16,-2 9 0 0,-1 6 0 15,1 7 0-15,2 11 0 16,0 3 0-16,0 9 0 16,-4 4 0-16,0 5 0 15,4 5 0-15,-3 3 0 0,1 7 0 16,-1 3 0-16,1 2 0 16,2 10 0-16,-2-10 0 15,2 10 0-15,0 0 0 0,0 0 0 16,0 0 0-16,0 0 0 15,0 0 0-15,0 0 0 16,0 0 0-16,0 0 0 16,0 0 0-16,0 0 0 15,0 0 0-15,0 0 0 0,0 0 0 16,0 0 0-16,0 0 0 16,0 0 0-16,0 0 0 15,0 0 0-15,0 0 0 16,0 0 0-16,0 0 0 0,0 0 0 15,-3 4 0-15,1 7 0 16,-1 3 0-16,-1 4 0 16,-2 6 0-16,-2 1 0 15,-1 6 0-15,-4 1 0 0,1 2 0 16,-6-2 0-16,1 0 0 16,-1-4 0-16,2-1 0 15,0-5 0-15,4-4 0 0,1-6 0 16,11-12 0-16,-12 15 0 15,12-15 0-15,0 0 0 16,0 0 0-16,5-15 0 16,6-3 0-16,-2-1 0 0,3-4 0 15,4-6 0-15,0-4 0 16,0-1 0-16,-4-1 0 16,4-3 0-16,-4 5 0 15,-3 0 0-15,-1 4 0 16,4 1 0-16,-4 3 0 0,0 6 0 15,-3 1 0-15,0 3 0 16,-3 8 0-16,-2 7 0 16,0 0 0-16,10-3 0 15,-10 3 0-15,17 18 0 0,-9-1 0 16,4 1 0-16,5 6 0 16,1-1 0-16,1 1 0 15,4 1 0-15,0 0 0 0,-2-8 0 16,2 2 0-16,0-1 0 15,-1-3 0-15,-5-2 0 16,6-4 0-16,-9 1 0 16,-1-4 0-16,2 0-21 0,2-3-68 15,-17-3-3-15</inkml:trace>
  <inkml:trace contextRef="#ctx0" brushRef="#br4" timeOffset="-3032.88">15238 10211 402 0,'0'0'6'15,"0"0"2"-15,-14-3 3 0,14 3 2 16,-9-2 2-16,9 2 1 16,-15-2 0-16,15 2 1 15,-10 0-10-15,10 0-7 16,0 0 0-16,0 0 0 0,10-8 0 15,5 5 0-15,0 1 0 16,7-2 0-16,1 0 0 16,4 0 0-16,3 4 0 0,-5 0 0 15,2 0 0-15,-7 0 0 16,0 0 0-16,-6 4 0 16,2 1 0-16,-16-5 0 15,7 16 0-15,-5-7 0 0,-4 4 0 16,-8 4 0-16,-8 1 0 15,-3 3 0-15,-4 2 0 16,-8 4 0-16,1-2 0 16,-6 0 0-16,8-3 0 15,0-2 0-15,9-2 0 0,3-6 0 16,11 0 0-16,7-12 0 16,2 10 0-16,12-10 0 15,12 0 0-15,0 0 0 16,10-8 0-16,7 3 0 0,-4-4 0 15,5 4 0-15,2-6 0 16,-9 7 0-16,0-4 0 16,-7 3 0-16,-5 3 0 0,-5 0 0 15,-8 2 0-15,-5 0 0 16,-7 0 0-16,0 0 0 16,8 9 0-16,-8-9 0 15,-10 6-79-15,10-6-12 0</inkml:trace>
  <inkml:trace contextRef="#ctx0" brushRef="#br4" timeOffset="-2298.62">14780 11751 338 0,'0'0'9'0,"0"0"3"0,0-8 4 0,0 8 2 16,0 0 0-16,-5-14 1 15,5 14 0-15,-9-10 0 16,9 10-7-16,-20 0-5 0,10 7-2 15,-9 6-2-15,0 5 0 16,-9 3-1-16,-4 13 0 16,-5 0 1-16,-7 9 0 15,-6 3 0-15,-5 3-3 0,1-1 0 16,-3 7 0-16,-1-3 0 16,1-2 0-16,2-4 0 15,4-2 0-15,1-4 0 0,5-3 0 16,2-4 0-16,6-4 0 15,8-7 0-15,1 3 0 16,8-10 0-16,3-2 0 16,2-3 0-16,15-10 0 0,-12 6 0 15,12-6 0-15,0 0-5 16,0 0-14-16,-16 7-36 16,16-7-31-16,0 0-2 15</inkml:trace>
  <inkml:trace contextRef="#ctx0" brushRef="#br4" timeOffset="-1900.12">13947 12247 438 0,'0'0'5'0,"0"0"4"15,0 0 1-15,0 0 1 16,0 0 0-16,0 0 0 0,0 0-1 15,0 0-4-15,-4 15-6 16,-6 0 0-16,0 7 0 16,-2 3 0-16,-4 3 0 15,2-2 0-15,-2 4 0 16,0-2 0-16,0-4 0 0,2-1 0 16,3-3 0-16,-1-7 0 15,7 1 0-15,1-4 0 16,4-10 0-16,4 7 0 0,13-7 0 15,3 0 0-15,5-3 0 16,8-4 0-16,1-5 0 16,6 2 0-16,-2 0 0 15,-1 0 0-15,-5 0 0 16,-4 0 0-16,-7 5 0 16,-5 0 0-16,-4 5 0 0,-12 0 0 15,13 3-4-15,-13-3-32 16,0 0-48-16,-3 12-3 15</inkml:trace>
  <inkml:trace contextRef="#ctx0" brushRef="#br4" timeOffset="-1515.75">14179 12809 498 0,'0'0'3'0,"0"0"0"0,0 0 0 15,0 6 1-15,-8 4-4 16,-1 2 0-16,-7 5 0 0,-3 1 0 16,-2 4 0-16,-3 5 0 15,0-2 0-15,-1 1 0 16,2-1 0-16,0-4 0 16,6-2 0-16,2-1 0 0,3-7 0 15,2 0 0-15,-3-4-4 16,13-7-25-16,0 0-55 15,0 0-4-15</inkml:trace>
  <inkml:trace contextRef="#ctx0" brushRef="#br4" timeOffset="-1249.07">13916 12808 436 0,'0'0'6'0,"0"0"3"0,0 0 1 16,0 0-1-16,0 0 1 15,0 0-1-15,9 8 2 16,-1 3 0-16,4 3-11 0,3 4 0 16,3-3 0-16,7 7 0 15,2 1 0-15,5-3 0 16,1-3 0-16,-3-1 0 16,2-5 0-16,-7-1 0 0,-1-3 0 15,-6 1 0-15,0-4 0 16,-6 2 0-16,-12-6 0 15,7 7-17-15,-7-7-67 16,0 0-4-16</inkml:trace>
  <inkml:trace contextRef="#ctx0" brushRef="#br4" timeOffset="-915.96">14380 12972 475 0,'0'0'5'0,"0"0"1"0,0 0 1 15,0 0 1-15,0 0 0 16,0 0-6-16,0 0-2 16,0 0 0-16,0 0 0 15,0 0 0-15,5 9 0 0,-3 0 0 16,1 7 0-16,-3 3 0 15,0 3 0-15,2 3 0 16,2 3 0-16,-4 1 0 16,2-5 0-16,-1 6 0 0,-1-5 0 15,0-7 0-15,4 2 0 16,-4-8 0-16,0 1 0 16,0-13 0-16,2 12-15 0,10-12-73 15,-12 0-4-15</inkml:trace>
  <inkml:trace contextRef="#ctx0" brushRef="#br4" timeOffset="167.95">15849 10343 321 0,'0'0'9'0,"0"0"5"16,0 0 4-16,0 0 5 0,0 0 0 16,0 0 1-16,0 0 0 15,0 0 1-15,0 0-9 16,0 0-4-16,0 0-10 16,7 8-2-16,-4 9 0 0,-1-1 0 15,3 7 0-15,-3-1 0 16,1 3 0-16,0-1 0 15,-3-1 0-15,2-6 0 0,1 3 0 16,-3-2 0-16,2-2 0 16,-2-1-40-16,3-2-46 15,4-4-3-15</inkml:trace>
  <inkml:trace contextRef="#ctx0" brushRef="#br5" timeOffset="7833.85">14532 8075 292 0,'0'0'11'0,"0"0"3"15,0 0 5-15,0 0 3 16,0 0 3-16,0-9 1 0,0 9 1 15,0 0 1-15,0-10-10 16,0 10-5-16,0 0-3 16,0 0-4-16,-12 7-6 15,8 4 0-15,0 3 0 16,1 1 0-16,1 0 0 0,2 2 0 16,0-2 0-16,0-4 0 15,5 0 0-15,5-8 0 16,0-3 0-16,2 0 0 15,-2-6 0-15,5-6 0 0,-6-2 0 16,2-4 0-16,-4 0 0 16,-4-1 0-16,-3-3 0 15,0 7 0-15,-3 0 0 16,-6 5 0-16,-2 2 0 0,-3 6 0 16,-2 2 0-16,2 10 0 15,2 0 0-15,-1 5 0 16,1 2 0-16,7 6 0 0,3-7 0 15,2-1 0-15,4-2 0 16,11-1 0-16,-2-2 0 16,8-7 0-16,0-3 0 15,4 0 0-15,-6-5 0 16,4-7 0-16,-3-1 0 0,-6-2 0 16,2 0 0-16,-9 0 0 15,-2-2 0-15,-5 2 0 16,-5 5 0-16,-7 3 0 15,-6 4 0-15,-3 3 0 0,0 3 0 16,-2 4 0-16,6 6 0 16,-7 5 0-16,8-1 0 15,4-1 0-15,6-1 0 0,4-2 0 16,4-3 0-16,7-4 0 16,3 0 0-16,5-6 0 15,3-6 0-15,2-5 0 16,-4-1 0-16,3-3 0 0,-5-3 0 15,-6-2 0-15,-5 1 0 16,-5 1 0-16,0 6 0 16,-12-3 0-16,-7 10 0 15,1 3 0-15,-3 4 0 16,1 14 0-16,1-2 0 0,8 7-35 16,6 7-53-16,5-3-2 15</inkml:trace>
  <inkml:trace contextRef="#ctx0" brushRef="#br5" timeOffset="13100.49">9108 4559 256 0,'0'0'6'0,"0"0"2"0,0 0 4 16,0 0 3-16,0 0 1 16,-5-11 3-16,5 11-1 0,0 0 0 15,0 0-5-15,0 0-3 16,0 0-2-16,0 0-4 16,9-6-1-16,9 6-3 15,4 0 1-15,10 3 0 0,6-3 0 16,4 6 0-16,8-4 0 15,4 0-1-15,3 2 0 16,6-3 1-16,-1 2-1 16,2 0 1-16,3-2-1 0,1 2 0 15,1 0 1-15,3 0 0 16,3-3 0-16,4 2-1 16,0 0 1-16,1 3-1 15,7-2 1-15,-5 1 0 0,3-1 0 16,-1 2-1-16,3 0 1 15,-2 0-1-15,0 0 0 16,-4 0 1-16,1-2-1 16,-2-1 0-16,1 1 1 0,-3-2-1 15,-6-1 1-15,-5 0-1 16,-3 3 1-16,-7-3-1 16,-2 0 0-16,-10 3 1 15,-3-2-1-15,-2 2 0 0,-5-3 1 16,-1 3-1-16,-2-3 1 15,-2 3-1-15,0-3 0 16,2 0 0-16,-7 0 0 16,0 0 1-16,-7 0-1 0,2 0 0 15,-5 0 0-15,-1 0 1 16,-1 0-1-16,-1 0 0 16,4 0 0-16,-2-3 0 15,-2 3 0-15,6-3 1 0,-3 3-2 16,2-3 1-16,4 2 0 15,-7-2 0-15,1 3 0 16,2-3 0-16,-1 3 0 16,-2 0 0-16,-1 0 0 0,-1 0-1 15,0 0 0-15,1 0 0 16,-1 0 1-16,4-1-1 16,-2 1-1-16,2 0 1 15,-4 0-1-15,0 0 0 0,1 0 0 16,-1 0 1-16,1-3-1 15,-4 3 1-15,3-2 0 16,1-1 1-16,-3-2-1 0,3 0 1 16,-1 0 1-16,0-2-2 15,1-1 1-15,1 0 0 16,-1-1 0-16,-1-1 0 16,0-2 1-16,-1-1-1 15,-1-2 1-15,-2-2-1 0,2-1 1 16,-1-2 0-16,-2-1 0 15,1-7 0-15,0 3-1 16,1-5 1-16,-1 1 0 16,-1-3 0-16,3 2 0 0,-5-2 0 15,2-2 0-15,-2 0-1 16,3 0 1-16,-5 2 0 16,-1-2-1-16,0 3 1 15,-2-2-1-15,0 2 1 0,0 1-1 16,-2 3 1-16,-3 0 0 15,-5 2-1-15,3 1 1 16,-1 3-1-16,1 1 1 16,-1 4-1-16,1-2 0 0,0 5 0 15,2-2 0-15,0 7 0 16,2-3 0-16,-2 1 0 16,5 10 0-16,-5-15-1 15,5 15 1-15,-10-7-1 0,10 7 0 16,-7-7 1-16,7 7-1 15,-18-6 1-15,11 4-1 16,-4-1 0-16,-3 1 1 16,-1-1 0-16,-5 1-1 0,3-3 0 15,-5 3 1-15,-1 0-1 16,-4-2 0-16,-1 2 1 16,-1-3-1-16,-6 2 0 15,0-1 0-15,-4-1 1 0,-7 0-1 16,2-1 1-16,-6 2 0 15,-2-3 0-15,0-1 0 16,-3 0 0-16,-7 4 0 16,7-4 0-16,-7 3 0 0,2 0-1 15,-9 1 2-15,2-2-1 16,-8 2 0-16,3-2 0 16,-3 1 0-16,-1 2-1 15,-2 2 1-15,-1-2 0 0,4 0 0 16,-5 3 0-16,-2 0 0 15,2 0-1-15,-5 0 1 16,0 0 0-16,-2 0 0 16,2 0 0-16,4 0 0 15,-4 0-1-15,3 0 0 0,3 0-1 16,-1 0 1-16,6-1-1 16,1 1 0-16,1-3 0 15,3 3 1-15,5-3-1 0,-2 3 2 16,7 0-1-16,0-3 1 15,4 3-1-15,2 0 0 16,4 3-1-16,4-3 0 16,1 6 0-16,4-5 0 0,-3 2-1 15,6 1 1-15,3-1-2 16,-1 0 2-16,5-3 1 16,-2 2 0-16,4-2 0 15,-1 0 1-15,6 0-1 0,-2 0 1 16,6 3-1-16,1-3 1 15,1 3 0-15,4 0 0 16,6-2 0-16,7-1 0 16,-16 7 1-16,16-7-1 0,-9 11 1 15,6-1 0-15,3 5 0 16,-2-1 0-16,2 6 0 16,0 5 0-16,0 7 1 15,0 4-1-15,0 5 0 0,0 4-1 16,0 6 1-16,0 1 0 15,0 3 1-15,2-1-1 16,-2 2 0-16,3-2 0 16,2-3-1-16,-3-1 1 0,0-2-1 15,1-4 0-15,-3-5 0 16,3-4 0-16,2 0-1 16,-3-6-1-16,1-4-7 15,-3-5-17-15,-5 0-44 0,7 1-4 16</inkml:trace>
  <inkml:trace contextRef="#ctx0" brushRef="#br5" timeOffset="15117.35">14566 8071 252 0,'0'0'8'16,"0"0"4"-16,0 0 4 16,0 0 3-16,0 0 2 0,0 0 0 15,0 0 3-15,0 0 0 16,0 0-8-16,0 0-2 16,0 0-3-16,0 0-2 15,0 0-1-15,-2-5 0 0,2 5-1 16,0 0 0-16,0-10 0 15,0 10-1-15,5-13 0 16,0 1 0-16,-3-3-2 16,4-2 1-16,-1-6-5 0,-3-4 0 15,0-4 0-15,1-7 0 16,-3-4 0-16,0-10 0 16,0-3 0-16,0-4 0 15,-3-6 0-15,-1-4 0 0,4 5 0 16,-5-1 0-16,-1 6 0 15,1 4 0-15,0 3 0 16,1 12 0-16,-1 4 0 0,2 8 0 16,-1 3 0-16,0 5 0 15,4 5 0-15,-2 5 0 16,2 10 0-16,0-12 0 16,0 12 0-16,0 0 0 15,0 0 0-15,0 0 0 0,0 0 0 16,0 0 0-16,0 0 0 15,0 0 0-15,0 0 0 16,0 0 0-16,0 0 0 16,0 0 0-16,0 0 0 0,0 0 0 15,0 0 0-15,0 0 0 16,0 0 0-16,0 0 0 16,0 0 0-16,0 0 0 15,0 0 0-15,0 0 0 0,-3-10 0 16,3 10 0-16,0 0 0 15,0 0 0-15,0 0 0 16,0 0 0-16,0 0 0 0,0 0 0 16,0 0 0-16,0 0 0 15,0 0 0-15,0 0 0 16,0 0 0-16,-9 0 0 16,4 8 0-16,3 6 0 0,-9 3 0 15,1 7 0-15,-2 0 0 16,-4 5 0-16,2 1 0 15,-1-2 0-15,1 0 0 16,-4-3 0-16,6-4 0 16,-1-1 0-16,3-3 0 0,1-7 0 15,4 2 0-15,5-12 0 16,-9 10 0-16,9-10 0 16,0 0 0-16,0 0 0 15,0 0 0-15,0-14 0 0,5 2 0 16,1-1 0-16,4-7 0 15,-1-2 0-15,3-1 0 16,-1-4 0-16,-1 0 0 16,5 2 0-16,-5-2 0 0,-1 2 0 15,-1 3 0-15,0 0 0 16,-4 4 0-16,1 4 0 16,-2 1 0-16,3 3 0 0,-6 10 0 15,2-10 0-15,-2 10 0 16,0 0 0-16,0 0 0 15,0 0 0-15,12 8 0 16,-5 6 0-16,4 4 0 16,-2 1 0-16,6 5 0 0,-2 2 0 15,4 1 0-15,0 1 0 16,-2-3 0-16,0-3 0 16,2 0 0-16,-1-4 0 15,0 2 0-15,0-4 0 0,-2 5 0 16,2-9 0-16,2 12 0 15,8-2-81-15,-8-6-9 16</inkml:trace>
  <inkml:trace contextRef="#ctx0" brushRef="#br5" timeOffset="16581.04">14594 8105 262 0,'0'0'5'0,"0"0"5"0,0 0 1 0,0 0 4 16,0 0 1-16,0 0 2 15,0 0 0-15,0 0 1 16,0 0-4-16,0 0-4 0,5-2-1 16,4 2-3-16,4 0 0 15,8 0 0-15,3 0 0 16,14 0 0-16,4 0-1 16,12 0 0-16,4 0-1 15,11 0 0-15,3 0-2 0,3 0 0 16,4-3-1-16,3 3-1 15,3-1 0-15,-4 1 0 16,2-4 0-16,-1 2-1 0,-8 0 1 16,-2-1-1-16,-8 3 1 15,-7-3-1-15,-11 0 0 16,-9 3 0-16,-12 0 1 16,-4 0-1-16,-7 0 1 0,-7 0 1 15,-7 0-1-15,0 0 1 16,0 0 0-16,0 0 1 15,0 0-1-15,0 0 0 16,0 0 0-16,0 0 0 0,0 0-1 16,0 0-1-16,0 0-2 15,0 0-1-15,-7 0-4 16,7 0-5-16,-14 3-6 16,14-3-19-16,0 0-45 0,-7 10-3 15</inkml:trace>
  <inkml:trace contextRef="#ctx0" brushRef="#br5" timeOffset="16983.89">15854 7974 391 0,'0'0'6'0,"0"0"3"0,0 0 0 15,0 0 1-15,0 0 1 16,0 0 1-16,0 0 1 0,0 0 0 16,7-5-5-16,6 5-3 15,-1 3-1-15,8 1 0 16,-1 1-1-16,4 2-2 16,0-1 1-16,2 1-1 0,-4-2 1 15,2 0-2-15,-3 2 1 16,-5 3 1-16,-6-2-1 15,0 2 2-15,-9 5-3 16,-3-1 0-16,-10 6 0 16,-1 3 0-16,-7-1 0 0,-6-1 0 15,2 4 0-15,-1 0 0 16,0-2 0-16,1-3 0 16,5 0 0-16,6-6 0 15,1 1 0-15,3-7-19 0,1 2-64 16,9-10-2-16</inkml:trace>
  <inkml:trace contextRef="#ctx0" brushRef="#br5" timeOffset="17955.16">14447 8143 195 0,'0'0'8'0,"0"0"4"15,7 0 4-15,-7 0 3 16,0 0 2-16,11 0 3 16,-11 0-1-16,7-3 4 15,-7 3-6-15,0 0-2 0,0 0-4 16,0 0-1-16,4-8-3 15,-4 8-2-15,0 0-1 16,0 0-3-16,0 0 0 16,0 0-2-16,0 0-2 0,0 0 1 15,0 0-1-15,0 0-1 16,-2 11 1-16,-2 1 0 16,-6 2 0-16,-1 3 0 15,-5 11 1-15,-5 2-1 0,-1 7 1 16,-8 0-1-16,-2 8 0 15,-3 2 0-15,-2 0-1 16,-3 0 1-16,3 3-1 16,-5-3 0-16,4 1 0 0,1-2 0 15,3-4 1-15,-2 0 0 16,4-2-1-16,0-3 1 16,2-2-1-16,3-2 1 15,2-4-1-15,3-2 1 0,-1-3-1 16,9-6 0-16,1-1 0 15,1-5 0-15,4-1 0 16,8-11-1-16,-13 12 0 16,13-12 0-16,0 0-2 0,0 0-1 15,0 0-5-15,0 0-7 16,0 0-27-16,0 0-34 16,0-5-4-16</inkml:trace>
  <inkml:trace contextRef="#ctx0" brushRef="#br5" timeOffset="18333.76">13729 8824 426 0,'0'0'3'0,"0"0"0"0,0 0 0 0,0 0 2 16,3 14-1-16,-3-3 1 16,0 6 1-16,0 3-1 0,-8 1-2 15,4 7 0-15,-7-3 0 16,1 2-1-16,-2 0 0 16,-1-7-1-16,1 3 0 15,-3-6 1-15,5-3 0 16,1-1 0-16,-2-3 0 0,11-10 0 15,-10 10 0-15,10-10 1 16,12 5 0-16,6-5 0 16,5 0-1-16,4 0 1 15,10-5-1-15,1 0 0 0,-1-3 0 16,2 1-2-16,-1 0-4 16,-3 4-15-16,1-1-61 15,-13 4-3-15</inkml:trace>
  <inkml:trace contextRef="#ctx0" brushRef="#br5" timeOffset="18667.35">13528 9480 453 0,'0'0'5'0,"0"0"0"0,0 0 0 0,0 0 1 0,-8 0 0 16,8 0 0-16,-16 13 0 16,2-1 1-16,0 5-5 15,-4 4-1-15,1 0 0 16,0 4 0-16,-6-1-1 0,6 0-1 15,-3-3-3-15,2-1-2 16,4-8-5-16,-1 4-8 16,2-15-25-16,-1 3-39 15,14-4-1-15</inkml:trace>
  <inkml:trace contextRef="#ctx0" brushRef="#br5" timeOffset="18852.71">13322 9474 384 0,'0'0'5'15,"0"0"2"-15,0 0-1 16,0 0 3-16,0 0 1 0,10 11 2 16,-1-3 0-16,7 4 1 15,-2 2-4-15,9 4-2 16,4-1 1-16,3 3-3 16,5 0-2-16,2-2-3 0,-5-6-8 15,8-19-67-15,-2 11-6 16</inkml:trace>
  <inkml:trace contextRef="#ctx0" brushRef="#br5" timeOffset="20100.63">16249 8082 404 0,'0'0'5'0,"0"0"3"16,0 0 1-16,0 0 1 15,7 9 1-15,-7-9 0 0,18 14 0 16,-9-4 0-16,4 0-4 16,4 5-3-16,-2-4-2 15,5 6-5-15,-5-9-12 16,-2 9-64-16,1-9-3 15</inkml:trace>
  <inkml:trace contextRef="#ctx0" brushRef="#br5" timeOffset="20301.09">16442 8113 403 0,'0'0'6'0,"0"0"2"16,0 0 2-16,-2 5 1 15,0 7 0-15,2 3 1 16,-5 8 0-16,2 2 0 0,-2 4-6 16,0 3-4-16,0 2-6 15,-5-9-17-15,-12 8-57 16,17-4-4-16</inkml:trace>
  <inkml:trace contextRef="#ctx0" brushRef="#br5" timeOffset="21067.14">14713 6926 360 0,'0'0'8'0,"0"0"3"0,0 0 3 0,-7 0 1 16,7 0 1-16,-11 0 2 0,11 0 0 16,0 0 1-16,-9 0-7 15,9 0-3-15,0 0-3 16,7-3-1-16,8 3-5 15,0 0 0-15,8-1 0 16,2-3 0-16,2 4 0 0,3-2 0 16,-4-1 0-16,2 3 0 15,-10 0 0-15,-2 0 0 16,-4 5 0-16,-12-5 0 16,0 16 0-16,-3-4 0 0,-13 3 0 15,-1-1 0-15,-5 3 0 16,-1 4 0-16,0-6 0 15,4-1 0-15,4 1 0 16,8-5 0-16,2 1 0 0,5-11 0 16,12 11 0-16,10-6 0 15,3-5 0-15,14 3 0 16,1-3-18-16,10-3-67 0,10 1-1 16</inkml:trace>
  <inkml:trace contextRef="#ctx0" brushRef="#br0" timeOffset="27617.35">13622 8541 317 0,'0'0'4'0,"0"0"2"16,0 0 3-16,0 0 2 0,0 0 1 16,0 0 4-16,-3-10 1 15,3 10 1-15,0 0-3 16,0-9-2-16,0 9-3 0,0 0-1 16,0-13-1-16,0 13-3 15,0 0 0-15,0-10-1 16,0 10 0-16,0 0-1 15,14-12-1-15,-14 12 0 0,9-11 0 16,-9 11-1-16,16-12 1 16,-7 5-1-16,-9 7 0 15,15-14-1-15,-5 8 1 16,0-1-1-16,-1 2 1 16,0 0-1-16,3-2 1 0,-3-1-1 15,2 3 0-15,-1-2 1 16,2 2-1-16,-2-1 1 15,2 2-1-15,-2 0 1 0,3 0-1 16,-1-3 1-16,-4 4-1 16,6-1 0-16,-2-2 1 15,2 5-1-15,-2-5 1 16,1 6-1-16,-1-5 0 0,2 3 1 16,1-2-1-16,-3 4 0 15,1-4 0-15,2 2 0 16,-1 2 0-16,2-2 0 15,-3 2 0-15,1 0 0 0,-4 0 0 16,3 0 0-16,-4 0 0 16,1 2 0-16,1 0 0 15,0 1 0-15,3-2 0 16,-7 3 1-16,7 1-1 16,-3-3 0-16,1 1 0 0,0 1 0 15,1-1 1-15,-3 0-1 16,-1 1 0-16,-1 2 0 15,2-2 0-15,2 1 0 0,-12-5 0 16,16 13 0-16,-16-13 0 16,16 15 0-16,-16-15 0 15,16 15 2-15,-7-8-2 16,2 0 0-16,-1 4 0 0,-1-3 0 16,-1 3 0-16,4-1 0 15,-4 0 0-15,1-3 0 16,0 3 0-16,-2 3 0 15,0-3 0-15,-2-1 0 0,3 1 0 16,-3 0-2-16,-5-10 1 16,9 21 0-16,-4-12 1 15,-5-9 0-15,7 15 0 16,-1-5 0-16,-1-3 1 16,-3 4-1-16,3-4 0 0,0 3 0 15,-3-1 1-15,1-2-1 16,-1 4 0-16,2-4 0 15,-2 6 2-15,-2-4-2 0,0 1 0 16,0 1 0-16,0-3 0 16,0 3 0-16,0-1 0 15,0 0 0-15,-2-3 0 16,-2 3 0-16,-1 0 0 0,3 0 0 16,-3-3 0-16,-2 4 0 15,2-2 0-15,-3-1 0 16,3 1 0-16,-2 2 0 0,0-2 0 15,0 1 0 1,-2 0 0-16,0 0 0 0,-1 1 0 16,-1-3 0-16,-1 3 0 15,5-1 0-15,-6-3 0 16,1 3 0-16,3-2 0 0,-4 2 0 16,1-3 0-16,-2-2 0 15,5 2 0-15,-1-2 0 16,0 2 0-16,-2-4 0 15,4 4 0-15,8-7 0 0,-15 6 0 16,15-6 0-16,-14 4 0 16,14-4 0-16,-11 5 0 15,11-5 0-15,-12 3 0 16,12-3 0-16,0 0 0 16,-7 4 0-16,7-4 0 0,0 0 0 15,0 0-2-15,0 0-7 16,0 0-9-16,-3-25-41 15,3 25-24-15,0 0-3 0</inkml:trace>
  <inkml:trace contextRef="#ctx0" brushRef="#br0" timeOffset="28400.75">14194 8851 418 0,'0'0'5'0,"0"0"3"0,0 0 0 0,0 0 2 16,0 0 0-16,0 7-1 15,0-7 1-15,-3 13 0 16,1-3-4-16,0 0-3 0,-6 5-2 16,3-1 1-16,-3 6-1 15,0-3 0-15,0 2 0 16,-3 2 0-16,-1-4 0 16,1-5 0-16,-1 4 0 0,0-4 0 15,-1 1 0-15,4-6-1 16,-1 0 2-16,2-1-2 15,8-6 0-15,-15 7 0 0,15-7 0 16,0 0 0-16,0 0 0 16,0 0 0-16,0 0 0 15,0 0 0-15,0 0 0 16,0 0 0-16,0 0 0 0,0 0 0 16,0 0 0-16,0 0 0 15,0 0 0-15,0 0 0 16,0 0 0-16,0 0 0 15,10 2 0-15,-10-2 0 16,15 0 0-16,-7 0 0 0,1 0 0 16,4 0 0-16,1 0 0 15,2 0 0-15,-1-2 0 16,5 2 0-16,-3 0 0 16,0-3 0-16,0 3 0 0,1 0 0 15,0 0 0-15,-4-3 0 16,-2 3 0-16,1 0 0 15,-5 0 0-15,-8 0 0 16,13 0 0-16,-13 0 0 0,0 0 0 16,0 0 0-16,0 0 0 15,0 0 0-15,0 0 0 16,0 0 0-16,0 0 0 0,0 6 0 16,0-6 0-16,0 0 0 15,0 0 0-15,0 0 0 16,0 0 0-16,0 0 0 15,-6 7 0-15,6-7 0 0,0 0-19 16,-12 0-63-16,12 0-3 16</inkml:trace>
  <inkml:trace contextRef="#ctx0" brushRef="#br6" timeOffset="35967.09">15384 4813 251 0,'0'0'7'0,"0"0"6"16,0 0 2-16,-13-7 4 16,13 7 2-16,-9-5 1 0,9 5 2 15,-12-5 1-15,1 0-6 16,11 5-6-16,-12-3-2 16,12 3-3-16,-11 0-2 0,11 0-1 15,0 0-2-15,18 10 0 16,5-10-1-16,9 0 0 15,8 0 0-15,7 0 1 16,7-5-1-16,6-2-1 16,2 2 0-16,-2-3 0 0,-3 6 0 15,-5-1 1-15,-5 1-1 16,-4 2 0-16,-8 0 0 16,-8 0 0-16,-4 2 1 15,-9 1 0-15,-2 2 0 0,-12-5-1 16,0 0 1-16,0 0 0 15,-12 10 0-15,-6-8-1 16,-6 1 1-16,-3 2-1 0,-10-3 0 16,-4 3 0-16,-1 1-1 15,-5-2 0-15,3 0 0 16,-9 2 1-16,9 1-2 16,-4-2 1-16,6 2 0 0,3-1 0 15,5 1-1-15,10-2 1 16,4 0-1-16,8 0 0 15,12-5 0-15,0 0 1 16,0 10-1-16,12-8 1 16,11-2-1-16,4 0 1 0,8 0 1 15,7-2-1-15,6 0 1 16,-3-1-1-16,6-2-1 16,2 5-7-16,-4-3-21 15,-1 3-53-15,-7 0-2 0</inkml:trace>
  <inkml:trace contextRef="#ctx0" brushRef="#br6" timeOffset="38651">16564 8071 19 0,'0'0'5'0,"0"0"2"15,0 0 3-15,0 0 1 16,0 0 5-16,0 0 1 16,0 0 2-16,0 0 0 15,0 0-4-15,0 0-3 0,0 0-3 16,0 0-3-16,0 0-2 15,0 0-3-15,0 0-1 16,0 0 0-16,0 0 1 0,0 0 4 16,0 0 4-16,0 0 3 15,0 0 1-15,10 0 1 16,-10 0 1-16,18 0-2 16,-6 0 0-16,3 0-4 0,2 0-3 15,6 0-3-15,-1 0-1 16,6-3 0-16,4 3-1 15,3 0-1-15,-1 0 1 16,6 0-1-16,3 3-1 0,1 0 1 16,6-2-1-16,-3-1-2 15,0 0 0-15,2 0 0 16,-1 0-1-16,-1 0 0 16,-2-4 1-16,-6-1 1 15,-4 0 0-15,-3 0 2 0,-7-2 0 16,-2 4 2-16,-9-2 2 15,0 2 4-15,-14 3 0 16,12-5-1-16,-12 5 2 16,0 0-3-16,0 0 0 0,0 0-3 15,0 0-3-15,0 0-3 16,0 0-2-16,0 0-2 16,0 0-2-16,0 0 1 0,0 0-2 15,0 0 1-15,-5-2-1 16,5 2 1-16,0 0-1 15,0 0-1-15,0 0-2 16,0 0-6-16,0 0-15 0,-10 0-19 16,10 0-5-16</inkml:trace>
  <inkml:trace contextRef="#ctx0" brushRef="#br6" timeOffset="39334.33">17347 7910 245 0,'0'0'7'0,"0"0"3"0,0 0 2 15,0 0 4-15,0 0 1 16,0 0 0-16,0 0-1 16,-8 0-1-16,8 0-5 15,0 0-4-15,0 0 0 0,0 0 1 16,10 8-3-16,3-2 1 16,-1-1 1-16,6 2 2 15,4-1 0-15,0 1 0 16,3 1-3-16,-2-4-1 0,2 2 0 15,-4-4-2-15,0 3 0 16,-7-3-1-16,-1 1 0 16,-1-1 0-16,-4 3 0 0,-8-5 0 15,8 11 0-15,-8-11 1 16,0 14 1-16,-5-1-1 16,-3-1 1-16,-2 1 0 15,-4 4-1-15,-2-1 0 0,-4 5 0 16,1-4 0-16,1-2-1 15,-1 1 0-15,3 1 0 16,2-6 0-16,1-1 0 16,3-2-1-16,10-8 0 0,-13 14 0 15,13-14 1-15,-7 11-2 16,7-11-3-16,-3 10-4 16,3-10-8-16,0 0-26 15,5 7-36-15,-5-7-4 16</inkml:trace>
  <inkml:trace contextRef="#ctx0" brushRef="#br6" timeOffset="40605.89">17774 7918 269 0,'0'0'8'0,"0"0"3"0,0 0 5 16,0 0 3-16,0 0 0 16,0 0 4-16,0 0 0 0,0 0-1 15,-10-7-5-15,10 7-5 16,0 0-4-16,0 0-3 16,0 0-1-16,0 0-2 15,10 0 0-15,3 0 0 0,-1 0 0 16,6 0-1-16,1 0 1 15,4 0 0-15,-1 0 0 16,-2-1-1-16,-3-2-1 16,1 3 2-16,-1-3-1 0,-5 2 0 15,-1 1 0-15,-11 0 0 16,9-3-2-16,-9 3 2 16,0 0 0-16,0 0 0 15,0 0 0-15,0 4 0 0,0-4 0 16,-7 10 0-16,7-10 1 15,-15 18-1-15,5-8 0 16,1 2 0-16,-7 1-1 16,6-4 0-16,-4 3 1 15,1-1-1-15,-1-2 0 0,1 1 1 16,-2 0-1-16,2 0 0 16,0 1 1-16,1-4-1 15,2 0 0-15,10-7 0 16,-14 12 1-16,14-12-1 0,-13 13 0 15,13-13 0-15,-10 11 1 16,10-11-1-16,0 0 0 16,-7 6 0-16,7-6 0 0,0 0 0 15,0 0 0-15,0 0 1 16,0 0-1-16,0 0 0 16,0 0-1-16,0 0 1 15,0 0 0-15,0 0-1 0,0 0 1 16,0 0-1-16,0 0 0 15,0 0 1-15,0 0-1 16,0 0 1-16,0 0 0 0,0 0 0 16,0 0 0-16,0 0-1 15,0 0 1-15,0 0-1 16,0 0 1-16,0 0 0 16,-2 10-1-16,2-10 1 15,0 0 0-15,0 0 0 16,9 7 1-16,-9-7-1 0,15 3 0 15,-2-3 0-15,-1 3 0 16,7-3 0-16,2 0 0 16,1 0 0-16,3 0 1 0,2 0 0 15,1 0 0-15,-1 0 0 16,1-3 1-16,-7 3 0 16,2 0 0-16,-5 0 0 15,-6 0 1-15,-2 0-1 0,-10 0 1 16,10-3 0-16,-10 3-3 15,0 0 0-15,0 0 0 16,0 0 0-16,0 0 0 16,0 0 0-16,0 0 0 0,0 0 0 15,0 0 0-15,-5 0 0 16,5 0 0-16,0 0 0 16,-15 0 0-16,15 0 0 15,-11 0-3-15,11 0-24 16,0 0-56-16,-1 10-4 0</inkml:trace>
  <inkml:trace contextRef="#ctx0" brushRef="#br6" timeOffset="41868.18">14635 8318 222 0,'0'0'8'0,"0"0"3"0,0 0 3 16,0 0 3-16,0-10 3 15,0 10-1-15,0 0 2 16,0 0-2-16,0 0-5 16,0 0-5-16,0 0-2 0,0 13-2 15,0-2-3-15,7 7-2 16,-5 2 1-16,3 5 0 16,0 5-1-16,-1 2 0 15,4 3-1-15,0 4 1 0,1 4-1 16,-1-4 2-16,-4 3-2 15,5-2 1-15,-7 0 1 16,0-6 0-16,1-2 0 16,-1 0-1-16,-2-4 1 0,3-1-1 15,-3-5 1-15,0 3-1 16,0-5 0-16,0 0 0 16,0-1 0-16,0-1 0 15,0-6-1-15,0 3 1 0,0-5-1 16,0-2 1-16,0-8 0 15,0 12-1-15,0-12 1 16,1 7-1-16,-1-7 1 16,0 0-1-16,0 0 1 0,0 0-1 15,3 11 1-15,-3-11-1 16,0 0 1-16,0 0 0 16,0 0 0-16,0 0 0 15,0 0-1-15,5 7-4 0,-5-7-3 16,0 0-10-16,0 0-13 15,0 0-37-15,0 0-5 16</inkml:trace>
  <inkml:trace contextRef="#ctx0" brushRef="#br6" timeOffset="42533.92">14571 9047 326 0,'0'0'6'16,"0"0"3"-16,0 0 2 15,0 0 2-15,0 0-1 0,0 0 1 16,0-10-1-16,0 10 0 16,0 0-5-16,5 5-3 15,-5-5-3-15,11 15 0 16,-4-5 0-16,2-1 0 15,0 6 0-15,3 0-2 0,-1 0 1 16,0 0 1-16,-3 0-2 16,1-3 1-16,2 3 0 15,-4-5 0-15,0-3 0 16,-7-7 0-16,10 12 0 0,-10-12 1 16,0 0-1-16,0 0 1 15,10 8 0-15,-10-8 1 0,0 0 0 16,12-8 1-16,-12 8 1 15,14-16 1-15,-2 0 1 16,-3-2 0-16,4 4 0 16,-1-5 1-16,0-1 0 0,4-3 0 15,-4 5-1-15,1 4 0 16,-1-3-1-16,-3 4-1 16,0 4-1-16,-9 9-3 15,12-13 0-15,-12 13 0 16,0 0 0-16,0 0 0 15,0 0 0-15,0 0 0 0,0 0 0 16,0 0-13-16,0 0-11 16,0 0-58-16,0 0-4 15</inkml:trace>
  <inkml:trace contextRef="#ctx0" brushRef="#br6" timeOffset="43134.21">14612 9399 370 0,'0'0'7'0,"0"0"3"15,0 0 0-15,0 0 0 0,0 0 0 16,0 0 0-16,0 0 1 16,7 2-1-16,-7-2-6 15,10 12-3-15,-10-12 0 16,15 18-1-16,-5-9 1 0,2 1 0 16,5 0 0-16,-5-2 0 15,1-2-1-15,2 0 1 16,-4-1-1-16,1 0-5 15,-3-2-7-15,2-1-26 0,1 3-38 16,-12-5-5-16</inkml:trace>
  <inkml:trace contextRef="#ctx0" brushRef="#br6" timeOffset="43384.18">14803 9403 385 0,'0'0'2'0,"0"0"0"0,0 0 1 15,0 8 1-15,0 2 1 16,-3 1 0-16,1 6 1 16,-4 2 1-16,-1 3-1 0,2 3-2 15,-4 0 0-15,-4-1-1 16,3 1 0-16,0-1-2 15,0-4-3-15,2 1-12 0,1 3-59 16,0-9-1-16</inkml:trace>
  <inkml:trace contextRef="#ctx0" brushRef="#br6" timeOffset="45453.13">13541 8472 67 0,'0'0'10'0,"0"0"8"16,0 4 5-16,0-4 3 16,0 0 4-16,0 0 2 15,0 11 2-15,0-11-1 16,0 0-8-16,0 0-6 0,0 0-2 16,0 0-3-16,0 0-3 15,0 0-1-15,4 0-2 16,-4 0 0-16,8-5-2 0,-8 5-1 15,17-14-1-15,-7 6 0 16,5-2-2-16,-3 0 1 16,6 0 0-16,-1 0-1 15,3-3 1-15,0 3-1 16,0 1 1-16,-2-1-1 16,3 2 0-16,0 1 0 0,-4 0 0 15,3 0-1-15,2 1 0 16,1-1 1-16,1-1-2 15,-1 1 1-15,2 2 0 0,4 0 1 16,-4 0-2-16,3 0 1 16,-6 1-1-16,3 0 1 15,-3 2 0-15,-2 2-1 0,-1-3 1 16,0 3 0-16,-3 0-1 16,0 3 0-16,1-1 1 15,0 4-1-15,-5-4 1 16,4 3-1-16,1 0 0 0,-4 2 0 15,-1-1 1-15,1 2-1 16,-1-2 1-16,-3 5-1 16,0-4 1-16,0 3-1 15,1-1 1-15,-3-2 0 0,1 4 0 16,-1-1 0-16,1 2-1 16,-4-2 1-16,1 2 0 15,-1 1-1-15,1 1 0 16,-3 1 0-16,3-2 0 15,-3 7-1-15,1-6 1 0,-1 1 0 16,-2 0 0-16,5 3-1 16,-5-6 2-16,2 1 0 15,-2 1-1-15,0-3 0 0,0 0 0 16,0 3 0-16,0-3 1 16,0 1-1-16,-2 1 0 15,-1-1 0-15,1 1 1 16,0 2-1-16,-1-3 0 0,1 2 1 15,2 2-1-15,-3-1 0 16,1-1 0-16,0 3 1 16,-3 3-1-16,-4-2 1 15,5 2-1-15,-4-3 1 16,-1 2 0-16,-2-1-1 0,2 0 1 16,-1-4 0-16,-3 4-1 15,3-6 1-15,-3 2 0 16,1-1-1-16,3-1 1 15,-7 1 0-15,4-3-1 0,3 0 1 16,-4-2 0-16,1 1 0 16,-1-1-1-16,3-1 1 15,0-2-1-15,0 0 0 16,10-5-4-16,-12 5-3 0,12-5-11 16,0 0-12-16,0 0-48 15,0 0-2-15</inkml:trace>
  <inkml:trace contextRef="#ctx0" brushRef="#br6" timeOffset="46084.02">14137 8838 335 0,'0'0'6'0,"0"0"4"16,0 0 2-16,0 0 4 15,0 0 1-15,0 0-1 16,0 0 1-16,0 0-1 15,0 0-5-15,0 0-3 16,-3 8-3-16,1 4-3 0,-3 6-1 16,3 2 1-16,-7 2 0 15,-1 5-1-15,1-4 1 16,-4 2-1-16,3-4 1 0,-2-1-1 16,-1 0 1-16,1-5-1 15,0-3 0-15,2-2 0 16,10-10-1-16,-10 13 0 15,10-13 0-15,0 0 1 0,-9 7-2 16,9-7 1-16,0 0 0 16,0 0 0-16,0 0 1 15,9 2-1-15,1-2 1 0,0 0 0 16,5 0 0-16,3 0 0 16,3 0 0-16,-1-2-1 15,6 2 0-15,-5 0 0 16,2 0 0-16,-1 0 1 15,-1 0-1-15,-7 0 0 0,2 2 0 16,-7 1 0-16,-2-1 0 16,-7-2 0-16,10 3 1 15,-10-3-1-15,0 0 1 16,0 0-1-16,0 0 0 16,0 0-4-16,6 7-10 0,-6-7-65 15,0 10-5-15</inkml:trace>
  <inkml:trace contextRef="#ctx0" brushRef="#br6" timeOffset="48117.82">17376 8435 224 0,'0'0'5'0,"0"0"2"0,-5 8 1 0,5-8 2 16,0 0 5-16,-2 11 3 0,2-11 2 16,13 8 1-16,6-6-4 15,9-2-2-15,14 0 2 16,8 0-2-16,7-2-5 16,10 0-2-16,0-4-2 0,6-1 0 15,-4 0-2-15,-2-1-1 16,-6 1 0-16,-10 0-1 0,-4 2 2 15,-15-1-2-15,-7 4 1 16,-7 0 0-16,-18 2 0 16,0 0 0-16,-6 2 0 15,-13 6-1-15,-11-1 1 0,-6-1-2 16,-8 5-1-16,-5-1 0 16,-6 0 0-16,-5 1 0 15,1-3 0-15,-1 3-2 16,5-1 1-16,4-3-1 15,8 3 0-15,8-2-1 16,10-4 0-16,11-1 1 0,14-3 0 16,4 5 1-16,19-5 0 15,14 0 1-15,7 0 0 16,11 0 2-16,10-5 0 16,4 0 0-16,4 0 1 0,1-2-1 15,-7 4-3-15,-12-7-5 16,-8 8-8-16,-14 2-60 15,-19 0-3-15</inkml:trace>
  <inkml:trace contextRef="#ctx0" brushRef="#br6" timeOffset="51167.35">13590 9232 157 0,'0'0'9'0,"0"0"3"16,0 0 4 0,0 0 3-16,0 0 2 0,0 0 4 15,0 0 0-15,-5-7-1 16,5 7-8-16,0 0-4 0,0 0-3 15,-7 7-3-15,7-7-3 16,-10 19-3-16,2-5 0 16,1-3-1-16,-5 10 3 15,1-4-2-15,1 1 1 16,-2-1-1-16,2 0 0 16,-2-4 1-16,4-4-1 0,-2 2 0 15,10-11-1-15,-10 14 1 16,10-14 0-16,0 0-1 15,-7 11 0-15,7-11-3 0,0 0-1 16,0 0-4-16,0 0-6 16,0-8-21-16,0 8-30 15,12-10-5-15</inkml:trace>
  <inkml:trace contextRef="#ctx0" brushRef="#br6" timeOffset="51718.99">13458 9250 290 0,'0'0'8'0,"0"0"1"0,0 0 5 15,0 0 1-15,-5-10 0 16,5 10-1-16,0 0 0 0,0 0 1 16,0 0-7-16,0 0-3 15,0 11-3-15,0 0-2 16,0 3-1-16,3 2 2 0,-1 1 0 16,1-2 0-16,-3-1-1 15,2 2 1-15,0-4 0 16,-2 1-1-16,0-6 1 15,0-7 0-15,0 13-1 0,0-13 1 16,0 9-1-16,0-9 0 16,0 0 1-16,0 0-1 15,0 0 0-15,0 0 1 16,0 0 0-16,9 0 0 16,-9 0-1-16,14-5 1 0,-2 1 1 15,1-2-2-15,2 1 1 16,2 0-1-16,1-2 1 15,-1 2-1-15,1 0 1 0,-4 1 0 16,2-2 0-16,-7 4 0 16,-9 2 0-16,12-3 1 15,-12 3 0-15,0 0 0 16,0 0 1-16,0 0-1 16,0 0 0-16,0 0-3 0,0 0-7 15,0 0-19-15,-9 3-48 16,9-3-2-16</inkml:trace>
  <inkml:trace contextRef="#ctx0" brushRef="#br6" timeOffset="52384.12">13543 9215 231 0,'0'0'5'0,"0"0"3"0,0 0 0 0,12-15 0 0,-12 15 1 16,11-9 1-16,-11 9 1 15,12-17 1-15,-12 17-5 16,7-17-1-16,-2 9 1 16,-5 8-2-16,5-13 0 0,-5 13-1 15,3-10-1-15,-3 10-2 16,0 0-4-16,0 0-3 15,0 0-9-15,0 0-24 16,2 10-27-16,-2-10-3 0</inkml:trace>
  <inkml:trace contextRef="#ctx0" brushRef="#br6" timeOffset="58417.23">13297 4813 186 0,'0'0'7'0,"0"0"4"16,0 0 4-16,-20-7 0 0,20 7 4 15,-12-8-1-15,12 8 1 16,-16-7 0-16,16 7-7 16,-7-3-4-16,7 3-4 0,0 0-1 15,5 3-2-15,10 4-1 16,2-2-1-16,11 1 2 16,6-2 0-16,13-1 0 15,6-2 0-15,10-1 0 0,8 0 1 16,3-4-1-16,18 0 0 15,0-4 1-15,8 3-2 16,2-3 1-16,9 1-1 16,6-3-2-16,0 2-1 15,10-2 0-15,-5 4-2 0,2-5 0 16,2 1 0-16,7-5-2 16,-15 8 1-16,-2-3 2 15,0 0 1-15,-12 0-2 16,-8-3 0-16,0 5 0 0,-22-3 1 15,-7 4 1-15,-15-3 0 16,-7 5-2-16,-16-4-3 16,-6 5-7-16,-23 4-23 0,10-2-22 15,-10 2-4-15</inkml:trace>
  <inkml:trace contextRef="#ctx0" brushRef="#br6" timeOffset="58850.71">13662 4842 173 0,'0'0'6'0,"12"-2"2"0,1 2 3 15,22-2 2-15,9-1 0 0,21-2 2 16,12 1-1-16,30-2 1 16,10-1-5-16,21 0-3 15,12-3-2-15,14 0-2 0,2-5 1 16,0 7-2 0,4-4-1-16,-6 4-1 0,-2-6-11 15,-16 1-35-15,-12 13-18 16</inkml:trace>
  <inkml:trace contextRef="#ctx0" brushRef="#br6" timeOffset="66283.83">18348 8049 351 0,'0'0'7'0,"0"0"4"0,0 0 1 16,0 0 2-16,0 0 0 15,12-6 0-15,-12 6 1 16,0 0-2-16,0 0-5 15,16 0-3-15,-16 0-3 16,12 0-7-16,-2 0-12 0,5-7-48 16,3 7-13-16</inkml:trace>
  <inkml:trace contextRef="#ctx0" brushRef="#br6" timeOffset="66450.63">18652 8016 341 0,'0'0'7'0,"0"0"2"16,0 0 0-16,0 0 1 15,0 0 1-15,0 0-2 0,7-5-5 16,-7 5-10-16,12-7-55 16,1 4-13-16</inkml:trace>
  <inkml:trace contextRef="#ctx0" brushRef="#br6" timeOffset="66600.57">18895 7976 371 0,'0'0'3'0,"0"0"1"16,0 0-1-16,0 0 1 15,5-4-3-15,-5 4-10 16,14 4-40-16,0-4-20 0</inkml:trace>
  <inkml:trace contextRef="#ctx0" brushRef="#br6" timeOffset="66784.53">19156 7949 386 0,'0'0'6'16,"0"0"0"-16,0 0 1 0,0 0 0 15,0 0-1-15,0-5-1 16,0 5-9-16,0 0-39 16,13 0-31-16,-1 0-5 15</inkml:trace>
  <inkml:trace contextRef="#ctx0" brushRef="#br6" timeOffset="66934.08">19390 7932 434 0,'0'0'4'0,"0"0"0"16,0 0 0-16,0-4-1 15,0 4 0-15,0 0-7 0,12-9-33 16,-3 8-38-16,4-3-5 16</inkml:trace>
  <inkml:trace contextRef="#ctx0" brushRef="#br6" timeOffset="67101.29">19795 7907 391 0,'0'0'5'0,"0"0"0"16,0 0 0-16,-6-4 0 15,6 4-8-15,0 0-28 0,0 0-39 16,0-13-2-16</inkml:trace>
  <inkml:trace contextRef="#ctx0" brushRef="#br6" timeOffset="67251.11">20003 7880 460 0,'0'0'2'16,"0"0"-2"-16,0 0-3 15,0 0-11-15,-2-8-63 16,2 8-2-16</inkml:trace>
  <inkml:trace contextRef="#ctx0" brushRef="#br6" timeOffset="68500.57">20029 7806 441 0,'0'0'5'0,"0"0"1"16,0 0 1-16,0-15 2 16,0 15 0-16,-4-8 0 0,4 8 1 15,-12-7 0-15,0 7-5 16,1 7-5-16,2 3 0 16,-1 7 0-16,2-2 0 15,3 5 0-15,5-2 0 16,5 1 0-16,6-4 0 15,5-1 0-15,7-6 0 16,5-3 0-16,-1-5 0 16,0 0 0-16,1-6 0 0,-7-5 0 15,0-3 0-15,-7-1 0 16,-4-3 0-16,-7 1 0 16,-3-2 0-16,-10 1 0 15,-5 3 0-15,-3 0 0 0,-6 10 0 16,-3 2 0-16,-1 3 0 15,1 6 0-15,-1 3 0 16,3 8 0-16,6-1 0 0,1 3 0 16,11 1 0-16,2-3 0 15,5 1 0-15,10-1 0 16,4-2 0-16,7-5 0 16,6 0 0-16,1-8 0 15,4 1 0-15,-2-3 0 0,-1-8 0 16,1-2 0-16,-5-5 0 15,-8 1 0-15,-4-6 0 16,-8 0 0-16,-3 1 0 16,-4-2 0-16,-11 7 0 0,-7-1 0 15,-4 7 0-15,-9 6 0 16,4 2 0-16,-1 10 0 16,0 2 0-16,5 3 0 0,5 2 0 15,10 1 0-15,8-6 0 16,4-2 0-16,11-3 0 15,9-3 0-15,5-4 0 16,4 0 0-16,5-1 0 0,-4-6 0 16,1-6 0-16,-6 1 0 15,-7-3 0-15,-9 1 0 16,-4 0 0-16,-10 0 0 16,-12 4 0-16,-5 5 0 15,-4 2 0-15,-1 3 0 0,-3 5 0 16,8 3 0-16,3 7 0 15,3-5 0-15,14 2-81 16,6 3-10-16</inkml:trace>
  <inkml:trace contextRef="#ctx0" brushRef="#br6" timeOffset="69800.74">20167 7880 325 0,'0'0'5'15,"0"0"2"-15,0 0 3 0,0 0 2 16,5-8 2-16,-5 8 2 15,15-4 1-15,-3 1 0 16,3 3-5-16,3-2-1 0,4 2-3 16,6-3-1-16,2 3-2 15,2 0-1-15,2 0-1 16,8-3-1-16,-2 1 1 16,7 0-1-16,4-1-1 15,2-2 1-15,2 1-1 0,7-5 0 16,1 5 0-16,1-6 0 15,3 5 0-15,3-5 0 16,0 3-1-16,6-1 1 16,-1 3-1-16,-3-2 0 0,1 5 1 15,-6-4-1-15,-1 1 0 16,-6 0 0-16,-10 3 1 16,-5-3-1-16,-11 3 0 15,-9 0 1-15,-5-2-1 0,-3 4 0 16,-7 0 0-16,-10 0 0 15,11-2 0-15,-11 2 0 16,0 0 0-16,0 0 0 0,0 0 0 16,0 0 0-16,0 0 0 15,0 0 0-15,0 0 0 16,0 0 0-16,0 0 1 16,0 0 0-16,0 0 0 15,0 0 0-15,0 0 0 0,0 0 1 16,0 0-1-16,0 0 0 15,0 0 0-15,0 0-2 16,0 0-1-16,0 0-2 16,-8 0-2-16,8 0-9 0,0 0-9 15,-10 0-59-15,10 0-2 16</inkml:trace>
  <inkml:trace contextRef="#ctx0" brushRef="#br6" timeOffset="70236.13">21646 7607 418 0,'0'0'6'0,"0"0"3"16,-10-7 1-16,10 7 1 15,0 0 1-15,-13-5 0 0,13 5 0 16,0 0 0-16,0 0-5 15,0 0-5-15,-7 5-2 16,7-5 0-16,9 15 0 16,7-2 0-16,-2-5 0 15,6 5 0-15,5-3 0 0,3 3 0 16,2-3 0-16,0 0 0 16,-4-3 0-16,1 3 0 0,-6-3 0 15,-3 1 0-15,-6 1 0 16,-8 1 0-16,-4 3 0 15,-2 2 0-15,-10 0 0 16,-8 5 0-16,-3-1 0 16,-7 1 0-16,-2 5 0 15,-3-2 0-15,3-5 0 16,2 0 0-16,5 0 0 16,4-6 0-16,0 1 0 15,12-1 0-15,9-12 0 0,-6 13 0 16,6-13 0-16,0 0-73 15,10 7-18-15</inkml:trace>
  <inkml:trace contextRef="#ctx0" brushRef="#br6" timeOffset="71069.08">21648 8239 407 0,'0'0'7'0,"0"0"4"0,0 0 2 16,-14 0 2-16,14 0 0 15,-11 0 1-15,11 0 0 16,0 0-5-16,-10 0-11 0,10 0 0 15,15 0 0-15,3 0 0 16,7 0 0-16,2 0 0 16,8 0 0-16,4-2 0 0,6 2 0 15,0 0 0-15,-1-3 0 16,-1 1 0-16,-9 2 0 16,-4-3 0-16,-5 3 0 15,-5 0 0-15,-10 0 0 0,-10 0 0 16,0 0 0-16,7 8 0 15,-7-8 0-15,-12 17 0 16,2-2 0-16,-7-1 0 16,-1 4 0-16,-7-1 0 15,0 6 0-15,-1-4 0 0,-7-1 0 16,4-1 0-16,-5 3 0 16,10-5 0-16,2-1 0 15,6-1 0-15,2-2 0 0,7-5 0 16,7-6 0-16,0 13 0 15,7-8 0-15,5-5 0 16,8 2 0-16,3-2 0 16,6 0 0-16,5-2 0 0,7-1 0 15,4-2 0-15,-1 0 0 16,4-2 0-16,-2 3 0 16,-4-2 0-16,-1 1 0 15,-4 2 0-15,-12 0 0 0,-2 3 0 16,-11-1 0-16,-3 1 0 15,-9 0 0-15,0 0 0 16,0 0 0-16,0 0 0 0,0 0 0 16,0 0 0-16,0 0 0 15,0 0 0-15,-7 1 0 16,7-1 0-16,-10 6 0 16,10-6-53-16,-13-3-40 15</inkml:trace>
  <inkml:trace contextRef="#ctx0" brushRef="#br6" timeOffset="73117.05">20080 7939 356 0,'0'0'9'0,"0"0"1"0,0 0 4 0,-5-15 3 15,5 15 1-15,0 0 1 16,0-13 0-16,0 13 1 15,0 0-8-15,0 0-3 16,-5 13-1-16,5 12-8 0,0 2 0 16,3 10 0-16,-1 11 0 15,4 6 0-15,3 7 0 16,4 5 0-16,-1 3 0 16,3-2 0-16,-5 2 0 0,5-4 0 15,-5-1 0-15,-3-2 0 16,-2-5 0-16,-3-1 0 15,1-6 0-15,-3-2 0 16,0-6 0-16,-3-5 0 16,3-5 0-16,-5-10 0 0,5-3 0 15,-2-6 0-15,2-13 0 16,-2 10 0-16,2-10 0 16,0 0 0-16,0 0 0 15,0-5 0-15,0 5 0 0,0-12 0 16,-3 2-9-16,3 10-77 15,0-17-1-15</inkml:trace>
  <inkml:trace contextRef="#ctx0" brushRef="#br6" timeOffset="73634.17">19928 8976 463 0,'0'0'5'0,"0"0"1"16,0 0 2-16,0 0 0 0,0 0-1 15,0 0 1-15,0 0-2 16,0 0-6-16,13 9 0 15,-1 3 0-15,0 3 0 16,1 5 0-16,2 2 0 16,3 3 0-16,-2 0 0 0,5-1 0 15,-6-1 0-15,2 0 0 16,-2-6 0-16,0-3 0 16,-2-1 0-16,-4-6 0 15,1-2 0-15,-10-5 0 0,16 2 0 16,-16-2 0-16,9-4 0 15,-6-6 0-15,1-3 0 16,4-4 0-16,-1-8 0 16,3 0 0-16,2-2 0 0,4-3 0 15,-3 0 0-15,4 1 0 16,-3 7 0-16,-1-2 0 16,-3 11 0-16,-3-3 0 15,-2 9 0-15,-5 7 0 0,0 0 0 16,0 0 0-16,13 0 0 15,-13 0-3-15,2 5-85 16,1 5-2-16</inkml:trace>
  <inkml:trace contextRef="#ctx0" brushRef="#br6" timeOffset="74068.25">20057 9540 460 0,'0'0'5'16,"0"0"1"-16,0 0 2 0,0 0 0 15,0 0 1-15,0 0 1 16,9 0-5-16,0 0-5 16,6 10 0-16,2-3 0 15,1 5 0-15,1 6 0 0,4-1 0 16,-3 3 0-16,2 0 0 15,-7-1 0-15,1-1 0 16,-2-3 0-16,-2 0 0 16,-5-5 0-16,-7-10 0 15,14 11 0-15,-14-11 0 0,0 0 0 16,0 0-83-16,2-8-5 16</inkml:trace>
  <inkml:trace contextRef="#ctx0" brushRef="#br6" timeOffset="74267.13">20331 9537 485 0,'0'0'3'0,"0"0"2"0,0 10 2 16,-3 5-1-16,-1 5-1 16,-4 7-5-16,-5 5 0 15,1 8 0-15,-6 3 0 16,2 1 0-16,-5-2 0 15,2 5 0-15,1-8 0 0,1 1 0 16,-5-13-19-16,6 0-67 16,2-10-4-16</inkml:trace>
  <inkml:trace contextRef="#ctx0" brushRef="#br6" timeOffset="75001.09">20050 7897 301 0,'0'0'8'0,"0"0"5"16,0 0 1-16,5-11 0 0,-5 11 2 15,0 0 3-15,0 0-3 16,0 7 2-16,-7 4-8 16,-5 7-3-16,-9 2-3 15,-1 7 1-15,-6 3-1 16,-6 7 0-16,-6 2-1 16,1 6 1-16,-11 7-1 0,-3 2 0 15,-3 3 0-15,-4 3-2 16,-8 2 0-16,4 1 0 15,-1-2-1-15,-4 1 1 0,5 0-1 16,-1-3 1-16,5-2-2 16,5-2 2-16,1-3 0 15,4-8 0-15,3-4 0 0,5-6 0 16,7-6 0-16,5-3-1 16,5-9 0-16,5-3-1 15,11-5-5-15,-1-5-2 16,10-3-5-16,0 0-13 0,-13-6-53 15,13 6-1-15</inkml:trace>
  <inkml:trace contextRef="#ctx0" brushRef="#br6" timeOffset="75483.56">18840 8833 430 0,'0'0'6'0,"0"0"3"0,0 0 1 15,0 0 0-15,0 0 0 16,0 0 0-16,0 10 1 0,-2 5-1 16,-3 5-5-16,-1 5-5 15,-1 2 0-15,-2 6 0 16,-3 1 0-16,-2 1 0 16,2-4 0-16,-1-3 0 0,-1-3 0 15,3-8 0-15,4-1 0 16,2-9 0-16,5-7 0 15,0 0 0-15,10 7 0 0,10-7 0 16,9-6 0-16,4-2 0 16,7 0 0-16,5-2 0 15,-4 0 0-15,3 2 0 16,-5-1 0-16,-6 1 0 0,-11 3 0 16,2 5 0-16,-13-3 0 15,-2 3 0-15,-9 0-16 16,0 0-68-16,-2 11-3 15</inkml:trace>
  <inkml:trace contextRef="#ctx0" brushRef="#br6" timeOffset="75883.9">18647 9579 459 0,'0'0'5'0,"0"0"1"16,0 0 1-16,0 0 0 0,0 0 0 16,-8 3 1-16,-2 9 0 15,-2 6-4-15,-3 7-4 16,-2 1 0-16,-6 4 0 0,-4 1 0 16,-1-2 0-16,1-2 0 15,2-6 0-15,3-3 0 16,2 0 0-16,2-8-2 15,5-3-17-15,4 1-35 16,9-8-31-16,0 0-2 0</inkml:trace>
  <inkml:trace contextRef="#ctx0" brushRef="#br6" timeOffset="76167.02">18398 9576 438 0,'0'0'4'0,"0"0"2"15,0 0 1-15,0 0 2 16,0 0 1-16,3 6 1 0,9 6 1 16,0 3 0-16,11 2-10 15,-1 8-2-15,6-2 0 16,4 2 0-16,0 0 0 16,-2-4 0-16,2-1 0 0,-4-3 0 15,-1-5 0-15,-3-2 0 16,-6 1 0-16,-4-7 0 15,-1 2 0-15,-3-5 0 16,-10-1 0-16,7 3 0 0,-7-3 0 16,0 0 0-16,0 0 0 15,17 0-85-15,-17 0-3 16</inkml:trace>
  <inkml:trace contextRef="#ctx0" brushRef="#br6" timeOffset="81486.63">16072 7038 318 0,'0'0'7'0,"0"0"2"16,0-13 2-16,0 13 3 0,0-19 1 15,5 5 1-15,2 0 0 16,9-3 0-16,4-1-6 16,4 3-3-16,8 0-1 15,6 6-4-15,4 2-5 16,8 4-9-16,-3 3-25 0,1 8-40 15,-4 1-1-15</inkml:trace>
  <inkml:trace contextRef="#ctx0" brushRef="#br6" timeOffset="102034.33">17881 5239 50 0,'0'0'7'0,"-10"-7"7"0,3 2 8 15,-5 0 3-15,-4-3 5 16,-1 3 3-16,-3-1 2 0,-3 0 1 16,2 4-6-16,-2-1-6 15,3 3-5-15,6 0-7 16,0 0-4-16,5 0-2 0,9 0-1 16,0 0-1-16,25 11-1 15,10-10 0-15,17 2 1 16,20-3-1-16,15-3 2 15,24-4 0-15,17-5-3 0,15-1 0 16,16-2-1-16,6-2 1 16,6 2-1-16,-1-5 1 15,6 6-1-15,-15-1 1 16,-9 0-1-16,-19 5 0 16,-16 0 1-16,-20 7-2 0,-20-1 2 15,-25 1-2-15,-22 3 1 16,-20 0 0-16,-15 5 0 15,-23 0-1-15,-16 5-1 16,-16-2 0-16,-14 0-1 0,-13 6 0 16,-10 0-1-16,-10 1 0 15,-8 0 0-15,-9 0 0 16,-5 2 1-16,-7 1-2 0,1-4 3 16,-1 4-1-16,-4-3 2 15,9-1-1-15,7-1 0 16,9-1 1-16,11 0-1 15,22-4 1-15,15 0-1 0,13-4 0 16,23 1 1-16,22-5 0 16,9 0 2-16,29 0-1 15,22 0 1-15,23-5 0 16,20 1 2-16,25-9-1 16,19 3-1-16,16-4 0 0,9 1 1 15,8-2 0-15,1 0 0 16,-6 3 1-16,-6 1-1 15,-21 3 0-15,-15 2 1 16,-25 1-2-16,-19 3-1 0,-25 2-5 16,-23 2-24-16,-25 6-47 15,-7 2-2-15</inkml:trace>
  <inkml:trace contextRef="#ctx0" brushRef="#br6" timeOffset="111800.94">9085 3659 44 0,'0'0'1'0,"0"0"2"0,16-2 0 16,-2-2 3-16,4 2 0 15,12-1 1-15,2 1 1 0,15-1 1 16,5 3-2-16,10-4-1 16,10 2 1-16,5-1-4 15,5 1 0-15,5-3-1 16,5-1 0-16,7 2-1 15,8-6 2-15,2 2-1 0,-1-2 2 16,11 3-2-16,-10-1 0 16,8 1 2-16,4 0-2 15,-8 1-1-15,-5 4 2 16,-3-1-2-16,-8 3 0 0,-2 0 0 16,1 3 1-16,-11 2-1 15,-6 1 0-15,-9-2 0 16,-3 0 1-16,-10 2-1 0,-3-4 2 15,-13 1-2-15,-9-1 0 16,-7-2 0-16,-10 3-2 16,-3-3-5-16,-12 0-9 15,0 0-15-15,0 0-18 16</inkml:trace>
  <inkml:trace contextRef="#ctx0" brushRef="#br0" timeOffset="-55412.27">9619 5199 255 0,'0'0'5'0,"0"0"3"0,0 0 2 16,-10-2 2-16,10 2 2 16,-12-2 0-16,12 2 3 15,-15 0 0-15,5-3-1 16,1 3-4-16,-2 0-1 0,-1 0-3 16,-1 0 0-16,3 3-3 15,1 1 0-15,-4 1-1 16,3 2-2-16,-2 1 0 0,-1 0 0 15,6 1-1-15,-3 4 0 16,0-3 0-16,0 3-1 16,3-1 1-16,2-3-1 15,-3 4 1-15,3-1-1 16,3 1 1-16,-1 2-1 0,3-1 0 16,0 2 1-16,0 3 1 15,5-4 0-15,-3 3-2 16,2-1 1-16,3 2 0 15,-2-1 1-15,2-3 0 0,0 2-1 16,-1-2 0-16,1 0-1 16,-2-3 1-16,2 3 0 15,1 0 0-15,2-3-1 0,-3 1 1 16,3-7-1-16,1 5 1 16,-2-1 0-16,3-3-1 15,1-2 1-15,2 0 0 16,-2-1-1-16,4-4 0 0,-2 1 1 15,2-1-1-15,1 0 1 16,-4 0-1-16,4 0 0 16,1-1 0-16,-1-5 1 15,2 1-1-15,-3-1 1 16,1-1-1-16,-4-3 1 0,4 1 0 16,-4 2 1-16,4-4 0 15,-3-1 1-15,-2-1 0 16,-1-1 0-16,3-1 1 15,-6 0 1-15,-1-3-1 0,3 1 0 16,-7-3 0-16,1-1 0 16,-2-2-2-16,-3 3 0 15,0-2 0-15,-8-3-1 0,1 4 0 16,-1-3 0-16,-4 4 0 16,2-2-1-16,-5 5 3 15,-3 0-3-15,-1-3 0 16,1 5 0-16,-7 3 0 0,3 2 0 15,0 0 0-15,-6 2 0 16,1 2 0-16,5 6 0 16,-3 0 0-16,0 0 0 15,3 9 0-15,-1 0 0 16,6 4 0-16,-1 4-5 0,4 1-11 16,-4 4-68-16,16 1-1 15</inkml:trace>
  <inkml:trace contextRef="#ctx0" brushRef="#br0" timeOffset="-10480.29">8949 741 311 0,'0'0'7'0,"0"0"5"16,0 0 1-16,0 0 3 15,0 0 0-15,0 0 1 16,0 0-1-16,0 0-1 16,0 0-6-16,0 0-3 0,0 3-5 15,-2 58-1-15,2-42 0 16,4 6 0-16,1 0 1 16,0 2-1-16,-3 0-1 15,6 3 0-15,-3 0-4 16,0 2-2-16,0 0-2 0,0 1-4 15,0-1-6-15,-3-3-15 16,0-4-25-16,-2 0-21 16</inkml:trace>
  <inkml:trace contextRef="#ctx0" brushRef="#br0" timeOffset="-10076.94">8492 770 252 0,'0'0'6'0,"0"0"4"0,0 0 2 16,0 0 3-16,0 0-2 15,0 0 3-15,0 0 0 16,0 0 2-16,0 0-3 16,0 0-2-16,0 0-4 15,2 0-1-15,0 3 2 16,60 12-3-16,-32-18 0 16,10-7-2-16,42-14-2 0,-35 14 0 15,3-5-1-15,0 2 0 16,-1 1-1-16,1 2 0 15,-3 0-1-15,-2 2 0 16,-8 2-1-16,-37 6-3 16,30 0-4-16,-3 0-11 15,-27 0-30-15,0 0-28 0,10 6-6 16</inkml:trace>
  <inkml:trace contextRef="#ctx0" brushRef="#br0" timeOffset="-9162.52">9150 1048 309 0,'0'0'4'0,"0"0"0"0,0 0 2 16,0 0-1-16,0 0 1 15,4 0-1-15,-4 0 0 16,10 2 1-16,-10-2-4 0,18 8-2 16,-10-6 0-16,4 5 1 15,-2-1-1-15,3 1 0 16,-4-2 1-16,1 5 0 16,1-6 1-16,-2 6 1 0,-2-2 0 15,-7-8 2-15,11 15-1 16,-11-15 1-16,5 14 2 15,-5-14 0-15,0 0-1 16,-5 3 0-16,5-3 0 0,-11-3-2 16,11 3-1-16,-7-14-1 15,7 3-1-15,0 11-2 16,0-26 1-16,0 26-3 16,0 0 0-16,10-20 0 0,0-3 0 15,-10 23 0 1,17-19-1-16,-1-1 1 0,11-2 0 15,-12 17 2-15,-6 0 0 16,4 5 0-16,-13 0 0 16,12 2 1-16,-12-2 0 0,5 15 0 15,-5-5-2-15,0 2 2 16,0 1-1-16,0-1 1 16,-2 1 0-16,2-1 1 15,-3 1 0-15,3-4 1 0,0 1 0 16,0-10 1-16,0 7-1 15,0-7 1-15,11 0-1 16,-11 0 1-16,14-10-2 16,-4 3 0-16,-2 0-1 15,-1-3-1-15,1 0-1 16,-8 10 0-16,14-15 0 0,-14 15-1 16,15-8 1-16,-15 8 0 15,12-4 1-15,-12 4 0 16,13 0 1-16,-13 0 1 0,10 4-1 15,-10-4 2-15,12 8-1 16,-12-8 0-16,18 5 1 16,-18-5 0-16,0 0-2 0,0 0 1 15,0 0 0 1,7 0-1-16,4-7 0 0,-2 1 0 16,3-3-2-16,-3-1 0 15,-2 0 0-15,0-2 0 16,18-23 1-16,-25 35 0 15,7-8 0-15,-7 8 1 16,10 0-1-16,-10 0 2 0,13 5-1 16,-13-5 1-16,12 18-1 15,-5-11-3-15,-7-7-1 16,18 17-4-16,-6-9-4 16,0-2-8-16,-1-2-18 0,2 0-35 15,-4-1-5-15</inkml:trace>
  <inkml:trace contextRef="#ctx0" brushRef="#br0" timeOffset="-8528.6">9922 744 155 0,'0'0'4'0,"0"0"3"0,0 0 3 16,0 0 0-16,0 0 0 16,0 0 0-16,0 0 0 0,0 0-1 15,-5 0-3-15,3 4-4 16,0 0-5-16,-3 2-6 16,2-1-8-16,-12 22-11 15,15-17-26-15,-2 0-6 16</inkml:trace>
  <inkml:trace contextRef="#ctx0" brushRef="#br0" timeOffset="-8229.53">10044 663 323 0,'0'0'4'15,"0"0"0"-15,0 0 2 16,0 0 3-16,0 0 1 0,0 6 3 16,0 3 1-16,0 1-1 15,0 3-2-15,5-1-1 16,3 1-2-16,-1 2-2 16,21 21-2-16,-6-8-1 15,-22-28 0-15,59 54-1 16,-36-39-1-16,-1 0-3 15,-1-3-4-15,0 4-8 0,-1-5-16 16,-20-11-48-16,0 0-4 16</inkml:trace>
  <inkml:trace contextRef="#ctx0" brushRef="#br0" timeOffset="-7979.06">10414 741 365 0,'0'0'6'15,"0"0"1"-15,0 0 2 16,0 0 1-16,0 0 1 16,0 0 0-16,0 0 1 15,-37 47 1-15,25-27-4 0,-1 4-4 16,-5 3 1-16,2 3-3 16,-1 5 0-16,-6-1-1 15,3 3-1-15,-3 4 0 16,4 0-1-16,-4 1-1 0,3 3-2 15,1-6-5-15,1-1-5 16,1-3-17-16,-3-6-53 16,13-1-1-16</inkml:trace>
  <inkml:trace contextRef="#ctx0" brushRef="#br0" timeOffset="-7395.63">10559 456 381 0,'0'0'2'0,"0"0"-2"0,0 0 0 0,0 0 0 16,-10 5 1-16,-3 4-1 15,-42 36 1-15,-17 17 1 16,26-20 0-16,-14 6-1 15,-4 4 1-15,-9 2 0 16,-8 11 1-16,-4-2-1 0,-10 7 0 16,1 1-1-16,-3 6 0 15,42-47 3-15,-133 111 0 16,16-19-3-16,30-21-3 16,23-31-4-16,40-18-9 15,21-18-35-15,28-21-23 0,30-13-8 16</inkml:trace>
  <inkml:trace contextRef="#ctx0" brushRef="#br0" timeOffset="-7059.66">8867 552 357 0,'0'0'-1'0,"0"0"1"0,0 0 0 16,0 0 1-16,2 7 1 15,3 4 0-15,45 58 2 16,-21-35 1-16,6 1 0 16,10 9 1-16,10 4 0 15,9 4 0-15,9 3-2 0,3 1 0 16,7 4-2-16,6 2 1 15,1-3-2-15,4 4 1 16,0-7 0-16,1 1 0 0,-3-7-1 16,-53-28 4-16,41 18-5 15,1 2-2-15,-13-15-10 16,-1-5-50-16,-20-1-16 16</inkml:trace>
  <inkml:trace contextRef="#ctx0" brushRef="#br0" timeOffset="-5795.91">11046 936 24 0,'0'0'3'0,"0"0"5"0,0 0 6 16,0 0 6-16,0 0 5 15,0 0 5-15,0 0 4 16,0 0 3-16,0 0-1 16,0 0-5-16,0-8-7 15,0 6-4-15,0-5-2 16,-5-18-4-16,8 39-3 16,1-3-3-16,0 12-3 0,4-9 3 15,-3 13-3-15,3-5-2 16,-3 6-1-16,2-3-1 15,1 2 1-15,-4-3-1 0,5 6 1 16,0-7 1-16,-4 4 1 16,0-8-1-16,-3 1 1 15,1-10 1-15,-3-10-1 16,0 0 0-16,-5 0-1 0,5 0-1 16,0 0 0-16,-10-27 0 15,1-2-1-15,4-4 1 16,-1 1 0-16,4-2 0 15,-3-4 1-15,5 1-1 16,0 0 0-16,2 2 0 16,3 0 0-16,6 8-1 0,-2-1 0 15,-9 28-2-15,20-22 1 16,-3 3 0-16,13 22 1 16,-14 6-1-16,-4 8 0 15,-3 6 1-15,-1-1-1 16,-3 6 0-16,-2-2 0 0,-3 2 0 15,0-1-1-15,-3 1 0 16,3-2 0-16,-2-1 1 16,-1-4-1-16,3-4 0 0,0-1-4 15,5-3-4-15,2-1-9 16,3-1-26-16,3-6-33 16,4-1-5-16</inkml:trace>
  <inkml:trace contextRef="#ctx0" brushRef="#br0" timeOffset="-5496">11433 1105 282 0,'0'0'4'0,"0"0"2"0,-11 4 0 0,11-4 1 16,-8 10 1-16,8-10 2 0,-5 15 0 15,5-15 1-15,0 12-3 16,0-12-1-16,10 13-1 0,-1-6 1 15,4-4-2-15,-1 2 1 16,6-3-2-16,-4-2 0 16,4 0 0-16,-1-2-1 15,3-3 1-15,0-5-1 0,-5 3-1 16,-3-3 1-16,-6 0-2 16,-4-1 0-16,-2 11-1 15,-2-16-2-15,-10 10-5 16,1-1-9-16,-4 4-19 15,0 3-33-15,0-1-11 16</inkml:trace>
  <inkml:trace contextRef="#ctx0" brushRef="#br0" timeOffset="-5293.87">11672 832 365 0,'0'0'7'15,"0"0"0"-15,0 0 2 16,0 0-1-16,0 0 1 0,0 0 0 15,-3 27 0-15,3-15 1 16,0 1-5-16,0 4-2 16,0 1-1-16,0 5 0 15,5-4 0-15,0 6-1 0,3-3-4 16,-1 0-3-16,5-2-10 16,-1 3-32-16,3-4-31 15,-2 2-4-15</inkml:trace>
  <inkml:trace contextRef="#ctx0" brushRef="#br0" timeOffset="-5129.61">11674 991 355 0,'0'0'7'0,"0"0"3"16,0 0 1-16,0 0-1 16,0 0 0-16,0 0 0 0,0 0 1 15,3 4 0-15,5-4-8 16,6 3-14-16,1-3-19 15,0 3-46-15,10 1-4 0</inkml:trace>
  <inkml:trace contextRef="#ctx0" brushRef="#br0" timeOffset="-4926.75">11980 859 370 0,'0'0'6'16,"0"0"2"-16,0 0-1 0,0 0 2 15,0 0 0-15,0 0 0 16,0 0 1-16,0 0 1 16,0 0-7-16,20 25 1 15,-6-15-3-15,2-3-3 16,3 6-7-16,-3-3-14 16,6-1-56-16,-3 2-1 15</inkml:trace>
  <inkml:trace contextRef="#ctx0" brushRef="#br0" timeOffset="-4695.9">12382 745 413 0,'0'0'3'0,"0"0"1"16,0 0 1-16,0 0 0 16,0 0 1-16,0 0 1 15,-12 32 1-15,2-11 0 16,1 1-2-16,-2 2-2 15,-2 3 0-15,1 3-2 0,-4 2 0 16,3 1-1-16,-5 3-2 16,1 0-4-16,1 3-6 15,0-3-14-15,0 0-58 16,4-3 0-16</inkml:trace>
  <inkml:trace contextRef="#ctx0" brushRef="#br0" timeOffset="-4279.41">12465 416 335 0,'0'0'9'0,"0"0"2"0,0 0 2 16,0 0-1-16,0 0 2 15,-3 5 0-15,-2 5 0 0,-30 36 0 16,-17 19-7-1,9-23-3-15,-6 7-1 0,-8 9 0 16,-7 2-1-16,-6 6-1 16,-7 4 0-16,-2 1-1 15,-6-2 0-15,-2 9-1 16,2-7-1-16,0 1-3 0,6-7-3 16,4-7-6-16,8-8-13 15,8-7-54-15,12-11-2 16</inkml:trace>
  <inkml:trace contextRef="#ctx0" brushRef="#br0" timeOffset="-3995.53">11039 606 359 0,'0'0'6'0,"0"0"2"16,0 0 4-16,0 0-1 15,0 0 0-15,0 0 1 0,0 0 0 16,0 0 0-16,0 0-4 16,0 3-3-16,42 74-1 15,-8-43-1-15,10 7 1 16,14 3-2-16,6 3 1 0,11 5-1 16,10 2 0-16,10 4 0 15,8 3-2-15,1 4 0 16,11 0-3-16,-55-28-8 15,174 90-68-15,-9-20-4 0</inkml:trace>
  <inkml:trace contextRef="#ctx0" brushRef="#br0" timeOffset="46620.5">640 4628 61 0,'0'0'2'16,"0"0"0"-16,0 0 0 15,0 0 0-15,7 7 2 0,-7-7-2 16,2 10 1-16,-2-10 1 15,0 14-2-15,0-4 1 16,0 3-2-16,0-3 0 16,0 5 0-16,0 1 2 15,3 0-2-15,-1 4-1 0,-2-8 1 16,3 5-1-16,0-4 1 16,-1 3 0-16,3-5-1 15,0-1 1-15,5-3-1 16,5 1 2-16,-3-1-1 0,1 0 0 15,-1-1-1-15,6-4 2 16,-4 3 0-16,7-3-1 16,-7 1-1-16,-1-3 1 0,4 1 1 15,-2-1-1-15,2 0 1 16,3 0 0-16,0 0-1 16,-3-1 3-16,6-2-2 15,-1-1 3-15,-2-1 1 16,3-1-2-16,2 4 2 0,-4-6 0 15,7 4 0-15,-6-1 0 16,6-1-2-16,-3 2 1 16,5 0-2-16,-6-2 1 15,6 4-2-15,8-4 0 0,-9 2-1 16,6 1 2-16,0 0-3 16,2 2 1-16,-5-2-1 15,8 0 1-15,-2 3 0 16,-4-2-1-16,6-1 1 0,-3 3 0 15,0-2 1-15,3 2-1 16,0-5 0-16,-3 2 0 16,3 3 0-16,-3-2 0 15,8-3-1-15,2 2 1 0,-5 1-1 16,8-6-1-16,-3 3 1 16,3-1 0-16,-3 2-1 15,3-2 1-15,-3 2 0 16,-2 0-1-16,2 1 2 0,-5 3-1 15,8 0 1-15,-3-2-1 16,1 2 0-16,1 0 1 16,-1 0-1-16,-2 0 0 15,-1 0 2-15,5 7-1 0,-8-1 0 16,-2 0 0-16,2 0 1 16,-4 3-1-16,1-4 0 15,-2 8 1-15,0-11-2 16,-4 6 1-16,5-3-1 0,1 0 0 15,-7 2 0-15,3-3 0 16,-3 2 1-16,-3 1-1 16,2-2 0-16,1-2 0 15,-9 1 0-15,0-1 1 0,-2 0-1 16,-1 0 0-16,1-3 0 16,-5 2 0-16,2-2 0 15,-6 2 1-15,0-2-1 16,1 0 1-16,-3 0 0 0,-10 0-1 15,13 0 1-15,-13 0 2 16,7-2-2-16,-7 2 0 16,0 0-1-16,0 0 1 15,12-11 0-15,-12 11-1 0,0 0 1 16,11-8-1-16,-11 8 0 16,9-11 1-16,-9 11-1 15,8-10 2-15,-8 10-2 0,6-12 1 16,-6 12-1-16,7-15 0 15,-7 15 0-15,7-18 0 16,-7 18 0-16,5-20 0 16,0 13 0-16,-1-5 0 15,-4 2 0-15,5-2 1 0,-1 2 0 16,-2-1 0-16,0-1 0 16,3 2 1-16,-2-1-1 15,-3-3 3-15,3 3-1 16,1-2 0-16,-2-2 1 0,1 0-1 15,1 0 1-15,0 0-1 16,-2-5 1-16,5 3-3 16,-4-5 1-16,-1 8 0 15,3-7 0-15,-3 1 1 0,3 0 1 16,-5 1 0-16,4 1-1 16,-2-2 1-16,-2 4 0 15,2-4-1-15,-2-1 0 16,0 5-2-16,0-2 1 0,0 1-1 15,0-1 0-15,0 1 0 16,0-1 0-16,0-3 0 16,0 5 0-16,0-6-1 15,0 5 1-15,0-3 0 0,0 1-1 16,0-4 1-16,0 8-1 16,0 0 0-16,0-4 1 15,-2 4-1-15,2-1 1 16,0-1-1-16,-2 0 1 0,2 2-1 15,-4 0 0-15,4-2 1 16,0 0-1-16,-2 1 0 16,2 2 0-16,0-1 1 15,0 1-1-15,0-1 0 0,0 0 1 16,0-1-1-16,0 4 0 16,0-3 1-16,0 2-1 15,0 2 0-15,0-3 0 16,0 6 0-16,0-5 0 0,0 3 0 15,-3 0 0-15,3 10 0 16,-4-15 0-16,4 15 0 16,-5-15 0-16,5 15 0 15,-7-9-1-15,7 9 1 16,-9-10-1-16,9 10 1 0,-13-10-1 16,13 10 1-16,-8-8-1 15,8 8 0-15,-16-10 1 16,7 5-1-16,2 3 1 15,-5-3-1-15,3 2 1 0,-3-2 0 16,-3 5 0-16,0-5 1 16,0 2-2-16,-2 2 1 15,-5-5 1-15,1 5-1 0,-4-5 0 16,1 3 0-16,-1 1 0 16,-5-1 0-16,0-1 1 15,-7-3-1-15,5 1 0 16,-8-1 1-16,0 5 0 0,-2-6 0 15,-3 3-1-15,1 0 1 16,-4 2-1-16,4 1 1 16,-6 2-1-16,6 0 0 15,-7-2 0-15,1 2 0 0,0 0 0 16,-2 0 0-16,0 0 0 16,1 0 1-16,-2 0-1 15,-2 0 0-15,4 0 0 16,-5 0 0-16,7 0 0 0,-3 0 0 15,0 0 0-15,-3 0-1 16,0 0 2-16,-2 2-2 16,3-2 0-16,-1 7 0 15,0-4 0-15,0 2 1 0,1-3-1 16,4 4 1-16,-2-4-1 16,5 2 1-16,0-4-1 15,0 3 1-15,-1 0 0 16,-1 0 0-16,4-2 0 0,-5 2 0 15,6 0 0-15,-2-2 0 16,0 5 0-16,1-4 0 16,0 1 0-16,6 0 0 15,-4 0-1-15,3-2 1 16,-2-1 0-16,3 3 0 0,1-3 0 16,-2 0 0-16,5 0 1 15,-1 0-1-15,6 0 1 16,-5 0-1-16,10 0 0 0,-2 0 1 15,4-3 0-15,0 3-1 16,9 0 0-16,2-1 0 16,-1 1 0-16,6 0 0 15,7 0-1-15,-10 0-1 0,10 0 0 16,0 0-1-16,-6 11 0 16,6-3 1-16,0 2-1 15,0 7 0-15,0 1 0 16,3 1 1-16,0 8 0 0,-3 1 0 15,3 5 1-15,-3-2-1 16,0 8 1-16,0 2 0 16,0 1 1-16,-3-3-1 15,3 8 1-15,-6-10 0 16,4 10-1-16,-1-1 1 0,1-3 1 16,2 2-2-16,-2-2 1 15,-3-1 0-15,5-3 0 16,0 0 0-16,-3-4 0 15,3-3 0-15,0 1 0 0,-2-5 1 16,2-4-1-16,0-2 1 16,0 3 0-16,0-8 0 15,-2 1 0-15,-1-3 0 0,1-1 0 16,2-2 0-16,-4-2 0 16,4-10 0-16,-4 14 0 15,4-14 1-15,-5 8-2 0,5-8 1 16,0 0 1-1,-5 13-2-15,5-13 0 0,0 0 1 16,-2 15-2-16,2-15 1 16,-3 13 0-16,3-13 0 15,-5 14 0-15,2-1 1 16,1-1-1-16,2 0 1 0,-3-2 0 16,3 3-1-16,0-3 1 15,0 2-1-15,0-12 0 16,3 15 0-16,-3-15 0 0,10 13 0 15,-10-13 0-15,15 9 0 16,-5-6 1-16,0 1 0 16,4 2 0-16,-1-1-1 15,4-3 1-15,-1 3-1 0,6 0 0 16,-3 0 0-16,6-2 0 16,5 2 0-16,0-3 0 15,7 0 0-15,-5-2 0 16,11 3 0-16,-3-3 0 15,4 0 0-15,-3 0 0 0,0 0 0 16,4 0 0-16,-2 0 0 16,3-3 0-16,-3 3 0 15,6 0-1-15,4 0 1 16,-3-2-1-16,1 2 1 0,2 0 0 16,-1-2 0-16,3 2 0 15,1-3 0-15,-3 3 1 16,-1-2-1-16,0-1 1 0,-2 0-1 15,5 1 0-15,-3 0-1 16,0-4 1-16,0 4 0 16,-5 0-1-16,5 0 1 15,-4-1 0-15,1 3 0 0,-6-3 0 16,-3 3 0-16,1 0 0 16,-3 0 1-16,4 0-1 15,-7 3 0-15,2 0 0 16,3-3 1-16,0 2-1 15,-1-2-1-15,-2 0 0 0,6 0 0 16,-6 0 0-16,3 0 0 16,-3 0 0-16,-5 0 0 15,6 0 1-15,-3 0-1 16,-3 0 1-16,0-2 0 0,1-1 0 16,-3 0 1-16,-1 0-1 15,-1 1 0-15,-3 0 0 16,-1-1 0-16,3 2 0 0,1-3 0 15,-3 2 0-15,0 0 0 16,0 2 0-16,-1 0 0 16,-1-3 0-16,2 3 0 15,-5 0 0-15,1 0 0 16,-3 0-1-16,-1 0 1 0,-1-3 0 16,-2 3 0-16,1 0-2 15,-3 0 2-15,1 0 0 16,-3 0 0-16,0 0 0 15,0 0 0-15,-10 0 2 0,12 0-2 16,-12 0 0-16,12 0 1 16,-12 0 0-16,0 0-1 15,8-4 1-15,-8 4 0 16,0 0-1-16,0 0 1 0,8-7 0 16,-8 7-1-16,5-11 0 15,-5 11 1-15,2-12-2 16,-2 4 1-16,0 8 0 0,0-17 0 15,0 9 0-15,0-4-1 16,0 3 1-16,0-4 0 16,0 1 1-16,0 2 0 15,0-5 0-15,0 2 0 0,0-3 0 16,0-2 0-16,0-6 0 16,0 3 0-16,0-2 0 15,0-2 0-15,0-4-1 16,0 2 1-16,2-2 0 15,-2-1-1-15,5-3 1 0,-1 3 0 16,0 1-1-16,1-3 1 16,-2 5 0-16,1-6 1 15,-4 3-1-15,5-1 2 16,-5 1-1-16,5-1 0 0,-3 2 1 16,4 0-1-16,-1-4 0 15,2 1 0-15,0 2 0 16,2 3 0-16,0-2 0 0,1 1 0 15,-3 3 0-15,1 1 0 16,0 3 0-16,-6 5 0 16,3-2 1-16,-3 5-1 15,-2 1 0-15,0 2-1 16,0 0 0-16,0 10 0 0,-6-14 0 16,6 14-1-16,-6-15 0 15,6 15 1-15,-9-13-1 16,9 13 2-16,-9-15-2 15,9 15 0-15,-12-14 0 0,12 14 0 16,-7-13 0-16,7 13 0 16,-11-10 0-16,11 10-2 15,-14-9 1-15,14 9 1 16,-18-11-1-16,9 7 1 0,-1-1 0 16,-1 0 0-16,-1 0 0 15,-3-1 1-15,1-1-1 16,-2 2 0-16,-1 0 0 0,-5-3 0 15,-1 4 0-15,1-3 1 16,-7-4-1-16,-1 1 2 16,0 3-2-16,-7-2 0 15,1 1 1-15,-6-2 1 16,3 3-1-16,-9-1-1 0,4 3 0 16,-6 0 0-16,3 2 0 15,-1-1 0-15,-4-1 0 16,3 0 0-16,-6 2 0 15,0 2-1-15,0-2 1 0,-4-1 0 16,2 3 0-16,-3 1 0 16,3-3 0-16,-7 1-2 15,6-1 4-15,-4 3-2 16,0-2 0-16,-2 2 0 0,-1 0 0 16,3 0-2-16,-6 0 2 15,4 0 0-15,-6 0-1 16,3 2 1-16,-2 3 0 0,2-1 0 15,-6 4-2-15,4-5 2 16,-3 7 0-16,0-3-1 16,0 3 0-16,0 5 0 15,2-5 0-15,1 4 0 16,4-4 0-16,1 5-1 0,4-5 1 16,-2 0 1-16,5-5 0 15,2 3 0-15,6-3-1 16,1-1-5-16,4 4-7 15,3 5-44-15,7-7-14 0</inkml:trace>
  <inkml:trace contextRef="#ctx0" brushRef="#br0" timeOffset="93754">12959 15012 280 0,'0'0'1'15,"0"0"0"-15,0 0 3 16,0 0 3-16,10 4 1 16,3-1 0-16,3 2 0 0,10 0 2 15,3-2-1-15,21-1-1 16,4-2-3-16,21 0-2 15,7 0 0-15,18 0-1 16,6-5 0-16,16 0-1 0,15 0 0 16,12 0 0-16,5 0 0 15,15 0 1-15,2 0-2 16,15 3 1-16,14-1 1 16,9 0-1-16,4-1 0 0,8 0 0 15,5 1 0-15,15-3 0 16,8 2 0-16,9-4 0 15,3 1 0-15,8-1-1 16,4 4 0-16,10-4-2 0,3 0 0 16,2 1-2-16,0 0-2 15,-5 2 1-15,2-3-2 16,-1-2 1-16,-2 0 0 16,-15-2 2-16,-8 0 0 0,-8-1 1 15,-10-1 1-15,-3-1 2 16,-14-6-1-16,-13 5-4 15,-19-4-13-15,-13-3-39 16,1 8-9-16</inkml:trace>
  <inkml:trace contextRef="#ctx0" brushRef="#br0" timeOffset="95387.11">12929 15151 213 0,'0'0'8'16,"0"0"5"-16,0 0 2 16,0 0 0-16,0 0-1 15,0 0 3-15,0 0 2 16,3 4 3-16,-1 12-7 15,0 6-5-15,1 5 0 0,2 12 0 16,0 9 2-16,3 8-3 16,-1 10-4-16,8 3 0 15,-3 5 0-15,3 8 0 0,-3 4 0 16,3 3-1-16,1 0 0 16,-4 5-1-16,-4-4 0 15,4-4-1-15,-3 1 0 16,2 0-2-16,-4-6 2 0,3-3-1 15,-1-6 0-15,2-3 1 16,-4-2-1-16,5-9 1 16,-1 3-1-16,-2-11 2 15,-1-4-2-15,2-2 1 16,-2-1-1-16,1-6 0 0,-2-5 0 16,2-1 0-16,-5 3 0 15,-4-20-2-15,0 4 0 16,3-3 0-16,-3 4-1 0,0-1 0 15,0-4 0-15,0 4 0 16,0 2-1-16,0-5 2 16,0 2 0-16,-3-2 0 15,3-1 0-15,0-1 0 16,-4 12 0-16,4-15 0 16,-3 0 1-16,3-10-1 15,-3 11 1-15,3-11 0 16,0 0 0-16,0 0 0 15,0 0 0-15,0 0 0 0,0 0 1 16,0 0-2-16,0 0 1 16,0 0-1-16,0 0 0 15,0 0 0-15,0 0 0 16,7-4 0-16,1 1 0 0,4-1 1 16,6 1 0-16,5 1 0 15,1-3 0-15,6 1 0 16,8 0 0-16,6 0 0 0,6-2 1 15,10 4-1-15,7-5 0 16,7 1 0-16,11-1 0 16,6-1 0-16,13 1 0 15,-28 2 2-15,161-12-1 16,13 0 2-16,5-3-2 0,-1 3 2 16,1-3-2-16,-5 3 1 15,-10 1 0-15,-31 2-1 16,2 1-1-16,3 1 1 15,2 2-1-15,5-2 1 0,0 2-1 16,6-3 1-16,1 1-1 16,-5 0 0-16,2-4 0 15,0 4 0-15,-4-5 0 16,3 5 0-16,-6-6 0 16,-4 6 0-16,-3-3 0 15,-2 3 0-15,-5 1 0 0,-5 4 0 16,-3 2 0-16,-4-2 0 15,-11 1 1-15,-4 2 0 16,-1-1 0-16,-8 0 0 0,-6 0-1 16,-10 0 1-16,-9-2 0 15,-8-1-1-15,-6-2-1 16,-12 0 1-16,-13-1-1 0,-7 0-1 16,-15-2 0-16,-10-1-1 15,-12 4-1-15,-10-3-3 16,-16 3-1-16,-9 4-6 15,-8 0-11-15,-4 6-46 16,-13 0-10-16</inkml:trace>
  <inkml:trace contextRef="#ctx0" brushRef="#br0" timeOffset="96554.16">21690 14662 212 0,'0'0'4'15,"0"0"2"-15,10 0 2 0,2-2 1 16,5 2 1-16,6-5 0 15,7 2 1-15,5-2 0 16,12 1-5-16,3 0-1 16,5-5 0-16,4 8-3 0,0-7 0 15,4 2 1-15,-4-1 3 16,1 0 0-16,-8-1 4 16,1 6 0-16,-6-3 1 15,-8 2 0-15,-1 3 1 16,-11 0-2-16,-2 8 0 0,-5 5-2 15,-6 5-1-15,-3 7-2 16,-4 11-1-16,0 5 1 16,-2 14-1-16,3 7 0 15,0 10-1-15,1 6 0 0,2 10-1 16,1 5 1-16,-5 4-2 16,4 2 0-16,-7 1 0 15,4-2 0-15,-6 4 1 0,0 0 1 16,-2-5-1-16,3 2 1 15,-1-9 1-15,1 3 0 16,1-5 0-16,5-5 0 16,-5-4-3-16,4-2 1 0,1-5 0 15,4-3 0-15,-3-7-1 16,3-3 0-16,-1-4 1 16,2-3-1-16,-1-7 2 15,-1-6-2-15,4-4-1 16,-7-6 1-16,5-1-1 0,-10-8 1 15,4-6-1-15,-1-4 0 16,-7-10 0-16,5 15 1 16,-5-15 0-16,0 0 0 0,0 0 0 15,0 0 0-15,0 0 0 16,0 0 0-16,-5-5 0 16,-5 0-1-16,1 3 0 15,-7-1-1-15,-2 0 1 0,-3 2-1 16,-7 1 0-16,-6 0 0 15,-7 0 1-15,-3 0-1 16,-14 4 0-16,-4 1 1 16,-5 5-2-16,-10 0-3 15,-2 2-10-15,-3 4-64 0,-1-7-3 16</inkml:trace>
  <inkml:trace contextRef="#ctx0" brushRef="#br0" timeOffset="97836.27">12859 14172 340 0,'0'0'6'0,"0"0"2"0,0 0 1 16,0 0 1-16,0 0 0 15,0 0 1-15,0 0 0 16,3 19 2-16,2 2-5 16,0 11-3-16,4 5 2 0,2 8-2 15,-1 6 1-15,-2 6-1 16,6 0 0-16,-2 4-1 15,1-5-1-15,-3-2-1 16,0-1 0-16,-6-6-1 0,7-3 0 16,-6-9 0-16,0 0 0 15,-5-7-1-15,4-5-1 16,-4-3-3-16,0-7-5 16,5-1-5-16,-5-12-9 0,0 0-52 15,0 0-6-15</inkml:trace>
  <inkml:trace contextRef="#ctx0" brushRef="#br0" timeOffset="99121.11">12939 14158 238 0,'0'0'3'0,"0"0"3"0,0 0 4 16,5 0 2-16,5 0 3 15,2 1 1-15,13 2-1 16,0 0 2-16,12 1-4 0,8-1-3 16,7 2-3-16,10-3-1 15,5 2-3-15,11 0-1 16,3-2-1-16,6 0 0 16,7 1 0-16,11-3 0 15,7 0 0-15,-1 0 1 0,12-3-1 16,6-1 1-16,0 1-1 15,10-2 0-15,-3 0 0 16,2 0 0-16,9 2 0 16,-2-1 0-16,0 1 0 0,-1-1 1 15,8-2 0-15,-4-2 0 16,6 2 1-16,0-2-1 16,0 1-1-16,3-3 1 15,0 0 0-15,-3 0-2 0,0 3 0 16,-3-4 0-16,1 4 0 15,-6 0 1-15,1 0-1 16,-2-1 0-16,-4-2 0 0,1 3 0 16,-4-1 0-1,2 1 1-15,-1-2-1 0,-5 1 0 16,-2 0 0-16,-6 6 0 16,3-5 0-16,2 4 0 15,-7-2 0-15,-8 2 0 0,3-2 0 16,0 1 0-16,-4 1 0 15,2-4 0-15,-3 1 0 16,-7 2 0-16,4-6-1 16,-1 5 1-16,-6-3 0 0,-4-2-1 15,-1 0 1-15,-9 0 0 16,2 0 0-16,-6 1 0 16,1-1-1-16,-5 0 1 15,1 0 0-15,-7-3 0 0,4 5 0 16,-6-3 0-16,1 1-1 15,0 6 2-15,-4-5-1 16,-3 2 0-16,-3-2 0 16,-1 3 0-16,-7-1 0 0,2 2 0 15,-9 0 0-15,0-3 0 16,-8 6 1-16,-2-6 0 16,3 4 0-16,-6-1 1 15,-3 2-1-15,-2-1 1 0,1-1 0 16,-6 2 0-16,5 1-1 15,-4-1 0-15,-3 0 1 16,-2 1-1-16,-2-1 0 16,-1 1 0-16,-5 0 1 0,0-1 0 15,-3 1 0-15,4-1-1 16,-4 1 1-16,1-4 0 16,1 4 1-16,2-3-3 15,0 0 1-15,2 1 0 0,-1-2 0 16,1-1 0-16,1 4 0 15,-3-2 0-15,0 1 0 16,0 1-1-16,-2 0 1 16,-1 0 0-16,-3 2-1 15,3 1 0-15,-3-3 0 0,-3 3 1 16,-7 0-2-16,15 0 1 16,-15 0 0-16,12 3-1 15,-12-3 2-15,0 0-2 0,10 14 2 16,-8-3-1-16,4 6 1 15,1 3 1-15,0 10 0 16,5 6 1-16,4 11-1 0,2 10 1 16,3 10-1-16,0 3 0 15,1 4-1-15,2 5 0 16,-4 0 1-16,-2-2-2 16,-3 0 0-16,-6-6-1 15,-3-1 1-15,-8-5-4 16,-6-1-12-16,-9-5-61 0,-4-4-4 15</inkml:trace>
  <inkml:trace contextRef="#ctx0" brushRef="#br0" timeOffset="105537.09">14912 14158 279 0,'0'0'4'0,"0"0"5"0,0 0 0 0,8-17 1 15,-8 17 2-15,5-6-1 16,-5 6 1-16,0 0 0 0,12 5-2 16,-10 10-4-16,3 7-1 15,-3 10 0-15,4 5-1 16,4 10 1-16,-1 6-1 16,4 6 0-16,-1 8-1 0,4 4 1 15,-2 7 1-15,-2 0-1 16,4 9 1-16,-4 3-1 15,-2 0 1-15,0 5 0 16,-1-1 0-16,0 3 0 0,-2 0-1 16,3 0 0-16,-3-2-1 15,6 2 0-15,-6 2 0 16,3-2-1-16,-2-5-1 16,1 2 0-16,-1-2-1 15,-4-6 0-15,3-7 1 0,-1-1-1 16,2-4-2-16,-1-5 1 15,2-2 1-15,0-5 0 16,-4-2 0-16,3-1 0 16,0-7 0-16,1 0 0 0,-5-4 3 15,-1-2-2-15,-1-4 0 16,1-2 0-16,-1-4-1 16,3 2 1-16,1-7 0 15,-4 3-1-15,3-20-1 0,-3 4-2 16,3-6-1-16,0 3-1 15,-3 0-1-15,1 0-2 16,1-2-2-16,0 1-4 16,1-2-13-16,-2 6-45 0,1-9-7 15</inkml:trace>
  <inkml:trace contextRef="#ctx0" brushRef="#br0" timeOffset="106487.11">17114 14048 198 0,'0'0'6'0,"0"0"3"0,0 0 5 16,0 10 2-16,2 3 1 15,-2 9 5-15,2 5 1 16,1 11 1-16,4 11-3 0,-2 3-2 16,3 10-2-16,-3 2-4 15,2 10 0-15,0 1-2 16,-2 5-2-16,3 1-2 15,-8 8-1-15,3-1-1 16,-3 5 0-16,0 3-1 0,0 1 0 16,-3 0 0-16,3 2 0 15,0-3-1-15,0 1 1 16,0-3-1-16,0 0 0 0,5 0-1 16,-3-2 0-16,1-1 0 15,2-1-1-15,-3-6-1 16,3-2 1-16,1-1-1 15,-1-4-2-15,-3-2 2 0,0-3-1 16,0-3 1-16,1-2 0 16,0-5 0-16,-1-6-1 15,0 4 1-15,-2-10-1 16,3-3-2-16,0-5-1 0,-3 0-3 16,3-8-2-16,-1 4-6 15,-2-23-12-15,2 3-25 16,6-2-30-16,-6 1-3 15</inkml:trace>
  <inkml:trace contextRef="#ctx0" brushRef="#br0" timeOffset="107353.97">19561 13870 302 0,'0'0'3'0,"0"0"3"0,0 0 1 16,4 7 4-16,2 6 0 15,-1 9 3-15,2 5 2 0,-2 16 1 16,2 6-3-16,4 13-3 15,-4 7-1-15,3 15-1 16,0 6-1-16,-5 4-3 16,2 7 0-16,-2 7 1 15,2 2-1-15,-1 2 1 16,-1 1-1-16,-3 4 0 0,-2 2 0 16,0-2-1-16,0-1 0 15,0 0-1-15,-2 1 1 16,0-6-2-16,-1 6 0 0,3-9 0 15,0-3-1-15,0-1-1 16,5-10 1-16,0 0-2 16,2-10 1-16,0-4 0 15,4-6 0-15,-2-10 0 0,1-7 0 16,1-7 0-16,-2-6 0 16,-2-7 1-16,-2-7-3 15,3-5-6-15,-5-11-9 0,-3-14-58 16,9 8-10-16</inkml:trace>
  <inkml:trace contextRef="#ctx0" brushRef="#br0" timeOffset="109254.67">13769 14449 386 0,'0'0'6'0,"0"0"2"0,0 0 2 16,0 0 1-16,0 0 0 15,0-9 0-15,0 9 1 16,0 0 0-16,-12 9-6 0,5 4-1 15,-2 4-2-15,0 3-2 16,-1 5 1-16,-1 3-1 16,4-1 1-16,2 5-2 15,1-4 1-15,4-2-1 0,0-1 0 16,7-6 0-16,2-4-1 16,4-2 2-16,7-3-1 15,-2-3 0-15,-1-7 1 16,7 0 0-16,1 0-1 0,-2-5 2 15,5-5-1-15,-9-2 1 16,3-3 1-16,-1 0 0 16,-7-5 1-16,-3-5 0 15,-2 2-2-15,-6-8-2 16,-3 4 0-16,0-5 0 0,-5 2 0 16,-6 3 0-16,-1 3 0 15,-5-1 0-15,-3 7 0 16,0 3 0-16,-2 5 0 0,0 3 0 15,-1 4 0-15,0 3 0 16,-1 3 0-16,7 4 0 16,1 3 0-16,2 2 0 15,-1 3 0-15,4-2 0 0,4 1 0 16,5 1 0-16,2-2 0 16,5 2 0-16,4-3 0 15,7 0 0-15,3-2 0 0,6-2 0 16,3-4 0-16,4-1 0 15,2-3 0-15,-4 0 0 16,5-5 0-16,-5 0 0 16,-5 0 0-16,-2 1 0 15,-9-2 0-15,-1 3 0 16,-13 3 0-16,14-4 0 0,-14 4 0 16,0 0 0-16,0 0 0 15,0 0 0-15,0 0 0 16,0 0 0-16,-4 7 0 0,4-7 0 15,0 0-32-15,0 0-56 16,0 15-3-16</inkml:trace>
  <inkml:trace contextRef="#ctx0" brushRef="#br0" timeOffset="110253.77">15921 14518 402 0,'0'0'6'0,"0"0"3"16,0 0 1-16,0-9 2 15,0 9 1-15,-10-12 0 0,-1 6 1 16,-1 2 0-16,-2-1-5 16,-9 2-4-16,3 3-1 15,-6 3-4-15,8 4 0 16,-2 6 0-16,3 1 0 16,1 1 0-16,9 2 0 0,5 1 0 15,2 2 0-15,7-5 0 16,7-1 0-16,4-4 0 15,2-5 0-15,1-2 0 0,7-3 0 16,-2-8 0-16,-4-2 0 16,1-7 0-16,-6-2 0 15,0-7 0-15,-5-3 0 16,-2-8 0-16,-6-1 0 0,0-1 0 16,-4-3 0-16,-4 4 0 15,-2 1 0-15,-2 10 0 16,-1 5 0-16,1 5 0 15,3 6 0-15,5 11 0 16,-10 0 0-16,8 16 0 0,2 5 0 16,0 7 0-16,5 5 0 15,2 6 0-15,1 5 0 16,6 0 0-16,0 2 0 16,5-6 0-16,3-6 0 0,3-6 0 15,-1-6 0-15,4-8 0 16,-3-4 0-16,5 2 0 15,-5-4-64-15,2-5-27 0</inkml:trace>
  <inkml:trace contextRef="#ctx0" brushRef="#br0" timeOffset="112371.37">18271 14339 420 0,'0'0'5'0,"0"0"3"0,6-11 2 16,-6 11 1-16,0 0 1 15,4-7 0-15,-4 7 0 0,0 0 0 16,0 0-5-16,-4 18-5 16,-5-2-2-16,-3 9 0 15,0 5 0-15,-3 4 0 0,-3 1 0 16,-1 2 0-16,-4-5 0 15,1-1 0-15,-2-5 0 16,1-2 0-16,-2-8 0 16,0-3 0-16,0-1 0 15,6-7-4-15,1-3 2 0,1-2 1 16,4-5 0-16,8-5 0 16,-2-5 1-16,7-2 1 15,0-8 0-15,2 1 1 16,3-4-1-16,5 2 3 0,0 1-4 15,2 0 0-15,1 2 0 16,-1 3 0-16,3 8 0 16,-2 2 0-16,-1 8 0 15,6 2 0-15,-4 0 0 0,4 12 0 16,1 3 0-16,4 6 0 16,-1 3 0-16,4 1 0 15,-1 2 0-15,-4-3 0 16,4 1 0-16,0-3 0 0,-4-5 0 15,0 0 0-15,2-6 0 16,-3-1 0-16,-1-2 0 16,-3-1 0-16,-2-5 0 15,2 1 0-15,-7-3 0 0,1 3 0 16,-10-3 0-16,13 0 0 16,-13 0 0-16,0 0 0 15,0 0 0-15,0 0 0 16,0 0 0-16,0 0-12 0,0 0-75 15,0 0-4-15</inkml:trace>
  <inkml:trace contextRef="#ctx0" brushRef="#br0" timeOffset="113170.77">20942 14277 409 0,'0'0'6'0,"0"-13"3"15,3 2 1-15,-1-1 2 16,0-2 0-16,-2-1 2 15,0 0 1-15,0-3 1 0,-7 5-8 16,-2 5-8-16,-4-1 0 16,-4 9 0-16,-1 0 0 15,-4 9 0-15,0 5 0 0,-1 3 0 16,3 8 0-16,3 0 0 16,4 7 0-16,6-7 0 15,7 5 0-15,4-9 0 16,12 0 0-16,2-6 0 15,6-5 0-15,6-3 0 16,-1-7 0-16,4-5 0 0,-3-5 0 16,-1-5 0-16,1-2 0 15,-7-3 0-15,-6-7 0 16,-2 2 0-16,-8 3 0 0,-2-1 0 16,-2 6 0-16,-3 2 0 15,-3 5 0-15,3 10 0 16,0 0 0-16,-5 18 0 15,5 4 0-15,5 3 0 0,6 5 0 16,6 4 0-16,10-4 0 16,1 0 0-16,6 2 0 15,-2-7-77-15,8-11-14 16</inkml:trace>
  <inkml:trace contextRef="#ctx0" brushRef="#br0" timeOffset="115121.31">11612 14333 267 0,'0'0'4'0,"0"0"3"0,0 0 3 0,0 0 4 15,0 0-1-15,0 0 3 16,0 0-2-16,0-10 1 16,0 10-2-16,13-2-3 0,1-1-5 15,7-1-2-15,8 1-1 16,9-2 0-16,8-3-1 16,9 1 0-16,12-1-1 15,6-2 0-15,3 3 0 16,7-3 0-16,-1-2 0 0,2 2 0 15,-2 0 0-15,2 0-1 16,-7 0 1-16,-4 0 0 16,-6 3 1-16,-3-3-1 15,-6 2 0-15,-7 1 0 0,-8 4 0 16,-11-1 1-16,-4 1-2 16,-11 3-1-16,-7 0-4 15,-10 0-5-15,0 0-12 16,-13 10-19-16,-9-3-30 0,-2 3-7 15</inkml:trace>
  <inkml:trace contextRef="#ctx0" brushRef="#br0" timeOffset="116072.09">11612 14564 151 0,'0'0'5'16,"0"7"3"-16,0 3 5 16,0 13 4-16,0 2 4 0,2 16 3 15,3 8 1-15,1 16 1 16,4 7-2-16,2 9-2 15,3 9-6-15,-3 6-2 0,-1 11-3 16,1-1-3-16,-3 4-2 16,-1 2-1-16,-5 1-1 15,-1 1-1-15,1 10 0 16,-3-10-1-16,0 0 0 0,0 0-1 16,0 0 1-16,-3-3 1 15,1-4-2-15,-4-6 1 16,1-5 1-16,3-3 0 0,-3-7-1 15,5-44 0 1,-2 5-1-16,-1-3 0 0,1 6-1 16,-1-3 1-16,-1 3-1 15,-2-3 0-15,1 3 1 16,0-1 1-16,-2-3 1 16,-4 0-3-16,4-2 2 0,-2-2 0 15,-1 0 0-15,-3-2-1 16,3-5 1-16,-3-3-1 15,4-2 0-15,-1-8 1 0,-3-5-2 16,6-2 1-16,-3-2-1 16,3-4 0-16,7-9 0 15,-11 8-1-15,11-8 0 16,0 0 0-16,-7 3 0 16,7-3-1-16,0 0 1 15,0 0 0-15,-2-6-1 0,2 6 0 16,0 0 0-16,0-10-1 15,0 10 1-15,0 0-1 16,2-12 0-16,-2 12 1 0,7-12 0 16,-7 12 0-16,18-20-1 15,-6 13 2-15,1-3 0 16,3 0 2-16,8-3 1 16,3 1 1-16,3 0 1 0,10-1 0 15,5-2 0-15,4 3 1 16,8-5 0-16,8-1-2 15,4 3-2-15,6-2 1 16,6 2-1-16,4 0 0 0,5 3-1 16,-1-1 0-16,3 1 0 15,0-1-3-15,3 1-1 16,-6 3-7-16,-2-1-13 16,-8-5-50-16,-4 2-6 15</inkml:trace>
  <inkml:trace contextRef="#ctx0" brushRef="#br0" timeOffset="116673.86">11614 15165 216 0,'0'0'7'0,"11"0"4"16,1 0 6-16,6 0 1 0,8 0 1 15,12 0 2-15,9-3 0 16,13-1 1-16,11 0-3 16,12-4-4-16,4-2-6 15,7 0-2-15,-2 0-1 16,5-2-1-16,-3-1-1 15,-2 1-2-15,-10 1-1 0,-2 4-4 16,-15 0-2-16,-6 2-10 16,-9 3-21-16,-23-4-37 15,3 6-5-15</inkml:trace>
  <inkml:trace contextRef="#ctx0" brushRef="#br0" timeOffset="117053.79">12209 14691 383 0,'0'0'3'0,"0"0"-1"0,0 0 1 15,0 0 2-15,2 8-1 16,1 5 1-16,-1 2 0 15,1 7 0-15,-1 6-2 0,0 1 0 16,1 6-1-16,-1-4-3 16,1 2-3-16,1-3-5 15,0-5-11-15,-4-13-46 16,2 6-10-16</inkml:trace>
  <inkml:trace contextRef="#ctx0" brushRef="#br0" timeOffset="117270.32">12057 14459 454 0,'0'0'5'16,"0"0"1"-16,-8-10 1 15,8 10 1-15,0 0-1 0,-9-9 1 16,9 9-1-16,0 0-1 15,0 0-9-15,0 0-18 16,-21 7-62-16,30 4-3 16</inkml:trace>
  <inkml:trace contextRef="#ctx0" brushRef="#br0" timeOffset="118321.17">12263 15460 416 0,'0'0'6'15,"0"0"3"-15,0 0 2 16,0 0 2-16,11-5 1 0,-11 5-1 16,0 0 2-16,0 0-1 15,0 0-14-15,9 13 0 16,-6-1 0-16,-1 6 0 0,0 0 0 15,3 6 0-15,-2-2 0 16,2 0 0-16,-2 0 0 16,-1 1 0-16,1-6 0 15,1 3 0-15,-4-5-16 16,0 0-70-16,3-3-2 0</inkml:trace>
  <inkml:trace contextRef="#ctx0" brushRef="#br0" timeOffset="118988">12320 16248 426 0,'0'0'4'0,"0"0"4"0,0-5 1 16,0 5 3-16,0-14 0 16,0 1 1-16,0 1 1 0,0-4-1 15,7 1-13-15,2 3 0 16,0 0 0-16,1 2 0 15,5 2 0-15,-3 4 0 0,1 4 0 16,2 0 0-16,-3 7 0 16,-4 2 0-16,2 7 0 15,-6 2 0-15,-4 1 0 16,0 3 0-16,0 1 0 16,-7 1 0-16,-2 1 0 15,-4-5 0-15,-2 1 0 0,2-3 0 16,1-2 0-16,0-2 0 15,4-6 0-15,8-8-2 16,-15 12 1-16,15-12 2 0,0 0 1 16,0 0-2-16,11 0 0 15,3-2 0-15,1-3 0 16,3-3 0-16,6 3 0 16,-2-2 0-16,3 0 0 0,-4 1 0 15,-2 3 0-15,4 2 0 16,-14 1-17-16,2 0-68 15,-2 0-2-15</inkml:trace>
  <inkml:trace contextRef="#ctx0" brushRef="#br0" timeOffset="119587.41">12387 16922 491 0,'0'0'2'0,"-7"-5"1"15,7 5 1-15,-7-15 0 0,4 5 1 16,3-2-3-16,0 2-2 15,0-5 0-15,3 3 0 16,6 2 0-16,4 0 0 16,2 2 0-16,3 4 0 15,1 1 0-15,3 0 0 0,-4 3 0 16,1 3 0-16,2 4 0 16,-9 3 0-16,-2 2 0 15,-5 3 0-15,-5 1 0 0,-2 0 0 16,-9 2 0-16,2 2 0 15,-3-3 0-15,-2-2 0 16,5-1 0-16,2-1 0 16,-2-1 0-16,9-4 0 0,0-8 0 15,0 12 0-15,11-7 0 16,3-2 0-16,4 2 0 16,2-2 0-16,5-1 0 15,-5 0 0-15,2 6 0 16,-5-6 0-16,1 6 0 0,-8-4 0 15,-10-4 0-15,7 15 0 16,-7-5 0-16,-10 0 0 16,-8 0 0-16,-3 2 0 15,-7-1 0-15,-4 1 0 0,-2-2 0 16,-1 0 0-16,-1-6-17 16,-15 2-67-16,28-4-2 15</inkml:trace>
  <inkml:trace contextRef="#ctx0" brushRef="#br0" timeOffset="122871.16">13065 16526 185 0,'0'0'3'0,"16"0"3"16,4 0 1-16,-3 0 3 15,15 3 2-15,5-3 0 16,13 1 2-16,8-1-1 0,-1 0-3 16,7 0-1-16,6-1-2 15,1 1-2-15,5 0-1 16,2-3-2-16,7 3 1 15,5 0-1-15,6 0 0 0,1 0 0 16,11 0 0-16,5-3-1 16,2 1 1-16,2-1-1 15,7-3 0-15,-2 2 1 16,7 0-1-16,6 1 0 0,-6-5 1 16,0 6-1-16,7-6 1 15,6 6-1-15,-6-6 0 16,9 1-1-16,-8-3 1 0,4 2-1 15,3 2 1-15,0-5-1 16,0 2 1-16,3-1 0 16,0 0-1-16,-1 0 1 15,0-1-1-15,1 2 1 16,0-4 0-16,-3 3 0 0,2 1 0 16,-8-4 0-16,5 1 0 15,4 2-1-15,-5-2 0 16,-1-1-1-16,6 1 0 15,0 2 0-15,4-2 0 0,-5 3 0 16,1-2 0-16,2 1 1 16,-2 0 0-16,-4 0 0 15,2 2 1-15,-1 1-1 16,-3-3 0-16,1 2 1 0,0 1-1 16,-2 0 0-16,1-3 0 15,0 2 0-15,-6-1 1 16,-4 1-1-16,6 0 0 15,0 1 1-15,-4-2 0 0,-8 0 0 16,1 2 0-16,1 0 1 16,-5 2-1-16,-3-2 0 15,-9 1 0-15,-6 0-1 16,-5-2 0-16,1-2 0 16,-14 3-1-16,-6-1 1 0,-6 3 0 15,-6-4-1-15,-14 9-1 16,-1-6-5-16,-16 6-19 0,1 6-40 15,-20 0-4-15</inkml:trace>
  <inkml:trace contextRef="#ctx0" brushRef="#br0" timeOffset="126105.38">13074 15806 107 0,'0'0'3'15,"0"0"2"-15,19-1 2 16,-19 1 0-16,22-3 0 0,-10 0 1 16,11 3 2-16,-3-1-2 15,5-2-3-15,9-1 0 16,-1 4-3-16,7 0 0 16,-3 0-1-16,12-1 0 0,-1-2-1 15,6 1 0-15,1-2 0 16,-2 0 0-16,11 1 1 15,-2-3-1-15,5 0 1 16,3-1-1-16,2 2 1 0,3 0-1 16,-1 0 1-16,6 0-1 15,0 0 0-15,-2 0 2 16,7 1-2-16,2-2 1 16,3 2-1-16,-6-3 1 15,8-1-1-15,-1-2 1 0,1 3-1 16,0-4 0-16,3 4 0 15,-3-3-1-15,4 2 1 16,-7-1 0-16,10 2 0 0,2-4 0 16,-6 4 1-16,-1-3-1 15,3 2 1-15,-5 1-1 16,2-3 1-16,11 2-1 16,-8 1 0-16,0 2 1 0,-3-2-1 15,3 0 0-15,2 1 0 16,6 2 2-16,-8-3-2 15,2-1 0-15,-3-2 1 16,-4 5-1-16,5-2 0 16,-7-1 0-16,4 0 0 15,-4 1 0-15,2 2 1 0,-5-2-1 16,5 3 0-16,-3-7 0 16,3 5 1-16,7 2-1 15,-9 0 1-15,2-2-1 0,-3 1 0 16,1 3 0-16,-3-2 0 15,-1 0 0-15,-1 0 0 16,0-7-1-16,-1 6 1 0,-5-4 0 16,6 3-1-16,-5-4 2 15,-6 6 0-15,2-3 3 16,2 4-1-16,-4 3 0 16,-1-3 2-16,1 3-2 15,-5-3 2-15,4 1-2 0,-1 2-1 16,0-2 1-16,-2-1-3 15,-1-1 1-15,-2 1 0 16,0-2-1-16,3 3 1 16,-3-4-1-16,-2 2 0 0,2 1 1 15,-5-2-1-15,-5 3 0 16,5-1 0-16,-2 1 0 16,0-1 1-16,2 3-1 15,-3-3 0-15,3 3 1 0,1-2-1 16,3 2 0-16,-6 0 1 15,-3-2-1-15,6-1 1 16,-1 2-1-16,0-3 1 0,0 2 1 16,-2-1 0-16,2 1 1 15,-5-1 1-15,3-1 2 16,-6-2-1-16,-4 5 1 16,5-5 0-16,-9 3 1 15,9-1-1-15,-2 0-1 0,-1 0-1 16,4 2 0-16,-1-3-1 15,-2 0 0-15,-4 3-1 16,3-3-1-16,-2 2-1 16,-10 0 1-16,-1-1 1 0,-4 1 1 15,-3 0 0-15,-7 1 0 16,-2 2 3-16,-9 0-1 16,-1-2-1-16,-13 2-2 0,10 0-2 15,-10 0-6-15,0 0-12 16,-5 7-32-16,5-7-18 15</inkml:trace>
  <inkml:trace contextRef="#ctx0" brushRef="#br0" timeOffset="132187.32">13796 15240 349 0,'0'0'8'0,"0"0"4"16,0 0 3-16,3-10 2 16,-3 10 1-16,0 0 2 15,2-10 0-15,-2 10 1 0,0 0-8 16,0 0-4-16,0 0-3 15,0 13-3-15,-5 2-3 16,-3 3 0-16,2 7 0 16,-2 2 0-16,0 1 0 15,4 2 0-15,1-5 0 0,3 0 0 16,0-3 0-16,3-5 0 16,1-5 0-16,6-2 0 15,5-4 0-15,0-4 0 0,5-2 0 16,0-2 0-16,2-6 0 15,1-2 0-15,-1-3 0 16,-2-1 0-16,-3-4 0 16,-1-1 0-16,-12-1 0 0,4-3 0 15,-8 1 0-15,0-2 0 16,-8-1 0-16,-5 0 0 16,-1 1 0-16,-6 3 0 15,3 2 0-15,-8 6 0 0,5 3 0 16,-8 4 0-16,7 2 0 15,-7 4 0-15,8 0 0 16,0 5 0-16,0 2 0 16,7 6 0-16,4-1 0 15,2 1 0-15,7 3 0 0,0 2 0 16,9 0 0-16,4-1 0 16,6-2 0-16,7-2 0 15,3-1 0-15,4-5 0 0,-4-2 0 16,6-5 0-16,-3 0 0 15,-2 0 0-15,-5-3 0 16,-2 1 0-16,-6-3 0 16,-4 3 0-16,-4 0 0 0,-9 2 0 15,8-3 0-15,-4-17-71 16,-4 20-17-16</inkml:trace>
  <inkml:trace contextRef="#ctx0" brushRef="#br0" timeOffset="132521.08">14141 15314 482 0,'0'0'3'0,"0"0"1"16,0 0 2-16,0 0-1 15,0 0 2-15,9 8-3 16,-7 2-4-16,-2 4 0 15,0 1 0-15,0 5 0 0,0 0 0 16,0 2 0-16,0 1 0 16,0-1 0-16,0-5 0 15,0-2 0-15,0 0 0 16,0-6 0-16,0 0 0 0,0-9 0 16,0 8 0-16,0-8 0 15,0 0 0-15,0 0 0 16,0 0 0-16,0 0 0 15,0 0 0-15,0 0 0 0,0 0-88 16,10-1-2-16</inkml:trace>
  <inkml:trace contextRef="#ctx0" brushRef="#br0" timeOffset="139171.42">15900 15141 298 0,'0'0'10'0,"0"0"5"0,0 0 3 0,0 0 2 15,4-10 4-15,-4 10 0 16,0 0 1-16,5-10 1 16,-5 10-8-16,0 0-5 0,0 0-4 15,0 0-2-15,0 0-3 16,0 0-4-16,-9 15 0 16,0-4 0-16,-1 7 0 15,-3 4 0-15,-1 1 0 16,-7 2 0-16,0-1 0 0,1 0 0 15,-1-3 0-15,0-1 0 16,-2-3 0-16,0-2 0 16,3 0 0-16,3-3 0 15,2-4 0-15,3-1 0 0,2 1 0 16,10-8 0-16,-13 5 0 16,13-5 0-16,0 0 0 15,0 0 0-15,0 0 0 0,8-5 0 16,5 0 0-16,-1 2 0 15,5-2 0-15,6 3 0 16,-1-3 0-16,5 2 0 16,3-1 0-16,0 1 0 15,0 0 0-15,-3 3 0 16,1 0 0-16,-6 0 0 0,-3 0 0 16,-1 0 0-16,-6 0 0 15,1 0 0-15,-13 0 0 16,12 6 0-16,-12-6 0 0,0 0 0 15,0 0 0-15,0 0 0 16,0 0 0-16,0 0 0 16,0 0 0-16,0 0 0 15,0 0 0-15,0 0 0 16,0 0 0-16,0 0 0 0,0 0 0 16,0 0 0-16,0 0 0 15,0 0 0-15,0 0 0 16,0 0 0-16,0 0 0 0,0 0 0 15,0 0 0-15,0 0 0 16,0 0 0-16,0 0-14 16,5-20-63-16,-5 20-11 15</inkml:trace>
  <inkml:trace contextRef="#ctx0" brushRef="#br0" timeOffset="140421.52">16146 15248 300 0,'0'0'10'15,"0"0"6"-15,0 0 3 16,0 0 4-16,0 0 2 0,0 0 1 16,0 0 1-16,0 0 1 15,0 0-9-15,0 0-6 16,0 0-8-16,0 0-5 0,0 0 0 15,4 7 0-15,-4 3 0 16,0 2 0-16,0 0 0 16,0 3 0-16,-4 5 0 15,4-3 0-15,-2 1 0 16,2-1 0-16,0-5 0 16,0 1 0-16,0-3 0 0,0 0 0 15,0-10 0-15,0 9 0 16,0-9 0-16,0 0 0 15,0 0 0-15,0 0 0 16,0 0 0-16,0 0 0 0,0 0 0 16,0 0 0-16,0 0 0 15,0 0 0-15,0 0 0 16,0 0 0-16,0 0 0 16,0 0 0-16,0 0 0 0,0 0 0 15,0 0 0-15,0 0 0 16,0 0 0-16,0 0 0 15,0 0 0-15,0 0 0 0,0 0 0 16,0 0 0-16,0 0 0 16,0 0 0-16,0 0-8 15,0 0-80-15,0 0-2 16</inkml:trace>
  <inkml:trace contextRef="#ctx0" brushRef="#br0" timeOffset="145271.1">13095 14184 206 0,'0'0'7'0,"0"0"4"0,0 0 3 16,0 0 2-16,8-5 3 15,-8 5 1-15,0 0 1 16,5-13 3-16,-5 13-5 16,5-17-3-16,-3 8-3 15,3-6-2-15,-2 5-3 0,1-8-1 16,5 4-2-16,-4-4-2 16,4-1-1-16,-2 1-1 15,6-2 0-15,-1 1-1 16,1-1 1-16,4-2-1 0,3-1 0 15,0 3-1-15,2 3 1 16,3 0 0-16,-2 2-1 16,-1 3 1-16,0-1-1 15,0 4 0-15,-1 6 1 0,-2 0-1 16,2 2 1-16,-5 1-1 16,2 0 1-16,-3 0 0 15,3 7 0-15,-1-1 0 0,-3 0 0 16,5 1 0-16,0 3 0 15,1-2 1-15,4-1-1 16,-4 2 0-16,10 0 1 16,-5-2-1-16,5-3 0 0,-2 4 1 15,1-2-1-15,4-2 1 16,-6-2-1-16,3 0 0 16,-3 1 1-16,1 0-1 15,-7-3 0-15,4 0 1 16,-2 0-1-16,-3 0 1 15,0 0-1-15,2-6 0 0,-2 2 0 16,-1-4 0-16,7 1 1 16,-1 0-1-16,0-6 0 15,5 6 0-15,0-5 0 0,-4 4 0 16,4-2 0-16,-3-3 0 16,3 7 0-16,-5-1 0 15,-2-2 0-15,-6 4 0 0,0 2 0 16,-5-1 1-16,-12 4 1 15,16-4 0-15,-16 4 1 16,0 0 0-16,0 0 0 16,0 0 1-16,5-9-1 15,-5 9 0-15,0 0-1 0,0 0 0 16,0 0 0-16,0 0-1 16,0 0 0-16,0 0-1 15,0 0 0-15,0 0-1 16,0 0 0-16,0 0 0 0,-3 6 0 15,3-6 1-15,0 14-1 16,0 0 1-16,0-3 0 16,0 4 1-16,5 0-1 15,-1 2 0-15,8-2 1 0,0 2 0 16,0-2-1-16,5-2 1 16,4-1-1-16,0-2 0 15,4-3 1-15,0 1 0 0,5-3-1 16,2-5 1-16,-2 3-1 15,3-3 1-15,4 0-1 16,0-6 0-16,1 1 1 16,1-2-2-16,-2 0 1 15,0-4 0-15,6-1 0 0,-3 2 0 16,-1-1 0-16,-2-3-1 16,1 3 1-16,2-2 0 15,-6 1-1-15,3 1 1 16,0 4 0-16,-3-3 0 0,0 1 0 15,-1 2-1-15,-4 1 1 16,4-2 0-16,-3 1 0 16,2 3 0-16,-5-2 0 15,6-1 0-15,-4 2 0 0,4 0 0 16,-4 0 0-16,4 2 0 16,-4-2 0-16,-1 3 0 15,-2-1 0-15,8 1 0 16,-13-1 0-16,4 3 0 0,-2 0 0 15,-1 0 0-15,-2 0 0 16,3-2 0-16,-3 2 0 16,-3 0 0-16,5 0 0 15,-5 0 0-15,3 0 0 0,-2 0 0 16,1 0 0-16,2 0 0 16,-1 0 0-16,-1 0 0 15,-1 0 0-15,3 0 0 16,0 0 0-16,1 0 0 0,1 0 0 15,-1 2 0-15,3-2 0 16,2 0 0-16,-2 0 0 16,3 0 0-16,-4 0 0 15,-2 0 0-15,6 0 0 0,-8 0 1 16,5 3-1-16,-3-1 0 16,0 1 0-16,3-3 0 15,-2 5 0-15,-1-3 0 16,0 4 0-16,1-4 0 0,-6 3 0 15,1-3 0-15,-2 1 0 16,0 1 0-16,-4 2 0 16,1-3 0-16,-1 1 0 15,-3 0 0-15,2 2 1 0,-11-6-1 16,12 18 0-16,-7-9 1 16,0 4-1-16,-2-1 0 15,2-2 1-15,-3 2-1 16,1-2 0-16,1 0 1 0,-1 1-1 15,-3-11-3-15,0 11-5 16,0-11-12-16,-5 5-58 16,5-5 0-16</inkml:trace>
  <inkml:trace contextRef="#ctx0" brushRef="#br0" timeOffset="146219.67">14837 13568 361 0,'0'0'5'0,"0"0"3"0,0 0 3 16,0 0 0-16,0 0 2 15,-7-10 0-15,7 10 1 16,0 0-1-16,0 0-3 16,0 0-3-16,5-8-2 0,7 5-2 15,6-1-1-15,5 1-1 16,-2 2 1-16,9-2-1 15,-3 0 0-15,3 0-1 16,-5 3 1-16,-4 0 0 0,-7 0 0 16,-2 3 0-16,-12-3 1 15,0 19-1-15,-7-3 1 16,-5-1 0-16,-11 4 0 0,-2 4 0 16,-5-4-1-16,0 3 0 15,3-2 0-15,3-3-1 16,1-1 1-16,5-4-1 15,6-2-1-15,12-10 2 16,0 12-1-16,3-7 0 0,11-5 0 16,4 0 1-16,5 0 0 15,2 0 0-15,5 0 0 16,0 0 0-16,2-5-1 16,-6 3-3-16,2 2-6 0,-3-5-14 15,-12 5-60-15,6 0-2 16</inkml:trace>
  <inkml:trace contextRef="#ctx0" brushRef="#br0" timeOffset="146637.32">15442 13602 373 0,'0'0'6'0,"0"0"2"0,-4-9 1 15,4 9 1-15,-12-16 2 16,3 9 0-16,-7-1 0 16,-1 4 1-16,-5-4-5 0,-1 5-2 15,0 3-3-15,2 3-1 16,1 7 0-16,8-2-2 16,1 1-1-16,5 7 1 15,6-4-1-15,4-2 1 0,9-3 0 16,-1 0 0-16,8-3 1 15,5-4 0-15,-4 0-1 16,2-4 2-16,0-3-1 0,-5 0 0 16,1-3-1-16,-5 2 1 15,-1 1 0-15,-13 7-1 16,10-10 0-16,-10 10 0 16,0 0 0-16,13 0-1 0,-13 0-3 15,10 15-2-15,-10-15-6 16,14 14-8-16,-3-7-8 15,1 2-26-15,3-5-26 16,-3-4-8-16</inkml:trace>
  <inkml:trace contextRef="#ctx0" brushRef="#br0" timeOffset="147020.45">15601 13585 374 0,'0'0'6'0,"0"0"3"16,0 0 1-16,0 0 2 15,-3-10 1-15,3 10 1 16,0-10-3-16,0 10 2 0,0-13-5 15,0 13-4-15,5-9-1 16,5 6-2-16,2 3-1 16,1 0 0-16,-1 3 0 15,1 4 0-15,-1 3 0 0,-3 0 0 16,-1 3-1-16,-3-1-1 16,-2 1 0-16,-1-5 0 15,-2 3 0-15,0-11 0 16,-2 13 1-16,2-13 0 0,0 0 1 15,-8 0 1-15,8 0-1 16,-2-6 1-16,2-3-1 16,2-4 0-16,1 1 0 15,4-1 0-15,3 1-1 0,-2 2 1 16,4 3-1-16,-2-1 0 16,-2 5 0-16,4 3 1 15,-5 3 0-15,-7-3 0 16,18 18 0-16,-11-9 0 0,3 7-1 15,-2-4-5-15,-3-1-6 16,7 2-19-16,6-5-48 16,-9-4-2-16</inkml:trace>
  <inkml:trace contextRef="#ctx0" brushRef="#br0" timeOffset="147222.98">15971 13501 406 0,'0'0'2'0,"0"0"1"0,-3 7 0 0,3-7 1 16,-4 13 0-16,4-13 0 15,0 19 1-15,0-7-1 16,0-2 0-16,4 0-4 0,4 1-5 16,-8-11-12-16,16 0-47 15,-5 10-14-15</inkml:trace>
  <inkml:trace contextRef="#ctx0" brushRef="#br0" timeOffset="147523.65">16224 13458 406 0,'0'0'5'16,"0"0"1"-16,0 0 2 16,0 0-1-16,0 0 2 15,-7-10-1-15,7 10 1 0,-16 0-1 16,7 0-4-16,-1 4-2 15,-1 2-1-15,2 2-1 16,-1 4 0-16,4 3 0 0,4-3-1 16,2 4 1-16,0-1 0 15,8-1 0-15,7 1 0 16,-3-5 1-16,5 2-1 16,1-4 1-16,2 2-1 0,0-6 1 15,-6 3 0-15,-1-1 0 16,-3-3 0-16,-10-3 0 15,0 9 0-15,-8-3-2 16,-9-2-6-16,0-4-49 0,-3 6-25 16,-5-2-3-16</inkml:trace>
  <inkml:trace contextRef="#ctx0" brushRef="#br0" timeOffset="149287.41">17235 13966 298 0,'0'0'3'0,"0"0"3"0,3-14 1 15,2 3 5-15,-1 2 0 16,4-7 2-16,0-1 2 16,1-2 1-16,1 1-4 15,2-1-2-15,1-2-2 0,5 4-4 16,-4 1-1-16,9 0-1 15,4-4-2-15,1 6-1 16,4-2 1-16,3 0-1 0,2 6 0 16,2-3 0-16,-1 6 0 15,-1 2 0-15,-2 2 0 16,-3 0 0-16,1 3 0 16,-6 0 0-16,-2 6 0 0,-1-4 0 15,-4 3 0 1,1 2 0-16,-2-2 1 0,1 1-1 15,-2 0 0-15,-4-2 1 16,4 3-1-16,1-2 0 16,-1-1 1-16,5-4-1 15,1 4 0-15,1-3 0 0,7-1 1 16,-2 0-1-16,7 0 0 16,1 0 0-16,2-5 2 15,1 3-2-15,2-3 0 0,2-2 0 16,5 0 0-16,-4-1 0 15,7 0 0-15,2-4 0 16,2 2 0-16,5-2 0 16,3-3 0-16,2 3 0 0,-1-4 0 15,6 2 0-15,1-4 0 16,-4 1-2-16,-2-3 2 16,-5 1-1-16,-2-1 1 15,-8-3 0-15,-7 1 1 16,-7 2-1-16,-9 3 2 0,-7 0 0 15,-4 2 0-15,-8 0 1 16,-3 5 1-16,-5 0-1 16,-2 10 0-16,0-12 0 15,0 12-2-15,0 0 0 0,-7-10-1 16,7 10-1-16,0 0 0 16,-7 3-1-16,7-3 0 15,-7 17 0-15,4-8 1 0,3 4 0 16,0 2 0-16,0 2 1 15,3-2 0-15,1 2-1 16,4-1 1-16,1 0 1 16,2-1-1-16,3 0 1 0,4-2 0 15,-1-3 0-15,3-1 0 16,5 1 0-16,5-3 0 16,0-2 0-16,2-5 0 15,5 3 0-15,3-3-1 16,5 0 1-16,3-5-1 0,10-5-1 15,0 3 1-15,6-4-1 16,3 3 1-16,3-5-1 16,0 3 0-16,1-5 1 15,1 3-1-15,-2 0 1 0,2-1 0 16,-3 1 0-16,4-1 0 16,-4 1 0-16,1 1 0 15,0-1 0-15,-4-1 0 0,2 5 0 16,-4 0 0-16,-1-2 0 15,1 0 0-15,-2 2 0 16,-2 1 0-16,0 0 0 16,-1-1 0-16,-1 3 0 0,1 0 0 15,-1 0 0-15,-7 0 0 16,1 3 0-16,1-4 0 16,-7 5 0-16,2 1 0 15,-6-3 0-15,0 3 0 16,-4 0 0-16,-3 3-1 0,-5 1 1 15,-3 1 0-15,-3 2 0 16,1 1 0-16,-5 5 0 16,1-3 0-16,-5 2 0 0,2-1 0 15,-1 6 0-15,1-3 0 16,-1-2 1-16,-3 6-1 16,2-4 0-16,-1 2 0 15,-1-4 0-15,-1 2 1 0,-1-4-1 16,2 3 0-16,-5-3 1 15,-9-10-1-15,15 14 1 16,-15-14 0-16,4 10 0 16,-4-10-7-16,0 0-12 0,0 13-60 15,0-13-1-15</inkml:trace>
  <inkml:trace contextRef="#ctx0" brushRef="#br0" timeOffset="150219.53">19944 13153 330 0,'0'0'9'0,"0"0"3"16,0-9 5-16,0 9 0 0,0-12 2 15,0 12 0-15,2-18 0 16,3 11 1-16,-5 7-9 16,14-13-3-16,-1 10-4 15,-3 3-1-15,5 0-1 0,2 9-1 16,-1 3-1-16,1 5 0 16,-2 1 0-16,-3 1 0 15,-7 6-1-15,0-2 1 0,-5-1-1 16,-5 0 0-16,-2-8 0 15,-5 1 0-15,-1-5-1 16,-2 1 1-16,2-9 0 0,1-2 1 16,12 0-1-16,-12-10 2 15,12-3 0-15,0 1 0 16,10-8 0-16,2-2 0 16,3 0 1-16,4-3 0 15,-1 3-1-15,0 2 1 16,-1 3-1-16,-4 2 0 0,-6 5 0 15,-7 10-1-15,17 0 0 16,-17 0 0-16,11 12 0 16,-7 3 0-16,1 0 0 15,2 2 0-15,1 5 0 0,-1-4 0 16,3 2 0-16,2-5-1 16,1 0-2-16,2-5-6 15,3 0-15-15,12-3-58 16,-11-5-3-16</inkml:trace>
  <inkml:trace contextRef="#ctx0" brushRef="#br0" timeOffset="151053.17">20657 13102 388 0,'0'0'5'0,"0"0"3"0,0 0 1 0,-3-11 1 16,3 11 0-16,-14-7 1 15,6 3 1-15,-4-1-1 16,-4-1-4-16,4 6-3 16,-1 0-1-16,1 0-1 0,0 0-1 15,4 0-1-15,8 0 0 16,-12 0 0-16,12 0 0 0,0 0-1 15,0 0 1-15,0 0 0 16,0 0 0-16,0 0 0 16,0 0 1-16,0 0 0 15,0 0 0-15,0 0 0 0,0 0 1 16,0 0-1-16,0 0 0 16,0 0-1-16,0 0 1 15,0 0-1-15,0 0 0 16,0 0 1-16,0 0-1 0,0 0 0 15,0 0 1-15,0 0 0 16,0 0-1-16,0 0 1 16,5-4-1-16,-5 4 1 15,0 0-1-15,0 0 1 0,9-7-1 16,-9 7 1-16,0 0 0 16,10-8-1-16,-10 8 1 15,0 0 0-15,0 0 0 16,0 0 0-16,8-7 1 0,-8 7-1 15,0 0 1-15,0 0-1 16,0 0 1-16,0 0 0 16,0 0-2-16,-9 4 0 15,0 2 0-15,-3 3 0 0,-3 4 0 16,3-1 0-16,0 5-2 16,1 1 1-16,-1 1 1 15,5-3-1-15,5 0 0 16,2-3 0-16,9-1 1 0,3-7-1 15,1 0 1-15,4-5 0 16,1 0 0-16,2-5 1 16,2-2 0-16,-4-3-1 15,-2-3 1-15,-3-1 0 0,-1-1 2 16,-4 0-3-16,0 0 0 16,-6 3 0-16,-2 1 0 15,0 11 0-15,0-14 0 16,0 14 0-16,0 0 0 0,-4 10 0 15,1 0-2-15,3 2 1 16,0 3-2-16,7 2-4 16,-2-5-5-16,10 4-17 15,2-4-54-15,4-7-3 0</inkml:trace>
  <inkml:trace contextRef="#ctx0" brushRef="#br0" timeOffset="151472.17">20818 13087 412 0,'0'0'5'0,"0"0"2"0,-7-10 1 16,7 10 1-16,-7-11 2 15,7 11-1-15,-5-13 0 16,5 13 0-16,0-10-4 0,0 10-3 16,14-3-1-16,-2 3-1 15,4 3-1-15,-2 4 0 16,-1 2 0-16,-3 1 0 15,-1 5 0-15,0-2-1 0,-7 2 1 16,-2-3-1-16,-2 1 0 16,-4-3 0-16,6-10 1 15,-12 14 0-15,12-14 0 16,-10 3 0-16,10-3 0 0,0 0 1 16,-5-11-1-16,5-1 1 15,7-2-1-15,3-1 1 16,3-3-1-16,-1 1 0 15,5 2 0-15,-4 3 0 0,-1 5 0 16,-1 1 0-16,-2 6 0 16,-9 0 0-16,12 10 0 15,-7 2-1-15,-2 4 1 16,0-4 0-16,2 5-4 0,-1-2-3 16,1 3-7-16,0-8-15 15,-5-10-55-15,8 12 0 16</inkml:trace>
  <inkml:trace contextRef="#ctx0" brushRef="#br0" timeOffset="151637.4">21142 13020 426 0,'0'0'4'0,"0"0"0"0,0 0 0 0,0 0 0 16,0 0 0-16,-9 5 0 15,9 5 0-15,0 0 0 16,0 4-5-16,0 2-4 15,0 0-8-15,0-3-22 0,9 2-43 16,0-5-4-16</inkml:trace>
  <inkml:trace contextRef="#ctx0" brushRef="#br0" timeOffset="151937.48">21496 12953 435 0,'0'0'3'0,"0"0"1"0,0 0 0 15,-9-10 0-15,9 10 1 16,-21-4-1-16,7 1 1 16,-4 3-1-16,-2 0-2 0,1 5-2 15,3 5 0-15,2 0-1 16,1 5 0-16,10-1-1 16,3 4 1-16,6-1 0 0,9 3 0 15,3 0 1-15,1-1-1 16,3-1 1-16,3-1 0 15,0 3 0-15,-5-6 1 16,-5-1 0-16,-8 2 0 16,-2-5 0-16,-5 0 0 0,-9-3-1 15,-12-1-5-15,-4 1-18 16,16-2-56-16,-19-5-2 16</inkml:trace>
  <inkml:trace contextRef="#ctx0" brushRef="#br0" timeOffset="159037.19">15863 16045 307 0,'0'0'8'0,"0"0"5"16,0 0 2-16,0-12 1 16,0 12 3-16,-2-10 1 15,2 10 0-15,-7-11 1 16,7 11-8-16,-10-10-3 0,10 10-3 16,-20 0-2-16,4 3 0 15,2 2-2-15,-1 0 0 16,-5 5-1-16,0 0-1 15,1 0 0-15,-1 1 0 0,2 6-1 16,6-6-1-16,-4 4 0 16,7 3 0-16,2-4 0 15,4 2 0-15,3-2 0 16,3-2 1-16,4 1 0 0,6-6 0 16,1-2 0-16,2-5 2 15,5 0-1-15,2 0 2 16,-3-7 0-16,2-5 1 15,-2-4 1-15,-2 0 1 0,1-9-3 16,-3 0-3-16,-7-5 0 16,-2-2 0-16,-2-1 0 15,1-3 0-15,-6-1 0 16,0 0 0-16,0 7 0 0,-3 2 0 16,-2 3 0-16,0 6 0 15,3 6 0-15,2 13 0 16,-8-15 0-16,8 15 0 15,0 0 0-15,-7 11 0 0,5 3 0 16,-2 8 0-16,2 6 0 16,-1 2 0-16,3 7 0 15,0 2 0-15,3-3 0 16,3 0 0-16,3-3 0 16,3-4 0-16,4-4 0 0,-4-3 0 15,6-7 0-15,-6-2 0 16,0-6 0-16,1 1 0 15,-1-4 0-15,-2-4 0 16,-10 0 0-16,15 0 0 0,-15 0-13 16,9-12-56-16,-9 12-20 15</inkml:trace>
  <inkml:trace contextRef="#ctx0" brushRef="#br0" timeOffset="159703.79">16095 16037 464 0,'0'0'5'0,"0"0"0"0,0 0 3 16,-2-10 1-16,2 10 1 15,-6-9 0-15,6 9-10 16,-3-16 0-16,3 7 0 16,0 9 0-16,6-14 0 0,-6 14 0 15,19-11 0-15,-6 5 0 16,2 2 0-16,3 4 0 15,1 0 0-15,-6 3 0 16,1 2 0-16,-1 5 0 0,-3 1 0 16,-3 7 0-16,-4-3 0 15,-3 2 0-15,0 2 0 16,-5-1 0-16,-2 2 0 16,-7-2 0-16,2-1 0 15,3-3 0-15,-2 2 0 0,2-7 0 16,4 2 0-16,5-11 0 15,-5 12 0-15,5-12 0 16,7 5 0-16,3-5 0 0,3 0 0 16,5 0 0-16,3 0 0 15,2-5 0-15,2 0 0 16,-1 0 0-16,1 3 0 16,-5-4 0-16,0 4 0 15,-5-1 0-15,-8 3 0 0,3 0 0 16,-10 0 0-16,0 0 0 15,0 0 0-15,10 0 0 16,-10 0 0-16,0 0 0 16,0 0 0-16,0 0 0 0,0 0 0 15,0 0 0-15,0 0 0 16,0 9 0-16,0-9-50 16,0 0-43-16</inkml:trace>
  <inkml:trace contextRef="#ctx0" brushRef="#br0" timeOffset="162919.95">17864 15864 324 0,'0'0'6'0,"0"0"3"0,0 0 3 16,0 0 2-16,0 0 1 15,0 0 1-15,0 0 2 0,7 8 1 16,-7-8-5-16,18 7-2 15,-4-5-1-15,9-2-2 16,9 0 1-16,5 0-2 16,6 0-1-16,6-4-2 0,1-1-3 15,0-3-2-15,-6 0 0 16,-2 4 0-16,-8-1 0 16,-8 0 0-16,-8 5 0 15,-9-3 0-15,-9 3 0 0,0 0 0 16,0 0 0-16,0 0 0 15,-14 0 0-15,7 0 0 16,-9 0-2-16,7 0-20 16,-4 3-38-16,3-1-27 15,10-2-2-15</inkml:trace>
  <inkml:trace contextRef="#ctx0" brushRef="#br0" timeOffset="163453.92">18735 15729 403 0,'0'0'6'0,"0"0"3"0,6-8 2 16,-6 8 2-16,0-16 1 15,0 7 0-15,0-4 1 16,-6 1 0-16,-1 2-6 15,-5 3-7-15,-1-4-2 0,-1 6 0 16,-7 5 0-16,5 0 0 16,-5 3 0-16,5 4 0 15,-6 6 0-15,8 2 0 16,0 2 0-16,-2 1 0 0,8 0 0 16,6-2 0-16,2 1 0 15,5-5 0-15,11-5 0 16,3-3 0-16,-1-4 0 0,9-4 0 15,-2-3 0-15,5-7 0 16,-2-1 0-16,-4-1 0 16,1-1 0-16,-5 6 0 15,-3-4 0-15,-7 8 0 16,0-1 0-16,-10 8 0 0,0 0 0 16,0 12 0-16,-2 6 0 15,-6 4 0-15,4 3 0 16,-7 4 0-16,1 3 0 15,3 1 0-15,-1-3 0 0,1-3 0 16,4-3 0-16,1-4 0 16,-3-2 0-16,5-3-16 15,0-15-28-15,-2 11-44 16,2-11 0-16</inkml:trace>
  <inkml:trace contextRef="#ctx0" brushRef="#br0" timeOffset="163803.92">19039 15604 431 0,'0'0'5'0,"0"0"2"16,0 0 0-16,0 0 1 16,0 0 0-16,-5 12 1 0,-2-1 0 15,-1 5-1-15,-2 4-3 16,0 3-3-16,3 6 0 15,-4 1-1-15,7 2 0 16,1-4-1-16,3-2 0 0,0-3 0 16,7-5 1-16,5-6-1 15,6-8 0-15,2-4 1 16,3 0-1-16,2-9 1 16,-1-8 1-16,-1-3 1 0,-1-3-3 15,-7-5 0-15,-2-1 0 16,-8-4 0-16,-5 0 0 15,-3 0 0-15,-10 4 0 16,-4 4 0-16,-5 3 0 0,-1 7 0 16,-1 9 0-16,-1 6 0 15,0 6 0-15,7 1-68 16,-1 11-20-16</inkml:trace>
  <inkml:trace contextRef="#ctx0" brushRef="#br0" timeOffset="168203.79">16555 16062 356 0,'0'0'6'0,"0"0"3"15,0 0 3-15,0 0-2 0,0 0 2 16,0 11 0-16,0-4 0 15,0 5 0-15,-3 0-5 16,0 6-3-16,-2-1-2 0,3 3-1 16,-1 2 0-16,1-5-1 15,-1 3-2-15,3-1-4 16,0-5-7-16,0 0-17 16,3-2-47-16,-3-2-5 0</inkml:trace>
  <inkml:trace contextRef="#ctx0" brushRef="#br0" timeOffset="168720.37">16734 15798 348 0,'0'0'6'0,"0"0"5"16,0 0 2-16,0 0 3 0,0 0 1 15,0 0 1-15,0 0 0 16,0 0 1-16,0 0-7 16,0 0-3-16,0 0-3 15,0 11-2-15,-4 2-2 0,0 4-1 16,-1 3-1-16,0 5 0 15,-5 2 1-15,2 3 0 16,-2 0 0-16,1-5 0 16,-4 4 0-16,3-6 0 15,-2-1-1-15,4-5 1 0,-2-5-1 16,6-2 0-16,4-10-1 16,-5 13 1-16,5-13 0 15,0 0-1-15,7 2 1 0,0-2 0 16,6-2 0-16,-3-1 1 15,4-2-1-15,-1 3 0 16,2-4 0-16,-2 2 1 16,-1 1-1-16,0 3 0 0,-12 0 0 15,15-2-1-15,-15 2-1 16,10 0-1-16,-10 0-4 16,0 0-4-16,0 0-9 15,0 0-31-15,-5 5-32 16,5-5-3-16</inkml:trace>
  <inkml:trace contextRef="#ctx0" brushRef="#br0" timeOffset="169353.97">16813 15980 428 0,'0'0'5'0,"0"0"2"0,0 0 1 0,0-7 1 16,0 7 1-16,0-11 1 15,0 11 0-15,3-11 0 16,-3 11-4-16,12-10-3 15,-2 5-4-15,-3 2 0 0,5 3 0 16,1 0 0-16,-1 0 0 16,0 5 0-16,-1 5 0 15,-2 0 0-15,-3 5 0 16,-1-1 0-16,-3 1 0 0,-2 3 0 16,-2-1 0-16,-3 1 0 15,-3 0 0-15,-4-4 0 16,2-2 0-16,-3 1 0 15,1-1 0-15,4-2 0 0,8-10 0 16,-15 15 0-16,15-15 0 16,0 0 0-16,0 0 0 15,0 0 0-15,0 0 0 16,15 5 0-16,-2-5 0 0,4 0 0 16,3-2 0-16,0-3 0 15,2 1 0-15,-4 0 0 16,2 2 0-16,-6-1 0 15,-4 0 0-15,3 3 0 0,-13 0 0 16,0 0 0-16,0 0 0 16,0 0 0-16,0 0 0 15,0 0 0-15,0 0 0 16,0 0 0-16,0 0 0 16,0 8 0-16,0-8 0 0,0 10 0 15,-5 2-66-15,5-12-25 16</inkml:trace>
  <inkml:trace contextRef="#ctx0" brushRef="#br0" timeOffset="175603.9">15911 16790 338 0,'0'0'7'0,"0"0"3"15,0 0 3-15,0 0 2 16,-7-3 0-16,7 3 1 0,-13-1 0 16,1 1 1-16,1 0-7 15,-3 0-3-15,2 1-2 16,-11 8-1-16,5-1-2 15,-1 3 0-15,-1 1-2 0,2 4 1 16,1-1-1-16,2 1 0 16,5 0 0-16,8-2 0 15,2-1-1-15,0-1 1 16,9-4 0-16,7-3 0 0,-2-5 0 16,6 0 0-16,3-8 1 15,-1-7 2-15,0 0 0 16,1-5 1-16,-4 1 1 15,-1-3 1-15,-4-3 0 0,-1 0 0 16,-5-2-6-16,-4-3 0 16,-1 3 0-16,-3-3 0 15,0 0 0-15,-7 4 0 16,-1 2 0-16,1 2 0 0,-3 7 0 16,5 5 0-16,5 10 0 15,-12-2 0-15,12 4 0 16,-3 14 0-16,3 6 0 15,0 5 0-15,0 3 0 16,0 4 0-16,3 3 0 0,4 3 0 16,3 0 0-16,-2-5 0 15,4-3 0-15,0-5 0 16,-2-2 0-16,2-5 0 0,0-3 0 16,4-7 0-16,-6 0-25 15,-10-10-62-15,17 2-3 16</inkml:trace>
  <inkml:trace contextRef="#ctx0" brushRef="#br0" timeOffset="176157.64">16082 16761 462 0,'0'0'4'0,"0"0"3"15,0 0 0-15,0 0 1 16,0 0 0-16,0 0 0 16,0-7-1-16,0 7-7 0,15-6 0 15,-3 1 0-15,3 3 0 16,3-1 0-16,2 1 0 15,-3 2 0-15,3 0 0 16,-5 5 0-16,0 0 0 0,-8 0 0 16,-7-5 0-16,8 17 0 15,-8-6 0-15,-3-3 0 16,-7 6 0-16,1-4 0 16,-8 0 0-16,6 2 0 15,1-2 0-15,0 2 0 0,3-5 0 16,-1 4 0-16,8-4 0 15,0-7 0-15,3 14 0 16,6-6 0-16,4-4 0 16,2 2 0-16,5-1 0 0,-3 0 0 15,3 0 0-15,-2-1 0 16,-4-1 0-16,-4 0 0 16,1 2 0-16,-11-5 0 0,4 7 0 15,-4-7 0-15,-13 10 0 16,-4-5 0-16,-5 3 0 15,-5-4 0-15,-3 4 0 16,-5 1 0-16,-2-4 0 16,10 5 0-16,-8 5-66 0,15-9-21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3:18:47.1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15396 9257 211 0,'0'0'5'0,"0"0"4"0,0 0 2 16,0 0 0-16,0 0 0 15,0 0 3-15,0 0 1 16,0 0 1-16,0 8-4 0,0 2-3 15,0 4-3-15,3 4 0 16,-1 4 0-16,1 8-2 16,1 4-2-16,2 9-1 15,-1 6 0-15,0 3-1 16,0 10 0-16,-1 7 1 0,-1 6-1 16,3 4 0-16,-4 5 1 15,0 3-1-15,-2 7 2 16,0 6-2-16,0-5 1 15,3 7 1-15,-3 2 1 0,0-2 2 16,0 7 0-16,0 6 1 16,0-5 2-16,0 2 0 15,0-1 2-15,-3 4-1 16,3-2-1-16,0 6 0 0,0-2 1 16,0-2-2-16,0 2-1 15,0 0-1-15,0-3-1 16,0-3 0-16,-4-2-2 0,4-5 1 15,-6 1-2-15,3-6 1 16,-1-5-1-16,1-6 0 16,-2 0 0-16,5-9 0 15,-2-2 0-15,0-5 0 16,2-6-1-16,0-6 0 0,0-6 0 16,0-4 0-16,-3-8-1 15,3-7-1-15,0-3-3 16,-2-10-4-16,2-5-5 15,0-17-7-15,0 0-50 0,0 0-11 16</inkml:trace>
  <inkml:trace contextRef="#ctx0" brushRef="#br0" timeOffset="1633.68">15449 9363 62 0,'0'0'6'16,"12"-1"1"-16,3-2 3 15,7 0 2-15,5-2 2 0,10 0 2 16,4 1 0-16,14-4 3 16,-1 0-5-16,5 1-2 15,3 0-2-15,-4-4-2 16,1 2 0-16,-4 2-2 15,0-3-2-15,-8 3-1 0,-4-1-1 16,-4 5-1-16,-9 1 1 16,0-2-1-16,-8 4 0 15,-5 0 1-15,-5 0 1 0,1 4 2 16,-13-4 2-16,15 10-1 16,-10 0 3-16,-2 2 0 15,2 2 2-15,-5 4 0 16,5 5-1-16,-3 6-2 15,1-1 1-15,-1 11-1 0,3 1 0 16,0 8 1-16,3 2 0 16,-1 12 1-16,5 6-1 15,-1 4 1-15,3 7 0 0,-4 2-2 16,7 9-1-16,-5-1-1 16,4 7 0-16,-4-2-1 15,-1 6 1-15,-4-1-1 16,2 0 0-16,-1 2-1 0,-1 3 2 15,3 0-1-15,-5-2 0 16,2 4 0-16,2-4 0 16,-5 5-1-16,1-4 0 15,0 7 0-15,-3-7-1 16,2 7-1-16,0-6 0 0,-1 0-1 16,2-3 0-16,0-3-1 15,0-3 1-15,-1-2-1 16,1-6 0-16,1-6 0 15,-1-2 0-15,2-5 0 0,-2-7 0 16,2-2 0-16,-2-6 1 16,1-2-1-16,-2-7 0 15,-1-6 0-15,2 0 1 16,-3-9-2-16,0-2 1 0,1-3-1 16,2-6 1-16,-2-4 0 15,-1-3-1-15,1-5 1 16,-1 1 0-16,-2-3-1 0,2 1 1 15,-2-11 0-15,0 14 0 16,0-14 0-16,0 9-1 16,0-9 1-16,0 13 0 15,0-13 0-15,-2 10 0 16,2-10 0-16,-5 10 0 0,5-10 0 16,-10 7 0-16,10-7 0 15,-12 3 0-15,2 0 0 16,-3-2 1-16,-1-1-1 15,-4 0 0-15,-7 0-1 0,0-1 1 16,-10-2 0-16,-2 0 0 16,-7 1 0-16,-6 2 0 15,-5 0 0-15,-7 0 0 16,-5 2 0-16,-5 4 0 0,-5 1 0 16,-2 3 0-16,-1-1-1 15,1 1 0-15,4 0 0 16,3-2-2-16,8-1-2 0,4-4-2 15,10-1-7-15,8-7-19 16,-3-2-50-16,21-8 1 16</inkml:trace>
  <inkml:trace contextRef="#ctx0" brushRef="#br0" timeOffset="3382.85">15560 8487 234 0,'0'0'7'15,"0"0"5"-15,-5-13 3 0,5 13 4 16,0 0 2-16,-5-10 2 16,5 10-1-16,0 0-1 15,0 0-5-15,0 0-6 16,-2 8-4-16,2 9-3 0,0 11-2 15,2 6-2-15,1 14 0 16,2 3 3-16,-1 11 0 16,2 5-1-16,1 3 2 15,-4-1 0-15,2-2-1 0,-3-3 1 16,0-5-1-16,1-6 0 16,-1-4 0-16,-2-4-2 15,2-8-1-15,-2-10-1 0,4-4-3 16,-1-3-1-16,-3-11-1 15,0-9-7-15,2 10-19 16,-2-10-40-16,0-7-3 16</inkml:trace>
  <inkml:trace contextRef="#ctx0" brushRef="#br0" timeOffset="3718.96">15962 8397 335 0,'0'0'3'0,"0"0"0"0,0 0 1 15,0 13 2-15,0 7 0 16,0 7 2-16,0 5 2 0,0 13 1 15,2 7-4-15,5 7 1 16,-2 6 0-16,2 1-2 16,0-1 0-16,1-3-1 15,-3-2-1-15,0-6-1 16,0 0-1-16,-5-9-2 0,4-5-3 16,-1-5-6-16,-1-6-9 15,1-2-26-15,-3-9-30 16,0-7-4-16</inkml:trace>
  <inkml:trace contextRef="#ctx0" brushRef="#br0" timeOffset="4666.25">15178 8443 204 0,'0'0'6'0,"0"0"0"16,-3-3 2-16,3 3 1 15,0 0 2-15,0 0 3 16,5-8 0-16,-5 8 1 0,23 0-3 15,-6 0-4-15,9 5 0 16,10-2 1-16,10-3-4 16,13 3-2-16,5-3-2 15,19 0 0-15,5-3-2 16,15-2 1-16,10 0-1 0,9-5-1 16,15 0 0-16,7-5 0 15,7 0 0-15,9 3 1 16,4-6 1-16,7 0-1 0,1 4 1 15,-3-1-1-15,-3 0-3 16,0 3-10-16,-14-1-8 16,-10 1-18-16,-8 8-24 15,-27 1-4-15</inkml:trace>
  <inkml:trace contextRef="#ctx0" brushRef="#br0" timeOffset="6432.93">14904 8556 198 0,'0'0'6'0,"0"0"2"16,3-7 5-16,-1-8 4 15,1 3 3-15,1-11 1 16,2-2 2-16,-1-5 2 0,0-7-4 16,0-4-2-16,-5-7-4 15,2-1-5-15,0-9-2 16,-2-2-3-16,0 0-2 15,0-9-3-15,-2-1 0 0,0 0 0 16,-1 4 0-16,1-1 0 16,2 7 0-16,-4 6 0 15,4 4 1-15,0 6 1 0,0 9-1 16,0 1 0-16,0 9 1 16,0 2-1-16,0 6 0 15,0 2 0-15,0 1 0 16,0 3 0-16,0 11 0 0,0-13-1 15,0 13 1-15,0 0-1 16,0 0 0-16,0-7 1 16,0 7-1-16,0 0 0 15,0 0 0-15,0 0 0 0,0 0 0 16,0 0 0-16,0 0 0 16,0 0 0-16,0 0 0 15,0 0-1-15,0 0 0 16,0 0-1-16,0 0-1 15,0 0 0-15,0 0 0 0,0 0 1 16,13 0-1-16,0 0 1 16,2 0 0-16,8 3 2 15,6-3 0-15,6 3 0 0,13-3 0 16,1 1 0-16,10-1 0 16,11 0 0-16,7 0-1 15,8-1 0-15,12-5 0 16,2-1 0-16,7-1-1 0,7 1 1 15,8-3-2-15,1 2-1 16,5-4-1-16,7 2-2 16,0 0 2-16,-2-2-3 15,10 2 2-15,-6 0 0 16,1 0 1-16,-10-2 1 0,-1 0 3 16,-6 4 0-16,-11-2 1 15,-2 0 0-15,-21 1 0 16,-1-2 1-16,-16-1-1 0,-3 5 0 15,-10-1 1-15,-11 1-1 16,0-1 0-16,-13 3 1 16,0 1-1-16,-10-3 0 15,1 3 1-15,-6-1-1 0,-5 3 0 16,-1-1 0-16,2 0 0 16,-1 2 1-16,-3 1-1 15,4 0 0-15,-3 0 0 16,2 0 0-16,-1 0 1 0,3-3-1 15,-7 3 0-15,-7 0 0 16,16 0 0-16,-16 0 0 16,9 0 1-16,-9 0-1 15,0 0 1-15,11 0 2 16,-11 0 0-16,0 0 1 0,0 0 0 16,0 0-1-16,0 0 1 15,0 0-1-15,0 0-1 16,0 0 0-16,0 0-2 0,-6-3 0 15,6 3-2-15,0 0 1 16,0 0 0-16,0 0 0 16,-2 13 1-16,2 2 0 15,0 5 0-15,0 5 2 16,0 9 2-16,6 11 1 0,1 5-1 16,-1 7 1-16,5 7-2 15,-3 6 0-15,1 0 0 16,1 6-1-16,3-5 0 0,-6-2 1 15,3-3 0-15,-3-4-1 16,-1-6 0-16,-1-7 0 16,-3-4 0-16,1-6 1 15,-1-7-2-15,-2-4 0 0,0-8 0 16,0-3 0-16,-2-7 1 16,-1 1 1-16,3-11 2 15,0 0-2-15,0 0 2 16,0 0-1-16,0 0 1 0,0 0-1 15,-9 0-1-15,9 0-2 16,0 0 0-16,-11-8-2 16,11 8 1-16,0 0-1 15,-10-6 0-15,10 6 0 16,-9-3-1-16,9 3 1 0,-18 0-1 16,8 0 0-16,-5 3-1 15,-8 3 1-15,-3-5 0 16,-6 7 0-16,-4-5 1 0,-4 4-1 15,-1-2 2-15,-7 3-1 16,-1-1 1-16,-1-2 0 16,5 3-2-16,3-3-2 15,0 2-4-15,7-5-14 16,-5 3-52-16,18-2-2 0</inkml:trace>
  <inkml:trace contextRef="#ctx0" brushRef="#br0" timeOffset="7050.32">18422 7389 204 0,'0'0'5'0,"0"0"2"0,11-3 2 15,6 3 2-15,3 0 2 16,8 0 0-16,9 0 0 16,9 0 1-16,7-1-3 15,13-2-3-15,7-1-3 0,6-2 0 16,6-2-1-16,2 1-1 16,5 0-1-16,5-1-1 15,0-2 1-15,-5 3-1 16,-3-3 1-16,-9 2 0 15,-1 1-1-15,-12-1 0 0,-7 4 1 16,-17 1-1-16,-14 3 0 16,-9 0-4-16,-20 0-11 15,0 0-37-15,0 0-16 16</inkml:trace>
  <inkml:trace contextRef="#ctx0" brushRef="#br0" timeOffset="7682.65">18373 7731 205 0,'0'0'5'0,"0"0"4"16,0 0-1-16,0 0 4 16,-13 0 1-16,13 0 1 0,-9 2 0 15,9-2 1-15,-5 10-4 16,5-10-1-16,0 13-2 0,12-6-1 16,6-2-1-16,4 3-1 15,13-6 1-15,12 3-2 16,5-5 1-16,13 0 0 15,4 0-1-15,16-2 2 0,7-3-2 16,2-3 0-16,5 3 2 16,4-2-2-16,-4-2 0 15,3-2 0-15,-6 4-2 16,-4 0 0-16,-12 1 0 16,-8 1-1-16,-10 3 0 0,-15-1-1 15,-7 3 0-15,-15 0 0 16,-9 3 1-16,-16-3 0 15,0 0 0-15,0 0 0 16,-4 10 0-16,-5-10 0 0,1 0-2 16,-5 0-1-16,4 0-5 15,9 0-8-15,-12 0-22 16,1-3-36-16,11 3-4 16</inkml:trace>
  <inkml:trace contextRef="#ctx0" brushRef="#br0" timeOffset="8115.62">19824 7010 302 0,'0'0'6'0,"0"0"1"16,0 0 0-16,0 0 0 16,-4 6 3-16,4 6 2 15,0 13 2-15,0 4 0 0,0 16-3 16,0 9-4-16,7 11 2 15,2 6 0-15,4 4-3 16,-3 1-1-16,0-3-2 0,0 1-1 16,2-7 1-16,-7 2 1 15,-5-7-2 1,0-5 1-16,0-9-1 16,0-5-2-16,-5-5-2 0,0-9-5 15,-2-6-4-15,5-11-14 16,2-12-51-16,0 0-4 15</inkml:trace>
  <inkml:trace contextRef="#ctx0" brushRef="#br0" timeOffset="8603.12">19765 6999 235 0,'0'0'7'0,"0"0"2"15,0 0 2-15,0 0 1 16,4-7 4-16,-4 7 1 16,18-4 2-16,-3 1 1 15,7 2-4-15,13-2 0 0,4-4-1 16,16-1-2-16,5 1-2 15,12-1-1-15,8-5-1 16,2 3-2-16,-1-2-1 0,-1 2-2 16,-3 1 0-16,-13-2-2 15,-9 7-1-15,-12-1 0 16,-11 2-1-16,-10 1 1 16,-9 2-2-16,-13 0-1 0,0 5-4 15,-11 2-6-15,-3 3-20 16,-4 2-46-16,-6 0-2 15</inkml:trace>
  <inkml:trace contextRef="#ctx0" brushRef="#br0" timeOffset="8966.45">19836 8095 366 0,'0'0'4'0,"0"0"1"0,0 0 4 16,5 0 1-16,8 0 2 16,6 0 0-16,17-4 2 0,6 1-1 15,15-4-1-15,10 1-3 16,7 2-3-16,4-4-1 16,1 6-5-16,-4-3-7 15,-8 6-23-15,4 5-49 0,-28-1-1 16</inkml:trace>
  <inkml:trace contextRef="#ctx0" brushRef="#br0" timeOffset="10749.99">15325 13434 109 0,'0'0'1'0,"0"0"3"0,0-10 0 16,0 10 2-16,0 0 0 15,0 0 0-15,-5-8 0 16,5 8-1-16,0 0-1 16,0 0-3-16,0 0-2 15,0 0-1-15,0 0-3 0,0 0 1 16,0 0-7-16,0 0-14 15,0 6-18-15</inkml:trace>
  <inkml:trace contextRef="#ctx0" brushRef="#br0" timeOffset="11082.85">15325 13434 7 0,'-50'7'0'0,"50"-7"-1"0,0 0 0 15,0 0 2-15,0 7 3 16,0-7 0-16,0 0 2 16,0 0 1-16,0 0 2 15,0 0-1-15,0 0 0 0,0 0-1 16,0 0-3-16,4 4-4 16,-4-4-5-16,0 0-7 15,0 0-10-15</inkml:trace>
  <inkml:trace contextRef="#ctx0" brushRef="#br0" timeOffset="12099.83">15938 13354 305 0,'0'0'7'0,"0"0"3"0,0 0 4 0,0 0 2 15,-5-10 3-15,5 10 2 16,0 0 0-16,-8-11 0 0,8 11-6 15,0 0-3-15,-9-6-5 16,9 6-2-16,-7 10-2 16,4 0-2-16,3 2-1 0,0 4-1 15,0-2 0-15,3 1 1 16,4 0-1-16,5-6 1 16,1-1 0-16,1-3 0 15,4-2 1-15,1-3 0 0,2-5 0 16,1-2 2-16,-3-6 0 15,2-2 2-15,-9-5 0 16,-2 1 1-16,-2-5-1 16,-8 1 2-16,-3 0-7 15,-9-1 0-15,-3 6 0 0,-6-2 0 16,2 8 0-16,-6 7 0 16,3 5 0-16,-2 5 0 15,6 10 0-15,0 2 0 16,3 5 0-16,11 0 0 0,-1 3 0 15,5-6 0-15,9 2 0 16,6-6 0-16,5-5 0 16,3-3 0-16,7-7 0 0,-3 0 0 15,5-3 0-15,-2-6 0 16,0-4 0-16,-6-2 0 16,-1 1 0-16,-8-4 0 15,-5-2 0-15,-8 3 0 0,-2 0 0 16,-7 0 0-16,-4 5 0 15,-6 1 0-15,-5 9 0 16,-1 2 0-16,4 4 0 16,-4 12 0-16,3-1 0 0,6 4 0 15,4-2 0-15,4 4 0 16,6-5 0-16,6 0 0 16,8-8 0-16,4-4 0 15,6-4 0-15,4 0 0 16,2-8 0-16,-1-5 0 0,-1 2 0 15,-5-7 0-15,-4 1 0 16,-6 0 0-16,-11-3 0 16,-2 5 0-16,-12 0 0 0,-6 3 0 15,-4 10 0-15,-3-1 0 16,-4 6 0-16,1 6 0 16,3 7 0-16,3-2 0 15,10 8-4-15,1-4-22 0,9-3-60 16,6 4-4-16</inkml:trace>
  <inkml:trace contextRef="#ctx0" brushRef="#br1" timeOffset="17250.43">16102 13318 239 0,'0'0'6'0,"0"0"4"15,0 0 4-15,0 0 3 16,0 0 3-16,0 0 2 0,0 0-1 15,0 0 2-15,0 0-6 16,0 0-5-16,0 0-3 16,0 0-2-16,5 2-3 15,2 0-2-15,11 3-1 0,0-2 1 16,8 1-1-16,6 2 1 16,11-5-1-16,6 2 0 15,11 0 0-15,5-3 0 16,12 0-1-16,8 0 1 0,9-6-1 15,8 2 1-15,8-6 0 16,6 3-1-16,3-3 2 16,8 0-2-16,3-3 0 15,1 4 0-15,-2-1 0 0,0 0 0 16,1-1 1-16,-1 3-1 16,-2-3 0-16,-8 4 0 15,-8 0 1-15,-8 4-1 16,-9-2 0-16,-10 2 0 0,-11 1 0 15,-14 2 0-15,-12 0 0 16,-10 0 1-16,-12 0-1 16,-7 0 2-16,-8 2 0 15,-10-2 0-15,0 0-1 16,0 0 1-16,0 0-2 0,0 0-1 16,0 0-1-16,-10 0-4 15,10 0-1-15,-18 0-3 16,18 0-4-16,-17-2-8 0,17 2-34 15,-13-5-22-15,13 5-3 16</inkml:trace>
  <inkml:trace contextRef="#ctx0" brushRef="#br1" timeOffset="17683.07">18744 13043 369 0,'0'0'8'0,"0"0"3"16,0 0 1-16,0 0 2 0,0 0 0 15,0 0 0-15,0 0 1 16,0 0 1-16,0 0-8 15,14-6-3-15,1 6-1 0,2 0-3 16,8 3 1-16,3 0-1 16,-1 1 0-16,5 7-1 15,-4-4 0-15,-3 5 0 0,-6 2 0 16,-6 7 0-16,-8 1 0 16,-5 3 0-16,-11 5 0 15,-8-1 1-15,-6 6 0 16,-5-3-1-16,-7 3 1 0,0-3 0 15,-3-2-1-15,0-5 0 16,8-4 0-16,2-1-2 16,0-4-2-16,12-4-3 15,4-7-6-15,14-5-9 0,-12 8-29 16,12-8-33-16,10 0-2 16</inkml:trace>
  <inkml:trace contextRef="#ctx0" brushRef="#br1" timeOffset="18282.8">19300 13147 302 0,'0'0'6'16,"0"0"2"-16,0 0 3 0,0 0 2 15,0 0 2-15,7-8 4 16,-7 8 1-16,0 0 0 15,0 0-4-15,0 0-2 0,0 0-1 16,0 0-3-16,0 0-1 16,0 0-3-16,0 0 0 15,0 0-2-15,0 0-1 16,-4-5 0-16,4 5-1 16,0 0 0-16,0 0-1 0,-8 0 0 15,8 0 0-15,0 0 0 16,0 0-1-16,0 0 1 15,-10 0-1-15,10 0 0 16,0 0 0-16,0 0 1 0,0 0-1 16,0 0 0-16,0 0 1 15,0 0-1-15,0 0 2 16,0 0-2-16,0 0 0 0,0 0 0 16,0 0 0-16,0 0 0 15,0 0 0-15,0 0 0 16,0 0 0-16,0 0 0 15,0 0 0-15,0 0 0 0,0 0 0 16,0 0-7-16,0 0-6 16,0 0-8-16,-3-15-62 15,3 15-3-15</inkml:trace>
  <inkml:trace contextRef="#ctx0" brushRef="#br1" timeOffset="19533.14">16030 13334 210 0,'0'0'9'0,"0"0"2"15,0 0 4-15,0 0 5 16,0 0 2-16,0 0 1 15,0 0 2-15,0 0-1 16,0 0-7-16,0 0-3 0,0 13-4 16,-5-1-3-1,-3 11-2-15,-1 4-2 0,-3 10 1 16,-4 13 0-16,-6 4 1 16,-3 5 0-16,1 4 0 0,-9 6 1 15,-1-2-1-15,-4 2 0 16,-4 3-2-16,0 0 0 15,-3 0-1-15,0-3-1 16,-2 3 1-16,0-3-1 0,-2 3 0 16,6-6 0-16,3 2 1 15,-2-6 0-15,5-3 0 16,0-4-1-16,7-3 1 0,0-5-1 16,0-8 0-16,7-1 0 15,1-6-1-15,3-5 1 16,1-4-1-16,6-4 0 15,-1-7-2-15,3-2-2 16,10-10-3-16,-11 7-5 0,11-7-9 16,0 0-41-16,0 0-19 15</inkml:trace>
  <inkml:trace contextRef="#ctx0" brushRef="#br1" timeOffset="19948.98">15081 14604 408 0,'0'0'4'0,"0"0"1"15,0 0 0-15,0 0 1 0,0 7 0 16,0 3 1-16,-2 4 0 15,-1 9 0-15,-5 4-3 16,1 4-2-16,0 7 0 16,-9-1 0-16,7 3-1 0,-8-3 0 15,1-1 0-15,2-7 0 16,1-4-1-16,1-3 0 16,5-5 0-16,1-2 0 15,3-5 0-15,3-10 0 0,13 10 1 16,2-10-1-16,8 0 2 15,4-8 0-15,5 0 1 16,3 0-1-16,2-3 1 16,0 1-1-16,-3-3 0 0,0 5-1 15,-4 0 0-15,-6 5-5 16,-6-5-9-16,-2 4-36 16,-4 4-32-16,-12 0-3 15</inkml:trace>
  <inkml:trace contextRef="#ctx0" brushRef="#br1" timeOffset="20316.18">14920 15388 436 0,'0'0'5'0,"0"0"1"0,0 0 2 16,0-9 1-16,0 9 0 16,-8 0 1-16,-2 2 1 15,-2 8 0-15,-8 5-5 16,-5 5-6-16,-5 8 0 0,-2-2 0 15,-5 9 0-15,2-3 0 16,3 0 0-16,-1-2 0 16,4-3 0-16,3-7 0 15,9 0-3-15,0-10-15 0,10 2-18 16,7-12-49-16,7 0-2 16</inkml:trace>
  <inkml:trace contextRef="#ctx0" brushRef="#br1" timeOffset="20649.77">14617 15388 420 0,'0'0'6'15,"0"0"2"-15,0 0 2 16,0 0 0-16,0 5 0 16,0-5 2-16,9 15 1 0,0-2 1 15,5 2-6-15,3 9-8 16,3-1 0-16,5 4 0 15,2 3 0-15,1-1 0 0,1 4 0 16,-2-6 0-16,0 0 0 16,-4-2 0-16,2-2 0 15,-8-6 0-15,1-5 0 16,-6 0 0-16,1-5 0 0,-13-7 0 16,12 10 0-16,-12-10 0 15,0 0 0-15,0 0 0 16,0 0 0-16,0 0 0 15,2-7 0-15,-2 7 0 16,-2-18 0-16,-13 6-88 0,15-2-2 16</inkml:trace>
  <inkml:trace contextRef="#ctx0" brushRef="#br1" timeOffset="21483.04">19206 13100 352 0,'0'0'7'0,"0"0"4"15,0 0 4-15,0 0 0 16,0 0 1-16,-11-10 0 0,11 10 1 16,0 0 0-16,0 0-5 15,6 10-4-15,4 4-2 16,2 1-3-16,3 3 0 15,4 4 0-15,6 0-1 16,0 1 0-16,3-1-1 0,-1-3-1 16,-2-3 1-16,-1 0 0 15,1-3-1-15,-7-1 1 16,-3-4-1-16,-2-3-1 16,-4 0-1-16,-9-5-4 0,12 4-8 15,-12-4-40-15,0 0-31 16,0 0-2-16</inkml:trace>
  <inkml:trace contextRef="#ctx0" brushRef="#br1" timeOffset="21749.92">19578 13066 456 0,'0'0'4'16,"0"0"0"-16,0 0 2 15,-2 9 1-15,-3 3 1 16,-1 5 0-16,-3 11 0 16,-1 4 2-16,-8 5-10 0,-1 9 0 15,-1 2 0-15,-5 1 0 16,0-2 0-16,-3-2 0 16,7 0 0-16,-2-5 0 15,5-1 0-15,1-9 0 0,8-4 0 16,-3-5 0-16,12 1-2 15,-1-4-84-15,1-11-2 16</inkml:trace>
  <inkml:trace contextRef="#ctx0" brushRef="#br1" timeOffset="22449.7">15203 15693 441 0,'0'0'3'0,"0"0"1"0,0 0-1 0,0 0 1 16,-9 12 1-16,5-2 0 16,-1 4-1-16,3 0 1 15,2 3-3-15,0 0-1 0,0-3 0 16,4 1 1-16,9-5-1 16,4-4 0-16,-1-4 2 15,5-2-1-15,0-8 2 16,1-3 0-16,1-3 1 0,-6-3 0 15,-4 1 1-15,-6-7-6 16,-5 3 0-16,-4 3 0 16,-9-2 0-16,-7 3 0 15,-1 1 0-15,-2 10 0 16,-2-2-5-16,3 7-32 0,8 0-47 16,12 0-4-16</inkml:trace>
  <inkml:trace contextRef="#ctx0" brushRef="#br1" timeOffset="23032.91">19705 13641 433 0,'0'0'5'0,"0"0"0"0,0-7 2 0,0 7 1 16,0 0 0-16,-15-9 1 15,15 9-1-15,-15 0 1 0,6 4-5 16,-2 7-1-16,4 1-1 16,2 5-1-16,2-2-1 15,3 3 0-15,5-4 1 16,5 1-1-16,10-7 0 0,-2-4 0 16,6-1 1-16,1-3 0 15,-5-3 1-15,0-4 2 16,-5-2-4-16,-8-4 0 15,-7 1 0-15,-2-1 0 0,-15 3 0 16,-13 0-4-16,3 7-33 16,-11 3-47-16,-7 0-4 15</inkml:trace>
  <inkml:trace contextRef="#ctx0" brushRef="#br1" timeOffset="23882.84">16001 12101 254 0,'0'0'8'16,"0"0"5"-16,0 0 5 15,-3-10 4-15,3 10 3 16,0 0 0-16,0 0 3 0,-6-10-2 16,6 10-6-16,-4 8-5 15,4 4-4-15,0 8-4 16,0 6-3-16,4 10-1 16,5 6-1-16,-2 10 0 0,7 8-1 15,-1 1 0-15,2 6 0 16,0 2-1-16,-1-1 0 15,0 1 2-15,-5-1-1 16,-2-2 0-16,1-5-1 0,-3 1 1 16,0-4-1-16,-2-7 1 15,-1-1-1-15,0-5 0 16,-2-6-1-16,3-4 1 16,-3-5 0-16,0-5-1 0,2-6-1 15,-2-2-3-15,0-6-1 16,0-1-4-16,0-10-6 15,0 0-16-15,3 9-47 16,-3-9-5-16</inkml:trace>
  <inkml:trace contextRef="#ctx0" brushRef="#br1" timeOffset="24499.47">16003 12190 315 0,'0'0'9'0,"0"0"3"0,0 0 5 0,0-9 2 15,0 9 1-15,0 0 0 16,0 0-1-16,0 0 1 16,-11 12-8-16,7 7-4 15,-6 4-5-15,0 4-1 0,-3 2-2 16,1 7 1-16,-3-1 0 15,3-4-1-15,0-2 1 16,-1-5-1-16,3-2 0 0,3-7 1 16,-1-3 0-16,8-12 0 15,-7 8 1-15,7-8-1 16,0-8 1-16,4-7 0 16,4-7-1-16,0-3 1 0,4-5 0 15,-3-4 0-15,4-1 0 16,-3-2 1-16,0 5 0 15,-2 2 0-15,-1 3 1 16,-2 8-4-16,0 1 0 0,-3 8 0 16,-2 10 0-1,4-10 0-15,-4 10 0 0,12 7 0 16,-3 10 0-16,4 3 0 16,2 5 0-16,5 5 0 15,5 2 0-15,4 0 0 0,4 0 0 16,2 0 0-16,-3-7-35 15,5-6-49-15,5-1-3 16</inkml:trace>
  <inkml:trace contextRef="#ctx0" brushRef="#br1" timeOffset="25732.71">15821 9292 392 0,'0'0'7'16,"0"0"2"-16,0 0 2 15,-4-10 2-15,4 10 0 0,0 0-1 16,-13-6 1-16,13 6-1 15,-10 0-6-15,10 0-3 16,-12 13-2-16,4-5-1 0,1 4-1 16,4-2 1-16,3 0-1 15,0-1 1-15,3 2-1 16,6-6 2-16,2-3 0 16,3-2 1-16,2 0 1 15,3-7 2-15,-6-4 0 0,-1-1 0 16,1-2-5-16,-3-1 0 15,-6 0 0-15,-4-2 0 16,-2 7 0-16,-5 0 0 16,-9 0 0-16,0 7 0 0,-5 1 0 15,-1 2 0-15,5 8 0 16,-3 1 0-16,5 4 0 16,5-1 0-16,0 3 0 15,8-1 0-15,2-1 0 0,0-3-13 16,0-10-72-16,14 13-3 15</inkml:trace>
  <inkml:trace contextRef="#ctx0" brushRef="#br1" timeOffset="27432.69">15704 9287 244 0,'0'0'6'15,"0"0"1"-15,8 0 3 0,-8 0 2 16,0 0 1-16,8 0 2 15,-8 0 2-15,0 0-1 16,0 0-2-16,12 7-2 16,-12-7 1-16,0 0-2 0,0 0-1 15,0 0-1-15,0 0 0 16,10 7 0-16,-10-7 2 16,0 0-1-16,0 0 1 15,8-2-1-15,-8 2 0 0,7-12 0 16,-2 1-1-16,-3-3-1 15,3 2-3-15,0-10-5 16,-3-3 0-16,-2 0 0 16,3-7 0-16,-3-3 0 0,-5-5 0 15,0-5 0-15,0-1 0 16,-2 1 0-16,0-2 0 16,1-3 0-16,-1 8 0 0,2 0 0 15,0 10 0-15,0 0 0 16,3 7 0-16,-4 5 0 15,4 6 0-15,-1 1 0 16,3 13 0-16,-2-12 0 0,2 12 0 16,0 0 0-16,0 0 0 15,0 0 0-15,0 0 0 16,0 0 0-16,0 0 0 16,0 0 0-16,0 0 0 15,0 0 0-15,0 0 0 16,0 0 0-16,0 0 0 0,0 0 0 15,0 0 0-15,0 0 0 16,0 0 0-16,0 0 0 16,0 0 0-16,0 0 0 0,0 0 0 15,0 0 0-15,0 0 0 16,0 0 0-16,0 0 0 16,0 0 0-16,0 0 0 15,0 0 0-15,0 0 0 0,0 0 0 16,0 0 0-16,0 0 0 15,0 0 0-15,0 0 0 16,0 0 0-16,0 0 0 0,0 0 0 16,0 0 0-16,0 0 0 15,-7 5 0-15,2 5 0 16,0 1 0-16,-3 7 0 16,1 0 0-16,-5 2 0 0,-1 2 0 15,1 0 0-15,-6 0 0 16,6-2 0-16,-2-2 0 15,5-4 0-15,-1-4 0 16,10-10 0-16,-13 15 0 16,13-15 0-16,0 0 0 15,0 0 0-15,0-7 0 0,4-1 0 16,1-4 0-16,2-4 0 16,0 0 0-16,6-5 0 15,-3-1 0-15,2 0 0 0,3-3 0 16,-5 3 0-16,3 3 0 15,-4-1 0-15,1 6 0 16,-3 0 0-16,-1 4 0 0,-6 10 0 16,5-9 0-16,-5 9 0 15,0 0 0-15,0 0 0 16,0 0 0-16,12 2 0 16,-12-2 0-16,15 17 0 0,-3-4 0 15,4-1 0-15,1 5 0 16,3 1 0-16,-3-3 0 15,8 2 0-15,-7-2 0 16,1-3 0-16,-6 1 0 16,1-1 0-16,-1-2 0 0,-1 0 0 15,-2-5 0-15,3 5 0 16,-4 10-67-16,-9-20-24 16</inkml:trace>
  <inkml:trace contextRef="#ctx0" brushRef="#br1" timeOffset="28282.95">16028 8653 381 0,'0'0'9'0,"0"0"3"16,0 0 2-16,0 0 2 15,0 0 0-15,0 0 2 0,0 0-1 16,0 0 1-16,0 0-8 15,10-8-10-15,-2 4 0 16,9 1 0-16,-1 0 0 16,5-1 0-16,1 4 0 0,0-3 0 15,3 3 0-15,-7 0 0 16,0 0 0-16,1 0 0 16,-9 0 0-16,-10 0 0 15,13 3 0-15,-13-3 0 0,0 14 0 16,-6-4 0-16,-6 5 0 15,-3 0 0-15,-5 5 0 16,0 1 0-16,-10 2 0 0,6-3 0 16,-6 5 0-16,3-6 0 15,4 1 0-15,3-4 0 16,5-2 0-16,6-1 0 16,3-7 0-16,6-6 0 15,11 9 0-15,3-9 0 0,9-3 0 16,2-3 0-16,7 2 0 15,0-8 0-15,5 2 0 16,-2 0 0-16,-3-3 0 16,-2 6 0-16,-3 2 0 0,-6-3 0 15,-7 7 0-15,-4 1 0 16,-10 0 0-16,10-3 0 16,-10 3 0-16,0 0 0 0,0 0 0 15,0 0 0-15,0 0 0 16,-2 4 0-16,2-4 0 15,0 0 0-15,-11 6 0 16,11-6 0-16,-9 5-15 0,-3-3-72 16,12-2-3-16</inkml:trace>
  <inkml:trace contextRef="#ctx0" brushRef="#br1" timeOffset="28516.25">16517 8675 481 0,'0'0'5'0,"0"0"3"0,0 0-1 0,0 0 1 16,0 0-6-16,0 0-2 16,5 10 0-16,-3 2 0 15,-2 6 0-15,0 4 0 0,0 0 0 16,6 6 0-16,-4-2 0 15,3 7-2-15,17-3-83 16,-14-7-2-16</inkml:trace>
  <inkml:trace contextRef="#ctx0" brushRef="#br1" timeOffset="30015.44">15714 9354 245 0,'0'0'8'15,"0"0"3"-15,8-3 4 0,-8 3 2 16,0 0 0-16,10-2 1 15,-10 2 0-15,10-3 3 16,-10 3-7-16,20-4-3 0,-6 4-4 16,9 0-1-16,4-4-2 15,8 4 1-15,4 0-1 16,11-1-1-16,5-2 0 0,7 3-1 16,8-2 0-16,5-4 0 15,1 2 0-15,7-1-1 16,0-3 1-16,2-2-2 15,2 0 0-15,-2-3 1 16,-1 5-1-16,-7-3 0 0,-5 1 0 16,-7 3 1-16,-15-1-1 15,-11 4 2-15,-9 1 1 16,-12 0-1-16,-9 1 1 16,-9 2 0-16,0 0 0 0,-7 0-1 15,7 0-1-15,-15 2-3 16,15-2-3-16,-17 6-6 15,17-6-9-15,-18 10-24 16,18-10-33-16,-12 7-4 0</inkml:trace>
  <inkml:trace contextRef="#ctx0" brushRef="#br1" timeOffset="30382.87">17006 9099 413 0,'0'0'3'0,"0"0"1"15,0 0 0-15,0 0 0 16,0 0 0-16,0 0 2 16,8 2 0-16,2 3 1 15,2 0-3-15,5-3 0 0,4 3 0 16,1 1-1-16,8 1 1 15,-3 0-3-15,0 1 0 16,1-1 0-16,-3 3-1 0,-3 1 0 16,-7 0 0-16,-5 3 2 15,-8 0-1-15,-4 3 1 16,-13 3 0-16,-5-1 0 16,-3 4 0-16,-4-1-1 15,-3 1 0-15,6-4 0 0,-1 1-1 16,5-5-1-16,1 0-3 15,5-3-6-15,4-2-11 16,10-10-57-16,0 0-3 16</inkml:trace>
  <inkml:trace contextRef="#ctx0" brushRef="#br1" timeOffset="30817.57">17461 9111 391 0,'0'0'7'0,"0"0"2"16,0 0 1-16,0 0-1 15,0 0 0-15,0 0 1 16,5 7-1-16,-5-7 1 0,13 18-6 15,-1-5-3-15,0-1 0 16,6 5 0-16,4 0 1 16,0-2 0-16,1 3 0 0,1-3-4 15,-3-7-6-15,-4 6-15 16,3-7-55-16,-8-3-1 16</inkml:trace>
  <inkml:trace contextRef="#ctx0" brushRef="#br1" timeOffset="31050.02">17714 9118 421 0,'0'0'6'0,"0"0"0"0,0 0 1 16,0 0 0-16,-2 10 1 16,0 3-1-16,-1 2 1 15,-2 7 0-15,1 0-5 16,-1 6-1-16,-4 4 0 0,0 2-1 15,-2-2 1-15,2-2-1 16,1 0 0-16,-1-8-3 16,4 2-7-16,-3-7-13 15,-5-6-57-15,13-1-2 16</inkml:trace>
  <inkml:trace contextRef="#ctx0" brushRef="#br1" timeOffset="31232.94">17877 9240 471 0,'0'0'1'0,"0"0"0"16,0 0 0-16,0 11 1 16,0-2 0-16,0 7 1 0,-6 5-1 15,3 1 0-15,1 5-5 16,-8 1-20-16,1-1-56 15,-2 4-2-15</inkml:trace>
  <inkml:trace contextRef="#ctx0" brushRef="#br1" timeOffset="31949.3">15667 9334 370 0,'0'0'6'0,"0"0"3"0,0 0-1 15,0 0 1-15,0 0-1 0,0 0 1 16,-7 15-1-16,-3-1 1 16,-7 6-6-16,-8 8-2 15,0 4-1-15,-10 7 1 16,-2 5-1-16,-4 4 1 0,-5 4 0 16,-7 3-1-16,-2-1 1 15,-3 4-1-15,-8-2 1 16,2-1-1-16,-1-1 0 15,3 0 0-15,0-9 0 16,7-1 0-16,6-3 0 0,9-9 0 16,5-2 0-16,9-8-1 15,5-5-3-15,8-4-3 16,6-4-3-16,7-9-4 16,0 0-14-16,-2 16-45 0,2-16-7 15</inkml:trace>
  <inkml:trace contextRef="#ctx0" brushRef="#br1" timeOffset="32499.87">14760 9971 429 0,'0'0'3'0,"0"0"1"0,0 0-2 0,0 0 1 16,0 0 1-16,0 11 0 16,-2 6 0-16,-3 2 0 0,-2 3-3 15,2 6 0-15,-2 1 0 16,-2 3 0-16,0-2 0 15,1-2-1-15,0-4 1 16,1-4 0-16,5-2-1 16,-6-4-1-16,6-3 1 0,2-11-1 15,0 13 1-15,0-13 1 16,12 3-1-16,1-3 1 16,6-5 0-16,4-2 1 0,7 0 0 15,-3-3 0-15,5-1-1 16,1 1-2-16,-1 3-4 15,-6 2-11-15,0-15-58 0,-4 20-6 16</inkml:trace>
  <inkml:trace contextRef="#ctx0" brushRef="#br1" timeOffset="32850.04">14458 10706 435 0,'0'0'4'0,"0"0"0"0,0 0 0 0,0 0 0 16,-4 13 0-16,-3-1 0 0,-3 6 1 16,-3 4-1-16,-1 6-3 15,0-2-1-15,-7 6-2 16,3-2-3-16,2-3-6 16,0-2-12-16,2 7-35 0,1-16-22 15,3-4-4 1</inkml:trace>
  <inkml:trace contextRef="#ctx0" brushRef="#br1" timeOffset="33049.76">14276 10687 421 0,'0'0'1'0,"0"0"1"15,0 0 2-15,7 9 0 16,1 7 2-16,7 0-1 15,-1 2 0-15,9 7 2 16,2 4-1-16,3-1-2 0,0 1-1 16,6-2-3-16,-2-2-8 15,5-2-25-15,-7-4-46 16,0 1-3-16</inkml:trace>
  <inkml:trace contextRef="#ctx0" brushRef="#br1" timeOffset="33451.71">14771 10840 464 0,'0'0'3'0,"0"0"1"0,0 0-1 0,0 10 1 16,0 10 0-16,0 10-1 15,0 9 0-15,0 14-7 16,0 13-39-16,0 16-37 16,2 4-1-16</inkml:trace>
  <inkml:trace contextRef="#ctx0" brushRef="#br1" timeOffset="35384.62">18406 7600 329 0,'0'0'8'0,"0"0"3"0,0 0 4 16,2-10 2-16,-2 10 2 0,0-10 0 15,0 10 1-15,-2-8 0 16,2 8-7-16,-11-5-4 15,11 5-3-15,-13 5-3 16,13-5 0-16,-11 16-2 16,5-4-1-16,4 1 0 15,2-1 0-15,0-2 1 0,6-1-1 16,3 1 1-16,3-5-1 16,1-3 2-16,2-2-1 15,0 0 1-15,2-2 0 0,-4-8 0 16,-1 0 1-16,-5 0-1 15,-2 0 0-15,-5-2-2 16,0 2 0-16,-10 1 0 16,-2 1 0-16,-3 0 0 0,-2 6 0 15,-3 2 0-15,2 0 0 16,1 5 0-16,-1 5 0 16,4 0 0-16,7 2 0 15,1 0 0-15,6 1 0 0,2-1 0 16,9-3 0-16,3-5 0 15,4 0 0-15,5-4 0 16,1 0 0-16,1-2 0 16,-2-4 0-16,-3-4 0 0,-6-1 0 15,2-2 0-15,-12 1 0 16,-4 2 0-16,-2 1 0 16,-13 3 0-16,-2-1 0 0,-3 7 0 15,-3 0 0-15,0 3 0 16,4 1 0-16,1 6 0 15,6-2-21-15,3 2-64 16,9-2-2-16</inkml:trace>
  <inkml:trace contextRef="#ctx0" brushRef="#br1" timeOffset="37199.08">18452 7639 180 0,'0'0'7'0,"0"0"3"0,0 0 4 15,0 0 3-15,0 0 1 16,0 0 3-16,0 0 1 0,-7-4 2 16,7 4-5-16,0 0-3 15,0 0-2-15,0 0-2 16,-9-7 0-16,9 7-3 0,0 0-1 16,0 0 0-16,0 0-2 15,0 0-1-15,0 0 0 16,0 0-1-16,2-9-1 15,10 8 1-15,1-2-2 16,6 1 0-16,1-1 0 0,8 0 0 16,4 1 0-16,-2 0-1 15,5-1 0-15,-1-2 0 16,3 2 0-16,0 3 0 16,4-2-1-16,-4 0 1 0,2-1 0 15,2 0-1-15,-6 3 1 16,-1 0-1-16,-4-2 0 15,2 2 1-15,-7 0-1 16,-5-2 0-16,0 2 1 0,-2-3-1 16,-6 3 1-16,-3-3-1 15,4 3 1-15,-13 0-1 16,11-2 1-16,-11 2 0 16,0 0 0-16,11-3 0 0,-11 3 1 15,0 0 0-15,0 0 0 16,0 0 1-16,0 0-1 15,0 0 0-15,0 0 0 16,0 0-1-16,0 0-1 0,0 0 1 16,0 0-2-16,0 0 0 15,0 0-3-15,0 0-1 16,0 0-4-16,0 0-5 16,0 0-14-16,-3 18-50 0,3-18-4 15</inkml:trace>
  <inkml:trace contextRef="#ctx0" brushRef="#br1" timeOffset="37799.86">19011 7474 321 0,'0'0'6'0,"0"0"4"15,0 0 3-15,-9-6 2 16,9 6 3-16,0 0-1 16,-10-7-1-16,10 7 1 15,0 0-5-15,0 0-2 0,0 0-4 16,7 2 0-16,3 1-1 15,3-1 0-15,1 4 1 16,4-4 0-16,1 3-2 0,4-3 0 16,-3 1-1-16,-1 2-1 15,2 0 0-15,-6-2-1 16,-5 1 0-16,2 1-1 0,-2 0 1 16,-10-5-1-16,15 8 0 15,-15-8 0-15,5 10 0 16,-5-10 1-16,2 11-1 15,-2-11 0-15,0 15 1 16,-5-2 1-16,-2-1-2 16,-5 3 0-16,-3 1 0 0,0-1 0 15,-4 4 0-15,-2 1 0 16,1-3 0-16,0 1 0 16,0-1 0-16,6 0 0 15,2-4 0-15,1-1 0 0,4-2 0 16,2-3 0-16,5-7 0 15,-3 13 0-15,3-13 0 16,0 0 0-16,0 0 0 0,8 8-6 16,-8-8-8-16,14-3-26 15,-3 0-46-15,1-4 0 16</inkml:trace>
  <inkml:trace contextRef="#ctx0" brushRef="#br1" timeOffset="38749.79">19287 7458 365 0,'0'0'7'0,"0"0"2"15,0 0 3-15,0 0 2 0,0 0 0 16,-5-9 1-16,5 9 0 15,0 0 1-15,0 0-5 16,8-2-3-16,2 2-2 0,1 0-2 16,6 0 1-16,-1 0-1 15,7 0-1-15,2 0 0 16,0 0-3-16,-1 0 0 16,-4 0 0-16,3-3 0 15,-6 3 0-15,-4-2 0 16,-4 2 0-16,-9 0 0 0,16 0 0 15,-16 0 0-15,0 0 0 16,0 0 0-16,5 10 0 16,-5-10 0-16,-3 11 0 0,3-11 0 15,-15 15 0-15,3-2 0 16,-1-1 0-16,-4 1 0 16,2 2 0-16,-2-4 0 15,1 4 0-15,-3 3 0 0,1-5 0 16,4 2 0-16,1-3 0 15,3 1 0-15,1-2 0 16,0-1 0-16,5-2 0 0,4-8 0 16,-3 12 0-16,3-12 0 15,7 8 0-15,4-8 0 16,1 0 0-16,6 0 0 16,-1 0 0-16,8-3 0 15,-3-2 0-15,8-3 0 0,-2 6 0 16,-2-4 0-16,2 0 0 15,-3 2 0-15,0 0 0 16,-3 0 0-16,-5 1 0 16,-6 3 0-16,1 0 0 0,-12 0 0 15,12 0 0-15,-12 0 0 16,0 0 0-16,0 0 0 16,0 0 0-16,0 0 0 15,-5 7 0-15,5-7 0 0,-10 5 0 16,-3-5 0-16,13 0-42 15,-9 5-46-15,-1 0-1 16</inkml:trace>
  <inkml:trace contextRef="#ctx0" brushRef="#br1" timeOffset="39618.57">18406 7664 280 0,'0'0'6'0,"0"0"5"16,0 0 2-16,4-11 4 0,-4 11 1 16,5-10 2-16,-5 10 1 15,7-8-1-15,-7 8-4 16,0 0-4-16,9 12-3 16,-7 8-2-16,3 2-2 15,-3 8-1-15,6 9 0 0,-1 3 1 16,3 5 0-16,0 6-2 15,0-1 1-15,0 2 1 16,-3 3 0-16,3 2 0 16,-3-2 0-16,-1-2 0 0,-4-1-1 15,1-4-2-15,-1 0-2 16,1-6 0-16,-3-7 0 16,2-5 0-16,-2-2 0 15,0-5 0-15,0-5 0 0,0-5 0 16,0-3 0-16,0-4 0 15,0-8 0-15,2 7 0 16,-2-7 0-16,0 0 0 0,0 0 0 16,0 0 0-16,0 0 0 15,0 0 0-15,0 0 0 16,0 0 0-16,0 0 0 16,5-2 0-16,-5 2 0 15,3-10 0-15,-3 10 0 0,6-10-35 16,8 5-49-16,-14 5-4 15</inkml:trace>
  <inkml:trace contextRef="#ctx0" brushRef="#br1" timeOffset="40249.64">18344 8484 389 0,'0'0'8'0,"0"0"3"16,0 0 3-16,0 0 2 15,0 0-1-15,0-8 2 16,0 8 0-16,0 0 0 0,0 0-10 16,9 6-7-16,-2 1 0 15,4 5 0-15,0 4 0 16,8 1 0-16,-5 3 0 0,9 0 0 15,-4 2 0-15,4-2 0 16,-3-1 0-16,5 1 0 16,-9-3 0-16,3-1 0 15,-2-3 0-15,-7 1 0 0,0-4 0 16,-10-10 0-16,14 12 0 16,-14-12 0-16,0 0 0 15,8 0 0-15,-8 0 0 0,8-12 0 16,-4-1 0-16,4-4 0 15,2-3 0-15,0-2 0 16,2-3 0-16,1-2 0 16,-1 2 0-16,1 0 0 0,-1 8 0 15,-5 0 0-15,0 1 0 16,-1 4 0-16,-6 12 0 16,5-7 0-16,-5 7 0 15,0 0 0-15,0 0 0 16,0 0 0-16,0 0 0 0,7 2-6 15,-7-2-82-15,10 17-3 16</inkml:trace>
  <inkml:trace contextRef="#ctx0" brushRef="#br1" timeOffset="40917.56">18602 8938 359 0,'0'0'7'0,"0"0"4"15,0 0 3-15,0 0 1 0,0 0 2 16,0 0 1-16,0 0-1 16,0 0 1-16,0 0-7 15,0 0-3-15,7 2-2 16,-7-2-2-16,6 10-2 0,-6-10 0 15,14 18 0-15,-4-6-2 16,3 1 0-16,1 1 0 16,2-2 0-16,-2 1 0 0,1 2 0 15,0 0 0-15,0-6 0 16,-5 1 0-16,2 0 0 16,-12-10 0-16,15 13 0 15,-15-13 0-15,0 0 0 0,10 7 0 16,-10-7 0-16,0 0 0 15,0 0 0-15,0 0 0 16,0 0 0-16,0 0 0 16,0-10-29-16,-7 5-54 15,7 5-5-15</inkml:trace>
  <inkml:trace contextRef="#ctx0" brushRef="#br1" timeOffset="41199.83">18865 8957 406 0,'0'0'8'0,"0"0"3"0,0 0 3 16,0 0 0-16,0 0 2 16,0 6-1-16,0-6 1 15,0 17-5-15,-2-3-11 16,-4 6 0-16,-1 0 0 0,-5 9 0 15,-1 2 0-15,-1 3 0 16,-2 1 0-16,-1 1 0 16,2-7 0-16,0 3 0 15,2-7 0-15,4-3 0 0,-1-5 0 16,3-3 0-16,-4-3-10 16,11-11-74-16,-7 5-4 15</inkml:trace>
  <inkml:trace contextRef="#ctx0" brushRef="#br1" timeOffset="42099.05">18365 7672 297 0,'0'0'6'0,"0"0"2"15,0 0 4-15,0 0 1 0,0 0 0 16,0 0 1-16,0 0 1 16,0 0 0-16,-12 0-5 15,12 0-3-15,-14 12-2 16,1 1 0-16,-6-1-2 0,1 6 0 15,-5 2 0-15,-4 1 0 16,-1 4 0-16,-4 0 0 16,2 2 0-16,0-2 1 15,-4 2-1-15,4 0 0 0,-3 1 0 16,6-4 0-16,-5 1 0 16,2 0-1-16,6-5-1 15,1-3 0-15,3 1 0 16,3 0 0-16,-3-7-1 15,8 1 1-15,-1-2-1 16,6-2 1-16,7-8-1 0,-15 11 0 16,15-11-1-16,0 0 0 15,0 0-1-15,0 0-2 0,-8 9-2 16,8-9-3-16,0 0-5 16,0 0-8-16,0 0-22 15,0-9-32-15,0 9-4 16</inkml:trace>
  <inkml:trace contextRef="#ctx0" brushRef="#br1" timeOffset="42632.99">17829 7949 383 0,'0'0'7'0,"0"0"0"0,0 0 1 0,0 0 0 15,0 0 0-15,0 0 2 16,-6 10 0-16,6 3 0 15,-1 3-6-15,-4 4-1 16,-1 5 1-16,1-2-1 0,-2 3 0 16,0 2 0-16,-3-3-1 15,2 0 0-15,-4-6 0 16,2 1-1-16,-3-2 1 16,4-3-1-16,-2-5 0 0,6-3 0 15,5-7-1-15,-9 10 1 16,9-10-1-16,0 0 2 15,0 0-1-15,12 0 1 0,1-8 0 16,4 4 1-16,0-4 0 16,8 1 0-16,1-1 0 15,0 3 0-15,-1-3-1 0,0 1-1 16,0 4 1-16,-5 1-2 16,0 0 0-16,-7-1 0 15,-1 3 0-15,-12 0-3 16,14 0-5-16,-14 0-9 15,0 0-25-15,0 0-41 16,0 0-1-16</inkml:trace>
  <inkml:trace contextRef="#ctx0" brushRef="#br1" timeOffset="43116.59">17337 7853 414 0,'0'0'6'0,"0"0"2"0,0 0 3 15,7-6 0-15,-7 6-1 16,0 0 1-16,0 0 1 0,0 18 0 16,-5-1-4-1,-2 8-4-15,0 0 0 16,-6 2-4-16,1 5 0 16,-1-1 0-16,1-4 0 0,2-5 0 15,0-2-3-15,0-8-10 16,3 0-11-16,2 8-47 15,5-20-15-15</inkml:trace>
  <inkml:trace contextRef="#ctx0" brushRef="#br1" timeOffset="43399.71">17553 8157 499 0,'0'0'-18'0,"-12"0"-62"0,12 0-3 15</inkml:trace>
  <inkml:trace contextRef="#ctx0" brushRef="#br1" timeOffset="44616.48">17163 7959 310 0,'0'0'6'16,"0"0"5"-16,0 0 3 15,0 0 3-15,0 0 3 0,0 0 3 16,0 0 0-16,0 0 0 16,-8-5-6-16,8 5-3 15,0 0-3-15,0 0-3 16,0 10-1-16,10-5-2 16,1 5-3-16,3-1-2 15,6 2 0-15,3 1 0 0,-1 1 0 16,0-4 0-16,1-1 0 15,0 0 0-15,-2 0 0 16,-3 1 0-16,-1-4 0 0,-4-1 0 16,-1 2 0-16,1-2 0 15,-13-4 0-15,12 6 0 16,-12-6 0-16,0 0 0 16,0 0 0-16,0 0 0 0,0 0 0 15,0 0 0-15,0 0 0 16,-7 0 0-16,7 0 0 15,-11-16-68-15,11 16-22 0</inkml:trace>
  <inkml:trace contextRef="#ctx0" brushRef="#br1" timeOffset="45051.81">17312 7818 374 0,'0'0'9'0,"0"0"1"0,0 0 4 0,0 0 1 15,-5-11 2-15,5 11-1 16,0 0 1-16,0 0 0 0,-10 6-7 16,6 9-3-16,-2 7-2 15,1 3-5-15,-2 7 0 16,0 5 0-16,-1 3 0 16,-2 2 0-16,3 0 0 15,-3-5 0-15,2 1 0 0,1-6 0 16,-1-3 0-16,4-1 0 15,-4-6 0-15,5-2 0 16,-2-6 0-16,3-1 0 0,2-13 0 16,-5 7 0-16,5-7-25 15,7 5-59-15,-7-5-4 16</inkml:trace>
  <inkml:trace contextRef="#ctx0" brushRef="#br1" timeOffset="46832.95">19489 7922 424 0,'0'0'6'15,"0"0"2"-15,0-11 2 0,0 11 0 16,5-7 1-16,-5 7 0 15,13-11 1-15,-4 3 1 16,3 3-7-16,-1 0-6 16,1 0 0-16,-2 3 0 0,0 2 0 15,0 0 0-15,-10 0 0 16,12 12 0-16,-10 1 0 16,1 1 0-16,-3 1 0 0,0 2 0 15,-5 1 0-15,-2-3 0 16,-3 1 0-16,-1 0 0 15,-2-2 0-15,5-1 0 16,-3-3 0-16,11-10 0 16,-17 15 0-16,17-15 0 0,0 0 0 15,0 7 0-15,0-7 0 16,23 0 0-16,-11 0 0 16,0 0 0-16,3-2 0 15,0-3 0-15,0 2 0 0,-3-1 0 16,1 1 0-16,-6 0 0 15,-7 3 0-15,10-5 0 16,-10 5 0-16,0 0 0 0,0 0 0 16,0 0 0-16,0 0 0 15,0 0 0-15,0 0 0 16,0 0 0-16,0 0 0 0,0 0-6 16,0 0-82-16,5 8-2 15</inkml:trace>
  <inkml:trace contextRef="#ctx0" brushRef="#br1" timeOffset="47533.04">19024 9369 456 0,'0'0'5'0,"0"0"3"0,0 0 2 16,0 0 2-16,0 0 0 0,-5-7-4 16,5 7-8-16,0-13 0 15,0 13 0-15,5-12 0 16,-5 12 0-16,15-13 0 16,-5 8 0-16,0 0 0 15,2 5 0-15,-1 0 0 16,-2 0 0-16,0 3 0 0,-9-3 0 15,9 17 0-15,-9-2 0 16,0-1 0-16,-9 4 0 0,0 0 0 16,-5 4 0-16,1-5 0 15,-2 2 0-15,2-2 0 16,1-6 0-16,5-1 0 16,7-10 0-16,-6 10 0 15,6-10 0-15,13 0 0 0,4-5 0 16,1-5 0-16,5 0 0 15,4-2 0-15,-8 0 0 16,9 2 0-16,-10 0-26 0,-2-2-61 16,2-4-5-16</inkml:trace>
  <inkml:trace contextRef="#ctx0" brushRef="#br1" timeOffset="48600.06">17498 8031 330 0,'0'0'7'15,"0"0"5"-15,0 0 4 16,0 0 4-16,0 0 0 0,-5-5 2 16,5 5 2-1,0 0 0-15,0 0-6 0,-4-10-5 16,4 10-8-16,0 0-5 16,0 0 0-16,4-10 0 15,-4 10 0-15,10-5 0 0,-10 5 0 16,13 0 0-16,-13 0 0 15,14 0 0-15,-14 0 0 16,16 7 0-16,-16-7 0 0,12 16 0 16,-7-7 0-16,-3 1 0 15,-2 0 0-15,0 5 0 16,0-1 0-16,-7 4 0 16,0 0 0-16,-3-4 0 15,-1 4 0-15,2-3 0 0,-1-1 0 16,2 0 0-16,3-6 0 15,0 2 0-15,5-10 0 16,-2 13 0-16,2-13 0 16,0 0 0-16,7 5 0 0,-7-5 0 15,18 0 0 1,-6 0 0-16,3-5 0 0,2 0 0 16,1-3 0-16,-1 6 0 15,6-3 0-15,-6 5 0 0,-2-3 0 16,-2 1 0-16,-4 0 0 15,-9 2 0-15,12 0 0 16,-12 0 0-16,0 0 0 0,0 0 0 16,0 0 0-16,0 0 0 15,0 0 0-15,0 0 0 16,0 0 0-16,-4 2 0 16,4-2 0-16,0 0 0 0,-16 5 0 15,16-5-26-15,0 0-63 16,0 0-3-16</inkml:trace>
  <inkml:trace contextRef="#ctx0" brushRef="#br1" timeOffset="49949.03">20724 7476 378 0,'0'0'7'16,"0"0"3"-16,0 0 3 16,-8-8 1-16,8 8 2 0,0 0 1 15,-10-10-1-15,10 10 1 16,-15-2-6-16,6 2-4 16,-4 7-2-16,3 6-5 15,-2 2 0-15,4 0 0 0,1 4 0 16,2-2 0-16,2 1 0 15,3-3 0-15,10-5 0 16,0-3 0-16,5-2 0 0,-3-5 0 16,8 0 0-16,-8-5 0 15,1-2 0-15,-3-3 0 16,-3-2 0-16,1-2 0 16,-8-3 0-16,0 9 0 15,-5-8 0-15,-3 7 0 0,-4 1 0 16,-1 3 0-16,1 2 0 15,-8 6 0-15,6 4 0 16,1 3 0-16,1 3 0 16,4 2 0-16,6-4 0 0,2 4 0 15,2-5 0-15,6-2 0 16,7-1 0-16,2-7 0 16,6 0 0-16,2-2 0 15,-4-8 0-15,2 0 0 0,-3-5 0 16,-1 1 0-16,-6-1 0 15,-8-2 0-15,-5 1 0 16,-5 1 0-16,-5 8 0 0,-9 0 0 16,-4 5 0-16,-2 2 0 15,-3 0 0-15,4 4 0 16,2 6 0-16,4-2 0 16,3 4 0-16,11-2 0 0,4-10 0 15,0 15 0-15,9-13 0 16,2 1 0-16,8-3 0 15,4 0 0-15,-4-5 0 16,1 0 0-16,-5-5 0 16,0 2 0-16,-15 8 0 0,7-16 0 15,-7 16 0-15,-9-6 0 16,-7 3-9-16,1 6-14 16,-4 14-58-16,2-9-6 15</inkml:trace>
  <inkml:trace contextRef="#ctx0" brushRef="#br1" timeOffset="51416.5">20751 7468 265 0,'0'0'5'0,"0"0"5"15,-10 0 2-15,10 0 2 16,0 0 3-16,0 0-1 16,-8 0 0-16,8 0 2 0,0 0-4 15,0 0-3-15,11 0-3 16,3 0-1-16,9 0-2 15,4 0 0-15,8 0 0 16,7 0 0-16,15-2-2 16,5-3-1-16,5-2 0 0,13 0 0 15,7-6-1-15,10-2 0 16,4 3 0-16,12-6 0 16,1 1 0-16,2-1-1 15,6 2 1-15,-5 0-2 0,-2-3 1 16,-4 4 1-16,-6 1-1 15,-8 0 1-15,-8 3 0 16,-12-2 0-16,-9 5 0 0,-15 1 2 16,-10 2 0-16,-10 2 2 15,-12 3 0-15,-8-2 0 16,-13 2 0-16,0 0-1 16,0 0 0-16,0 0 0 0,0 0-2 15,-5-2-1-15,5 2-1 16,0 0-1-16,-13 0-1 15,13 0 0-15,0 0-3 16,0 0 0-16,-8 0-3 16,8 0-4-16,0 0-5 0,0 0-12 15,0 15-44-15,0-15-9 16</inkml:trace>
  <inkml:trace contextRef="#ctx0" brushRef="#br1" timeOffset="51952.94">22714 7107 351 0,'0'0'6'0,"0"0"3"16,0 0 2-16,0 0 1 16,0 0-1-16,0 0 1 15,0 0 2-15,0 0 2 0,0 0-5 16,10 4-2-16,2 2-1 15,8-1-1-15,0-3 0 16,13 3-1-16,-4 0-1 16,4 0-3-16,-1-2 0 0,0 2-1 15,-4 2-1-15,-3 0 0 16,-6 1 1-16,-6 4-1 16,-8 4 1-16,-5 0 0 15,-11 7 0-15,-3 1 1 0,-11 1-1 16,-5 3 1-16,-5-1 0 15,-2 2-2-15,0-1 0 16,1-6 0-16,-1-3 0 0,7-1 0 16,9-2 0-16,1-5 0 15,8-1 0-15,12-10-5 16,-9 10-3-16,9-10-8 16,13 8-26-16,4-8-43 15,3 0-1-15</inkml:trace>
  <inkml:trace contextRef="#ctx0" brushRef="#br1" timeOffset="52717.74">23217 7079 394 0,'0'0'6'0,"0"0"2"0,0 0 3 15,0 0 1-15,0 0 0 16,0 0 2-16,6-10 0 16,7 8 1-16,6-2-5 15,4 1-2-15,9 0-1 0,5-1-7 16,4 1 0-16,1-2 0 15,-1 2 0-15,-3 1 0 16,-3 2 0-16,-5 0 0 16,-8 0 0-16,-4 0 0 15,-9 5 0-15,-4 5 0 16,-5 0 0-16,-2 4 0 0,-13 6 0 16,-5 0 0-16,-5 5 0 15,-7 3 0-15,-3 1 0 16,-2-2 0-16,-3 3 0 0,0-5 0 15,5 2 0-15,3-5 0 16,5-1 0-16,5-7 0 16,7 1 0-16,5-5 0 0,5 0 0 15,5-10 0-15,19 7 0 16,2-5 0-16,8-2 0 16,8 0 0-16,9 0 0 15,8-4 0-15,3-4 0 0,5 1 0 16,3 0 0-16,-1 0 0 15,-4-2 0-15,-8 4 0 16,-7 1 0-16,-10 1 0 16,-11 0 0-16,-6 3 0 15,-8 0 0-15,-10 0 0 0,0 0 0 16,0 0 0-16,-12 6 0 16,2-5 0-16,2 7 0 15,-11 1-19-15,-4-2-70 16,5 0-2-16</inkml:trace>
  <inkml:trace contextRef="#ctx0" brushRef="#br1" timeOffset="54149.75">20744 7585 312 0,'0'0'6'0,"0"0"3"15,0 0 0-15,0 0 1 16,-11 5 1-16,11 5 2 0,-2 8 2 15,2 3 1-15,0 12-5 16,2 11-2-16,9 11 2 16,-2 12-1-16,6 6 0 15,3 10 0-15,2 4-1 16,-3 8 0-16,3 3 0 0,0-2-1 16,-3 3-1-16,-1-2 0 15,-2 2-7-15,-4-2 0 16,0-3 0-16,-3-7 0 0,-2-6 0 15,-2-4 0-15,1-7 0 16,-4-11 0-16,6-7 0 16,-6-10 0-16,4-7 0 0,-1-8 0 15,-3-5 0-15,3-6 0 16,-3-4 0-16,0-5 0 16,0-7 0-16,0 10 0 15,0-10 0-15,0 0 0 0,0 0 0 16,0 0 0-16,-7 0 0 15,7 0 0-15,-9-10 0 16,9 10-33-16,6-11-53 16,-6 11-2-16</inkml:trace>
  <inkml:trace contextRef="#ctx0" brushRef="#br1" timeOffset="54700.87">20696 9247 414 0,'0'0'7'15,"0"0"1"-15,0 0 2 16,0 0 0-16,0 0 0 0,0 0 2 15,10 0-1-15,-2 8 1 16,2 6-6-16,5 6-2 16,-1 5-1-16,4 5 1 15,4 2-4-15,-2 3 0 16,5 3 0-16,-3-5 0 0,-2 3 0 16,0-7 0-16,-3 0 0 15,1-1 0-15,-4-8 0 16,-1 0 0-16,-3-6 0 0,-3-1 0 15,-7-13 0-15,13 12 0 16,-13-12 0-16,0 0 0 16,12-5 0-16,-9-7 0 15,0-8 0-15,4-2 0 16,1-8 0-16,-1-7 0 0,2-2 0 16,2-1 0-16,1-2 0 15,-2 2 0-15,3 0 0 16,-4 6 0-16,1 4 0 0,0 3 0 15,-2 7 0-15,-1 0 0 16,-5 8 0-16,3-1 0 16,-5 13 0-16,4-9 0 15,-4 9 0-15,0 0 0 16,0 0 0-16,7 4 0 0,-2 4-26 16,9 2-62-16,-12-1-2 15</inkml:trace>
  <inkml:trace contextRef="#ctx0" brushRef="#br1" timeOffset="55149.99">20848 10030 434 0,'0'0'4'0,"0"0"1"0,0 0 3 16,0 0 1-16,7 10 0 16,-2 0 1-16,8 8 1 15,-1 4 0-15,3 2-1 16,7 6-10-16,-2 0 0 0,3 2 0 16,-1 0 0-16,0-5 0 15,-2-2 0-15,-2-5 0 16,-6-5 0-16,0 0 0 15,-12-15 0-15,13 11 0 16,-13-11-17-16,7-8-64 0,-7 8-7 16</inkml:trace>
  <inkml:trace contextRef="#ctx0" brushRef="#br1" timeOffset="55416.59">21168 10055 440 0,'0'0'5'15,"0"0"1"-15,0 0 1 16,0 0 3-16,-2 17 0 0,-3 1 2 16,-2 6 0-16,2 11-3 15,-2 4-9-15,-7 11 0 16,2 7 0-16,-1-1 0 16,-1 5 0-16,-4-2 0 0,1-2 0 15,0-3 0-15,-3-4 0 16,2-10 0-16,1-6 0 15,2-3 0-15,6-10 0 16,0-8 0-16,7-1 0 0,2-12-2 16,0 0-37-16,11-5-48 15,-4-9-4-15</inkml:trace>
  <inkml:trace contextRef="#ctx0" brushRef="#br1" timeOffset="56682.98">20659 7567 164 0,'0'0'9'0,"0"0"5"15,0 0 2-15,0 0 4 16,0 0 2-16,-9-1 1 0,9 1 1 16,0 0-2-16,0 0-5 15,0 0-4-15,0 0-3 16,-11 9-1-16,6-2-1 16,-5 8-1-16,3 3 0 0,-8 6 0 15,0 6-1-15,-5 5 1 16,0 2-1-16,-12 13 2 15,-2 6-1-15,-2 0 0 16,-3 0 0-16,-2-2-1 16,2 1 0-16,2-5-1 15,0 1-1-15,5-13-1 16,4-3-1-16,3-1 0 16,2-7 0-16,4-2-1 0,6-3 0 15,-4-2 1-15,7-5-2 16,5-5 1-16,5-10 1 15,-10 15-1-15,10-15 1 16,0 0-1-16,0 0 0 0,-13 5-1 16,13-5-2-16,0 0-2 15,0 0-7-15,-7-12-7 16,7 12-19-16,0 0-41 16,0-15-4-16</inkml:trace>
  <inkml:trace contextRef="#ctx0" brushRef="#br1" timeOffset="57200.03">19998 8214 330 0,'0'0'9'0,"0"0"4"0,0 0 5 0,0 0 1 16,0 0-1-16,0 0 0 0,0 0 1 15,0 0 0-15,-3 10-7 16,3 8-6-16,0 2-2 16,0 6-1-16,-2 4 0 15,-1 5 0-15,-1 0-1 0,-1 3-1 16,-2-2 0-16,-2-6-1 15,2 2 1-15,-5-7-2 16,7-6 2-16,-3-1-1 0,3-5-1 16,5-13 3-16,-4 12 1 15,4-12 0-15,0 0 0 16,12-8-1-16,5-2-2 0,1-5 0 16,4-2 0-16,5 0 0 15,3-3 0-15,0 0 0 16,-3 0 0-16,-2 5 0 15,-2 3 0-15,-6 2 0 0,-4 3 0 16,-1-1 0-16,-12 8 0 16,0 0 0-16,7-6 0 15,-7 6 0-15,0 0 0 16,0 0 0-16,0 0 0 16,0 0-30-16,18 6-55 15,-18-6-3-15</inkml:trace>
  <inkml:trace contextRef="#ctx0" brushRef="#br1" timeOffset="57632.7">20087 8812 467 0,'0'0'5'0,"0"0"0"0,0 0 2 16,0 0-1-16,6 1 1 0,-6-1 0 15,0 20 0-15,-6-4-7 16,-3 3 0-16,-3 4 0 16,-4 4 0-16,-1 2 0 0,-3-1 0 15,-3 1 0-15,4-4 0 16,-1-3 0-16,0 1 0 16,5-6 0-16,-3-4 0 15,9-1 0-15,-1-7 0 0,10-5 0 16,-15 7-7-16,15-7-20 15,0 0-57-15,0 0-3 16</inkml:trace>
  <inkml:trace contextRef="#ctx0" brushRef="#br1" timeOffset="57982.68">19841 8868 411 0,'0'0'7'0,"0"0"3"16,0 0 1-16,0 0 0 16,0 0 2-16,8 6 0 0,-8-6 2 15,17 17 0-15,-4-2-10 16,4 3-5-16,8 3 0 16,0-1 0-16,3 2 0 15,-1 1 0-15,-3-1 0 0,1-5 0 16,-5 1 0-16,-5-4 0 15,0-1 0-15,-3-3 0 16,-1-3 0-16,-11-7 0 16,9 7 0-16,-9-7 0 0,0 0 0 15,0 0 0-15,0 0 0 16,0 0 0-16,0 0 0 16,0 0 0-16,0 0 0 15,0 0 0-15,0-12 0 16,0 12-87-16,5-15-4 0</inkml:trace>
  <inkml:trace contextRef="#ctx0" brushRef="#br1" timeOffset="59749.3">20224 9131 429 0,'0'0'6'16,"0"0"2"-16,0 0 1 16,0 0 2-16,-7-10 0 0,7 10 1 15,5-15 0-15,0 3 1 16,7 5-13-16,3-4 0 16,2 2 0-16,1 4 0 15,2 0 0-15,-5 2 0 0,0 3 0 16,-3 3 0-16,-5 3 0 15,-2 7 0-15,-3-2 0 16,-4 8 0-16,-8-1 0 16,-2 1 0-16,-1-1 0 0,-1 3 0 15,1-4 0-15,1-3 0 16,0 1 0-16,4-5 0 16,5-1 0-16,3-9 0 15,0 13 0-15,0-13 0 0,13 12 0 16,2-8 0-16,0 5 0 15,0-7 0-15,5 3 0 16,-1 0 0-16,1-3 0 16,-3 0 0-16,-4 1 0 0,-1 2 0 15,-12-5 0-15,13 5 0 16,-13-5 0-16,-2 10 0 16,-11-2 0-16,-2-2 0 0,-5 2 0 15,-5 2 0-15,-2-3 0 16,0 1 0-16,0 2 0 15,2-8-13-15,4 3-70 16,5 0-3-16</inkml:trace>
  <inkml:trace contextRef="#ctx0" brushRef="#br1" timeOffset="60599.43">21248 10587 458 0,'0'0'5'16,"0"0"2"-16,0 0 2 0,-10-7 1 15,10 7 0-15,-8-8 2 16,8 8-12-16,-2-15 0 16,2 7 0-16,0 8 0 0,10-14 0 15,5 10 0-15,3-2 0 16,-2 6 0-16,7 0 0 16,0 3 0-16,-4 4 0 15,-1 4 0-15,-4-1 0 0,-6 2 0 16,0-2 0-16,-8 5 0 15,0-3 0-15,-3 2 0 16,-4-1 0-16,-1-1 0 16,0-2 0-16,4 0 0 15,1 0 0-15,3-10 0 0,-2 10 0 16,2-10 0-16,9 10 0 16,5-8 0-16,-2 1 0 15,5-1 0-15,0-2 0 16,3 2 0-16,-5 1 0 0,0-3 0 15,-3 6 0-15,-5-6 0 16,-7 0 0-16,9 12 0 16,-9-12 0-16,-6 13 0 0,-4-4 0 15,-7-2 0-15,0 4 0 16,-9-1 0-16,2-1 0 16,-6 1 0-16,0-3 0 15,3-1 0-15,-2-5-15 0,6-2-64 16,0 1-9-16</inkml:trace>
  <inkml:trace contextRef="#ctx0" brushRef="#br1" timeOffset="61916.81">24078 7335 418 0,'0'0'6'0,"0"0"2"16,0 0 3-16,0 0 1 15,-5-10 1-15,5 10 1 0,0-10-1 16,0 10 0-16,3-12-10 16,-3 12-3-16,17-11 0 15,0 7 0-15,-2 1 0 16,5 1 0-16,3 2 0 0,-1 0 0 15,-3-2 0-15,2 2 0 16,-9 2 0-16,-2 6 0 16,-10-8 0-16,8 16 0 15,-8-3 0-15,-8 2 0 0,-5 3 0 16,1-2 0-16,-3 4 0 16,3-5 0-16,2 0 0 15,2 2 0-15,3-1 0 16,5-5 0-16,0 0 0 0,5-2 0 15,6 1 0-15,-4 0 0 16,5 0 0-16,-1-2 0 16,1-1 0-16,0-3 0 0,1 5 0 15,1-1 0-15,1-4 0 16,-3 0 0-16,4 2 0 16,-7-3 0-16,-1-3 0 15,-8 0 0-15,10 4 0 16,-10-4 0-16,-8 2 0 0,-6 4 0 15,-7-2 0-15,-4 4 0 16,-7-1 0-16,-3 3 0 16,-4-2-6-16,7-1-48 15,-3 6-32-15,3-4-2 0</inkml:trace>
  <inkml:trace contextRef="#ctx0" brushRef="#br2" timeOffset="70749.98">15891 9594 415 0,'0'0'6'0,"0"0"1"16,0 0 1-16,0 0-2 16,0 0 1-16,-5 3 0 15,5-3 1-15,-5 12-3 16,5 0-10-16,0-12-7 0,0 17-29 15,3 1-38-15,1-6-1 16</inkml:trace>
  <inkml:trace contextRef="#ctx0" brushRef="#br2" timeOffset="70948.88">15906 9904 388 0,'0'0'6'0,"0"0"3"15,0 0 1-15,0 0 0 16,-2 8 0-16,2-8-1 16,0 0 1-16,-4 9 0 15,4-9-8-15,0 0-6 0,0 10-6 16,0-10-8-16,0 15-23 16,0-5-39-16,4-1-1 15</inkml:trace>
  <inkml:trace contextRef="#ctx0" brushRef="#br2" timeOffset="71132.67">15958 10129 347 0,'0'0'7'15,"0"0"4"-15,0 0 3 16,-8 3 3-16,8-3-1 0,-9 7 0 16,9-7 1-16,-8 5-1 15,8-5-6-15,-5 10-5 16,5-10-7-16,0 9-6 15,0-9-13-15,2 20-47 16,-2-20-12-16</inkml:trace>
  <inkml:trace contextRef="#ctx0" brushRef="#br2" timeOffset="71299.55">15938 10379 387 0,'0'0'7'0,"0"0"4"0,-2 10 0 15,2-10 2-15,0 0-1 16,-6 12 0-16,6-12 1 0,-5 13-2 16,5-13-10-16,0 7-12 15,0-7-18-15,-9 11-53 16,9-11 0-16</inkml:trace>
  <inkml:trace contextRef="#ctx0" brushRef="#br2" timeOffset="71468.12">15911 10689 370 0,'0'0'4'0,"0"0"2"15,0 0 1-15,0 0-1 16,0 10 0-16,0-10-5 16,0 0-10-16,0 0-56 15,0 10-8-15</inkml:trace>
  <inkml:trace contextRef="#ctx0" brushRef="#br2" timeOffset="71666.09">15946 10981 383 0,'0'0'3'16,"-3"8"3"-16,3-8-1 0,-2 17 0 15,-1-9 1-15,3 4-1 16,0 3-2-16,0-3-8 16,3-1-18-16,4 6-39 15,-2-3-13-15</inkml:trace>
  <inkml:trace contextRef="#ctx0" brushRef="#br2" timeOffset="71833.6">16003 11385 365 0,'0'0'7'0,"0"0"1"16,0 0 2-16,-5 15-2 15,5-15 1-15,-8 12 1 0,6 1-5 16,2-13-5-16,-3 18-15 16,3-7-37-16,0-3-22 15,0 4-5-15</inkml:trace>
  <inkml:trace contextRef="#ctx0" brushRef="#br2" timeOffset="71982.6">15988 11701 355 0,'0'0'4'0,"0"0"0"16,0 0 2-16,-3 11-1 0,3-11-1 15,-2 13-5-15,2-4-14 16,0 14-43-16,0-13-14 15</inkml:trace>
  <inkml:trace contextRef="#ctx0" brushRef="#br2" timeOffset="72132.81">15964 12034 344 0,'0'0'-1'15,"0"0"-13"-15,0 0-49 16,-4 13-5-16</inkml:trace>
  <inkml:trace contextRef="#ctx0" brushRef="#br2" timeOffset="73532.58">15707 8499 326 0,'0'0'8'0,"0"0"2"15,0 0 1-15,0 0 2 0,0 0-1 16,5-7 1-16,-5 7-1 15,0 0 0-15,4-8-13 16,-4 8-11-16,4-16-33 0,8 10-27 16,-7-2-4-16</inkml:trace>
  <inkml:trace contextRef="#ctx0" brushRef="#br2" timeOffset="73701.97">15762 8197 335 0,'0'0'7'0,"0"0"4"16,0 0 4-16,-8-11 0 16,8 11 0-16,-4-10 0 0,4 10 0 15,-8-8 0-15,8 8-11 16,-5-11-13-16,5 11-30 16,0 0-38-16,0 0-3 15</inkml:trace>
  <inkml:trace contextRef="#ctx0" brushRef="#br2" timeOffset="73884.53">15762 8036 359 0,'0'0'4'16,"0"0"1"-16,0 0 0 15,0 0 0-15,-8-10 2 16,8 10-4-16,0 0-8 0,-2-10-25 15,14 7-38-15,-12 3-7 16</inkml:trace>
  <inkml:trace contextRef="#ctx0" brushRef="#br2" timeOffset="74032.72">15762 8036 333 0,'55'-64'6'0,"-55"64"2"15,0 0 2-15,0 0 1 0,-9-8-2 16,9 8-1-16,0 0-5 16,0 0-14-16,0 0-57 15,0 0-6-15</inkml:trace>
  <inkml:trace contextRef="#ctx0" brushRef="#br2" timeOffset="75367.19">16144 7853 298 0,'0'0'7'0,"0"0"5"15,0 0 3-15,6-8 0 16,-6 8 1-16,0 0 0 16,12-10 1-16,-12 10-1 15,12-7-8-15,1 3-10 0,1-2-14 16,4 1-58-16,7 2-2 15</inkml:trace>
  <inkml:trace contextRef="#ctx0" brushRef="#br2" timeOffset="75549.06">16631 7756 326 0,'0'0'6'0,"0"0"2"16,0 0 1-16,0 0 1 0,0 0 1 15,10-3-2-15,-10 3 2 16,13-4-1-16,-1-2-8 16,3 4-12-16,0-3-23 0,0 0-38 15,13 3-5-15</inkml:trace>
  <inkml:trace contextRef="#ctx0" brushRef="#br2" timeOffset="75699.56">16985 7704 319 0,'0'0'6'0,"0"0"1"0,0 0 3 16,0 0 0-16,0 0 1 16,0 0 0-16,7-7 2 15,-7 7-2-15,19-3-5 0,-4 3-5 16,0-2-8-16,5 2-18 16,3 5-40-16,4-5-10 15</inkml:trace>
  <inkml:trace contextRef="#ctx0" brushRef="#br2" timeOffset="75867.92">17389 7672 323 0,'0'0'3'15,"0"0"0"-15,0 0 1 0,0 0 0 16,0 0 0-16,0 0 1 16,0 0 1-16,0 0 0 15,12 5-3-15,-2-5-8 16,-10 0-17-16,11 2-45 15,5 1-4-15</inkml:trace>
  <inkml:trace contextRef="#ctx0" brushRef="#br2" timeOffset="76032.73">17819 7657 338 0,'0'0'4'0,"0"0"2"16,0 0 1-16,0 0-1 15,0 0 1-15,10 0 0 16,-10 0-2-16,15 0-6 0,-15 0-42 16,20 4-28-16,-5-1-5 15</inkml:trace>
  <inkml:trace contextRef="#ctx0" brushRef="#br2" timeOffset="76166.13">18244 7677 406 0,'0'0'2'0,"0"0"0"16,0 0 0-16,0 0-3 0,0 0-7 15,5-20-55-15,-5 20-10 16</inkml:trace>
  <inkml:trace contextRef="#ctx0" brushRef="#br2" timeOffset="76999.7">15642 7907 110 0,'0'0'10'0,"0"0"4"0,0 0 7 16,0 0 5-16,4-4 5 15,-4 4 2-15,0 0 2 16,0 0 0-16,0 0-6 16,6-9-5-16,-6 9-4 0,0 0-7 15,0 0-4-15,0 0-3 16,0 0-2-16,0 0-2 16,0 0-2-1,0 0 0-15,0 0-4 0,0 0-4 16,0 0-13-16,2-14-43 15,-2 14-12-15</inkml:trace>
  <inkml:trace contextRef="#ctx0" brushRef="#br2" timeOffset="77182.6">15642 7907 298 0,'46'-32'5'15,"-46"32"1"-15,0 0 3 0,0 0 2 16,4-3-1-16,6 1 2 15,8 0-1-15,4-1 2 16,5 1-4-16,3-1-4 16,7-2-1-16,-2 3-1 15,3-4-3-15,1 4-7 16,-2-2-16-16,-5-7-43 0,5 11-9 16</inkml:trace>
  <inkml:trace contextRef="#ctx0" brushRef="#br2" timeOffset="77350.08">16201 7830 339 0,'0'0'5'15,"0"0"3"-15,0 0 3 16,0 0 1-16,0 0 0 0,0 0-1 16,0 0 0-16,-9 0-2 15,9 0-12-15,0 0-16 16,0 0-55-16,0 0-4 0</inkml:trace>
  <inkml:trace contextRef="#ctx0" brushRef="#br2" timeOffset="77616.38">15635 7929 361 0,'0'0'4'0,"0"0"-1"16,0 0 0-16,0 0 0 15,0 0 0-15,5 10 1 16,5 0-2-16,-6-2-14 0,2 7-56 15,9 1-4-15</inkml:trace>
  <inkml:trace contextRef="#ctx0" brushRef="#br2" timeOffset="77768.82">15804 8234 403 0,'0'0'3'0,"0"0"1"15,-8 0-2-15,8 0 0 16,0 0-8-16,-12 10-33 0,12-10-31 16,0 10-4-16</inkml:trace>
  <inkml:trace contextRef="#ctx0" brushRef="#br2" timeOffset="78832.36">19608 7563 300 0,'0'0'6'0,"0"0"3"0,0 0 3 16,0 0-1-16,0 0 1 16,0 0 0-16,0 0 1 15,12 0 0-15,-12 0-6 16,13 0-6-16,-3 0-7 0,8 3-27 16,8-3-37-16,2 1-5 15</inkml:trace>
  <inkml:trace contextRef="#ctx0" brushRef="#br2" timeOffset="79001.02">20043 7545 358 0,'0'0'7'16,"0"0"4"-16,0 0 3 16,0 0-1-16,0 0 0 15,0 0 1-15,7-4-1 0,-7 4 0 16,10-9-10-16,3 9-11 15,-5-1-16-15,4 1-55 16,12 0-1-16</inkml:trace>
  <inkml:trace contextRef="#ctx0" brushRef="#br2" timeOffset="79166.53">20365 7518 343 0,'0'0'7'15,"0"0"5"-15,0 0 3 0,0 0 3 16,0 0-1-16,0 0 1 15,0 0 0-15,0 0 1 16,0 0-8-16,0 0-4 16,0 0-7-16,0 0-11 0,-7 6-68 15,7-6-4-15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3:25:30.3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7030A0"/>
    </inkml:brush>
    <inkml:brush xml:id="br5">
      <inkml:brushProperty name="width" value="0.05292" units="cm"/>
      <inkml:brushProperty name="height" value="0.05292" units="cm"/>
    </inkml:brush>
  </inkml:definitions>
  <inkml:trace contextRef="#ctx0" brushRef="#br0">6340 13771 250 0,'0'0'8'15,"0"0"7"-15,0 0 4 0,0 0 4 16,0 0 2-16,0 0 1 15,0 0 3-15,0 0 0 16,0-13-7-16,0 13-6 16,0 0-4-16,0 0-2 0,0 0-3 15,-3-10-1-15,3 10-2 16,0 0-1-16,-9 0 0 16,9 0-2-16,-13 10 0 15,5 0 1-15,-1-2-2 16,-2 5 0-16,2-2 0 0,-1 3 0 15,2 2 0-15,1-1 0 16,-1 0 0-16,6-1 0 16,0-1 0-16,2 2 0 15,2-5 0-15,-2-10 0 0,14 12 0 16,-3-9 0-16,1-3 0 16,3-3 0-16,2-2 0 15,-1-2 0-15,0-3 0 16,0-5 0-16,-4 2 0 0,-2 1 0 15,-2 0 0-15,-3-5 0 16,-5 2 0-16,-3 0 0 16,-3 2 0-16,-1 3 0 15,-2 1 0-15,-4-1 0 0,0 7 0 16,-3 1 0-16,0 2 0 16,2 5 0-16,-4 5 0 15,4-1 0-15,-2 4 0 16,4 2 0-16,1 2 0 0,1 3 0 15,6-3 0-15,4 1 0 16,0-1 0-16,4-5 0 16,6 3 0-16,4-7 0 15,5-1 0-15,-1-5 0 0,7-2 0 16,0 0 0-16,-1-7 0 16,0-3 0-16,-3 0 0 15,2-7 0-15,-11 3 0 0,2-4 0 16,-6 3 0-1,-5-5 0-15,-3 1 0 0,-5 1 0 16,-8 1 0-16,-2 5 0 16,-2-1 0-16,-8 5 0 15,5 6 0-15,-5 2 0 0,0 0 0 16,3 10 0-16,5 3 0 16,1 1 0-16,2 1 0 15,7 3 0-15,1-4 0 16,6 4 0-16,6-1 0 0,3-5 0 15,6 0 0-15,5-2 0 16,3-5 0-16,4-2 0 16,0-3 0-16,0 0 0 15,0-8 0-15,-4-3 0 0,-3-2 0 16,-5 1 0-16,-6-3 0 16,0-3 0-16,-9 1 0 15,0-1 0-15,-9 4 0 16,-3 2 0-16,-8 1 0 0,-2 4 0 15,2 7 0-15,-8 0 0 16,4 12 0-16,0 3 0 16,3 1 0-16,1 0 0 15,8 4 0-15,5 0 0 0,7-3 0 16,0-2 0-16,12-5 0 16,8 0 0-16,2-3 0 15,5-7 0-15,-2 0 0 16,5-7 0-16,-6-3 0 0,2-3 0 15,-7-1 0-15,-5-1 0 16,-5-3 0-16,-6 5 0 16,-3-1 0-16,-10 10 0 15,-3-2 0-15,-6 6 0 16,-6 3 0-16,7 7-47 0,-4 2-44 16,2-2 0-16</inkml:trace>
  <inkml:trace contextRef="#ctx0" brushRef="#br0" timeOffset="15018.66">6347 11881 313 0,'0'0'8'0,"0"0"1"0,0-13 2 15,0 3 4-15,0 10 3 16,0-15 1-16,0 15-1 16,0-15 1-16,0 15-6 0,5 9-3 15,-3 7-2-15,4 12-2 16,1 9-3-16,-2 10 0 16,2 7-1-16,0 14 0 0,-1 3-1 15,1 4 0-15,-2 4 0 16,-2 5-1-16,-3 3 0 15,0-4 0-15,0 7 1 0,0-3-1 16,-5-5 1-16,0-4-1 16,0-3 0-16,3-10 0 15,-2-8-1-15,4-8-1 16,-2-12-2-16,2-7-4 16,0-7-5-16,2-9-8 0,-2-14-11 15,0 0-50-15,0-20-1 16</inkml:trace>
  <inkml:trace contextRef="#ctx0" brushRef="#br0" timeOffset="17016.58">6278 12106 342 0,'0'0'7'0,"0"0"3"0,0 0 1 15,0 0 0-15,0 5 2 16,0 12-1-16,0 11 1 16,0 9 1-16,7 15-7 0,-2 7-4 15,3 13 1-15,-1 10-1 16,0 10-1-16,-2-1 0 16,2 1 0-16,-1 2 0 0,1-5 0 15,-2-2-1 1,-3-3 0-16,1-7 0 0,2-8 0 15,-5-5-1-15,2-3 0 16,-2-12 0-16,0-10-1 0,0-4-1 16,0-13-1-16,0-10 0 15,0-12 1-15,0 0-1 16,0-7-1-16,0-12 1 16,0-9-2-16,-2-5 1 15,2-8 1-15,-5-5-1 0,0 0 0 16,0-6 0-16,-2 0 1 15,1 0 0-15,1 0 3 16,-2 2 0-16,2 3 1 0,-2 5 1 16,5 5 3-16,-6 10 0 15,3 2 0-15,2 15-1 16,3 10 1-16,-2 5 0 16,2 18-1-16,0 9-1 15,0 10-2-15,2 7-2 16,1 10 1-16,-1 1-1 0,1 7 1 15,-1-2-1-15,1-6 0 16,0-3 0-16,-1-6 0 16,1-8 0-16,-1-4 0 0,0-13-1 15,1-6 1-15,-1-4 0 16,-2-15 0-16,0 0 0 16,0 0 0-16,0-9 2 15,-2-12 1-15,-3-3 0 0,3-11 0 16,-3-7 0-16,-1-7 1 15,1-4 1-15,3-4 0 16,-3 0-1-16,5 6 1 16,-2 1 0-16,2 9 0 0,0 12 0 15,0 7-1-15,0 13 0 16,0 9-1-16,0 4 0 16,0 19-1-16,2 6 0 15,0 6-2-15,1 12 0 0,-3 3 0 16,2 3 0-16,1-3-1 15,-3 0 1-15,2-8-1 16,-2-7 0-16,3-11 0 0,0-8 0 16,-3-16 1-16,0 0 0 15,7-8 1-15,-2-14 0 16,-3-13 2-16,1-12 0 16,-3-15 0-16,0-14 0 0,2-16 0 15,-2-12 1-15,0-12-1 16,2-3-1-16,1-6 0 15,-3 7 0-15,2 0 0 16,2 15 0-16,-4 6 0 16,0 16 0-16,-4 9 0 0,-1 11 0 15,-2 8 0-15,0 12 0 16,0 8 1-16,-4 5-1 16,4 14 1-16,7 14-1 15,-12-6 0-15,10 12 0 0,-2 13-1 16,4 12 0-16,0 8 0 15,0 13 0-15,4 9 0 16,-2 14 1-16,3 9-1 0,0 7-1 16,-3 14 1-16,3-1 0 15,-3-1 0-15,-2 2 0 16,0-8 0-16,0 0 0 16,0-10 0-16,0-11 0 0,0-7 0 15,0-14 0-15,3-14-1 16,-3-6 1-16,5-15 0 15,-5-20 0-15,0 0 0 16,8-10 1-16,-8-22 0 0,0-13 1 16,0-16 0-16,-3-18-2 15,-2-11 0-15,-3-16 0 16,1-6 0-16,0-10 0 16,2 3 0-16,-1-1 0 0,4 10 0 15,-3 14 0-15,0 9 0 16,3 17 0-16,-3 16 0 15,3 17 0-15,-1 12 0 16,3 25 0-16,-2 5 0 16,2 30 0-16,5 19 0 0,7 20 0 15,-3 16 0-15,2 14 0 16,1 15 0-16,-5 10 0 0,1-3 0 16,-5-2 0-16,-1-10 0 15,-2-5 0-15,0-11 0 16,0-8 0-16,-2-13 0 15,-1-17 0-15,3-6-2 0,0-7 2 16,0-13-1-16,0 2 0 16,3-14 0-16,-3 0 1 15,2-5 0-15,0-2 0 16,1-8 0-16,-3-7 0 16,0 0 0-16,0 0 0 0,-3-7 0 15,3-8 1-15,-4-2 0 16,4-1-1-16,-3 4 1 15,1-6 1-15,2 7-2 16,-3 3 0-16,3 10 0 16,0 0 0-16,0 8 0 0,0 7 0 15,3 2 0-15,2 6 0 16,-1-4 0-16,1 6 0 16,0-5 0-16,0 0 0 0,1-9 0 15,-4 0 0-15,-2-11-2 16,5 10 2-16,-5-10 0 15,0 0 0-15,7-10 0 16,-7-2-1-16,0-8 0 0,0-5 2 16,0 2 0-16,0-2-1 15,0 4 2-15,0 3-2 16,-2 3 0-16,2 15 0 16,0 0 0-16,0 0 0 15,-10 15 0-15,8 7 0 0,-2 1 0 16,2 7 0-16,-1-5 0 15,1 4 0-15,2-4 0 16,0-5 0-16,0-3 0 16,0-2 0-16,2-7 0 0,-2-8 0 15,0 0 0-15,11-3-2 16,-6-9 2-16,-3-6 0 16,3-6-1-16,0-1 1 0,-3 0 0 15,1 0 1-15,-3 7 1 16,0 1-2-16,0 17 0 15,0 0 0-15,0 0 0 0,0 20 0 16,-3 0 0-16,1 5 0 16,-1-1 0-16,1 1 0 15,0-7 0-15,2-1-2 16,0-7-4-16,0-10-6 16,0 0-15-16,2-5-58 0,5-13-4 15</inkml:trace>
  <inkml:trace contextRef="#ctx0" brushRef="#br0" timeOffset="17915.41">6295 11784 392 0,'0'0'7'0,"3"-10"2"0,-3 0 4 16,0 3 2-16,-3-3 0 15,-2 2 2-15,5 8-1 0,-12-13 1 16,3 16-7-16,0 12-10 15,-3 8 0-15,0 6 0 16,-1 8 0-16,-4 6 0 16,-1 6 0-16,4-2 0 0,-9 3 0 15,3-1 0-15,-5-4 0 16,1-3 0-16,0-7 0 16,5-8 0-16,0-2 0 0,3-11 0 15,2-7 0-15,5-1 0 16,9-6 0-16,-5-10 0 15,5-5 0-15,5-2 0 16,4-5 0-16,3-3 0 0,2-2 0 16,9-6 0-16,-4 1 0 15,5-2 0-15,2-1 0 16,1-3 0-16,3 4 0 16,-2-2 0-16,-1 3 0 0,1 0 0 15,-8 8 0-15,2 3 0 16,-7 3 0-16,-3 6 0 15,-1 3 0-15,-11 10 0 16,9-10 0-16,-9 10 0 16,0 0 0-16,0 0 0 0,0 0 0 15,0 0 0-15,0 0 0 16,5 8 0-16,-3 4 0 16,6 1 0-16,-3 8 0 0,5 4 0 15,2 5 0-15,-1 5 0 16,8 2 0-16,-4 3 0 15,5-1 0-15,-3 1 0 16,4-2 0-16,-2-4 0 16,1-2 0-16,-1-2 0 0,-1-8 0 15,0 1 0-15,-7-6 0 16,8-3 0-16,-9-1 0 16,-1-8 0-16,-9-5 0 0,13 10 0 15,-13-10 0-15,0 0 0 16,10-8-19-16,-10-2-71 15,-3-7-3-15</inkml:trace>
  <inkml:trace contextRef="#ctx0" brushRef="#br0" timeOffset="18916.23">6098 11326 348 0,'0'0'6'0,"0"0"3"16,0 0 5-16,-9-5 2 16,9 5 1-16,-11-5 2 15,11 5 0-15,-7-8 1 0,7 8-6 16,0 0-3-16,0 0-4 16,0 0-1-16,5-5-3 15,10 3-1-15,2-3-2 0,6 2 0 16,4-1 0-16,3-4 0 15,5 0 0-15,-1 1 0 16,-1 0 0-16,-1 1 0 0,-2 2 0 16,-6-1 0-1,-3 3 0-15,-2-1 0 0,-3 3 0 16,-16 0 0-16,14 0 0 16,-14 0 0-16,0 0 0 15,6 7 0-15,-6-7 0 0,-3 18 0 16,-7-6 0-16,-2 3 0 15,-4 2 0-15,-5 6 0 16,-2 2 0-16,-4-1 0 16,-6 1 0-16,4 3 0 15,-4-2 0-15,5-3 0 0,-1-1 0 16,6-5 0-16,4-1 0 16,4-7 0-16,8 1 0 15,7-10 0-15,-5 10 0 0,5-10 0 16,9 0 0-16,1 0 0 15,5-2 0-15,8-4 0 16,-1-1 0-16,7 0 0 16,4 0 0-16,2-2 0 0,0 0 0 15,5 2 0-15,-3-4 0 16,-3 4 0-16,3 0 0 16,-3-1 0-16,-11 5 0 0,5-1 0 15,-8 1 0-15,0 2 0 16,-5 1 0-16,-8 0 0 15,-7 0 0-15,16 0 0 16,-16 0 0-16,0 0 0 16,0 0 0-16,0 0 0 0,0 0 0 15,0 0 0-15,0 0 0 16,0 0 0-16,0 0 0 16,0 0 0-16,-5 0 0 15,5 0 0-15,-11 4 0 0,11-4 0 16,0 0-43-16,0 0-48 15</inkml:trace>
  <inkml:trace contextRef="#ctx0" brushRef="#br0" timeOffset="23399.19">6444 13797 198 0,'0'0'8'0,"0"0"5"16,0 0 2-16,0 0 5 16,0 0 0-16,0 0 4 15,10 3-1-15,-10-3 2 16,10 0-6-16,-10 0-1 0,14 0-5 16,-14 0-2-16,16-4-1 15,-4 4-2-15,-2-3-1 16,5 0-1-16,3 2-1 0,1-2-1 15,3-3-1-15,6 4 0 16,4-3-2-16,3 0 1 16,4-2-1-16,7 2-1 15,0 0 1-15,4-3-1 0,0 4 0 16,2-4 0-16,0 5 1 16,-2-2-1-16,0 5 0 15,-3-2 0-15,0 2 1 16,1 0-1-16,-2 0 1 0,0 0 0 15,4-2 0-15,-4 2-1 16,4-5 1-16,2 5-1 16,-2-5 0-16,-2 3 1 15,1-2-1-15,1 3 0 0,-6-2 0 16,1 1 0-16,0 2 0 16,-4 0 1-16,2 0-1 15,2 0 0-15,-3 0 0 16,3 0 0-16,2 0 0 0,0 0 1 15,1 0-1-15,-2 0 0 16,2 0 0-16,-1 0 0 16,-2 0 1-16,-1-3-1 15,2 3 0-15,-2-3 0 0,1 1 1 16,2-1-1-16,3 1 1 16,-1-3-1-16,3 3 1 15,6-1-1-15,-1 1 1 16,3-4-1-16,-3 6 1 15,8-2-1-15,-3 0 0 16,2 2 0-16,3 0 0 0,-2 0 0 16,4 0 0-16,1 0 0 15,-4 0 0-15,7 0-1 0,-6 0 0 16,2 0-3-16,-3 0-2 16,0 0-5-16,-6 0-11 15,-6 0-59-15,-1 0 0 16</inkml:trace>
  <inkml:trace contextRef="#ctx0" brushRef="#br0" timeOffset="24300.19">6444 13756 286 0,'0'0'6'0,"0"0"3"16,17 2 1-16,-5 1 2 0,9 0 1 15,4-3 0-15,12 0 3 16,5 0-1-16,8 0-3 15,5 0-4-15,7-6 0 16,1 4-1-16,10-1 0 0,2-2-1 16,-1 3-1-16,4-1 0 15,1 1 0-15,5 0-1 16,4-1-1-16,-2 3 0 16,3-3 0-16,-2 3 0 15,5 0-1-15,3 0 1 0,-1 0-1 16,4 0 0-16,-4 0-1 15,1 0 1-15,-4 0 0 16,3 3-1-16,4 0 1 16,-4-3-1-16,3 0 0 0,-1 0 0 15,1 0 0-15,3 0 0 16,0 0-1-16,1 0 1 16,1 0-1-16,0 0 1 0,-1 0-1 15,1 0 1-15,3 2 0 16,-3 0-1-16,-3-2 1 15,-2 5 0-15,-3-2 0 0,-4-1 0 16,-3 3 0-16,-7 1 0 16,-4-2 0-16,-5 1 0 15,-7 0-1-15,-4-3 1 16,-9 4-1-16,-5-3 0 16,-9-2 0-16,-10 2-1 0,-4 0-2 15,-9-2-5-15,-14-1-7 16,0 0-18-16,0 0-50 15,-25 3-1-15</inkml:trace>
  <inkml:trace contextRef="#ctx0" brushRef="#br0" timeOffset="25015.77">6737 13796 285 0,'0'0'8'0,"0"0"4"0,0 0 2 0,0 0 4 16,9 4 0-16,5-1 2 15,3-1 1-15,8 1-1 16,7 0-6-16,10-3-3 16,10 0-4-16,11 0-1 15,3 0-1-15,12 0 0 0,9 0-2 16,10-3 0-16,0 3 1 16,9-3-2-16,9 3 1 15,4-2 0-15,10-1 0 16,6 0-1-16,6-1 0 15,1 0 0-15,14 1 0 0,1-3 0 16,4 2-1-16,-7 4 0 16,5-3 0-16,0 1-1 15,-10 2 1-15,0 0 0 0,-7 5-1 16,-5-1 1-16,-8 5 0 16,-8-5 0-16,-8 3 0 15,-10 4 0-15,-11-4 0 16,-9 2-1-16,-16-1 1 0,-10-3 0 15,-9 2-1-15,-14-2 0 16,-12-2 0-16,-7 0 0 16,-15-3 0-16,10 2-2 15,-10-2-3-15,-12 0-3 0,-1 0-4 16,-9-5-5-16,-3 5-7 16,-9-5-18-16,-12 2-43 15,2 1 0-15</inkml:trace>
  <inkml:trace contextRef="#ctx0" brushRef="#br0" timeOffset="25782.58">10156 13366 389 0,'0'0'4'0,"0"0"1"15,0 0 0-15,0 0 0 16,0 0 1-16,0 0 2 0,0 0 1 16,-5 13 2-16,13-1-3 15,6 6-1-15,11 0 1 16,18 8 0-1,8 2 0-15,9-1-1 0,7 1-1 16,11-2-1-16,-2-3-1 16,3 1 0-16,-4-4 0 15,-15-5-4-15,-8 3 0 16,-6-6 0-16,-14 0 0 0,-8 1 0 16,-11-1 0-16,-11 4 0 15,-6-2 0-15,-14-2 0 16,-10 8 0-16,-9-3 0 15,-13 8 0-15,-12 0 0 0,-10 5 0 16,-10-3 0-16,1 3 0 16,-9 0 0-16,5-1 0 15,3-1 0-15,6-3 0 16,10-6 0-16,17-2 0 0,9-2 0 16,13-5 0-16,13 2 0 15,3-9 0-15,11-3-86 16,20 7-7-16</inkml:trace>
  <inkml:trace contextRef="#ctx0" brushRef="#br0" timeOffset="29516.93">11444 13786 366 0,'0'0'7'0,"0"0"1"0,14-13 5 15,-9 4 1-15,5 1 2 0,-10 8 2 16,15-15 0-16,-15 15 1 16,15-13-4-16,-15 13-5 15,0 8-3-15,-13 12-7 16,-6 7 0-16,-6 5 0 0,-5 8 0 15,-5 4 0-15,-3 9 0 16,-8-3 0-16,0 1 0 16,2-8 0-16,5-6 0 15,1-4 0-15,1-5 0 16,4-6 0-16,8-4 0 0,6-6-3 16,1-5-16-16,18-7-11 15,-12 3-55-15,12-3-4 16</inkml:trace>
  <inkml:trace contextRef="#ctx0" brushRef="#br0" timeOffset="29879.17">11046 13815 413 0,'0'0'6'16,"0"0"2"-16,0 0 3 0,0 0-1 15,0 0 1-15,0 0 0 16,0 0 2-16,0 0 0 15,5 15-4-15,4 7-3 0,2 3-6 16,6 6 0-16,8 2 0 16,2 12 0-16,8-3 0 15,4 1 0-15,7 1 0 16,0-7 0-16,0-2 0 16,0-3 0-16,-3-2 0 0,-3-6 0 15,-1-6 0-15,-7-1 0 16,-4-2 0-16,-6-2 0 15,-5-9 0-15,-1 2 0 16,-16-6 0-16,14 4 0 0,-14-4 0 16,0 0 0-16,0 0 0 15,0-4 0-15,0 4 0 16,0 0 0-16,-12-13 0 0,12 13-4 16,0 0-88-16,-10-10-1 15</inkml:trace>
  <inkml:trace contextRef="#ctx0" brushRef="#br0" timeOffset="32318.34">6452 13778 23 0,'0'0'3'0,"0"0"3"15,0 0 4-15,0 0 2 0,0 0 2 16,0 0 0-16,-11 0 2 16,11 0 4-16,0 0-3 15,-9 0-2-15,9 0-2 16,0 0 2-16,-12 0 1 0,12 0 2 15,-11 5 1-15,11-5 1 16,-12 7-2-16,12-7 0 16,-7 6-1-16,7-6-2 0,0 0-1 15,-11 7-2-15,11-7-2 16,0 0 0-16,0 0 0 16,0 0 0-16,0 0-2 15,0 0 0-15,0 0 1 0,0 0 0 16,7 0 1-16,2-6-1 15,5-2 1-15,1-3-1 16,7-6-1-16,8-3-1 16,0-7-1-16,10-3-3 15,4-4 0-15,11-4 0 0,7-6-1 16,8-3 0-16,7-8 0 16,13-2-1-16,4-5 1 15,8-5 0-15,4-2 1 16,5-8-2-16,10 1 1 0,1-6 0 15,2 0-1-15,0 0 1 16,-2-2 0-16,2 4-2 16,-5 1 0-16,3 0 0 15,-8 5 0-15,0 2 0 0,-6 3 0 16,-9 6 0-16,-12 9 0 16,-3-1 0-16,-14 14 0 15,-10 1 0-15,-11 12 0 0,-15 6 0 16,-9 5 0-16,-7 5 0 15,-3 4 0-15,-15 8 0 16,0 0 0-16,0 0 0 16,0 0 0-16,0 0 0 0,0 0 0 15,0 0 0-15,0 0 0 16,0 0 0-16,0 0 0 16,0 0 0-16,0 0 0 15,0 0 0-15,0 0 0 0,0 0 0 16,0 0 0-1,0 0 0-15,0 0 0 0,0 0 0 16,-7 5-7-16,7-12-63 16,0 7-18-16</inkml:trace>
  <inkml:trace contextRef="#ctx0" brushRef="#br0" timeOffset="32931.3">8956 11826 329 0,'0'0'9'0,"0"0"3"0,0 0 3 16,0 0 3-16,0 0-1 15,0 0 0-15,0 0 0 16,0 0 2-16,0 0-7 0,0 0-2 15,10 2-2-15,3-2-1 16,6 0 1-16,6 0-1 16,5-2-1-16,5-3-6 15,4 0 0-15,1 1 0 0,2-2 0 16,-7 1 0-16,-5 0 0 16,0 5 0-16,-11 0 0 15,-1 3 0-15,-8 7 0 16,-5 2 0-16,-5 8 0 0,-2 5 0 15,-8 5 0-15,-8 4 0 16,0 2 0-16,-3 6 0 16,-7-3 0-16,3 1 0 15,-2-4 0-15,2-1 0 0,3-4 0 16,2-8 0-16,5 0 0 16,2-8 0-16,4-3 0 15,4-2 0-15,5-10 0 16,-3 10 0-16,3-10 0 0,8 0 0 15,-8 0-47-15,14-3-41 16,2-4-2-16</inkml:trace>
  <inkml:trace contextRef="#ctx0" brushRef="#br0" timeOffset="33383">9503 11660 452 0,'0'0'5'0,"0"0"1"0,0 0 1 0,0 0 0 16,0 0-1-16,7 2 2 16,-7-2 0-16,12 13 1 15,-1-3-6-15,1 2-3 0,6 3 0 16,1-1 0-16,1 7 0 16,5-6 0-16,-6 1 0 15,4 0 0-15,-3-1 0 16,-3-3 0-16,3 0 0 15,-8-2 0-15,1-2 0 0,-1-3 0 16,-12-5 0-16,12 10 0 16,-12-10 0-16,0 0 0 15,11 5 0-15,-11-5 0 16,0 0 0-16,0 0 0 0,0 0-45 16,0 0-42-16,-5-7-2 15</inkml:trace>
  <inkml:trace contextRef="#ctx0" brushRef="#br0" timeOffset="33718.33">9955 11514 429 0,'0'0'6'0,"0"0"3"0,0 0 2 16,0 0 1-16,0 0 0 15,0 10 1-15,0 5 1 0,-10 4-9 16,-1 6-5-16,-1 7 0 16,-7 6 0-16,1 9 0 15,-4 2 0-15,0 3 0 0,-1 0 0 16,3-2 0-16,3-3 0 16,-3-3 0-16,3-6 0 15,2-6 0-15,3-2 0 16,1-8 0-16,2-2 0 15,4-9 0-15,2-2 0 16,3-9 0-16,0 0 0 0,0 0 0 16,0 0 0-16,5 5 0 15,23-5-61-15,-21-10-30 16</inkml:trace>
  <inkml:trace contextRef="#ctx0" brushRef="#br0" timeOffset="36999.43">11925 14412 415 0,'0'0'5'0,"0"0"2"0,2-12 4 0,-2 12 0 15,0 0 3-15,6-10 0 16,-6 10 1-16,0 0-1 15,0 0-9-15,0 10-5 0,-6 2 0 16,-1 6 0-16,2 1 0 16,3 6 0-16,2-2 0 15,0 1 0-15,7-4 0 0,6-3 0 16,6-4 0-16,2-8 0 16,4-5 0-16,0-3 0 15,1-9 0-15,-1-6 0 16,-5 2 0-16,-8-9 0 15,-4 0 0-15,-8-3 0 16,-5 3 0-16,-10 1 0 0,-10 4 0 16,0 5 0-16,-5 8 0 15,-3 4 0-15,4 8 0 16,-3 5 0-16,12-8-50 0,8 19-39 16</inkml:trace>
  <inkml:trace contextRef="#ctx0" brushRef="#br0" timeOffset="37833.69">10007 12098 389 0,'0'0'8'0,"0"0"2"0,0 0 1 16,0 0 0-16,0 0 1 0,0 0 0 16,0 0 0-16,-12 8 1 15,12 4-8-15,-2 3-3 16,2 3 0-16,0-1-1 15,4 0 0-15,6 1 1 0,5-6 0 16,2-2 0-16,6-5 1 16,2-5 1-16,-3-5 1 15,0-5-1-15,-2-2-4 16,-3-6 0-16,-4-2 0 0,-8 1 0 16,-5-4 0-16,-5 6 0 15,-10 0 0-15,-2 5 0 16,-9 4 0-16,2 3 0 15,-1 5 0-15,-5 5 0 16,8 7 0-16,2-4 0 0,7 4-75 16,11 3-14-16</inkml:trace>
  <inkml:trace contextRef="#ctx0" brushRef="#br0" timeOffset="38599.16">6770 11492 450 0,'0'0'5'0,"0"0"1"0,0 0 1 15,0 0 1-15,0 0 1 16,0 0-1-16,-5 12 0 15,2-4 2-15,-1 4-10 16,0 3 0-16,2 4 0 16,2 1 0-16,2-2 0 0,9 0 0 15,1-4 0-15,3-3 0 16,7-7 0-16,-2-4 0 16,8 0 0-16,-3-12 0 15,2-4 0-15,-3-2 0 0,-4-1 0 16,-8-1 0-16,1 1 0 15,-13-3 0-15,-7 4 0 16,-11-2 0-16,-9 9 0 0,-5 2 0 16,-3 9 0-16,-2 5 0 15,0 3 0-15,-23 17-70 16,30 4-20-16</inkml:trace>
  <inkml:trace contextRef="#ctx0" brushRef="#br0" timeOffset="43766.7">456 15896 413 0,'0'0'6'0,"0"0"3"16,0 0 2-16,-7-10 3 16,7 10 0-16,0 0 2 0,-9-7 0 15,9 7-4-15,0 0-12 16,-9 9 0-16,5 12 0 16,3 8 0-16,1 4 0 15,0 8 0-15,0 6 0 16,0 6 0-16,0-4 0 0,1 3 0 15,3-10 0-15,1 3 0 16,-3-5 0-16,-2-6 0 16,2-6 0-16,2-4 0 0,-4-7 0 15,0-1 0-15,0-4 0 16,0-12 0-16,0 10 0 16,0-10 0-16,0 0 0 15,0 0 0-15,5-5 0 0,-5 5 0 16,0-15 0-16,0 15 0 15,0-18 0-15,0 18 0 16,0-14 0-16,0 14 0 16,0-12 0-16,0 12 0 0,-3-11 0 15,3 11 0-15,0-9-4 16,0 9-2-16,0 0-3 16,0-13-5-16,0 13-12 0,0-15-58 15,0 15-3-15</inkml:trace>
  <inkml:trace contextRef="#ctx0" brushRef="#br0" timeOffset="44399.17">389 15976 375 0,'0'0'8'0,"0"-10"1"0,0 10 4 15,0-15 1-15,0 2 1 16,0-2 1-16,2 1 0 0,3-3 2 15,2-1-7-15,9-2-3 16,3 8 0-16,-1-3-8 16,7 7 0-16,5 1 0 0,0 7 0 15,0 3 0-15,2 9 0 16,-5 5 0-16,0 7 0 16,-7 1 0-16,-2 5 0 15,-9 5 0-15,-4-6 0 16,-5 7 0-16,-7-4 0 15,-5-3 0-15,-6-4 0 0,-5-3 0 16,-2-1 0-16,1-6 0 16,2-9 0-16,-1 0 0 15,4-4 0-15,1-2 0 0,8-8 0 16,10 8 0-16,-10-12 0 16,10 12 0-16,5-12 0 15,3 10 0-15,4 2 0 16,6 0 0-16,1 5 0 15,4 4 0-15,-1 3 0 0,6 3 0 16,1 5 0-16,-1 2 0 16,-2-1 0-16,3 1 0 15,-3 0 0-15,-1 1 0 0,-7-4 0 16,4 0 0-16,-9-3 0 16,-1-1 0-16,-3-5-4 15,7-1-84-15,-7-3-3 16</inkml:trace>
  <inkml:trace contextRef="#ctx0" brushRef="#br0" timeOffset="44751.16">1079 16188 430 0,'0'0'3'0,"0"0"2"16,-9 8-1-16,9-8 1 15,-16 17 1-15,9-1 0 16,0 1 0-16,0-1 0 0,4 5-2 16,3 1-2-16,0-3 0 15,5-6-1-15,2-1 1 16,5-6-1-16,9-5 1 16,-1-1 0-16,-3-4 2 0,5-6 0 15,-4-2 1-15,1-3 0 16,-3-2 1-16,-7-6-6 15,-4 6 0-15,-5-4 0 0,-5 2 0 16,-7-1 0-16,-6 8 0 16,-2 3 0-16,1 3 0 15,-6 6 0-15,7 0 0 16,-2 6-38-16,8 3-50 0,12-9-4 16</inkml:trace>
  <inkml:trace contextRef="#ctx0" brushRef="#br0" timeOffset="45065.3">1375 15879 481 0,'0'0'4'16,"0"0"1"-16,-7-11 2 16,7 11 1-16,0 0-2 15,0 0-6-15,-8-1 0 0,8 8 0 16,0 11 0-16,0 8 0 15,0 12 0-15,0 2 0 16,0 9 0-16,0 3 0 16,0 3 0-16,0-3 0 0,0-5 0 15,0-3 0-15,5-5 0 16,1-4 0-16,3-10 0 16,1-5 0-16,5-5 0 0,-3-8 0 15,11-5 0-15,-9-4 0 16,9-5 0-16,-5-10 0 15,2 4-11-15,-3-5-78 16,-3-1-3-16</inkml:trace>
  <inkml:trace contextRef="#ctx0" brushRef="#br0" timeOffset="45249.32">1321 16142 449 0,'0'0'2'0,"0"0"1"0,0 0 2 15,0 0 3-15,9 1 0 16,2-1 2-16,1 0-1 16,3 0 1-16,7 0-3 15,3 0-7-15,2 0 0 0,6 4 0 16,-6-8-12-16,5 3-74 16,-2-2-3-16</inkml:trace>
  <inkml:trace contextRef="#ctx0" brushRef="#br0" timeOffset="45882.9">1854 16171 475 0,'0'0'3'0,"0"0"2"0,0 0 1 15,0 0 1-15,0-3 0 16,0 3 1-16,0 0-8 15,11-9 0-15,1 6 0 0,-2 1 0 16,5 2 0-16,5 0 0 16,2 0 0-16,-2 0 0 15,5 0 0-15,0 2 0 0,-1 1 0 16,-3 1 0-16,-6 1 0 16,-1 4 0-16,-9 2 0 15,-2 2 0-15,-6 4 0 16,-11 6 0-16,-9-3 0 15,3 2 0-15,-10 3 0 16,-2-3 0-16,4 0 0 0,1-5 0 16,5 1 0-16,4-6 0 15,4-2 0-15,14-10 0 16,-2 13 0-16,6-13 0 16,13 0 0-16,3 0 0 0,8-4 0 15,-1 0 0-15,3-4 0 16,5 4 0-16,-3 1 0 15,-4 1 0-15,-1 2 0 0,-8 0 0 16,-1 0 0-16,-8 7 0 16,-10-7 0-16,7 18 0 15,-7-9 0-15,0-9 0 16,-10 20 0-16,3-20-43 16,7 0-48-16,-13 3-2 0</inkml:trace>
  <inkml:trace contextRef="#ctx0" brushRef="#br0" timeOffset="46232.58">2663 15656 479 0,'0'0'4'0,"-4"-8"2"0,4 8 0 0,-14-12 2 16,4 7 0-16,2 3-8 15,-4 2 0-15,-2 9 0 16,-4 14 0-16,-2 12 0 16,0 9 0-16,0 15 0 15,0 14 0-15,1 3 0 0,1 9 0 16,3 4 0-16,5-5 0 15,7 0 0-15,3-5 0 16,0-5 0-16,13-9 0 16,4-5 0-16,6-11 0 0,2-10 0 15,10-14-64-15,-1 0-27 16</inkml:trace>
  <inkml:trace contextRef="#ctx0" brushRef="#br0" timeOffset="46785.07">2817 15874 461 0,'0'0'4'0,"0"0"3"15,0 0 1-15,0 0 1 16,0 0 1-16,0 0-1 16,-6 18-6-16,-4 1-3 15,3 8 0-15,-6 11 0 0,3 6 0 16,1 6 0-16,2 2 0 16,3 3 0-16,4-3 0 15,4-10 0-15,4-3 0 16,10-9 0-16,2-8 0 0,5-10 0 15,5-9 0-15,-5-3 0 16,3-10 0-16,-4-9 0 16,-2-6 0-16,-4-8 0 15,-6-2 0-15,-9-2 0 0,-3-10 0 16,-8 0 0-16,-12-3 0 16,1 1 0-16,-8 4 0 15,-3 8 0-15,0 3 0 16,0 9 0-16,0 13 0 0,5 4 0 15,5 11 0-15,3 11 0 16,4 9 0-16,3 6 0 16,10 4 0-16,0 3 0 15,12-1 0-15,6 2 0 0,6 1 0 16,7-8 0-16,6-5 0 16,5-4 0-16,1-8 0 15,1 2 0-15,0-10-87 16,-3-5-4-16</inkml:trace>
  <inkml:trace contextRef="#ctx0" brushRef="#br0" timeOffset="46983.02">3127 16122 472 0,'0'0'2'15,"0"0"0"-15,0 0 0 16,0 15 2-16,5-3 1 15,0 2-1-15,0 7 2 0,2 3-1 16,4 4-1-16,-4-2-2 16,2-1-5-16,4 6-12 15,-8-9-69-15,5-6-3 16</inkml:trace>
  <inkml:trace contextRef="#ctx0" brushRef="#br0" timeOffset="47249.45">3326 15681 511 0,'0'0'0'0,"0"0"0"16,0 0 0-16,0 0 0 16,4 5 0-16,5 7 0 0,3 5 0 15,8 8 0-15,4 9 0 16,3 11 0-16,8 10 0 15,5 9 0-15,0 10 0 16,-5 6 0-16,-3 5 0 16,-10 3 0-16,-10 3 0 0,-12-1 0 15,-12 0 0-15,-20-2 0 16,-11-3 0-16,-6-26-48 16,-15 18-43-16</inkml:trace>
  <inkml:trace contextRef="#ctx0" brushRef="#br0" timeOffset="51916.55">3955 16186 470 0,'0'0'4'16,"0"0"2"-16,0 0 3 0,0 0 0 15,0 0 2-15,0 0-9 16,0 0-2-16,0 0 0 16,0 0 0-16,0 0 0 0,-6 0 0 15,6 0 0-15,0 0 0 16,0 10-77-16,0-10-15 15</inkml:trace>
  <inkml:trace contextRef="#ctx0" brushRef="#br0" timeOffset="53316.49">4544 15849 396 0,'0'0'6'0,"0"0"4"15,2-12 2-15,-2 12 3 16,2-15 1-16,-2 15 2 16,5-13 0-16,-5 13 0 15,0 0-16-15,0 15-2 16,0 10 0-16,-2 10 0 0,-1 2 0 16,-1 10 0-16,4 5 0 15,0 1 0-15,0-4 0 16,0 0 0-16,0-12 0 0,4 3 0 15,1-13-17-15,-5-4-72 16,7-6-2-16</inkml:trace>
  <inkml:trace contextRef="#ctx0" brushRef="#br0" timeOffset="53584.06">4173 15748 450 0,'0'0'2'0,"0"0"1"16,0-15 2-16,0 5 1 15,0-5 0-15,8 0 2 16,-1-2 1-16,4-5 1 16,8 4-2-16,3-2-4 0,3 3-4 15,8 5 0-15,4-1 0 16,0 5 0-16,1 1 0 0,6 7 0 15,-5 0 0-15,-1 5 0 16,-4 5 0-16,-2 9-21 16,-2 4-66-16,-5 4-2 15</inkml:trace>
  <inkml:trace contextRef="#ctx0" brushRef="#br0" timeOffset="53982.9">4714 16102 460 0,'0'0'3'0,"0"0"1"16,0 0 2-16,0 0 0 16,8-8 0-16,-8 8 1 0,10-7 0 15,-10 7 0-15,15 0-2 16,-2 0-5-16,-4 7 0 15,6 5 0-15,3 4 0 16,-3 4 0-16,-1-1 0 0,-2 4 0 16,1-3 0-16,-3-1 0 15,-3-1-2-15,-4-5 0 16,-3-5 1-16,0-8 1 16,0 0 0-16,0 0 1 0,0 0 0 15,0-7 2-15,0-7-3 16,0-4 0-16,0-1 0 15,6-4 0-15,3 3 0 16,-2 2 0-16,4 2 0 16,3 3 0-16,-2 3-13 0,9 5-28 15,1 3-45-15,-5 2-1 16</inkml:trace>
  <inkml:trace contextRef="#ctx0" brushRef="#br0" timeOffset="54849.77">5279 16134 442 0,'0'0'5'0,"0"0"1"16,0-5 2-16,0 5 1 0,-6-12 1 15,6 12 1-15,-16-18 0 16,-2 13-2-16,3 1-9 16,-5 1 0-16,0 3 0 15,1 7 0-15,-2 5 0 0,2 4 0 16,4 4 0-16,7-1 0 15,1 1 0-15,7 0 0 16,3-3 0-16,1-5 0 16,8-5 0-16,2-3 0 15,5-2 0-15,-1-2 0 0,-3-7 0 16,7-3 0-16,-5-5 0 16,0-3 0-16,-1 2 0 15,-4-7 0-15,-3 3 0 0,0 3 0 16,-5-1 0-16,1 6 0 15,-2 2 0-15,-3 10 0 16,0 0 0-16,0 0 0 16,2 17 0-16,0-2 0 0,1 3 0 15,2-3 0-15,0 2 0 16,3-5 0-16,-1-2 0 16,2-5 0-16,4-3 0 15,-1-2 0-15,2-7 0 0,2-3 0 16,0-5 0-16,-2-2 0 15,4 0 0-15,-4-3 0 16,4 2 0-16,-8 4 0 16,2 0 0-16,-1 7 0 15,-11 7 0-15,9 0 0 16,-9 0 0-16,3 13 0 0,-3-1 0 16,2 4 0-16,3-4 0 15,1 3 0-15,1-5 0 16,5-3 0-16,6-4 0 0,1-3 0 15,3 0 0-15,6-8 0 16,-1-4 0-16,1-3 0 16,-3 0 0-16,-4-2 0 15,-5-4 0-15,-4 7 0 0,-7-6 0 16,-5 7 0-16,0-2 0 16,-10 8 0-16,-4 3 0 15,-2 4 0-15,-4 3 0 16,1 5 0-16,1 5 0 0,4-1 0 15,1 3 0-15,8 1 0 16,2-3 0-16,3 1 0 16,10-3 0-16,8 2 0 15,2-3 0-15,2 0 0 0,3 3 0 16,-3-6-3-16,1 2 0 16,-4 0 0-16,-3 0-1 15,-10-2 1-15,-3 2 0 16,-3 0 1-16,-9 1 0 0,-9-2 1 15,-5 1 1-15,-1-1 0 16,-6 0 0-16,0-1 1 16,1-2-3-16,1-5-9 15,10-4-58-15,4 4-14 0</inkml:trace>
  <inkml:trace contextRef="#ctx0" brushRef="#br0" timeOffset="56466.66">6041 15899 453 0,'0'0'4'16,"0"0"2"-16,0 0 2 16,0 0 1-16,0 0 1 0,0 0 0 15,0 0 1-15,0 0-11 16,0 0 0-16,13-7 0 15,-1 3 0-15,11-3 0 16,-2 5 0-16,10-3 0 0,2 3 0 16,-1-2 0-16,0 3 0 15,-8 1 0-15,-4 0 0 16,-4 5 0-16,-11 7 0 16,-5 3 0-16,-5 4 0 15,-15 9 0-15,-1-1 0 0,-9 2 0 16,-4 2 0-16,2-2 0 15,-3-1 0-15,5-6 0 16,5-3 0-16,8-3 0 0,7-4 0 16,10-12 0-16,2 9 0 15,10-9 0-15,12 0 0 16,2 0 0-16,10-5 0 16,-2 1 0-16,5-1 0 0,-3 0 0 15,1-1 0-15,-5 6 0 16,-7-1 0-16,-5 1 0 15,-8 0 0-15,-1 1 0 16,-11-1 0-16,0 0 0 16,0 0 0-16,0 0-65 0,0 0-26 15,0 0-1-15</inkml:trace>
  <inkml:trace contextRef="#ctx0" brushRef="#br0" timeOffset="56816.76">6832 15516 498 0,'0'0'3'0,"0"0"1"0,0 0 0 15,0 0-2-15,0 0-2 16,-5 14 0-16,-6 5 0 16,-3 11 0-16,-4 9 0 15,-1 11 0-15,-4 12 0 16,-2 10 0-16,2 5 0 0,4-2 0 16,4-2 0-16,10-1 0 15,5-8 0-15,7-6 0 16,11-8 0-16,7-9 0 0,7-8 0 15,1-9 0-15,8-1-21 16,0-13-67-16,1-6-2 16</inkml:trace>
  <inkml:trace contextRef="#ctx0" brushRef="#br0" timeOffset="57232.78">7075 15837 488 0,'0'0'3'0,"0"0"2"16,0 0 0-16,0 0 0 15,0 0 0-15,0 0-5 0,0 12 0 16,-2 3 0-16,-3 7 0 16,-6 5 0-16,-1 6 0 15,-3 0 0-15,-2 3 0 16,2-3 0-16,-4-1 0 0,-2-6 0 16,7-1 0-16,1-7 0 15,6-6 0-15,2-2 0 16,5-10 0-16,5 10 0 15,6-10 0-15,7 0 0 0,8 0 0 16,-1-4 0-16,7-5 0 16,-2 2 0-16,4 0 0 15,-4-4-3-15,5 2-43 16,-5 2-41-16,-5-1-2 16</inkml:trace>
  <inkml:trace contextRef="#ctx0" brushRef="#br0" timeOffset="57449.17">7328 15936 485 0,'0'0'2'0,"0"0"2"16,0 0 0-16,3 15 0 15,-1 0 2-15,1-1 0 0,-1 8-6 16,-2 3 0-16,2 4 0 15,2 2 0-15,-4-1 0 16,5 2-5-16,-5 3-81 16,0-15-3-16</inkml:trace>
  <inkml:trace contextRef="#ctx0" brushRef="#br0" timeOffset="57733.59">7533 15520 507 0,'0'0'2'0,"0"0"0"15,0 0-2-15,0 0 0 0,0 0 0 16,4 10 0-16,8 4 0 16,6 8 0-16,1 14 0 15,9 5 0-15,2 12 0 0,4 6 0 16,2 8 0-16,-9 4 0 15,-5 4 0-15,-11 5 0 16,-11 1 0-16,-13 1 0 16,-22 0 0-16,-9-1 0 15,-14-1 0-15,-17 2-27 0,1-16-65 16,-1-6-2-16</inkml:trace>
  <inkml:trace contextRef="#ctx0" brushRef="#br1" timeOffset="62615.99">6379 8754 362 0,'0'0'7'0,"0"0"1"0,0 0 2 15,-9 0 0-15,9 0 2 16,-13 3 1-16,13-3 0 15,-10 5 2-15,10-5-5 0,-15 5-1 16,15-5-2-16,-10 9-1 16,10-9-1-16,-7 16-2 15,7-16 0-15,-10 20-1 0,8-11-1 16,-3 3 0-16,5 1-1 16,0-3 0-16,0-10 1 15,0 12-1-15,0-12 1 16,14 3 1-16,-4-3 0 0,3-8 0 15,-1-2 2-15,-5-2-2 16,4 0-2-16,-6-4 0 16,-3 4 0-16,-2-5 0 15,0 5 0-15,-7-1 0 0,-4 1 0 16,-1 4 0-16,-2 6 0 16,-4 2 0-16,3 0 0 15,-2 10 0-15,-1 5 0 16,3-1 0-16,0 6 0 0,5-3 0 15,5 3 0-15,3-2 0 16,4-3 0-16,8-5 0 16,6-4 0-16,3-6 0 15,3 0 0-15,3 0 0 16,0-6 0-16,-3-7 0 0,-2 1 0 16,-4-1 0-16,-4-1 0 15,-7 2 0-15,-5-1 0 16,0 1 0-16,-10 1 0 0,-5 4 0 15,3 0 0-15,-6 4 0 16,-2 3 0-16,0 3 0 16,3 4 0-16,0 3 0 15,1 3 0-15,7-1 0 16,1 0 0-16,6-2 0 0,2 0 0 16,0-10 0-16,14 5 0 15,-2-5 0-15,4-3 0 16,-1-2 0-16,2-4 0 0,-2-3 0 15,0 1 0-15,-8-2 0 16,-1 4 0-16,-6 9 0 16,2-15 0-16,-2 15 0 0,-8 0-17 15,6-10-49-15,2 10-21 16,-12 10-3-16</inkml:trace>
  <inkml:trace contextRef="#ctx0" brushRef="#br1" timeOffset="64532.56">6253 8754 207 0,'0'0'4'0,"0"0"0"15,4-3 2-15,-4 3-2 16,0 0 3-16,0 0 2 0,11-7 2 15,-11 7 2-15,0 0 2 16,0 0-2-16,0 0 3 16,0 0-1-16,0 0 0 15,0 0-1-15,0 0 1 0,0 0-3 16,0 0-2-16,7 7-1 16,-7-7 0-16,0 0 0 15,0 0-1-15,0 0 1 16,0 0-1-16,3 8 0 0,-3-8 0 15,0 0 1-15,0 0-1 16,0 0 0-16,0 0-1 16,4-8 0-16,-4 8-1 15,0-16 0-15,0 3-4 0,0-2-2 16,0-4 0-16,0-1 0 16,0-7 0-16,0-1 0 15,-2-7 0-15,0 1 0 16,2-9 0-16,0-1 0 15,0-3 0-15,-3 0 0 0,3-3 0 16,0 3 0-16,0 3 0 16,0-3 0-16,0 4 0 0,0 6 0 15,0 3 0-15,0 1 0 16,-2 2 0-16,2 3 0 16,-4 6 0-16,3 4 0 15,1 0 0-15,-2 7 0 16,2 1 0-16,0 10 0 0,-4-12 0 15,4 12 0-15,0-10 0 16,0 10 0-16,0 0 0 16,0 0 0-16,0 0 0 15,0 0 0-15,0 0 0 0,0 0 0 16,0 0 0-16,0 0 0 16,0 0 0-16,0 0 0 15,0 0 0-15,0 0 0 16,0 0 0-16,0 0 0 0,0 0 0 15,0 0 0-15,0-8 0 16,0 8 0-16,0 0 0 16,0 0 0-16,0 0 0 15,0-10 0-15,0 10 0 0,0 0 0 16,0 0 0-16,4-9 0 16,-4 9 0-16,0 0 0 15,0-9 0-15,0 9 0 0,0 0 0 16,3-12 0-16,-3 12 0 15,0 0 0-15,4-13 0 16,-4 13 0-16,0 0 0 16,2-11 0-16,-2 11 0 15,0 0 0-15,0-10 0 16,0 10 0-16,0 0 0 0,0 0 0 16,0 0 0-16,0 0 0 15,0 0 0-15,0 0 0 16,0 0 0-16,0 0 0 0,-7 10 0 15,-1 1 0-15,-4 7 0 16,0 0 0-16,-4 4 0 16,-4 3 0-16,1 3 0 15,-1-2 0-15,0 2 0 0,0-3 0 16,2 0 0-16,1-4 0 16,4-3 0-16,4-4 0 15,2-1 0-15,7-13 0 0,-8 12 0 16,8-12 0-16,0 0 0 15,5-5 0-15,2-5 0 16,3-1 0-16,3-7 0 16,4 0 0-16,1-7 0 15,1 0 0-15,-1-2 0 0,4 2 0 16,-7-1 0-16,0 1 0 16,0 0 0-16,-2 6 0 15,-8 2 0-15,2 0 0 16,-2 9 0-16,-1-3 0 0,-4 11 0 15,0 0 0-15,3-10 0 16,-3 10 0-16,0 0 0 16,6 13 0-16,-3-4 0 15,3 7 0-15,1-2 0 0,3 6 0 16,3 2 0-16,-1 0 0 16,6 3 0-16,-1-2 0 15,1 2 0-15,-2-6 0 0,5 3 0 16,-4-4 0-16,0-1 0 15,1-4 0-15,-6 2 0 16,1-8 0-16,-1 3 0 0,-5-3 0 16,-7-7 0-16,11 10 0 15,-11-10 0-15,0 0 0 16,0 0 0-16,0 0 0 16,0 0 0-16,0 0 0 15,0 0 0-15,0 0-75 16,-8-2-17-16</inkml:trace>
  <inkml:trace contextRef="#ctx0" brushRef="#br1" timeOffset="65449.33">6275 7516 357 0,'0'0'8'0,"0"0"2"0,0 0 3 0,0 0 2 0,0 0 0 15,0-8 1-15,0 8 1 16,3-5 0-16,-3 5-5 16,22-7-4-16,-5 4-2 15,3-2-1-15,3 3-1 0,1-3-1 16,6 2-1-16,-3 3 1 16,1-2-3-16,-3 2 0 15,-3-2 0-15,0 2 0 0,-4-2 0 16,-6 2 0-16,-2 0 0 15,-10 0 0-15,9 0 0 16,-9 0 0-16,0 11 0 16,-1-1 0-16,-9 3 0 0,-1-1 0 15,-3 2 0-15,-4 7 0 16,-1-2 0-16,-1 1 0 16,-1 1 0-16,0-2 0 15,1-2 0-15,4 3 0 16,2-7 0-16,4-1 0 15,2-2 0-15,6-3 0 0,2-7 0 16,0 11 0-16,10-9 0 16,5 1 0-16,0-3 0 15,4 0 0-15,4-3 0 16,4-2 0-16,1-1 0 0,2 2 0 16,-1-3 0-16,-1 2 0 15,-6-3 0-15,3 5 0 16,-5 1 0-16,-6 0 0 0,-3-1 0 15,-2 3 0-15,-9 0 0 16,10 0 0-16,-10 0 0 16,0 0 0-16,0 0 0 0,0 0 0 15,0 0 0-15,0 0 0 16,0 0 0-16,0 0 0 16,0 0 0-16,-5 3 0 15,5-3 0-15,-12 4 0 0,12-4 0 16,-10 11 0-16,7 5-15 15,3-16-75 1,0 0-4 0</inkml:trace>
  <inkml:trace contextRef="#ctx0" brushRef="#br1" timeOffset="69099.84">6257 8856 189 0,'0'0'6'0,"0"0"3"0,0 0 6 0,0 0 2 15,0 0 5-15,0 0 3 16,0 0 1-16,-9-7 2 0,9 7-5 15,0 0 0-15,0 0-5 16,0 0-4-16,0 0-4 16,0 0-2-16,0 0-3 15,0 0-3-15,0 0 0 16,0-11-1-16,9 11 0 0,2-2-1 16,8-1 1-16,6 1 0 15,7 0 1-15,6-3 0 16,7 2 0-16,4 1-1 0,6-1 1 15,1 0-1-15,10 2 0 16,-2 1 0-16,11-3 0 16,-1 0 0-16,4 1 0 0,1-1-1 15,1-2 1-15,3 1-1 16,-3-4 1-16,0 3-1 16,-3-2 0-16,-2 2 1 15,-8 0-1-15,-3-3 0 16,-6 5 1-16,-7-4-1 0,-8 6 0 15,-4-5 1-15,-11 6-1 16,-8-2 1-16,-3-1 0 16,-7 3 1-16,-10 0-1 0,8-3 1 15,-8 3-1-15,0 0 1 16,0 0-1-16,0 0 0 16,0 0-1-16,0 0 1 15,0 0-1-15,0 0 0 0,0 0 0 16,0 0 0-16,0 0 0 15,0 0-1-15,0 0-2 16,0 0-3-16,0 0-4 16,0 0-9-16,0 0-22 0,-5 0-39 15,5 0-3-15</inkml:trace>
  <inkml:trace contextRef="#ctx0" brushRef="#br1" timeOffset="69615.81">7806 8586 356 0,'0'0'4'0,"0"0"5"0,0 0 0 15,-11-5 4-15,11 5 0 16,0 0 3-16,-9-7 0 0,9 7 0 15,-10-2-3-15,10 2-4 16,0 0-3-16,0 0-1 16,0 0-2-16,0 0-1 15,0 0-1-15,12 6 0 16,-2-1 0-16,8 0 0 0,4 6 1 16,0-3 0-16,3 3 0 15,2 2-1-15,1-6 1 16,2 5-1-16,-5-5 0 0,-4 1 0 15,-3-1-1-15,0 1 0 16,-6-3 1-16,-12-5 0 16,10 12 0-16,-10-12 1 15,0 18-2-15,-8-8 0 16,-4 0 0-16,-3 4 0 0,-2 1 0 16,-5 5 0-16,-3 0 0 15,-1 0 0-15,-1 2 0 16,0 0 0-16,3-4 0 0,1-1 0 15,3 0 0-15,3-2 0 16,4-5 0-16,3-5 0 16,10-5 0-16,-9 7 0 15,9-7 0-15,0 0-2 0,0 0-14 16,12 0-19-16,8-4-49 16,-8-4-2-16</inkml:trace>
  <inkml:trace contextRef="#ctx0" brushRef="#br1" timeOffset="69932.73">8382 8504 447 0,'0'0'6'0,"0"0"2"15,0 0 1-15,0 0-1 0,0 0 0 16,-5 0-1-16,0 10 0 16,-2 2 0-16,-4 6-5 15,-1 1-2-15,-2 6-1 0,-4 0 0 16,0 3 1-16,4-4 1 16,-2-1-1-16,2-4-1 15,4-1-2-15,0-6-4 16,3-2-9-16,-1-6-9 0,8-4-43 15,0 0-17-15</inkml:trace>
  <inkml:trace contextRef="#ctx0" brushRef="#br1" timeOffset="70166.84">8200 8534 379 0,'0'0'8'15,"0"0"0"-15,0 0 2 16,0 0 0-16,9 0 2 15,-9 0 1-15,19 13 1 16,-1-4 0-16,-2 3-5 0,7 3-2 16,2 5-1-16,5-2-1 15,0 2 0-15,-3-4-2 16,3 2 0-16,-8-3-1 0,3-4 1 16,-3 3-5-16,-4-7-3 15,-1 3-8-15,-4 1-23 16,-4-10-46-16,-9-1-4 15</inkml:trace>
  <inkml:trace contextRef="#ctx0" brushRef="#br1" timeOffset="71099.35">6292 8776 169 0,'0'0'8'15,"-10"3"3"-15,10-3 6 0,-9 0 3 16,9 0 5-16,-11 3-1 16,11-3 2-16,-9 2 0 0,9-2-7 15,0 0 1-15,0 0-2 16,7 0-4-16,1-2-2 15,4-6-1-15,8-2 0 16,2-3 0-16,13-1 0 0,0-5-4 16,7-4-1-16,8-4-1 15,1-3 1-15,12-1-2 16,-1-2 0-16,6-3-1 16,3-1 1-16,1 0-2 0,1-1 0 15,-4 0 1-15,-2 6-2 16,-10-3 0-16,-2 7 0 15,-8 4 0-15,-10 2 0 16,-10 7 0-16,-2 2 0 0,-9 5 0 16,-4 1-1-16,-12 7 0 15,10-5 0-15,-10 5 0 16,0 0 1-16,0 0-1 16,0 0 0-16,0 0 0 0,0 0 1 15,0 0-1-15,0 0 0 16,0 0 2-16,-9 2-4 15,9-2 0-15,0 0-2 16,-8 10-4-16,8-10-4 0,-13 8-10 16,13-8-16-16,-24 3-46 15,24-3-2-15</inkml:trace>
  <inkml:trace contextRef="#ctx0" brushRef="#br1" timeOffset="71499.37">7190 8113 385 0,'0'0'5'0,"0"0"2"0,0 0 2 16,0 0-1-16,0 0 1 15,0 0 1-15,0 0 0 0,0 0 0 16,7 0-4-16,5 0-2 15,6 5-1-15,7 2 0 16,-1-2 1-16,5 5-2 16,2-3 0-16,-1 3 0 0,-3-2-1 15,-4-1 1-15,-3 0-1 16,-6 0 0-16,-4 6 1 16,-5-1 0-16,-5 3 0 15,0-2 0-15,-5 4 0 0,-5 3 0 16,1-3 0-16,-2 1 0 15,1-1 0-15,1-2-1 16,-2-2 1-16,4 1-1 0,-3-6-1 16,10-8 0-16,-9 15-3 15,9-15-3-15,0 0-5 16,0 0-11-16,0 0-48 16,0 0-15-16</inkml:trace>
  <inkml:trace contextRef="#ctx0" brushRef="#br1" timeOffset="71883.63">7478 8011 378 0,'0'0'8'0,"0"0"2"0,0 0 3 16,0 0 0-16,-3-10 3 16,3 10-4-16,0 0 1 15,0 0 1-15,5 0-7 16,-5 0-4-16,23 17-1 0,-11-4-2 15,6 2 0-15,3 0 2 16,2-1-1-16,4 6 0 16,-4-8 1-16,0 3-1 0,-4-5 0 15,-4 1 0-15,0-4-2 16,-6 0-3-16,-9-7-7 16,11 11-21-16,-11-11-50 15,0 0-3-15</inkml:trace>
  <inkml:trace contextRef="#ctx0" brushRef="#br1" timeOffset="72132.58">7736 7969 429 0,'0'0'6'0,"0"0"2"15,0 0 0-15,0 0-1 16,0 0 1-16,10 7 1 0,-10 5-1 15,0 4 1-15,-2 6-5 16,-4 5-2-16,-3 2 0 16,-1 7 0-16,-1 1 1 15,-1-3-1-15,-2-1 0 0,1-6 0 16,3-4-5-16,3-4-8 16,-1-4-42-16,8-5-31 15,0-10-2-15</inkml:trace>
  <inkml:trace contextRef="#ctx0" brushRef="#br1" timeOffset="75882.75">8735 8593 415 0,'0'0'6'0,"0"0"3"0,0 0 2 16,0 0 1-16,0 0 2 15,0 0 1-15,0 0 0 16,0 0-1-16,0 0-14 16,5 6 0-16,-5-6 0 15,2 14 0-15,-2 1 0 0,0-2 0 16,3 3 0-16,-1 2 0 16,3 2 0-16,-3-3 0 15,1-3 0-15,3 4 0 16,-4-5 0-16,3-3 0 0,-3-1 0 15,-2-9 0-15,5 12 0 16,-5-12 0-16,0 0 0 16,0 0 0-16,0 0 0 15,0 0 0-15,0 0 0 0,0 0 0 16,0 0 0-16,0-6-20 16,0 6-68-16,0-10-5 15</inkml:trace>
  <inkml:trace contextRef="#ctx0" brushRef="#br1" timeOffset="76615.16">7949 8099 424 0,'0'0'7'0,"0"0"2"0,0 0 3 15,-2-11 1-15,2 11 1 0,0 0-1 16,0 0 1-16,0 0-9 15,0 0-5-15,0 7 0 16,0 5 0-16,0 3 0 16,5 3 0-16,1 3 0 15,-4 0 0-15,3-2 0 0,0 4 0 16,-3-10-11-16,3 1-75 16,0 1-3-16</inkml:trace>
  <inkml:trace contextRef="#ctx0" brushRef="#br1" timeOffset="77216.41">6811 7572 448 0,'0'0'4'0,"0"0"2"16,0 0 1-16,0 0 1 0,11 8 1 15,-6 2 0-15,-4 7 0 16,3 4 0-16,0 4-7 16,-1 1-2-16,-3 6-52 15,0-2-33-15,0 3-2 16</inkml:trace>
  <inkml:trace contextRef="#ctx0" brushRef="#br1" timeOffset="83333.59">474 16729 242 0,'0'0'8'0,"0"0"5"16,0 0 3-16,0 0 2 15,-8-3 1-15,8 3 1 16,0 0-1-16,0 0 0 0,-10 0-5 16,10 0-7-16,-5 5-4 15,5 5 0-15,-5 3-2 16,3 1 0-16,2 5 0 0,0 2 0 16,0-2 0-16,0 6 0 15,0 0 0-15,2 0 0 16,1 0-1-16,4 2 1 15,-2-2 0-15,2 0 0 0,4 2-1 16,1-3 1-16,0 1 0 16,3-3 1-16,3 3-2 15,-1 0 2-15,3-3-2 16,-8-9 0-16,1 2 0 16,4-3 0-16,3 0 0 0,-1 4-1 15,4-4 1-15,4 2 0 16,3-1 1-16,2-1 0 15,5 1 0-15,4-1 1 16,1 0 0-16,4-5-1 0,7 4 0 16,2-4 0-16,2-1 1 15,3-5-1-15,4 2 1 16,1-3 1-16,2 0 0 16,4-4-1-16,-18-3 2 15,96-11 0-15,3-5 0 0,-8-4-1 16,-5 0-1-16,-5 2 1 15,-7 3-1-15,-8 4 0 16,-25 5-1-16,1 6 0 16,-4 2-1-16,1 3 1 0,-5 2 0 15,3 0 0-15,-8 6 0 16,1 0 0-16,-7 4-1 16,-4 3 1-16,-40-6-2 15,6 3 0-15,-5 0 0 0,-1 3 1 16,-5-1-1-16,5 1 0 15,-10 1 0-15,1 1 0 16,-3 2 2-16,-3 0 0 16,-2-2 0-16,-3 2 0 0,-1 1 0 15,-2-3-1-15,-4 0 2 16,-2-1-1-16,-1-1 0 16,-2-2 1-16,0-11-2 15,0 8 2-15,0-8-1 0,0 0-1 16,0 0 0-16,-5-8 0 15,5-16 1-15,12-8 0 16,11-10 0-16,3-2-1 16,10-3 1-16,9-3 0 15,2 6-1-15,5 4 1 0,3 5-2 16,5 3 0-16,5 3 1 16,4-2-1-16,3 5 1 15,8 1 0-15,6 0 0 16,7 5 1-16,1 2-1 15,8 4 0-15,1 2 0 0,2 4 1 16,2 3-1-16,5 3 0 16,-3 2 1-16,3 2-2 15,0 3 2-15,-3 3-1 16,1 2 0-16,-2-1 0 0,-3 1 0 16,-1 1 0-16,1 0 0 15,-8-1 1-15,2 0-1 16,-2 0 0-16,-3-2 1 0,-2-1-1 15,3 0 0-15,-6-4 0 16,1 1 1-16,-1-4-1 16,-1 0 0-16,-7 0 0 15,-4-1 0-15,0-5 1 16,-4-4-1-16,-11-2 0 0,-5-3 0 16,-10-5 1-16,-4 0 0 15,-15-6 0-15,0-5 0 16,-13 2 0-16,-5-3 0 15,-5-3 0-15,-5-3-1 0,0 4-1 16,-5-1-5-16,-2 9-9 16,-11 1-34-16,1 2-36 15,-1 6-2-15</inkml:trace>
  <inkml:trace contextRef="#ctx0" brushRef="#br1" timeOffset="83949.43">4452 17395 394 0,'0'0'7'0,"0"0"2"0,0 0 2 16,0 0 0-16,0 0 2 15,0 0-1-15,0 0 1 16,0 0 0-16,4 11-6 16,-4 3-3-16,0 0-2 15,0 4 0-15,0-1-1 0,0 3-1 16,0 5-2-16,0-1-4 15,0 6-8-15,-2-3-19 16,-5 7-50-16,1-3-1 16</inkml:trace>
  <inkml:trace contextRef="#ctx0" brushRef="#br1" timeOffset="84265.92">4153 17402 363 0,'0'0'6'0,"0"0"1"15,0 0 3-15,-5-7 1 0,5 7 2 16,0 0 1-16,0-12 1 16,0 12 2-16,12-18-4 15,-4 11-1-15,17-14-2 16,4 2-2-16,8-6-1 0,11 3-2 15,2 2-5-15,2 0 0 16,3 3 0-16,-14 7 0 16,5 0 0-16,-7 3 0 15,-4 1 0-15,-3 2 0 16,-2 4 0-16,-7-3-2 0,-6 3-11 16,-2 0-14-16,-6 0-50 15,-3 10-10-15</inkml:trace>
  <inkml:trace contextRef="#ctx0" brushRef="#br1" timeOffset="84716.84">4814 17506 361 0,'0'0'9'0,"0"0"2"16,0 0 3-16,0 0 0 0,0 0 0 15,0 0 1-15,0 0-2 16,0 0 1-16,-8 12-7 16,8-12-3-16,-7 16-2 0,5-4-2 15,-1-2 1-15,1 2 0 16,0 1-1-16,2-3 1 15,0 3 0-15,0 1 0 16,4-3 0-16,4-3 1 16,-1 0 1-16,3-1 0 0,2-1 0 15,0-6 2-15,1 0-1 16,-1 0 0-16,2-8-1 16,-5 0-3-16,-2-1 0 15,1-4 0-15,-5 1 0 0,-1-3 0 16,-2 5 0-16,0-5 0 15,-5 5 0-15,-5 3-7 16,-2 2-4-16,-1 1-7 16,-2 0-16-16,-5 4-51 15,8 0 0-15</inkml:trace>
  <inkml:trace contextRef="#ctx0" brushRef="#br1" timeOffset="84999.75">5172 17016 463 0,'0'0'4'0,"0"0"1"0,0 0 1 0,0 0 1 0,0 0 0 16,0 0 0-16,-7 5 0 16,4 12-2-16,1 10-5 15,-1-6 0-15,-2 1 0 16,2 5-6-16,1 5-78 0,-1 5-2 16</inkml:trace>
  <inkml:trace contextRef="#ctx0" brushRef="#br1" timeOffset="88499.34">6268 5415 368 0,'0'0'7'15,"0"0"5"-15,0 0-2 0,0 0 5 16,0 0 0-16,0 0 1 15,0 0 0-15,0-10 1 16,0 10-7-16,0 0-5 16,0 0 2-16,0 0-4 0,-11 8 0 15,11 2-1-15,-2-3-1 16,2 5 0-16,0-1 0 16,5-4 1-16,-5-7-2 0,9 12 0 15,0-10 0-15,3-2 0 16,1-2 0-16,-1-6 0 15,1-3 0-15,-4-2 0 16,3 1 0-16,-7-3 0 0,1 0 0 16,-6 1 0-16,-3 3 0 15,-5 1 0-15,-4 6 0 16,-3 4 0-16,-2 0 0 16,-1 7 0-16,-1 3 0 0,4 4 0 15,3 1 0-15,1-3 0 16,4 3 0-16,4-2 0 15,3-4 0-15,0-9 0 16,18 16 0-16,-6-16 0 0,4 0 0 16,0 0 0-16,2-6 0 15,-1-5 0-15,1 0 0 16,-6-3 0-16,-5 3 0 16,-1-1 0-16,-4 2 0 0,-2-1 0 15,0 11 0-15,-22-11 0 16,6 11 0-16,-1 0 0 15,0 5 0-15,0 5 0 16,4 0 0-16,1-1 0 16,2-1 0-16,4 5 0 15,6-13 0-15,0 14 0 0,0-14 0 16,16 11-28-16,-9-7-59 16,6-1-2-16</inkml:trace>
  <inkml:trace contextRef="#ctx0" brushRef="#br1" timeOffset="90633.69">6255 5435 219 0,'0'0'5'0,"0"0"4"0,0 0 4 16,5 1 4-16,-5-1 0 15,0 0 2-15,13 6 1 16,-13-6 2-16,0 0-5 16,0 0-2-16,0 0-2 15,9 8-2-15,-9-8 1 0,0 0-1 16,0 0 0-16,0 0 0 16,8-8 0-16,-3 1-1 0,-5-5 0 15,3-6-2 1,-3-3-1-16,0-7-1 0,0-7 1 15,0-7-1-15,0-8-2 16,-6-9-4-16,-1-8 0 16,0-10 0-16,-2-7 0 15,0-3 0-15,-1 0 0 0,1 1 0 16,4 2 0-16,-4 4 0 16,5 9 0-16,1 8 0 15,-2 9 0-15,1 4 0 0,-1 8 0 16,-1 7 0-16,-1 5 0 15,2 6 0-15,0 2 0 16,0 4 0-16,1 5 0 16,0 5 0-16,4 8 0 0,-2-10 0 15,2 10 0-15,0 0 0 16,0 0 0-16,0 0 0 16,0 0 0-16,0 0 0 15,0 0 0-15,0 0 0 0,0 0 0 16,0 0 0-16,0 0 0 15,0 0 0-15,0 0 0 16,0 0 0-16,0 0 0 16,0 0 0-16,0 0 0 0,0 0 0 15,0 0 0-15,0 0 0 16,0 0 0-16,0 0 0 16,6 4 0-16,-6-4 0 0,0 0 0 15,0 0-6-15,0 0 0 16,0 0 0-16,0 0 0 15,0 0 1-15,7 3 0 16,-7-3 2-16,0 0 1 16,0 0 0-16,0 0 2 0,0 0-1 15,0 0 0-15,0 0 2 16,0 0-1-16,0 0 0 16,5-6 0-16,-5 6 0 15,0 0 1-15,0 0 0 0,2-9 1 16,-2 9 0-16,0 0 1 15,2-7 1-15,-2 7-1 16,0 0 1-16,3-13 0 16,-3 13 0-16,0 0 0 0,0 0 0 15,0 0-1-15,0 0 0 16,0 0-3-16,0 0 0 16,-7 15 0-16,-1-1 0 0,0 6 0 15,-1 2 0-15,-6 6 0 16,0 0 0-16,3 2 0 15,-6-3 0-15,6-2 0 16,-1-4 0-16,1 0 0 16,2-5 0-16,2-1 0 0,3-5 0 15,5-10 0-15,-7 11 0 16,7-11 0-16,0 0 0 16,0-3 0-16,0-7 0 15,5-5 0-15,5-3 0 0,-2-1 0 16,4-3 0-16,1-6 0 15,1 3 0-15,-2-2 0 16,4 3 0-16,-7-4 0 16,2 7 0-16,-4-3 0 15,0 5 0-15,-2 4 0 0,0 2 0 16,-3 3 0-16,-2 10 0 16,4-9 0-16,-4 9 0 0,0 0 0 15,9 7 0-15,-4 3 0 16,2 5 0-16,4 3 0 15,0 1 0-15,4 3 0 16,1 1 0-16,-2-3 0 16,4 0 0-16,0-4 0 15,-1 0 0-15,3-2 0 0,-3-3 0 16,1 1 0-16,-4 2-54 16,4-8-35-16,-6-5-2 15</inkml:trace>
  <inkml:trace contextRef="#ctx0" brushRef="#br1" timeOffset="91616.75">6108 3602 344 0,'0'0'9'0,"0"0"3"15,-7-10 4-15,7 10 3 16,-5-10 0-16,5 10 1 0,-7-8 1 15,7 8 1-15,0 0-9 16,-5-10-4-16,5 10-2 16,10-1-7-16,2-2 0 15,8 0 0-15,3 0 0 0,6-2 0 16,-1 2 0-16,7 2 0 16,-7-5 0-16,3 5 0 15,-3 1 0-15,-4 0 0 16,-6 0 0-16,-6 0 0 0,-2 0 0 15,-10 0 0-15,10 11 0 16,-10 0 0-16,-5-1 0 16,-2 2 0-16,-7 2 0 15,-2 2 0-15,-4 4 0 0,-3-4 0 16,-2 4 0-16,1 0 0 16,-1-2 0-16,-1-3 0 15,4-1 0-15,5 2 0 16,4-7 0-16,1 1 0 0,12-10 0 15,0 10 0-15,8-8 0 16,9-2 0-16,5 0 0 16,5 0 0-16,6-2 0 15,-1-3 0-15,4 0 0 0,-2-2 0 16,-1 1 0-16,-4 1 0 16,-1 1 0-16,-9 1 0 15,-1 0 0-15,-4 2 0 16,-3 1 0-16,-11 0 0 0,14 0 0 15,-14 0 0-15,0 0 0 16,0 0 0-16,0 0 0 16,3 7 0-16,-3-7 0 15,-5 9 0-15,5-1-5 0,2 2-84 16,-2-10-2-16</inkml:trace>
  <inkml:trace contextRef="#ctx0" brushRef="#br1" timeOffset="94116.85">6384 5430 167 0,'0'0'6'0,"0"0"3"0,0 0 6 16,-14 0 3-16,14 0 3 16,-13 0 5-16,13 0-1 15,-13-2 3-15,13 2-3 0,-16-3-3 16,16 3-3-16,-11 0-2 16,11 0-3-16,-12-2-3 15,12 2-1-15,-7 0-2 16,7 0-1-16,0 0-2 0,0 0 0 15,0 0 0-15,5-6-1 16,4 4 0-16,3 2-1 16,8-5 1-16,-2 5-2 15,4-5 1-15,3 3 1 0,0 2-4 16,5-3 2-16,0 3 0 16,0 0-1-16,-1 0-1 15,4 0 3-15,1-2-2 16,-1 2-3-16,1 0 5 0,1 0-2 15,-3 0-1-15,0-3-1 16,2 0 1-16,-8 1-1 16,6 2 0-16,-2-2 2 15,0 2-2-15,0-3 0 0,0 2 1 16,-3-3 0-16,3 2 0 16,0-3 1-16,-3 2-1 15,1 0 0-15,-3-1 1 16,0 1-1-16,-1 2 0 0,-4-2 0 15,0 3 1-15,0-3-1 16,-3 3 0-16,0 0 0 16,-1-2 0-16,-4 2 1 15,3 0-1-15,0 0 0 0,0-3 1 16,-3 3-1-16,3 0 0 16,-3 0 0-16,0 0 0 15,1 0 0-15,-1 0 0 16,-1 0 0-16,-1 0 0 15,2 0 0-15,-2 0 0 0,0 0 0 16,0 0 0-16,-2 0 0 16,1 0 0-16,-1 0 0 15,5 0 0-15,-13 0 1 16,14 0-1-16,-14 0 0 0,14 0 0 16,-14 0 0-16,14 0 0 15,-14 0 1-15,9 0-1 16,-9 0 0-16,0 0 0 0,0 0 0 15,11-2 0-15,-11 2 0 16,0 0-1-16,0 0-2 16,0 0 0-16,0 0-3 15,-11 2-5-15,11-2-13 0,-14 11-59 16,14-11-2-16</inkml:trace>
  <inkml:trace contextRef="#ctx0" brushRef="#br1" timeOffset="94649.39">7366 5195 328 0,'0'0'7'0,"0"0"2"0,0 0 4 15,0 0 2-15,0 0 1 0,-12-6-1 16,12 6 1-16,0 0 1 16,-10 0-7-16,10 0-2 15,0 10-2-15,0-10-1 16,7 18-1-16,3-11 0 16,8 3 0-16,-2 0 0 0,7 0 0 15,0 0 0-15,1-2 0 16,-2 1-1-16,3-1 0 15,-2-1-1-15,0 3 1 0,-4-3-1 16,1 1-1-16,-3-1 1 16,-2 1 0-16,0 2-2 15,-7-3 0-15,2 0 0 16,-8 3 0-16,0 4 0 0,-2-6 0 16,0 7 0-16,-7-5 0 15,-6 5 0-15,4-2 0 16,-8 6 0-16,-1-5 0 15,-5 2 0-15,2-1 0 0,-2 0 0 16,3-3 0-16,3 0 0 16,-3-1 0-16,4-2 0 15,4-1 0-15,3 0 0 16,9-8 0-16,-11 7 0 16,11-7 0-16,0 0 0 0,0 0 0 15,8-13-82-15,2 11-7 16</inkml:trace>
  <inkml:trace contextRef="#ctx0" brushRef="#br1" timeOffset="95015.3">8002 5281 433 0,'0'0'5'0,"0"0"2"0,0 0 1 16,0-9 1-16,0 9 1 0,0 0-1 16,0 0 1-16,-7 4 0 15,-4 9-5-15,2 4-2 16,-3 3-1-16,-2 2-2 15,0 3 0-15,-5 2 0 16,6-4 0-16,-3-1 0 0,4 0 0 16,-1-5 0-16,4-4 0 15,2-1 0-15,-3 1 0 16,10-13 0-16,-8 14 0 16,8-14-14-16,0 0-32 15,-8 11-40-15,8-11-1 0</inkml:trace>
  <inkml:trace contextRef="#ctx0" brushRef="#br1" timeOffset="95382.83">7820 5331 409 0,'0'0'6'0,"0"0"1"15,0 0 2-15,0 0 0 0,0 0 1 16,5-3 1-16,-5 3 0 15,16 6 2-15,-9 6-7 16,5 1 0-16,3 1 0 0,2 1-1 16,3 2-2-16,3 1-3 15,0-5 0-15,-4 4 0 16,4-6 0-16,-3-1 0 16,-1 0 0-16,-1-2 0 15,-1-1 0-15,-4-2 0 0,-1 2 0 16,-12-7 0-16,13 8 0 15,-13-8 0-15,9 5 0 16,-9-5 0-16,0 0 0 0,0 0 0 16,10 3 0-16,-10-3 0 15,0 0 0-15,0 0 0 16,0 0 0-16,0 0 0 16,0 0-15-16,-7 0-73 15,7 0-3-15</inkml:trace>
  <inkml:trace contextRef="#ctx0" brushRef="#br1" timeOffset="96933.44">6280 5461 225 0,'0'0'8'0,"0"0"3"16,5 0 3-16,-5 0 1 15,0 0 4-15,10 0 1 16,-10 0 2-16,8 0 1 16,-8 0-3-16,0 0-1 15,9-1-4-15,-9 1 0 0,18-18-1 16,-4 6-3-16,2-5-1 16,6-6-1-16,3-4-2 15,2-5-1-15,8-3 0 0,-1-5-1 16,7-5 0-16,-2-1 0 15,6-6 0-15,7-2-3 16,-4-1-2-16,6-2 0 16,-2 0 0-16,1 2 0 15,-2 1 0-15,2 5 0 0,-8 1 0 16,-1 3 0-16,-4 4 0 16,-2 9 0-16,-6 0 0 15,-2 4 0-15,-9 8 0 0,0 2 0 16,-9 7 0-16,-4 2 0 15,-8 9 0-15,9-7 0 16,-9 7 0-16,0 0 0 16,0 0 0-16,0 0 0 0,0 0 0 15,0 0 0-15,-4 6 0 16,4-6 0-16,-9 10 0 16,9-10 0-16,-9 9 0 15,9-9 0-15,-5 12 0 0,5-12 0 16,-7 8 0-16,7-8-18 15,0 0-48-15,0 0-22 16,0 0-2-16</inkml:trace>
  <inkml:trace contextRef="#ctx0" brushRef="#br1" timeOffset="97666.02">7103 4464 277 0,'0'0'6'0,"0"0"3"0,0 0 4 15,-9 0 3-15,9 0 1 16,0 0 2-16,-9 0 1 15,9 0 2-15,0 0-6 0,-10 0-4 16,10 0-1-16,0 0-2 16,0 0-2-16,0 0 0 15,0 0-1-15,10-7 0 0,-1 1-1 16,5 3 1-16,0-4-1 16,4 2 1-16,2-2-2 15,2-1 1-15,3 1-1 16,-3-3-1-16,3 2-3 0,-1-2 0 15,-1 2 0-15,2-3 0 16,-5 1 0-16,-5 3 0 16,3 2 0-16,-6 0 0 15,-12 5 0-15,13-5 0 16,-13 5 0-16,0 0 0 0,0 10 0 16,0 2 0-16,-6 2 0 15,1 7 0-15,-1 1 0 16,2 3 0-16,0 2 0 15,-1 0 0-15,1-2 0 0,0-1 0 16,1 0 0-16,3-5 0 16,0-1 0-16,0-6 0 15,0-2 0-15,0 0 0 0,0-10 0 16,0 7 0-16,0-7 0 16,0 0 0-16,0 0 0 15,0 0 0-15,0 0-26 16,16 0-61-16,-16 0-3 0</inkml:trace>
  <inkml:trace contextRef="#ctx0" brushRef="#br1" timeOffset="98665.98">7646 4276 378 0,'0'0'9'0,"0"0"2"16,-9-9 1-16,9 9 2 16,0 0 0-16,0 0 1 0,0 0 1 15,0 0-1-15,0 0-6 16,13 3-3-16,1 7-3 15,0 1 0-15,7 1 0 16,-3 0 0-16,-4 1-3 0,4 1 0 16,-1-3 0-16,-2-3 0 15,-3 5 0-15,-1-5 0 16,-4-1 0-16,-7-7 0 0,14 10 0 16,-14-10 0-16,0 0 0 15,5 10 0-15,-5-10-14 16,0 20-53-16,0-20-19 15</inkml:trace>
  <inkml:trace contextRef="#ctx0" brushRef="#br1" timeOffset="99016.7">7885 4226 389 0,'0'0'8'0,"0"0"4"0,-2-10 3 15,2 10 0-15,0 0 0 16,0 0 2-16,0 0-1 16,-10 2 1-16,10 16-10 15,-5 2-7-15,1 9 0 0,0 3 0 16,-3 5 0-16,2 5 0 16,-5-2 0-16,0 2 0 15,2-2 0-15,-1-3 0 0,4-7 0 16,-3-4 0-16,3-2 0 15,3-6 0-15,-1-4 0 16,1-4 0-16,2-10 0 16,0 12 0-16,0-12 0 0,0 0 0 15,0 0 0-15,0 0 0 16,0 0 0-16,2-12-3 16,3-8-64-16,-5 20-21 15,11-15-2-15</inkml:trace>
  <inkml:trace contextRef="#ctx0" brushRef="#br1" timeOffset="101782.86">8335 16065 482 0,'0'0'4'0,"0"0"3"0,0 0 1 16,-5-3 2-16,5 3-10 15,0 0 0-15,0 0 0 16,-10-6 0-16,10 6 0 0,0 0 0 16,0 0 0-16,0 0 0 15,0 0 0-15,0 0 0 16,-22 6-66-16,22-6-27 15</inkml:trace>
  <inkml:trace contextRef="#ctx0" brushRef="#br1" timeOffset="102233.56">8936 15844 482 0,'0'0'3'0,"0"0"2"16,0 0 0-16,0 0 1 0,0 0 1 16,8 10-4-16,-8 8-3 15,0-2 0-15,0 14 0 16,-6 6 0-16,-1 0 0 15,0 9 0-15,2 0 0 16,-3 2 0-16,-2-3 0 16,1-2 0-16,4-9 0 0,0 1 0 15,-8-9-17-15,-1-6-72 16,11-3-3-16</inkml:trace>
  <inkml:trace contextRef="#ctx0" brushRef="#br1" timeOffset="102549.28">8678 15791 358 0,'0'0'7'15,"0"0"1"-15,0-11 5 0,0 11 0 16,0-12 2-16,0 2 2 15,7-3 0-15,0 1 2 16,9 0-5-16,4-4-3 16,4 2-1-16,8-4-3 15,9 3-5-15,3 0-2 0,4 1 0 16,-4 3 0-16,6 4 0 16,-8 0 0-16,-5 5 0 0,-2 2 0 15,-3 2 0-15,-12 3 0 16,0 4 0-16,-10 2-13 15,2 1-72-15,-4 3-4 16</inkml:trace>
  <inkml:trace contextRef="#ctx0" brushRef="#br1" timeOffset="102983.67">9088 16074 466 0,'0'0'4'15,"0"0"1"-15,0 0 2 16,7-1 1-16,-7 1 0 0,13-8 2 16,-6 5-7-16,3 0-3 15,5 3 0-15,-3 0 0 16,3 6 0-16,5 3 0 0,0 4 0 15,0 4 0-15,-3 1 0 16,-4 2 0-16,1-1 0 16,-3 1 0-16,-9 0 0 15,1-3 0-15,-3-5 0 0,-3-1 0 16,3-11 0-16,-13 5 0 16,13-5 0-16,-12-5 0 15,8-7 0-15,4-6 0 16,0-2 0-16,0-3 0 0,7 2 0 15,2-4 0-15,4 5 0 16,4-1 0-16,-1 7 0 16,5 3 0-16,0 7 0 15,1 4-26-15,6 0-60 0,-1 3-4 16</inkml:trace>
  <inkml:trace contextRef="#ctx0" brushRef="#br1" timeOffset="103882.79">9689 16073 478 0,'0'0'4'0,"0"0"1"0,0 0 1 16,0-14 3-16,0 14 0 15,-8-7-9-15,8 7 0 16,-17-7 0-16,8 7 0 16,-2 3 0-16,-1 4 0 0,-1 3 0 15,1 5 0-15,2-1 0 16,3 4 0-16,-1 1 0 15,6-1 0-15,2-4 0 16,0 2 0-16,2-7 0 0,-2-9 0 16,11 13 0-16,-11-13 0 15,16 0 0-15,-6-8 0 16,3-4 0-16,-1-6 0 16,1-2 0-16,1-4 0 0,0-1 0 15,7-20 0 1,-8 31 0-16,-9-1 0 15,-4 15 0-15,0 0 0 16,11 0 0-16,-9 15 0 16,-2-2 0-16,2 6 0 0,4-2 0 15,-1 5 0-15,2-6 0 16,0-1 0-16,3-3 0 16,-2-7 0-16,4 0 0 0,1-5 0 15,4-3 0-15,-1-6 0 16,-2-4 0-16,4 1 0 15,-4-4 0-15,4 2 0 16,1 2 0-16,-8 2 0 0,1-1 0 16,-12 11 0-16,12-4 0 15,-12 4 0-15,6 4 0 16,-6 4 0-16,0 5 0 16,2-1 0-16,3 0 0 0,2 1 0 15,5 1 0-15,1-6 0 16,7 0 0-16,7-3 0 15,3-5 0-15,5 0 0 16,2-9 0-16,8-3 0 0,-2-2 0 16,-2-6 0-16,-3 0 0 15,-4-2 0-15,-11 2 0 16,-9 0 0-16,-6 5 0 16,-8 1 0-16,-13 8 0 0,-6 5 0 15,-12 1 0-15,5 8 0 16,-4 5 0-16,0 2 0 15,3 3 0-15,4-2 0 16,9 2 0-16,3 2 0 0,11-5 0 16,0 2 0-16,16 1 0 15,4-3 0-15,6-4 0 16,4 3 0-16,2-5 0 16,-2 1 0-16,0-2 0 0,-5-1 0 15,-5 0 0-15,-8 1 0 16,-12-8 0-16,0 15 0 15,-12-8 0-15,-13 0 0 16,-5 0 0-16,-4 2 0 16,-3-5 0-16,-6 1 0 0,8-2 0 15,0 1 0-15,8-4 0 16,10 0 0-16,-1 0 0 16,18 0-8-16,-2 8-77 0,9-8-4 15</inkml:trace>
  <inkml:trace contextRef="#ctx0" brushRef="#br1" timeOffset="105516.25">10668 15971 73 0,'0'0'4'16,"0"0"3"-16,-10-5 4 0,10 5 7 15,0 0 3-15,0 0 6 16,-10-8 2-16,10 8 4 16,0 0-2-16,0 0-1 0,0 0-3 15,0 0-4 1,0 3-3-16,0-3-4 0,0 0-1 16,0 0-4-16,0 0-2 15,0 0-1-15,0 0-1 16,0 0 0-16,0 0-1 0,0 0 0 15,0 10-1-15,0-10-1 16,0 0 1-16,0 0-1 16,0 0-1-16,0 0 0 15,0 0 0-15,-9 5 1 0,9-5-1 16,0 0 1-16,0 0 1 16,0 0-1-16,-11 4 1 15,11-4-1-15,0 0 1 0,0 0-1 16,0 0 0-16,0 0-1 15,0 0-3-15,0 0 0 16,11 6 0-16,-2-6 0 16,8 0 0-16,8 0 0 15,0 0 0-15,10 0 0 0,2-3 0 16,3 0 0-16,0-1 0 16,-1 4 0-16,-2-5 0 15,-7 2 0-15,-5 3 0 16,-5 0 0-16,-5 0 0 0,-7 5 0 15,-5 8 0-15,-6-1 0 16,-8 5 0-16,-5 3 0 16,-9 1 0-16,-3 7 0 15,-4 0 0-15,-5 2 0 0,2-9 0 16,-3 7 0-16,8-8 0 16,0-1 0-16,11-1 0 15,1-5 0-15,9-6 0 16,9-7 0-16,0 12 0 15,14-9 0-15,4-3 0 0,5 0 0 16,7 0 0-16,4 0 0 16,3-6 0-16,3 2 0 15,-2-1 0-15,1 2 0 0,-4 0 0 16,-4 2 0-16,-2 1 0 16,-7-3 0-16,-5 3 0 15,-4 0 0-15,-6 0 0 16,-7 0 0-16,0 0 0 0,0 0 0 15,0 0 0-15,5 7 0 16,-5-7 0-16,0 0 0 16,0 0 0-16,0 0 0 15,0 0 0-15,0 0 0 0,-7 8 0 16,7-8 0-16,0 0 0 16,0 0-26-16,0 0-66 15,0-5-2-15</inkml:trace>
  <inkml:trace contextRef="#ctx0" brushRef="#br1" timeOffset="105883.87">11672 15604 470 0,'0'0'4'0,"0"0"2"0,0 0 2 0,0 0 1 0,2-11 1 0,-2 11-6 0,0 0-4 16,-5 9 0-16,-7 13 0 15,-1 12 0-15,-6 13 0 16,-4 10 0-16,2 12 0 15,-3 9 0-15,5 6 0 0,1 0 0 16,8-2 0-16,3 0 0 16,7-13 0-16,7-5 0 15,10-4 0-15,8-6 0 16,3-9 0-16,11-8 0 16,2-5 0-16,5-4-5 0,14-9-84 15,-17-9-3-15</inkml:trace>
  <inkml:trace contextRef="#ctx0" brushRef="#br1" timeOffset="106582.76">12017 16070 421 0,'0'0'5'0,"0"0"2"0,0 0 2 0,-12-8 1 16,2 2 1-16,-4 6 1 15,1-1-1-15,-5 1 2 0,-5 0-6 16,4 7-2-16,-1 4-5 15,1 0 0-15,3 4 0 16,7 3 0-16,0-1 0 16,7 1 0-16,2-3 0 15,11-1 0-15,1-4 0 0,10-3 0 16,-3-4 0-16,7-3 0 16,3-5 0-16,-4-7 0 15,0-5 0-15,-2-7 0 0,-4-5 0 16,-6-5 0-16,-3-9 0 15,-5-7 0-15,-3-1 0 16,-2-8 0-16,-7 1 0 16,-5 4 0-16,1 4 0 15,-1 11 0-15,3 6 0 0,-2 11 0 16,11 22 0-16,-17 0 0 16,17 25 0-16,0 15 0 15,0 7 0-15,7 11 0 0,-2 7 0 16,5 8 0-16,-2-2 0 15,7-1 0-15,-8-9 0 16,8-4 0-16,-8-9-25 16,5-16-66-16,1-5-4 0</inkml:trace>
  <inkml:trace contextRef="#ctx0" brushRef="#br1" timeOffset="106951.14">12268 16049 483 0,'0'0'5'0,"0"0"2"0,0 0 2 15,0 0-2-15,0 0-7 16,0 0 0-16,0 0 0 0,0-12 0 16,0 12 0-16,15-12 0 15,-3 5 0-15,6 1 0 16,2 2 0-16,4-2 0 0,-1 6 0 15,0 3 0-15,-4 2 0 16,-6 5 0-16,-4 3 0 16,-4 3 0-16,-5 5 0 15,-9 3 0-15,-3-1 0 0,-6 2 0 16,-3 1 0-16,5-1 0 16,-6-2 0-16,9-2 0 15,0-4 0-15,8-6 0 16,3-1 0-16,2-10 0 0,9 8 0 15,9-8 0-15,2-6 0 16,4-3 0-16,4-8 0 16,4-16-61-16,6 6-32 15</inkml:trace>
  <inkml:trace contextRef="#ctx0" brushRef="#br1" timeOffset="107253.56">12584 15552 499 0,'0'0'4'0,"0"0"0"16,0 0 0-16,0 0-4 16,0 0 0-16,0 0 0 15,0 0 0-15,7 10 0 16,13 10 0-16,-3 4 0 16,16 8 0-16,-1 13 0 0,5 5 0 15,-1 12 0-15,5 2 0 16,-11 6 0-16,2 3 0 15,-6-1 0-15,-12 1 0 16,-6-4 0-16,-8-5 0 0,-10-4 0 16,-13-6 0-16,-6-2 0 15,-7-7 0-15,-6-6 0 16,1-1 0-16,-2-16 0 0,1 5-66 16,7-10-28-16</inkml:trace>
  <inkml:trace contextRef="#ctx0" brushRef="#br2" timeOffset="117516.67">9704 5359 310 0,'0'0'8'15,"0"0"4"-15,0 0 2 16,0 0 2-16,0 0 2 16,0 0 0-16,-7 1 0 0,7-1 0 15,0 0-7-15,-10 10-5 16,10-10-1-16,-13 18-1 16,8-6-1-16,-2 3-1 15,2 2 0-15,3-2 0 0,2 2 0 16,0-2 1-16,0-5-2 15,7 0 1-15,2-5 0 16,5-2 0-16,-2-3 1 16,2-3 0-16,1-4 1 0,-5-4 0 15,1-1-1-15,-7-2 1 16,-1-1-1-16,-3-2-1 0,-5 4-1 16,-6 1-1-16,-1 1 0 15,-3 4-1-15,-2 6-1 16,-1 1 2-16,1 1 0 15,2 4 0-15,3 5 1 16,2-5 0-16,10-5 0 16,-10 12 0-16,10-12 1 0,0 0-2 15,7 11 0-15,1-9-2 16,2 0-2-16,-1-2-6 16,7 0-14-16,3 0-58 15,-6 0-3-15</inkml:trace>
  <inkml:trace contextRef="#ctx0" brushRef="#br2" timeOffset="118365.99">9655 5309 325 0,'0'0'8'0,"0"0"2"0,0 0 3 0,-9-11 2 16,9 11 1-16,-7-2-1 15,7 2 0-15,-12 0 1 16,2 5-8-16,0 5-2 16,3 2-3-16,0 7-1 0,1 2 0 15,3 0 1-15,3 0-1 16,0-1 1-16,9-3 0 16,0-2 0-16,3-2 1 15,4-9 1-15,-2 0-2 16,4-4 1-16,-1-6 0 0,-2-5 1 15,2-3-1-15,-5-3-1 16,-1 0 0-16,-7-6 0 0,-1 0-1 16,-3 4-1-16,-5 2 1 15,-5-1-2-15,-2 8-2 16,-5 3 2-16,-1 4 0 16,-2 3 0-16,3 5 0 15,0 8 0-15,-1 2-1 0,6 5 1 16,1-3 1-16,7 4 1 15,1-5-2-15,3 1 0 16,7-4 0-16,6-1 0 16,4-1 0-16,3-10 0 0,1 2 0 15,3-3 0-15,-4-4 0 16,4-7 0-16,-6-3 0 16,-3-1 0-16,-3-3 0 15,-7-4 0-15,-5 2 0 16,0 1 0-16,-10 1 0 0,-2 3 0 15,-5 5 0-15,2 3 0 16,-7 4 0-16,6 3 0 16,-1 5 0-16,5 7-9 0,4 1-3 15,6 7-19-15,2 5-52 32,10-5-3-32</inkml:trace>
  <inkml:trace contextRef="#ctx0" brushRef="#br2" timeOffset="119399.66">9734 5356 259 0,'0'0'8'0,"0"0"3"0,0 0 3 16,-5 4 1-16,5-4 4 0,0 0 0 15,-3 10 1-15,3-10 3 16,0 0-8-16,0 0-3 16,0 0-2-16,0 0-1 15,5 3-2-15,-5-3-1 16,16 0-1-16,-7 0 0 15,3 0-1-15,1-3 0 0,4 3-1 16,-1-3-1-16,0 3 0 16,5 0-1-16,-1 0 0 0,-3 0 0 15,3 0-1-15,-1 3 1 16,-1-3 0-16,2 3-1 16,-3 0 0-16,1-1 1 15,-1-2-1-15,-2 0 0 0,2 2 1 16,-2-2-1-16,2 0 0 15,-1 0 1-15,4 0-1 16,-6 0 1-16,4 0-1 16,-1 0 0-16,1 0 0 15,-2 0 1-15,0 0-1 0,-2 0 0 16,2 0 1-16,-2 0-1 16,-1 0 0-16,2 0 0 15,-2 0 0-15,-1-2 0 16,0 2 0-16,1 0 1 0,1 0-1 15,-1 0 0-15,-1-2 0 16,0 2 1-16,1-3-1 16,-3 3 0-16,0 0 0 0,0-3 0 15,-1 3 0-15,5-3 0 16,-7 2 0-16,5-2 0 16,1 3 1-16,-1-3-2 15,0 2 1-15,1-2 1 0,-1 0-2 16,1 1 2-16,-3 2-1 15,-1-3 0-15,2 3 0 16,-4 0 0-16,5 0 0 16,-1 0 0-16,1-2 0 15,0 2 0-15,3 0 0 0,-3-4 0 16,4 3 0-16,-2-2 0 16,-1 3 0-16,-3-2 0 15,-1 2 0-15,-9 0 0 16,18 0 0-16,-18 0 0 0,12 0 0 15,-12 0 0-15,7-2 0 16,-7 2 0-16,0 0 0 16,0 0-1-16,0 0 1 0,0 0-1 15,0 0 0-15,0 0-2 16,-4 4-1-16,4-4-3 16,-12 3-6-16,0-3-23 15,-6 0-45-15,18 0-2 0</inkml:trace>
  <inkml:trace contextRef="#ctx0" brushRef="#br2" timeOffset="120016.82">10487 5195 331 0,'0'0'7'0,"0"0"3"0,0 0 3 0,0 0 2 16,-11-6 2-16,11 6-2 15,0 0 2-15,0 0 0 16,0 0-6-16,0 0-4 0,11 10-1 15,-5-2-2-15,7-1 0 16,5 3 0-16,-1 0 0 16,6 0-1-16,-1 0 0 15,3 0 0-15,-1-1-1 16,4-1 0-16,-1 0-1 0,-4-1 0 16,2 0 0-16,-6-1-1 15,1-2 1-15,-8 4-1 16,4-3 0-16,-10 3 1 15,-6-8 0-15,12 12 0 0,-12-12-1 16,2 13 1-16,-2-5-1 16,0 3 2-16,-6 1 0 15,-3 1 0-15,-3-1 0 0,-2 3-2 16,-5 2 0-16,-1 0 0 16,-5 1 0-16,2-1 0 15,-1-2 0-15,-1 2 0 16,0-4 0-16,5-1 0 0,3 0 0 15,-1-2 0-15,6-2 0 16,-1-3 0-16,13-5 0 16,-12 10 0-16,12-10 0 15,0 0 0-15,0 0 0 0,0 0 0 16,0 0 0-16,0 0 0 16,0 0 0-16,0 20-80 15,0-20-7-15</inkml:trace>
  <inkml:trace contextRef="#ctx0" brushRef="#br2" timeOffset="121032.92">10901 5571 389 0,'0'0'6'0,"0"0"4"0,-8-10 2 15,8 10 2-15,-12-5 2 16,12 5 0-16,-9-9 1 0,9 9-1 16,0 0-4-16,0 0-9 15,0 0-3-15,0 0 0 16,9-6 0-16,7 4 0 15,0-1 0-15,7-2 0 0,2 3 0 16,3-3 0-16,-3 3 0 16,-4-3 0-16,-4 2 0 15,2 3 0-15,-7-3 0 16,-12 3 0-16,12 0 0 0,-12 0 0 16,0 0 0-16,0 13 0 15,0-13 0-15,-7 17 0 16,-3-7 0-16,1 3 0 0,-9-1 0 15,2 3 0-15,-3 0 0 16,-1 0 0-16,-6 2 0 16,3-2 0-16,0-3 0 15,0 1 0-15,7-1 0 16,0-4 0-16,4 1 0 0,-1-5 0 16,13-4 0-16,0 0 0 15,-7 11 0-15,7-11 0 16,0 0 0-16,10 3 0 15,0-3 0-15,2 3 0 0,0-3 0 16,6 1 0-16,2-1 0 16,2 0 0-16,1 0 0 15,2-1 0-15,2-2 0 16,-2-2 0-16,-1 2 0 0,1 1 0 16,-5-2 0-16,0 3 0 15,-5-2 0-15,-3 3 0 16,-4 0 0-16,-8 0 0 0,12 0 0 15,-12 0 0-15,0 0 0 16,0 0 0-16,0 0 0 16,0 0 0-16,0 0 0 15,0 0 0-15,0 0 0 16,0 0 0-16,0 8 0 0,0-8 0 16,-7 5 0-16,-4-5 0 15,11 0-11-15,-9 8-76 16,-1-8-2-16</inkml:trace>
  <inkml:trace contextRef="#ctx0" brushRef="#br2" timeOffset="121866.55">10849 5551 326 0,'0'0'6'0,"0"0"4"0,0 0 2 0,0 0 4 15,0 0 2-15,0 0 1 0,0 0 0 16,0 0 1-16,0 0-5 16,0 0-4-16,0 0-3 15,0 0-2-15,0 0-1 16,0 0-2-16,0 0-1 15,8-7 1-15,4 4-1 16,0 3 0-16,4 0 0 0,4-2 0 16,2 2 0-16,0 0 0 15,3 0-2-15,-2 0 0 16,-4 0 0-16,-1 0 0 0,-1-3 0 16,-4 3 0-16,-6 0 0 15,-7 0 0-15,10 0 0 16,-10 0 0-16,0 0 0 15,0 0 0-15,-3 8 0 0,-4-1 0 16,-3 3 0-16,0 2 0 16,-5 3 0-16,0 0 0 15,-2-1 0-15,-3 7 0 0,-3-4 0 16,2-2 0-16,0 3 0 16,1-1 0-16,2 0 0 15,4-4 0-15,2 1 0 16,2-2 0-16,0-4 0 0,10-8 0 15,-8 15 0-15,8-15 0 16,0 0 0-16,0 10 0 16,0-10 0-16,12 0 0 15,-1 0 0-15,1 0 0 16,3 0 0-16,2 0 0 0,1-2 0 16,5-4 0-16,-2 2 0 15,4-1 0-15,3 2 0 16,-5-4 0-16,4 4 0 15,-8-2 0-15,1 3 0 0,-5-1 0 16,-2 3 0-16,-13 0 0 16,9-1 0-16,-9 1 0 15,0 0 0-15,0 0 0 0,0 0-25 16,0 0-58-16,-2 6-4 16</inkml:trace>
  <inkml:trace contextRef="#ctx0" brushRef="#br0" timeOffset="149549.24">6250 2658 368 0,'0'0'7'0,"0"0"4"16,0 0 0-16,0 0 2 0,-7-7 0 15,7 7 2-15,-11 0-2 16,11 0 1-16,-15 4-6 15,6 6-4-15,1 2-1 16,1 3-1-16,0 3-1 0,4-1 0 16,1 2-1-16,2 2 0 15,5-4 0-15,7-5 0 16,1-1 1-16,3-2-1 0,2-6 1 16,-1-3-1-16,1-5 1 15,0-7 1-15,-4-1 0 16,-4-2 1-16,3-5 1 15,-11 1 0-15,1-1 0 0,-6-3 1 16,-4 4-5-16,-6 1 0 16,-1 4 0-16,-4 4 0 15,-1 6 0-15,-2 4 0 0,1 6 0 16,1 6 0-16,1 8 0 16,8 0 0-16,0 2 0 15,3-4 0-15,4 2 0 16,6-8 0-16,4-2 0 15,6-8 0-15,-1-2 0 0,6-2-2 16,1-11 1 0,-1-2 1-16,-4-4 0 0,-3-1 1 15,-4-3 1-15,-7 1-2 16,0 2 0-16,-5 1 0 0,-8 6 0 16,-1 4-2-16,-7 6 1 15,2 3-3-15,-1 7-5 16,6 8-7-16,-4-1-18 15,-3 10-49-15,17-5 0 0</inkml:trace>
  <inkml:trace contextRef="#ctx0" brushRef="#br0" timeOffset="151499.72">5960 2767 259 0,'0'0'7'0,"0"0"2"0,-6 7 3 16,6-7 3-16,-5 8 1 16,5-8 3-16,-5 10 0 15,5-10 3-15,0 0-3 0,-12 4-5 16,12-4-1-16,-8-4-1 15,3-6-1-15,1-3-1 16,1-4-1-16,1-3-1 16,-1-5-1-16,1-9 0 0,2-6-2 15,0-5 0-15,2-10-4 16,6-7 0-16,5-11 0 16,-1-9 0-16,10-13 0 0,3 1-1 15,2-7 2-15,-7 52-4 16,3-7 3-16,-4 2 0 15,8-3 0-15,1 4-1 16,-3-8 0-16,0 10-1 16,5-6 0-16,-3 7 3 15,1-2-1-15,-4 10 0 0,3-3 0 16,0 4 1-16,-1-2-2 16,-1 11 0-16,0 0 0 15,-9 0 0-15,2 9 0 0,-3 6 0 16,-2 2 0-16,-4 3 0 15,-9 12 0-15,15-15 0 16,-15 15 0-16,10-5 0 0,-10 5 0 16,0 0 0-16,0 0 0 15,0 0 0-15,0 0 0 16,0 0 0-16,0 0 0 16,5 7 0-16,-5-7 0 15,0 0 0-15,0 0 0 16,0 0 0-16,0 0 0 0,-5 10 0 15,5-10 0-15,0 0 0 16,0 0 0-16,0 0 0 16,-4 10 0-16,4-10 0 0,0 0 0 15,0 0 0-15,0 0 0 16,-11 7 0-16,11-7 0 16,0 0 0-16,0 0 0 15,-7 10 0-15,7-10 0 0,0 0 0 16,-7 11-2-16,7-11 1 15,-3 12 1-15,3-12-1 16,-2 20-1-16,2-8 1 0,0 5 1 16,0 1-1-16,0-1-1 15,0 5 2-15,2 3-1 16,1 0 0-16,1 2 0 16,4 18 3-16,5 16-1 15,-1 2 1-15,-1 1-1 16,5-8 1-16,-4 5-1 15,-1-5 1-15,-2 1 0 0,1-7-2 16,0 1 0-16,0 4 0 16,0-8-2-16,-1 3 2 15,0-8 2-15,0-2-2 0,1-6 0 16,-2-2 0-16,-1 4 0 16,-2-12 0-16,0 1 0 15,0 0 0-15,-1-5 0 16,0-1 0-16,-2-1 0 0,1-1 0 15,-1-5 0-15,-2 0 0 16,2 1 0-16,1-1 0 16,-3-2 0-16,0-10 0 15,0 15 0-15,0-15 0 16,2 15 0-16,-2-5 0 0,0-10 0 16,3 17 0-16,-3-6 0 15,0 1 0-15,0-3 0 16,0 4 0-16,0 2 0 0,0-2 0 15,-3-5 0-15,1 3 0 16,2-1 0-16,0-3 0 16,0-7 0-16,-5 15 0 0,5-15 0 15,-7 18 0-15,7-8 0 16,-4-1 0-16,0 4 0 16,1-4 0-16,3 1 0 15,-2 3 0-15,2-13 0 16,-3 15 0-16,3-15 0 0,0 0 0 15,0 0 0-15,0 0 0 16,0 0 0-16,0 0 0 16,-4-10 0-16,4-1 0 15,0-6 0-15,0-2 0 16,0-9 0-16,0-3 0 0,0-7 0 16,0-9 0-16,0-5 0 15,-3-5 0-15,1-2 0 16,-3-6 0-16,-3-4 0 0,3 0 0 15,-5-3 0-15,1 0 0 16,-4 5 0-16,1-3 0 16,-4 8 0-16,8 33 0 15,4-6 0-15,-3 4 0 0,-1-5 0 16,1 2 0-16,-3-1 0 16,3-2 0-16,-2-1 0 15,2 5 0-15,-2-5 0 16,2 3 0-16,1-2 0 0,-4 5 0 15,3 0 0-15,0 0 0 16,-4 2 0-16,4 2 0 16,0 6 0-16,-1 2 0 15,0 8 0-15,3 2 0 0,5 10-3 16,-9-3-14-16,9 3-19 16,0 10-51-16,0 3-2 15</inkml:trace>
  <inkml:trace contextRef="#ctx0" brushRef="#br0" timeOffset="152750.14">5269 3007 290 0,'0'0'8'0,"0"0"1"0,0-11 5 0,0 11 1 16,0-17 3-16,-3 1 3 16,1-3 2-16,2-9-1 0,0-7-4 15,0-10-6-15,0-9-1 16,7-15-3-16,4-17-4 15,1-8-3-15,8-16 1 16,6-12-2-16,2-4 1 0,-6 61-2 16,-1-7 1-16,4 3-1 15,1-8 2-15,1 1 0 16,6-8 0-16,-3 11 0 16,2-9-2-16,-2 3 2 15,0 2 0-15,2 8 0 0,-2-3 0 16,-3 8-1-16,1 2 0 15,-3 4 0-15,0 7 0 16,-3 4 0-16,-22 47 0 16,15-35-1-16,-3 4-1 15,6 0 0-15,-18 31-1 16,0 0-2-16,0 20-1 0,0 7 0 16,-10 6 0-16,-6 6 0 15,0 11 0-15,-22 24 2 16,-11 48 2-16,-6 0 1 15,0 9 1-15,-12-1 0 0,7-3-1 16,0-8 2-16,14-13 0 16,3-6 0-16,3-6 0 15,3 2 2-15,3-10-2 16,6 1 3-16,-2-10 0 16,8 1 1-16,-1-12-2 0,2-5-1 15,5-5 0-15,2-9 1 16,1-10-1-16,1-10-1 15,7-5 1-15,2-7-1 0,3-15 1 16,0 10 1-16,0-10-1 16,3-10 1-16,2-2 0 15,7-7 1-15,-2-9-1 16,5-7 1-16,-3-9-1 0,3-16 0 16,2-7 0-16,3-17-3 15,0-13-1-15,5-22 2 16,-1-9-1-16,-6 59-1 15,3-14 0-15,0-3 0 16,7-9 1-16,-1-3 1 0,5-4 1 16,3-1-2-16,2 1 0 15,0-3 2-15,4 4 0 16,-4 7 0-16,5-1-2 16,-4 11 2-16,-1 0 0 15,-3 10-2-15,-1 5 0 16,-1 4 0-16,-5 20 0 0,-27 45 0 15,20-30 0-15,0-1 0 16,-20 31 0-16,0 0-4 16,0 0 0-16,0 0-3 15,0 0-6-15,2 9-8 16,1 7-41-16,-8 58-24 0,-5-45-1 16</inkml:trace>
  <inkml:trace contextRef="#ctx0" brushRef="#br0" timeOffset="153600.4">5403 2808 205 0,'0'0'10'0,"0"0"8"0,0 0 4 15,0 0 4-15,0 0 0 16,0 0 2-16,-10-4-1 16,10 4 3-16,-7-15-10 15,4-3-6-15,-2-4-2 0,3-12-5 16,2-8 0-16,0-12 0 15,2-8-1-15,3-18-2 16,7-14 0-16,4-15 0 16,-7 48-3-16,4-17 0 15,1-1 0-15,4-15-1 16,4-3-2-16,1-7 3 0,2 0 0 16,2-2-2-16,1 4 3 15,1-5-1-15,-2 6-1 16,3 2 0-16,-8 7 2 15,8 0-1-15,-9 16-1 16,4 2-1-16,-9 11-2 0,2 21-2 16,-18 42-8-16,12-20-62 15,1-2-8-15</inkml:trace>
  <inkml:trace contextRef="#ctx0" brushRef="#br0" timeOffset="158465.89">5652 4288 269 0,'0'0'8'0,"0"0"1"0,0 0 5 16,0 0 1-16,-8-4 2 15,8 4 0-15,0 0 0 16,-12-8 4-16,12 8-9 16,0 0-2-16,-13 0-3 0,13 0-2 15,-13 2-1-15,13-2-1 16,-12 7-1-16,12-7 0 15,-17 13 0-15,9-8-1 16,8-5 0-16,-17 17 1 16,9-9-2-16,-1-1 0 0,2 3 0 15,-2-2 1-15,2 0-1 16,2 2 0-16,1 1 1 16,4-11-1-16,-11 14 0 15,11-14 0-15,-7 15 0 0,7-15 0 16,-8 16 0-16,8-16 0 15,-2 14 0-15,2-14 0 16,0 16 0-16,0-16 0 16,2 16 0-16,-2-16 0 0,8 15 0 15,-8-15 0-15,13 15 0 16,-13-15 0-16,14 15 0 16,-14-15 0-16,16 16 0 15,-16-16 0-15,14 14 0 0,-4-7 1 16,-2-2-1-16,1 1 0 15,-1-2 0-15,5 2 0 16,-4-2 0-16,-2 1 0 0,3-2 0 16,-2 1 0-16,2-1 0 15,-3 0 0-15,4 2 0 16,-2-3 0-16,1 0 0 16,1 2 0-16,-2-4 0 0,-2 4 0 15,6 1 0-15,2-5 0 16,-3 3 0-16,1-3 0 15,1 5 0-15,-1-4 0 16,2 2-1-16,0 0 1 0,-3-2 0 16,4 2 0-16,-4 0 0 15,2-3-1-15,2 3 1 16,1-3 0-16,0 0 0 16,3 2 0-16,0-2 0 15,0 0 0-15,-2 2 0 0,-1 2 0 16,5-4 0-16,-5 1 0 15,3-1 0-15,0 0 0 16,0 0 0-16,2 0 0 16,1 0-1-16,2 0 1 0,-3-1-2 15,3-5 1-15,0 4 0 16,-4-1 0-16,0 0 1 16,1-1-1-16,1-2 1 0,-6 2 0 15,3 2 0-15,-2-6 0 16,1 4 0-16,-1-2 0 15,-1 1 0-15,3 0 0 16,-6-2 0-16,4 1 0 16,0 0 0-16,1 0 0 0,-1-1 0 15,-1-1 1-15,-4 1-1 16,4 0 0-16,-2 1 0 16,-3-1 0-16,1 0 1 15,-1 2-1-15,-2-2 0 0,3-1 1 16,-4 0-1-16,1 1 0 15,1-1 1-15,-2-2-1 16,1 3 2-16,3 0-2 16,-2 0 2-16,-3-4-1 0,3 4 1 15,-2-3 0-15,1 2 0 16,-10 8 0-16,15-15 0 16,-15 15 1-16,10-14 0 15,-10 14 0-15,11-18 1 0,-11 18-1 16,7-14 1-16,-6 6 0 15,-1 8-1-15,6-17 0 16,-4 7 0-16,1-2-1 16,-1 1 0-16,1 4 1 0,-3-5-1 15,2 2 0-15,-2 0 0 16,0 0-1-16,0 10 1 16,0-15 0-16,0 15-1 15,-2-12 0-15,2 12 0 0,-12-9 0 16,12 9 0-16,-10-11 0 15,10 11-1-15,-13-10 1 16,13 10 1-16,-12-13-2 16,12 13 0-16,-15-11 0 0,15 11 0 15,-15-10 0-15,15 10 0 16,-15-13 0-16,15 13 0 16,-15-10 0-16,15 10 0 15,-15-5 0-15,15 5 0 0,-12-7 0 16,12 7 0-16,-18-4 0 15,18 4 0-15,-10-6 0 16,10 6 0-16,0 0 0 0,0 0 0 16,-9-8 0-16,9 8 0 15,0 0 0-15,0 0 0 16,0 0 0-16,0 0 0 16,-7-4 0-16,7 4 0 15,0 0 0-15,0 0 0 0,0 0 0 16,-11-10 0-16,11 10 0 15,0 0 0-15,0 0 0 16,-7-7 0-16,7 7 0 16,0 0 0-16,0 0 0 0,0 0 0 15,0 0 0-15,-10-8 0 16,10 8 0-16,0 0 0 16,0 0 0-16,0 0 0 0,0 0 0 15,0 0 0-15,0 0 0 16,0 0 0-16,0 0 0 15,0 0 0-15,0 0 0 16,0 0 0-16,-2 8 0 16,2-8 0-16,0 14 0 0,0-2 0 15,0-2 0-15,0 3 0 16,0 2 0-16,0-3 0 16,0 0 0-16,0 1 0 15,0 1 0-15,-4-4 0 0,2 0 0 16,0 3 0-16,2-3 0 15,-3-3 0-15,3-7 0 16,-2 16 0-16,2-16 0 16,-3 8 0-16,3-8 0 0,0 0 0 15,0 0 0-15,0 0 0 16,0 0 0-16,-2-7 0 16,2 7 0-16,0-17 0 0,0 10 0 15,0-8 0 1,0 3 0-16,2-1 0 0,-2-1 0 15,0-2 0-15,0 2 0 16,0 1 0-16,0-2 0 0,0 4 0 16,0-3 0-16,0 3 0 15,0 1 0-15,-2-1 0 16,2 11 0-16,0-14 0 16,0 14 0-16,-2-11 0 15,2 11 0-15,0 0 0 0,0 0 0 16,-5-10 0-16,5 10 0 15,0 0 0-15,0 0 0 16,0 0 0-16,0 0 0 16,0 0 0-16,0 0 0 0,0 0 0 15,0 0 0-15,0 0 0 16,0 0 0-16,0 0 0 16,0 0 0-16,0 0 0 15,9 0 0-15,-1 0 0 0,2 0 0 16,2 0 0-16,0 0 0 15,4 3 0-15,4 0 0 16,-6 1 0-16,7-1 0 0,-2 2 0 16,-1-2 0-16,2-1 0 15,-6 0 0-15,2 1 0 16,-4 0 0-16,0-3 0 16,1 0 0-16,-4 0 0 15,-9 0 0-15,12 0 0 0,-12 0 0 16,0 0 0-16,0 0 0 15,0 0 0-15,0 0 0 16,0 0 0-16,0 0 0 16,0 0 0-16,0 0-72 0,0 0-20 15</inkml:trace>
  <inkml:trace contextRef="#ctx0" brushRef="#br0" timeOffset="207766.83">13270 16131 451 0,'0'0'3'15,"0"0"2"-15,0 0 1 16,0 0 1-16,7-7 1 0,-7 7-1 16,0 0 1-16,7-7 0 15,-7 7-2-15,0 0-4 16,0 0-4-16,0 0-7 0,0 0-17 16,23 0-57-16,-23 0-4 15</inkml:trace>
  <inkml:trace contextRef="#ctx0" brushRef="#br0" timeOffset="208532.76">13670 15852 462 0,'0'0'4'0,"0"0"1"0,0 0 2 16,0 0 1-16,0 0 1 16,0 0-1-16,-3 7 0 0,-2 6-8 15,1 1 0-15,0 9 0 16,4 1 0-16,0 9 0 15,0 3 0-15,0 2 0 16,0 2 0-16,6-3 0 16,-1-5 0-16,0 0 0 0,-5-5 0 15,2-5 0-15,-2-4 0 16,0-5 0-16,-2-6 0 16,2-7-2-16,-10 3-1 15,10-3 1-15,-15-16 1 16,7-3 2-16,-1-6 0 0,0-7 0 15,2-4 0-15,2-3 0 16,1 2 2-16,4 0-3 16,0 0 0-16,7 6 0 0,5 5 0 15,1 1 0-15,1 10 0 16,7 0 0-16,1 6 0 16,0 4 0-16,3 0 0 0,-2 5 0 15,-6 5 0-15,0 2 0 16,1 7 0-16,-11 4 0 15,-4-1 0-15,-3 6 0 16,-8-1 0-16,-7-3 0 16,-4 2 0-16,-1-4 0 0,-6-2 0 15,-1-3 0-15,5-8 0 16,5 2 0-16,-4-3 0 16,9-3 0-16,12 0 0 15,0 0 0-15,0 0 0 0,5-6 0 16,11 6 0-16,5 0 0 15,2 0 0-15,4 6 0 16,3 3 0-16,-5 4 0 16,7 2 0-16,-9 0 0 0,3 5 0 15,-3-1 0-15,-5 2 0 16,-1 0 0-16,-4-1 0 16,-2-1 0-16,-3-2-2 15,-3-3-21-15,1 11-52 0,-4-16-13 16</inkml:trace>
  <inkml:trace contextRef="#ctx0" brushRef="#br0" timeOffset="208917.18">14099 16090 448 0,'0'0'5'0,"0"0"2"0,0 0 1 15,0 0 2-15,0 0-1 0,0 0 1 16,-7 4-1-16,2 4-4 16,-3 2-5-16,3 5 0 15,-2 1 0-15,5 2 0 0,-1 2 0 16,3 0 0-16,3 0 0 16,6-5 0-16,4-5 0 15,6-2 0-15,4-7 0 16,2-1 0-16,0-4 0 0,2-4 0 15,-2-5 0-15,-2-1 0 16,-7-4 0-16,-3 1 0 16,-8-3 0-16,-5 2 0 15,-9 2 0-15,-9-2 0 0,-1 6 0 16,-9 2 0-16,-2 4 0 16,3 5 0-16,-5 1 0 15,6 4 0-15,6 4 0 16,11-3-56-16,9-5-33 0,-10 12 0 15</inkml:trace>
  <inkml:trace contextRef="#ctx0" brushRef="#br0" timeOffset="209265.83">14405 15884 460 0,'0'0'5'0,"0"0"2"15,0 0 1-15,0 0 0 0,0 0 1 16,0 0 1-16,0 0-6 16,10 2-4-16,-5 11 0 15,-3 6 0-15,0 6 0 16,-2 5 0-16,0 5 0 16,0 0 0-16,0 3 0 0,0 0 0 15,-4-1 0-15,1-2 0 16,3-5 0-16,0-3 0 15,7-4 0-15,4-4 0 16,1-4 0-16,6-5 0 0,5-5 0 16,-2-2 0-16,4-3 0 15,-2-8 0-15,4 3 0 16,-8-7 0-16,2 1-4 0,-7-3-34 16,-14 3-50-16,4-3-1 15</inkml:trace>
  <inkml:trace contextRef="#ctx0" brushRef="#br0" timeOffset="209617.21">14375 16062 446 0,'0'0'4'0,"0"0"1"15,0 0 2-15,0 0 1 0,5 0 2 16,-5 0 0-16,18 0 0 15,-6 0 1-15,2-3-11 16,11 0 0-16,2 3 0 16,6-1 0-16,-1-2 0 0,3-1 0 15,-5 4 0-15,-1-3 0 16,-3 3 0-16,-4-2 0 16,-7 2 0-16,-5 0 0 0,-10 0 0 15,0 0 0-15,0 0 0 16,-8 5 0-16,-1-1 0 15,-1-1 0-15,-3 1 0 16,1-1 0-16,5 0 0 16,7-3 0-16,-14 2 0 0,14-2-8 15,0 0-59-15,0 0-23 16,0 0-1-16</inkml:trace>
  <inkml:trace contextRef="#ctx0" brushRef="#br0" timeOffset="210466.68">14837 16090 445 0,'0'0'5'0,"0"0"3"0,0 0 2 0,0 0 1 16,0 0 0-16,-7 7 1 16,7-7-3-16,0 0-9 15,0 0 0-15,0 0 0 16,0 0 0-16,7 5 0 15,8-5 0-15,3 0 0 0,7 0 0 16,-4 0 0-16,9 0 0 16,-2 0 0-16,-1-3 0 15,-4 3 0-15,-5 0 0 16,-4 0 0-16,-4 3 0 0,-10-3 0 16,8 10 0-16,-8-10 0 15,-8 19 0-15,-4-7 0 16,-7 1 0-16,1 2 0 0,-10 2 0 15,3-1 0-15,-2-2 0 16,4 1 0-16,4-2 0 16,3-4 0-16,2-3 0 15,14-6 0-15,-5 10 0 16,5-10 0-16,15 6 0 0,5-6 0 16,1 0 0-16,4 0 0 15,8 0 0-15,-3-2 0 16,4 0 0-16,2 0 0 15,-10-1 0-15,-1 3 0 0,-4-3 0 16,-7 3 0-16,-3 0 0 16,-2 0 0-16,-9 0 0 15,0 0 0-15,0 0 0 0,0 0 0 16,0 0 0-16,0 0 0 16,0 0 0-16,0 0 0 15,0 0 0-15,0 0 0 16,0 0 0-16,0 0 0 0,0 0 0 15,0 0 0-15,0 0 0 16,0 0 0-16,0 0 0 16,0 0 0-16,0 0-44 15,-12 0-47-15,12 0-2 16</inkml:trace>
  <inkml:trace contextRef="#ctx0" brushRef="#br0" timeOffset="210999.57">15692 15671 436 0,'0'0'6'0,"0"0"2"16,0 0 2-16,0 0 1 0,0 0 0 15,-10 2 1-15,-2 11-1 16,-4 6-5-16,-3 11-6 16,-6 9 0-16,-2 14 0 0,-1 8 0 15,1 12 0-15,3 3 0 16,1 1 0-16,8-3 0 15,7-4 0-15,8-5 0 16,8-9 0-16,5-6 0 0,12-8 0 16,5-9 0-16,7-7 0 15,5-6 0-15,3-12 0 16,-1-1-25-16,11-7-63 16,-18-5-3-16</inkml:trace>
  <inkml:trace contextRef="#ctx0" brushRef="#br0" timeOffset="211466.03">16013 15976 458 0,'0'0'4'0,"0"0"1"15,0-10 2-15,0 10 1 16,-12-10 0-16,-1 5 0 16,-4 2 1-16,-4 3-5 0,-1 0-4 15,-2 10 0-15,-1 3 0 16,0 2 0-16,7 1 0 16,1 5 0-16,10-1 0 15,3-4 0-15,4-1 0 16,13-5 0-16,4-2 0 15,1-6 0-15,5-2 0 0,-2-4 0 16,2-6 0-16,0-5 0 16,-7-1 0-16,0 0 0 0,-4 1 0 15,-4-1 0-15,-3 7 0 16,-3-1 0-16,-2 10 0 16,0 0 0-16,0 13 0 15,0 6 0-15,0 3 0 0,0 8 0 16,0 2 0-16,0 3 0 15,3-1 0-15,2 4 0 16,2-7 0-16,3 0 0 16,-2-9-12-16,-8-2-76 0,8-6-4 15</inkml:trace>
  <inkml:trace contextRef="#ctx0" brushRef="#br0" timeOffset="211815.69">16261 16033 463 0,'0'0'4'0,"0"0"2"0,0 0 1 16,-7 4 2-16,2 4 0 15,-3 3 0-15,-2 7-5 0,1 5-4 16,-1 2 0-16,2 5 0 16,3 2 0-16,2 0 0 15,3-2 0-15,8-3 0 16,7 0 0-16,4-9 0 0,6-6 0 15,8-8 0-15,4-4 0 16,1-3 0-16,-1-10 0 16,-7-5 0-16,2-7 0 15,-12-2 0-15,-8-3 0 16,-9-7 0-16,-8 3 0 0,-15-1 0 16,-10 4 0-16,-4 9 0 15,-6 8 0-15,-6 4 0 16,2 8 0-16,2 2 0 15,10 12 0-15,2-2 0 16,17 0-64-16,3-2-26 0,10-8-1 16</inkml:trace>
  <inkml:trace contextRef="#ctx0" brushRef="#br0" timeOffset="212099.75">16582 15602 451 0,'0'0'6'0,"0"0"0"0,-3-9 2 16,3 9 1-16,0 0 2 15,0 0 0-15,10 0-2 16,2 11-9-16,6 12 0 0,4 8 0 16,11 9 0-16,4 10 0 15,5 8 0 1,3 10 0-16,-8 6 0 0,0 3 0 15,-9 4 0-15,-19 4 0 16,-13-3 0-16,-26 4 0 16,-23-3 0-16,-21-4 0 0,-13-1 0 15,-25-3-16-15,1-16-75 16,-9-12-4-16</inkml:trace>
  <inkml:trace contextRef="#ctx0" brushRef="#br0" timeOffset="-210180.21">7455 4241 77 0,'0'0'1'0,"0"0"2"0,0 0 4 16,0 0 3-16,0 0 5 15,0 0 0-15,-10 0 0 16,10 0 0-16,0 0 1 16,0 0-1-16,0 0-2 0,0 0-1 15,0 0-1-15,0 0 2 16,0 0 1-16,8 0 1 15,-8 0 2-15,0 0 0 16,12-13-2-16,-12 13 0 16,15-12-3-16,-5 3-2 0,-2-2-1 15,2-1-2-15,-1-3-2 16,2 3-1-16,-2-6-1 0,6 6 0 16,-5-6-1-16,2 5 0 15,0-1 0-15,2 2 0 16,0 2 0-16,-1-2 0 15,-1 2-1-15,-1-2 1 16,3 2 0-16,-7-3 0 0,4 2-1 16,-2 3 0-16,1-5 0 15,1 1 0-15,-2-1 0 16,1 1 0-16,3 1 0 16,-1 2-1-16,-5-7 1 0,4 7-1 15,1 2 0-15,-5-4 0 16,4 2 0-16,-4 4 1 15,2-6-1-15,-9 11 1 16,16-11 0-16,-16 11 0 0,14-18 0 16,-6 11 0-16,2-3 0 15,-3 0 0-15,3 0 0 16,0 0-1-16,-2 0 1 16,-1 2 0-16,-1-2-1 0,-6 10 1 15,17-15 0-15,-17 15 0 16,14-11 0-16,-14 11 0 15,16-15 0-15,-16 15 0 16,14-15 0-16,-14 15 0 16,18-10 0-16,-18 10 0 0,9-12 0 15,-9 12-1-15,10-7 1 16,-10 7-1-16,13-11 0 16,-13 11 1-16,10-7-1 15,-10 7 0-15,12-10 2 0,-12 10-2 16,10-10 0-16,-10 10 0 15,10-7 0-15,-10 7 0 16,0 0 1-16,13-8 0 0,-13 8-1 16,0 0 1-16,0 0 0 15,0 0-1-15,5-10 1 16,-5 10-1-16,0 0 1 0,0 0-1 16,0 0 0-16,0 0 1 15,7-10-1-15,-7 10 0 16,0 0 1-16,0 0-1 15,0 0 1-15,0 0 0 16,0 0 0-16,0 0 1 0,7-7-1 16,-7 7 1-16,0 0-1 15,0 0 1-15,0 0-1 16,5-7 0-16,-5 7 0 16,0 0-1-16,0 0 0 15,0 0-1-15,0 0 1 0,0 0-1 16,0 0 1-16,0 0-2 15,0 0-1-15,0 0-5 16,0 0-16-16,0 0-52 0,0 7-3 16</inkml:trace>
  <inkml:trace contextRef="#ctx0" brushRef="#br0" timeOffset="-209679.94">7903 3477 342 0,'0'0'4'0,"0"0"2"0,0 0 0 15,0 0 4-15,0 0 2 0,0 0 2 16,7 0 1-16,3 0 0 16,0 3-1-16,7-3-3 0,3 0 1 15,5 0-2-15,-3-3-3 16,8-1-1-16,-3-1-1 16,1-3-1-16,-3 4-1 15,-3-1-1-15,-2 2-1 0,-3 3 1 16,-2 0-1-16,-4 0 0 15,-11 0 0-15,4 20 0 16,-4-6 0-16,0 9 0 16,-7 1 1-16,-4 7 0 0,2-2-2 15,-3 3 0-15,1-2 0 16,4 3 0-16,0-7 0 16,2-1 0-16,2-3 0 15,3-6 0-15,0-1 0 0,0-3 0 16,5-5 0-16,-5-7 0 15,10 10 0-15,-10-10-9 16,0 0-7-16,12-10-65 16,-12 10-5-16</inkml:trace>
  <inkml:trace contextRef="#ctx0" brushRef="#br0" timeOffset="-209163.87">8432 3188 341 0,'0'0'9'0,"0"0"3"0,0-12 4 15,0 12 2-15,0 0 0 16,-3-7 0-16,3 7 2 16,0 0-1-16,-13 16-7 15,9 4-3-15,-1 5-4 16,-2 5-1-16,1 5-1 16,-1-3 0-16,2 3-1 0,0-3 0 15,-2-5-2-15,2-5 0 16,3-2 0-16,-1-6 0 15,0-1 0-15,3-13-5 0,0 10-4 16,0-10-10-16,0-10-47 16,0 10-19-16</inkml:trace>
  <inkml:trace contextRef="#ctx0" brushRef="#br0" timeOffset="-208813.88">8248 3194 348 0,'0'0'8'0,"0"0"5"16,0 0 2-16,0 0 0 15,0 0 0-15,0 0 2 16,0 0 0-16,0 7 2 0,10 2-7 16,0 4-4-16,7 2 0 15,1 1-1-15,7 1 0 16,-1 7-5-16,1-7-2 15,5 0 0-15,-5 0 0 16,2-1 0-16,-2-5 0 0,-5 2 0 16,0-3 0-16,-6-3 0 15,1 1 0-15,-7-3 0 16,5-3 0-16,-13-2 0 16,7 5 0-16,-7-5 0 0,0 0 0 15,0 0 0-15,0 0 0 16,0 0 0-16,-7 0 0 15,7 0-11-15,0 0-75 16,0 0-3-16</inkml:trace>
  <inkml:trace contextRef="#ctx0" brushRef="#br0" timeOffset="-207063.28">5348 5482 196 0,'0'0'7'16,"0"0"4"-16,0 0 5 0,0 0 3 16,-10-8 2-16,10 8 1 15,0 0 1-15,-10-10 1 16,10 10-5-16,0 0-3 16,-5-11-4-16,5 11-5 0,0 0-1 15,0 0-1-15,0 0-2 16,8 0 0-16,-8 0-1 15,17 0 0-15,-5 1 1 16,2-1 0-16,5 0 0 16,-1 3-1-16,4-3 1 0,2 3 0 15,-1-3-1-15,7 0 0 16,-5 0 1-16,2 0-3 16,3 0 2-16,-6 0-1 15,1 0-1-15,3 0 1 16,-3 0-1-16,-5 0 1 0,1 0-1 15,0 1 0-15,-1 2 1 16,-1 0-1-16,1 0 0 0,1-1 1 16,-7-2-1-16,4 2 1 15,-1-2-1-15,-3 4 1 16,4-4-1-16,-3 0 1 16,-3 0-1-16,1 1 0 0,-1-1 1 15,0 0-1-15,2 0 0 16,-2 0 1-16,3 0-1 15,2 3 0-15,-4-3 0 16,4 0 0-16,-4 0 0 16,1 0 0-16,-2 0 0 0,4 0 1 15,-5 0-1-15,0 0 0 16,-1 0 0-16,-1 0 1 16,0 0-1-16,-9 0 0 15,12 0 0-15,-12 0 0 0,9-3 0 16,-9 3 1-16,11 0-1 15,-11 0 0-15,0 0 0 16,9 0 0-16,-9 0 0 0,0 0 0 16,0 0 0-16,0 0 0 15,0 0 1-15,0 0-1 16,0 0 0-16,0 0 0 16,0 0 0-16,0 0-1 0,0 0 1 15,0 0-3-15,0 0-1 16,0 0-4-16,0 0-7 15,2 5-30-15,-2-5-32 16,0 0-5-16</inkml:trace>
  <inkml:trace contextRef="#ctx0" brushRef="#br0" timeOffset="-206313.57">5323 5425 309 0,'0'0'4'0,"0"0"2"0,0 0 2 0,0 0 0 0,0 0 2 0,0 0 1 16,0 0 3-16,8 0 1 16,-8 0-5-16,20 0-1 15,-6 0 0-15,4 0 0 0,5 0-3 16,1 0 0-16,3 0-2 15,5 0-1-15,4 0 0 16,1 0-1-16,3 0 0 0,-3 0-1 16,6 0 0-16,-2 0 0 15,-1 0-1-15,0 0 1 16,0 0 0-16,-5 0-1 16,2 0 1-16,-5 0-1 15,-3 0 1-15,-1 0-1 0,-5 0 1 16,-1 0-1-16,-2-2 1 15,0-4 0-15,-3 4-1 16,1 0 0-16,-1-4-1 16,-2 4 1-16,3-3-1 15,-6 3 1-15,-5-1-1 0,-7 3-1 16,13 0 3-16,-13 0-2 16,0 0 3-16,0 8-1 15,0-8 1-15,-8 7-1 0,8-7-3 16,-12 7-2-16,2-4-6 15,10-3-17-15,-8 8-52 16,-4-6-2-16</inkml:trace>
  <inkml:trace contextRef="#ctx0" brushRef="#br0" timeOffset="-205547.47">5560 5242 357 0,'0'0'6'0,"0"0"4"0,0 0 2 15,0-10 0-15,0 10 1 16,0 0 1-16,-6-10 0 0,6 10-2 15,0 0-4-15,-12 7-3 16,2 6-3-16,0 4-1 16,-7 0 0-16,-3 5 0 0,0 3-1 15,-5 0 2-15,0 0 0 16,-7 0 0-16,5-6 0 16,-1-1 0-16,-2 0 0 15,3-4 0-15,-1-2 1 0,4-5-2 16,4 1 0-1,0-5 0-15,6 2 0 0,-2-3-1 16,4-2 1-16,12 0-1 16,-15 0 0-16,15 0 0 15,-8 0 0-15,8 0-1 0,0 0 1 16,0 0-1-16,14-2 1 16,-2 2-1-16,2 0 1 15,4 0-1-15,4 0 1 16,6 5 0-16,-1 2 0 15,3 1 0-15,2-1 0 0,1 3 1 16,-3 2-1-16,4-2 0 16,-4 2 1-16,0 1-1 0,0-1 1 15,-6-1 0-15,-2-4 0 16,-1 2-1-16,-7-3 2 16,4 1-1-16,-9-4 0 15,1-2 0-15,-10-1 0 0,13 6 0 16,-13-6 0-16,0 0-3 15,10 0-4-15,-10 0-9 16,0-10-46-16,0 10-22 16,0 0-4-16</inkml:trace>
  <inkml:trace contextRef="#ctx0" brushRef="#br0" timeOffset="-204947.25">4670 5256 349 0,'0'0'4'0,"0"0"3"16,0 0-1-16,0 0 3 0,0 0-1 16,-5 3 1-16,5-3-1 15,0 10 2-15,0-10-3 16,8 15-2-16,4-3 1 0,1 1 0 15,-1-1-1-15,5 3 1 16,3 0-2-16,2-3 2 16,-1 3-1-16,3-5-1 15,-4 2-1-15,0-5 0 0,-3 1 0 16,-2-3 0-16,-3 0 1 16,-12-5-3-16,13 3 1 15,-13-3-2-15,0 0-1 16,0 0-5-16,0 0-7 0,0 0-33 15,-8 7-36-15,8-7-2 16</inkml:trace>
  <inkml:trace contextRef="#ctx0" brushRef="#br0" timeOffset="-204628.55">4928 5217 402 0,'0'0'5'0,"0"0"1"15,0 0 1-15,0 0 0 16,-7-3 0-16,7 3 0 0,-12 10 1 16,4 8 0-16,-2 4-5 15,1 7-1-15,-5 6 0 16,2 3 2-16,-1 3-1 15,1-1 0-15,0-1 0 0,-1-1 0 16,1-6 0-16,5-2 1 16,-1-5-3-16,1-5-4 15,0 2-6-15,2-10-33 16,5 1-39-16,0-3-2 0</inkml:trace>
  <inkml:trace contextRef="#ctx0" brushRef="#br3" timeOffset="-196796.37">9122 2611 384 0,'0'0'5'0,"0"0"4"0,0 0 1 15,0 0 1-15,-2-10 0 16,2 10 1-16,0 0 0 0,0 0 0 16,-12 7-5-16,9 4-3 15,1-3-2-15,2 9-1 16,0-3 0-16,0 1 0 16,5-3-1-16,2-2 1 0,3-3 0 15,5-2 0-15,-1-5 0 16,2-5 1-16,1-5 1 15,-2-5 0-15,2 1 1 16,-6-8 1-16,-2 2 0 16,-4-5-2-16,-5 0-3 0,0 8 0 15,-7 0 0-15,-3 4 0 16,-8 3 0-16,-1 10 0 16,-4 5 0-16,6 9 0 15,-6 4 0-15,6 0 0 0,2 4 0 16,3 6 0-16,7-6 0 15,5-3 0-15,2-4 0 16,8-2 0-16,10-9 0 0,-3-4 0 16,8 0 0-1,-2-10 0-15,-1-3 0 0,-2-5 0 16,-3-2 0-16,-6 0 0 16,-1-3 0-16,-8 4 0 15,-2 4 0-15,-5 2 0 0,-8 1 0 16,1 7 0-16,-6 5 0 15,2 3 0-15,-5 7 0 16,3 4 0-16,4 1 0 16,-1 0 0-16,5 2 0 0,5-2 0 15,3-1 0-15,2-3 0 16,0-11 0-16,14 0 0 16,4-5 0-16,-4-7 0 15,2-6 0-15,4-4 0 0,-8 2 0 16,0-4 0-16,-7 4 0 15,-2-1 0-15,-6 9 0 16,3 12 0-16,-17-10 0 16,5 10 0-16,-6 5 0 15,3 8 0-15,3-1 0 0,0 5 0 16,4-1 0-16,5-2 0 16,1-1 0-16,2-3 0 15,7-3 0-15,-7-7 0 0,18 5 0 16,-9-10 0-16,1-2 0 15,3-3 0-15,0 0 0 16,-3-5 0-16,-3 3 0 16,-2-1 0-16,-3 3 0 0,-2 10 0 15,0-10 0-15,0 10 0 16,-17 5 0-16,4 5 0 16,-1 5 0-16,1 0 0 15,1 3 0-15,5-1 0 0,-1-3 0 16,5-1 0-16,3-3 0 15,0-10 0-15,13 10 0 16,-1-10-2-16,-1-2-34 16,-11 2-50-16,16-16-2 15</inkml:trace>
  <inkml:trace contextRef="#ctx0" brushRef="#br3" timeOffset="-196080.63">8747 2554 253 0,'0'0'10'0,"0"0"2"0,0 0 5 0,-7 4 2 0,7-4 3 16,0 0 0-16,0 0 4 16,-12 8 0-16,12-8-7 15,0 0-5-15,0-5-1 0,0 5-3 16,0-15-2-16,5 6-1 16,2-9-2-16,0-5 0 15,11-2-1-15,-1-4 0 16,8-8-1-16,5-5-1 0,4-8 0 15,14-6 0-15,4-5 0 16,7-8-1-16,14 3 2 16,3-6-3-16,9 3 0 15,7 4 0-15,-45 36 0 16,5-3 0-16,3 7 0 0,5-3 0 16,-3 8 0-16,5-2 0 15,-4 10 0-15,-2-4 0 16,1 8 0-16,3 0 0 15,-10 2 0-15,5-1 0 0,-8 7 0 16,-20-3 0-16,60 2 0 16,-13 1 0-16,-24 0 0 15,-20 4 0-15,-5-1 0 16,-25-3 0-16,7 0 0 16,-7 0 0-16,0 0 0 0,0 0 0 15,0 0 0-15,-9 0 0 16,-7 1 0-16,16-1-58 15,-22 9-30-15</inkml:trace>
  <inkml:trace contextRef="#ctx0" brushRef="#br3" timeOffset="-195297.11">9237 2957 309 0,'0'0'7'0,"0"0"5"0,0 0 0 16,-10 0 2-16,10 0 1 16,0 0 1-16,0 0-1 0,0 0 3 15,0 0-7-15,5 0-2 16,8-2-2-16,9-3 0 16,0 0 1-16,8-5 1 15,0-5 0-15,7-3-1 0,0-1-1 16,3-6 0-16,2-4-1 15,0-6-1-15,4-2-5 16,0-5 0-16,0-4 0 16,0-2 0-16,-4-4 0 15,8 0 0-15,0-2 0 0,-3-2 0 16,-2 0 0-16,-3 1 0 16,0-2 0-16,-6 0 0 15,-2 0 0-15,-6 1 0 16,-7 1 0-16,-3 3 0 0,-1 7 0 15,-4 3 0-15,-6 7 0 16,3 3 0-16,-4 10 0 16,-2 2 0-16,-1 7 0 15,-3 1 0-15,0 3 0 0,0 1 0 16,0 8 0-16,0-12 0 16,0 12 0-16,0 0 0 15,0-10 0-15,0 10 0 0,0 0 0 16,0 0 0-16,-11 2 0 15,11-2 0-15,-9 17 0 16,4-9 0-16,5-8-88 16,-18 20-3-16</inkml:trace>
  <inkml:trace contextRef="#ctx0" brushRef="#br3" timeOffset="-193963.92">8402 1773 279 0,'0'0'6'0,"0"0"5"0,0 0 3 16,-10-2 3-16,10 2 1 0,-10-2 2 16,10 2 2-16,0 0-1 15,-7-8-6-15,7 8-3 16,4-20-3-16,11 3-1 15,-2 7-5-15,5-2 1 16,1-6 0-16,11-3 0 0,7-4 1 16,10-5-1-16,6-3 1 15,9-1-2-15,7-4 3 16,14-1 0-16,0-1-2 16,9-2-1-16,9 2 0 0,0-1 0 15,3 1-1-15,6 0-2 16,-1 2 0-16,-2 4 0 15,-3 4 0-15,-7 6 0 16,-8 4 0-16,-9 3 0 0,-6 4 0 16,-7 4 0-16,-12 3 0 15,-10 2 0-15,-10 4 0 16,-5 0 0-16,-11 0 0 16,-6 0 0-16,-13 0 0 0,0 0 0 15,-7 10 0-15,-8-6 0 16,-8-4 0-16,-7 5 0 15,-7-2 0-15,-5 1 0 0,-6 2 0 16,-3 1 0-16,-9 1 0 16,-7 2 0-16,-5-1 0 15,-5 4 0-15,-5 1 0 16,-3 4 0-16,-5 2 0 16,-4 5 0-16,2 1 0 0,-5 7 0 15,3 2 0-15,2 0 0 16,-44 21 0-16,-29 21 0 15,22 0 0-15,23-6 0 16,21-4 0-16,24-10 0 0,20-12 0 16,23-12 0-16,10-8 0 15,5-9 0-15,7-3 0 16,8-3 0-16,2-10 0 16,0 0 0-16,0 0 0 0,2-10 0 15,5-3 0-15,10-6 0 16,6-9 0-16,-8 13 0 15,4-5 0-15,11-4 0 16,5-3 0-16,5-6 0 16,12-1 0-16,7-6 0 0,12 0 0 15,3-2 0-15,11-5 0 16,2 0 0-16,7-1 0 16,0 2 0-16,10-2 0 15,1 4 0-15,-1 0 0 16,6-1 0-16,-6 8 0 0,-5 3 0 15,-7 6 0-15,-12 2 0 16,-6 8 0-16,-9 0 0 16,-8 8 0-16,-12-2 0 15,-10 7 0-15,-35 5 0 16,22-3 0-16,0-2 0 0,-22 5 0 16,0 0 0-16,-20 5 0 15,-15 5 0-15,-4-2 0 16,-16 2 0-16,-5 4 0 15,-9 4 0-15,-9 2 0 16,-8 2 0-16,-8 6 0 0,-3 2 0 16,-8 3 0-16,-1 4 0 15,-2 6 0-15,-60 17 0 16,-36 28 0-16,25-4 0 0,33-4 0 16,29-13 0-16,37-8 0 15,30-16 0-15,28-11-8 16,20-2-79-16,9-18-2 15</inkml:trace>
  <inkml:trace contextRef="#ctx0" brushRef="#br4" timeOffset="-186330.47">7445 3926 330 0,'0'0'7'16,"0"0"3"-16,0 0 2 0,0 0 3 15,0 0 2-15,0 0 0 16,0 0 2-16,0 0 0 16,0 0-6-16,0 0-3 0,0 0-2 15,0 0-1-15,0 0-1 16,-15 0-1-16,15 0-1 15,-7-3 1-15,7 3-1 16,-12-5-1-16,12 5-3 0,-13-9 0 16,13 9 0-16,-12-13 0 15,12 13 0-15,-12-17 0 16,6 9 0-16,1-1 0 16,-1-1 0-16,3 0 0 0,3 10 0 15,-5-18 0-15,2 11 0 16,1-3 0-16,-2-2 0 15,2 5 0-15,0-4 0 16,2 1 0-16,0 0 0 0,0 1 0 16,0-4 0-16,0 4 0 15,0 0 0-15,0 1 0 16,0 0 0-16,4-2 0 16,-4 10 0-16,9-15 0 15,-9 15 0-15,7-17 0 0,-2 6 0 16,2 4 0-16,-1-2 0 15,1-2 0-15,3 2 0 16,-3 1 0-16,3-2 0 16,0 3 0-16,2-1 0 0,1 0 0 15,-3 1 0-15,2 3 0 16,3-2 0-16,1 1 0 16,-2 1 0-16,0-2 0 15,-1 5 0-15,4-2 0 0,-1 0 0 16,-2 0 0-16,6 1 0 15,-2 2 0-15,-1-2 0 16,1 2 0-16,3 0 0 16,-3 0 0-16,5-2 0 0,-6 2 0 15,3 0 0-15,-2 0 0 16,-1 0 0-16,0 2 0 16,0 2 0-16,1-4 0 0,-1 3 0 15,1-3 0-15,-1 3 0 16,0 0 0-16,1 1 0 15,-1-1 0-15,1-2 0 16,-4 5 0-16,7-1 0 0,-7 1 0 16,4-2 0-16,-4 0 0 15,2 2 0-15,-4-4 0 16,1 3 0-16,1 3 0 16,-3-4 0-16,3 4 0 15,-4 0 0-15,0-1 0 0,1 1 0 16,0-1 0-16,-3 2 0 15,4-1 0-15,-2 2 0 16,1 0 0-16,-4-3 0 16,0 6 0-16,3-3 0 15,-2-1 0-15,-1 2 0 0,-2 2 0 16,2-5 0-16,1 2 0 16,-3 3 0-16,2-3 0 0,-2 3 0 15,-3 2 0-15,3-4 0 16,-2 3 0-16,0-3 0 15,-3 4 0-15,0 0 0 16,0 3 0-16,0-7 0 16,0 7 0-16,0-2 0 15,0-2 0-15,-3 1 0 0,-2 0 0 16,0 1 0-16,0 1 0 16,-2-3 0-16,2 3 0 15,-1-4 0-15,2-1 0 0,-4 1 0 16,4 1 0-16,-4-3 0 15,0-1 0-15,1 1 0 16,7-11 0-16,-12 18 0 16,1-11 0-16,2 3 0 0,-1-5 0 15,-1 4 0-15,2 0 0 16,-3-2 0-16,1 0 0 16,-3 4 0-16,2-5 0 15,-1 2 0-15,1-1 0 0,0 1 0 16,1-3 0-16,1-3 0 15,0 3 0-15,10-5 0 16,-15 5 0-16,15-5 0 16,-7 0 0-16,7 0 0 15,0 0 0-15,0 0 0 0,0 0 0 16,0 0 0-16,-10 0 0 16,10 0 0-16,0 0 0 15,0 0 0-15,0 0 0 0,0-7-18 16,0 7-69-16,0 0-3 15</inkml:trace>
  <inkml:trace contextRef="#ctx0" brushRef="#br4" timeOffset="-185597.11">8112 4006 354 0,'0'0'9'0,"0"0"5"0,0 0 2 0,0 0 1 15,0 0 0-15,0 0 2 16,0 0 0-16,0 0 1 0,-11 0-9 15,11 0-4-15,-5 10-2 16,3 2-2-16,0 2-3 16,-1 1 0-16,1 3 0 15,-3 3 0-15,1 0 0 0,0-1 0 16,-4 2 0-16,4-4 0 16,-4 1 0-16,-2-2 0 15,3-2 0-15,-1-2 0 16,-1-1 0-16,1 1 0 0,3-3 0 15,5-10 0-15,-10 12 0 16,10-12 0-16,0 0 0 16,-10 10 0-16,10-10 0 0,0 0 0 15,0 0 0-15,0 0 0 16,0 0 0-16,0 0 0 16,0 0 0-16,0 0 0 15,8 3 0-15,-8-3 0 16,0 0 0-16,12-3 0 0,-12 3 0 15,9-3 0-15,-9 3 0 16,16-4 0-16,-4-2 0 16,1 5 0-16,1-3 0 15,4 0 0-15,-1-2 0 16,8 2 0-16,-2-3 0 0,-1 4 0 16,2-2 0-16,-1 0 0 15,0 2 0-15,-3 1 0 0,-3 2 0 16,-2-3 0-16,-3 3 0 15,-12 0 0-15,14 0 0 16,-14 0 0-16,11 0 0 16,-11 0 0-16,0 0 0 15,0 0 0-15,0 0 0 0,0 8 0 16,0-8 0-16,-11 7 0 16,11-7 0-16,-14 3-23 15,14-3-65-15,-12 10-3 16</inkml:trace>
  <inkml:trace contextRef="#ctx0" brushRef="#br4" timeOffset="-98597.45">17134 16099 511 0,'0'0'0'0,"0"0"0"16,0 0 0-16,0 0 0 15,0 0 0-15,0 0 0 16,0 0 0-16,0 0 0 16,0 0 0-16,0 0 0 15,0 0 0-15,12-15-28 0,-5 15-62 16,5 6-3-16</inkml:trace>
  <inkml:trace contextRef="#ctx0" brushRef="#br4" timeOffset="-97514.27">17484 15809 370 0,'0'0'8'0,"0"0"3"0,0 0 3 0,0 0 1 16,0 0 1-16,0 0 0 16,0 0 0-16,5-3 1 15,-5 3-6-15,4 16-4 0,1 4-2 16,0 0-2-16,1 10-1 16,1 4-2-16,-2 2 0 15,2 4 0-15,-2-5 0 16,1 2 0-16,-2-7 0 0,1-3 0 15,-5-6 0-15,3-5 0 16,-1-3 0-16,-2-3 0 16,0-10 0-16,0 0 0 15,0 0 0-15,-5-10 0 0,3-8 0 16,-3-6 0-16,3-6 0 16,2-6 0-16,-3-7 0 15,0-1 0-15,3-6 0 16,0 2 0-16,0 2 0 0,6 3 0 15,1 9 0-15,2 2 0 16,5 10 0-16,0 2 0 16,4 10 0-16,3 2 0 15,0 8 0-15,-1 0 0 0,4 8 0 16,-4 9 0-16,-2 0 0 16,-4 8 0-16,-1 3 0 15,-8 2 0-15,-5-1 0 16,0-2 0-16,-10 3 0 15,-5-5 0-15,-5-5 0 0,1-1 0 16,-6-6 0-16,2-1 0 16,0-5 0-16,4-1 0 15,4-2 0-15,3-1 0 0,12-3 0 16,-11 3 0-16,11-3 0 16,8 9 0-16,7-4 0 15,5 0 0-15,3 3 0 16,-2-1 0-16,7 6 0 0,-3-4 0 15,0 1 0-15,-3 2 0 16,-5 1 0-16,1-1 0 16,-6 1 0-16,-2-3-2 15,0 2-42-15,-10-12-43 0,10 13-2 16</inkml:trace>
  <inkml:trace contextRef="#ctx0" brushRef="#br4" timeOffset="-97129.95">17944 15916 452 0,'0'0'5'0,"0"0"2"0,0 0 1 0,0 0 0 15,0 7 0-15,0-7 1 16,-11 23 0-16,6-8-4 15,-5 3-5-15,3 5 0 0,-1 2 0 16,3 0 0-16,3-3 0 16,2 1 0-16,7-3 0 15,6-8 0-15,4-2 0 16,6-7 0-16,-1-3 0 16,6 0 0-16,-3-11 0 0,-1 2 0 15,1-9 0-15,-7-5 0 16,-4 1 0-16,-7-4 0 15,-7-2 0-15,-5 2 0 0,-9 1 0 16,-4 0 0-16,-7 9 0 16,-1 7 0-16,-4 1 0 15,5 8 0-15,0 0 0 16,7 10-36-16,18-3-50 16,0-7-4-16</inkml:trace>
  <inkml:trace contextRef="#ctx0" brushRef="#br4" timeOffset="-96847.14">18241 15715 474 0,'0'0'5'16,"0"0"1"-16,0 0 1 16,0 0 1-16,8 10 0 15,-8 0-5-15,0 5-3 0,0 9 0 16,-2 0 0-16,-4 7 0 15,-1 7 0-15,2 1 0 16,-1 1 0-16,6-3 0 16,0-2 0-16,0-5 0 0,8-5 0 15,8-4 0-15,1-6 0 16,3-5 0-16,-1-5 0 16,8-5 0-16,-4-2 0 15,6-1-6-15,2-10-81 0,-13-6-3 16</inkml:trace>
  <inkml:trace contextRef="#ctx0" brushRef="#br4" timeOffset="-96680.61">18171 15884 461 0,'0'0'3'0,"0"0"3"0,5 0 0 15,6 0 1-15,4 0 1 16,5 0 0-16,5 0-1 0,9 0-4 15,-4-5-17-15,-6 3-68 16,19-3-3-16</inkml:trace>
  <inkml:trace contextRef="#ctx0" brushRef="#br4" timeOffset="-96179.83">18517 15864 486 0,'0'0'4'0,"0"0"1"16,0 0 2-16,8-5 0 15,-8 5-5-15,12-5-2 16,-2 3 0-16,5-1 0 0,0 1 0 16,1 2 0-16,6 2 0 15,-1 5 0-15,2 5 0 16,-3 4 0-16,-3 4 0 15,-4 5 0-15,-3 0 0 16,-8 0 0-16,-2 1 0 0,-7-1 0 16,-7-3 0-16,-2-1 0 15,-4-7 0-15,3-4 0 16,-1-5 0-16,4-3 0 0,1-2 0 16,13 0 0-16,-5-14 0 15,7-3 0-15,8-8 0 16,8-3 0-16,4-2 0 0,0-2 0 15,5 3 0-15,1 2 0 16,-3 2 0-16,-3 7 0 16,-2 8 0-16,-7 8 0 15,-4 2 0-15,-4 12 0 16,-2 6 0-16,-3 1 0 0,0 8 0 16,0 4 0-16,0-5 0 15,0 6 0-15,0-4 0 16,2-1 0-16,6-4 0 15,7-7 0-15,0-8 0 16,7 2 0-16,7-10-87 0,-3-5-3 16</inkml:trace>
  <inkml:trace contextRef="#ctx0" brushRef="#br4" timeOffset="-95696.72">19245 15752 461 0,'0'0'5'0,"0"0"2"0,-7-7 2 16,7 7 0-16,-11-12 1 0,2 2 0 15,-3-1-10-15,-8 4 0 16,5 6 0-16,-8-5 0 15,3 4 0-15,1 2 0 16,-4 2 0-16,8 8 0 16,3-3 0-16,5 3 0 0,4 2 0 15,3 1 0-15,5-3 0 16,7 0 0-16,6-6 0 0,1-1 0 16,1-3 0-16,3 0 0 15,0-4 0-15,-4-9 0 16,1 1 0-16,-5-1 0 15,-2 1 0-15,-4 1 0 16,-2 4 0-16,-7 7 0 0,0 0 0 16,0 0 0-16,5 7 0 15,-5 14 0-15,-2 4 0 16,-1 2 0-16,-1 7 0 16,1 1 0-16,1 3 0 0,-1-1 0 15,3-5 0 1,0-6 0-16,3 2 0 0,-1-13-4 15,-2-2-84-15,0-13-4 16</inkml:trace>
  <inkml:trace contextRef="#ctx0" brushRef="#br4" timeOffset="-95363.29">19449 15704 460 0,'0'0'6'0,"0"0"1"0,0 0 0 16,0 4 2-16,0-4 0 15,-5 17 0-15,0 1-5 16,-2 4-4-16,-3-2 0 16,-1 7 0-16,4 5 0 0,2-2 0 15,5-2 0-15,0-4 0 16,10-2 0-16,8-4 0 16,4-5 0-16,-1-9 0 15,12-1 0-15,0-6 0 0,0-9 0 16,-1-5 0-16,0-8 0 15,-4-2 0-15,-9-7 0 16,-6-3 0-16,-11 1 0 16,-2 1 0-16,-13 5 0 15,-8 8 0-15,-4 1 0 0,-13 15 0 16,-2 8 0-16,-2 11 0 16,3 2 0-16,3-8-47 15,10 15-44-15</inkml:trace>
  <inkml:trace contextRef="#ctx0" brushRef="#br4" timeOffset="-85295.42">8235 5380 260 0,'0'0'4'0,"0"0"0"16,-7-7 5-16,7 7 1 15,0 0 4-15,0 0 2 16,0 0 2-16,0 0 1 0,0 0-1 16,0 0 0-16,0 0-5 15,0 0-2-15,0 0-2 16,0 0-3-16,0 0-1 15,0 0 0-15,7 5-1 0,-7-5 0 16,13 0-1-16,-6 2 1 16,6-2 0-16,-1 4 0 15,6-4 0-15,-1 0-1 0,3 0-1 16,-3 0 0-16,3 0 0 16,2 0-1-16,-2 0 1 15,3 0-2-15,-1 0 1 16,1 0 0-16,-1 0-1 15,3 0 0-15,-1 0 1 16,2 0-1-16,-7 0 1 0,6 0-1 16,-2 0 1-16,-1 0-1 15,-4 0 1-15,4 0-1 16,-2 0 1-16,-6 0-1 0,4 0 0 16,-1 0 1-16,-2 0-1 15,0-4 0-15,-3 2 0 16,1 2 1-16,-3-2-1 15,0-1 0-15,0 3 0 0,-3 0 0 16,-7 0 1-16,15 0-1 16,-15 0 0-16,10 0 0 15,-10 0 0-15,0 0 0 16,0 0 0-16,0 0 1 0,0 0-1 16,0 0 0-16,0 0 1 15,0 0-1-15,0 0 0 16,0 0-1-16,0 0-1 15,0 0-3-15,0 0-5 0,0 0-16 16,-5 5-57 0,5-5 0-1</inkml:trace>
  <inkml:trace contextRef="#ctx0" brushRef="#br4" timeOffset="-84413.24">8725 5232 295 0,'0'0'7'0,"0"0"3"0,0 0 4 16,0 0 2-16,0 0 3 0,0 0 3 16,0 0-1-16,0 0 1 15,0 0-5-15,0 0-3 16,0 0-4-16,0 0-3 15,5 0-2-15,-5 0-1 16,0 0-1-16,10 7-1 16,-10-7 1-16,14 8-2 0,-1-3 2 15,2 2-1-15,0-2 1 16,2 3-1-16,1-4 0 0,2 1 0 16,2 3 0-16,-2-4-1 15,-3 1 1-15,1 0-2 16,0 3 0-16,-4-3 0 15,-2 0 0-15,-1-3 0 0,-2 3 0 16,-9-5 0-16,10 6 0 16,-10-6 0-16,0 0 0 15,0 0 0-15,0 0 0 16,0 0 0-16,6 12 0 16,-6-12 0-16,0 0 0 0,-9 2 0 15,9-2 0-15,0 0 0 16,-12 8 0-16,12-8 0 15,0 0 0-15,-7 4 0 16,7-4 0-16,0 0 0 16,0 0 0-16,0 0 0 0,0 0 0 15,-10 13 0-15,10-13 0 16,-8 15 0-16,4-5 0 16,-2-1 0-16,0 4 0 0,-3-1 0 15,2 3 0-15,-3-1 0 16,0 3 0-16,0-3 0 15,-4 1 0-15,6 0 0 16,-4-1 0-16,2-3 0 0,-2 1 0 16,6 0 0-16,-1-2 0 15,7-10 0-15,-10 12 0 16,10-12 0-16,0 0 0 0,-8 10 0 16,8-10 0-16,0 0 0 15,0 0 0-15,0 0 0 16,0 0 0-16,0 0 0 15,0 0 0-15,0 0 0 16,5-2 0-16,-5 2-34 0,6-10-51 16,-6 10-5-16</inkml:trace>
  <inkml:trace contextRef="#ctx0" brushRef="#br4" timeOffset="-82946.62">9122 5494 339 0,'0'0'9'16,"0"0"4"-16,-2-10 4 0,2 10 2 15,-5-10 1-15,5 10 2 16,-5-10 0-16,5 10 0 15,0 0-7-15,-2-11-5 16,2 11-7-16,0 0-3 16,7-3 0-16,-7 3 0 0,12 0 0 15,1 0 0-15,-1 0 0 16,-1 0 0-16,3 0 0 16,-1 0 0-16,2 0 0 0,-1 0 0 15,-1 0 0-15,0 0 0 16,-1 0 0-16,-2 0 0 15,-10 0 0-15,12 0 0 16,-12 0 0-16,0 0 0 0,0 0 0 16,-5 14 0-16,-5-8 0 15,-2-2 0-15,-3 6 0 16,-3 0 0-16,1 0 0 16,-6 0 0-16,4 3 0 0,1-1 0 15,1-4 0-15,2 4 0 16,3-3 0-16,-1-1 0 15,4 0 0-15,9-8 0 16,-11 12 0-16,11-12 0 0,0 0 0 16,0 13 0-16,0-13 0 15,20 2 0-15,-7 0 0 16,4 1 0-16,1-3 0 0,3 0 0 16,2 0 0-16,0 0 0 15,-1 0 0-15,0 0 0 16,-2 0 0-16,-5 0 0 15,0-3 0-15,-3 3 0 0,-12 0 0 16,13 0 0-16,-13 0 0 16,0 0 0-16,7-2 0 15,-7 2 0-15,0 0 0 16,0 0 0-16,0 0 0 0,0 0 0 16,0 0 0-16,0 0 0 15,0 0 0-15,0 0 0 16,0 6 0-16,0-6-66 15,0 14-27-15</inkml:trace>
  <inkml:trace contextRef="#ctx0" brushRef="#br4" timeOffset="-80929.74">6232 3151 350 0,'0'0'6'0,"0"0"4"16,0 0 3-16,0 0 4 0,0-7 0 15,0 7 2-15,0 0 1 16,-5-11 1-16,5 11-6 16,0 0-3-16,0 0-3 0,0 0-7 15,-4 11-2-15,4 1 0 16,-3 5 0-16,3 8 0 15,-3 2 0-15,3 0 0 16,0 0 0-16,-2 1 0 0,2-3 0 16,0-3 0-16,0 0 0 15,-2-7 0-15,2 0 0 16,0-3 0-16,0-4 0 16,0-8 0-16,0 9 0 0,0-9 0 15,0 0 0-15,0 0 0 16,0 0 0-16,0-9 0 15,0-4 0-15,0 3-17 16,-2-7-18-16,2 2-49 0,0-4-3 16</inkml:trace>
  <inkml:trace contextRef="#ctx0" brushRef="#br4" timeOffset="-80312.89">6217 3069 344 0,'0'0'7'0,"0"0"5"0,0 0 3 15,0 0 2-15,0 0 1 16,0 0 1-16,-6-10 1 16,6 10 0-16,0 0-7 15,-11 0-3-15,11 0-4 0,-12 14-1 16,5 0-2-16,0 0-1 15,-4 4-2-15,-1 1 0 16,2-1 0-16,-3 3 0 0,1 0 0 16,-3-4 0-16,5 0 0 15,1 1 0-15,-2-5 0 16,4-6 0-16,7-7 0 16,-7 15 0-16,7-15 0 15,0 0 0-15,0 0 0 0,0 0 0 16,0-14 0-16,0 6 0 15,1-3 0-15,10-6 0 16,-4 2 0-16,6-3 0 16,-4 1 0-16,3 1 0 15,2-2 0-15,-3 3 0 0,-2 0 0 16,-2 2 0-16,3 1 0 16,-10 12 0-16,7-13 0 0,-7 13 0 15,0 0 0-15,10-4 0 16,-10 4 0-16,8 3 0 15,-8-3 0-15,14 14 0 16,-3-2 0-16,-2 1 0 0,7 2 0 16,-4 0 0-16,2 0 0 15,2 3 0-15,-2-4 0 16,1-2 0-16,2-2 0 16,-1 0 0-16,-2-5 0 15,2 0 0-15,-7-3 0 0,4-2 0 16,-13 0 0-16,19 0 0 15,-19 0 0-15,0-10-76 16,0 10-14-16</inkml:trace>
  <inkml:trace contextRef="#ctx0" brushRef="#br4" timeOffset="-79846.16">6469 3044 471 0,'0'0'6'0,"0"0"1"0,0 0 2 0,0 0 0 0,0 0 0 16,0 0-9-16,0 0 0 16,0 0 0-16,4 5 0 15,5 3 0-15,0 2 0 0,6 0 0 16,-2 4 0-16,6-1 0 15,4 2 0-15,-3-3 0 16,-1-2 0-16,-1 2 0 16,0-4 0-16,-4 2 0 15,-2-5 0-15,-1 0 0 0,-11-5 0 16,12 7 0-16,-12-7 0 16,0 0 0-16,0 0 0 15,0 0-3-15,0 0-85 16,5-7-1-16</inkml:trace>
  <inkml:trace contextRef="#ctx0" brushRef="#br4" timeOffset="-79463.88">6827 2973 432 0,'0'0'8'16,"0"0"2"-16,0 0 2 15,0 0 0-15,-3-10 2 16,3 10 0-16,0 0-5 0,-15 7-9 16,10 5 0-16,-7 8 0 15,2 2 0-15,-5 11 0 16,0-1 0-16,-2 7 0 15,-1 2 0-15,1-3 0 16,2 0 0-16,-1-4 0 0,4-1 0 16,3-8 0-16,-1-5 0 15,4-6 0-15,2-3 0 16,1-2 0-16,3-9 0 16,0 0 0-16,-2 10 0 0,2-10 0 15,2-30-5-15,-2 30-84 16,3-9-2-16</inkml:trace>
  <inkml:trace contextRef="#ctx0" brushRef="#br4" timeOffset="-76430.21">9145 5264 154 0,'0'0'5'0,"0"0"3"16,0 0 2-16,-7 8 2 15,7-8 3-15,0 0 3 0,-13 9 3 16,13-9 3-16,-10 3-3 15,10-3 0-15,-7 2-2 16,7-2-1-16,0 0-1 16,-13 5-1-16,13-5-3 0,-10 0-1 15,10 0-2-15,-9 2 0 16,9-2 0-16,-11 0-1 16,11 0 0-16,0 0 0 0,-10 3-2 15,10-3 0-15,0 0-3 16,0 0 0-16,0 0-1 15,0 0-1-15,0 7-1 16,0-7 0-16,10 10 0 16,-10-10-1-16,18 8 1 0,-6-1 1 15,1 1-1-15,1-2 1 16,2-2 0-16,0 1 1 16,0 0-1-16,4-2 0 15,-3 1 0-15,1 0-1 0,-4-1 1 16,2 0-2-16,-2 0 0 15,-1-1 0-15,-1 4 0 16,-2-5 0-16,-10-1 0 16,10 3 0-16,-10-3 0 0,0 0 0 15,0 0 0-15,9 4 0 16,-9-4 0-16,0 0 0 16,0 0 0-16,0 0 0 0,-6 13 0 15,6-13 0-15,-9 8 0 16,9-8 0-16,-12 10 0 15,3-8 0-15,-2 3 0 16,11-5 0-16,-14 12 0 0,4-4 0 16,2-1 0-16,-4 3 0 15,5 1 0-15,-4-3 0 16,2 5 0-16,-3-1 0 16,-2 6 0-16,2-3 0 15,-1 0 0-15,1-1 0 0,-3 1 0 16,3-2 0-16,2-1 0 15,0 0 0-15,0-2 0 16,10-10 0-16,-12 13 0 0,12-13 0 16,-8 11 0-1,8-11 0-15,0 0 0 0,0 0 0 16,-5 8 0-16,5-8 0 16,0 0 0-16,0 0 0 15,0 0 0-15,0 0 0 0,0 0 0 16,8-2 0-16,-8 2 0 15,15-6-13-15,-15 6-74 16,15-11-2-16</inkml:trace>
  <inkml:trace contextRef="#ctx0" brushRef="#br4" timeOffset="-75896.58">9090 5367 351 0,'0'0'6'0,"0"0"2"0,0 0 3 16,0 0 1-16,0 0 0 16,0 0 0-16,5-4 1 15,-5 4 1-15,10 0-5 0,0 0-3 16,0 0-1-16,5 0-1 15,-1 3-1-15,2-2 0 16,4-1 0-16,-5 3-1 16,-1 0 0-16,-1-3 0 0,-3 5-2 15,0 1 3-15,-10-6 0 16,7 14-1-16,-7-14 1 16,3 15 0-16,-3-5 0 15,-3 2 0-15,-4 0 0 16,-1 5-1-16,-2-2-1 0,-2 3 0 15,-1-1 0-15,-1 3 0 16,-4-3-2-16,4 0-2 16,1-4-6-16,3 4-21 0,17-6-53 15,-9-4-1-15</inkml:trace>
  <inkml:trace contextRef="#ctx0" brushRef="#br4" timeOffset="-71463.11">8646 2910 260 0,'0'0'6'0,"0"0"-1"16,0 0 1-16,0 0-2 15,0 0-2-15,0 0-12 0,-8-9-42 16,8 9-7-16</inkml:trace>
  <inkml:trace contextRef="#ctx0" brushRef="#br4" timeOffset="-70797.45">8437 3131 315 0,'0'0'11'0,"0"0"4"0,0 0 3 0,-5-10 4 16,5 10 2-16,0 0-1 16,0 0-1-16,-7-10 2 15,7 10-10-15,-5 15-5 16,5-3-4-16,0 8-1 0,0 6-2 15,-4 0 1-15,4 4-3 16,-2 0 0-16,2 2 0 16,0-2 0-16,-5 0 0 15,3-1 0-15,-1-7 0 0,-1 3 0 16,-2-3 0-16,4-5 0 16,-3 1 0-16,0-3 0 15,0-5 0-15,5-10 0 0,-7 12-2 16,7-12-4-16,0 0-6 15,0 0-5-15,0 0-14 16,0 0-52-16,0-7 0 0</inkml:trace>
  <inkml:trace contextRef="#ctx0" brushRef="#br4" timeOffset="-70346.77">8228 3144 381 0,'0'0'6'0,"0"0"2"0,0 0 1 15,0 0 3-15,0 0 1 16,0 0 1-16,0 0 0 0,-7 2 2 15,7-2-5-15,12 10-1 16,-2 0-3-16,2 1-1 16,4 6-2-16,3 2-4 15,3 0 0-15,6 6 0 0,-5-3 0 16,6 1 0-16,-1-1 0 16,1-4 0-16,1 2 0 15,-3-6 0-15,0 1 0 16,-4-5 0-16,0 0 0 15,-6-3 0-15,-2-2 0 0,-5 0 0 16,-3 1 0-16,-7-6 0 16,0 0 0-16,10 1 0 15,-10-1 0-15,0 0 0 0,0 0 0 16,0 0 0-16,-4-4 0 16,4 4 0-16,-6-10 0 15,-4 0-80-15,10 10-9 16</inkml:trace>
  <inkml:trace contextRef="#ctx0" brushRef="#br4" timeOffset="-67597.43">20125 15886 511 0,'0'0'0'0,"0"0"0"0,0 0 0 16,0 0 0-16,0 0 0 16,0 0 0-16,-6-5 0 15,6 5 0-15,0 0 0 0,0 0 0 16,-2 5 0-16,2-5 0 16,-5 10 0-16,5-10 0 15,-14 3-32-15,14-3-63 16</inkml:trace>
  <inkml:trace contextRef="#ctx0" brushRef="#br4" timeOffset="-66063.07">20075 15879 298 0,'0'0'9'0,"0"0"5"16,5 0 4-16,-5 0 2 15,0 0 5-15,0 0-1 16,10 2 1-16,-10-2 0 16,0 0-7-16,0 0-5 15,0 0-4-15,0 0-2 0,0 0-3 16,0 0-2-16,3 11-2 16,-3-11 0-16,0 0 0 15,2 14 0-15,-2-14 0 16,8 10 0-16,-8-10 0 0,9 7 0 15,-9-7 0-15,18 3 0 16,-11-3 0-16,-7 0 0 16,18-5 0-16,-18 5 0 0,15-10 0 15,-15 10 0-15,4-12 0 16,-4 12 0-16,-7-13 0 16,7 13 0-16,-15-9 0 15,5 6 0-15,-2 3 0 16,-1 0 0-16,3 3 0 0,1 1 0 15,4 3 0-15,-7 1-83 16,12-8-7-16</inkml:trace>
  <inkml:trace contextRef="#ctx0" brushRef="#br4" timeOffset="-65647.28">20517 15651 476 0,'0'0'4'0,"0"0"3"0,0 0 1 16,0 0 0-16,0 0 0 15,0 0-8-15,8 7 0 16,-3 3 0-16,-5 8 0 0,0 4 0 16,3 3 0-16,-1 7 0 15,-2 5 0-15,2 0 0 16,-2 1 0-16,0-6 0 15,0 2 0-15,3-4 0 0,-3-10 0 16,0 2 0-16,0-7 0 16,0-5-36-16,0-10-52 15,-10 12-3-15</inkml:trace>
  <inkml:trace contextRef="#ctx0" brushRef="#br4" timeOffset="-65330.76">20271 15614 362 0,'0'0'10'0,"0"0"4"16,0-10 1-16,0 10 2 0,0 0 1 15,0-11 1 1,0 11 1-16,8-11 1 0,4 6-9 15,-2 0-9-15,10-1-3 16,0-1 0-16,10 0 0 0,-1-1 0 16,9-2 0-16,-1 6 0 15,0-3 0-15,3-4 0 16,-5 4 0-16,0 4 0 0,-10 1 0 16,-1 0 0-16,-4 2 0 15,-12 2 0-15,2 3-36 16,-10 6-51-16,-3 0-3 15</inkml:trace>
  <inkml:trace contextRef="#ctx0" brushRef="#br4" timeOffset="-64881.05">20617 15827 471 0,'0'0'3'0,"0"0"3"0,0 0 0 15,0 0 0-15,0 0 1 16,0 0 1-16,7 4-4 16,-7-4-4-16,16 8 0 15,-2-3 0-15,-2 0 0 0,11 2 0 16,-3 4 0-16,2 1 0 15,-2 1 0-15,3 1 0 16,-4-2 0-16,-1 6 0 16,-9 0 0-16,1-1 0 15,-4-2 0-15,-4 1 0 0,-2-6 0 16,-10 3 0-16,0-8 0 16,-2 0 0-16,1-5 0 15,-1-2 0-15,3-6 0 16,-2-5 0-16,6-6 0 15,3 2 0-15,2-5 0 0,2-3 0 16,8 2 0-16,1 1 0 16,1 0 0-16,5 7 0 0,-2-1 0 15,5 12-18-15,17 1-67 16,-19 3-4-16</inkml:trace>
  <inkml:trace contextRef="#ctx0" brushRef="#br4" timeOffset="-63980.85">21079 15856 446 0,'0'0'6'15,"0"0"3"-15,0-9 2 16,0 9 0-16,-8-8 2 0,8 8-1 16,-12-10-9-16,12 10-3 15,-18 0 0-15,11 0 0 16,0 8 0-16,0 4 0 15,1 1 0-15,2 6 0 0,3-1 0 16,1 1 0-16,0-1 0 16,5 0 0-16,3-6 0 15,-1-2 0-15,3-6 0 16,-2 2 0-16,2-6 0 0,-10 0 0 16,14-7 0-16,-9-4 0 15,1-1 0-15,1-6 0 16,0-2 0-16,0 4 0 0,-1 0 0 15,1-2 0-15,-2 4 0 16,0 4 0-16,-5 10 0 16,0 0 0-16,10-2 0 15,-10 2 0-15,6 12 0 16,-4 1 0-16,5-1 0 0,-2 1 0 16,2 1 0-16,0-4 0 15,2-3 0-15,-9-7 0 16,16 13 0-16,-7-11 0 15,-9-2 0-15,16-2 0 0,-8-5 0 16,2-1 0-16,0-2 0 16,2-2 0-16,-1 1 0 15,-5 2 0-15,-6 9 0 0,13-15 0 16,-13 15 0-16,0 0 0 16,10 0 0-16,-10 0 0 15,0 13 0-15,0-2 0 16,0 0 0-16,5 1 0 0,0 0 0 15,0 1 0-15,8-3 0 16,-1-5 0-16,7-2 0 16,1-3 0-16,5 0 0 15,0-8 0-15,3-5 0 16,-6-2 0-16,2 3 0 0,-6-6 0 16,-6 2 0-16,-7-4 0 15,-1 5 0-15,-4 2 0 16,-9 1 0-16,-6 5 0 15,0 4 0-15,1 3 0 0,-4 0 0 16,1 7 0-16,-3 3 0 16,6 2 0-16,-2 4 0 15,9-1 0-15,2 2 0 16,5-3 0-16,0 2 0 0,10-2 0 16,5-1 0-16,2-1 0 15,3 1 0-15,-3-6 0 16,-1 4 0-16,0-4 0 0,-2 0 0 15,-5-2 0-15,-9-5 0 16,7 12 0-16,-7-12 0 16,-9 10 0-16,-3-5 0 15,-9 0 0-15,-1 0 0 16,0-3 0-16,-5 1 0 0,2 0 0 16,4-1 0-16,-4-2-14 15,13-12-68-15,3 12-5 16</inkml:trace>
  <inkml:trace contextRef="#ctx0" brushRef="#br4" timeOffset="-63064.17">21658 15805 436 0,'0'0'6'0,"0"0"1"16,0 0 3-16,0 0 1 16,0 0 1-16,0 0 0 0,0 0 1 15,0 10-9-15,0-10-4 16,0 0 0-16,0 0 0 15,0 0 0-15,5 1 0 16,-5-1 0-16,17 3 0 0,-1-3 0 16,0 0 0-1,5 3 0-15,4-3 0 0,-1 2 0 16,1 1 0-16,0 1 0 16,-3-1 0-16,-2 2 0 0,-2 0 0 15,-9-2 0-15,-9-3 0 16,16 15 0-16,-16-15 0 15,0 17 0-15,-3-8 0 16,-7 5 0-16,-6 0 0 0,-1 3 0 16,-8 1 0-16,-1 2 0 15,-2-4 0-15,3 5 0 16,0-6 0-16,3-1 0 16,2-2 0-16,7-2 0 0,13-10 0 15,-12 15 0-15,12-15 0 16,0 0 0-16,8 10 0 15,5-10 0-15,1 3 0 16,5 0 0-16,7-3 0 0,3 0 0 16,1 0 0-16,2 0 0 15,4-3 0-15,-4 0 0 16,-2 3 0-16,-8 0 0 16,-2 0 0-16,-6 0 0 15,-3 0 0-15,-11 0 0 0,10 0 0 16,-10 0 0-16,0 0 0 15,0 0 0-15,0 0 0 16,0 0 0-16,0 0 0 0,0 0 0 16,0 0 0-16,-8 0 0 15,8 0 0-15,0 0 0 16,0 0 0-16,0 0 0 16,0 0 0-16,0 0 0 15,0 0 0-15,0 0 0 0,-7 0 0 16,7 0 0-16,0 0 0 15,-6-19-59-15,6 19-36 16</inkml:trace>
  <inkml:trace contextRef="#ctx0" brushRef="#br4" timeOffset="-62263.78">22319 15412 467 0,'0'0'4'0,"0"0"2"0,0 0 2 0,0 0 0 16,0 0 2-16,-7-4-2 16,7 4-8-16,-11 10 0 15,2 8 0-15,1 8 0 0,-5 10 0 16,-3 7 0-16,-2 13 0 16,3 5 0-16,-3 4 0 15,6 3 0-15,4 0 0 16,3-4 0-16,5-1 0 15,3-4 0-15,10-7 0 0,4-2 0 16,3-6 0-16,5-5 0 16,6-4 0-16,0 0 0 15,6-8 0-15,-2-2 0 0,-1-8 0 16,-1-2 0-16,-4-2 0 16,-3-4 0-16,-9-3 0 15,-5-1 0-15,-2-4 0 16,-10-1 0-16,11 4 0 0,-11-4 0 15,0 0 0-15,0 0 0 16,0 0 0-16,0 0 0 16,-9 0 0-16,9 0 0 15,0 0 0-15,-14-10 0 0,14 10-58 16,-10-10-37-16</inkml:trace>
  <inkml:trace contextRef="#ctx0" brushRef="#br4" timeOffset="-60646.11">22542 15711 427 0,'0'0'7'0,"0"0"4"0,5-10 1 15,-5 10 3-15,7-10-1 16,-7 10 2-16,0 0-7 16,9-8-9-16,-9 8 0 0,0 13 0 15,0 2 0-15,-9 7 0 16,-3 0 0-16,0 4 0 15,-5 8 0-15,0-2 0 0,-4-2 0 16,1-3 0-16,3-8 0 16,0 4 0-16,7-8 0 15,-1 0 0-15,9-8 0 16,2-7 0-16,6 10 0 16,8-7 0-16,2-3 0 0,3 0 0 15,8 0 0-15,1-3 0 16,-1 0 0-16,5 0 0 15,-4-1 0-15,-3 1 0 16,-1 2 0-16,-4-2 0 0,-4 3 0 16,-7-5 0-16,3 5-73 15,-12 0-19-15</inkml:trace>
  <inkml:trace contextRef="#ctx0" brushRef="#br4" timeOffset="-60214.02">22809 15881 497 0,'0'0'5'0,"0"0"1"0,0 0-3 15,0 0-3-15,0 0 0 16,0-4 0-16,0 4 0 15,0-9 0-15,0 9 0 16,4-9 0-16,4 6 0 16,5 3 0-16,1 0 0 15,-2 0 0-15,4 8 0 0,-4 0 0 16,3 1 0-16,-5 6 0 16,-6-2 0-16,-1 1 0 15,-6 4 0-15,-4 2 0 0,-5-5 0 16,-6 2 0-16,2-2 0 15,-2 2 0-15,-3-5 0 16,7-1 0-16,3-4 0 16,11-7 0-16,-12 10 0 0,12-10 0 15,10 5 0-15,5-2 0 16,6-3 0-16,3 0 0 16,6-3 0-16,2-2 0 15,0-4 0-15,9 5 0 16,-2-5-89-16,-9-9-2 15</inkml:trace>
  <inkml:trace contextRef="#ctx0" brushRef="#br4" timeOffset="-59897.2">23042 15368 477 0,'0'0'5'0,"0"0"3"0,0 0 1 15,0-9 0-15,0 9-6 16,0 0-3-16,10 0 0 16,-4 9 0-16,7 11 0 15,5 8 0-15,3 11 0 0,0 8 0 16,7 10 0-16,-3 11 0 16,2-2 0-16,-4 3 0 15,1 8 0-15,-11-5 0 16,-4 3 0-16,-6-5 0 0,-8-2 0 15,-13-1 0 1,-6-4 0-16,-16-5 0 0,-2-8 0 16,-2-6 0-16,-8-7 0 15,8 1 0-15,5-18-70 16,2-9-25-16</inkml:trace>
  <inkml:trace contextRef="#ctx0" brushRef="#br2" timeOffset="-52563.86">9627 5346 188 0,'0'0'6'15,"0"0"6"-15,0 5 7 16,0-5 3-16,0 0 4 15,5 8 3-15,-5-8-1 0,12 0 1 16,-4-6-1-16,2-1-8 16,9-11-4-16,-1-1-3 0,6-9-3 15,2-1-1-15,9-6-1 16,2-7 1-16,5-3-2 16,5-1 0-16,0-4 0 15,1 2-1-15,4-2-2 16,-3 4-1-16,-1-2 0 0,-4 7-1 15,-1 1-2-15,-4 2 0 16,-4 7 0-16,-5 0 0 16,-3 9 0-16,-6 3 0 15,-5 2 0-15,-3 4 0 0,-3 5 0 16,-10 8 0-16,7-9 0 16,-7 9 0-16,0 0 0 15,0 0 0-15,0 0 0 16,0 0 0-16,0 0 0 15,0 0 0-15,0 0 0 0,0 0 0 16,0 0 0-16,0 0 0 16,0 0 0-16,0 0 0 15,0 0 0-15,0 0 0 0,0 0 0 16,-7 3 0-16,7-3 0 16,0 0 0-16,-10 4 0 15,10-4 0-15,0 0 0 16,-13 5-3-16,13-5-11 0,0 0-8 15,-7 5-28-15,7-5-36 16,0 0-1-16</inkml:trace>
  <inkml:trace contextRef="#ctx0" brushRef="#br2" timeOffset="-52096.68">10243 4535 335 0,'0'0'8'0,"0"0"5"0,0 0 3 0,0 0 1 16,0 0 0-16,0 0 0 15,0 0 1-15,0 0 1 16,0 0-7-16,0 0-4 15,12-1-2-15,-2-5-1 16,5-1 0-16,6-3 0 0,0 0 0 16,2 0-2-16,4 1-1 15,-2-5-2-15,-3 7 0 16,0 0 0-16,-3 1 0 0,-5 5 0 16,-3 1 0-16,-11 0 0 15,14 14 0-15,-14 1 0 16,2 5 0-16,-2 5 0 15,0 2 0-15,-4 5 0 0,0-1 0 16,-2 3 0-16,-2-5 0 16,3 1 0-16,-2-5 0 15,2-3 0-15,0-7 0 0,5-3 0 16,0-12 0-16,-2 13 0 16,2-13 0-16,0 0-14 15,0 0-52-15,5 0-22 16,-5 0-2-16</inkml:trace>
  <inkml:trace contextRef="#ctx0" brushRef="#br2" timeOffset="-51680.3">10734 4276 393 0,'0'0'9'16,"0"0"2"-16,9-10 3 15,-9 10 1-15,0 0 2 16,9-13-1-16,-9 13 1 16,0 0 0-16,0 0-15 0,0 13-2 15,-2 5 0-15,-5 3 0 16,-5 9 0-16,-1-4 0 16,1 12 0-16,1-5 0 0,-3-1 0 15,4-5 0-15,-1-2 0 16,3-6 0-16,7-1-2 15,-4-5-15-15,5-13-18 16,2 10-51-16,-2-10-1 0</inkml:trace>
  <inkml:trace contextRef="#ctx0" brushRef="#br2" timeOffset="-51379.9">10579 4382 349 0,'0'0'11'0,"0"0"5"0,0-8 3 16,0 8-1-16,0 0 0 0,0-10 2 16,0 10 0-16,7 0 0 15,3 3-9-15,-1 4-4 16,9 5-5-16,2 1-2 16,5 2 0-16,2 0 0 15,-2 3 0-15,0-4 0 16,-2 1 0-16,-2-3 0 15,0-4 0-15,-6 2 0 0,-3-3 0 16,-5-2 0-16,-7-5 0 16,11 5 0-16,-11-5 0 0,0 0 0 15,0 0 0-15,0 0 0 16,0 0 0-16,0 0-83 16,0-7-6-16</inkml:trace>
  <inkml:trace contextRef="#ctx0" brushRef="#br2" timeOffset="-49793">9619 5415 246 0,'0'0'8'0,"0"0"7"16,0 0 4-16,0 0 3 16,0-5 2-16,0 5 1 15,0-15 5-15,3 4-1 0,0-6-6 16,-1 1-5-16,1-7-4 16,-1-2-2-16,3-5 0 15,-5-7-2-15,2-4-6 16,-2-9-4-16,0-7 0 0,0-9 0 15,0-4 0-15,-2-7 0 16,-1-2 0-16,1-6 0 16,0 3 0-16,-1-2 0 15,-2 11 0-15,2 3 0 0,1 3 0 16,-1 10 0-16,1 7 0 16,-3 8 0-16,3 5 0 15,2 5 0-15,-3 4 0 16,3 9 0-16,0 4 0 15,0 5 0-15,0 0 0 0,0 10 0 16,0 0 0-16,0 0 0 16,0 0 0-16,0 0 0 15,0 0 0-15,0 0 0 0,0 0 0 16,3 10 0-16,-3-10 0 16,0 8 0-16,0-8 0 15,0 0 0-15,0 12 0 16,0-12 0-16,0 0 0 15,0 0 0-15,0 0 0 0,-3 8 0 16,3-8 0-16,0 0 0 16,0 0 0-16,0 0 0 15,0 0 0-15,0 0 0 0,0 0 0 16,0 0 0-16,0 0 0 16,0-8 0-16,0 8 0 15,0 0 0-15,-2-8 0 16,2 8 0-16,0 0 0 15,0 0 0-15,-10 0 0 0,10 0 0 16,-13 13 0-16,6 2 0 16,-6 4 0-16,1 6 0 15,-6 3 0-15,1 1 0 0,-3 1 0 16,3 2 0-16,-3-2 0 16,3-3 0-16,2 0 0 15,3-6 0-15,1-7 0 16,4 1 0-16,2-8 0 0,5-7 0 15,0 0 0-15,0 0 0 16,12-7 0-16,1-8 0 16,-1 1 0-16,1-7 0 15,2-4 0-15,2 2 0 0,-3-8 0 16,2 4 0-16,-4 2 0 16,0-3 0-16,-1 7 0 15,-2-2 0-15,-4 3 0 16,0 0 0-16,0 6 0 15,-5 4 0-15,3 0 0 0,-3 10 0 16,3-10 0-16,-3 10 0 16,0 0 0-16,7 10 0 15,0 5 0-15,3 3 0 0,3 1 0 16,4 6 0-16,0 0 0 16,4 2 0-16,0 0 0 15,2 0 0-15,1-5 0 16,-3 2 0-16,-2-7 0 15,-1-1 0-15,-1-3 0 0,-4-1 0 16,-1-4 0-16,0-1-30 16,8-3-60-16,-20-4-2 15</inkml:trace>
  <inkml:trace contextRef="#ctx0" brushRef="#br2" timeOffset="-48963.8">9468 3748 376 0,'0'0'10'0,"0"0"1"16,0-10 3-16,0 10 2 0,0 0 2 16,0-12 0-16,0 12 1 15,0-10 0-15,0 10-9 16,0 0-10-16,0 0 0 0,17 1 0 16,-7 8 0-16,5 0 0 15,2 1 0-15,3 2 0 16,3 1 0-16,2-1 0 15,-1-2 0-15,-4 2 0 16,-2-2 0-16,-1-3 0 0,-2 1 0 16,-5 1 0-16,2-2 0 15,-12-7 0-15,15 9 0 16,-15-9 0-16,0 0 0 16,0 0 0-16,0 0 0 0,0 0-4 15,-7-5-65-15,7 5-19 16</inkml:trace>
  <inkml:trace contextRef="#ctx0" brushRef="#br2" timeOffset="-48646.96">9806 3617 422 0,'0'0'7'0,"0"-10"3"15,0 10 2-15,0-11 1 16,0 11 1-16,0 0-1 0,0 0 1 16,0 0-8-16,-8 18-6 15,3 2 0-15,-2 7 0 16,2 5 0-16,-3 6 0 16,-2 1 0-16,3-2 0 0,2 2 0 15,1-6 0-15,1 2 0 16,0-8 0-16,0-2 0 15,3-7 0-15,0-4 0 16,0-3 0-16,0-11 0 16,3 8 0-16,-3-8-9 0,-7-4-78 15,7 4-2-15</inkml:trace>
  <inkml:trace contextRef="#ctx0" brushRef="#br2" timeOffset="-45286.07">10954 4448 449 0,'0'0'6'0,"0"0"2"0,0 0 1 0,0 0 1 0,0-14 1 16,0 14 1-16,2-15-6 16,1 7-6-16,2-4 0 15,4 2 0-15,-1 0 0 0,4 2 0 16,-2 4 0-16,5-2 0 15,0 5 0-15,-4 1 0 16,3 1 0-16,-7 8 0 16,4 3 0-16,-6 0 0 0,-3 3 0 15,-2 5 0-15,-5-1 0 16,-4 5 0-16,-2-3 0 16,-3 2 0-16,3-4 0 15,1 1 0-15,1-5 0 0,6-7 0 16,3-8 0-16,0 12 0 15,0-12 0-15,17 0 0 16,-4-2 0-16,6-6 0 16,2 1 0-16,-1-3 0 0,1-2 0 15,0 2 0-15,-1 0 0 16,-6 2 0-16,-2 3 0 16,-1 0 0-16,-11 5 0 15,7-4 0-15,-7 4 0 0,0 0 0 16,0 0 0-16,0 0 0 15,0 0 0-15,-5 2 0 16,-4-2-3-16,-14-2-86 16,23 2-2-16</inkml:trace>
  <inkml:trace contextRef="#ctx0" brushRef="#br2" timeOffset="-44497.68">9878 3859 391 0,'0'0'7'0,"0"0"4"16,0 0 2-16,0-7 3 16,0 7-1-16,7-13 3 0,-7 13 0 15,13-15 0-15,-8 5-14 16,7 3-4-16,0-2 0 16,1 1 0-16,4 3 0 15,1 5 0-15,2 0 0 16,-1 0 0-16,-1 7 0 0,-4 4 0 15,-3 6 0-15,-4 2 0 16,-4 4 0-16,-6-1 0 16,-4 6 0-16,-6-4 0 15,-4 3 0-15,4-5 0 0,-1-1 0 16,1-4 0-16,8-2 0 16,5-15 0-16,0 12 0 15,5-9 0-15,10-3 0 16,2-8 0-16,3 1 0 0,1-1 0 15,0-5 0-15,2 6 0 16,-5-2 0-16,-2 0 0 16,-3 2 0-16,-1 6 0 15,-12 1 0-15,14-8 0 0,-14 8 0 16,9-8-31-16,-9 8-56 16,0 0-5-16</inkml:trace>
  <inkml:trace contextRef="#ctx0" brushRef="#br2" timeOffset="-43180.19">11225 5769 444 0,'0'0'5'0,"0"0"3"0,0 0 2 0,0 0 2 0,0 0 0 16,0-8 0-16,0 8-4 16,0-8-8-16,0 8 0 15,7-14 0-15,-7 14 0 16,10-10 0-16,-10 10 0 0,15-4 0 15,-9 4 0-15,-6 0 0 16,18 3 0-16,-18-3 0 16,16 14 0-16,-9-2 0 0,-2 1 0 15,-3 2 0-15,-2 1 0 16,-5 2 0-16,-4 2 0 16,-3-3 0-16,-1 3 0 15,-2-2 0-15,0-3 0 16,5-4 0-16,3 0 0 0,7-11 0 15,-11 12 0-15,11-12 0 16,0 0 0-16,9 2 0 16,0-2 0-16,6-2 0 15,1-3 0-15,2-2 0 0,0-1 0 16,2 4 0-16,-3-3 0 16,-1-2 0-16,-2 5 0 15,-3-1 0-15,-11 5 0 0,12-5 0 16,-12 5 0-16,0 0 0 15,0 0 0-15,9-10-11 16,-9 10-77-16,-7-8-3 16</inkml:trace>
  <inkml:trace contextRef="#ctx0" brushRef="#br2" timeOffset="-35661.84">8812 16476 283 0,'0'0'5'0,"0"0"4"0,4-3 1 15,-4 3 0 1,0 0 3-16,11-2-2 0,-11 2 1 15,0 0 0-15,0 8-4 16,0 4-3-16,-2 5-2 16,-4 5-1-16,-1 8 0 0,-1 5 0 15,1 1 0-15,4 9 0 16,1-4 0-16,2 3 1 0,0-1-1 16,8-4 1-16,6 2-1 15,4-3 0-15,2 1 1 16,4-4-1-16,6 2 0 15,2-2 0-15,9-3 0 16,3-2 0-16,6-4 0 16,4-3 0-16,9-3 0 0,2-2 0 15,11-6-1-15,4-2 1 16,4 0-1-16,3-5 0 16,7-3-1-16,3-2 1 0,8 0 0 15,1-2 0 1,4-3-1-16,5-5 1 0,3 0-1 15,4-2 0-15,0-3 1 16,2 0-1-16,4 1 2 16,-4-4-2-16,5 3 0 0,0 0 1 15,0 0 0-15,2 3 0 16,2-3 0-16,3 2 0 16,-5 1-1-16,6 2 1 15,1 0 0-15,-2 3-1 0,-2-1 0 16,3 3 0-16,-6 3 1 15,-6-1-1-15,-1 3 0 16,-10 8 0-16,-10 0 0 16,-5 4 0-16,-16 5 0 0,-9 0 1 15,-10 8-1-15,-6-2 0 16,-13 3 1-16,-6 2-1 16,-21-16-1-16,-1 5 0 15,-1 1 0-15,0 0 0 16,-3 1 0-16,4-1 0 15,-4-1 0-15,2 3 0 0,-6-3 1 16,4 0 1-16,-5 3-1 16,1-5 1-16,-1 0 1 0,0-3 1 15,-1 0 1-15,-2 1 0 16,-5-13 0-16,13 15 0 16,-13-15 0-16,9 0-1 15,-9 0-1-15,12-4-1 0,-6-7-2 16,11-2 3-16,13-21-1 15,4-2 0-15,8-7 0 16,8-7 0-16,8 1 0 16,1 2 0-16,8 2 0 0,-5 11-1 15,5 2-1-15,4-1 0 16,5 4 0-16,2-2 0 16,5 4 1-16,1 5-1 15,14 0 0-15,-1 2 0 0,5 2 1 16,0 3-1-16,4 3 1 15,6 2-1-15,5 3 1 16,0 3 0-16,3-2-1 16,-4 1 1-16,8 2 0 15,0 3 0-15,3 0 0 0,3 0 0 16,-1 0-1-16,-3 3 2 16,6 2-1-16,-3 2 0 15,3-1 0-15,-3 1 0 16,0 2 0-16,0 4 1 0,0-3-1 15,-1 5 0-15,1-3 0 16,0 1 1-16,2 1-1 16,2-1 0-16,-4 1 1 15,1 2-1-15,0-4 1 0,1 1-1 16,-3-4 1-16,1 2-1 16,-5-5 0-16,3 2 1 15,-3 2-1-15,3-5 0 16,-1-3 1-16,1 1-1 15,5 0 0-15,0-3 0 0,-1 0 0 16,1-3 0-16,0-2 0 16,2-5 0-16,-5 5 0 15,-3-5 0-15,-1 6 0 0,-4-7 0 16,-1 2 0-16,-3-2 0 16,-5-1-1-16,-3 2 1 15,1-2 0-15,-9 0 0 16,1-1-1-16,0 1 1 0,-5-4 0 15,-5 4 0-15,-3-2 0 16,-1-4 0-16,-12 3 0 16,-2-2 0-16,-6-2 0 15,-8-4 0-15,-6 3 1 16,-4-5 1-16,-6 1-1 16,-6 1 1-16,-6-4 0 0,-4 5 1 15,-4-3 0-15,-4 0 0 16,-4 3 0-16,-7 2-2 15,-2 2 1-15,1 4 0 0,-4 4-3 16,-4-3-4-16,0 13-6 16,-4-14-14-16,-20 14-59 15,11 0-2-15</inkml:trace>
  <inkml:trace contextRef="#ctx0" brushRef="#br2" timeOffset="-33961.81">14914 17398 422 0,'0'0'5'0,"0"0"3"15,0 0 1-15,0 0 2 0,0 0 1 16,0 0 0-16,0 0 1 15,2 12 0-15,-2-12-7 16,0 17-6-16,0 0 0 16,0-2 0-16,0 5 0 15,-4 5 0-15,1-5 0 0,1 10 0 16,-3-3 0-16,0 0 0 16,0 5 0-16,5-32 0 15,-4 30 0-15,-2-2-3 16,0 1-43-16,-12 20-41 15,9-29-2-15</inkml:trace>
  <inkml:trace contextRef="#ctx0" brushRef="#br2" timeOffset="-33446.78">14688 17430 222 0,'0'0'8'16,"0"0"6"-16,0 0 6 0,0 0 4 15,0 0 3-15,0 0 3 16,0 0 3-16,0 0 0 15,0 0-6-15,0 0-6 16,0 0-5-16,0-10-3 0,0 10-2 16,0 0-3-16,12-14-4 15,-1 8-4-15,3-2 0 16,2 6 0-16,23-23 0 16,5 3 0-16,7 2 0 15,-1-5 0-15,5 6 0 0,-4 1 0 16,-8 6 0-16,-19 5 0 15,-4 4 0-15,-8 0 0 16,-12 3 0-16,13 0 0 16,-13 0 0-16,0 0 0 0,0 0 0 15,0 0 0-15,0 0 0 16,0 0 0-16,0 0 0 16,0 0 0-16,0 0 0 15,0 6 0-15,0-6 0 0,-9 7 0 16,-2-7 0-16,11 0-82 15,-12 5-12-15</inkml:trace>
  <inkml:trace contextRef="#ctx0" brushRef="#br2" timeOffset="-32328.33">15242 17591 496 0,'0'0'3'15,"0"0"3"-15,0 0 0 16,0 0-6-16,0 0 0 16,0 0 0-16,0 0 0 15,0 10 0-15,0-3 0 0,0 5 0 16,0 1 0-16,0 4 0 16,0 0 0-16,0-17 0 15,0 35 0-15,0-35 0 0,0 21 0 16,4 8-70-16,-4-14-20 15</inkml:trace>
  <inkml:trace contextRef="#ctx0" brushRef="#br2" timeOffset="-31780.28">15449 17125 480 0,'0'0'5'0,"0"0"1"0,0-10 2 15,0 10 0-15,2-7-4 16,-2 7-4-16,10-13 0 15,-1 4 0-15,5 3 0 0,-2 1 0 16,8 3 0-16,-2 2 0 16,1 0 0-16,-1 2 0 15,-4 9 0-15,2 3 0 16,-12 4 0-16,-4 4 0 0,0-10 0 16,-2 3 0-16,-3 2 0 15,-6 1 0-15,2-3 0 16,-1 4 0-16,0-1 0 15,-2-1 0-15,4-2 0 16,-2 3 0-16,5-4 0 0,0-2 0 16,5-2 0-16,0 5 0 15,5-8 0-15,6 4 0 16,1-4 0-16,0-4 0 0,5-1 0 16,2-2 0-16,0 2 0 15,3 1 0-15,-5-3 0 16,3 0 0-16,-2 0 0 15,-1 0 0-15,-4 0 0 16,-1 0 0-16,0 0 0 16,-12 0 0-16,10 0 0 0,-10 0-57 15,0 0-38-15</inkml:trace>
  <inkml:trace contextRef="#ctx0" brushRef="#br2" timeOffset="-16130.74">23487 15983 381 0,'0'0'8'0,"0"0"2"15,0 0 2-15,0 0 2 0,0 0 1 16,0 0 2-16,0 0 0 16,-5 4 0-16,5-4-6 15,-13 6-2-15,13-6-9 16,0 0 0-16,-12 12 0 0,12-12 0 15,-5 10 0-15,5-10 0 16,0 0 0-16,0 10 0 16,0-10 0-16,0 0 0 15,10 0 0-15,-10 0 0 0,12 0 0 16,-12 0 0-16,11-2 0 16,-11 2 0-16,0 0 0 15,0 0 0-15,0 0 0 16,0 0 0-16,0 0 0 0,-14 0 0 15,7 0 0-15,-2 4 0 16,-4 2 0-16,5-2 0 16,8-4 0-16,-12 11 0 15,12-11 0-15,0 0-19 0,0 0-72 16,5 0-3-16</inkml:trace>
  <inkml:trace contextRef="#ctx0" brushRef="#br5" timeOffset="852.69">12002 5363 378 0,'0'0'7'0,"0"0"2"0,0 0 2 16,0 0 2-16,0 0 2 15,0 0 0-15,10-7 0 0,-10 7 1 16,0 0-5-16,0 0-5 15,0 0-2-15,-5 4-1 16,5-4-3-16,-7 18 1 0,2-8 0 16,-1 2-1-16,6 1 1 15,0-1-1-15,0-2 1 16,0 0 0-16,0-10 2 16,18 9-3-16,-8-9 0 15,5 0 0-15,-3-9 0 0,1-1 0 16,-1-2 0-16,0-4 0 15,-6-3 0-15,1-2 0 16,-7 5 0-16,0-1 0 16,-7 4 0-16,-6 1 0 0,-2 6 0 15,-2 4 0-15,-6 2 0 16,2 8 0-16,0 1 0 16,1 9 0-16,6-1 0 15,-2 3 0-15,9-1 0 0,5 2 0 16,2-6 0-16,9 2 0 15,7-8 0-15,1-2 0 16,3-4 0-16,7-3 0 16,-2 0 0-16,-2-11 0 0,-1 0 0 15,-2-3 0-15,-8-1 0 16,-2-3 0-16,-7 1 0 16,-3-2 0-16,-8 2 0 15,-7 3 0-15,-3 2 0 0,-1 5 0 16,-3 1 0-16,-1 6 0 15,1 0 0-15,4 6 0 16,1 3 0-16,7 4 0 16,0-2 0-16,10 7-17 0,8-2-69 15,1-4-3-15</inkml:trace>
  <inkml:trace contextRef="#ctx0" brushRef="#br5" timeOffset="2121.63">12127 5328 238 0,'0'0'7'15,"0"0"5"-15,0 0 2 0,-8 8 3 16,8-8 1-16,0 0 0 16,-8 10-1-16,8-10 2 15,0 0-4-15,0 0-3 16,0 0-2-16,8 10-1 15,2-10-1-15,1 4 0 0,6-1-1 16,3-3 0-16,1 3-2 16,7-2 0-16,2-1-2 0,4 3-1 15,3-3 0-15,4 0 0 16,1 0-1-16,0 0 1 16,0 3-1-16,3-3-1 15,2 0 1-15,-5 0 0 0,0 3-1 16,1-3 1-16,-5 0-1 15,4 0 0-15,-5 0 1 16,0 0-1-16,-2 0 1 16,-1-3-1-16,1 3 0 15,-3-3 0-15,1 3-1 0,-4-3 1 16,1 3-1-16,-5 0 1 16,3 0-1-16,-3 0 1 15,0 0-1-15,2 0 1 16,-5 0-1-16,1 0 1 15,2 0-1-15,0-1 1 0,-4 1 0 16,-1 0 0-16,1 0-1 16,-2 0 1-16,1 0 0 0,0-3 0 15,-3 3 0-15,3 0 0 16,-3 0 0-16,4 0 0 16,-4 0 0-16,3 0 0 15,-3 0 0-15,3 0 0 16,-5 0 1-16,2-3-1 0,-2 3 0 15,2-1 0-15,-1-2 0 16,-2 3 0-16,-1-3 0 16,-1 1 0-16,3 2 0 15,-3-3 0-15,-4 3-1 0,5 0 1 16,-13 0 0-16,12 0 0 16,-12 0-1-16,0 0 1 15,10 0 0-15,-10 0 0 16,0 0 0-16,0 0 1 0,0 0-1 15,0 0 1-15,0 0 0 16,0 0-1-16,0 0-1 16,0 0-3-16,-8 0-2 0,8 0-9 15,-9-6-37-15,9 6-27 16,-12 0-4-16</inkml:trace>
  <inkml:trace contextRef="#ctx0" brushRef="#br5" timeOffset="2619.98">13513 5192 379 0,'0'0'6'0,"0"0"1"0,0 0 2 0,0 0 0 16,0 0 1-16,0 0 1 15,7-3 1-15,-7 3 0 16,10 3-4-16,1 4-3 0,1 1 0 16,5 2-1-16,3 0 0 15,5-1-1-15,0-1 0 16,5 0-1-16,2-1 1 15,2-5-1-15,-1 3 0 0,-1-2 0 16,-2 0-1-16,-5-2 1 16,-2 2-1-16,-9 2 0 15,-3 0 1-15,-7 5 0 16,-4 0-1-16,-2 2 2 0,-9 6-3 16,-3-1 0-16,-4 0 0 15,-6 8 0-15,4-5 0 16,-3 1 0-16,-2 3 0 15,0-2 0-15,3-2 0 0,2-5 0 16,3-1 0-16,7-1 0 16,0-6 0-16,10-7 0 15,-9 13 0-15,9-13 0 0,0 0-2 16,12 0-82-16,-5 0-3 16</inkml:trace>
  <inkml:trace contextRef="#ctx0" brushRef="#br5" timeOffset="3603.7">14054 5148 409 0,'0'0'6'16,"0"0"1"-16,0 0 3 16,-9-6 1-16,9 6 0 0,0 0 1 15,0 0 0-15,0 0 0 16,0 0-5-16,9-7-1 15,11 7-3-15,3 0-1 16,5 0-1-16,9 0 1 0,2 3-2 16,4-1 0-16,-1 0 0 15,-5 1 0-15,-3 0 0 16,-4-1 0-16,-7 1 0 16,-3-3 0-16,-8 2 0 0,-12-2 0 15,7 15 0 1,-7-7 0-16,-7 3 0 0,-7 3 0 15,-4 0 0-15,-2 3 0 16,-4 3 0-16,-6-1 0 0,2-1 0 16,-1 2 0-16,-1-3 0 15,-3 1 0-15,11-1 0 16,-3-4 0-16,6-1 0 16,1-2 0-16,11-1 0 15,7-9 0-15,0 8 0 0,7-6 0 16,15 1 0-16,6-3 0 15,6 0 0-15,8 0 0 16,4-3 0-16,-2 1 0 16,7 0 0-16,-5-6 0 0,-1 3 0 15,-3 5 0-15,-5-5 0 16,-7 2 0-16,-3 1 0 16,-4 2 0-16,-11 0 0 15,1 0 0-15,-13 0 0 0,12 0 0 16,-12 0 0-16,0 0 0 15,0 0 0-15,0 0 0 16,0 0 0-16,0 0 0 16,0 13 0-16,-7-3-47 0,7-10-41 15,0 0-2-15</inkml:trace>
  <inkml:trace contextRef="#ctx0" brushRef="#br5" timeOffset="5820.04">12094 5363 247 0,'0'0'6'0,"0"0"1"15,0 0 4-15,0 0 2 16,0 0 2-16,-7-7 0 16,7 7 2-16,0 0 0 0,0 0-3 15,0 0 1 1,0 0-3-16,7-5-1 0,5 0-3 15,9-7 1-15,6-4 0 16,5-6 0-16,10-5-2 16,11-10 0-16,4-6-1 0,10-6-1 15,5-3 0-15,5-2-1 16,2-3 0-16,1 0-2 16,-3 4 0-16,-5 2-1 15,-5 8 0-15,-10 6-1 0,-10 3 1 16,-6 6 0-16,-7 7 0 15,-12 3 1-15,-2 6 1 16,-10 4 0-16,0 0 1 16,-10 8-1-16,0 0 0 0,0 0-1 15,0 0 0-15,0 0-1 16,0 0-1-16,0 0-1 16,0 0 0-16,0 0-1 0,0 0-1 15,-4 4-2-15,4-4-2 16,-9 12-4-16,9-12-6 15,-9 5-18-15,6 3-47 16,3-8-3-16</inkml:trace>
  <inkml:trace contextRef="#ctx0" brushRef="#br5" timeOffset="6186.28">13003 4535 385 0,'0'0'5'0,"0"0"3"0,0 0 3 15,0 0 0-15,0 0 0 16,0 0 2-16,0-7 0 0,0 7 0 16,13-12-5-16,2 2-2 15,3 2-3-15,1-2-1 16,8 6 0-16,-2-2-1 0,0 1 0 15,3 4 0-15,-6 1-1 16,0 1 1-16,-4 10-1 16,-4 1 0-16,-5 5 1 0,-7 4-1 15,-2 4 0-15,0 1 1 16,-5 0 0-16,-6 8 1 16,-1-5-1-16,-3 4 1 15,3-6-1-15,2-2 0 0,-3-3-3 16,4-2-4-16,2-8-5 15,1 1-16-15,-6-5-56 16,12-8-1-16</inkml:trace>
  <inkml:trace contextRef="#ctx0" brushRef="#br5" timeOffset="6454.37">13607 4313 448 0,'0'0'4'16,"0"0"0"-16,0 0 0 15,0 0-1-15,0 10 1 0,-4 2 0 16,-1 3 0-16,-3 2 1 16,-2 5-5-16,0 8 0 15,-3-2 1-15,1 3 0 16,0-3-1-16,2 0-3 0,-2-2-3 15,5-6-8-15,-4-5-20 16,1-3-47-16,5 1-3 16</inkml:trace>
  <inkml:trace contextRef="#ctx0" brushRef="#br5" timeOffset="6718.95">13419 4371 370 0,'0'0'5'0,"0"0"1"16,0 0 2-16,0 0 2 16,9 8 2-16,-1-3 1 0,7 5 1 15,2 0 0-15,3 0-3 16,8 5-2-16,-3 0-2 16,4 2-2-16,1-2-1 0,-1 0-2 15,-4 0 0-15,3-3 0 16,-8 4-1-16,-2-8 0 15,-4 1-1-15,-4 0-1 16,-10-9-2-16,10 10-5 0,-10-10-12 16,-20 0-61-16,20 0-4 15</inkml:trace>
  <inkml:trace contextRef="#ctx0" brushRef="#br5" timeOffset="8602.91">12025 5306 141 0,'0'0'8'15,"0"0"5"-15,-11-3 3 0,11 3 3 16,-9-2 3-16,9 2 2 15,-10 0 0-15,10 0 2 16,-10 0-6-16,10 0-3 16,0 0-4-16,-5 10-2 15,5-10 0-15,0 0-3 0,0 0 2 16,-3 10-1-16,3-10 0 16,0 0 0-16,0 0 0 15,4-10 1-15,4 0 0 0,-2-5 0 16,1 1-1-16,-2-11-2 15,5 0 1-15,1-8 0 16,-4-1-1-16,-2-8-1 16,-1-5-1-16,-4-5 1 0,3-8-3 15,-3 1 0-15,0-2-3 16,0-2 0-16,0-1 0 16,0 2 0-16,0 2 0 15,0 1 0-15,0 5 0 16,0-1 0-16,0-1 0 0,0 5 0 15,0 1 0-15,0 6 0 16,0-1 0-16,-3 8 0 16,3-1 0-16,-4 9 0 15,1 4 0-15,1 0 0 0,2 9 0 16,-3 0 0-16,3 4 0 16,-2 0 0-16,2 12 0 15,-2-15 0-15,2 15 0 16,0-10 0-16,0 10 0 0,0 0 0 15,0 0 0-15,0 0 0 16,0 0 0-16,0 0 0 16,0 0 0-16,-5-8 0 0,5 8 0 15,0 0 0-15,0 0 0 16,0 0 0-16,0 0 0 16,0 0 0-16,0 0 0 15,0 0 0-15,0 0 0 0,0 0 0 16,0 0 0-1,0 0 0-15,0 0 0 0,0-10 0 16,0 10 0-16,0 0 0 16,0-6 0-16,0 6 0 15,0 0 0-15,0 0 0 0,0 6 0 16,-4 4 0-16,-1 5 0 16,1 5 0-16,-4 2 0 15,1 6 0-15,-7 4 0 16,6-2 0-16,-8 2 0 0,2 0 0 15,-2-5 0-15,2-2 0 16,-2-5 0-16,7-3 0 16,-1-4 0-16,1-3 0 0,9-10 0 15,-11 5 0-15,11-5 0 16,0-10 0-16,2-5 0 16,3-3 0-16,6-4 0 15,-2-5 0-15,1-3 0 16,3 0 0-16,-1-1 0 0,4 0 0 15,-4 2 0-15,-3 4 0 16,2 0 0-16,-2 3 0 16,-5 7 0-16,2 3 0 15,-6 12 0-15,8-10 0 0,-8 10 0 16,7 10 0-16,-2 2 0 16,2 5 0-16,4 8 0 15,4-1 0-15,-3 1 0 16,5 3 0-16,4 0 0 0,0-5 0 15,-1-2 0-15,6-1 0 16,-6-5 0-16,1 2 0 16,0-7 0-16,1 2-19 0,5-7-67 15,-9 0-4-15</inkml:trace>
  <inkml:trace contextRef="#ctx0" brushRef="#br5" timeOffset="11502.45">14962 5417 440 0,'0'0'5'16,"0"0"0"-16,-10-2 4 0,10 2-1 16,-6-10 0-16,6 10 1 15,-2-13 0-15,2 13 0 16,6-14-5-16,-6 14 1 15,21-11-5-15,-5 7 0 16,-2 0 0-16,4 1 0 0,-2 0 0 16,0 3 0-16,-4 0 0 15,-1 0 0-15,-11 0-2 16,12 10 1-16,-12-10 0 16,0 15 2-16,0-5-1 0,-10 2 1 15,0 1 1-15,-2-6-2 16,0 5 0-16,1-2 0 15,1 1 0-15,10-11 0 0,-9 14 0 16,9-14 0-16,5 11 0 16,7-10 0-16,3 2 0 15,2-1 0-15,1 0 0 0,3-2 0 16,-3 3 0-16,-2-3 0 16,-2 3 0-16,-4-1 0 15,-10-2 0-15,8 8 0 16,-8-8 0-16,0 9 0 15,-13-1 0-15,-2 0 0 0,-7-1 0 16,-3 0 0-16,-5 0 0 16,-2 1 0-16,-1-3 0 15,-1 0-4-15,4 0-9 16,-2 20-40-16,11-25-32 0,5 0-1 16</inkml:trace>
  <inkml:trace contextRef="#ctx0" brushRef="#br5" timeOffset="12352.92">13796 4466 436 0,'0'0'5'0,"0"0"1"0,0 0 2 0,0 0 0 0,3-7 0 16,-3 7 2-16,13-12-1 15,-4 1 0-15,1 4-4 16,5-3-2-16,2 2-1 0,1 4 0 16,-1-4-2-16,3 8 0 15,-2 0 0-15,-1 0 0 16,-8 3 0-16,2 2 0 16,-11-5-2-16,9 17 1 0,-9-7-1 15,0 4 1-15,-2-1 0 16,-5 2-1-16,0 0 1 15,-2 0 0-15,2 0 0 16,0-2 0-16,5-2 0 16,2-11 1-16,0 15 0 0,0-15-1 15,12 10 1-15,1-7 0 16,1-3 0-16,4 3 0 16,-1-3 0-16,1 2 0 15,1 0 0-15,-1 3 0 0,-6-2 0 16,-2 1 1-16,-10-4-1 15,7 11 0-15,-7-11 0 16,-9 17 0-16,-7-9-2 0,-6 0-2 16,-10-2-4-16,2 6-11 15,-13-2-44-15,7-2-22 16</inkml:trace>
  <inkml:trace contextRef="#ctx0" brushRef="#br5" timeOffset="12919.79">11925 3451 403 0,'0'0'7'0,"0"0"4"0,0 0 1 0,0 0 0 15,6-8 1-15,-6 8 1 16,12 0 1-16,-3 8 0 16,-1-3-6-16,5 5-9 0,3 0 0 15,5 2 0-15,4-2 0 16,-3 2 0-16,2-2 0 16,-3-1 0-16,1 0 0 15,-3-2 0-15,-1 2-21 16,-6-6-62-16,4 0-3 0</inkml:trace>
  <inkml:trace contextRef="#ctx0" brushRef="#br5" timeOffset="13139.03">12184 3348 457 0,'0'0'6'0,"0"0"0"15,0 0 2-15,0 0 0 16,0 14 1-16,2 0 1 15,1 6-3-15,2 7-7 16,-1 9 0-16,1 3 0 0,3 5 0 16,-3 6 0-16,0-3 0 15,0 2 0-15,-3-3 0 0,-2-5 0 16,0-2 0-16,3-4 0 16,-3-7-11-16,-17-1-74 15,17-8-2-15</inkml:trace>
  <inkml:trace contextRef="#ctx0" brushRef="#br5" timeOffset="13652.45">12333 3634 474 0,'0'0'5'0,"0"0"1"16,0 0 1-16,-6-11 0 0,6 11 1 16,-2-14-4-16,2 7-4 15,2-6 0-15,9 3 0 16,2 1 0-16,9 2 0 16,0-2 0-16,2 4 0 0,1 5 0 15,3 0 0-15,-6 5 0 16,-6 5 0-16,-2 5 0 15,-6 0 0-15,-6 5 0 0,-2-2 0 16,-7-2 0-16,0 7 0 16,-9-8 0-16,6 2 0 15,-3-4 0-15,6-3 0 16,2-1 0-16,1 1 0 0,4-10 0 16,2 10 0-16,-2-10 0 15,20 5 0-15,-8-5 0 16,9 3 0-16,-5-3 0 15,2 0 0-15,-1 0 0 16,-2 0 0-16,0 0 0 16,-2 2 0-16,-4 3 0 0,-9-5 0 15,3 10 0-15,-3-10 0 16,-10 15 0-16,-8-3 0 0,-4-2 0 16,-7 2 0-16,-4 5 0 15,-7-4 0-15,-6 2-78 16,11 3-9-16</inkml:trace>
  <inkml:trace contextRef="#ctx0" brushRef="#br5" timeOffset="19186.19">23738 15643 446 0,'0'0'5'0,"0"0"3"0,5-12 1 15,-5 12 2-15,0 0 1 16,3-10 0-16,-3 10-4 0,0 0-8 16,4 17 0-16,-4 8 0 15,0 5 0-15,-5 6 0 16,-2 8 0-16,2-1 0 16,0 3 0-16,3-2 0 0,-4-4 0 15,1-6 0-15,3-2 0 16,2-7 0-16,-3-7-9 15,-4-3-78-15,7-5-3 0</inkml:trace>
  <inkml:trace contextRef="#ctx0" brushRef="#br5" timeOffset="19452.93">23501 15552 396 0,'0'0'7'0,"0"-12"3"0,0 12 1 15,3-16 3-15,5 7-1 16,2-4 2-16,3 1 0 16,6-3 0-16,6 8-5 15,2-3-5-15,3 2-5 0,5 4 0 16,-3 1 0-16,5 0 0 15,0 3 0-15,-2 3 0 16,0 9-28-16,7 1-56 0,-14-1-3 16</inkml:trace>
  <inkml:trace contextRef="#ctx0" brushRef="#br5" timeOffset="19837.13">23842 15816 440 0,'0'0'5'0,"0"0"1"0,0 0 1 16,0 0 1-16,0-7 0 15,0 7 0-15,0 0 0 16,18 0 0-16,-6 3-4 0,1 7-1 15,1-1-2-15,4 4-1 16,1 5 0-16,1-3-1 16,-5 1-1-16,-2 0 0 0,-1-2 0 15,-4-1-1-15,-3-3 1 16,-5-10-1-16,0 12 2 16,0-12 0-16,-8 3 1 15,8-3 1-15,-15-5 0 0,8-3 1 16,-4-4 0-1,6-3 0-15,-2 0 0 0,2 1-1 16,5 1-1-16,-2-4-4 16,4 7-12-16,-2 10-65 15,15-10-5-15</inkml:trace>
  <inkml:trace contextRef="#ctx0" brushRef="#br5" timeOffset="20702.66">24182 15795 441 0,'0'0'5'0,"0"0"1"0,0 0 2 15,0 0 1-15,-14 3 0 16,14-3-1-16,-18 7 1 0,11 0 0 16,-5 0-5-16,6 3-1 15,-1 3-3-15,4-1 0 16,1 2 0-16,2-1-2 0,0-1 0 15,5-3 1-15,2-2-1 16,3-3 1-16,-2-1 0 16,4-3 0-16,-2-5 1 15,2 0 0-15,-1-8 1 16,-4 1-1-16,-2-2 1 16,2-4 0-16,-2 0 0 0,-3 6 0 15,1-2-1-15,-3 4 0 16,0 10-1-16,0 0 1 15,0 0-1-15,0 0 0 16,0 14 0-16,0-1 0 0,0-1-1 16,3 1 1-16,2 2-1 15,2-3 0-15,-2-5 0 16,5 0 0-16,-3-3 0 0,3-4 1 16,2 0 0-16,4-4 1 15,-4-5 0-15,-2 2 0 16,2-6 1-16,-2 1 0 15,3-1-1-15,-3 1 1 16,-5 2-1-16,-5 10-1 0,10-14 0 16,-10 14-1-16,0 0 1 15,0 0-2-15,-10 1 1 16,10-1-1-16,-10 20 1 0,5-10 0 16,3 3 0-1,-1-3 0-15,3 2 0 0,0-2 0 16,0-10 1-16,12 12 0 15,0-10 1-15,4-2 0 16,-2-2 2-16,1-5 1 0,5-4 1 16,-2-3 1-16,0 4 1 15,-6-5-1-15,0 2 1 16,-4-1-1-16,-3 3 0 0,-5 11-2 16,0-14 0-16,0 14-1 15,0 0-2-15,-8 0 0 16,8 0-2-16,-8 8 1 15,3-2-1-15,3 5 1 16,2 2 1-16,0-1-1 16,0 0 1-16,5 1-1 0,0-1 1 15,3 1-1-15,-3-2 1 16,-1 0 0-16,1-4 0 16,-5-7 0-16,0 15 1 0,0-15-1 15,-5 15 0-15,-4-10 0 16,-4 0-1-16,1 0-2 15,-9-2-2-15,7 1-4 0,-6-4-11 16,5 0-61-16,2 0-5 16</inkml:trace>
  <inkml:trace contextRef="#ctx0" brushRef="#br5" timeOffset="21603.25">24642 15781 407 0,'0'0'7'0,"0"0"4"0,0 0 2 15,0 0 0-15,0 0 2 0,0 0-1 16,0 0 2-16,0 0-1 15,0 0-15-15,8 0 0 16,-8 0 0-16,12 0 0 16,-2 0 0-16,7 0 0 15,-1 0 0-15,3 0 0 0,1 0 0 16,0 4 0-16,-5-2 0 16,2 2 0-16,-4 3 0 15,-4 0 0-15,-9-7 0 0,8 17 0 16,-8-8 0-1,-5 4 0-15,-5-1 0 0,-5 4 0 16,0-2 0-16,-5 2 0 16,0-2 0-16,1-1 0 0,1 1 0 15,3-3 0-15,5-3 0 16,10-8 0-16,-15 14 0 16,15-14 0-16,0 0 0 15,0 10 0-15,8-10 0 16,2 0 0-16,2 1 0 0,3-1 0 15,5 0 0-15,0 0 0 16,-1 0 0-16,-4 0 0 16,3 0 0-16,-1 0 0 15,-9 0 0-15,2 0 0 0,-10 0 0 16,0 0 0-16,10 6 0 16,-10-6 0-16,0 0 0 15,0 0 0-15,0 0 0 16,0 0 0-16,0 0 0 15,0 0 0-15,0 0 0 0,0 0 0 16,0 0 0-16,0 9 0 16,0-9 0-16,-13-6-73 15,13 6-20-15</inkml:trace>
  <inkml:trace contextRef="#ctx0" brushRef="#br5" timeOffset="22168.97">24985 15454 412 0,'0'0'7'0,"0"0"2"0,0 0 2 0,0 0-1 15,0 0 1-15,0 0 1 16,2 16 0-16,-2 9 0 15,0 10-6-15,-7 7-3 0,2 10-1 16,-5 10 0-16,-3 2 0 16,1 8-2-16,-3-1 0 15,3-2 0-15,0-1 0 16,1-6 0-16,2-2 0 16,4-8 0-16,5-5 0 0,0-11 0 15,12-3-3-15,1-11-7 16,8-2-20-16,15-13-55 15,-12-7-2-15</inkml:trace>
  <inkml:trace contextRef="#ctx0" brushRef="#br5" timeOffset="22786.04">25067 15805 447 0,'0'0'6'0,"0"0"2"0,0 0 1 15,0 0 1-15,7-3 1 16,-7 3 0-16,0 0-2 0,0 0-9 16,-7 0 0-16,7 0 0 15,-20 10 0-15,10 2 0 16,-3 6 0-16,6-1 0 16,-5 5 0-16,5 1 0 0,2-1 0 15,5-2 0 1,2 0 0-16,8-10 0 0,5 0 0 15,0-6 0-15,5-4 0 16,-3-3 0-16,3-8 0 16,-3-4 0-16,3-5 0 0,-5-8 0 15,-7-4 0-15,1-5 0 16,-6-8 0-16,-3-2 0 16,0-1 0-16,-8-2 0 15,-1 0 0-15,-4 5 0 0,6 10 0 16,-3 4 0-16,2 8 0 15,0 8 0-15,8 15 0 16,0 0 0-16,-9 10 0 16,9 15 0-16,0 9 0 0,0 8 0 15,0 8 0-15,2 5 0 16,3 4 0-16,2-2 0 16,-1-2 0-16,9-4 0 15,-11-8 0-15,12-3-4 0,1-6-84 16,-2-7-3-16</inkml:trace>
  <inkml:trace contextRef="#ctx0" brushRef="#br5" timeOffset="23336.07">25266 15979 479 0,'0'0'5'0,"0"0"2"15,0 0 1-15,-8-6 0 0,8 6-4 16,-5-11-4-16,5 11 0 16,0-11 0-16,0 11 0 15,10-13 0-15,-10 13 0 16,15-5 0-16,-3 3 0 15,-1 2 0-15,1 0 0 0,0 2 0 16,-4 3 0-16,-8-5 0 16,9 18 0-16,-6-8 0 15,-3 0 0-15,-7 1 0 16,0 2 0-16,-4-1 0 0,-3 1 0 16,1-3 0-16,3 0 0 15,0 0 0-15,6-3 0 16,4-7 0-16,-6 12 0 0,6-12 0 15,6 10 0-15,1-4 0 16,5-2 0-16,-2 1 0 16,2 0 0-16,3 0 0 15,-2 3 0-15,-1-3 0 0,-5 0 0 16,-7-5 0-16,11 12 0 16,-11-12 0-16,0 13 0 15,0-13 0-15,-18 9 0 16,6-2 0-16,-8-4 0 15,0 3 0-15,0-4 0 16,0-2-6-16,1-16-49 0,6 12-33 16,-4-6-2-16</inkml:trace>
  <inkml:trace contextRef="#ctx0" brushRef="#br5" timeOffset="23719.03">25060 15126 456 0,'0'0'3'16,"0"0"2"-16,0 0 1 15,12 0 2-15,1 10 0 16,8 5 1-16,7 13 1 0,9 5-4 16,6 14-6-16,6 10 0 15,1 10 0-15,-2 8 0 16,-7 7 0-16,-11 2 0 0,-2 3 0 16,-16 4 0-16,-12-1 0 15,-7 1 0-15,-19-1 0 16,-6-4 0-16,-10-2 0 15,-8-3 0-15,-7-3 0 16,-8-7 0-16,3-4 0 0,-5-14 0 16,10-4-75-16,5-10-16 15</inkml:trace>
  <inkml:trace contextRef="#ctx0" brushRef="#br5" timeOffset="25936.21">24361 11983 444 0,'0'0'5'0,"5"-13"0"0,-3 3 2 15,-2 3 0-15,0-3 0 16,0 10 0-16,-16-13 1 0,-2 13-1 16,-7 5-3-16,-5 13-3 15,-2 5 0-15,-3 13-1 16,5 5 0-16,3 7 0 0,10 7-1 16,7 1 0-16,7 4 0 15,9 2 0-15,6 2 0 16,5 3 0-16,3 2 0 15,2 4 1-15,-4-2 0 16,-1 6 0-16,-4 2 0 0,-6-2 0 16,-2 5 0-16,-5 0 0 15,-2 2 1-15,-6 0 1 16,-2 0 0-16,-9-2 0 16,3 0 2-16,-3-3 0 0,-4-2-4 15,1-3 0-15,1-5 0 16,0-1 0-16,0-10 0 15,9 0 0-15,-3-11 0 16,8-4 0-16,7-10 0 0,0-8 0 16,12-6 0-16,6-5 0 15,7-7 0-15,5-7 0 16,9 0 0-16,5-4 0 0,2-5 0 16,3-3 0-16,1 0 0 15,0-3 0-15,-4-2 0 16,0-4 0-16,-7 10-23 15,3-7-63-15,-12-4-3 16</inkml:trace>
  <inkml:trace contextRef="#ctx0" brushRef="#br5" timeOffset="26419.53">24679 12062 408 0,'0'0'6'0,"0"0"2"16,0 0 1-16,-5-9 0 0,5 9 2 16,-14 0-1-16,4 0 1 15,-3 9 0-15,-1 3-6 16,1 3-2-16,3 7-1 16,5 0-1-16,0 3 0 15,5 0 0-15,5-3-1 0,5-2 1 16,9-8 0-16,4-4 1 15,2-8 1-15,2 0 0 16,1-10 0-16,-3-10-1 0,0-2-2 16,-9-7 0-16,-3-4 0 15,-8-2 0-15,-5 3 0 16,-5 0 0-16,-12 4 0 0,-1 11 0 16,-4 2 0-16,-3 15 0 15,0 4 0-15,2 17 0 16,2 1-19-16,3 16-65 15,4 6-1-15</inkml:trace>
  <inkml:trace contextRef="#ctx0" brushRef="#br5" timeOffset="26854.69">24642 12589 430 0,'0'0'5'0,"0"0"1"0,0 0 1 16,0 0 0-16,-5-10 1 15,5 10-1-15,-13 0 1 0,13 0-1 16,-14 5-4-16,6 5-2 15,4 3-1-15,1 1 0 16,3 1 0-16,3 0-1 16,6 0 1-16,7-5 1 0,8 0-1 15,-2-7 1-15,8-3 0 16,0 0 1-16,-5-13 0 16,0-2 0-16,-3-2 0 15,-5-4 1-15,-9 0-1 0,-6-4 1 16,-2 0-1-16,-10 3 0 15,-7 1-2-15,-3 9-2 16,-5 5-1-16,0 7-4 16,-2 3-4-16,5 12-13 0,-3 18-54 15,10-10-7-15</inkml:trace>
  <inkml:trace contextRef="#ctx0" brushRef="#br5" timeOffset="27303.26">24712 12946 425 0,'0'0'4'0,"0"0"0"0,-11 0 2 16,11 0-1-16,-12 5 1 15,2 0 1-15,3 5-1 0,-3 2 0 16,3 3-2-16,2 0-2 16,5 7-2-16,0 1 1 15,0-1-1-15,5 0 0 0,4-5 1 16,9 1-1-16,-1-6 2 15,6-7-1-15,-1-2 2 16,0-3 0-16,-2-8 1 16,3-7 0-16,-6-2 0 15,-7-5 1-15,-2-2-1 0,-6 3 0 16,-2-4-4-16,-10 2 0 16,-3 4 0-16,-9 5 0 15,2 6 0-15,-2 8-9 16,-1 2-13-16,2 12-62 0,-2 3-3 15</inkml:trace>
  <inkml:trace contextRef="#ctx0" brushRef="#br5" timeOffset="27535.83">24722 13407 474 0,'0'0'1'0,"0"0"0"0,0 0 0 16,0 12 1-16,0-4-1 15,0 4 1-15,0 5 1 0,0 5 0 16,0 3 0-16,0 5 0 16,2 5-3-16,-2-6-5 15,3 7-11-15,-3 3-49 16,0-14-18-16</inkml:trace>
  <inkml:trace contextRef="#ctx0" brushRef="#br5" timeOffset="28202.72">24893 11861 359 0,'0'0'6'15,"0"0"3"-15,0 0 1 16,0 0 1-16,8 0 1 15,1 0 0-15,6 0 1 0,0 0 0 16,6 0-4-16,-2 5-3 16,8 5-1-16,1 10-2 15,-1 4 1-15,1 6-2 16,-6 11 1-16,0 5 0 16,-2 11-1-16,-6 7 1 0,-1 6-1 15,-5 4 1-15,-4 7-1 16,-1 6 0-16,-1 2 0 15,1 0 0-15,-3 2 1 16,0-5-2-16,2 0 1 0,4-4-1 16,-1-3 0-16,2-4 0 15,3-6 0-15,0-5 0 16,0 3 1-16,2-10-2 0,-4-8 0 16,-1-1 0-16,3-6 0 15,-5-8 0-15,-3-2 0 16,1-7 0-16,-3-2 0 15,0-6 0-15,0-2 0 0,-5-2 0 16,0-6 0-16,5-7 0 16,-12 14 0-16,12-14 0 15,-13 8 0-15,13-8 0 16,-15 10 0-16,15-10 0 16,-17 7 0-16,17-7 0 0,-20 5 0 15,5 0 0-15,0 1 0 16,-5-2 0-16,-5 1 0 15,-2 5 0-15,-8-3 0 0,0 11 0 16,-4 9-73-16,4-12-14 16</inkml:trace>
  <inkml:trace contextRef="#ctx0" brushRef="#br5" timeOffset="32452.68">23405 16540 357 0,'0'0'6'0,"0"0"2"15,0 0-1-15,0 0 0 16,0 0-1-16,0 0 1 15,0 0 0-15,-5 3 2 0,5 9-6 16,-3 6-1-16,1 7 2 16,0 1 2-16,-1 6 1 15,1 4-1-15,2 1-1 16,2-3 0-16,5 1 0 16,5-6 0-16,9-1-2 15,-5-6-1-15,12-1 0 0,-1-10 0 16,6-3-1-16,1-3 1 15,4-5-1-15,2-3 1 16,-3-4-2-16,0-3 1 0,-5 0 0 16,0-5 0-16,-2 0 0 15,-7 1 0-15,0-1-1 16,-7 5 1-16,-3-2 0 16,-1 2-1-16,-1 2 0 0,1 2 1 15,-2 2-1-15,3 1-1 16,-4 3 1-16,3 0 0 15,6 0 0-15,2 3 0 16,0 4 0-16,5 4 0 0,0 3 0 16,5-2 0-16,-5 9 0 15,-1 1 0-15,1-2 0 16,-5 2 0-16,-3 3 1 16,-2-3-1-16,-5 0 0 0,-2-2 1 15,-4 0-1-15,2-5 1 16,-6 3-1-16,2-7 1 15,-2-3-1-15,0-8 1 16,2 13 1-16,-2-13 0 0,0 0 0 16,0 0 0-16,0-6 0 15,0 6-1-15,-4-19 1 16,1 6-1-16,3-4 0 16,0-3-2-16,0 2 1 15,3-3 0-15,1-4 0 0,8 2-1 16,4 1 0-16,1 0 0 15,0 0 0-15,9 1 0 16,-1 5 0-16,4 3 0 0,4 3 0 16,-1 2 1-16,3 5-1 15,-1 3 1-15,3 3 0 16,-2 8-1-16,5-4 1 16,-5 8 0-16,0-1 0 0,-5 4 1 15,-5-3-1-15,-1 2 0 16,-2 0 0-16,-4-4 0 15,-3 1 0-15,2-3 1 16,-2-4-1-16,0-2 1 16,2-3-1-16,1-2 0 0,-1 0 1 15,3-7-1-15,-2-3 1 16,6 0-1-16,-11-4 1 16,6-3 0-16,-4-4-1 15,-4 2 0-15,4-4 1 0,-6 0-1 16,1 1 0-16,-4-2 1 15,1 4-2-15,-5 3-2 16,1 1-4-16,-3 4-11 16,-5 0-57-16,5 12-11 0</inkml:trace>
  <inkml:trace contextRef="#ctx0" brushRef="#br5" timeOffset="33735.98">23812 17499 406 0,'0'0'7'0,"0"0"3"15,0 0 3-15,5-7 1 16,-5 7 0-16,0 0 0 16,0 0 0-16,0 0 1 15,0 0-11-15,0 0-4 0,8 7 0 16,-8 3 0-16,0 5 0 15,0-1 0-15,-3 6 0 16,1-2 0-16,-1 4 0 16,-2 3 0-16,5-25-5 15,-5 27-18-15,0 3-40 0,3-5-23 16,-5 24-3-16</inkml:trace>
  <inkml:trace contextRef="#ctx0" brushRef="#br5" timeOffset="34152.86">23628 17462 300 0,'0'0'8'16,"0"0"6"-16,0 0 2 15,0 0 1-15,0 0 3 16,0 0 0-16,0 0 1 0,0 0 1 16,0 0-6-16,0 0-4 15,11 0-3-15,-4 0-1 16,7-3 0-16,2 0-1 16,-2 3-1-16,9-2-1 0,-3 0-3 15,7-1-2-15,-5 2 0 16,3-3 0-16,2 0 0 15,1 1 0-15,-3-3 0 16,-3 2 0-16,3 1 0 16,-3 2 0-16,-4-2 0 0,-1 0 0 15,-4 1 0-15,-6 2 0 16,-7 0 0-16,10-3 0 16,-10 3 0-16,0 0 0 0,0 0 0 15,0 0-63-15,-5 5-25 16,5-5-1-16</inkml:trace>
  <inkml:trace contextRef="#ctx0" brushRef="#br5" timeOffset="34603.04">24088 17648 453 0,'0'0'5'0,"0"0"1"0,0 0 3 16,0 0 1-16,-10-8 0 16,10 8 0-16,0-10-2 15,0 10-8-15,2-7 0 16,-2 7 0-16,13-11 0 0,0 7 0 15,-4 4 0-15,1-3 0 16,5 3 0-16,-3 0 0 16,4 0 0-16,-4 6 0 15,1 1 0-15,-4 4 0 0,-2 0 0 16,1 4 0-16,-8 0 0 16,0 2 0-16,0 1 0 15,0 0 0-15,-8-2 0 16,-1 1 0-16,2-4 0 0,-4-1 0 15,4 0 0-15,0-1 0 16,7-11 0-16,-3 9 0 16,3-9-3-16,10 4-67 15,5-8-18-15</inkml:trace>
  <inkml:trace contextRef="#ctx0" brushRef="#br5" timeOffset="35103.03">24396 17318 447 0,'0'0'6'16,"0"0"1"-16,0 0 2 0,0 0 1 16,0-12 0-16,0 2 0 15,5 0 2-15,5 0-12 16,2 1 0-16,4 1 0 15,0 0 0-15,5 6 0 16,-7 2 0-16,-3 0 0 0,-11 0 0 16,12 5 0-16,-12-5 0 15,7 13 0-15,-7-13 0 16,2 16-3-16,-2-8 0 16,0 2 1-16,-4 0 1 15,-1 2 0-15,0-5 0 16,0 3 1-16,-2 0 0 0,4 1-1 15,0 1 1-15,-2-2 1 16,5-3-1-16,0 1 0 16,0-8 0-16,3 17 1 0,-3-17-1 15,15 12 1-15,-5-8-1 16,-1 2 0-16,0 1 0 16,0-3 0-16,-2 2 0 15,-7-6 1-15,16 8-1 0,-16-8 1 16,0 12 0-16,0-12 0 15,-13 13 1-15,-2-11-1 16,-2 3 1-16,0 0-2 16,-6 2-4-16,0 1-35 0,4-4-43 15,-4 2-4-15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3:40:24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14606 8846 421 0,'0'0'5'0,"0"0"3"15,2-15 2-15,-2 15 1 16,6-7 1-16,-6 7-1 16,0 0 0-16,0 0 1 0,7 5-6 15,-7 15-2-15,0 9-4 16,0 6 0-16,3 5 0 16,-1 8 0-16,1 0 0 15,1-1 0-15,-2 3 0 0,1-8 0 16,1-2 0-16,-4-8 0 15,0 2-18-15,0-11-20 16,-9-6-45-16,9-5-3 16</inkml:trace>
  <inkml:trace contextRef="#ctx0" brushRef="#br0" timeOffset="216.24">14785 8813 423 0,'0'0'5'0,"0"0"1"15,0-7 1-15,0 7 1 16,0 0 0-16,0 0 0 16,13 0 1-16,-11 15 1 15,6 10-5-15,-1 7-1 0,-2 8 0 16,5 5-2-16,-3 6 0 16,1 2-4-16,1-2-7 15,-3-6-11-15,1-8-42 16,-2 3-20-16,-2-8-5 0</inkml:trace>
  <inkml:trace contextRef="#ctx0" brushRef="#br0" timeOffset="400.03">14578 9191 378 0,'0'0'5'0,"0"0"0"16,0 0 0-16,9-6 2 0,-2-1 0 15,5 3 1-15,6-7 0 16,9 4-6-16,3-6-34 16,5 1-39-16,2 5-4 15</inkml:trace>
  <inkml:trace contextRef="#ctx0" brushRef="#br0" timeOffset="732.95">15026 9088 443 0,'0'0'3'0,"-9"6"0"16,-4-1 0-16,5 4 1 15,-4 1-1-15,2 8 1 16,-2-3 0-16,2 8 0 16,4-4-2-16,6 3-1 0,6-5 0 15,6 2 0-15,8-5 1 16,0-4 0-16,5-9 0 15,2-1 1-15,3-1 1 16,-3-9 0-16,-4-4 1 0,-1-5-1 16,-9 0 1-16,-6-3-1 15,-5-3-4-15,-7 0 0 16,-8 2 0-16,-3 4 0 16,-5 4 0-16,0 5 0 0,-4 3 0 15,0 2-7-15,4 5-14 16,0 1-20-16,5 7-43 15,7 2-1-15</inkml:trace>
  <inkml:trace contextRef="#ctx0" brushRef="#br0" timeOffset="1549.65">15292 9094 468 0,'0'0'3'0,"0"0"-1"15,0 0 1-15,0 0-1 16,0 0 0-16,-2 7 0 16,2 3 0-16,0 0 0 15,2 5-3-15,1 0 1 0,4 2 0 16,-2 3 0-16,0-3 0 15,-1 0 0-15,2-1 0 16,-3-4 1-16,-3-12-1 0,3 12 0 16,-3-12 0-16,0 0 0 15,4-7 0-15,-4-5-1 16,2-9 2-16,-2-1-1 16,3-4 0-16,-1-2 1 0,3 3-1 15,-5-2 0-15,6 9-1 16,-6 1-1-16,2 7 1 15,-2 10-1-15,12 0 0 0,-5 5 1 16,6 10-1 0,-3 3 0-16,0 1-1 0,3 1 0 15,-1 3-1-15,-3-6-1 16,2-1-1-16,-4-3 2 16,-7-13 0-16,12 10 1 15,-12-10 1-15,16-5 2 0,-7-7 1 16,2-5 1-16,-2-5 0 15,1 1 0-15,1-3-1 16,1 4 0-16,-5 3 1 16,-2 1-1-16,-1 7-1 0,-4 9-1 15,0 0 1-15,0 0 0 16,0 7-1-16,0 6 0 16,0 1 0-16,0 1-1 0,4 2 2 15,1-1-1-15,4-4 1 16,3-2 0-16,4-7 0 15,4-3 2-15,2 0 0 16,0-11 1-16,1-3 0 0,-2-4 0 16,0-4 1-16,-4 0 0 15,-4-1-1-15,-6 1 0 16,-7 5-1-16,0 2 0 16,-7 5-1-16,-6 10 0 15,-4 0-1-15,0 12 0 0,-1 8-1 16,6-1 0-16,-1 6 0 15,6 3 1-15,7-1-1 16,0-2 1-16,7-5 0 0,11 0-1 16,7-9-1-16,5-2-7 15,9-9-35-15,3 0-34 16,3-6 0-16</inkml:trace>
  <inkml:trace contextRef="#ctx0" brushRef="#br0" timeOffset="2101.07">16199 8861 476 0,'0'0'5'0,"0"0"0"0,0 0 0 0,0 0 0 16,0 0 0-16,-3 17 0 15,-1 5 0-15,4 6-5 16,0 12 0-16,0 6 0 16,0 9 0-16,4 4 0 15,4 1 0-15,2-3 0 0,0-1 0 16,-3-6 0-16,3-2 0 15,-4-9 0-15,-4-7 0 16,-2-7 0-16,0-8 0 16,0-7 0-16,0-10 0 0,-18-3 0 15,6-11-3-15,-3-11 1 16,0-6 1-16,0-12 0 16,3-9 1-16,0-5 0 15,1-10 1-15,6 0-1 0,3 0 1 16,2 3-1-16,10 2 1 15,3 10-1-15,1 10-1 16,4 2 0-16,3 16 0 0,5 6 0 16,1 12 0-16,0 6 0 15,1 13 1-15,-1 7-1 16,-6 8-1-16,-5 4 1 16,-8 3-2-16,-8-1-1 15,-5 3-1-15,-14-7-5 0,1 0-6 16,-10-15-14-16,-2 2-49 15,8-5-1-15</inkml:trace>
  <inkml:trace contextRef="#ctx0" brushRef="#br0" timeOffset="2416.42">16487 8841 411 0,'0'0'5'0,"0"0"0"0,0 0 0 0,-3 10 1 16,3-10 0-16,-14 17-1 15,4-3 0-15,0 4 1 16,0 0-5-16,3 2 0 16,7-3 0-16,0 3-1 15,7-2 1-15,7-7 0 0,7-1 0 16,4-7 0-16,2-3 1 16,1-3 0-16,2-7 2 15,-3-7 0-15,-8-2 1 0,-3-2 0 16,-7-2-1-16,-6-1 0 15,-8 5-1-15,-11 1 0 16,-5 6-4-16,-4 4-4 16,-5 6-10-16,5 2-25 15,0 8-41-15,3 1-1 0</inkml:trace>
  <inkml:trace contextRef="#ctx0" brushRef="#br0" timeOffset="2750.1">16887 8779 425 0,'0'0'4'0,"0"0"1"15,-15 0 0-15,0 0 1 0,-2 3 0 16,-3 2 1-16,-2 2-1 16,-3 3 1-16,3-1-5 15,4 7-1-15,3-4 0 16,11 5-1-16,1-1-1 15,6-2 1-15,6 1-1 0,9-2 1 16,-1-1 0-16,5-2 1 16,3-1-1-16,-2-3 1 15,-1 1 0-15,-4-2-1 0,-4 0 1 16,-3 0 0-16,-11-5 1 16,0 10-1-16,-6-5 0 15,-11-1-1-15,-3-1 0 16,-2 1-5-16,-1-4-7 15,-2 3-17-15,8-3-50 0,0 0 0 16</inkml:trace>
  <inkml:trace contextRef="#ctx0" brushRef="#br0" timeOffset="2934.01">17091 8672 467 0,'0'0'5'0,"0"0"1"16,0 0 0-16,0 0 0 15,0 0 0-15,0 0 1 16,0 18 1-16,0-3-8 0,5 12 0 16,0 0 0-16,3 6 0 15,-1 4 0-15,-2 0-4 16,2-7-16-16,-2-8-39 0,1 5-25 16,-4-9-2-16</inkml:trace>
  <inkml:trace contextRef="#ctx0" brushRef="#br0" timeOffset="3133.05">17133 8574 428 0,'0'0'6'0,"0"0"1"16,0 0 1-16,0 0 1 0,0-13-2 16,0 13 0-16,0 0 1 15,0 7 0-15,1 6-5 16,8 5-3-16,-6 1-1 15,4 8-2-15,0 3-4 16,4 5-13-16,-4 9-48 0,-2-11-13 16</inkml:trace>
  <inkml:trace contextRef="#ctx0" brushRef="#br0" timeOffset="3916.3">16877 8843 435 0,'0'0'6'0,"0"0"2"15,0 0 1-15,0 0 0 0,0 0-1 16,0 0 0-16,5 3 1 15,-5-3-1-15,8 15-5 16,-1-2-3-16,-2 1-2 0,5 4-3 16,-5 1-4-16,5 3-8 15,-5-6-15-15,-5 3-50 16,2-1-1-16</inkml:trace>
  <inkml:trace contextRef="#ctx0" brushRef="#br0" timeOffset="4234.03">17022 8876 434 0,'0'0'4'0,"0"0"1"0,2-10 0 16,-2 10 0-16,14-13 1 15,-3 9-1-15,3-4 0 16,4-2-8-16,7 5-21 0,3 0-53 15,-2-3-2-15</inkml:trace>
  <inkml:trace contextRef="#ctx0" brushRef="#br0" timeOffset="4399.74">17327 8754 401 0,'0'0'4'16,"0"0"1"-16,0 0 3 15,0 0 1-15,-4 18 0 16,0-8 1-16,4 4-1 0,0 2 2 15,0 3-4-15,0 1-2 16,4 3-4-16,0-6-6 16,6 2-17-16,2-1-55 15,-4-6-2-15</inkml:trace>
  <inkml:trace contextRef="#ctx0" brushRef="#br0" timeOffset="4682.93">17436 8769 443 0,'0'0'2'0,"0"0"0"0,-7 10 1 15,7-10 0-15,-7 17 1 16,4-4-1-16,1-1 1 16,2 5 1-16,7-4-1 0,7 2-1 15,7-5 0-15,1-4 0 16,6-2 0-16,4-4 0 15,0-4 0-15,-2-2 0 16,0-7 1-16,-8-1 0 0,-7-4-1 16,-3-1 0-16,-12-1 0 15,-7 4-3-15,-8 2 0 16,-5 3-9-16,-8 4-14 16,-3 6-58-16,5 1-4 0</inkml:trace>
  <inkml:trace contextRef="#ctx0" brushRef="#br0" timeOffset="5016.62">17792 8751 455 0,'0'0'3'0,"0"0"-1"16,0 0 1-16,0 0 0 16,0 0 0-16,0 0 1 0,5 6 0 15,-5-6 0-15,7 15-2 16,-2-5 0-16,1 0 0 15,-2-1-1-15,-4-9 0 16,10 11 1-16,-10-11 0 0,15 0-1 16,-5-8 1-16,2-4-1 15,6-4 1-15,-1-1-1 16,3-3 0-16,3 0 0 16,-4 2-1-16,-1 2-1 15,-1 6 1-15,-2 3-1 0,-6 4 1 16,2 3 0-16,-11 0 0 15,17 15-1-15,-12-2-1 16,1-1-6-16,3 2-11 16,-4 2-60-16,7-4-4 0</inkml:trace>
  <inkml:trace contextRef="#ctx0" brushRef="#br0" timeOffset="5349.9">18291 8613 457 0,'0'0'4'0,"-7"3"3"15,7-3 0-15,0 0 2 16,-13 0 1-16,13 0 0 16,0 0-3-16,13-3-7 15,6-3 0-15,8-2 0 16,14 2 0-16,1-1 0 0,13-3 0 15,4 0 0-15,4-2 0 16,1 5 0-16,5-2 0 16,-4 0 0-16,-5-1 0 15,-10 3 0-15,-11-4 0 0,-4 9 0 16,-14 2 0-16,-5-5 0 16,-16 5 0-16,0 0 0 15,-16 3 0-15,0-3 0 0,-4 0-72 16,-2 4-19-16</inkml:trace>
  <inkml:trace contextRef="#ctx0" brushRef="#br0" timeOffset="5649.75">18863 8328 401 0,'0'0'6'0,"0"0"2"16,0 0 2-16,7-10 1 0,0 10 0 15,9 0 0-15,1 0 1 16,3 3 1-16,7 4-6 16,3 6-3-16,5 2 0 15,4-1-2-15,0 6 0 16,0 3 0-16,-7 1-1 0,-2 3 0 16,-11 3 2-16,-6 5-1 15,-13-1-2-15,-13 6 0 16,-14-2 0-16,-8-1 0 0,-4 0 0 15,-3-3 0-15,1-1 0 16,-2-9 0-16,17 6-2 16,19-10-82-16,-6-5-3 15</inkml:trace>
  <inkml:trace contextRef="#ctx0" brushRef="#br0" timeOffset="6382.43">19936 8028 476 0,'0'0'4'0,"0"0"1"0,0 0 0 0,0 0 0 0,-8-2 0 16,-1 4 1-16,-4 13-1 15,-2 5-5-15,-6 10 0 16,5 5 0-16,-2 6 0 0,6 1 0 15,5 3 0-15,5-2 0 16,2-6 0-16,7-7 0 16,7-8 0-16,7-7 0 15,4-5 0-15,2-10 0 0,0 0 0 16,2-18 0-16,-1-2 0 16,-1-9 0-16,-2-9 0 15,-7-1 0-15,-6-11 0 16,-7-1 0-16,-5-4 0 15,-5 5 0-15,-13 5 0 0,-6 6 0 16,-6 12 0-16,1 9 0 16,-12 13 0-16,6 5 0 15,3 13 0-15,2 6 0 0,9 8 0 16,8 3 0-16,6 5 0 16,7-3 0-16,14 1 0 15,11-4 0-15,10-1 0 16,5-9 0-16,4-2 0 15,6-4 0-15,4-11 0 0,-4 1 0 16,-2-3-39-16,-4-3-47 16,-3-9-2-16</inkml:trace>
  <inkml:trace contextRef="#ctx0" brushRef="#br0" timeOffset="6666.61">20457 8053 470 0,'0'0'4'16,"0"0"0"-16,0 0 1 0,0 0 1 15,11-4-1-15,2-2 0 16,6 1 1-16,3-2-3 16,5-2-10-16,9 3-27 15,1 1-48-15,-5 2-3 16</inkml:trace>
  <inkml:trace contextRef="#ctx0" brushRef="#br0" timeOffset="6816.7">20475 8222 451 0,'0'0'4'0,"0"0"2"0,0 0 1 16,0 0 1-16,6-8 1 15,8 3-1-15,8-3 1 16,8-4 0-16,13 2-11 0,3-8-15 16,9 4-64-16,5-3-4 15</inkml:trace>
  <inkml:trace contextRef="#ctx0" brushRef="#br0" timeOffset="7167.52">21330 7776 472 0,'0'0'2'0,"0"0"-1"0,0 0 2 16,-5 10 0-16,0 3-1 15,0 4 2-15,-2 2 0 16,2 6 1-16,-2 1-1 16,4 7-1-16,3 0 0 0,3-1 0 15,6-5-1-15,11 0-2 16,2-9 0-16,5-3 0 16,8-11 0-16,6-4 0 15,-2-9 0-15,3-11 0 0,-4-8 0 16,-1-4 0-16,-7-7 0 15,-8-5 0-15,-9 1 0 16,-13 3 0-16,-13 6 0 16,-15 11 0-16,-14 11 0 15,-13 12 0-15,-9 10 0 0,-10 22-85 16,9 13-1-16</inkml:trace>
  <inkml:trace contextRef="#ctx0" brushRef="#br0" timeOffset="10270.06">19886 8838 111 0,'0'0'5'0,"0"0"7"16,0 0 3-16,5 0 5 15,10 0 4-15,5 0 2 16,17-7 1-16,15-5 1 16,18-8-3-16,24-7-4 15,21-6-4-15,24-5-4 0,15-3-2 16,10-3-1-16,10 0-2 16,0 1-3-16,-2 6 0 15,-14 5-2-15,-18 4 0 16,-13 3-1-16,-23 8 1 0,-17 5 1 15,-25 2 3-15,-20 5 0 16,-12-1-1-16,-13 5-3 16,-17 1-17-16,9 12-55 0,-18-5-2 15</inkml:trace>
  <inkml:trace contextRef="#ctx0" brushRef="#br0" timeOffset="13240.11">20112 9309 375 0,'0'0'8'0,"0"0"2"0,0 0 1 15,0 0 1-15,0 0 1 16,-17-8 0-16,9 8 1 0,-4 3 0 16,-6 7-7-16,2 0-2 15,-5 4-2-15,7 10-1 16,1-5-1-16,3 1 0 15,3 3-1-15,5-4 0 0,4-2-1 16,5-2 1-16,11-8 1 16,1-4-1-16,9-3 0 15,-1-7 1-15,1-11 1 16,-1-2 1-16,1-4 0 16,-4-6 1-16,-7-5 0 0,-2-7 1 15,-5-2-5-15,-7-3 0 16,-3 0 0-16,-10-3 0 15,-8 5 0-15,4 3 0 16,-4 9 0-16,0 7 0 0,-1 8 0 16,8 16 0-16,4 12 0 15,7 15 0-15,3 11 0 16,7 9 0-16,7 10 0 0,3 4 0 16,5 3 0-16,2-2 0 15,8-1 0-15,-5-9 0 16,5-9-51-16,-3-3-36 15,-2-7-2-15</inkml:trace>
  <inkml:trace contextRef="#ctx0" brushRef="#br0" timeOffset="13599.65">20487 9245 481 0,'0'0'4'0,"0"0"1"0,0 0 0 16,0 0 0-16,0 0 1 15,0 12-1-15,0 3-5 16,6 7 0-16,-1 3 0 16,0 2 0-16,4 8 0 0,-2-3 0 15,4 4-14-15,-4 3-61 16,5-12-11-16</inkml:trace>
  <inkml:trace contextRef="#ctx0" brushRef="#br0" timeOffset="14399.96">20395 9319 398 0,'0'0'7'0,"0"0"2"0,-7-7 3 16,7 7 2-16,-10-5 1 16,10 5 0-16,-10-8 1 15,10 8 0-15,0 0-7 16,0 0-9-16,0-7 0 0,0 7 0 15,18-7 0-15,-6 7 0 16,3-3 0-16,0 3 0 0,2 0 0 16,1 0 0-16,-1 7 0 15,-2 3 0-15,-5 3 0 16,-3-1 0-16,-2 6 0 16,-5 3 0-16,-2 2 0 0,-6 2 0 15,-4 4 0-15,-3-1 0 16,-5-1 0-16,3 0 0 15,2-5 0-15,0 1 0 16,8-8 0-16,1-3 0 16,6-12 0-16,0 0 0 0,16 5 0 15,6-10 0-15,3-5 0 16,7-2 0-16,3-3 0 16,7-2 0-16,-3 2 0 15,4-3 0-15,-8 6 0 0,-6 2 0 16,-3 5 0-16,-9 3 0 15,-4 2 0-15,-13 0 0 16,5 4 0-16,-5-4 0 0,-5 8-36 16,-4 2-51-16,2 0-3 15</inkml:trace>
  <inkml:trace contextRef="#ctx0" brushRef="#br0" timeOffset="14999.79">20244 10035 460 0,'0'0'4'0,"0"0"1"0,-5-15 0 16,5 15 1-16,-10-10 1 0,1 3-1 15,-2 4 0-15,-3 3 0 16,-2 6-3-16,-1 6-2 16,-1 7 1-16,4 1-2 0,1 10 0 15,3-3-2-15,3 3 2 16,7-3-1-16,5-5 1 16,5-4 0-16,5-5-1 15,7-9 1-15,3-4 1 0,0-10-1 16,0-7 3-16,0-5-3 15,-6-6 0-15,1-6 0 16,-8-1 0-16,-1-10 0 16,-6 1 0-16,-3 2 0 15,-2-3 0-15,-2 11 0 0,-3 4 0 16,0 6 0-16,-1 7 0 16,6 17 0-16,0 0 0 0,-4 25 0 15,6 3 0-15,9 6 0 16,3 9 0-16,4-3 0 15,6 9-28-15,1-10-59 16,2-1-2-16</inkml:trace>
  <inkml:trace contextRef="#ctx0" brushRef="#br0" timeOffset="15416.61">20552 9988 456 0,'0'0'5'15,"-10"-6"1"-15,10 6 1 0,-14-8 2 16,14 8-1-16,-16-16 1 16,11 7 0-16,5-2-7 15,0 2-2-15,10-2 0 16,6 1 0-16,3 3 0 0,1 2 0 16,0 3 0-16,-1 2 0 15,-3 0 0-15,-3 5 0 16,-3 8 0-16,-6-1 0 0,-4 2 0 15,0 4 0-15,0-3-4 16,0 0 2-16,0 2 0 16,0-2 0-16,0-3 1 15,0-2-1-15,5 0 0 0,2-3-1 16,6 4 1-16,-1-4-1 16,-2-3 0-16,3 1 0 15,-3-2 0-15,-3 3 1 16,-7-6 0-16,13 8 2 0,-13-8-1 15,-3 11 1-15,-7-4 0 16,-5 0 1-16,-2-1-1 16,-3-1 1-16,-5 0-1 15,3-3-3-15,-3-2-10 16,10-15-52-16,-3 5-16 0</inkml:trace>
  <inkml:trace contextRef="#ctx0" brushRef="#br0" timeOffset="16049.8">20930 9319 354 0,'0'0'6'0,"0"0"4"0,-5-7 1 16,5 7 4-16,0-11-1 15,0 11 2-15,0-14 0 0,0 14 1 16,0-18-6-16,0 18-2 16,8-14-3-16,-8 14-2 15,14-15 0-15,-3 7-2 16,-2 1 0-16,3 0-1 0,4 4 0 16,-4-2-1-16,6 2 1 15,-6 3-1-15,-2 0 0 16,5 0 0-16,-1 8 0 0,-1-3 1 15,1 3-1-15,4-4 0 16,-3 4 1-16,3-3-1 16,-2-5 1-16,2 0 0 15,2 0-1-15,0-7 1 0,-3-3 0 16,4 0-1-16,-7-5 2 16,4 0 1-16,-6-2-3 15,-2-1 0-15,-2 1 0 16,-3-1 0-16,-5 4 0 15,0 1 0-15,0 3 0 0,0 10 0 16,-3-12 0-16,3 12 0 16,0 0 0-16,-10 0 0 15,10 5-6-15,0-5-37 0,-5 17-42 16,5 0-3-16</inkml:trace>
  <inkml:trace contextRef="#ctx0" brushRef="#br0" timeOffset="16618.25">20925 9801 392 0,'0'0'6'15,"0"0"2"-15,0 0 3 0,0 0 0 16,-8-8 1-16,8 8 0 16,-2-11 1-16,2 11-1 15,0-17-5-15,10 9-3 16,2-2-1-16,0 0-2 15,6 4 0-15,5-4 0 0,-3 2 0 16,4 2-1-16,1 2 0 16,-2 2 0-16,-2 0 0 15,0 2 1-15,-3 2-1 16,-4 3-1-16,0 0 1 0,-1 2 0 16,-1-1 0-16,-1-5 0 15,1 5 1-15,-2-6-1 16,5 0 0-16,-1 0 0 15,2-6 1-15,-2-1-1 16,4-4 1-16,2-3-1 0,-5 2 1 16,3-6-1-16,-2 4 1 15,0-6 1-15,-6 3-1 16,-1-1 1-16,-1-2 0 0,-3 3 0 16,-2 3 0-16,-3 1-2 15,0 1 0-15,0 4 0 16,0 8 0-16,0-10 0 0,0 10-9 15,0 0-13-15,0 0-60 16,0 0-3-16</inkml:trace>
  <inkml:trace contextRef="#ctx0" brushRef="#br0" timeOffset="17066.43">21683 8876 469 0,'0'0'3'0,"0"0"1"15,0 0 0-15,0 0 0 16,0 0 1-16,-8 6-1 15,1 8 1-15,2 0-1 16,-3 4-1-16,3 1-2 0,3 6 0 16,2 0 0-16,5-3 0 15,8 1 1-15,4-8-2 16,5-5 0-16,2-6 0 16,5-4 0-16,1-4 0 0,-6-12 0 15,0-1 0-15,-1-5 0 16,-8-8 0-16,-7 1 0 15,-8 1 0-15,-2-1 0 16,-14 1 0-16,-4 9 0 0,-10-1 0 16,4 15 0-16,-7 5 0 15,3 5 0-15,1 12 0 16,8 13-21-16,4 1-64 16,5 9-4-16</inkml:trace>
  <inkml:trace contextRef="#ctx0" brushRef="#br0" timeOffset="17449.64">21720 9526 472 0,'0'0'3'0,"0"0"-1"16,0 0 1-16,0 0 1 16,-10 0-1-16,10 0 0 0,-10 18 1 15,2-5-1-15,3 4-2 16,1 3 0-16,4 3-1 16,0-2 1-16,13-1-1 15,-1-2 0-15,5-4 1 0,7-8-1 16,4-3 1-16,-1-6 0 15,3-7-1-15,-2-8 2 16,-3-4-1-16,-6-5 0 16,-8-5 1-16,-7-4 0 15,-6 3-2-15,-8 3 0 0,-12 2 0 16,-3 6 0-16,-5 8 0 16,-2 11-9-16,-8 3-73 15,5 10-2-15</inkml:trace>
  <inkml:trace contextRef="#ctx0" brushRef="#br0" timeOffset="36150.01">4806 11896 260 0,'0'0'0'0,"0"0"0"0,0 0 0 0,0 0 0 16,0 0 2-16,0 12-1 16,0-12 0-16,13 12 0 15,-5-2 0-15,1 0 1 16,1 0-1-16,8 2 1 0,-3 2-2 15,4 1 1-15,-1-2-1 16,4 5 1-16,0-3 0 16,6 1-1-16,7 0 1 0,-3-1 1 15,11-3-1-15,-6 6-1 16,8-6 1-16,2 3-1 16,5-5 0-16,-3 4-1 15,-1-4 0-15,3 4-1 0,-1-6 1 16,8 7 0-16,-3 1 1 15,-1-7 0-15,5 9 0 16,-1-8 1-16,1 2 2 16,-1-5-2-16,6 6 0 0,-4-11 1 15,-5 1 0-15,7-1 0 16,-5 1 0-16,8-3 3 16,-3 0-2-16,5 0 2 15,-3-3 1-15,1 1 0 0,4-3-1 16,-5-1 2-16,4-1-2 15,2-2-1-15,-8-4-1 16,5 1 0-16,-1-3-1 16,1 0-1-16,-1-5 0 0,-4 3-1 15,5-2 1-15,-7-2-1 16,-3 1 1-16,-1-2-1 16,-1 2 0-16,5-2 1 15,-3 0-1-15,0-3-1 0,-2 3 1 16,-1-6 0-16,-1 1 0 15,-3-2 0-15,-4-1 0 16,-3 0 0-16,-6-2 1 0,0 0 1 16,-4-1 3-16,-1-4 0 15,-5 3 2-15,1-1 2 16,-6-2 0-16,-2 2 1 16,0-2-1-16,-3 2 0 15,-2-5-2-15,-3 6-1 0,1-4-1 16,-6 1-1-16,1-2-1 15,-6-1 0-15,4-2-1 16,-6 2 0-16,-4-2 1 16,2-2-2-16,-5 2 0 0,0-3 1 15,-1 5 0-15,-2 1 1 16,0-4-1-16,3 4 1 16,-1-1 0-16,-2 1 0 15,0 1 0-15,1 1 0 0,1-2 0 16,-2 2-2-16,-2-1 1 15,-1 4 0-15,-1-1-1 16,-2 3 0-16,2 2 1 16,-4 0-1-16,-2 5 0 0,0 0 1 15,0 3-1-15,1 2 0 16,-1 1 0-16,2 1 1 16,-4-1-1-16,4 4-1 15,1-2 1-15,0 4 0 0,1 1 0 16,2-1 0-16,2 4 1 15,-1 1-1-15,3-2 1 16,10 10 0-16,-13-10 0 16,13 10 0-16,0 0 0 15,-7-8-2-15,7 8 0 0,0 0 0 16,0 0 0-16,0 0 0 16,0 0 0-16,0 0 0 15,0 0 0-15,0 0 0 0,0 0 0 16,0 0 0-16,0 0 0 15,0 0 0-15,0 0-2 16,0 0-1-16,0 0-3 16,0 0-10-16,0 0-22 0,0 0-47 15,-7-9-1-15</inkml:trace>
  <inkml:trace contextRef="#ctx0" brushRef="#br0" timeOffset="45616.36">5374 6327 71 0,'0'0'2'0,"0"0"0"0,0 0 0 0,0 0 1 0,0 0-1 0,-11 0-4 0,11 0-5 0,0 0-8 15,-3 5-8-15,3-5-12 16</inkml:trace>
  <inkml:trace contextRef="#ctx0" brushRef="#br0" timeOffset="46384.07">5301 6411 78 0,'0'0'5'0,"0"0"2"16,-7 0 3-16,7 0 1 0,-12 7 5 16,6 3 0-16,-4 3 5 15,-2 6 1-15,1 5-5 16,4 5-1-16,0 11-4 16,2 4-1-16,3 10-3 15,2 4-3-15,2 5-3 0,5 7 5 16,5 4-1-16,9-2 2 15,-3-3 0-15,6 1 1 16,1 2-1-16,4-4 1 0,-1-3-2 16,4-5-2-16,-5-8-3 15,3-8-1-15,0-1 0 16,0-14 0-16,-2-7 1 16,6-12 0-16,-6-5 1 15,2-5 2-15,2-12-1 0,-7-7 1 16,5-12 1-16,-11-5-1 15,4-11-1-15,-11-11 1 16,1-8-2-16,-13-9 1 0,0-9 2 16,-13-6-1-16,-7-5 1 15,-5-3-1-15,-7 2 1 16,-7-1 0-16,-2 13-2 16,2 7 0-16,-6 11-1 15,3 13-2-15,2 13-1 0,3 15 0 16,5 13-3-16,-3 12-3 15,10 12-8-15,5 16-20 16,13 12-40-16,-1 7-4 16</inkml:trace>
  <inkml:trace contextRef="#ctx0" brushRef="#br0" timeOffset="48499.9">11267 842 333 0,'0'0'6'0,"0"0"1"15,0 0-1-15,0 0 1 16,0 0 2-16,0 0-2 15,0 0 2-15,20 20-6 16,-10 0-74-16,10 5-1 0</inkml:trace>
  <inkml:trace contextRef="#ctx0" brushRef="#br0" timeOffset="54233.04">11207 936 264 0,'0'0'7'0,"0"0"2"0,0 0 1 16,0 0 3-16,0 0 0 16,12-3 1-16,-12 3 0 15,13 15 0-15,-3-2-6 16,-3 2-1-16,4-3-2 0,-2 5 0 15,-2-6-2-15,4 6-1 16,-1-5 0-16,4-2 0 0,-3 0 0 16,1-5-1-16,-12-5-1 15,0 0 0-15,0 0 3 16,0 0 2-16,0 0 1 16,7-7 0-16,1-4-1 15,7-33 1-15,-15 44-1 16,0 0-22-16,0 0-57 0,13 18-4 15</inkml:trace>
  <inkml:trace contextRef="#ctx0" brushRef="#br0" timeOffset="129850.16">3185 14089 82 0,'0'0'2'0,"0"0"1"0,0-11 4 0,7 4 5 16,7-3 5-16,9 0 6 15,4-8 4-15,18-1 3 16,9-1-2-16,13-10-2 16,13 0-2-16,12-10-6 0,10 1-6 15,10-13-5-15,5 2-3 16,5-6-4-16,4-1 1 15,-4 2-1-15,0 0 2 0,-8 8 0 16,-9 0 1-16,-9 10 0 16,-9 3 1-16,-12 3 1 15,-21 12-1-15,-5 1 0 16,-13 6 0-16,-9 7-1 0,-12 0-1 16,-5 5 0-16,-10 0-4 15,0 0-18-15,7 5-47 16,-7-5-4-16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1-02-06T07:20:10.072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4202 6887 97 0,'0'0'3'0,"0"0"-1"0,0 0 2 15,0 0-2-15,0 0 0 16,0 0-10-16,0 9-32 16,0-9-3-16</inkml:trace>
  <inkml:trace contextRef="#ctx0" brushRef="#br0" timeOffset="5275.15">4387 9039 269 0,'0'0'4'0,"-4"12"0"0,-1 1-1 16,5 8 1-16,-2 0-3 16,2 6-7-16,0 3-27 15,0 0-26-15,5-1-8 16</inkml:trace>
  <inkml:trace contextRef="#ctx0" brushRef="#br0" timeOffset="5418.62">4353 9685 236 0,'0'11'3'0,"0"-11"-1"15,0 22 0-15,-2-5-4 16,2 3-8-16,0 7-28 15,0-5-20-15</inkml:trace>
  <inkml:trace contextRef="#ctx0" brushRef="#br0" timeOffset="6247.07">5009 6919 258 0,'0'0'5'0,"0"0"2"16,11 0 4-16,-11 0 0 16,14 0 2-16,-1 0 0 0,4 0 1 15,5-3-5-15,6 1-14 16,4-3-31-16,-2-2-31 16,12 0-5-16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4-08-26T14:13:09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4516 14551 502 0,'0'0'1'15,"0"0"-1"-15,0 0 1 0,-12 3 0 16,12-3 0-16,-11 7-1 16,2-7 1-16,9 0-1 15,-10 5 1-15,10-5-1 16,0 0 0-16,0 0 0 0,0 0-1 16,0-10-1-16,12-2-5 15,-7-6-10-15</inkml:trace>
  <inkml:trace contextRef="#ctx0" brushRef="#br0" timeOffset="700.33">4325 14564 508 0,'0'0'0'16,"0"0"0"-16,0 0-1 16,-7-10-2-16,7 10-5 0</inkml:trace>
  <inkml:trace contextRef="#ctx0" brushRef="#br0" timeOffset="24400.65">11635 12324 511 0,'17'-2'-2'0,"-12"-11"-1"0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2-16T09:00:20.78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4355 12706 310 0,'0'0'5'15,"0"0"1"-15,0 0 0 0,-8-13-1 16,8 13 1-16,-3-15-1 16,1 3 0-16,2-1-4 15,-3-4-17-15,3-10-40 16,0 5-14-16</inkml:trace>
  <inkml:trace contextRef="#ctx0" brushRef="#br0" timeOffset="183.18">4355 12197 322 0,'0'0'5'16,"0"0"1"-16,0 0 0 15,-4-12 1-15,4 2-1 16,-2-4 1-16,2 0-1 0,0-7 1 16,0-2-8-16,-2-2-9 15,2-1-14-15,0-4-29 16,2-1-18-16</inkml:trace>
  <inkml:trace contextRef="#ctx0" brushRef="#br0" timeOffset="4516.99">4581 6842 282 0,'0'0'5'0,"0"0"4"0,0 0 2 0,0 0 5 0,0 0-1 15,0 0 0-15,-5-13 0 16,5 13 1-16,0 0-6 16,0 0-4-16,12-1-3 0,3 1-3 15,7 0-9 1,13 0-20-16,12 1-39 0,6-1-7 16</inkml:trace>
  <inkml:trace contextRef="#ctx0" brushRef="#br0" timeOffset="4666.72">5599 6857 141 0,'0'0'3'15,"12"0"1"-15,1 0 0 16,9 0 1-16,8 0 1 16,0 0 1-16,8 0-4 0,-1-3-24 15,9 3-25-15,-11 0-5 16</inkml:trace>
  <inkml:trace contextRef="#ctx0" brushRef="#br0" timeOffset="4816.88">6666 6864 238 0,'0'0'3'0,"16"0"0"15,0 0 0-15,10 3-7 16,8 4-50-16,10-7-2 15</inkml:trace>
  <inkml:trace contextRef="#ctx0" brushRef="#br0" timeOffset="4966.04">7990 6892 312 0,'0'0'1'0,"17"0"-1"15,-4 2 0-15,13-2-26 16,6 3-37-16,7-3-2 16</inkml:trace>
  <inkml:trace contextRef="#ctx0" brushRef="#br0" timeOffset="5116.87">9053 6902 381 0,'0'0'0'0,"9"0"0"16,5 0-3-16,8-5-45 15,5 5-22-15</inkml:trace>
  <inkml:trace contextRef="#ctx0" brushRef="#br0" timeOffset="5250.11">10094 6886 375 0,'0'0'1'15,"23"2"-1"-15,-2 2-11 0,9-2-55 16,5 1-4-16</inkml:trace>
  <inkml:trace contextRef="#ctx0" brushRef="#br0" timeOffset="5383.07">10703 6886 394 0,'0'0'0'0,"0"0"-1"15,0 0-3-15,0-9-62 16,0 9-5-16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3:21:35.40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4243 6173 193 0,'0'0'7'0,"0"0"3"0,0 0 3 0,0-10 4 0,0 10 0 15,0 0-1-15,0 0 1 16,-3-10-2-16,3 10-6 16,0 0-2-16,-7 6-5 15,7-6-2-15,-3 16-1 16,0-6 0-16,1 2-1 0,2 1 2 15,0 2 2-15,0 2-2 16,2-2 1-16,4 0-1 16,-1 2 1-16,2 3-1 0,-1-2 2 15,2-1-1-15,1 3-1 16,-2 0 1-16,5-1 0 16,-1-1 0-16,1-1 0 15,0 1 0-15,3-2 0 0,-3 0 0 16,3-4 0-16,2 1 0 15,1 2-1-15,-3-7 1 16,5 6 0-16,2-4-1 16,-2-1 1-16,5-1-1 15,-8 1 0-15,9-1 0 0,-10 0 0 16,9-3 1-16,-4 2-1 16,-2 2 0-16,4-3 0 15,-6 1 0-15,7-2 1 0,-3 2-1 16,4-1 0-16,0-1 1 15,-1-3 0-15,-2 1 0 16,8-3 0-16,-2 0 1 16,2 0-1-16,-1 0 1 0,4-5 0 15,-1-3 1-15,5 0-1 16,3 1 0-16,0 0 0 16,2-3 0-16,1 2 1 15,1-1-2-15,-2 1 3 0,5 0-1 16,-2-1-1-16,0-1 1 15,2 3 0-15,-2 0 1 16,4-4-2-16,-1 1 0 16,4 0 0-16,0 1-1 0,0 1 0 15,1 0-1-15,-2 1 1 16,2 1-1-16,-1 2 1 16,-5-1-1-16,3 2 1 15,-8 3-1-15,3 0 0 0,-3 0 1 16,3 3-1-16,-1 2 1 15,2 3 0-15,-4-1-1 16,2-2 0-16,1 5 1 16,-3-1-1-16,3 1 0 0,-5 3 0 15,-1-1 1-15,2 1-1 16,-4 2 0-16,0 2-1 16,-5 1 1-16,3-1 0 15,-8 3-1-15,1-1 0 0,-3 1 0 16,-4-2 1-16,2 2-1 15,-1-1 1-15,1 1-1 16,-6-2 1-16,1 1 0 16,-4-1 0-16,2-1 0 0,-4 0 0 15,1 1 1-15,-6-1-1 16,-2-2 0-16,2-1 1 16,-5-1-1-16,1-1 1 15,-1 1-1-15,0-3 0 0,-2-10 0 16,4 13 0-16,-4-13 0 15,2 8 1-15,-2-8 0 16,0 0 0-16,0 0 3 16,0 0 0-16,0 0 2 0,0 0-1 15,0 0 1-15,0 0-1 16,5-4 0-16,-5 4-1 16,5-14-1-16,-3 3-1 15,3 4-2-15,-2-3 1 0,1-2 0 16,5 0-1-16,-2-4 1 15,-1 4-1-15,2-3 0 16,5 0 1-16,2-2-1 16,-2 2 0-16,1-3 0 15,6 1 0-15,-3 0 0 0,6-3 0 16,2 2 0-16,0-1 0 16,2-1 1-16,3 3-1 15,0-3 1-15,0 2 0 0,5 1-1 16,2 0 1-16,-5 2-1 15,5 0 1-15,0 0-1 16,1 3 0-16,-1-3 0 0,0 2 1 16,0 3-1-16,-2-2 0 15,-1 2 0-15,-2 5 0 16,7-3 0-16,-7 2 0 16,3-2 0-16,-3 5 0 15,0-1 0-15,0 1 1 0,1 2-1 16,4 1 0-16,-5 0 0 15,3 0 0-15,0 0 1 16,0 0-1-16,2 0 0 16,0 0 0-16,0 0 1 15,-1 0-1-15,-1 1 1 0,-3-1-1 16,5 3 1-16,-5-3-1 16,-2 3 0-16,2-2 1 15,-2-1-1-15,2 3 0 0,-2-1 0 16,0 1 0-16,5 0 0 15,-6-1 1-15,4-2-1 16,-3 4 0-16,-3-4 0 0,0 1 1 16,-1 2-1-16,-5-1 0 15,-1 0 0-15,-3 1 0 16,1-1 1-16,2 1-1 16,-3 2 0-16,1-3 0 15,2 1 0-15,-3-3 1 0,3 5-1 16,-3-3 0-16,1-2 0 15,-1 0 0-15,-2 2 0 16,0-2 0-16,0 0 1 16,2 0-1-16,-2 0 0 0,3 0 1 15,-1 0-1-15,-2 0 0 16,2 0 0-16,1 0 1 16,-4 0-1-16,4 3 0 15,-3-3 0-15,0 0-1 0,2 0 1 16,-4 0 1-16,4 3-1 15,1-3 0-15,-2 0 0 16,2 0 1-16,-1 0-1 0,1 0 1 16,-3-3-1-16,2 0 0 15,1 1 1-15,-4 0-1 16,4 0 0-16,-3-1 0 0,0-2 1 16,2 0-1-16,1 2 0 15,-1 1 0-15,0-1 0 16,1-1 1-16,-6 0-1 15,3-2 0-15,-2 0 1 16,1 1-1-16,-3-2 1 0,-2 3-1 16,6-2 1-16,-5-2 0 15,2 4-1-15,4-3 1 16,-2-1 0-16,2-2-1 16,-2 3 1-16,2-1-1 15,-2-1 1-15,-2-1 0 0,3 0 0 16,-3 0 0-16,4-1 0 15,-4 5 0-15,-2-4 0 16,0 0 1-16,-1-1 0 0,-1 4-1 16,0-5 1-16,-3 2 1 15,0 0-1-15,0-5 0 16,-3 5 1-16,0-2 0 0,3-3 1 16,-1 4-4-16,-2-6 0 15,0 6 0-15,1-4 0 16,-3-3 0-16,2 6 0 15,-2-1 0-15,0-1 0 16,0 2 0-16,0 1 0 16,0-2 0-16,0 4 0 0,-2 2 0 15,2 7 0-15,-3-13 0 16,3 13 0-16,0 0 0 16,0 0 0-16,-2-10 0 15,2 10 0-15,0 0 0 0,0 0 0 16,0 0 0-16,-2 10 0 15,2-2 0-15,0-8-27 16,-9 17-59-16,7-5-3 0</inkml:trace>
  <inkml:trace contextRef="#ctx0" brushRef="#br0" timeOffset="498.6">7637 6943 429 0,'0'0'4'0,"0"0"2"16,0 0 1-16,9-7 1 16,-9 7-1-16,0 0 1 0,11 0 0 15,-9 10 1-15,1 7-4 16,-3 5-2-16,0 9-2 16,0 3 0-16,2 1 1 15,-2 7-1-15,2-2 0 0,1-4-1 16,-1-1-2-16,1-2-3 15,-1-7-4-15,-2-1-9 16,0-12-36-16,0 5-29 16,0-10-3-16</inkml:trace>
  <inkml:trace contextRef="#ctx0" brushRef="#br0" timeOffset="732.02">7356 6991 341 0,'0'0'7'0,"0"0"2"16,0-16 4-16,7 9 3 15,6-5 0-15,4-3 1 0,3-3 2 16,8 1-2-16,6-1-5 16,3 4-3-16,3-1-3 15,3 3-2-15,-1 4-4 16,-5 4-6-16,6 4-14 0,-4 7-61 15,-12 0 0-15</inkml:trace>
  <inkml:trace contextRef="#ctx0" brushRef="#br0" timeOffset="1066.77">7890 7191 387 0,'0'0'4'0,"0"0"0"16,0 0 0-16,-10 10 1 16,10-10 1-16,-16 12-1 15,10 1 1-15,-2-1 0 16,4 0-3-16,4 4 0 16,0-4 0-16,4-2 0 0,8-3 0 15,6 1 1-15,5-8-1 16,-2 0 1-16,7-11 0 15,-5 4 0-15,2-7 1 0,-5 1 1 16,-6-7-2-16,-4 0 1 16,-10 1-2-16,0-1 1 15,-12 0-1-15,-6 3-2 0,-4 2-2 16,-5 2-2-16,-1 9-6 16,-1-3-11-16,4 7-61 15,2 4-2-15</inkml:trace>
  <inkml:trace contextRef="#ctx0" brushRef="#br0" timeOffset="1283.13">8149 6678 482 0,'0'0'2'15,"0"0"-2"-15,0 0 0 0,0 0 1 16,2 10-1-16,1 5 0 16,-1 10 1-16,-1 4-6 15,8 14-14-15,1 4-62 16,2 0 0-16</inkml:trace>
  <inkml:trace contextRef="#ctx0" brushRef="#br0" timeOffset="4050.7">10370 6173 229 0,'0'0'5'0,"0"0"2"0,0 0 1 15,0 0 1-15,-10 0 2 16,10 0 0-16,-13 0 1 0,13 0 1 16,-14 11-4-16,8-4 0 15,4 5-2-15,-3 2 0 16,5 7-1-16,0-2-1 16,0 6 1-16,5 2-1 0,3 0-1 15,4 6 1-15,3-4-1 16,-3 1-1-16,9 2 1 15,-2-2 0-15,6-1-1 0,0 2 0 16,5-4 0-16,-3 0-1 16,8-2 0-16,-3 0 0 15,10-6 0-15,1 1-1 0,-4-4 0 16,6-2 0-16,0-2 0 16,-3-5 1-16,3 1-2 15,-1-1 1-15,-2-1 0 16,1-4 0-16,-1 0 0 15,-3 1-1-15,4-3 1 0,-1 0-1 16,6 0 1-16,1-5-1 16,1 3 1-16,0-4 0 15,-1 2-1-15,1-2 1 16,5 0 0-16,-7-1 0 16,6 1-1-16,-8-5 1 0,9 3-1 15,-2-1 1-15,6 0 0 16,-1-1-1-16,1-3 1 15,6 1-1-15,-1-1 0 0,3 4 1 16,0-2-1-16,3-1 0 16,-3 5 1-16,3 0-1 15,1-1 0-15,2 1 1 0,1 4-1 16,-7 3 1-16,3 0-1 16,-3 0 1-16,0 5-1 15,-2 3 0-15,-3 4 0 16,0-2-1-16,-5 5 1 15,2 3-1-15,-6 1 1 16,1 1-1-16,-8 3 0 0,0 2 0 16,-11-4 0-16,-3 4 1 15,-2 2-1-15,-5-2 1 16,-2 2-1-16,-4-2 1 16,-1 0 0-16,-3-3-1 0,-3 0 1 15,0-1 0-15,1-4 0 16,-5-2 0-16,-4-1 0 15,4-6 1-15,-8-8-1 0,5 12 0 16,-5-12 1-16,0 0 0 16,0 0 1-16,0 0 1 15,0 0-1-15,10 5 1 0,-10-5-1 16,7-7 1-16,-7 7 0 16,16-18-2-16,-4 4-1 15,2-4 1-15,4 1-1 16,0-3 0-16,6-3 0 0,6 4 1 15,5-4-1-15,0-2 0 16,4 3 0-16,6 0 0 16,2-1 0-16,6 1 0 15,1 0 0-15,3 3 0 16,5-1 0-16,0 2 0 16,3 3 0-16,3 1 0 0,1-2 1 15,0 4-1-15,1 3 0 16,2-1 1-16,0 2-1 15,0 1 0-15,0 2 0 0,5 0 0 16,1 2 1-16,-4 0-1 16,6-1-1-16,-2 1 2 15,2 3-1-15,-1 0 0 0,4 0 0 16,-1 0 0-16,-1 0 0 16,2 3 0-16,-3 1 0 15,-1-1 0-15,0 0 0 16,0-1 0-16,-1-2 0 15,-4 5 0-15,1 0 0 0,-1-2 0 16,-1 1-1-16,-1 2 2 16,2 0-1-16,-1 0-1 15,1 1 1-15,3 0 0 16,0 1-1-16,0 2 1 16,2-5 0-16,1 5-1 0,-1-2 1 15,3-4 0-15,1 1 0 16,-2-2 1-16,-3 1-1 15,0-1 0-15,2 0 0 0,-3 0 0 16,0-3 0-16,3 2 0 16,-5-2 0-16,-1 2 0 15,-4-2 0-15,4 0 0 0,-7-2 0 16,-5 0 1-16,0-7-1 16,-7 2 0-16,0-2 1 15,-6-2-1-15,-1-3 1 16,-2-2-1-16,1 4 1 0,-2-2 0 15,-2-4 0-15,-1-2 2 16,-5 2-1-16,4-1 1 16,-4-4 0-16,-5 1 0 15,0 0 1-15,-2-3 1 16,-5-2-2-16,0 2 1 16,-3 3-1-16,0-2-1 0,-1 1 0 15,-5 1 0-15,0 1-1 16,-7 2 0-16,4 5 0 15,-5-1 0-15,-6-1-1 0,1 7 1 16,-3-1-1-16,0 10 0 16,-8-12-1-16,0 6-1 15,-2 6-4-15,-2 0-5 16,-1 6-18-16,9 3-51 0,-11 0-1 16</inkml:trace>
  <inkml:trace contextRef="#ctx0" brushRef="#br0" timeOffset="4598.33">14957 7085 438 0,'0'0'1'0,"0"0"0"16,0 0 1-16,7 4 1 16,-7-4 0-16,7 21 0 15,-2-4 1-15,1 3-1 0,-4 7 1 16,1 2-1-16,2 4-1 16,-3-2-1-16,3-1-3 15,-5 1-4-15,5-5-10 16,-5 2-33-16,0-8-32 15,0-5-2-15</inkml:trace>
  <inkml:trace contextRef="#ctx0" brushRef="#br0" timeOffset="4816.49">14691 7016 394 0,'0'0'5'15,"0"0"1"-15,0-13 2 16,0 13 1-16,13-18 2 0,0 8 0 16,11 1 0-16,8-1 1 15,7 0-5-15,1 2-1 16,5 8-5-16,-1-2-5 16,4 2-10-16,-11 10-40 0,3 0-27 15,-8-3-3-15</inkml:trace>
  <inkml:trace contextRef="#ctx0" brushRef="#br0" timeOffset="5014.63">15205 7197 373 0,'0'0'4'16,"0"0"3"-16,0 12 1 15,0-3 0-15,-2 4 1 0,2 6 1 16,0-2 0-16,-3 8-1 15,3 0-3-15,0-2-3 16,3-2-7-16,6 4-19 16,7-4-54-16,-6-6-1 0</inkml:trace>
  <inkml:trace contextRef="#ctx0" brushRef="#br0" timeOffset="5492.06">15421 6936 444 0,'0'0'3'0,"-4"-10"2"16,4 10 1-16,-5-17 1 15,5 5 1-15,0 1 0 16,0-1 0-16,5-1 0 0,4 6-2 15,7 0-2-15,3 4-2 16,6 3 0-16,0 3-2 16,2 4 0-16,-5 6 0 15,3 2 0-15,-7 1-2 0,-13 4 2 16,-5 5-1-16,-3-2 1 16,-8 2 0-16,-5 0 0 15,-4-3 0-15,-2-3-1 0,2 2 1 16,2-7 1-16,4-2-1 15,6-2 1-15,8-10 1 16,0 0-2-16,15 10 0 0,7-10 0 16,6 0 0-16,2-2 0 15,2-3 0-15,5-1 0 16,-5 5 0-16,-4-5 0 16,-3 1 0-16,-8 0 0 15,-5 3 0-15,-12 2 0 16,13-7 0-16,-13 7 0 0,0 0-23 15,12 0-62-15,-12 0-2 16</inkml:trace>
  <inkml:trace contextRef="#ctx0" brushRef="#br0" timeOffset="7514.72">19636 6294 272 0,'0'0'8'0,"0"0"2"16,-3-8 4-16,3 8 0 0,0 0 3 15,-3-8-1-15,3 8 1 16,0 0 1-16,0 0-8 16,-12 0-2-16,9 8-2 15,1 8-2-15,0 1-1 0,-1 0 0 16,3 8 0-16,0 0 0 16,0 0 0-16,3-2-1 15,4 2 0-15,-2-4-1 16,5-1 1-16,-3 2 0 0,3-2-1 15,1-2 1-15,1-4 0 16,2 4 0-16,4-6 1 16,0 1-1-16,1-1 0 0,4-2 0 15,-1-2-1-15,0 1 1 16,3-1-1-16,0-1 0 16,-2-2-1-16,-2 0 1 15,0-2 0-15,-1 1 0 0,1-1 0 16,-3-1 0-16,0-2-1 15,1 0 1-15,4 0 0 16,0 0-1-16,-2 0 1 16,7 0 0-16,-3 0-1 0,2 0 1 15,1-2-1-15,-1-3 1 16,0 3-1-16,1-6 1 16,-4 0 0-16,1 1 0 15,0-3-1-15,0 2 1 16,-1-1-1-16,1 2 1 0,3-1 0 15,0 0-1-15,1 4 1 16,1 1-1-16,4-2 1 16,1 0 0-16,0 3 0 0,3-1 0 15,-2 3-1-15,4 0 0 16,-3 0 0-16,1 3 1 16,-1 2-2-16,0 2 1 15,-2 3 0-15,-3-1-1 0,1 7 0 16,-6-1 1-16,1-3 0 15,-3 3-1-15,-3 0 0 16,0 0 1-16,-7 2-1 16,2 0 1-16,-4-2 0 15,-1-3 0-15,1 6 0 0,-3-4 0 16,-1-1 0-16,-4-1 0 16,0 1 1-16,3-1-1 15,-3-2 0-15,-3 0 0 16,-2-10 0-16,5 12 1 0,-5-12-1 15,5 11 0-15,-5-11 1 16,0 0-1-16,0 0 1 16,0 0 1-16,0 0 0 0,0 0-1 15,0 0 1-15,11-9 0 16,-9 0-1-16,3-1 0 16,-1-5 0-16,6 0-1 15,1-2 0-15,1-2 0 0,3-2 1 16,2-1-1-16,3-3 0 15,2 1 1-15,1 1-1 16,4 1 0-16,1-3 1 16,-1 6-1-16,2-4 0 0,4 3 0 15,-1 2 0-15,1 4 0 16,4-4 0-16,-3 6 0 16,4 0 0-16,4 2 0 15,-5 3 0-15,3-1 0 16,0 6-1-16,2-1 1 0,-2 3 0 15,-2 3 0-15,-4 3 0 16,1 0-1-16,-5 1 1 16,-4 6 0-16,-1-4 0 0,-2 4 0 15,-3-3-1-15,-3 1 1 16,3-3 0-16,1 0 0 16,4 0 0-16,-1-6 1 15,3 3-1-15,5-3 0 0,3-2 0 16,3 0 0-16,4 0 0 15,-3-4 0-15,4-1 0 16,-1-3 1-16,-2 0-1 0,-6 0 1 16,2-9 1-1,-6 3 0-15,-4-5 1 0,-3 0 0 16,-3-6 0-16,-6 0 0 16,2-3-3-16,-4 1 0 15,-1 0 0-15,-4-1 0 16,-2 8 0-16,-1 1 0 0,-1 3 0 15,-3 4 0-15,0 12 0 16,0-7 0-16,0 7-15 16,-7 7-26-16,-1 3-44 0,0 5-1 15</inkml:trace>
  <inkml:trace contextRef="#ctx0" brushRef="#br0" timeOffset="7881.71">21729 7330 398 0,'0'0'2'0,"0"0"0"0,0 8 1 16,0 4 1-16,-4 2-1 15,4 7 1-15,-5 1-1 16,2 7 1-16,1 3-1 0,-1 1-1 15,1-2-3-15,-3 0-5 16,3-4-11-16,-1-17-50 16,-1 12-8-16</inkml:trace>
  <inkml:trace contextRef="#ctx0" brushRef="#br0" timeOffset="8114.87">21359 7260 398 0,'0'0'6'0,"0"0"2"15,0 0 1-15,11-11 2 0,-2 3 1 16,12-5 1-16,4 1 0 16,9-1 0-16,8 3-5 15,6-2-3-15,4 3-2 16,0 4-3-16,0-1-7 15,3 8-21-15,12 2-55 0,-25 3 0 16</inkml:trace>
  <inkml:trace contextRef="#ctx0" brushRef="#br0" timeOffset="8514.89">21820 7654 438 0,'0'0'4'15,"0"0"1"-15,-3-5 3 16,3 5 0-16,0-13 0 16,0 6 1-16,8-4 0 0,1 0-1 15,7-1-3-15,0 2-2 16,6 3-1-16,2 1-2 15,-3 4 0-15,2 2 0 0,-5 0 0 16,-4 8-1-16,-4 2 0 16,-4 2 1-16,-6 6-1 15,-4-1 0-15,-5-3 1 16,1 4 0-16,-7-1-1 16,3-2 2-16,0-3-1 0,-3 1-1 15,7-6 1-15,8-7 1 16,-7 10-1-16,7-10 1 15,0 0 0-15,12 0-1 16,8-3 0-16,0-6-4 0,7 2-9 16,1-2-48-16,4-10-24 15,5-8-1-15</inkml:trace>
  <inkml:trace contextRef="#ctx0" brushRef="#br0" timeOffset="9001.9">22160 7022 433 0,'0'0'5'0,"0"0"1"0,-10-12 3 16,10 12-1-16,-5-14 2 16,5 3-1-16,0 1 1 15,2 1 0-15,9 2-4 0,6-1-3 16,0 3-1-16,0 2-2 15,6 3 0-15,-3 0 0 16,2 5 0-16,-4 3 0 16,-4 4 0-16,-3 1 0 0,-4 2-2 15,-2 2 0-15,-5-5 0 16,-3 5 1-16,-4 1-1 16,-4 0 1-16,2-2-1 15,-2 1 1-15,5-1 1 0,-2-1-1 16,5-1 0-16,3-1 0 15,0-1 1-15,9 4-1 16,-1-7 1-16,5-2 0 16,3 4 0-16,-2-2 0 0,1-1 0 15,-3 0 0-15,2-4-1 16,-5 3 1-16,-9-7 1 16,12 11-1-16,-12-11 1 15,0 10-1-15,0-10 1 0,-17 10 0 16,-1-6 0-16,-2 1 0 15,-4 0-2-15,-6-3-3 16,1 8-15-16,15-2-62 16,-15-3-3-16</inkml:trace>
  <inkml:trace contextRef="#ctx0" brushRef="#br0" timeOffset="22814.66">7133 13094 253 0,'0'0'4'0,"0"0"3"16,-3-10 2-16,3 10 3 15,0-15 4-15,0 5-1 0,0-2 3 16,3-2 0-16,-1 1-2 15,3-1-4-15,0-2-1 16,2-2-4-16,-1 2-4 16,6-1 0-16,0-3-1 15,3 3-1-15,2-8-1 0,3 5 0 16,3-3 0-16,2 1 0 16,1 1 0-16,2 2 0 15,-1 5 0-15,3-5 0 16,0 5 0-16,0 3 0 15,2-2 0-15,-2 5 0 0,-5 1 0 16,7 2 0-16,-2 0-1 16,0 5 1-16,2-3-1 0,0 3 1 15,3 0 0-15,2 0 0 16,3 0 0-16,0 3 0 16,2-1 0-16,3 1 0 15,-3-1 0-15,8 4 0 0,-6-2 0 16,4 0 0-16,1 5 0 15,-1-1 0-15,4-1 0 16,2-3 1-16,1 4-1 16,0-1 0-16,7 0 0 15,0 1 0-15,0-1 0 16,5-1 0-16,0-4 1 0,0 3-1 16,3-2 0-16,2-3 0 15,-3 0 1-15,4 0-1 16,-6-6 1-16,0 2-1 0,0-6 0 15,-3-1 1-15,1-1-1 16,-6-2 1-16,1-1 0 16,-5-2-1-16,-5-4 1 0,-6 1 1 15,-1-1-1-15,-8-3 0 16,-8 3 1-16,0-2 0 16,-7 1 0-16,-5 0 0 15,-3 2 0-15,-2 3 0 0,-5 3 0 16,1-3 0-16,-4 6 0 15,-2 1-1-15,0 10 1 16,0-12-2-16,0 12 0 16,0 0 0-16,0 0-3 15,0 0 0-15,0 0 0 0,0 0 0 16,0 0-1-16,0 0 1 16,0 8 1-16,0-8 0 15,14 18 1-15,-4-5 2 16,1-1-1-16,3 1 0 0,4 2 0 15,1-3 0-15,6-2 0 16,0 5 0-16,8-4 0 16,-1 2 0-16,7-3 0 0,2 0 0 15,1 3 0-15,5-3 1 16,0-4-1-16,3 2 0 16,-1 0 0-16,6-4 1 15,-3 1-1-15,6-5 0 0,-1 0 1 16,5 0-1-16,-2 0 0 15,0-5 1-15,2 1-1 16,0-1 0-16,2-2 1 16,-2-3-1-16,0 2 0 15,5-2 0-15,0 0 1 16,-2 3-1-16,-1-3 0 0,-2 2 1 16,3-2-1-16,-5 1 0 15,-1-1 0-15,-4 3 0 16,0-1 1-16,0 1-1 0,-1-1 0 15,1 1 0-15,0 1 0 16,0 2 0-16,-2 1 0 16,2 2 0-16,-5-3 0 0,-5 4 0 15,2 0 0-15,-10 0-1 16,-1 5 1-16,-2-2 0 16,-4 1-1-16,-3 4 1 15,0-1 0-15,-2 1-1 0,1 2 1 16,-2 1 0-16,1 0 0 15,0 3 0-15,-3-1-1 16,1 2 1-16,-1 3-1 16,-2-3 0-16,-3 4 1 15,-4-1-1-15,-1 1 1 0,-2 1-1 16,-3 3 1-16,1-3-1 16,-1 2 1-16,-2 0 0 15,3 0 0-15,-3 0 1 16,-1 3-1-16,-1 0 1 0,-1 0 0 15,1-3 0-15,-3 0 0 16,0-2 0-16,0 0 0 16,0-2 0-16,0-7-1 0,0 2 1 15,2-3-2-15,1 0-5 16,-3-10-9-16,0 0-35 16,10 10-23-16,-10-10-7 15</inkml:trace>
  <inkml:trace contextRef="#ctx0" brushRef="#br0" timeOffset="23982.67">8188 12161 355 0,'0'0'7'0,"0"0"3"16,0 0 2-16,0 0 1 16,0 0 0-16,0 0 1 15,3-5 0-15,-3 5 0 16,20-13-5-16,-3 6-3 0,5-1-2 15,6-2-2-15,2-2 0 16,2 4 0-16,5 1-1 16,0 0 0-16,-7 1 0 15,1 5-1-15,-5-2 1 16,-3 3-1-16,-3 3 0 0,-8 7 1 16,-7 1-1-16,-5 9 1 15,-5 3 0-15,-7 4 0 16,-8 2 0-16,-8 7 1 0,1-4-1 15,-5 0-1-15,2-5 1 16,2 1 0-16,6-7-1 16,3-3 0-16,3-3 1 0,9-3 0 15,7-4 0-15,0-8 1 16,18 5-1-16,-1-5 2 16,8 0 0-16,7-9 0 15,0 1 0-15,11-8-1 16,1 1-2-16,4 1 0 0,-4-2 0 15,3 4 0-15,-9 3 0 16,-6-4 0-16,-2 6 0 16,-13 2 0-16,-2 2 0 15,-15 3 0-15,12 0 0 16,-12 0 0-16,0 0 0 0,0 0 0 16,-7 3 0-16,7-3 0 15,-12 7 0-15,12-7 0 16,-13 8-4-16,13-8-38 0,-12 12-44 15,12-12-1-15</inkml:trace>
  <inkml:trace contextRef="#ctx0" brushRef="#br0" timeOffset="25114.89">9271 12000 316 0,'0'0'8'0,"0"0"1"15,11-13 4-15,-11 13 1 16,5-15 4-16,-3 5 0 0,-2-2 0 15,-2 2 0-15,-9 3-6 16,-1 4-3-16,-8 3-3 16,-2 0-2-16,-3 5-2 15,0 10-1-15,0 1 0 16,3 9-1-16,7-4 0 0,3 4 0 16,4-3 0-16,8 0-1 15,2-7 1-15,14-3 0 16,1-2 1-16,8-7-1 0,2-3 0 15,1-5 1-15,-1-5 0 16,-2-2 0-16,-3-1 1 16,-2-2-1-16,-5-2 0 15,-6 2 1-15,-3 0 0 0,-1 5 1 16,-5 2-2-16,0 8-1 16,0 0 0-16,0 0 0 15,0 0 0-15,10 15-1 16,-3-2-2-16,1 2-5 0,1-2-5 15,4 4-8-15,-1-4-16 16,-1-9-37-16,8 3-8 16</inkml:trace>
  <inkml:trace contextRef="#ctx0" brushRef="#br0" timeOffset="25532.58">9520 12044 351 0,'0'0'7'0,"0"0"5"15,0 0 1-15,-10-10 2 16,10 10 1-16,-7-12 0 15,2 2 2-15,-1 2-1 0,4-2-6 16,2 0-3-16,5-2-3 16,5 5-2-16,0 0-1 15,10-1-1-15,-3 5 0 0,3 1-1 16,1 2 0-16,-2 2 0 16,-4 6-1-16,-5 3 1 15,-3 3-1-15,-5-3 0 16,-2 2 0-16,0-1 0 0,-2 1 0 15,2-13 0-15,-7 15 1 16,7-15 0-16,0 0 1 16,-10 3-1-16,10-3 0 15,0-10 1-15,0-3-1 16,5 1-1-16,5-6 1 16,0-1-1-16,2-1 1 0,5 2-1 15,-4 6 0-15,2 1 0 16,2 5 0-16,-7 6 0 15,1 2 0-15,-4 10 0 0,0-1 1 16,0 6-1-16,0-2-2 16,2 4-4-16,-2-6-7 15,0 2-15-15,16-3-50 0,-14-4-2 16</inkml:trace>
  <inkml:trace contextRef="#ctx0" brushRef="#br0" timeOffset="25731.82">9972 11858 409 0,'0'0'1'0,"0"0"1"15,0 0 1-15,0 10-1 16,3 0 2-16,-3 1-1 16,2 0 0-16,-2 4 1 0,3 3-3 15,-1-6-6-15,5 3-8 16,-1-5-18-16,-6-10-38 15,19 13-7-15</inkml:trace>
  <inkml:trace contextRef="#ctx0" brushRef="#br0" timeOffset="25998.08">10282 11754 411 0,'0'0'4'0,"0"0"1"0,0 0 2 15,-9-7 0-15,-1 7 1 0,-2-3 0 16,-4 3 1-16,-1 0 0 15,-1 3-4-15,2 4-2 16,3 1 0-16,1 4-2 16,4-2 0-16,6 5-1 0,2 0 0 15,7-1 0-15,3 1 0 16,8 0 0-16,1-1 1 16,4 3-1-16,-1-9 1 15,-5 9-1-15,0-9 1 0,-4 3 0 16,-7 1 0-16,-6 1-3 15,-6-5-2-15,-7 10-10 16,-6-1-39-16,-1-2-27 0,-5 1-4 16</inkml:trace>
  <inkml:trace contextRef="#ctx0" brushRef="#br0" timeOffset="30331.95">12924 13065 238 0,'0'0'5'0,"0"0"5"16,0 0 4-16,0 0 2 16,0 0 3-16,-4-10 2 15,4 10 0-15,-3-12 1 16,0 2-1-16,3 2-6 0,0-7-3 15,0 1-3-15,6-4-1 16,-4 1-1-16,3-8-3 16,4 0-1-16,-1-2 0 0,5-3 0 15,1-5 0-15,4 0-1 16,-1-2 0-16,5 4 0 16,3-3 0-16,0 4 0 15,5 0 0-15,-2 2-1 0,4 3 1 16,3 4-1-16,-1 1-1 15,1 3 1-15,3 1-1 16,1 1 1-16,0 5-1 16,1 2 0-16,0 2 0 15,-2 6 0-15,-1-2 0 0,2 4 0 16,-2 6 0-16,-4-1-1 16,-1 2 1-16,4 3 0 15,-6 5 0-15,-1-5-1 16,4 5 1-16,-6-5 0 0,8 2 0 15,-3-2 0-15,5-2 0 16,-2-1 1-16,4 0-1 16,2-1 0-16,-2-4 1 0,3-2-1 15,3 0 1-15,2 0-1 16,1-5 0-16,3-1 1 16,4-2 0-16,5-9-1 15,-1 9 1-15,1-7-1 0,0-3 1 16,2-1-1-16,-2-1 0 15,-6 0 1-15,0-3-1 16,-4 1 1-16,-8 3-1 16,-1-6 1-16,-4 2-1 15,-5 1 1-15,-2-1-1 0,-5 1 1 16,-8 0-1-16,1 2 1 16,-4 0 0-16,-3 3 0 15,-4 2 1-15,-2 3-1 16,-5 2 1-16,0 10-1 0,0-15 0 15,0 15 0-15,0 0-1 16,0 0-1-16,0 0 0 16,0 0 0-16,-3 0-1 0,3 0 0 15,-2 5 1-15,2-5-1 16,-3 15 2-16,3-5-1 16,0 0 1-16,0 2 0 15,5-2 0-15,0 3 1 0,2-1-1 16,4 0 0-16,1 3 0 15,1 0 0-15,-1 0 0 16,6 0 0-16,1-1 0 16,4-2 0-16,4 4 0 0,0-4 0 15,6 1 1-15,4-4-1 16,5-1 0-16,1-4 1 16,6 2-1-16,6-3 0 15,2-3 0-15,3 0-1 16,2 0 0-16,0-3 0 0,0-3 0 15,2 2 0-15,-2-1 0 16,3-2 0-16,-5-2 0 16,-1 3 0-16,1-4 1 0,-3 2 0 15,1 1 0-15,-9-3 0 16,6 0 0-16,-8-1 0 16,2 3 0-16,-6 0 1 15,1-2-1-15,-2 3 0 0,-6-4 0 16,3 7 0-16,-6-2 0 15,-1 2 0-15,-2 1 0 16,-3 3 0-16,1-2 0 0,-4 2 0 16,-2 0 0-16,1 2 0 15,-3 1 0-15,-3 1-1 16,3 2 1-16,-3-2 0 16,3 4 0-16,-4 2 0 15,5 0 0-15,0-1 1 0,-2 4-1 16,4-3 0-16,2 5 0 15,-3-3-1-15,0 1 1 16,3 4 0-16,0-4 0 16,0 1 0-16,2-2 0 0,-2 3 1 15,2 0-1-15,3-1 0 16,2 0 0-16,-2-3 0 16,2 7 0-16,-2-8 0 15,6 5 0-15,-10-2-1 0,-1-1 1 16,0 0 0-16,-5 1-1 15,2-1 1-15,-4 0 0 16,0 3 0-16,-4-3 0 16,4 0 0-16,-1 1 0 0,1 2 0 15,-4-2 0-15,4 1 0 16,-1-1 0-16,-4-1-1 16,-1 2 1-16,1 0 0 15,1 0 0-15,-7 0 0 0,4 0 0 16,-1 1 0-16,-1 0 0 15,2-1 0-15,-4 1 0 16,0 0 0-16,3-1 1 16,-4 2 0-16,1-4-1 0,0 5 1 15,0-7 0-15,-2 3-1 16,2-3 1-16,-7-10 0 16,9 9-1-16,-9-9-3 0,0 0-6 15,4-7-46-15,-4 7-25 16,0 0-2-16</inkml:trace>
  <inkml:trace contextRef="#ctx0" brushRef="#br0" timeOffset="31148.15">14706 11544 414 0,'0'0'5'0,"0"0"1"15,-2-10 2-15,2 10 1 0,0-17 2 16,4 7-1-16,4-3 2 16,4 1-1-16,6 2-3 15,2 2-3-15,4 6-2 0,6 2 0 16,-5 6-2-16,5 5 0 15,-5 9-1-15,0 2 1 16,-9 3 0-16,-3 5-1 16,-5 0 0-16,-8-1 0 15,0-4-1-15,-10 0 0 16,-3-2 0-16,-1-6-1 0,-4-3 1 16,1-4 0-16,2-5 0 15,-2-2 1-15,6-3-1 16,1-6 0-16,8-2 1 0,2-10 0 15,10-6 1-15,3-2 0 16,5-4-1-16,3 0 1 16,2-2 0-16,-2 0 1 0,0 7 1 15,-7 6-2-15,-1 1 1 16,-3 8-2-16,-10 10 0 16,0 0 0-16,9 10 0 15,-5 5 0-15,-2 2 0 0,5 8 0 16,1 0 0-16,1 5 0 15,4-3 0-15,2-2 0 16,6 0 0-16,3-6 0 16,3-4-10-16,1-8-19 0,4-1-52 15,3-5-3 1</inkml:trace>
  <inkml:trace contextRef="#ctx0" brushRef="#br0" timeOffset="31814.59">15702 11462 417 0,'0'0'4'0,"0"0"2"16,-2-11 0-16,2 11 2 16,-18-11-1-16,1 4 1 15,-8 0-1-15,-5 7 1 16,-2 0-4-16,-3 0-2 0,-2 11-1 15,5 2-1-15,2 1 0 16,10 1 0-16,10 3 0 16,8-3 0-16,2-3 0 15,12-2 0-15,6-3 1 16,6-2 0-16,3-3 0 0,3-2 1 16,0-4 1-16,-5-3-1 15,0-6 1-15,-3 1 0 16,-2-1 0-16,-7 1 1 0,-6-1-1 15,-2 3-1-15,-5 10-1 16,5-10-1-16,-5 10-1 16,0 0 0-16,0 8 0 15,2 4-1-15,3 1-3 0,3 1-3 16,-3-1-7-16,9 1-14 16,9 2-51-16,-5-7-2 15</inkml:trace>
  <inkml:trace contextRef="#ctx0" brushRef="#br0" timeOffset="32231.76">15856 11509 345 0,'0'0'9'0,"0"0"3"16,0 0 3-16,-5-15 3 15,5 15 0-15,-2-18 0 16,0 6 1-16,2-1 1 16,2 2-9-16,3-4-4 0,4 2-2 15,4 1-2-15,2 5-2 16,3 1 0-16,1 4-1 15,-1 2 0-15,-2 5 0 0,0 5 1 16,-6 2-1-16,0 23 0 16,-10-14 1-1,0-2 0-15,-8-2-1 0,1 0 1 16,0-4-1-16,-1-3 1 16,8-10 0-16,-10 12 0 15,10-12-1-15,0 0 2 16,0 0-2-16,4-15 0 15,7 2 0-15,1-3 0 16,6-4 0-16,-1-3 0 0,1 4 0 16,-2 2-2-16,0-4 2 15,-2 12-2-15,-3-1 1 16,-11 10 0-16,12 0 0 16,-10 12 0-16,1 3 1 0,-3 5-2 15,2-1-2-15,1 4-4 16,2-4-10-16,5-1-24 15,-3 0-39-15,6-7-3 0</inkml:trace>
  <inkml:trace contextRef="#ctx0" brushRef="#br0" timeOffset="32433.62">16318 11364 449 0,'0'0'3'0,"0"0"-1"0,0 0 1 15,0 0-1-15,-9 8 1 16,6 0 1-16,1 2-1 0,-2 5 1 16,4 2-4-16,0 1-2 15,9 1-5-15,-5-6-7 16,11 4-13-16,3-2-40 16,7-7-12-16</inkml:trace>
  <inkml:trace contextRef="#ctx0" brushRef="#br0" timeOffset="32731.69">16691 11350 331 0,'0'0'8'16,"0"-11"3"-16,-3-2 4 16,-2 3 5-16,-2-3-2 0,-8 1 1 15,1-3 1-15,-7 3-1 16,1 4-6-16,-1 5-5 16,-5 3-3-16,4 9-3 15,2 0 0-15,3 3-2 0,1 1 0 16,12 7 0-16,-1 0 0 15,5 0 0-15,7-1 1 16,8 3-1-16,5 1 1 16,0 0 0-16,7-7 0 0,-2 4 0 15,3-2 0-15,-7-3 0 16,0-3 0-16,-6 3 1 16,-8-6 0-16,-7 7-1 0,-10-4 1 15,-12 3-2-15,-8 2-4 16,-7 0-10-16,-31 1-67 15,29 1-2-15</inkml:trace>
  <inkml:trace contextRef="#ctx0" brushRef="#br0" timeOffset="39781.64">6178 5155 220 0,'0'0'4'15,"-13"-7"3"-15,-1 4 2 0,-6 0 0 16,-5 3 0-16,-12 3 3 15,-10 7 1-15,-6 10 2 16,-9 9-4-16,-5 16-3 0,3 9 3 16,-1 16-2-16,0 7 0 15,13 9-2-15,5 3-1 16,17 3-2-16,16 2 1 16,14-7 0-16,12-7-2 15,20-11 0-15,20-10 2 0,6-12-1 16,13-8 0-16,7-14 2 15,1-12 0-15,5-13 0 16,4-8 0-16,-1-14 1 16,-4-11 0-16,0-11 1 0,-7-7 0 15,-5-14 0-15,-12-4 0 16,-10-10-1-16,-11-6-1 16,-18-7 1-16,-11 1-4 15,-9-6-1-15,-14 1 0 0,-17 7 0 16,-7 7-1-16,-15 12 0 15,-11 14-1-15,-8 21 0 16,-10 17 0-16,-3 18 0 0,-5 18-1 16,1 21-3-16,7 11-8 15,10 9-47-15,18 18-24 16,16 8-1-16</inkml:trace>
  <inkml:trace contextRef="#ctx0" brushRef="#br0" timeOffset="50364.58">10002 8806 63 0,'0'0'8'0,"0"0"8"0,-7 0 6 15,7 0 4-15,-11-5 4 16,11 5 5-16,-12-5 1 16,5 3 3-16,7 2-6 0,-20-2-5 15,13 2-6-15,-4 0-2 16,4 0-2-16,-5 0-6 15,2 0-2-15,10 0-3 16,-10 7-2-16,10-7-1 0,-3 10 1 16,3-10-1-16,7 10 1 15,11-8 0-15,6 1 1 16,7-1 1-16,6-2 0 16,5 0-1-16,3 0 0 15,4 0-1-15,-1-5 0 0,-1 3-1 16,-4-4-1-16,-6 2 0 15,-5 1-1-15,-5-2 2 16,-6 3-4-16,-7-1 0 0,-2 3 0 16,-12 0 0-16,11 0 0 15,-11 0 0-15,0 0 0 16,0 0 0-16,0 0 0 16,0 0 0-16,0 0 0 0,0 0 0 15,0 0 0-15,-11 0 0 16,11 0 0-16,-12 8 0 15,12-8 0-15,-10 12-4 16,22 1-81-16,-12-4-2 0</inkml:trace>
  <inkml:trace contextRef="#ctx0" brushRef="#br0" timeOffset="54198.22">9433 8041 286 0,'0'0'6'15,"0"0"4"-15,0 0 2 0,0 0 3 16,6-10 2-16,-6 10 2 16,0 0 2-16,2-9 0 15,-2 9-5-15,0 0-3 16,-2-11-3-16,2 11-1 0,0 0-2 16,-11-7-2-16,11 7-1 15,-12-3-1-15,12 3 0 16,-12 0-1-16,12 0-1 0,-13 0 0 15,13 0 0-15,-15 10 0 16,7-5 0-16,-1 1 0 16,-1 0 0-16,2 2 0 15,-4-1 0-15,2 1 0 16,2 2 0-16,-2 0 0 16,3 1 0-16,-3 2 0 0,0-3-1 15,5 3 1-15,-2-3 0 16,2 2 0-16,0-1 0 15,-2 3-1-15,4-3 1 0,0 2 0 16,1-1 0-16,-1 4-1 16,1-4 1-16,2 3-1 15,-2 0 1-15,2 0 0 0,-3-1-1 16,3 1 1-16,0 0 0 16,0-1-1-16,0 0 1 15,0 0-1-15,3 1 1 16,-1-2-1-16,0 2 1 0,1-3 0 15,-1 3 1-15,3-2-2 16,-4 1 0-16,6 1 0 16,-7-3 0-16,3 3 0 15,-1-2 0-15,3-1 0 16,-3 1 0-16,1-1 0 16,1-3-2-16,-1-1 1 0,5 4 0 15,-8-12 2-15,12 15-1 16,-7-7 1-16,-5-8-1 15,15 12 2-15,-15-12-2 0,15 15 0 16,-15-15 0-16,18 10 0 16,-18-10 0-16,14 11 0 15,-14-11 0-15,18 6 0 0,-11-4 0 16,5 1 0-16,-6 2 0 16,6-2 0-16,-3-1 0 15,2 0 0-15,-4-2 0 16,3 3 0-16,-10-3 0 0,18 0 0 15,-18 0 0-15,14 0 0 16,-7 0 0-16,-7 0 0 16,18 0 0-16,-11 0 0 15,3-3 0-15,1 3 0 0,-4-4 0 16,5 1 0 0,-12 3 0-16,15-10 0 0,-15 10 0 15,15-14 0-15,-15 14 0 16,15-13 0-16,-8 3 0 15,-2-1 0-15,0 0 0 0,3 1 0 16,-3-4 0-16,0 0 0 16,0 0 0-16,-1-4 0 15,2 1 0-15,-1 0 0 0,-3-3 0 16,3 2 0-16,0 1 0 16,-3-2 0-16,1 1 0 15,-1-2 0-15,1 3 0 16,-3 0 0-16,2-3 0 15,2 0 0-15,-4 1 0 0,2-5 0 16,-2 5 0-16,0-1 0 16,2 0 0-16,-2 1 0 15,0 2 0-15,0-4 0 0,0 6 0 16,0-2 0-16,-2 2 0 16,0 0 0-16,-4 1 0 15,1 0 0-15,0 3 0 16,-5 1 0-16,3 0 0 15,-1-5 0-15,1 5 0 0,7 10 0 16,-15-15 0-16,15 15 0 16,-15-10 0-16,15 10 0 15,-14-9 0-15,14 9 0 0,-16-6 0 16,7 6 0-16,-2-2 0 16,1 2 0-16,1 0 0 15,-4 0 0-15,0 0 0 16,4 0 0-16,-4-2 0 15,1 2 0-15,-1 0 0 0,3 0 0 16,1 0 0-16,-1 0 0 16,-1 0 0-16,11 0 0 15,-14 2 0-15,14-2 0 16,-13 2 0-16,13-2 0 0,-12 8 0 16,12-8 0-16,0 17 0 15,-5 8-50-15,10-12-40 16</inkml:trace>
  <inkml:trace contextRef="#ctx0" brushRef="#br0" timeOffset="61997.82">11422 8672 225 0,'0'0'8'0,"0"0"4"15,0 0 7-15,0 0 2 0,-11-7 3 16,11 7 2-16,0 0-1 15,-13-5 1-15,13 5-8 16,0 0-5-16,0 0-5 16,13 0-2-16,7 3-3 15,9-1-1-15,8 1 0 0,16 1 1 16,7-1 0-16,7 2-1 16,12-3 0-16,0-2 0 15,6 0 1-15,0 0 0 16,2-2 0-16,-2-3 0 0,-2 0-1 15,-3 0 1-15,-1 0 0 16,-4 0-1-16,-10 3 0 16,-8-1-2-16,-10 2 1 0,-9 1 0 15,-14 0 0-15,-9 0 0 16,-15 0 1-16,0 0-1 16,-7 4 1-16,-13-2-1 15,-7 0 0-15,-6 1-1 0,-6 2 0 16,-6-2 0-16,-4-1-1 15,-6 0 0-15,-5 4-1 16,0-2 1-16,-4-1-1 16,-6 5 1-16,-2-1 0 15,-5-2 0-15,4 2 0 0,-1 0 0 16,0 3 1-16,1-2 0 16,7-1-1-16,8 3 1 15,3-2 0-15,18-3-2 16,5 0 1-16,18-3 1 0,14-2-1 15,12 8-6-15,22-3-21 16,21 0-50-16,12 2-2 16</inkml:trace>
  <inkml:trace contextRef="#ctx0" brushRef="#br0" timeOffset="71748.13">11122 12862 255 0,'0'0'5'0,"0"0"4"0,0 0 4 15,0 0 4-15,-7 4 2 16,7-4 5-16,0 0 2 0,0 0 3 16,0 0-4-16,0 0-3 15,0-7-2-15,3-13-4 16,6-3-2-16,4-9-4 0,-1-5-3 16,11-9-7-16,4-7 0 15,1-4 0-15,4-4 0 16,3-1 0-16,2-3 0 15,-3 6 0-15,-4 4 0 16,-6 6 0-16,-2 9 0 0,-6 8 0 16,-3 10 0-16,-10 4 0 15,-1 8 0-15,-2 10 0 16,0 0 0-16,0-10 0 16,0 10 0-16,0 0 0 15,-5 8 0-15,5-8 0 0,-8 12 0 16,6-1 0-16,2-11 0 15,-5 22-25-15,5-22-29 16,-2 11-33-16,2-11-2 0</inkml:trace>
  <inkml:trace contextRef="#ctx0" brushRef="#br0" timeOffset="72115.05">11538 11754 309 0,'0'0'7'0,"0"0"5"0,2-11 3 16,-2 11 4-16,0-14 4 15,0 14-1-15,3-14 1 16,-3 14-2-16,0-10-6 16,0 10-5-16,2 4-4 0,1 9-3 15,1 4-3-15,-1 6 0 16,5 4-1-16,-1 3 1 16,3 2 2-16,-1-2-2 15,4-1-1-15,-3-2-4 0,-3-4-5 16,4-3-14-16,-2 0-33 15,-4-11-25-15,-5-9-3 16</inkml:trace>
  <inkml:trace contextRef="#ctx0" brushRef="#br0" timeOffset="72365.19">11317 11776 330 0,'0'0'6'0,"0"0"1"16,0 0 2-16,7-9 4 16,-7 9 1-16,15-18 2 0,0 8 0 15,-1-4 0-15,7 1-5 16,1-4-1-16,6 2-2 16,-2-3-2-16,6 3-3 15,-2 7-1-15,-5-6-1 0,3 7-2 16,-6 3-2-16,-1-2-5 15,-2 6-10-15,-6 0-23 16,-1 0-38-16,0 3-1 16</inkml:trace>
  <inkml:trace contextRef="#ctx0" brushRef="#br0" timeOffset="72749.44">11699 11816 370 0,'0'0'6'15,"0"0"4"-15,0 0 1 0,0 0 1 16,0 0 1-16,0 0-1 16,0 0 1-16,7 0 0 15,-7 0-6-15,16-2-3 16,-4 2-3-16,3 2 0 0,-3 5-1 15,6 1-1-15,-1 2 1 16,-2 0 0-16,0 3 0 16,0-6-1-16,-8 3 1 15,-7-10 0-15,12 9 1 0,-12-9-1 16,0 0 1-16,0 0-1 16,-7-1 1-16,7 1-1 15,-14-17 1-15,1 9-1 16,3-5-2-16,5-1-1 15,0 0-4-15,5 5-7 0,0-4-14 16,3-1-39-16,9 5-13 16</inkml:trace>
  <inkml:trace contextRef="#ctx0" brushRef="#br0" timeOffset="73516.45">12081 11709 334 0,'0'0'2'16,"0"0"1"-16,-12 0 2 15,5 0 0-15,-6 3 1 16,-4 0 0-16,2 4 2 0,-4 0-2 16,2 7-2-16,4-6 0 15,5 0-3-15,0 2 0 16,8-1-2-16,0-9 1 16,0 16 0-16,0-16 0 0,18 7 1 15,-3-7 1-15,-2 0 1 16,1-2-1-16,-1-3 1 15,2-5 1-15,-6 0-1 0,1-5-1 16,-4 0 1-16,-2 0-1 16,1 1 0-16,-2 4-1 15,-1 0-3-15,-2 10 0 16,2-12 0-16,-2 12 0 16,0 0 0-16,0 12 0 0,0-6-1 15,0 5 1-15,6-1 2 16,-3-3 1-16,-3-7-1 15,9 14 1-15,-9-14 0 16,15 0 0-16,-5 0 1 0,0-9 0 16,-1 0 0-16,2-4 0 15,-4 2 0-15,3-3 1 16,-4 2-1-16,-1-1 0 16,-3 4 0-16,0 1-2 0,-2 8-2 15,0 0 0-15,0 0-1 16,0 0 0-16,0 0-1 15,0 10 0-15,0-10 1 0,8 17 1 16,-8-17 1-16,17 11 1 16,-5-11 1-16,6 0-1 15,-1 0 1-15,3-5 0 16,5-5 0-16,-1-5 1 0,6-3 0 16,-5-2-1-16,3 1 1 15,-6-4-1-15,-2 1 1 16,-5 2-1-16,-8 3 0 15,-2 2 0-15,-5 0-1 16,-5 3 0-16,-2 4 0 0,-5 3-1 16,-3 0 0-16,0 5-1 15,2 0 0-15,1 5-1 16,1 0 1-16,4 5 0 16,5 0-1-16,2 5 1 0,0-2 1 15,7-1-1-15,4 5 2 16,1 0-1-16,3 1 1 15,-5 2 0-15,2 2 0 0,-4 3-1 16,-6-6-8-16,-2 12-20 16,-17-9-39-16,5 6-5 15</inkml:trace>
  <inkml:trace contextRef="#ctx0" brushRef="#br0" timeOffset="74300.74">7781 11983 300 0,'0'0'4'0,"0"0"2"0,0 0 3 0,0 0 2 0,0-11-1 16,0 11 1-16,0 0 3 15,0 0 0-15,12 15-2 16,-1 7-3-16,-2 3-2 16,8 10 1-16,3 7-1 0,5 8 0 15,3 1-3-15,4 3 1 16,-2 2-3-16,2-5 1 15,0 2-2-15,-4-7 0 16,-1-3 0-16,-7-4-1 0,2-4 0 16,-4-3-2-16,-5-5-3 15,0-2-2-15,-4-5-5 16,-2 1-11-16,-7-10-22 16,0-1-33-16,0 0-3 0</inkml:trace>
  <inkml:trace contextRef="#ctx0" brushRef="#br0" timeOffset="74699.62">7982 12686 352 0,'0'0'4'15,"0"0"2"-15,0 0 1 16,0 0 0-16,0 0 3 0,0 0 0 16,10 5 1-16,0 0 0 15,2 2-3-15,3 4-2 16,5-3 0-16,2 3-1 16,3 1-2-16,-2-2-1 0,2 0-1 15,-3 0 0-15,-2-1 0 16,0-3-1-16,-8-1 1 15,-2 0 1-15,-10-5 2 16,15 2 0-16,-15-2 0 16,5-5 0-16,-5-5 1 0,-2-5 1 15,-3-2-2-15,-3-10 0 16,-2 0-3-16,3-3 1 16,0 3-4-16,-7-6-4 15,10 9-16-15,-8-1-59 0,7 0-2 16</inkml:trace>
  <inkml:trace contextRef="#ctx0" brushRef="#br0" timeOffset="75448.53">7305 11662 397 0,'0'0'5'0,"0"0"2"0,0 0 1 15,0 0 0-15,0 0-1 16,0 0 0-16,0 0 0 16,0 0 0-16,-6 16-4 15,8-1-2-15,9 1-2 0,-2 4 1 16,3 2 0-16,-1 1 1 15,1-3-1-15,0 0 1 16,-4-6 0-16,2-3 0 16,-10-11 2-16,7 9 0 0,-7-9-1 15,0 0 1-15,-7-5 0 16,2-5-1-16,-6-2 1 16,-2-6-2-16,5-3-1 0,-5-4 0 15,3-6 0-15,3 2 0 16,0-3 0-16,-2 6-1 15,7-2-1-15,2 3 1 16,4 5-1-16,7 5 1 16,1 5-1-16,4 8 0 0,1 0 1 15,3 2 0-15,-1 4 0 16,-1 8 1-16,0 1 0 16,-6 4 0-16,-5 3 0 15,-2 2-1-15,-5 0 1 0,0 1-1 16,0-3 0-16,-5-1 0 15,0-3 0-15,3-2 0 16,-3-4-1-16,5 0 2 0,0-10-1 16,2 13 0-16,-2-13 0 15,17 4 1-15,-6-2-1 16,6-2-3-16,-2 0-6 16,4-2-14-16,-1 8-47 15,5-12-7-15</inkml:trace>
  <inkml:trace contextRef="#ctx0" brushRef="#br0" timeOffset="75714.98">7570 11593 292 0,'0'0'5'0,"0"4"-2"0,0 7 2 0,0 2 1 16,0-1 1-16,0 2 2 15,2 1 1-15,0 3 1 16,3-5-2-16,6 2 2 0,1-11-2 15,8-1 1-15,-3-3-2 16,8 0-1-16,-2-3 0 16,2-1-1-16,-6-7 0 15,1-1 0-15,-8-1-1 16,-5 1 1-16,-3 2-4 0,-4-1 0 16,0 11-4-16,-20-21-5 15,2 17-13-15,1-2-28 16,-3 4-28-16,-1 2-4 0</inkml:trace>
  <inkml:trace contextRef="#ctx0" brushRef="#br0" timeOffset="75931.94">7808 11433 395 0,'0'0'3'0,"0"0"-1"16,0 0-1-16,0 0 0 0,0 0 1 15,0 10 1-15,3-2 0 16,-1 5 0-16,5 5-3 16,1 1 1-16,5 1 0 15,-6 0-4-15,5 3-5 0,-1-9-10 16,-4-1-15-16,0-1-12 16,-7-12-24-16,5 18-12 15</inkml:trace>
  <inkml:trace contextRef="#ctx0" brushRef="#br0" timeOffset="76049.1">7828 11606 327 0,'0'0'7'0,"0"0"0"16,0 0 2-16,2-10 0 16,9 3 2-16,3-1 0 15,9-5 0-15,19-2-20 16,8-1-59-16,14-12-3 0</inkml:trace>
  <inkml:trace contextRef="#ctx0" brushRef="#br0" timeOffset="77915.78">13550 7934 274 0,'0'0'6'0,"0"-10"1"15,-5 4 3-15,1-9 0 0,-9 2 2 16,1-5 2-16,-6 3 1 16,-2-1-1-16,-2 3-2 15,-6 3-3-15,-4 8-3 0,-5 2-1 16,-2 8-2-16,-4 9 1 15,-2 7-1-15,0 5 0 16,-1 9 1-16,3 6 0 0,6 8 0 16,4 5 1-16,11 3 0 15,10 2 0-15,7 3-1 16,5-5 0-16,9 1-2 16,5-3 1-16,7-8 0 15,7-2 0-15,4-11 0 0,2-5 0 16,7-9 0-16,3-7 1 15,6-8 0-15,5-8 0 16,1-5 0-16,7-6-1 16,-1-13 2-16,0-2-1 0,-5-12 1 15,-4-1 0-15,-6-7 0 16,-5-5-1-16,-14-4-2 16,-9-7-2-16,-9 1 0 15,-10-4 0-15,-13 5 0 0,-11-5 0 16,-9 9 0-16,-11 7 0 15,-6 8 0-15,-7 10-2 16,-5 11 0-16,-3 13 0 0,0 9 1 16,3 15-1-16,0 15-3 15,8 11-4-15,6 14-13 16,9 7-58-16,12 8-3 16</inkml:trace>
  <inkml:trace contextRef="#ctx0" brushRef="#br0" timeOffset="83447.58">9800 9941 78 0,'0'0'5'0,"0"0"5"15,0 0 5-15,0 0 3 0,0 0 4 16,0 0 2-16,0 0 4 15,0 0-1-15,0 0-2 16,-7 0-4-16,7 0-1 16,0 0-1-16,0 0-3 15,-9 0-2-15,9 0-1 16,0 0 1-16,0 0-4 0,0 0 0 16,0 0-2-16,0 0 0 15,0 0 0-15,12-8-1 16,3 6-1-16,4-3 1 0,6 0-1 15,5 0 2-15,2 1-2 16,1-2-2-16,-1 4-1 16,-2-3 0-16,-3 5-1 15,-4-5 0-15,0 5 0 0,-7 0-1 16,2-2 1-16,-8 2 0 16,-10 0 0-16,14 0 1 15,-14 0 1-15,0 0 0 0,0 0-1 16,-5 0 1-16,-10 0-1 15,1 0 0-15,-8 2 0 16,-3 0-2-16,-3 3-1 16,-4 0 0-16,-2 1 0 0,-1-2 0 15,5 1 0-15,3 0 0 16,4 0 0-16,5-5 0 16,1 2-1-16,10 1 0 15,7-3 1-15,0 0 0 16,12 2 0-16,6-2 0 0,6 0 0 15,1 0 1-15,7-2 0 16,1-1 0-16,-1-1 0 16,0-1 0-16,-7-1-1 15,0 4 1-15,-7-1-1 0,-6-2 3 16,-2 3-3-16,-10 2 0 16,0 0 0-16,0 0 0 15,0 0 0-15,0 0 0 0,-17 0 0 16,1 0 0-16,0 0 0 15,-7 0 0-15,0 0 0 16,4 0 0-16,-1 2 0 16,2 2 0-16,6-3 0 15,5-1 0-15,7 0 0 0,-11 5 0 16,11-5 0-16,0 0-2 16,13 11-9-16,-13-11-13 15,12 9-60-15,1-1-2 16</inkml:trace>
  <inkml:trace contextRef="#ctx0" brushRef="#br0" timeOffset="84164.94">10072 9312 316 0,'0'0'6'0,"0"0"2"0,0 0 2 0,-10-13 2 16,10 13 4-16,-10-12 1 16,-1 1 0-16,2 7 2 15,-4-3-6-15,-4 7-2 16,-3 0-2-16,1 4-3 0,-6 12-1 16,0 0-2-16,-3 9-2 15,1 11 1-15,2 1-1 16,-2 7 0-16,7 3 0 0,2 3 0 15,4 2 0-15,4 0 0 16,4 0 0-16,6-5 0 16,3-3-1-16,5-2 1 15,9-7-1-15,3 0 1 0,8-10 0 16,4-3 1-16,4-7 0 16,7-5 0-16,-3-6 0 15,4-4 0-15,4-4 1 16,-6-6-1-16,2-5 1 0,-3-7 0 15,-7-1 0-15,1-4 0 16,-8-3-1-16,-1-4-2 16,-10-6 0-16,-4-5 0 15,-3-4 0-15,-7-6 0 0,-2-2 0 16,-11-4 0-16,-1-2 0 16,-7 6 0-16,-8 3 0 15,-3 1 0-15,-5 15 0 16,-5 5 0-16,0 10 0 15,-4 7 0-15,-2 11 0 0,0 5 0 16,-4 13 0-16,8 12 0 16,2 8 0-16,7 11 0 15,6 9 0-15,17 11-27 0,10 8-59 16,10 0-4-16</inkml:trace>
  <inkml:trace contextRef="#ctx0" brushRef="#br0" timeOffset="87714.85">12688 11322 331 0,'0'0'8'0,"0"0"3"15,0 0 4-15,0 0 3 0,0 0 0 16,-5-6 1-16,5 6 0 15,0 0 1-15,0 0-8 16,0 0-3-16,0 0-3 16,0 0-1-16,0 0-1 0,0 0 0 15,10-8 0-15,5 3 0 16,0 0 0-16,2 0-4 16,6 1 0-16,-4-4 0 15,2 3 0-15,-5 0 0 16,-3 0 0-16,-13 5 0 0,15 0 0 15,-15 0 0-15,2 5 0 16,-2 5 0-16,0 2 0 16,-7 6 0-16,-5 4 0 0,1 2 0 15,-3 1 0-15,-1 5 0 16,-5 1 0-16,0-5 0 16,3-3 0-16,4-1 0 15,1-5 0-15,5-2 0 16,1-3 0-16,4-2 0 0,2-10 0 15,5 8 0-15,5-8 0 16,2 0 0-16,4 0 0 0,3-5 0 16,1 0 0-16,5-5 0 15,-3 2 0-15,0 1 0 16,-1 0 0-16,-5 1 0 16,-2 2 0-16,-5-1 0 15,-9 5 0-15,10-2 0 16,-10 2-36-16,0 0-49 0,3 7-4 15</inkml:trace>
  <inkml:trace contextRef="#ctx0" brushRef="#br0" timeOffset="88531.86">12897 10969 290 0,'0'0'6'0,"-7"-15"0"0,-4 5 1 16,-3 0 3-16,-4-5 1 16,-10-3 2-16,-9 1 1 15,-5 3 2-15,-10 1-5 16,-8 3-3-16,1 3-1 0,-13 7-1 15,-6 0-2-15,-1 5-2 16,-8 7-1-16,-5 1 1 16,0 4-1-16,3 5 1 15,-1-2-1-15,1 8 3 0,5 2 0 16,2-1 0-16,4 8 1 16,9 3-1-16,3 2 1 15,5 5-1-15,-1 3 0 16,7 5-1-16,6-2-1 0,1 7 0 15,9 2-2-15,7 4 1 16,2 2-1-16,7-2 0 16,11 1 0-16,4 0 0 15,8 1 0-15,8-7 0 16,9-2 2-16,7-6-1 0,12-1 2 16,9-8-1-16,2-2 0 15,12-7 1-15,8-8 0 16,8-5 0-16,7-6-1 0,7-7 1 15,10-9 0-15,6 0-1 16,4-7 1-16,3-5-1 16,1-6 0-16,-7-1-1 0,1-1 1 15,-3-3-1-15,-12-1-1 16,-2-1 1-16,-11-3 0 16,-7 1 0-16,-5-2 0 15,-9-4 0-15,-6-2 0 0,-8-2 0 16,-2-4 1-16,-7-9 0 15,-8-5-2-15,6-3 0 16,-11-10 0-16,-1-1 0 16,-9-6 0-16,-8-2 0 15,-4 1 0-15,-2 4 0 16,-12-2 0-16,-12 10 0 0,-3 2 0 16,-6 7 0-16,-7 7 0 15,-10 9 0-15,-6 4-2 16,-9 7 0-16,-8 9 1 0,-1 7 0 15,-9 4 0-15,-5 8-1 16,1 6-1-16,5 8-4 16,7 4-8-16,12 1-37 0,3 16-31 15,12 7-2 1</inkml:trace>
  <inkml:trace contextRef="#ctx0" brushRef="#br0" timeOffset="89181.09">10939 12651 396 0,'0'0'6'0,"0"0"2"0,0 0 1 0,0 0 1 16,0 0 0-16,-5-3 0 0,5 3 1 15,-3 10-1-15,3 8-4 16,0-1-3-16,5 8-2 16,2 0 0-16,2 2 0 0,0 3-1 15,0-3 1-15,5-2 0 16,-2-5-1-16,-3-1 1 16,4-4-1-16,-3-5 1 15,-3-3 0-15,-7-7 0 0,16 5 0 16,-7-5 1-16,2-9 1 15,3-4 0-15,4-4 0 16,6-6 1-16,-1 1-1 16,9-3 1-16,0 1-4 15,-2 1 0-15,2 6 0 0,-4 1-3 16,-1 8-15-16,-2 5-65 16,-8 0-2-16</inkml:trace>
  <inkml:trace contextRef="#ctx0" brushRef="#br0" timeOffset="95764.93">16259 9933 301 0,'0'0'7'0,"0"0"3"0,0 0 4 16,0 0 1-16,0 0 1 16,-10 5 5-16,10-5-2 15,0 0 1-15,0 0-5 16,0 0-5-16,0 0-1 16,0 0-1-16,0 0-2 15,0 0 0-15,0 0-1 0,10 8 0 16,5-8 0-16,-1 0 0 15,7 0 0-15,3 0-1 16,-2-3 1-16,1 1-5 0,2-1 0 16,-8-2 0-16,-4 3 0 15,-1 2 0-15,-3-5 0 16,-9 5 0-16,0 0 0 16,0 0 0-16,0 0 0 0,-16 0 0 15,0 3 0-15,-3 1 0 16,-6 1 0-16,0 3 0 15,0-3 0-15,1 0 0 16,3 0 0-16,6-3 0 0,3 0 0 16,12-2 0-16,0 0 0 15,0 0 0-15,10 6 0 16,7-6 0-16,9 0 0 16,1 0 0-16,1-3 0 15,0 0 0-15,0-1 0 0,-8 1 0 16,-6-2 0-16,0 3 0 15,-14 2 0-15,0 0 0 16,0 0 0-16,0 0 0 0,0 0-39 16,0 0-46-16,0 0-3 15</inkml:trace>
  <inkml:trace contextRef="#ctx0" brushRef="#br0" timeOffset="96531.85">17409 9195 323 0,'0'0'9'0,"-5"-10"3"16,0 3 3-16,-2-5 3 16,-3-1 1-16,-3 3 0 0,-4-2 0 15,0-1 1-15,-6 3-9 16,-5 6-3-16,1 4-2 16,-2 2-2-16,-4 8-1 15,-7 5-1-15,1 5 0 0,-6 7-1 16,-2 0 0-16,-2 11-1 15,6 1 1-15,-5 3-1 16,6 5 1-16,5 3 0 0,3 3-1 16,6-1 1-16,8 4 1 15,8-1-1-15,10-2 1 16,7 0 0-16,11-3-1 0,14-1 1 16,13-7 0-16,6-5 1 15,16-7-3-15,5-7 0 16,4-9 0-16,8-6 0 15,3-8 0-15,-1-3 0 16,1-15 0-16,-3-4 0 16,-6-7 0-16,-6-7 0 0,-8-5 0 15,-10-12 0-15,-12-4 0 16,-8-6 0-16,-14-7 0 16,-11-8 0-16,-7-2 0 15,-9-4 0-15,-17-3 0 0,-6 11 0 16,-10 1 0-16,-8 13 0 15,-12 7 0-15,-5 16 0 16,-10 18 0-16,-2 14 0 16,-6 10 0-16,0 19 0 0,4 13 0 15,6 16-59-15,8 14-32 16</inkml:trace>
  <inkml:trace contextRef="#ctx0" brushRef="#br0" timeOffset="99181.05">12571 9879 264 0,'0'0'8'0,"0"0"6"0,0 0 2 16,5-10 1-16,-5 10 2 15,0 0 1-15,6-10 2 16,-6 10 2-16,0 0-8 16,0 0-4-16,-6-8-3 0,6 8-1 15,0 0-2-15,0 0-2 16,0 0-1-16,0 0 0 16,0 0 0-16,10 0 0 15,2 0 1-15,6 0 0 0,5 0 0 16,3-2 2-16,4-3-2 15,0-2 1-15,-4-1-2 16,3 1 1-16,-6 3-1 0,-7-4 0 16,-5 5-3-16,-11 3 0 15,0 0 0-15,0 0 0 16,0 0 0-16,-18-6 0 0,-4 6 0 16,-5 3 0-16,-3 3 0 15,0 2 0-15,-5-1 0 16,6 3 0-16,4-6 0 15,2 4 0-15,8-4 0 16,15-4 0-16,0 0 0 0,0 8 0 16,10-5 0-16,10-3 0 15,2 0 0-15,3 0 0 16,5 5 0-16,-7-3-17 16,-6 8-66-16,3-1-3 15</inkml:trace>
  <inkml:trace contextRef="#ctx0" brushRef="#br0" timeOffset="101931.22">14106 12747 339 0,'0'0'8'0,"0"0"2"0,0 0 4 16,0 0 2-16,0 0 1 16,0 0 2-16,0-8 2 15,0-3 2-15,0-3-6 16,3-7-4-16,-1-4-1 0,3-4-10 15,1-11-2-15,-3-5 0 16,-3-9 0-16,4-10 0 16,4-10 0-16,-6-6 0 15,3-9 0-15,-5-6 0 0,2 5 0 16,-2 0 0 0,4 3 0-16,-4 15 0 0,0 8 0 15,-4 14 0-15,2 11 0 16,-3 11 0-16,3 8 0 0,-1 10 0 15,3 10 0-15,-7-9 0 16,7 9 0-16,-2 9 0 16,2 7 0-16,0 3 0 0,0 9 0 15,0 4 0 1,0 10 0-16,0 2-22 0,0 5-66 16,0 4-3-16</inkml:trace>
  <inkml:trace contextRef="#ctx0" brushRef="#br0" timeOffset="102464.83">14010 12493 354 0,'0'0'6'0,"0"0"4"0,0 0 3 0,-7-6 0 15,7 6 2-15,0 0 2 16,-13-4 0-16,13 4 1 16,0 0-7-16,0 0-1 0,0 0-3 15,-8 12-2-15,11-2-1 16,4 0-1-16,0 8-1 15,4-1 0-15,-1 2 0 0,3 3 0 16,-1 1-2-16,1 2 0 16,-4 0 0-16,1 0 0 15,0-3 0-15,0 0 0 0,-1-2 0 16,-1-3 0-16,0-4 0 16,-5-5 0-16,-3-8 0 15,12 14 0-15,-12-14 0 16,0 0 0-16,13 0 0 0,-11-10 0 15,3-2 0-15,0-9 0 16,-1-6 0-16,4 0 0 16,-3-8 0-16,5-2 0 15,-3 3 0-15,0-4 0 16,2 8 0-16,-2 1 0 16,-2 9 0-16,-1 0 0 0,4 2 0 15,-8 7 0-15,6 1-19 16,-2-2-66-16,-4-4-5 15</inkml:trace>
  <inkml:trace contextRef="#ctx0" brushRef="#br0" timeOffset="103233.44">13957 10900 412 0,'0'0'4'0,"0"0"2"0,0 0 1 16,0 0-1-16,0 0-1 16,0 0 1-16,0 4 0 0,0 11 0 15,5 3-4-15,3 9 0 16,4-2-1-16,5 7 1 15,-1 3 0-15,4-2 0 0,-1-2-1 16,-1-4 1-16,-3-2 0 16,-3-8-1-16,0 1 0 15,-3-6 1-15,-9-12 0 16,2 13 1-16,-2-13-1 16,-11 0 0-16,2-3 0 0,-6-7 0 15,0-2 0-15,-5-6-2 16,1-2 0-16,1-2 0 15,1-7 1-15,-1 0-2 16,8 1 1-16,0-2 0 0,7 2 0 16,3 3 0-16,0 4 0 15,11 1 0-15,1 7 0 16,7 1 0-16,-1 4 0 16,5 4 0-16,2 4 0 0,-3 0 0 15,-3 9 1-15,0 6-1 16,-3 5 0-16,-3 3 2 15,-5 2 0-15,-8-1 1 0,0 6-1 16,0-5 0-16,-10-1 0 16,2 1-1-16,-4-8 2 15,5-3-3-15,2 0 0 16,-1-4-2-16,6-10 2 16,0 9 0-16,11-6-1 0,1-3-1 15,3 0-2-15,4-3-3 16,4-2-9-16,2-2-30 15,7-3-37-15,-9-1-2 16</inkml:trace>
  <inkml:trace contextRef="#ctx0" brushRef="#br0" timeOffset="103532.72">14281 11006 370 0,'0'0'5'0,"0"0"1"0,-5 8 1 16,5-8 0-16,-8 10 0 15,8-10 1-15,-3 17 1 16,3-17 1-16,0 15-3 16,11-10-1-16,1-2 0 0,4-2 0 15,3-1 1-15,3-1-1 16,-1-5-1-16,0-1 0 16,0-3 0-16,-7 2-1 15,-1-4-1-15,-3 3 0 0,-10-2 0 16,0 2-1-16,-8 1 0 15,-7 0-3-15,1 8-3 16,-11-2-2-16,4 4-7 0,-3 0-8 16,2 7-28-16,6 0-34 15,7-4-3 1</inkml:trace>
  <inkml:trace contextRef="#ctx0" brushRef="#br0" timeOffset="103714.95">14424 10814 365 0,'0'0'8'0,"0"0"3"16,0-11 2-16,0 11 1 0,0-10 0 16,0 10 0-16,0 0-1 15,0 0 1-15,0 0-7 16,6 17-3-16,1 4-3 16,3 3-1-16,3 1-1 15,1 7-3-15,4-5-4 0,2 3-9 16,-3-5-22-16,0-5-41 15,3-3-3-15</inkml:trace>
  <inkml:trace contextRef="#ctx0" brushRef="#br0" timeOffset="103864.74">14467 10900 358 0,'0'0'1'0,"0"0"-1"0,0 0 1 16,0 0-4-16,15-6-10 15,-2 12-45-15,1-6-12 16</inkml:trace>
  <inkml:trace contextRef="#ctx0" brushRef="#br0" timeOffset="104297.51">14743 10789 386 0,'0'0'6'0,"0"0"2"0,-13-8 2 15,13 8 3-15,-10-7 0 16,10 7 0-16,-7-10 0 16,7 10 1-16,0-8-5 15,0 8-4-15,15-7-2 0,-2 7-1 16,1 0-1-16,2 4-1 16,-2 7 1-16,-1 1 0 15,-3 5-1-15,-1 0 1 16,-6 1 0-16,-1 1-1 15,-2-1 1-15,0-3-1 0,-2-5 0 16,-3 1 0-16,5-11 0 16,-15 11 0-16,15-11 0 15,-15-3-1-15,13-6 1 16,-1-7 0-16,3 2 0 0,3-11-1 16,4 0 1-16,1-5 1 15,2 4 0-15,2-1-1 16,-2 3 1-16,-3 7 0 0,-2 8 0 15,-5 9-1-15,12 0 1 16,-3 14-1-16,-2 6 0 16,-1 2 0-16,10 6 0 15,-1 1-2-15,10 2-5 0,-3-9-12 16,8 0-63-16,12-3-3 16</inkml:trace>
  <inkml:trace contextRef="#ctx0" brushRef="#br0" timeOffset="105131.61">17126 12671 427 0,'0'0'5'0,"0"-7"3"15,2-6 2-15,4-4 1 16,8-8 2-16,9-7 2 15,1-11-1-15,9-13-6 0,11-6-8 16,7-10 0-16,0-10 0 16,6-2 0-16,3-7 0 15,0 4 0-15,-5-3 0 0,-4 11 0 16,-8 7 0-16,-6 10 0 16,-7 10 0-16,-8 13 0 15,-7 9 0-15,-8 12 0 16,-1 6 0-16,-6 12 0 15,0 0 0-15,-6 2 0 0,-4 18 0 16,-2-2 0-16,-3 14-5 16,5 3-84-16,-12 5-2 15</inkml:trace>
  <inkml:trace contextRef="#ctx0" brushRef="#br0" timeOffset="105630.97">16972 12533 403 0,'0'0'6'0,"0"-11"3"15,0 11 2-15,3-13 3 16,-3 13 1-16,7-9 0 0,-7 9-1 16,7-10 1-16,-7 10-6 15,0 0-9-15,8 10 0 16,-1-1 0-16,-2 9 0 16,0 2 0-16,3 2 0 0,-4 6 0 15,1-4 0-15,0-1 0 16,-3-3 0-16,-2-3 0 15,3-5 0-15,-3 1 0 0,0-13 0 16,6 9 0-16,-6-9 0 16,14-1 0-16,2-5 0 15,3-5 0-15,6 3 0 0,7-8 0 16,3-1 0-16,-1 0 0 16,4-1 0-16,-4 4 0 15,-3 1 0-15,-4 1 0 16,-5 4 0-16,-7 0 0 15,-3 6 0-15,-12 2 0 16,10-2 0-16,-10 2-18 0,0 0-28 16,15-3-41-16,-15 3 0 15</inkml:trace>
  <inkml:trace contextRef="#ctx0" brushRef="#br0" timeOffset="106014.93">17958 11098 383 0,'0'0'7'0,"0"0"4"0,0-9 2 0,0 9 2 15,0-11 1-15,0 11 0 16,0 0 0-16,-5-5 1 16,5 5-7-16,-12 20-3 0,10-1-7 15,-1 12 0-15,3 2 0 16,0 5 0-16,3-1 0 15,6 5 0-15,1-4 0 16,1-4-9-16,-4-6-35 0,2-1-40 16,1-7-2-16</inkml:trace>
  <inkml:trace contextRef="#ctx0" brushRef="#br0" timeOffset="106198.07">17615 11137 445 0,'0'0'5'16,"0"0"0"-16,-5-9 1 16,5 9 1-16,0-18 0 0,10 3 0 15,3-2 1-15,4 3-2 16,10-4-4-16,6 3-1 16,6 2-2-16,4 11-9 15,-4 0-12-15,1 6-59 0,3 14-4 16</inkml:trace>
  <inkml:trace contextRef="#ctx0" brushRef="#br0" timeOffset="106598.46">17988 11314 449 0,'0'0'5'15,"0"0"2"-15,0 0 1 0,-6-6 2 16,6 6-1-16,0-12 1 15,0 12 0-15,8-9-7 16,3 0-3-16,1 7 0 16,2-1 0-16,9 3 0 15,0 0 0-15,-1 8 0 16,2 0 0-16,1 4 0 0,-2 1 0 16,-3 1 0-16,-3-2 0 15,-4 1 0-15,-3-2 0 16,-3-3 0-16,-7-8 0 0,5 13 0 15,-5-13 0-15,-8 2 0 16,0-2 0-16,0-5 0 16,-3-2 0-16,1-3 0 0,3-8 0 15,-1-1 0-15,5-6 0 16,3 3 0-16,0-3 0 16,5 3 0-16,6 5 0 15,-1-3 0-15,5 10-5 0,2 2-19 16,5 4-32-16,3 4-31 15,-3 0-1-15</inkml:trace>
  <inkml:trace contextRef="#ctx0" brushRef="#br0" timeOffset="107399.13">18465 11209 408 0,'0'0'4'0,"0"0"2"0,-10-2 2 16,10 2 2-16,-17 0 0 15,4 0 1-15,1 0-1 16,-3 0 1-16,5 7-4 0,0-2-3 15,1 5-2-15,0 3-1 16,7-2-1-16,2 5 0 16,2-4 0-16,3-2 0 15,6-3 0-15,-2 1 0 0,1-3 1 16,3-5-1-16,-1 0 1 16,1-3-1-16,-1-4 1 15,0-3 0-15,-4-3 0 16,2 1 0-16,-3-5 0 15,-2 2 0-15,-3 0 0 0,2 3-1 16,-2-1-1-16,-2 13-1 16,3-12 1-16,-3 12 0 15,0 0-1-15,4 7 1 16,-4-7-1-16,8 18 2 0,-1-8-1 16,1-3 2-16,-8-7-1 15,12 13 1-15,-12-13-1 16,18 0 1-16,-6-3-1 0,-2-5 1 15,0-1 0-15,2-4-1 16,0-2 1-16,-4 1-1 16,2-2 1-16,-5 4 0 0,2 2 0 15,-7 10-2-15,2-12 0 16,-2 12 0-16,0 0 0 16,0 0-1-16,0 7 0 15,0-7 1-15,0 18-1 16,6-9 1-16,-3 0 0 0,-3-9 1 15,19 11 0-15,-4-8 0 16,2-3 0-16,3-3-1 16,3-7 2-16,0 0-1 15,-2-4 1-15,0-1 0 0,-7-3 0 16,-3 1 0-16,-4 3 0 16,-5 1 1-16,-2-2-1 15,-7 8 0-15,-6 0-1 16,3 4 0-16,-4 3-1 0,3 0 0 15,-1 3 0-15,12-3-1 16,-13 17 1-16,11-8-1 16,2 1 1-16,2 0 0 0,6 3 1 15,1-4-1-15,8 2 1 16,-5-1-1-16,4-1 0 16,0-1 0-16,-4 2 0 15,1-6 0-15,-8 6 1 16,-5-10 0-16,4 13 0 0,-4-13 0 15,-2 11 1-15,-5-7-1 16,-4-2 0-16,-3 3-5 16,4 0-8-16,-10 3-40 15,8-6-26-15,-1-2-5 0</inkml:trace>
  <inkml:trace contextRef="#ctx0" brushRef="#br0" timeOffset="107864.91">19027 10949 473 0,'0'0'3'0,"0"0"1"0,0-12 0 16,0 12 1-16,7-13 0 15,-7 13 0-15,20-12-1 16,-10 7 1-16,3 2-2 0,1 3-3 15,2 8 0-15,-7 2 0 16,3 5 0-16,-1-1 0 16,-6 6 0-16,-3-2 0 15,-2-1 0-15,0 1 0 16,-5-3 0-16,-3-3 0 0,1-5 0 16,7-7 0-16,-15 10 0 15,15-10 0-15,0 0 0 16,-8-15 0-16,8 1 0 15,4-4 0-15,3-7 0 16,2-2 0-16,3-5 0 0,1-1 0 16,-1 4 0-16,4 1 0 15,-9 6 0-15,3 4 0 0,-10 18 0 16,13-4 0-16,-11 11 0 16,1 14 0-16,-1 5 0 15,3 7 0-15,2 1 0 16,6-1 0-16,6 4 0 0,6-13-14 15,3 9-70-15,24-11-3 16</inkml:trace>
  <inkml:trace contextRef="#ctx0" brushRef="#br0" timeOffset="109664.74">14084 9124 314 0,'0'0'10'0,"0"0"3"0,0-11 3 0,0 11 3 16,-5-19 1-16,-4 6 0 0,-7 3 2 15,-1-4-1-15,-10 1-7 16,-3 3-5-16,-5 0-2 16,-2 8-2-16,-6-1-1 15,2 3-2-15,-9 7 0 16,0 9-1-16,0-1 0 0,4 4-1 15,-7 6 0-15,6 5 0 16,2 0 0-16,0 8 0 16,6-2 0-16,1 4-1 0,4 4 0 15,2-1 1-15,2 1 0 16,5 3-1-16,0-3 1 16,5 6-1-16,5-5 1 15,5 1 0-15,6 2 0 0,4-6 1 16,7 0 0-16,12-5 1 15,6 0 0-15,10-9 0 16,8-1 0-16,6-10 0 16,6 0 1-16,7-4-3 0,7-8 0 15,4-3 0-15,6-2 0 16,-2-2 0-16,0-6 0 16,3-2 0-16,0-2 0 15,-6-3 0-15,-3-3 0 16,0 2 0-16,-13-5 0 0,2-4 0 15,-5 0 0-15,-5 2 0 16,-3-10 0-16,-4-1 0 16,-10-9 0-16,3-1 0 0,-9-6 0 15,-2-2 0-15,-10-10 0 16,-2 1 0-16,-13-4 0 16,-4 0 0-16,-15 1 0 15,-15 5 0-15,-9 1 0 0,-19 7 0 16,-8 8 0-16,-12 6 0 15,-13 12 0-15,-6 9 0 16,-1 7 0-16,0 9 0 0,3 17 0 16,12 6 0-16,8 5 0 15,26 19 0-15,21 0-85 16,17 0-7-16</inkml:trace>
  <inkml:trace contextRef="#ctx0" brushRef="#br0" timeOffset="114598.12">8728 11249 207 0,'0'0'5'15,"0"0"2"-15,-13 0 3 16,13 0 2-16,-10 2 0 15,10-2 0-15,-10 2 1 0,10-2 1 16,0 0-1-16,-5 11 1 16,5-11 0-16,18 2-1 15,9 1 0-15,10-3 2 16,10 0-1-16,16 0-2 16,11-3-3-16,13 1-4 0,10-6-2 15,5 3-1-15,5-4-1 16,-3 4 0-16,3-3 0 15,-5 1-1-15,-3-1 1 0,-5 3 1 16,-4-3 0-16,-16 4 1 16,-4 0 2-16,-10 0-1 15,-11-1 1-15,-12 3 1 16,-7 2 0-16,-10-3 0 0,-8 3 0 16,-12 0-2-16,0 0-1 15,0 0-2-15,-5 3-5 16,-5 4-16-16,1 1-59 15,-6 2-2-15</inkml:trace>
  <inkml:trace contextRef="#ctx0" brushRef="#br0" timeOffset="118681.39">11761 12215 232 0,'0'0'8'15,"0"0"4"-15,-2-7 2 0,2 7 2 16,0 0 1-16,0-11-1 16,0 11 4-16,5-12-1 15,4 5-4-15,9-7-5 16,7-4 0-16,15-5-4 0,10-6 1 15,12-1-2-15,7-5-1 16,11-4-1-16,4-4-1 16,5 2 1-16,1-4-1 0,-3 3 2 15,-5-3 1-15,-3 5 0 16,-4 3 0-16,-18 2 1 16,-2 8 1-16,-13 6 0 15,-12 3-1-15,-8 5 0 16,-9 8-2-16,-13 5 0 0,0 0-1 15,-23 5-1-15,-2 5 0 16,-12 5-2-16,-5 5-1 16,-13 5 1-16,-7 2-1 15,-7 5 0-15,-6 3-1 16,-2-4 1-16,-5 10 0 0,5-7 0 16,0 2 0-16,5-5 0 15,2-1-1-15,8-4 1 16,8-1 0-16,9-7 0 0,10-3-1 15,5-2 0-15,12-7 1 16,5-2 1-16,13-4 0 16,6-8 0-16,17-7 1 0,11-3 0 15,12-4 0-15,12-7 1 16,12-3 0-16,14-8 0 16,6-2 0-16,10-3 1 15,-1 1 1-15,1 0 0 16,-6 4 0-16,-7 2 1 0,-15 6 0 15,-13 5 1-15,-11 8-4 16,-16 3-2-16,-15 9 0 16,-17 7 0-16,0 0 0 15,-17 12 0-15,-10 3 0 16,-8 5 0-16,-10 8-4 0,-2 8-37 16,-5 7-44-16,-5 3-3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3:44:28.4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C00000"/>
    </inkml:brush>
    <inkml:brush xml:id="br4">
      <inkml:brushProperty name="width" value="0.05292" units="cm"/>
      <inkml:brushProperty name="height" value="0.05292" units="cm"/>
      <inkml:brushProperty name="color" value="#00B050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19976 2985 370 0,'0'0'7'0,"0"0"6"0,2-10 1 0,-2 10 2 0,0-10 0 15,0 10 1-15,-4-8-1 16,4 8 1-16,-18 0-7 16,3 10-6-16,-2 5-1 0,-1 10-2 15,-4 7 0-15,4 11-1 16,-1 1 1-16,1 1 0 15,9 3-1-15,6 0 1 0,3-3 0 16,0-3 1-16,10-7-2 16,7-6 0-16,5-6 0 15,1-5 0-15,4-7 0 16,1-5 0-16,4-6 0 0,-2-8 0 16,0-9 0-16,-3-8 0 15,3-7 0-15,-8-8 0 16,-5-10 0-16,0-2 0 15,-6-2 0-15,-6-3 0 16,-5 3 0-16,-5 4 0 0,-13 5 0 16,1 10 0-16,-10 8 0 15,-1 5 0-15,-6 10 0 16,-1 4 0-16,-3 6 0 16,3 2 0-16,1 2 0 0,6 11 0 15,3-1 0-15,6 8 0 16,6 2 0-16,8 2 0 15,5 4 0-15,11-1 0 16,3 1 0-16,14-1 0 0,1-5 0 16,9-2 0-16,1-5 0 15,-1-5 0-15,9-3 0 16,-8-7 0-16,-1 3 0 16,-8-6 0-16,-6 1 0 15,-4-3 0-15,-2-5 0 0,-8 5 0 16,-10 5 0-16,7-15 0 15,-7 15 0-15,0-15 0 16,0 15 0-16,-2-13 0 0,2 13 0 16,-10-7 0-16,10 7 0 15,-13 0 0-15,13 0 0 16,-12 5 0-16,12-5 0 16,-8 12 0-16,8-12 0 0,-2 11-45 15,2 1-44-15,2-2-2 16</inkml:trace>
  <inkml:trace contextRef="#ctx0" brushRef="#br0" timeOffset="617.35">20400 3111 399 0,'0'0'7'0,"0"0"3"0,0 0 3 0,0 0 0 0,0 0 2 0,0 0 1 16,0 0 0-16,11-4 1 15,-2-2-12-15,7-1-5 16,1 0 0-16,3 2 0 0,5-4 0 16,-1 5 0-16,3-3 0 15,1 4 0-15,-3-2 0 16,0 5 0-16,-8 0-7 16,1-2-47-16,-6 4-33 15,-12-2 1-15</inkml:trace>
  <inkml:trace contextRef="#ctx0" brushRef="#br0" timeOffset="1149.77">20398 3401 480 0,'0'0'4'0,"0"0"2"15,0 0 0-15,0 0 1 0,0 0-2 16,0 0-2-16,0 0-3 16,0 0 0-16,-8 8 0 15,6 6 0-15,-3 1 0 16,0 6 0-16,1 0 0 0,-2 1 0 16,3 3 0-16,-1-6 0 15,4 2 0-15,-3-6-12 16,3 5-12-16,0 10-53 15,0-30-9-15</inkml:trace>
  <inkml:trace contextRef="#ctx0" brushRef="#br0" timeOffset="1566.87">20505 3295 360 0,'0'0'10'0,"0"0"3"0,0 0 1 15,-10-6 2-15,10 6 2 16,0 0 0-16,0 0 0 16,0 0 1-16,0 0-8 0,5-4-4 15,7 4-2-15,1 0-3 16,4-3-2-16,3 0 0 15,5 1 0-15,-5 0 0 16,5-3 0-16,-5-1-11 0,2 5-22 16,13 1-49-16,-23-3-4 15</inkml:trace>
  <inkml:trace contextRef="#ctx0" brushRef="#br0" timeOffset="1999.84">21136 2992 435 0,'0'0'3'0,"0"0"1"0,0 0 1 16,-10-4-1-16,0 4 1 15,-3 2 0-15,-1 4 0 16,-4 11 0-16,1-1-3 16,2 12 0-16,3-2-2 0,5 10 1 15,4-2 0-15,3 1 0 16,8-4 0-16,8-8 0 16,12 2 0-16,2-13 1 0,4-3 0 15,3-9 1-15,4-9 1 16,-4-7 1-16,-2-7 0 15,-3-10 1-15,-7-1-3 16,-10-3-3-16,-3-5 0 0,-12 0 0 16,-12 0 0-16,-8 9 0 15,-15 4 0-15,-2 8 0 16,-8 4 0-16,-3 15 0 16,-1 4 0-16,7 18-23 0,25 10-62 15,-20 2-3 1</inkml:trace>
  <inkml:trace contextRef="#ctx0" brushRef="#br0" timeOffset="2666.75">19789 4182 428 0,'0'0'5'0,"0"0"3"0,0 0 1 0,6-9 0 16,-6 9-1-16,0 0 0 15,0 0 0-15,-3 13 1 16,-7 4-6-16,-3 14-2 0,1 1-2 15,2 5 0-15,-5 8 0 16,2-4 1-16,4 4 0 16,2-3 0-16,7-5 0 0,0-8-1 15,8-1 2-15,6-8-1 16,3-7 0-16,6-9 1 16,4-4 0-16,1-4 0 15,4-11 1-15,-2-7 0 0,0-9 0 16,-6-6 1-16,5-4 0 15,-11-9 0-15,-3-7-3 16,-10 2 0-16,-5 1 0 16,-2 4 0-16,-13 5 0 15,-6 6 0-15,-8 10 0 0,2 14 0 16,-12 7 0-16,10 8 0 16,-5 10 0-16,9 7 0 15,3 10 0-15,9 10 0 16,6-1 0-16,7 5 0 0,9 2-5 15,11 4-9-15,8-10-13 16,-1-1-57-16,19-1-2 16</inkml:trace>
  <inkml:trace contextRef="#ctx0" brushRef="#br0" timeOffset="3083.61">20158 4468 460 0,'0'0'5'0,"0"0"0"0,-11-4 2 0,11 4 0 0,-3-16 0 16,3 4 1-16,3 0-1 15,5-1-2-15,9-2-5 16,0 3 0-16,8 2 0 15,-3 0 0-15,1 7 0 0,0 3 0 16,-2 3 0-16,-5 11 0 16,-7 2 0-16,-4 4 0 15,-5 2 0-15,-2 6 0 16,-8-1 0-16,-5 0 0 0,-2-3 0 16,-3 4 0-16,0-10 0 15,3-1 0-15,2-2 0 16,2-6 0-16,13-9 0 0,-9 10 0 15,9-10 0-15,9-3 0 16,9-4 0-16,0-2 0 16,13-6 0-16,-1-2-12 15,13-20-63-15,-1 14-10 16</inkml:trace>
  <inkml:trace contextRef="#ctx0" brushRef="#br0" timeOffset="3283.4">20741 4159 472 0,'0'0'3'0,"0"0"2"16,0 0-1-16,12-5 2 0,0 0-1 15,4-2 0-15,7 2 0 16,-2 0-3-16,11 2-11 15,1-6-26-15,2 9-48 16,-5 0-2-16</inkml:trace>
  <inkml:trace contextRef="#ctx0" brushRef="#br0" timeOffset="3449.86">20706 4313 411 0,'0'0'6'15,"0"0"2"-15,0 0 1 0,0 0 2 16,0 0 0-16,8 4 1 15,9-4 0-15,3 0 1 16,5-4-8-16,10-4-8 16,-1-2-16-16,-1 3-62 15,14-1-3-15</inkml:trace>
  <inkml:trace contextRef="#ctx0" brushRef="#br0" timeOffset="3917.07">21444 4038 425 0,'0'0'6'0,"0"0"1"15,-3-10 2-15,3 10 0 0,-12-11 0 16,12 11 1-16,-20-4 0 16,8 4 0-16,-1 0-6 15,-4 13-2-15,-1 3-1 16,2 7 0-16,-2 4-1 0,3 5 0 16,5 3 0-16,3-1 0 15,7 1 0-15,2-4 1 16,11-5-1-16,11-4 1 0,3-4 0 15,6-8 1-15,5-9-1 16,4-1 1-16,-1-6-2 16,2-11 0-16,-6-5 0 15,-4-3 0-15,-3-10 0 0,-10-3 0 16,-9-3 0-16,-5-4 0 16,-6 3 0-16,-12 0 0 15,-11 10 0-15,-9 4 0 16,-5 11 0-16,-6 7 0 15,-4 10 0-15,-1 10 0 0,4 17-9 16,12 3-78-16,-5 5-2 16</inkml:trace>
  <inkml:trace contextRef="#ctx0" brushRef="#br0" timeOffset="4632.85">19737 5113 464 0,'0'0'3'0,"0"0"2"0,0 0-1 0,0 0 1 16,-9-3-1-16,-2 8 1 0,-1 10-1 16,-3 5 0-16,0 9-3 15,-3 6 0-15,4 7-2 16,4 5 3-16,0-2 0 15,7 2 1-15,3-7-1 16,5-3 1-16,10-7-3 0,2-8 0 16,8-7 0-16,3-7 0 15,2-8 0-15,-3-3 0 16,3-10 0-16,0-9 0 16,-3-3 0-16,-4-9 0 15,-6-3 0-15,-2-9 0 0,-5-3 0 16,-5-3 0-16,-5 3 0 15,-8 4 0-15,-10 1 0 16,2 11 0-16,-9 9 0 0,0 12 0 16,0 12 0-16,3 4 0 15,-1 14 0-15,8 6 0 16,8 9 0-16,4 4 0 0,6-1-8 16,9 2-9-16,8-6-29 15,7 0-40-15,8-3 1 16</inkml:trace>
  <inkml:trace contextRef="#ctx0" brushRef="#br0" timeOffset="5100.04">20081 5346 455 0,'0'0'5'0,"0"0"1"0,-11-4 1 0,11 4 1 15,-10-8 0-15,10 8 0 16,-3-13 0-16,3 13-2 16,13-15-6-16,4 7 0 0,6 3 0 15,-3 1 0-15,5 1 0 16,-1 3 0-16,-4 3 0 16,-5 1 0-16,-2 9 0 0,-8-1 0 15,-3 1-2-15,-2 4-1 16,-5 1 1-16,-2 0 0 15,-4-2 1-15,-1-3 1 16,0 2 0-16,2-3 0 0,0 1 1 16,5-5 0-16,3 3-1 15,2-11 0-15,2 12 0 16,8-7-1-16,3 3 1 16,1-3 0-16,4 0 0 15,-1-1 1-15,-2 4-1 16,-3 0 0-16,-2-1 0 0,-10 0 0 15,0 3 0-15,-10-2 0 16,-4 4 1-16,-9-5-1 16,-2 1 1-16,-2-3-2 0,-3-3-4 15,3-2-6-15,7 0-20 16,3-5-50-16,7-10-3 16</inkml:trace>
  <inkml:trace contextRef="#ctx0" brushRef="#br0" timeOffset="5266.62">20684 5179 469 0,'0'0'2'0,"0"0"1"0,0 0 1 0,0 0 0 0,12 0-1 0,-12 0 1 15,16-1-1-15,0 1-5 0,-3-3-18 16,2 3-61-16,10 0-4 15</inkml:trace>
  <inkml:trace contextRef="#ctx0" brushRef="#br0" timeOffset="5432.97">20565 5373 431 0,'0'0'4'0,"0"0"1"15,0 0 0-15,0 0 1 16,0 0 1-16,5 0 1 15,12 0-1-15,7 0 0 0,9-7-7 16,19 4-16-16,-2-1-62 16,12-7-4-16</inkml:trace>
  <inkml:trace contextRef="#ctx0" brushRef="#br0" timeOffset="5766.81">21464 4989 485 0,'0'0'2'0,"0"0"1"16,-17 0 0-16,6 2 0 16,-8 8 1-16,2 5 0 15,-4 7 0-15,-3 6-1 16,6 1-3-16,1 11 0 0,9-3 0 16,4 0 0-16,8-2 0 15,12-3 0-15,8-10 0 16,6-4 0-16,10-11 0 15,4-4 0-15,7-6 0 16,-5-11 0-16,-1-9 0 16,-3-9 0-16,-9-3 0 0,-8-6 0 15,-11-5 0-15,-11-2 0 16,-11 2 0-16,-13 2 0 16,-15 9 0-16,-11 8 0 0,0 6 0 15,-10 13 0-15,-5 8 0 16,3 4-24-16,-1 11-62 15,15 5-3-15</inkml:trace>
  <inkml:trace contextRef="#ctx0" brushRef="#br0" timeOffset="6667.23">21142 2519 223 0,'0'0'7'0,"-11"-25"4"0,-4 5 1 0,-2-8 3 16,-8-1-2-16,-8-12 1 16,-4 1-1-16,-15-5 1 15,-4 13-7-15,-10 2-4 0,-8 18-2 16,-11 4-2-16,-7 13 3 15,-12 20 3-15,-13 15 1 16,-5 14 1-16,-7 26 1 16,-7 11 2-16,-6 26 1 0,-2 19 2 15,3 23-3-15,1 14-3 16,11 26-1-16,10 3 0 16,17 9-3-16,13 9 1 15,22-4 0-15,19-3 0 0,21-4-1 16,24-7 1-16,16-9 1 15,27-5 2-15,22-7 0 16,20-5-1-16,24-10-1 16,21-12-1-16,22-16 0 15,17-18-1-15,24-19-1 0,11-22-1 16,17-27 2-16,14-27 0 16,2-25 1-16,13-20 0 15,-6-33 1-15,1-23-2 0,-4-32-3 16,-12-29 0-16,-14-19 0 15,-19-19 0-15,-14-24 0 16,-22-19 0-16,-24-13 0 16,-24-11 0-16,-25-9 0 0,-27-4 0 15,-27-2 0-15,-30-1 0 16,-30-5 0-16,-36 16 0 16,-38 4 0-16,-38 19 0 0,-33 22 0 15,-46 24-3-15,-34 36-3 16,-37 38-3-16,-29 53-1 15,-24 39-2-15,-10 56-10 16,-6 60-56-16,-2 93-3 0</inkml:trace>
  <inkml:trace contextRef="#ctx0" brushRef="#br0" timeOffset="9986.03">6606 15429 8 0,'0'0'12'0,"0"0"-1"0,0 0 0 16,0 0-4-16,0 0-1 0,0 0-6 15,0 0-6-15,0 0-2 16,0 0-1-16,5 0-3 16,-5 0-2-16</inkml:trace>
  <inkml:trace contextRef="#ctx0" brushRef="#br0" timeOffset="11434.53">6551 15383 282 0,'0'0'8'0,"0"0"4"0,0 0 3 0,0 0 2 0,0 0 2 16,0 0 2-16,0-7 1 16,0 7 1-16,0 0-8 15,0 0-2-15,0 0-4 16,0 0-1-16,-2 0-3 16,2 0-1-16,0 0-1 0,-14 12 0 15,7-4-2-15,3 4 0 16,-4 3 0-16,4 2-1 15,0 3 0-15,2 0 0 16,2 0 0-16,2 0 0 0,6-6 0 16,2 1 1-16,4-2 0 15,4-6 0-15,2-4 1 16,2-3 1-16,1 0-1 16,2-10 2-16,-4 0 0 0,0-5 0 15,-6 1 1-15,-5-7-3 16,-1 2-2-16,-3-2 0 15,-6 2 0-15,-6-1 0 0,-3 1 0 16,-1-2 0-16,-5 6 0 16,-2-1 0-16,-1 5 0 15,-5 2 0-15,4 6 0 16,-4 3 0-16,1 5 0 0,0 7 0 16,0 1 0-16,6 4 0 15,2 3 0-15,4 0 0 16,4 0 0-16,6-1 0 15,0-1 0-15,9-4 0 16,5-1 0-16,4-3 0 0,7-5 0 16,1-4 0-16,-1-1 0 15,3-6 0-15,-1-4 0 16,1-3 0-16,-8-1 0 16,-3-1 0-16,-4-3 0 0,-6 1 0 15,-7 0 0-15,-2-1 0 16,-12 1 0-16,0 2 0 15,-9 2 0-15,-4 6 0 16,-5 3 0-16,-5 4 0 0,0 0 0 16,2 7 0-16,3 6 0 15,2-2 0-15,5 5 0 16,9-2 0-16,7 1 0 16,4-2 0-16,5-1 0 0,7-2 0 15,5 1 0-15,6-10 0 16,5 4 0-16,-2-5 0 15,4 0 0-15,-2-5 0 16,2-2 0-16,-6-4 0 0,-3 4 0 16,-4-2 0-1,-4 0 0-15,-8 1 0 0,0 8 0 16,-8-13 0-16,-7 8 0 16,0 5 0-16,-4 0 0 0,-2 2 0 15,-1 6 0-15,3 2 0 16,-2 2 0-16,9 0 0 15,-1 1 0-15,8 2 0 16,5-5 0-16,3 2 0 0,10-7 0 16,4 0 0-16,5-5 0 15,1 0 0-15,7-3 0 16,-4-1 0-16,2-4 0 16,-3 1 0-16,-5-1 0 0,-3 2 0 15,-9-2 0-15,-8 8 0 16,0 0 0-16,0 0 0 15,0 0-13-15,-8 0-8 16,1 8-32-16,7-8-33 0,-12 14-3 16</inkml:trace>
  <inkml:trace contextRef="#ctx0" brushRef="#br0" timeOffset="19800.77">6484 12572 263 0,'0'0'3'0,"0"0"0"0,0 0 3 15,0 7 2-15,0-7 1 16,0 12 0-16,0-1 2 15,3 1 1-15,-3 1-2 16,0-1-1-16,2 2-1 0,0-1-1 16,-2 4 0-16,0-3-2 15,0 4-1-15,0-2-1 16,0 0-1-16,0 2 0 0,-2 0 0 16,2-4-1-16,-2 4 0 15,2-1 1-15,0 0-1 16,-3 3 1-16,3 0 0 15,-2 2 0-15,2-5 0 0,-4 6 0 16,4-2 0-16,0 0-1 16,-2-4 0-16,2 3 0 15,0 0 0-15,-3-4 0 16,3 5 0-16,-2-4 0 16,2-2 0-16,0 5 0 0,0-6-1 15,0-1 1-15,0 4-1 16,0-2 0-16,0 1 1 15,0-2-1-15,0 1 1 0,0 0-1 16,0-2 1-16,0 1 0 16,0 1 0-16,0 0 1 15,0 0-1-15,0-5 0 16,0 4 1-16,0-3-1 0,0-1 1 16,0 2-1-16,0 0 0 15,0 3 1-15,0-2-1 16,0-1 0-16,0 2 0 15,0-1-1-15,0 4 1 0,0-2-1 16,0-2 0-16,0 4 0 16,0-5 0-16,0 6 1 15,0-6-1-15,0 3 1 16,0 0 0-16,0 0 0 0,0-3 1 16,0 2-2-16,0 2 0 15,0-1 1-15,0-1 0 16,0 2 0-16,0-2-1 15,0 3 1-15,-2 1 0 16,2-1 1-16,0 1-1 0,0-1 0 16,0 1 0-16,0 1 1 15,-3-1 0-15,3 1 0 16,0 1 1-16,-2 5 0 16,2-6 0-16,0 6 0 0,-3-2 0 15,3-1-1-15,0 0 1 16,0-2-1-16,0 2-2 15,0 0 0-15,0-1 0 0,0-2 0 16,3 2-1-16,-3-2 1 16,2 3 0-16,-2-2-1 15,0 0 2-15,3 2 0 16,-3 0-1-16,0 1 1 16,0-1 0-16,0 0-1 0,0 3 1 15,0-3 0-15,0 1-1 16,0 1 1-16,0-2-1 15,0 1 1-15,0 2 0 0,0-3-1 16,0 3 0-16,0 0 1 16,0 0-1-16,0-3 0 15,0 3 0-15,0 2 0 16,2-3 0-16,-2 4 0 0,2-1 0 16,1 2 0-16,-3 1 0 15,2-2 0-15,-2 1 0 16,4-1 0-16,-2-1 1 15,1 0-1-15,-3 1 0 16,2-2 1-16,0 1-1 16,-2-2 1-16,3 3 0 0,-3-3 0 15,0 0 0-15,0-3 0 16,0 0 0-16,2 0 0 16,-2-1 0-16,0-2 0 0,0 1 0 15,0-3-1-15,3-2 0 16,-3 3 1-16,0-6-1 15,0 0 1-15,0 1-1 16,0-4 1-16,0-9 0 0,0 13 0 16,0-13-1-16,0 0 0 15,0 0 1-15,0 0 0 16,0 0-2-16,0 0 1 16,0-18-1-16,-3 4 1 0,3-6-1 15,-2-7 1-15,-1-3 0 16,1-2 0-16,0-6 0 15,2-3 0-15,-3-2 1 16,3-1-1-16,-2-1 0 0,2 0 0 16,-4 1 0-16,4 0 1 15,-2-4 0-15,2 6 0 16,-3-2 0-16,3-3 0 16,-2 4 0-16,2 0 0 0,0-3 0 15,-2 6 1-15,-1 1-2 16,1-1 0-16,2 6 0 15,-3 1 0-15,1 1 0 16,0 6 0-16,2-5 0 0,0 4 0 16,0 2 0-16,0-4 0 15,0 4 0-15,0-5 0 16,0 3 0-16,0 2 0 0,0 1 0 16,0-4 0-16,0 6 0 15,2-3 0-15,-2 2 0 16,2 2 0-16,-2 1 0 15,0-3 0-15,0 3 0 16,0-4 0-16,0 4 0 16,3-3 0-16,-3-2 0 15,2 3 0-15,1 2 0 0,-3-4 0 16,2 1 0-16,3 4 0 16,-5 2 0-16,2-3 0 0,2 2 0 15,-2 0 0-15,1 2 0 16,-3-1 0-16,0-1 0 15,2 0 0-15,-2-2 0 0,0 4 0 16,2-2 0-16,-2 1 0 16,0 2 0-16,0-3 0 15,0-2 0-15,0 6 0 16,0-1 0-16,0-2 0 16,0 2 0-16,0-3 0 0,0 1 0 15,0-1 0-15,0 4 0 16,0-6 0-16,0 3 0 15,3-1 0-15,-3-1 0 16,0 1 0-16,0 1 0 0,0-3 0 16,0 2 0-16,0 2 0 15,-3 0 0-15,1-1 0 16,0 0 0-16,2 0 0 16,0 2 0-16,-3-2 0 0,3 2 0 15,0-3 0-15,0 1 0 16,0-1 0-16,0 0 0 15,0-1 0-15,0-3 0 0,0 2 0 16,0 0 0-16,0 1 0 16,0-4 0-16,0-1 0 15,0-1 0-15,0 0 0 16,0 3 0-16,0-6 0 0,0 0 0 16,0-1 0-16,0 2 0 15,-2 2 0-15,2-2 0 16,-4 2 0-16,2 1 0 15,-1-1 0-15,1 3 0 0,0 1 0 16,2-1 0-16,0 3 0 16,0 4 0-16,0-3 0 15,0 6 0-15,0-3 0 16,0 6 0-16,0-1 0 16,0-1 0-16,0 4 0 0,0 7 0 15,0-18 0-15,0 18 0 16,0-14 0-16,0 14 0 15,0-11 0-15,0 11 0 16,0 0 0-16,0 0 0 0,0 0 0 16,0 0 0-16,0 6 0 15,2 9 0-15,-2 7 0 16,5 3 0-16,-3 9 0 0,2 6 0 16,1 7 0-16,-1 6 0 15,1 1 0-15,0 0 0 16,0 6 0-16,-3-3 0 15,2 0 0-15,-2-3 0 0,0 0 0 16,-2 1 0-16,3-5 0 16,-3-1 0-16,2-2 0 15,1 2 0-15,-3 4 0 16,0-1 0-16,2 0 0 16,-2 2 0-16,2 1 0 0,-2-1 0 15,0 0 0-15,0 1 0 16,-2-5 0-16,0 1 0 15,-3-3 0-15,2 1 0 16,-1-2 0-16,-2-4 0 0,3-1 0 16,1 0 0-16,0-2 0 15,2-1 0-15,0-3 0 16,0 0 0-16,0-3 0 0,0 3 0 16,0-3 0-16,2 1 0 15,-2-4 0-15,0 5 0 16,2-3 0-16,1-3 0 15,-1 4 0-15,2-9 0 0,-2 4 0 16,0-3 0-16,1-4 0 16,-1 2 0-16,1 0 0 15,-1-4 0-15,0 3 0 16,-2-2 0-16,3 2 0 16,-3-1 0-16,0 1 0 0,0-3 0 15,0 1 0-15,0 3 0 16,0-3 0-16,0-1 0 15,0-1 0-15,0 0 0 0,0-2 0 16,0-1 0-16,0-1 0 16,0 2 0-16,0-4 0 15,0 3 0-15,0 0 0 16,-3 0 0-16,1-2 0 0,0 1 0 16,-1-2 0-16,1 1 0 15,2-1 0-15,0-2 0 16,0-10 0-16,-3 15 0 15,3-15 0-15,0 7 0 16,0-7 0-16,0 0 0 0,0 0 0 16,0 11 0-16,0-11 0 15,0 0 0-15,0 0 0 16,0 0 0-16,0 0 0 16,0 0 0-16,0 0 0 0,0 0-3 15,0 0-1-15,0 0-2 16,0 0-4-16,0 0-5 15,0 0-7-15,0 0-12 0,0 0-24 16,-10-3-26-16,10 3-3 16</inkml:trace>
  <inkml:trace contextRef="#ctx0" brushRef="#br0" timeOffset="21219.36">6476 12175 129 0,'0'0'13'0,"0"0"7"0,0 0 5 15,0 0 4-15,0 0 5 16,0 0 1-16,0 0 3 16,0 0 0-16,0 0-5 0,0 0-7 15,0 0-3-15,0 0-5 16,0 0-2-16,2 3-4 16,-2 8-2-16,-5 3-2 0,-2 5-4 15,0 6-4-15,-6 3 0 16,1 6 0-16,-2 3 0 15,-2 3 0-15,-2 0 0 16,2-2 0-16,-2-2 0 0,-2-2 0 16,3-2 0-16,0-1 0 15,-1-5 0-15,4-3 0 16,1-8 0-16,3 2 0 16,3-6 0-16,7-11 0 15,-9 12 0-15,9-12 0 0,0 0 0 16,0-8 0-16,9-4 0 15,-2-3 0-15,5-3 0 16,1-7 0-16,4 1 0 0,3-6 0 16,3 1 0-16,-2-3 0 15,0-1 0-15,-1-2 0 16,1 6 0-16,-4-4 0 16,1 7 0-16,-3 1 0 0,-5 0 0 15,1 5 0-15,-2 0 0 16,-4 3 0-16,2 5 0 15,2-1 0-15,-5 5 0 16,-4 8 0-16,8-17 0 0,-8 17 0 16,0 0 0-16,9-6 0 15,-9 6 0-15,0 0 0 16,0 0 0-16,0 0 0 16,0 0 0-16,0 0 0 0,0 0 0 15,0 0 0-15,0 0 0 16,0 0 0-16,0 0 0 15,0 0 0-15,0 0 0 16,0 0 0-16,0 0 0 0,0 0 0 16,0 0 0-16,0 0 0 15,0 0 0-15,7 4 0 16,-3 3 0-16,1 5 0 16,2 4 0-16,2 1 0 0,0 7 0 15,3-2 0-15,2 9 0 16,2-1 0-16,-2-4 0 15,4 7 0-15,2-5 0 16,-3 1 0-16,1-2 0 0,1-6 0 16,-1 4 0-16,-4-2 0 15,2-5 0-15,-4-1 0 16,-4-2 0-16,1-2 0 0,-9-13 0 16,8 14 0-16,-8-14 0 15,0 0 0-15,0 0 0 16,7 10 0-16,-7-10 0 15,0 0 0-15,0 0 0 16,0 0 0-16,0 0 0 0,0 0 0 16,-7-7 0-16,7 7 0 15,0 0 0-15,-8-13 0 16,8 13-18-16,0 0-74 16,0 0-4-16</inkml:trace>
  <inkml:trace contextRef="#ctx0" brushRef="#br0" timeOffset="22218.02">6824 11947 352 0,'0'0'8'0,"0"0"4"0,0 0 4 0,0 0 1 0,0 0 1 0,-4-10 1 16,4 10 0-16,0 0 0 15,0 0-6-15,0 0-3 16,7-4-4-16,7 1-4 16,4 1-2-16,5-4 0 0,7 2 0 15,2-4 0-15,0 1 0 16,0 0 0-16,3 0 0 15,-5-1 0-15,-5 5 0 16,-6-3 0-16,-3 5 0 0,-7 1 0 16,-9 0 0-16,12 0 0 15,-12 0 0-15,0 15 0 16,-2-4 0-16,-5 6 0 16,-8 2 0-16,0 3 0 15,-10 6 0-15,3-2 0 0,-5 2 0 16,-3 4 0-16,5-5 0 15,-3 5 0-15,5-7 0 16,4 0 0-16,4-8 0 0,3 0 0 16,5-1 0-16,3-7 0 15,4-9 0-15,4 15 0 16,-4-15 0-16,17 6 0 16,-2-6 0-16,4 0 0 0,4 0 0 15,4-6 0-15,3 1 0 16,2-2 0-16,3 2 0 15,0-2 0-15,4-1 0 16,-7 3 0-16,2-2 0 0,-2 2 0 16,0 2 0-16,-4-2 0 15,-7 5 0-15,0-2 0 16,-7 2 0-16,-1 0 0 16,-3 0 0-16,-10 0 0 0,0 0 0 15,7 0 0-15,-7 0 0 16,0 0 0-16,0 0 0 15,0 0 0-15,-5 0 0 16,5 0 0-16,-10 2 0 0,10-2 0 16,-15 2 0-16,15-2 0 15,-14 3 0-15,4-3 0 16,10 0 0-16,-8 5-51 16,8-5-41-16</inkml:trace>
  <inkml:trace contextRef="#ctx0" brushRef="#br0" timeOffset="23116.87">7562 12041 438 0,'0'0'4'0,"0"0"4"0,0 0 0 0,0 0 2 16,0 0-1-16,-4-4 1 15,4 4 0-15,-13 12 0 16,5 3-6-16,4 5-4 0,-1 2 0 16,1 5 0-16,2 1 0 15,2 0 0-15,8-2 0 16,2-4 0-16,4-4 0 16,6-7 0-16,3-5 0 0,2-6 0 15,-3 0 0-15,3-13 0 16,0-1 0-16,0-6 0 15,-11-5 0-15,-3 0 0 16,-4-3 0-16,-7-1 0 0,-7 0 0 16,-6 2 0-16,-10-3 0 15,-3 12 0-15,-4 4 0 16,0 11 0-16,-2 6 0 16,2 16 0-16,3 3 0 0,4 15-56 15,13 8-34-15</inkml:trace>
  <inkml:trace contextRef="#ctx0" brushRef="#br0" timeOffset="26399.45">6712 15299 210 0,'0'0'1'0,"0"0"1"0,0 5 1 15,0-5 4-15,0 0 3 16,0 10 2-16,0-10 2 0,3 13 4 15,-3-13 0-15,2 7 0 16,-2-7 1-16,11 9-2 16,-11-9-1-16,17 9-3 15,-10-5 0-15,6-1-4 0,-1 1-2 16,1-1-1-16,1 2-1 16,2 0-1-16,0 0-1 15,7 0 1-15,0-3-1 16,7 1 0-16,2-1 0 0,3 1-1 15,2-3 0-15,2 0-1 16,4 0 0-16,-1 0-1 16,0 0 0-16,-2 0 1 15,0 0-1-15,-6 0 1 16,3 0-1-16,-2 0 0 0,1 0 1 16,-2 0 0-16,3 0-1 15,3 0 0-15,-3 0 1 16,3 0-1-16,0 0 0 0,-3 0 0 15,6 0 1-15,-6 0-1 16,2 2 0-16,-2 1 0 16,0 0 0-16,4-1 0 15,-2-2 1-15,3 0-1 0,3 0 0 16,0 0 0-16,2 0 1 16,0 0-1-16,-2 0 0 15,2 0 0-15,-2 0 1 16,0 0-1-16,-1 2 1 0,-4 1 0 15,1-3 0-15,1 0 0 16,-1 0 0-16,-1 0 0 16,3 0 1-16,-1 0-2 15,-3-3 1-15,4 1 0 16,-4 2 0-16,1 0-1 0,3 0 1 16,-4-2-1-16,3 2 1 15,-1-3 0-15,3 3-1 16,-2-3 0-16,3-2 0 0,-1 3 0 15,4-1 0-15,-4-2 0 16,3 1-1-16,-2 1 1 16,3 0 0-16,-4 1 0 15,1-1 0-15,-3 3 0 0,1-2 1 16,-1 2-1-16,-3-3 0 16,4 3 0-16,-3-2 0 15,-1 0 1-15,-2-1-1 16,4 3 0-16,-4-2 0 15,0-3 1-15,0 5-1 0,0-3 0 16,1 0 0-16,-3 1 0 16,-1 0 0-16,1-1 0 15,0 1 1-15,-3 0-1 16,-2-1 0-16,0 1 0 0,-5-1 0 16,-4 1 0-16,2 2 0 15,-8-4 0-15,2 4 0 16,-6 0 0-16,-2-2 1 0,-9 2-1 15,13 0 0-15,-13 0 1 16,0 0-1-16,10 0 0 16,-10 0 1-16,0 0-1 15,0 0 0-15,0 0 0 16,0 0-1-16,0 0 1 0,0 0 0 16,0 0-2-16,0 0 0 15,0 0-2-15,0 0-5 16,0 0-8-16,0 0-20 15,0 0-43-15,0 0-3 0</inkml:trace>
  <inkml:trace contextRef="#ctx0" brushRef="#br0" timeOffset="26983.93">10306 15111 350 0,'0'0'7'0,"0"0"5"0,0 0 3 0,-5-7 2 0,5 7 0 15,0 0 1-15,0 0 0 16,0 0 1-16,0 0-7 15,0 0-4-15,0 0-3 16,9 9-2-16,3 4 0 0,4-2-1 16,9 6 0-16,-1 1 1 15,8 0-3-15,6 0 0 16,2-1 0-16,-1-1 0 16,2 1 0-16,-4-6 0 0,-3 3 0 15,-4-3 0-15,-2-1 0 16,-9 0 0-16,-4-2 0 15,-15-8 0-15,12 14 0 16,-12-4 0-16,-2 0 0 0,-8 0 0 16,-8 3 0-16,2-1 0 15,-5 3 0-15,-6-3 0 16,-1 6 0-16,-2 0 0 16,3-2 0-16,-3-1 0 0,6 0 0 15,2 0 0-15,4 0 0 16,1-4 0-16,6 2 0 15,-1-1 0-15,5 1 0 16,0-3 0-16,1 0 0 0,1 0 0 16,0-1 0-16,5-9 0 15,-7 13 0-15,7-13 0 16,0 0-14-16,0 37-45 16,0-37-30-16,12 0-1 0</inkml:trace>
  <inkml:trace contextRef="#ctx0" brushRef="#br0" timeOffset="27315.56">11329 15200 464 0,'0'0'3'0,"0"0"0"0,0 0 2 0,0 0 0 16,0 0 1-16,-5 12 0 16,-2 1 1-16,-11 2 0 15,0 4-2-15,-3 9-5 0,-9-1 0 16,-2 8 0-16,-7-1 0 16,7 1 0-16,0 2 0 15,2-5 0-15,4-3 0 0,3 2 0 16,5-9 0-16,6 0 0 15,3-7 0-15,5 0 0 16,4-15-8-16,-3 13-16 16,3-13-32-16,0 0-32 0,11-7-1 15</inkml:trace>
  <inkml:trace contextRef="#ctx0" brushRef="#br0" timeOffset="27700.93">10943 15220 368 0,'0'0'8'0,"0"0"5"0,-12-12 1 16,12 12 2-16,-9-13 3 16,9 13-2-16,-9-12 2 15,9 12 0-15,0 0-8 16,0 0-4-16,4 4-7 0,10 11 0 16,4 6 0-16,10 4 0 15,6 4 0-15,6 6 0 16,10-1 0-16,1 3 0 0,4-2 0 15,0 1 0-15,-2-5 0 16,-7-1 0-16,-4-4 0 16,-6-3 0-16,-10 0 0 15,-3-6 0-15,-3-5 0 0,-10-1 0 16,-10-11 0-16,15 11 0 16,-15-11 0-16,0 0 0 15,0 0 0-15,0 0 0 16,0 0 0-16,0-9 0 0,0 9 0 15,-4-13 0-15,4 13 0 16,-2-12 0-16,2 12 0 16,0-11 0-16,0 11 0 15,0 0-6-15,0-9-87 16,0 9-2-16</inkml:trace>
  <inkml:trace contextRef="#ctx0" brushRef="#br0" timeOffset="28149.77">11848 15621 430 0,'0'0'8'0,"0"0"-2"0,0-7 2 0,0 7 2 15,-4-10 0-15,4 10 0 0,-22-7 1 16,11 3 0-16,-2 4-6 16,-3 9-3-16,0 5-2 15,2 1 0-15,2 8 0 16,6 2 0-16,6 1 0 16,0-1 0-16,15 3 0 0,4-1 0 15,9-6 0-15,11 0 0 16,4-6 0-16,2-5 0 15,5-8 0-15,2 0 0 16,-10-4 0-16,-3-5 0 0,-5-9 0 16,-10-6 0-16,-11-2 0 15,-11-3 0-15,-10-6 0 16,-16 1 0-16,-12 0 0 16,-6 2 0-16,-10 8 0 0,-8 6 0 15,-2 7 0-15,-7 4 0 16,11 10-7-16,12 2-80 15,-2 1-3-15</inkml:trace>
  <inkml:trace contextRef="#ctx0" brushRef="#br0" timeOffset="30833.34">6655 15401 235 0,'0'0'5'0,"0"0"2"0,0 0 4 0,0 0 2 0,-10 7 3 16,10-7 1-16,0 0 1 16,-9 8 0-16,9-8-3 15,0 0 0-15,0 0-1 0,0 0-2 16,0 0-1-16,9 7 0 16,3-9-1-16,4-7 1 15,5-2-2-15,4-2-1 16,8-7-2-16,5-7 0 15,6 0-3-15,9-8 1 0,4-3-1 16,5-1-1-16,7-8 1 16,2 0-1-16,8-2-1 15,1-1 1-15,2-4 0 16,6 3 0-16,-1-2 0 16,1-2 0-16,-2 3 1 0,3-2 0 15,-2-1 0-15,3-1 0 16,-5 4 0-16,2-1-3 0,-3-1 0 15,3-1 0-15,-3 6 0 16,1 2 0-16,-3 0 0 16,-5 2 0-16,-3 8 0 15,-5-1 0-15,-3 7 0 16,-12 3 0-16,-4 1 0 16,-11 5 0-16,-4 5 0 0,-10 4 0 15,-2 1 0-15,-11 4 0 16,-2 3 0-16,-10 5 0 15,10-5 0-15,-10 5 0 0,0 0 0 16,0 0 0 0,0 0 0-16,0 0 0 0,0 0 0 15,0 0 0-15,0 0 0 0,0 0 0 16,0 0 0-16,0 0 0 16,0 0 0-16,0 0 0 15,0 0 0-15,0 0 0 16,0 0 0-16,0 0 0 0,0 0 0 15,0 0 0-15,0 0 0 16,0 0 0-16,0 0 0 16,0 0 0-16,0 0 0 15,0 0-20-15,-5 20-63 16,5-20-7-16</inkml:trace>
  <inkml:trace contextRef="#ctx0" brushRef="#br0" timeOffset="31317.96">8782 13822 376 0,'0'0'7'0,"0"0"1"0,0 0 1 0,0 0 2 0,0 0-1 0,0 0 2 16,5-8 1-16,-5 8 2 15,15 0-6-15,2 0 0 16,3-6-1-16,5 1 0 16,12-5 0-16,3 3 0 0,7-8-8 15,3-3 0-15,2 1 0 16,0 0 0-16,1 1 0 15,-11 7 0-15,-5-1 0 16,-3 5 0-16,-11 5 0 0,-5 5 0 16,-8 10 0-16,-8 5 0 15,-2 7 0-15,-10 7 0 16,0 7 0-16,-9 8 0 16,-2 0 0-16,-4 6 0 0,1-3 0 15,-3 0 0-15,2-5 0 16,0-6 0-16,4-3 0 15,5-8 0-15,3-5 0 0,8-7 0 16,5-4 0-16,0-4 0 16,7-3-10-16,6 18-75 15,1-25-6-15</inkml:trace>
  <inkml:trace contextRef="#ctx0" brushRef="#br0" timeOffset="31700.12">9552 13847 433 0,'0'0'6'0,"0"0"1"0,0 0 1 15,0 0 0-15,-5-4 1 16,5 4 1-16,-2 7 1 16,2 3 0-16,0 4-3 0,2 3-8 15,5 6 0-15,2 0 0 16,0 1 0-16,3 1 0 16,6-5 0-16,-1 0 0 0,3-3 0 15,-2-5 0-15,1-2 0 16,-3 0 0-16,-2-2 0 15,2-2 0-15,-7-2 0 16,-9-4 0-16,13 3 0 16,-13-3 0-16,0 0-37 0,7-7-50 15,-7 7-3-15</inkml:trace>
  <inkml:trace contextRef="#ctx0" brushRef="#br0" timeOffset="32366.97">9957 14158 402 0,'0'0'3'15,"0"0"2"-15,0 0 1 0,-2 8 2 16,-6 3 1-16,1 1 1 16,0 3 1-16,-1 3 0 15,-2-1-3-15,0 3-1 16,6-2-2-16,1-4-1 0,3-2 0 16,3-4 0-16,9-3 0 15,0-5 0-15,3-2 2 16,2-6-6-16,1-2 0 15,-4-5 0-15,2-2 0 16,-4-3 0-16,-4-5 0 0,-6 0 0 16,-2 0 0-16,-8-3 0 15,-2 9 0-15,-2-1 0 16,-8 8 0-16,0 12 0 0,-4 0 0 16,4 20-21-16,-5 5-67 15,5 6-4-15</inkml:trace>
  <inkml:trace contextRef="#ctx0" brushRef="#br1" timeOffset="48849.77">6740 15284 100 0,'0'0'1'0,"0"0"4"0,6 5-2 0,-6-5 3 16,16 5 1-16,-4-5-1 15,6 5 1-15,1-2-1 16,9-1-3-16,-1 1-3 16,12-1-3-16,7 3-3 15,1-1 0-15,8 2-1 0,2-3 1 16,7-1 0-16,1 1 2 15,8-1 0-15,1 0 4 16,5 1 0-16,8-3 0 16,0 2 0-16,7-2-5 0,3 5-3 15,8-5-4-15,6 3-6 16,-1-3 0-16,2 0-1 16,2 0 0-16</inkml:trace>
  <inkml:trace contextRef="#ctx0" brushRef="#br1" timeOffset="49116.07">10455 15259 6 0,'148'-7'16'0,"1"4"3"16,3-5 3-16,0 4 0 15,-1-3 2-15,1 0-3 0,4-4 1 16,1 4 0-16,-3-5-2 15,7 4-4-15,-1-5-3 16,-4 3-1-16,6-5-1 16,-9 5-1-16,2 4-2 0,-4-4-2 15,-1 0-1-15,-2 3 1 16,-11-1-4-16,-8 0-6 16,-2 4-10-16,-1 1-20 15,-23-1-27-15,-4 1-5 16</inkml:trace>
  <inkml:trace contextRef="#ctx0" brushRef="#br1" timeOffset="49783.67">8871 15297 0 0,'23'0'1'0,"16"0"-1"0,21 0 2 16,18 0-1-16,23 0 0 15,21-3 2-15,30 0 8 16,11-1 7-16,19-4 3 16,2 1 3-16,18-3 3 0,14 0 0 15,7-1 0-15,12 0-2 16,9-4-8-16,17 2-10 15,-7-2-15-15,-1 8-26 0,-2-5-21 16</inkml:trace>
  <inkml:trace contextRef="#ctx0" brushRef="#br1" timeOffset="60469.28">9729 15287 224 0,'0'0'4'0,"0"0"-1"16,15-4 1-16,-3 0 1 0,11 2-1 15,4-1 1-15,10 1 0 16,15-1 0-16,10 3-2 15,8 0-2-15,9 0 0 0,13-4 0 16,2 1-1-16,14-1 0 16,6-5 1-16,2 5-1 15,6-4 1-15,15-2 2 16,4 6 0-16,9-7 2 16,6 7-2-16,9-4 1 0,3 3-1 15,7 0 1-15,-2 0 0 16,6 3-3-16,0-1 0 15,-5 2-1-15,-3-3-1 16,-10 4 0-16,-6-3-2 0,-11 3 0 16,-14 0-2-16,-14 0-7 15,-22 0-10-15,-16 0-23 16,-4 3-17-16</inkml:trace>
  <inkml:trace contextRef="#ctx0" brushRef="#br1" timeOffset="60783.68">11101 15218 200 0,'26'0'2'0,"17"-3"-4"0,44-7-39 0,29 5-11 16</inkml:trace>
  <inkml:trace contextRef="#ctx0" brushRef="#br1" timeOffset="120549.79">6414 10318 213 0,'0'0'6'0,"0"0"-1"0,0 0 5 15,-10 4 1-15,10-4 0 16,-20 8 2-16,10-4 0 15,-7 2 1-15,2-3-5 0,-5 4-2 16,1 0-2-16,-2 8 1 16,1-8-1-16,6 8 0 15,-7-2 0-15,2-1 1 16,-1 1 0-16,2 4 1 0,-3-8-1 16,3 4 1-16,-3-1-2 15,5 1-2-15,-2-1 0 16,0 1 0-16,6-2-2 0,0 6 0 15,0-6-1-15,4 1 0 16,1-2 0-16,2 1 0 16,0 1 0-16,0 1 0 15,3-2 0-15,-1-1 0 16,-3 2 0-16,6 1 0 0,-2-1 1 16,-1-1-1-16,3 1 0 15,0 1 1-15,0-1 0 16,0-3-1-16,0 1 1 0,0 0-1 15,3 1 1-15,-1-1-1 16,1 2 1-16,0-5-1 16,2 3 1-16,-2 1 0 15,1-5-1-15,-1 5 1 16,-1-2-1-16,3 1 1 0,2 0-1 16,-1 0 1-16,-1-4-1 15,0 5 1-15,2-1 0 16,-2 0 0-16,3-3 0 0,-3 3 0 15,2 0 0-15,-2-2 1 16,2 1-1-16,3 4 1 16,0-6 0-16,-3 3-1 15,0-2 0-15,7 2 2 16,-7-3-1-16,6 1 1 0,-6-1-1 16,5 3 0-16,-1-2 1 15,-4-1-1-15,5 0 1 16,-2 1-1-16,2-1 0 15,0-2 1-15,2 4 0 0,2-2 0 16,0-1 0-16,3-1 0 16,1 1 0-16,3-2-1 15,-1-2 0-15,0 4 0 0,1-4 0 16,-1 0 0-16,6 4 0 16,-7-2-1-16,5-1 1 15,1-1-1-15,3 4 0 16,1-2 0-16,5-1 0 0,1-2 0 15,3 3 0-15,5-2-1 16,0 0 1-16,1 1-1 16,5-3 1-16,0 3-1 15,4-3 0-15,-3 0 0 0,3 0 1 16,3 0-1-16,0-3 0 16,0 0 1-16,4-1-1 15,-3-1 1-15,8 0-1 16,-1-3 1-16,3 3-1 15,-2-5 0-15,2 3 1 16,4-1-1-16,-1 1 0 0,-1 0 1 16,2-4-1-16,-1 2 0 15,-3 4 0-15,3-5 0 16,-4 3 1-16,6-3-1 0,-5 2-1 16,2-1 0-16,0-1 1 15,3 2-1-15,-1-2 0 16,-1 3 1-16,3-1-1 15,-4 1 0-15,1 0 1 0,1 2 1 16,-4-3-1-16,-2 3 0 16,3 0 1-16,-6 3-1 15,4-3 0-15,-1 5 0 0,0-5 1 16,-3 2-1-16,1 3 0 16,4-3 1-16,-2 1-1 15,1 2 0-15,4-2 0 16,-3 2 0-16,4 0 0 15,1-3 0-15,-2 3 0 0,3 0 0 16,1-1 0-16,-1 1 1 16,2 0-1-16,0-4 0 15,2 4 1-15,1-2-1 16,-1 2 0-16,-1 0 0 0,2 0 0 16,-1 0 1-16,-2 0-1 15,-3 0 0-15,0 0 0 16,-1 0 1-16,-1 0-1 0,0 0 0 15,0 0 0-15,-5 0 0 16,0 0 1-16,0 2-1 16,-3 2 0-16,2-3 0 15,-1 2 1-15,-1-1-1 0,-2 0 0 16,-5 1 0-16,3 0 0 16,-6-1 1-16,-2 1-1 15,-1-1 0-15,-5-2 0 16,-3 0 0-16,-6 3 0 0,-2-3 1 15,-6 2-1-15,-3-2 1 16,-5 0 0-16,0 0 0 16,-6 0 1-16,-3 0 0 15,-12 0 0-15,12 0 1 16,-12 0-1-16,0 0 0 0,0 0 0 16,0 0 1-16,0 0-3 15,0 0 0-15,0 0 0 16,0 0 0-16,0 0 0 0,0 0-6 15,0 0-2-15,0 0-9 16,-5-7-49-16,5 7-19 16</inkml:trace>
  <inkml:trace contextRef="#ctx0" brushRef="#br1" timeOffset="133537.96">11527 6411 186 0,'0'0'3'0,"0"0"1"0,0 0 3 0,0 0 2 16,9 2 3-16,-9-2 0 15,16 13 2-15,0-5 1 16,-3 6-3-16,11-2 0 0,-2 12-2 16,8-1-3-16,0 6-3 15,2 9 0-15,8 2-1 16,-5 7 0-16,6 5-1 0,2 7 0 15,2 5-1-15,5 6 0 16,0 8 0-16,4 3-1 16,-4 8 1-16,9 6-1 15,-4 3 0-15,3 7 0 0,3 0-1 16,-4 12 1-16,3-5-1 16,-1 5-4-16,-4 2-1 15,0-6-4-15,-6 6 0 16,-4 5-3-16,-3-1 0 15,-2-3-1-15,-10 3 1 0,-3 7 1 16,-4-7 1-16,-3 1 6 16,-6 0 0-16,-1-13 3 15,-3 8 3-15,0 0 0 16,-6-7 3-16,5-8 0 0,-5 2 1 16,-1-4-1-16,-1-6 2 15,-2 8-2-15,0-15-1 16,0-2-1-16,0-5-5 0,-5-8-9 15,-2-6-13-15,4 1-25 16,-4-15-10-16</inkml:trace>
  <inkml:trace contextRef="#ctx0" brushRef="#br1" timeOffset="137333.67">12119 10117 236 0,'0'0'6'0,"0"0"3"0,0 0 5 0,0 0 3 16,-10-8 2-16,10 8 1 15,0 0 0-15,-5-9 0 16,5 9-4-16,0 0-2 0,10-10-5 15,-2 4-3-15,9 4-2 16,1-1 0-16,7 0-1 16,2 3 1-16,3 0 0 15,5 0 0-15,-3 0-1 0,5 0 0 16,0 0 0-16,-2 0 0 16,-1 6-2-16,-2-1 1 15,1-2-1-15,-6 4 0 16,5-3 0-16,-4 4 0 0,-1 0-1 15,1-1 1-15,-1 1-1 16,-2-1 1-16,-3-2-1 16,-1 5 0-16,1-2 0 15,-2-1 0-15,-3 0 0 0,-2 0 0 16,-3 3 1-16,6-2-1 16,-4-1 0-16,-2 3 0 15,4 0 0-15,-3-2 0 16,1 2 1-16,1 1-1 0,0 3 0 15,-3-4 0-15,4 2 1 16,-4 0-1-16,0 1 0 16,-2 1 0-16,-2 1 1 15,-1 2 1-15,-2-2-1 0,-3 3 0 16,1 2 0-16,-3-3 0 16,0 3 0-16,0 0 0 15,-3-3-1-15,1 0 0 16,-3 3 0-16,2 1 0 0,-4-2 1 15,2 0-1-15,1-1 0 16,-5 3 0-16,2-3 0 16,0 2 0-16,0 0 0 15,-4-1 0-15,1 2 0 0,3-4 1 16,0 3-1-16,-4-3 0 16,2 4 1-16,-1-6-1 15,-3 2 1-15,1-3-1 16,-3 1 1-16,0-3 0 0,-3 0-1 15,2 4 1-15,-2-7 0 16,-2 1-1-16,-2 0 1 16,-1-2-1-16,1-1 1 0,0 0-1 15,-5 1 0-15,2 0 1 16,-3-1-1-16,-2 0 0 16,5-1 1-16,-5-1-1 15,8-1 1-15,0-4 1 16,-1 3-1-16,3-3 0 0,3 0 1 15,2 0-1-15,3 0 1 16,0-3-1-16,1 3 0 16,2 0 0-16,9 0-2 15,-10-4-6-15,10 4-10 0,0 0-51 16,0 0-14-16</inkml:trace>
  <inkml:trace contextRef="#ctx0" brushRef="#br1" timeOffset="138666.78">12244 10093 285 0,'0'0'5'0,"0"0"3"0,0 0 1 0,0 0 0 15,0 0 2-15,0 0-2 16,0 0 1-16,4-6 1 0,-4 6-5 16,17 0-1-16,-1 0-2 15,1 0-1-15,5 0 0 16,13 0 0-16,-3 0-1 15,9 0 1-15,5 0-1 0,7 0 1 16,6 0 0-16,4 0-1 16,3 0 0-16,9 0 0 0,0-3 0 15,4 1 1-15,3 2-1 16,0-3-1-16,5 0 1 16,-3 3 0-16,3 0 0 15,0 0-1-15,-2-1 0 16,5 1 1-16,-1 0-1 0,-3 0 0 15,4 0 0-15,-1 0 0 16,1 0-1-16,2-3 0 16,-2 3-1-16,-1 0 1 0,-2 0-1 15,3 0 0-15,-2 0 1 16,4 0-1-16,-2 0 1 16,2 0 1-16,0 0-2 15,0 0 2-15,0 0 0 0,-5 0-1 16,2 0-1-16,-2 0 0 15,-2 0-1-15,1 3 1 16,-1-2-1-16,0 2 0 16,-3 2 1-16,2-2 0 0,-4 0 1 15,7 0 1-15,2-2 0 16,-5 2 0-16,1-3 0 16,0 0 0-16,-3 0 0 15,-1-3 0-15,-1 2 0 16,-3-2 0-16,0 0 0 0,0 0-1 15,0 1 1-15,-3-1 0 16,4 0 0-16,-7 2 0 16,4-2 0-16,0 0 0 0,-8 2 0 15,5 1 0-15,0-3 0 16,-2 3 0-16,-1 0 0 16,-2 0 0-16,-2 0 0 15,-5 0 0-15,1 3 0 0,-4-3 0 16,-4 1 0-16,-1 2 0 15,-3-3 0-15,2 0 0 16,-5 3 0-16,0-3 0 16,-5 0 0-16,0 0 1 15,-2 0-1-15,-4 0 0 0,-5 0 1 16,-5 0 0-16,-2 0 2 16,-4 0 2-16,-6-3 0 15,-5 3 0-15,-8 0 1 16,0 0-2-16,11 0-3 0,-11 0-7 15,0 0-19-15,-7 0-43 16,7 0-8-16</inkml:trace>
  <inkml:trace contextRef="#ctx0" brushRef="#br1" timeOffset="139866.75">12598 10971 292 0,'0'0'4'0,"0"0"0"16,0 0 1-16,0 0 0 0,0 0 2 16,0 0 2-16,3-7 1 15,12 7 1-15,4 0-2 16,7 0 0-16,11 0 0 15,3 0-2-15,9 0 0 0,6 0-2 16,10 0-1-16,4 0-2 16,8-5-1-16,8 0 1 15,5 0-1-15,2 0 0 0,7 0 0 16,5 0 0-16,6 0 0 16,-7 2-1-16,5-1 1 15,5 1-1-15,0 2 1 16,4-3-1-16,4 2 1 0,-7 2-1 15,5 0 1-15,1 0-1 16,2 0 0-16,-5 0 1 16,4 0-1-16,-1 2 0 15,-3 2 0-15,1-4 1 0,2 1-1 16,-3-1 0-16,2 0 1 16,-2 3-1-16,-6-3 0 15,1 2 0-15,3 0 0 16,-9 1 1-16,4 2-1 0,-6-2 0 15,1-1 0-15,-1-2 0 16,0 3 0-16,-4-3 0 16,-3 0 1-16,2-3-1 15,-7 3 0-15,2-2 0 0,-4-3 0 16,2-1 0-16,-3 2 0 16,-2 0 1-16,-3-2-1 15,-5 3 0-15,1-2 0 16,-5 1 0-16,-3-2 0 0,-5 5 0 15,-5-2 0-15,0-3 0 16,-7 6 0-16,-3-2 0 16,-5 2 0-16,-2-2 0 15,-5 2 0-15,-8 0 0 0,-5 0 1 16,-1 0-1-16,-10 0 0 16,-4 0 1-16,-1 0-1 15,-11 0 1-15,0 0-1 16,0 0 1-16,0 0 0 0,0 0 0 15,7 0 0-15,-7 0 0 16,0 0 0-16,0 0 0 16,0 0 0-16,0 0 0 15,0 0-2-15,0 0-2 0,0 0-6 16,0 0-10-16,0 0-30 16,0 0-27-16,0 0-4 15</inkml:trace>
  <inkml:trace contextRef="#ctx0" brushRef="#br1" timeOffset="140416.81">18629 10179 196 0,'0'0'8'0,"0"0"3"0,-5-10 6 0,5 10 3 16,0-7 3-16,0 7 3 16,-5-13 1-16,5 13 2 15,-2-12-5-15,2 12-4 0,-2-11-6 16,2 11-4-16,0 0-3 16,-6 11-3-16,1 6-1 15,5 5-2-15,0 10-1 16,0 6 1-16,0 11 1 0,2 3 0 15,3 2 1-15,1 1 0 16,-1 0-1-16,-3-1 0 16,1-1 0-16,-1-7-1 15,-2-1-1-15,0-3 1 0,0-4-1 16,0-7 1-16,0-4-1 16,0-4 0-16,0-6 1 15,2-3-2-15,-2-6 1 16,0-8-2-16,0 0-2 0,3 10-5 15,-3-10-13-15,0-10-40 16,0 10-17-16</inkml:trace>
  <inkml:trace contextRef="#ctx0" brushRef="#br1" timeOffset="142017.17">18604 10196 150 0,'0'0'13'0,"0"0"5"0,0 0 7 0,0 0 1 0,0 0 1 15,0 0 3-15,-5-9 0 0,5 9 2 16,-2-13-10-16,-2 2-4 16,1-1-6-16,0-5-1 15,-3-3-2-15,4 0-2 16,-3-5-1-16,-2 1-2 0,2-1-1 16,0-2-1-16,1 2 0 15,0-2 0-15,2 4-1 16,-1 4 1-16,0 2-1 0,3-1 1 15,0 5 0-15,0-1 0 16,0 3 1-16,0 3 0 16,0-3 0-16,0 11 0 15,0-14 0-15,0 14-1 0,3-13 0 16,-3 13-1-16,9-12-1 16,-9 12 1-16,7-13-1 15,-7 13 0-15,9-10 0 16,-9 10 0-16,8-10 0 15,-8 10 0-15,0 0-1 0,13-10 1 16,-4 9-1-16,1-2 1 16,5 3-1-16,0-3 1 15,5 3 0-15,7-3 0 16,3 1 0-16,7 0 0 0,5-3 0 16,6 0 1-16,2 0-1 15,-3-1 0-15,0 2 0 16,0-1 0-16,-4-2 1 0,-9 1-1 15,-4 1 1-15,-11 3 0 16,-3-1 0-16,-6 1 0 16,-10 2 1-16,9-5-1 15,-9 5 0-15,0 0-1 0,0 0-1 16,0 0-1-16,0 0 1 16,0 12 0-16,0 1-1 15,0 4 0-15,0 5 1 16,0 8 0-16,0 7 1 15,0 6 0-15,0 4 0 0,0 2-1 16,0 5 1-16,0 3 0 16,6 1 0-16,-6 1-1 15,0-2 3-15,0 0-1 16,2-2 1-16,-2-1 0 0,0-2 0 16,0 0 0-16,0-4 1 15,0-2-1-15,0-7-1 16,0 1 0-16,0 0 0 0,0-1 0 15,3-6-1-15,-3-1 0 16,0-1 1-16,0-5-1 16,2-1 0-16,-2-3 1 15,0-1-1-15,0-7 0 0,0-2 1 16,0 1-1-16,0-1 0 16,0-5 1-16,0-7-1 15,-2 16 0-15,2-16 0 16,0 11 1-16,0-11 0 15,-3 11 0-15,3-11 1 0,-2 10-1 16,2-10 0-16,0 9 0 16,0-9 1-16,0 0-2 15,0 13 1-15,0-13-1 16,0 0 0-16,0 12 0 0,0-12 0 16,0 10 0-16,0-10 2 15,0 7-2-15,0-7 0 16,0 0 0-16,0 10 0 0,0-10 0 15,0 0 0-15,-6 13 0 16,6-13 0-16,-9 5 0 16,9-5 0-16,-15 7 0 15,4-5 0-15,-3-2 0 0,-4 3 0 16,1 0 0-16,-8-3 0 16,-2 2 0-16,-3-2 0 15,-2 0 0-15,-3 2 0 16,-2-2 0-16,-1 0 0 0,6 3 0 15,-3 0 0-15,5-1 0 16,5 0 0-16,4-2 0 16,0 3 0-16,7-1 0 15,3-2 0-15,11 0 0 0,-12 3 0 16,12-3 0-16,0 0 0 16,0 0-3-16,-7 3-2 15,7-3-5-15,0 0-8 16,0 0-18-16,0 0-44 0,0 0-5 15</inkml:trace>
  <inkml:trace contextRef="#ctx0" brushRef="#br1" timeOffset="142300">18574 10884 337 0,'0'0'6'0,"0"0"3"0,0 0 2 0,0 0 1 15,0 0-1-15,0 0 0 16,0 0-1-16,3 6 1 16,-3 4-6-16,2 2-3 15,-2 5-3-15,2 3 3 16,4 7 0-16,-1-2 1 0,0 2 0 16,2-2-2-16,0 0 0 15,-1 0-2-15,1-8-3 16,3-2-6-16,-8-5-7 15,-2-10-14-15,13 12-18 0,-13-12-19 16,0 0-3-16</inkml:trace>
  <inkml:trace contextRef="#ctx0" brushRef="#br1" timeOffset="142516.97">18666 11068 100 0,'0'0'14'0,"0"-12"8"16,-2 2 9-16,-3 0 7 0,5-2 2 16,-5 2-2-16,3 2 0 15,2 8-3-15,0 0-7 16,-9 0-10-16,7 10-7 15,0 5-7-15,-1 0-3 16,1 0 1-16,2 2 0 0,0-2 1 16,2-2-2-16,3-7 1 15,-5-6-1-15,18 10 1 16,-4-10 0-16,4 0-1 16,0-4 0-16,6-4 2 0,3 1-3 15,3-1-7-15,3-2-24 16,1 3-44-16,7-3-4 15</inkml:trace>
  <inkml:trace contextRef="#ctx0" brushRef="#br1" timeOffset="143233.43">19227 10330 373 0,'0'0'5'0,"0"0"4"0,0 0 0 16,-7-2 2-16,7 2 1 16,-17 0 0-16,4 0 1 15,1 4 0-15,-1 7-5 0,-1 0-2 16,2 4-2-16,-1 5-1 15,8 0-1-15,5 3-1 16,0-6 1-16,12 0-1 0,6-2 1 16,2-5 0-16,4-8-1 15,1 1 2-15,0-3 0 16,0-5 1-16,-8-5 1 16,-4-5-1-16,-6-2-1 0,-7 2-3 15,-4-2 0-15,-9 1 0 16,-4 2 0-16,-6 6 0 15,-2 1 0-15,1 7 0 16,-6 3 0-16,5 1 0 0,5 11 0 16,3 0 0-16,6 2 0 15,7-1 0-15,4 0 0 16,13-3 0-16,6-3 0 16,11-3 0-16,0-4 0 0,9-3 0 15,-1-8 0-15,-3-1 0 16,-5-9 0-16,-5 4 0 15,-16-7 0-15,-6 1 0 16,-8 3 0-16,-13 1 0 0,-13-1 0 16,2 10 0-16,-3 3 0 15,-3 4 0-15,3 3-4 16,9 1-11-16,7 11-28 16,16-1-41-16,0-1-3 0</inkml:trace>
  <inkml:trace contextRef="#ctx0" brushRef="#br1" timeOffset="143767.01">19650 10196 475 0,'0'0'4'0,"0"0"2"0,0 0 0 16,0 0-1-16,0 0 1 0,0 8 0 16,0 6-3-16,0 4-3 15,2 7 0-15,1 7 0 16,3 3 0-16,1 5 0 16,0 1 0-16,0 1 0 15,4-2 0-15,-4-6 0 0,0 1 0 16,-3-10 0-16,-4-5 0 15,0-6 0-15,0-4 0 16,0-10 0-16,-8 0 0 16,-2-10 0-16,2-6 0 0,-2-9 0 15,1-7 0-15,-2-8 0 16,6-3 0-16,0-6 0 16,5-3 0-16,0 0 0 0,7 5 0 15,7 0 0-15,0 7 0 16,4 8 0-16,9 5 0 15,-3 10 0-15,9 4 0 16,-4 13 0-16,7 0 0 0,-10 7 0 16,4 6 0-16,-5 6 0 15,-12 2 0-15,-3 1 0 16,-10 2 0-16,-12 1 0 16,-11-5 0-16,-7 3 0 15,-7-6 0-15,-3 0 0 0,-7-2-60 16,10-5-26-16,2 0-2 15</inkml:trace>
  <inkml:trace contextRef="#ctx0" brushRef="#br1" timeOffset="145317.19">12474 10488 339 0,'0'0'6'0,"0"0"5"0,0 0 3 0,0 0 4 0,0 0 0 15,-9-7 2-15,9 7 1 16,-10-5-1-16,10 5-6 0,-15 0-4 16,5 5-3-16,5 5-3 15,-5 2-2-15,5 0-2 16,2 5 0-16,3 0 0 0,3-4 1 15,9 0-1-15,6-3 1 16,1-5 0-16,3-2 0 16,3-3 2-16,1-3-3 15,-4-5 0-15,-3-4 0 0,-3-2 0 16,-7-4 0-16,-1 1 0 16,-8-3 0-16,0 2 0 15,-10 3 0-15,-4 3 0 16,-4 5 0-16,-5 2 0 15,2 5 0-15,-2 5 0 0,0 8 0 16,6 1 0-16,2 1 0 16,5 2 0-16,10-1 0 15,0-2 0-15,15-2 0 16,5-5 0-16,5-2 0 16,7-5 0-16,1-5 0 0,1-3 0 15,-2-9 0-15,-2 0 0 16,-5-2 0-16,-5 1 0 0,-12-4 0 15,-8 8 0-15,-5 4 0 16,-13 7 0-16,-4 3 0 16,-4 13 0-16,-6 7-72 15,8 1-17-15</inkml:trace>
  <inkml:trace contextRef="#ctx0" brushRef="#br2" timeOffset="165050.09">6587 10764 171 0,'0'0'7'0,"0"0"4"16,0 0 5-16,0 0 4 15,0 0 2-15,0 0 2 16,0 0 1-16,0 0-2 0,0 0-4 16,-9 0-5-16,9 0-4 15,-8 7-3-15,8-7-2 16,-14 18-3-16,7-8-1 0,-7 1 1 16,5 3-2-16,-3 2 1 15,-1 1-1-15,1 1 1 16,-1 1-1-16,-2 5 0 15,3-5 0-15,-3 6 3 0,1 0-2 16,-7 0 0-16,1 2 1 16,1-1-1-16,-4 4 1 15,-2 0 0-15,-2 2 0 16,2-2-1-16,-3 2 0 0,-1 0 0 16,2 0-1-16,-3-1 1 15,3 1 0-15,2-3 0 16,0 1-1-16,0-1 1 15,1-1-1-15,3-1 1 16,3 1 0-16,2 1-2 0,-7 1-1 16,9-5 0-16,-4 5-1 15,3-6-1-15,-2 1 0 16,4 3 0-16,-2-7-2 0,5 1 3 16,-7 1 1-16,5-3-1 15,-1 2 2-15,-2-1 0 16,-3-2-1-16,2 1 2 15,-2 1-1-15,-2 0 1 0,3-2 0 16,-1 2 0-16,-1-3 0 16,3 3 0-16,2-4 0 15,-2 3 0-15,7-1 0 16,-13 2-2-16,11-4 2 0,-4 6-1 16,3-4 1-16,-2 1 0 15,-2-2 0-15,2 4 1 16,1 0 1-16,-2 0-2 0,2 3 1 15,1-3 1-15,3 1-1 16,-7 2 0-16,7-4-1 16,-2-3 0-16,-1 0 0 15,0-1 1-15,1-2-1 16,2 3 0-16,-3-1 0 0,-1-3 0 16,5 1 0-16,-4 0 0 15,4 0 0-15,-1 0 0 16,1-4 0-16,1 0 0 15,1-4 1-15,6-7-1 0,-9 13 0 16,9-13 0-16,-10 10 0 16,10-10 0-16,0 0 0 15,-11 9 0-15,11-9 0 16,0 0-1-16,0 0 0 0,0 0-1 16,0 0-1-16,0 0 1 15,0 0 1-15,0 0-1 16,3-9 2-16,-3 9 2 0,11-18 1 15,-2 6 3-15,1-3-1 16,5-6 2-16,0 2-1 16,2-6 1-16,4-1-1 15,0-4 0-15,7-8-1 16,-1 4 0-16,3-8-1 0,0-1 0 16,5-4-1-16,-1-4 0 15,4-2-1-15,2-2 0 16,-1 2 0-16,1-2-1 15,0 0 1-15,0 4-1 0,-3-4 1 16,0 5 0-16,1 1-1 16,-6 4 0-16,-5 1 1 15,3-1 0-15,-8 3 0 16,5 2 0-16,-5-3-1 0,-2 7 1 16,3-4 0-16,0 4 0 15,-1 0 0-15,0 0-1 16,-2 1 1-16,3 0-1 0,-4 3 0 15,4 2 0-15,-7-2-1 16,2 5 0-16,-2 0-1 16,0 2 1-16,2-3-1 15,-3 4 0-15,3-1 1 0,-4-3-1 16,4 4 2-16,0-6 0 16,-2 4 1-16,2 1 0 15,-1-3 1-15,-1 5 0 16,-2-2 0-16,-1 4 1 15,-1 3-1-15,-3 1-1 16,0 4 1-16,-2 1-1 0,-2 2 0 16,-5 10-1-16,7-13 0 15,-7 13 0-15,0 0-1 16,0 0 1-16,5-6 0 0,-5 6 0 16,0 0 0-16,0 0 0 15,0 0 0-15,0 0 0 16,0 0 0-16,0 6 1 0,0-6-2 15,-10 16 0-15,3-4 0 16,0 0 0-16,-4 6 0 16,-1 2 0-16,-1 5 0 15,-4 0 0-15,2 4 0 0,-4 4 0 16,-4-1 0-16,0 2 0 16,-2 5 0-16,1-1 0 15,-3 1 0-15,-1 1 0 16,-1 3 0-16,-1-1 0 0,-3-1 0 15,1 5 0-15,0-5 0 16,5 3 0-16,-6-1 0 16,3 1 0-16,1 1 0 15,-1-4 0-15,2 5 0 16,1-4 0-16,-1 0 0 0,-1-2 0 16,4-3 0-16,0 2 0 15,0-2 0-15,0-2 0 16,3-1 0-16,-2 2 0 15,1-3 0-15,-2 3 0 0,2-4 0 16,-1 3 0-16,2-1 0 16,-3-2 0-16,0 1 0 15,0-1 0-15,3 1 0 0,-5-1 0 16,1 0 0-16,6-2 0 16,-1-4 0-16,-2 4 0 15,0-5 0-15,1 2 0 16,5-6 0-16,-1 0 0 0,1 2 0 15,-1-3 0-15,4 0 0 16,-1-1 0-16,0-1 0 16,0-1 0-16,5-5 0 15,0 1 0-15,-3-1 0 16,6-5 0-16,7-7 0 0,-12 13 0 16,12-13 0-16,0 0 0 15,0 0 0-15,-8 7 0 16,8-7 0-16,0 0 0 0,0-5-7 15,0 5-2-15,1-22-11 16,9 1-55-16,-3 8-11 16</inkml:trace>
  <inkml:trace contextRef="#ctx0" brushRef="#br2" timeOffset="166650.1">5231 12447 278 0,'0'0'6'0,"0"0"6"0,0 0 3 15,0 0 5-15,0 0 1 16,0 0 3-16,-7-1 1 15,7 1 0-15,0-15-4 0,0 2-5 16,3 1-3-16,1-8-3 16,1-7-2-16,2 2 0 15,7-10-1-15,-5-2-5 16,1-5-2-16,2-3 0 0,1-2 0 16,-3 3 0-16,2 1 0 15,-4 3 0-15,-1 9 0 16,1 4 0-16,-6 6 0 15,1 7 0-15,-3 14 0 0,2-12 0 16,-2 12 0-16,0 0 0 16,-2 10 0-16,-1 6 0 15,-1 7 0-15,-2 7 0 16,-1 4 0-16,-1 9 0 0,-1 1 0 16,-2 6 0-16,2-3 0 15,-1-5 0-15,2-2 0 16,-2-3 0-16,1-3 0 15,4-9 0-15,-4-3 0 0,5-7 0 16,1-2 0-16,-2-3 0 16,5-10 0-16,0 0 0 15,0 0 0-15,0-10 0 16,0-8 0-16,5-7 0 0,0-4 0 16,3-11 0-16,0-4 0 15,4-6 0-15,-2-4 0 16,2 1 0-16,-2 4 0 0,0 6 0 15,0 10 0-15,0 5 0 16,-8 8 0-16,3 10 0 16,-5 10 0-16,0 0 0 15,0 20 0-15,-5 5 0 0,0 6 0 16,-2 15 0-16,0-2 0 16,-4 12 0-16,2 2 0 15,-3-4 0-15,-1-1 0 16,1-6 0-16,1-3 0 15,1-11 0-15,1-4 0 0,1-7 0 16,3-4 0-16,2-7 0 16,3-11 0-16,-5 14 0 15,5-14 0-15,0 0 0 16,0 0 0-16,0 0 0 0,0 0 0 16,0 0 0-16,0 0 0 15,0 0 0-15,-9 0 0 16,9 0 0-16,0 0 0 0,0 0 0 15,0 0 0-15,0 0 0 16,-10 7 0-16,10-7 0 16,-7 10 0-16,7-10 0 15,-3 10 0-15,3-10 0 0,0 0 0 16,-5 9 0-16,5-9 0 16,0 0 0-16,0 0 0 15,0 0 0-15,0 0 0 0,0 0 0 16,0 0 0-1,8 0 0-15,2-4 0 0,4-4 0 16,6 1 0-16,2-6 0 16,8 1 0-16,2-2 0 15,0 1 0-15,2 1 0 0,3-1 0 16,-3 1 0-16,-2 0 0 16,1 5 0-16,-8-1 0 15,0 3 0-15,-6 0 0 16,1 2 0-16,-10-1 0 0,0 4 0 15,-10 0 0-15,10-3 0 16,-10 3 0-16,0 0 0 16,0 0 0-16,0 0 0 15,0 0 0-15,-5 7 0 0,-5 1 0 16,0-3 0-16,-4 3 0 16,-4-1 0-16,0 3 0 15,-4-2 0-15,2-4 0 0,-3 3 0 16,2-4 0-16,-2 2 0 15,-2-3 0-15,5 0 0 16,-4 4 0-16,4-6 0 16,-1 4 0-16,5-1 0 15,-2 0 0-15,8-1 0 16,1 1 0-16,9-3 0 0,-13 0 0 16,13 0 0-16,0 0 0 15,7 0 0-15,3-3 0 16,5-2 0-16,3 0 0 0,1-5 0 15,3 0 0-15,6 0 0 16,-5 1 0-16,-1-4 0 16,-3 3 0-16,-3-1 0 15,-7 7 0-15,1 0 0 0,-10 4 0 16,0 0 0-16,0 0 0 16,0 0 0-16,-10 8 0 15,3 1 0-15,-3 3 0 16,-3-2-11-16,-14 5-77 0,18 2-1 15</inkml:trace>
  <inkml:trace contextRef="#ctx0" brushRef="#br2" timeOffset="169568.17">12539 10557 221 0,'0'0'8'0,"0"0"5"16,5 0 2-16,-5 0 2 15,0 0 2-15,10-1 1 0,-10 1 0 16,0 0 1-16,0 0-6 16,0 0-4-16,0 0-2 15,3 9-2-15,-6 1-1 16,-2 0-1-16,-5 5 0 0,3 3-1 15,-5 1-1-15,-4 1 0 16,4 5 0-16,-3-1-1 16,3 1-1-16,-4 0 0 0,-1 2-1 15,4 0 1-15,-1 0-1 16,-4 1 0-16,4 1 1 16,-8 1-1-16,4 0 2 15,-4 5 0-15,-3 0 1 16,-1 2 0-16,-3-3 1 0,1 6 0 15,-2 0 0-15,0-3 1 16,-2 0-3-16,2 3 1 16,1-3 0-16,2-3-1 15,0 3 0-15,2-4 0 0,4-1-1 16,2-2 1-16,1-1-1 16,0-4 0-16,6 5-1 15,-2-5 0-15,-1-1-1 16,3 1 1-16,-1 0 0 0,-2 1 0 15,2-2-1-15,-1 2 1 16,-2-1 0-16,2 0 0 16,-2-3 0-16,4 1 1 0,0-3-1 15,2-3 0-15,3-3 0 16,-1 3 0-16,3-6 0 16,1-1 0-16,0 2 0 15,0-1 0-15,1-3 0 16,-2 2 0-16,-2 4 0 0,2-4 0 15,-1-1 1-15,2-2-1 16,-1 3 0-16,5-10 0 16,-10 13 0-16,10-13 0 15,-9 14 0-15,9-14 0 0,-9 11 0 16,9-11 0-16,-4 13 0 16,4-13 0-16,-5 10 0 15,5-10 0-15,0 0 0 16,-7 9 0-16,7-9 0 0,0 0-1 15,0 0-1-15,0 0 0 16,0 0 1-16,0 0-1 16,0-5 0-16,4-5-1 0,1-2 0 15,5-5 0-15,0-6 0 16,5-2 0-16,3-7-1 16,-1-3-4-16,8-2-3 15,0-2-2-15,0-1 0 0,0 1 0 16,1 0 0-16,-1-3-1 15,0 6 3-15,-2 2 3 16,-2 0 4-16,-3 3 3 16,3-1 2-16,-5 2 1 15,2-2 1-15,5 4 1 0,-6-1 1 16,5 1 1-16,-5 1 0 16,8 0 1-16,-7-3-1 15,1 5 1-15,1-2-2 0,-2 2 0 16,-1 3-1-16,-1-6 0 15,0 3 0-15,5 2-2 16,1-2 1-16,-3-5-2 16,7 3-1-16,-1-5 0 0,4-1 0 15,1-1 0-15,0 1 0 16,-2-1 0-16,1 1 0 16,-5 4 4-16,-3 1-1 15,1 2 1-15,-10 0 0 0,4 1 0 16,-4 4 1-16,-3-4-1 15,4 5-1-15,-5-2-1 16,1 2-1-16,2 0 0 16,-2 0 1-16,-1 4-1 15,0-1 1-15,2 3 1 0,-6 2 0 16,1 2-1-16,-5 10 2 16,7-13-1-16,-7 13 0 15,0 0-1-15,3-7 1 16,-3 7-1-16,0 0-1 0,0 0 1 15,0 0-1-15,0 0-1 16,0 0 1-16,0 0-1 16,-3 5 1-16,3-5-1 0,-12 20 1 15,0-3-1-15,-1 3 0 16,1 7 0-16,-8 1 1 16,-3 4-2-16,-1 5 1 15,-1 2 0-15,-5 3-1 0,1 5 1 16,-6 0 0-16,0 3 1 15,0 2 1-15,-5 1 0 16,6-2 0-16,-4 1 1 16,-1 0 1-16,3 0-1 0,-1-2 2 15,0-3-1-15,0 3-4 16,5-3 0-16,-5-3 0 16,4-2 0-16,0 0 0 15,3-1 0-15,4-6 0 16,-1 1 0-16,2-4 0 0,0 0 0 15,4-3 0-15,2 2 0 16,1-6 0-16,1 2 0 16,2-5 0-16,-2 3 0 15,4-5 0-15,1 0 0 0,-1-2 0 16,1 1 0-16,0-7 0 16,1-2 0-16,4 0 0 15,7-10 0-15,-12 11 0 0,12-11 0 16,0 0 0-16,0 0 0 15,0 0 0-15,0 0 0 16,0 0 0-16,-8 7 0 0,8-7-4 16,0 0-16-16,0-23-59 15,0 23-6-15</inkml:trace>
  <inkml:trace contextRef="#ctx0" brushRef="#br2" timeOffset="170383.44">11478 11685 401 0,'0'0'7'0,"0"-10"2"0,0 10 4 0,3-13 0 15,-3 13 2-15,2-9 1 0,-2 9-1 16,2-13 1-16,-2 13-10 16,0 0-6-16,0 15 0 15,0 2 0-15,0 8 0 0,0 3 0 16,0 6 0-16,-2 3 0 15,2 4 0-15,-2-2 0 16,-1 0 0-16,1-1 0 16,-1 0 0-16,-5-5 0 15,3 2 0-15,-2-5 0 0,-5 2 0 16,2-6 0-16,0-2 0 16,0-2 0-16,0-5 0 15,2-2 0-15,4-5 0 16,-1 0 0-16,5-10 0 0,-3 7 0 15,3-7 0-15,0 0 0 16,0 0 0-16,0 0 0 16,0 0 0-16,0 0 0 0,0 0 0 15,0 0 0-15,8 0 0 16,-8 0 0-16,14-7 0 16,-3-1 0-16,3-1 0 15,2-1 0-15,0-3 0 0,2 1 0 16,5-3 0-16,-2-2 0 15,9-3 0-15,-1-3 0 16,7-1 0-16,4-1 0 16,2-3 0-16,2-1 0 15,2 0 0-15,6-4 0 0,-8 5 0 16,-2 2 0-16,-1 6 0 16,-9 0 0-16,-4 3 0 15,-9 6 0-15,-4 4 0 16,-8 2 0-16,-7 5 0 0,0 0 0 15,0 0 0-15,0 0 0 16,0 0 0-16,0 0 0 16,0 0 0-16,0 0 0 15,0 0 0-15,0 0 0 0,0 0 0 16,0 0 0-16,-4 10 0 16,-4-5 0-16,-2 3 0 15,-2-1 0-15,2-2-32 16,4 5-57-16,-8 0-5 0</inkml:trace>
  <inkml:trace contextRef="#ctx0" brushRef="#br2" timeOffset="170816.98">11473 11708 351 0,'0'0'8'0,"0"-11"5"0,0 1 4 0,0 1 0 0,0-1 2 15,0 0 1-15,0-3 0 16,0 7 0-16,0 6-8 0,0 0-4 15,3 16-2-15,-3 9-6 16,0 10 0-16,-3 7 0 16,-1 7 0-16,-2 6 0 15,-1 4 0-15,-5-3 0 0,-4-3 0 16,2 2 0-16,-7-8 0 16,5-3 0-16,-2-7 0 15,2-8 0-15,2-5 0 16,4-7 0-16,6-5 0 15,4-12 0-15,0 0 0 0,9 0 0 16,6-10 0-16,2-2-3 16,6-5-17-16,1 9-52 15,8-17-12-15</inkml:trace>
  <inkml:trace contextRef="#ctx0" brushRef="#br2" timeOffset="171717.1">11839 12233 333 0,'0'0'9'0,"0"0"4"0,0 0 5 0,-17-8 3 15,17 8 0-15,-11-3 3 16,11 3 0-16,-13-2 1 15,13 2-8-15,-9-2-11 0,9 2-6 16,0 0 0-16,0 0 0 16,0 0 0-16,17 0 0 15,-1 0 0-15,13-3 0 16,3 0 0-16,8-4 0 0,7-3 0 16,2 4 0-16,6-8 0 15,-5 4 0-15,-1 1 0 16,-6-1 0-16,-6 3 0 15,-7 1 0-15,-10 4 0 0,-3-1 0 16,-10 3 0-16,-7 0 0 16,0 5 0-16,-2 5 0 15,-8 0 0-15,-7 8 0 0,-3 0 0 16,-10 3 0-16,-4 4 0 16,-7 2 0-16,-1-2 0 15,-2 0 0-15,1 2 0 16,1-4 0-16,3-4 0 0,3-2 0 15,6-1 0-15,9-8 0 16,3 1 0-16,6-1 0 16,12-8 0-16,-15 7 0 15,15-7 0-15,0 0 0 16,13 0 0-16,1 0 0 0,6 0 0 16,-1-3 0-16,11 0 0 15,3-1 0-15,5-4 0 16,1 2 0-16,3 2 0 0,-2-3 0 15,7-1 0-15,-4 1 0 16,1 0 0-16,2-1 0 16,-2 0 0-16,-2 4 0 15,-5-3 0-15,-4 4 0 0,-7-3 0 16,-3 5 0-16,-5 1 0 16,-6 0 0-16,-12 0 0 15,7 0 0-15,-7 0 0 0,0 0 0 16,-9 7 0-16,9-7 0 15,-15 10 0-15,2-3 0 16,6-2 0-16,-3 0 0 16,10-5 0-16,-13 10 0 15,13-10 0-15,-5 12-45 0,5-12-46 16,0 0-3-16</inkml:trace>
  <inkml:trace contextRef="#ctx0" brushRef="#br2" timeOffset="173150.74">4695 11856 271 0,'0'0'10'0,"0"0"2"0,0 0 6 0,-10-8 3 0,10 8 1 16,-12-7 3-16,12 7 1 0,-13-8 1 15,13 8-7-15,-10-5-4 16,10 5-5-16,0 0-2 16,0 0-2-16,0 0 0 15,5-2-2-15,8 2-1 0,6 0-4 16,1 0 0-16,8 0 0 16,2-3 0-16,7 1 0 15,0 0 0-15,3 2 0 16,0-5 0-16,-6 0 0 0,3 2 0 15,-7 0 0-15,-5 1 0 16,-5 2 0-16,-5 0 0 16,-6 0 0-16,-9 0 0 15,0 0 0-15,0 0 0 0,0 8 0 16,-4-3 0-16,-8 4 0 16,-6 5 0-16,-1-3 0 15,-6 7 0-15,-5 2 0 16,-5 0 0-16,0 2 0 0,0 0 0 15,0 0 0-15,0 0 0 16,6-4 0-16,1-1 0 16,6 1 0-16,5-6 0 15,2-2 0-15,5-5 0 0,10-5 0 16,-12 7 0-16,12-7 0 16,0 0 0-16,0 0 0 15,0 0 0-15,0 0 0 16,0 0 0-16,0 0 0 0,0 0 0 15,4 6 0-15,8-6 0 16,4 0 0-16,4 0 0 16,2-3 0-16,8 0 0 0,-3 0 0 15,8-1 0-15,-1 1 0 16,2-2 0-16,-4 3 0 16,3-3 0-16,-5-1 0 15,2 5 0-15,-5-4 0 16,-3 2 0-16,-3 0 0 0,-9 3 0 15,1-2 0-15,-13 2 0 16,14 0 0-16,-14 0 0 16,0 0 0-16,0 0 0 15,0 0 0-15,0 0 0 0,0 0 0 16,0 0 0-16,-5 0 0 16,5 0 0-16,-12 0 0 15,12 0 0-15,-10 8 0 0,10-8 0 16,-12 0-35-16,12 0-56 15</inkml:trace>
  <inkml:trace contextRef="#ctx0" brushRef="#br2" timeOffset="175500.14">19270 10347 213 0,'0'0'8'0,"0"0"3"16,0 4 4-16,0-4 4 0,0 0 1 15,0 0 2-15,0 13 1 16,0-13-1-16,0 0-5 16,0 0-4-16,0 0-6 15,0 0-1-15,0 0-2 16,0 0-2-16,5 11 0 0,-5-11 1 15,15 1 1-15,-2-1 1 16,3 0 0-16,7 0 0 16,2 0 0-16,7 0-1 0,5 0-1 15,4-1-1-15,3-2 0 16,4 0-1-16,3 2-1 16,-1 1 1-16,5-6 0 15,2 6-1-15,5-5 1 0,0-1 0 16,6 5-1-16,1-5 1 15,5 2-1-15,8-2 1 16,-2 2-1-16,6-1 1 16,4 2-1-16,2-4 0 0,1 2-1 15,0 0 0-15,2 0 0 16,-1-2 0-16,-2-1-1 16,-5 4 0-16,-5-3 1 0,-2-2 0 15,-3 5 0-15,-10-4 0 16,-3 1 1-16,-6-1 0 15,-6 3-2-15,-5 0 2 16,-4 1 0-16,-9 1-1 16,-4-2 0-16,-5 2 0 15,-6 3 0-15,-6 0 0 0,-1 0 0 16,-12 0-1-16,8 5-1 16,-8-5-5-16,0 0-9 15,0 18-28-15,0-18-29 0,-8 10-6 16</inkml:trace>
  <inkml:trace contextRef="#ctx0" brushRef="#br2" timeOffset="176416.76">19171 10417 268 0,'0'0'9'0,"0"0"0"0,0 0 5 16,0 0 1-16,0 0 2 15,-8 0-1-15,8 0 2 0,0 0 5 16,0 0-8-16,6 0-2 15,6 0-2-15,8 0-1 16,-1 0-2-16,11 0 0 16,2 0-1-16,5-3-2 15,9 1-1-15,4-1-2 0,-1 1 0 16,8-1 0-16,5-4 0 16,5 2-1-16,6-3 1 15,3 0-1-15,7 0 0 16,4-1 1-16,4 0 0 0,1-1-1 15,3 2 0-15,2-2 1 16,2 3-2-16,-2-1 1 16,2 4-1-16,-2-2 0 0,0 2 1 15,0-2-1-15,-2 1 0 16,-4 4 0-16,-6-2 1 16,-1 3-1-16,-7 0 0 15,-3-3 0-15,-7 3 0 0,-4 0 1 16,-9-1-1-16,-3 1 1 15,-7-3 0-15,-4 0 0 16,-3 0-1-16,-7 3 1 16,-2-2 0-16,-7 2 0 0,-4-2 0 15,-4 2 0-15,-13 0 0 16,16 0 0-16,-16 0 0 16,0 0 0-16,0 0-3 15,0 0-1-15,0 0-2 16,0 0-4-16,-8 0-5 0,-2 0-11 15,-1-5-38-15,-3 5-22 16,-6 0-3-16</inkml:trace>
  <inkml:trace contextRef="#ctx0" brushRef="#br2" timeOffset="177202.77">19036 10463 283 0,'0'0'9'0,"0"0"2"0,0 0 3 0,0 0 1 0,0 0 0 16,0 0 1-16,11 0 2 16,-4 0 1-16,5 0-7 0,4 0-2 15,9-1-1-15,7-5-1 16,5 4 0-16,10-1-1 16,10 1-1-16,7-3-1 15,9-1-1-15,8 2-1 16,4-4-1-16,7 3-1 15,5-4 0-15,4 1-1 0,4 1 0 16,-2-1 0-16,8 3 0 16,0-3 0-16,6 1 0 0,-2 2 0 15,4 0 0-15,-2 0 1 16,-1 1-1-16,4-3 0 16,-1 4 0-16,-7-3 1 15,-3 2-1-15,-2-1 1 16,-5 2-1-16,-5 1 1 0,-3-3 0 15,-7 2 1-15,-2 1-1 16,-4 2 0-16,-3 0 1 16,-11-3-1-16,0 3 1 15,-8 0-1-15,-11 0 0 0,-6 0 0 16,-7 0-1-16,-8-2 1 16,-7 2 0-16,-8 0 1 15,-5 0 0-15,-7 0 0 16,0 0 0-16,0 0 0 0,0 0 0 15,0 0-1-15,0 0 0 16,0 0-3-16,-4-2-4 16,4 2-4-16,-17 0-6 0,10 0-16 15,-4 0-53-15,-1 2 0 16</inkml:trace>
  <inkml:trace contextRef="#ctx0" brushRef="#br2" timeOffset="177917.33">21370 10257 286 0,'0'0'7'0,"0"0"4"0,0 0 3 16,0 0 0-16,0 0 1 0,7 0 1 15,4 4 4-15,1-2-2 16,5 0-4-16,10-2-4 16,5 3-1-16,10 0 0 15,6-3 0-15,6 0 0 16,3-6-1-16,6 2 0 0,4-4-2 16,2 1 0-16,1-1 0 15,-5 1-2-15,7 2 0 16,-8 0-1-16,-2 0-1 0,0 0 1 15,-9 2-3-15,-3-1 0 16,-6 4 0-16,-9-3 0 16,-8 3 0-16,-6 0 0 15,-9 0 0-15,-3 0 0 0,-9 0 0 16,0 0 0-16,0 0 0 16,-9 0 0-16,-3 0 0 15,-6 0 0-15,3 3 0 16,-7-3 0-16,1 2-3 0,2-2-10 15,4 0-11-15,0 2-37 16,2-2-25-16,4 0-3 16</inkml:trace>
  <inkml:trace contextRef="#ctx0" brushRef="#br2" timeOffset="178599.99">22122 9929 363 0,'0'0'7'16,"0"0"2"-16,0 0 3 0,-7-11 1 0,7 11 0 16,0 0-1-16,0 0 1 15,0 0 1-15,0 0-4 16,18 11-4-16,1 3-1 0,6 4-1 15,7 2 0-15,5 2 1 16,5 3-1-16,3-3 0 16,3 0 1-16,-1-1-2 15,0-5 0-15,-5-1-1 0,-5 0-2 16,-1-3 0-16,-6-1 0 16,-6-4 0-16,-4 0 0 15,-4-2 0-15,-9 1 0 16,-7-6 0-16,5 12 0 15,-5-12 0-15,-10 14 0 0,-5-1 0 16,-6 1 0-16,-3 7 0 16,-8 0 0-16,-8 2 0 15,-2 2 0-15,-4-1 0 16,2 4 0-16,-2-3 0 16,3 2 0-16,2-3 0 0,8 1 0 15,5-2 0-15,1-4 0 16,6 2 0-16,9-7 0 15,-1 1 0-15,6-5 0 0,7-10 0 16,-9 12 0-16,9-12 0 16,0 0 0-16,0 0 0 15,0 0 0-15,0 0 0 0,7-2-8 16,2-3-63-16,2-5-18 16</inkml:trace>
  <inkml:trace contextRef="#ctx0" brushRef="#br2" timeOffset="179432.91">22982 10003 343 0,'0'0'8'0,"0"0"4"0,-10-10 4 15,10 10 3-15,-18-5 0 16,18 5 2-16,-14-7-1 15,7 1 2-15,7 6-8 0,-11-1-3 16,11 1-5-16,11-3-6 16,6 0 0-16,3 0 0 15,7 1 0-15,8 0 0 16,0-1 0-16,8 1 0 16,-6-1 0-16,-3 1 0 0,-2 2 0 15,-4-2 0-15,-5 2 0 16,-9 0 0-16,0 0 0 15,-14 0 0-15,13 7 0 0,-13-7 0 16,0 15 0-16,-4-4 0 16,-12 7 0-16,-3 0 0 15,-6 4 0-15,-7 6 0 16,-5-3 0-16,-6 4 0 0,1-2 0 16,-3 3 0-16,0-3 0 15,0 3 0-15,8-5 0 16,-2-1 0-16,11-2 0 15,1-1 0-15,6-6 0 0,5-4 0 16,6 3 0-16,10-14 0 16,-11 11 0-16,11-11 0 15,0 0 0-15,11 8 0 16,1-8 0-16,6 0 0 16,3 0 0-16,12-3 0 15,7 1 0-15,9-4 0 0,6 2 0 16,7 0 0-16,3-5 0 15,-1 4 0-15,-2-2 0 16,-4 3 0-16,-8 1 0 0,-8-3 0 16,-8 4 0-16,-11 0 0 15,-5 2 0-15,-9 0 0 16,-9 0 0-16,0 0 0 0,0 0 0 16,0 0 0-16,0 0 0 15,-9 4 0-15,9-4 0 16,-16 6 0-16,4-3 0 15,-1 1 0-15,4 0 0 0,-3-4 0 16,12 0-27-16,0 0-64 16,-16 8-3-16</inkml:trace>
  <inkml:trace contextRef="#ctx0" brushRef="#br2" timeOffset="187649.77">6762 14712 150 0,'0'0'6'0,"0"0"8"0,0 0 2 0,0 0 4 0,0 0 4 16,0 0 1-16,-10-10 2 16,10 10 0-16,-12-12-4 15,12 12-6-15,-12-7-4 16,12 7-2-16,-16-11-4 15,7 9 0-15,-4 0-3 0,-2-1-1 16,-3 3 0-16,-3 0-1 16,-2-3 1-16,-4 3 0 15,-3 0 0-15,0 3 0 0,-2 0 0 16,-5 1 0-16,0 1-1 16,-1 1 0-16,3-2 0 15,-5 4-1-15,2-1 0 16,-1 3 0-16,2 0-1 15,5 5 1-15,-5-3-1 0,2 3 0 16,3 0 1-16,2 2-1 16,0 1 1-16,5-3-1 15,0 2 1-15,6 3-1 16,-4 0 0-16,8 4 1 0,-2 3-1 16,4 1 0-16,1 4 1 15,2 5-1-15,-5 0 0 16,3 5 1-16,-4 0 0 15,2 3 0-15,-4-4 0 0,4 5 1 16,-2-4-2-16,6 0 1 16,1-2 0-16,6-3 0 15,3-5-1-15,3 3 1 0,6-6-1 16,3-1 0-16,2 2-1 16,5-3 1-16,-1 0 0 15,2-2 0-15,-1-1 0 16,4 0 1-16,-3-3-2 15,4 2 2-15,1-6-1 0,2 2 0 16,1-4 0-16,2 0 1 16,7-2-1-16,0-3 1 15,8 0 0-15,-1-5-1 16,6-3 1-16,3-2 0 0,1 0-1 16,0 0 1-16,2-5-1 15,-1-2 1-15,-4-1-1 16,1 1 0-16,-1-3 1 0,-2-1-1 15,1 2 1-15,-6-1 0 16,-1 0 0-16,-1-2 1 16,-6-1 0-16,3 4 0 15,-2-9 0-15,-7 3 1 0,0-2 0 16,2 0 0-16,-7-5 0 16,-1-3 0-16,-1-2 0 15,-3-7-1-15,-3 3 1 16,-2-4-1-16,-1-5 0 15,-3 3 1-15,-1-2-1 0,-3 1 0 16,-5-1 0-16,1 2 0 16,-3-1 0-16,0 4 0 15,-5 2 0-15,0-6 0 16,-2 6 0-16,-6-3 0 0,3 4-2 16,1-4 0-16,-4 4 0 15,-4 2 0-15,4-3 0 16,-2 2 0-16,-2 2 0 15,0 2 0-15,-6-2 0 0,3 3 0 16,-8-2 0-16,2 5 0 16,-10-3 0-16,6 5 0 15,-7 4 0-15,0-2 0 16,-2 5 0-16,-4 6 0 16,-1 2 0-16,2 5 0 0,-8 0 0 15,2 3 0-15,1 6 0 16,0-1 0-16,5 12-21 15,2-9-65-15,8 3-4 0</inkml:trace>
  <inkml:trace contextRef="#ctx0" brushRef="#br2" timeOffset="190649.59">670 17061 369 0,'0'0'6'0,"0"0"5"0,0 0 2 0,0 0 2 0,0 0 1 15,0 0 1-15,0 0 0 0,-10-3 0 16,10 3-5-16,-3 17-4 15,0 3-4-15,3 5-1 16,0-10-2-16,0 5-1 0,0-2 0 16,0 6 0-16,0-2 0 15,0 6 0-15,0-2-1 16,0 2 0-16,0-3 0 16,0 3 0-16,0-2 0 15,0-4 0-15,-2 0 0 0,-3 2 0 16,3-8 0-16,-3 4 1 15,2-10 0-15,3-10 1 16,-9 10-1-16,9-10 1 16,-11-7-1-16,11-6 2 0,-7-23 0 15,2-17-1-15,3-6 1 16,2-9 0-16,0-1-2 16,2 0 0-16,8 7 0 15,-3 15 0-15,8 5 0 0,2 7 0 16,1 6 0-16,5 6 0 15,-4 5 0-15,11 12 0 16,-3 6 0-16,1 0 0 16,-1 6 0-16,1 10 0 15,-6 0 0-15,-3 9 0 0,-3 0 0 16,-7 3 0-16,-4-4 0 16,-5 4 0-16,0-2 0 15,-9-2 0-15,-7-2 0 0,-3-7 0 16,-1-1 0-16,-5-2 0 15,0-5 0-15,1 2 0 16,3-7 0-16,0 0 0 16,8 2 0-16,-3-4 0 0,9 0 0 15,7 0 0-15,0 0 0 16,0 0 0-16,13 8 0 16,-1 0 0-16,8 2 0 15,2 0 0-15,-11 0 0 16,3-3 0-16,1 3 0 0,0 5 0 15,3-5 0-15,-1 2 0 16,0 1 0-16,-2 2 0 16,0-3 0-16,2 1 0 0,-4-2 0 15,2 0 0-15,-2 2 0 16,-2-4 0-16,-1 1 0 16,1 2 0-16,-11-12 0 15,12 14-2-15,-12-14-13 16,0 0-34-16,5 11-38 15,-5-11-1-15</inkml:trace>
  <inkml:trace contextRef="#ctx0" brushRef="#br2" timeOffset="191083.73">1217 17234 468 0,'0'0'3'0,"0"0"1"0,0 0 0 16,0 0 1-16,0 0 0 15,-11 5-1-15,11-5 0 16,-7 15 0-16,2-8-3 16,0 5-1-16,3 1-1 0,-1 2 0 15,0 0-1-15,3-1 3 16,0 4-1-16,0-4 1 15,3 1 0-15,5-2 0 16,1-1 1-16,1-2 0 16,2 1 0-16,3-7 1 0,3-1-3 15,1-3 0-15,-3-3 0 16,1-4 0-16,-17 7 0 16,33-33 0-16,-19-4 0 15,-9 3 0-15,-10-1 0 0,-9 8 0 16,-14-1 0-16,-4 14 0 15,0 6 0-15,2 6 0 16,5 2 0-16,2 7 0 16,4 1 0-16,4-1 0 15,15-7-72-15,0 0-19 0</inkml:trace>
  <inkml:trace contextRef="#ctx0" brushRef="#br2" timeOffset="191466.42">1688 16796 468 0,'0'0'3'0,"0"0"1"0,0 0 2 0,0 0 0 15,0 0 1-15,0 0 0 16,-2 5 1-16,-3 5-6 15,-2 4-2-15,1 11 0 16,-1 2 0-16,2 8 0 0,-5 4 0 16,5 3 0-16,-3 6 0 15,6-3 0-15,0-1 0 16,2-22 0-16,0 0 0 0,0-2 0 16,0 0 0-16,2 0 0 15,5 0 0-15,-2-6 0 16,1 4 0-16,1-3 0 15,-2-3 0-15,4-2 0 16,2 0 0-16,1-3 0 0,1-2 0 16,-1-2 0-16,-2-1 0 15,3-2-35-15,-1-2-50 16,8-16-3-16</inkml:trace>
  <inkml:trace contextRef="#ctx0" brushRef="#br2" timeOffset="191767.12">1552 17043 441 0,'0'0'5'16,"0"0"2"-16,5-2 2 15,-5 2 1-15,17-8 1 16,-2 6 0-16,2-3 0 0,3 0-5 15,8 2-6-15,-1-2 0 16,1 3 0-16,-2-1 0 16,-1 1 0-16,-3 2 0 15,1 0 0-15,-8 0 0 0,-1 0 0 16,-6 0 0-16,-8 0 0 16,0 0 0-16,0 0-20 15,5 12-31-15,-5-12-37 0,0 0-1 16</inkml:trace>
  <inkml:trace contextRef="#ctx0" brushRef="#br2" timeOffset="192583.43">2059 17029 390 0,'0'0'6'0,"0"0"3"0,0 0 2 0,-10 2 2 16,10-2 2-16,-11 2 0 0,11-2 1 16,-12 3 0-16,12-3-5 15,0 0-2-15,0 0-9 16,0 0 0-16,12 0 0 15,4-3 0-15,4 1 0 0,9 0 0 16,3-6 0-16,1 3 0 16,2 0 0-16,-4 0 0 15,0 3 0-15,1 2 0 0,-12 0 0 16,0 0 0-16,-11 2 0 16,-9-2 0-16,3 20 0 15,-6-8 0-15,-11 4 0 16,-9 3 0-16,-4 3 0 15,-8 1 0-15,-2 1 0 0,-2 1 0 16,-7 0 0-16,24-13 0 16,3 1 0-16,-2-4 0 15,1 4 0-15,6-1 0 16,-1-2 0-16,5-3 0 0,-1 4 0 16,11-11 0-16,0 9 0 15,0-9 0-15,28 3 0 16,12-3 0-16,8-8 0 15,8-2 0-15,9-2 0 16,-8 0 0-16,-5-1 0 0,-12 8 0 16,-2 3 0-16,-12-1 0 15,-1 3 0-15,-12 0 0 16,-6 0 0-16,-7 0 0 16,5 8 0-16,-5-8 0 0,-7 9 0 15,7-9 0-15,-13 13 0 16,3-8 0-16,1-3 0 15,-2 3 0-15,4-5 0 0,7 0 0 16,0 0 0 0,-10 5 0-16,10-5-37 0,0 0-52 15,0 0-4 1</inkml:trace>
  <inkml:trace contextRef="#ctx0" brushRef="#br2" timeOffset="192949.32">2922 16555 487 0,'0'0'3'0,"0"0"0"0,0 0 2 0,0 0-1 0,-11 7 1 16,0 11-1-16,-1 7-4 16,-3 10 0-16,-2 12 0 15,-5 12 0-15,1 10 0 16,2 8 0-16,-1 3 0 0,13-44 0 16,-1 11 0-16,6-2 0 15,-4 4 0-15,4-1 0 16,-1-2 0-16,3-3 0 15,3 1 0-15,5-4 0 0,2-4 0 16,2 0 0-16,3-6 0 16,4-3-36-16,-1-2-50 15,7-6-4-15</inkml:trace>
  <inkml:trace contextRef="#ctx0" brushRef="#br2" timeOffset="193566.67">3201 16736 440 0,'0'0'5'0,"0"0"2"15,0 0 1-15,0-10 2 0,0 10 1 16,0 0-1-16,-12 3 2 15,4 6-4-15,-4 9-8 16,-6 9 0-16,1 8 0 16,-3 9 0-16,1 6 0 15,-4 2 0-15,10 5 0 0,1-3 0 16,8-2 0-16,4-27 0 16,0 0 0-16,4-5 0 15,1 0 0-15,18 6 0 16,7-8 0-16,2-11 0 0,3-7 0 15,-1-9 0-15,-2-11 0 16,-2-7 0-16,-9-6 0 16,-9 2 0-16,-8-5 0 15,-4-6 0-15,-2 3 0 0,-10-6 0 16,-4 3 0-16,-3-3 0 16,-3 6 0-16,1 4 0 15,-3 8 0-15,2 5 0 16,-1 4 0-16,0 11 0 15,4 7 0-15,-2 0 0 0,5 7 0 16,-2 11 0-16,4 2 0 16,-2 2 0-16,9 5 0 15,1 1 0-15,6 1 0 16,6-2 0-16,6-2 0 0,9-3 0 16,1-5 0-16,10-4 0 15,1-3 0-15,4-5 0 16,0-5 0-16,2 0 0 15,4 0 0-15,-8-8 0 0,-1 3 0 16,-4-2 0-16,-5 4 0 16,-8 3-48-16,-4-2-42 15,-13 2-2-15</inkml:trace>
  <inkml:trace contextRef="#ctx0" brushRef="#br2" timeOffset="193817.24">3567 17011 498 0,'0'0'3'0,"0"0"1"0,0 0 0 0,5 10-2 16,-5-10-2-16,2 22 0 0,-2-4 0 15,0 1 0-15,0 3 0 16,0 7 0-16,-2-12 0 15,-1 0 0-15,3-1 0 16,-2 2 0-16,2-3 0 16,0 2-10-16,0-5-80 0,0 4-3 15</inkml:trace>
  <inkml:trace contextRef="#ctx0" brushRef="#br2" timeOffset="194166.99">3711 16481 472 0,'0'0'4'0,"0"0"0"16,0 0 1-16,0 0 1 16,0 0 0-16,0 2 0 15,3 11 2-15,4 2-8 16,2 10 0-16,7 4 0 15,5 12 0-15,5 7 0 0,3 9 0 16,4 8 0-16,-1 2 0 16,3 2 0-16,-10 3 0 15,-13-35 0-15,-2 3 0 0,-7 1 0 16,-1 2 0-16,-2-1 0 16,-2 2 0-16,-8-4 0 15,-1 2 0-15,-3-5 0 16,-4 3 0-16,-1-7 0 0,-1 0 0 15,-1-2 0-15,-3 0-64 16,4-11-27-16</inkml:trace>
  <inkml:trace contextRef="#ctx0" brushRef="#br2" timeOffset="196150.16">4287 17054 399 0,'0'0'5'0,"0"0"3"0,0 0 1 15,0 0 3-15,0 0 1 16,0 0 1-16,0 0 0 0,0 0 1 16,-10 7-5-16,10-7-2 15,0 0-4-15,0 0-4 16,0 9 0-16,0-9 0 16,0 0 0-16,12 5 0 0,-3-5 0 15,0 0 0-15,6-5 0 16,0 0 0-16,-3-2 0 15,1 3 0-15,-1-5 0 0,-5 7 0 16,-7 2 0-16,0 0 0 16,0 0 0-16,-14 5 0 15,-4 2 0-15,-4 3 0 16,2 0 0-16,-7 1 0 16,6-2 0-16,2-2 0 0,6 1 0 15,13-8 0-15,0 10 0 16,8-10-68-16,12-2-23 15</inkml:trace>
  <inkml:trace contextRef="#ctx0" brushRef="#br2" timeOffset="200400.18">4251 16988 351 0,'0'0'6'0,"0"0"5"0,0 0 0 15,0 0 4-15,4-9 1 16,-4 9 1-16,0 0 0 15,0 0 1-15,0 0-7 0,0 0-3 16,0 0-2-16,0 0-3 16,0 0-1-16,0 0-1 15,4 5-1-15,2 4 0 0,2 2 0 16,1-4 1-16,2 5-1 16,3-2 1-16,1-2-1 15,0-6 1-15,-1-2-1 16,4 0 0-16,0-2 1 15,-3-8 1-15,-3 0 0 0,1-5 1 16,-6 2 0-16,2-1 1 16,-9-1-4-16,0 2 0 15,-4 1 0-15,-6 4 0 0,-2 4 0 16,-1 4 0-16,-1 0 0 16,-2 10 0-16,1 2 0 15,3 6 0-15,4-1 0 16,4 3 0-16,1-1 0 0,3-4 0 15,10-2 0-15,-1-3 0 16,7-6 0-16,7-4 0 16,-7-3 0-16,7-5 0 15,0-5 0-15,-7 1 0 16,-3-6 0-16,-1 0 0 0,-9 6 0 16,-3-2 0-16,-7 6 0 15,-9 5 0-15,-3 3 0 16,-11 12 0-16,8 12 0 15,4-10-76-15,8-2-11 16</inkml:trace>
  <inkml:trace contextRef="#ctx0" brushRef="#br2" timeOffset="-214679.73">5209 16786 400 0,'0'0'5'0,"0"-7"2"0,0 7 1 0,-3-16 3 0,3 16 1 16,-2-12 1-16,2 12 0 15,0 0 2-15,0 0-5 16,0 17-1-16,0 11-1 0,0 1-8 16,-2 11 0-16,-3 1 0 15,0 7 0-15,-3-1 0 16,1 0 0-16,-3 0 0 15,3-7 0-15,-4-6 0 0,9-16 0 16,-3-3 0-16,3 0-22 16,-1-3-25-16,1 8-41 15,2-10-1-15</inkml:trace>
  <inkml:trace contextRef="#ctx0" brushRef="#br2" timeOffset="-214313.57">4804 16640 372 0,'0'0'4'15,"0"0"3"-15,0 0 2 0,0 0 2 16,0 0 1-16,0 0 2 15,2-13 2-15,11 10 1 16,7 2-3-16,9-5-2 16,4 1-3-16,12-5-1 0,4-2-2 15,8-3-6-15,5 2 0 16,4-1 0-16,-3 2 0 16,5-3 0-16,-8 6 0 15,-6 5 0-15,-4 1 0 0,-10 3 0 16,-8 0 0-16,-10 6 0 15,-4 4 0-15,-11-2 0 16,-4 6-15-16,-8 5-50 0,-7-1-23 16,-1 1-3-16</inkml:trace>
  <inkml:trace contextRef="#ctx0" brushRef="#br2" timeOffset="-213846.66">5418 16972 472 0,'0'0'2'0,"0"0"1"0,0 0 1 16,0 0-1-16,0 0 2 15,0 0-1-15,5 2 0 16,-5-2 1-16,13 10-3 16,-4-1 0-16,3 2 0 0,4 6-1 15,-2 3-1-15,6 0 0 16,-5 2-1-16,-2 0 0 16,-4 0 0-16,-4 0-1 15,-2-4 1-15,-3-4-1 16,-5-3 2-16,5-11 1 0,-15 10 0 15,15-10 1-15,-15-5 0 16,10-5 2-16,0-8-4 16,5-2 0-16,0-4 0 15,5-3 0-15,8-1 0 0,2 1 0 16,5 0 0-16,-1 3 0 16,8 0 0-16,1 10 0 15,-1 2 0-15,6 4-16 16,-8 5-32-16,2 1-38 0,-3 2-2 15</inkml:trace>
  <inkml:trace contextRef="#ctx0" brushRef="#br2" timeOffset="-212863.24">6138 16931 433 0,'0'0'3'15,"0"0"2"-15,-10-14 1 0,-2 6 1 16,-6 1 1-16,-4 3 0 16,-5-2 2-16,-8 1-1 15,2 8-2-15,-4 5-1 16,0 6-2-16,3 5-1 16,4 4-1-16,4 2-2 0,9 0 0 15,5 0 0-15,10-3 0 16,2-3 0-16,7-2 0 15,11-4 0-15,4-5 0 0,2-4 0 16,6-4 0-16,2-4 0 16,-2-9 0-16,2 1 0 15,-6-6 0-15,6-2 0 16,-13 1 0-16,-1-6 0 0,-3 3 0 16,-5 2 0-16,-3 3 0 15,-5 4 0-15,2 3 0 16,-4 10 0-16,0 0 0 15,0 5 0-15,0 10 0 0,0 0 0 16,0 5 0-16,2-2 0 16,1 1 0-16,-1-1 0 15,3-6 0-15,0 2 0 16,-1-7 0-16,-4-7 0 16,16 6 0-16,-4-9 0 0,1-7 0 15,-1-4 0-15,6-9 0 16,1-2-2-16,4-4 2 15,-3 2 0-15,-1-4-1 0,1 6 1 16,-3 4-1-16,-1 4 1 16,-4 4 0-16,-12 13 0 15,8-3 0-15,-8 3 1 16,2 16-1-16,1-1 0 16,-3 1 0-16,5 2 1 0,-3-1-1 15,8-2-1-15,0 0 1 16,5-5 0-16,2-3 0 15,0-2 0-15,11-5-1 0,-1-5 1 16,5-2 0-16,3-5-1 16,2-6 1-16,1-2-1 15,-1-2 1-15,-2 0 0 16,-8-3 0-16,-2 6 0 0,-10-2 1 16,-2 4-1-16,-13 5 1 15,0 12 0-15,-20-10-1 16,2 10 1-16,-6 0 1 15,-1 10-2-15,-3 2 0 0,1 5-2 16,4-2 2-16,6 3 0 16,2 2 0-16,8-1 0 15,7 0 0-15,1 2-1 16,15-4 2-16,1 1-1 16,4-1 0-16,4-4 0 0,-1 1 0 15,-2-2 2-15,-4 3-2 16,-2-2 0-16,-8 2 0 15,-4-3 0-15,-8 1 0 0,-5-1 0 16,-12 1 0-16,-3-4 0 16,-3 4 0-16,-8-6 0 15,3 1 0-15,0-4 0 16,2-1 0-16,2-3-3 16,8 0-3-16,2 0-7 0,18 0-21 15,0-10-50-15,0 10-2 16</inkml:trace>
  <inkml:trace contextRef="#ctx0" brushRef="#br2" timeOffset="-212129.58">7085 16874 448 0,'0'0'4'0,"0"0"2"0,0 0 2 0,-10 0 0 15,10 0 2-15,0 0-1 16,0 0 1-16,-9 0-2 16,9 0-8-16,0 0 0 15,9 3 0-15,1-3 0 0,8 0 0 16,3 0 0-16,7 0 0 15,2 0 0-15,2 0 0 16,0 0 0-16,-2 0 0 16,-3 3 0-16,-6 4 0 0,-7 0 0 15,-6 3 0-15,-5 3 0 16,-8 4 0-16,-8 0 0 16,-6 4 0-16,-11 0 0 15,-2 2 0-15,-4 2 0 16,-1-4 0-16,0 3 0 0,7-5 0 15,2-1 0-15,6-4 0 16,7-6 0-16,6 2 0 16,9-10 0-16,0 0 0 0,17 4 0 15,8-4 0-15,2 0 0 16,8-4 0-16,7 1 0 16,3-4 0-16,4-1 0 15,-4 2 0-15,-5 2 0 0,-3 2 0 16,-7 0 0-16,-13-1 0 15,0 3 0-15,-17 0 0 16,0 0 0-16,3 5 0 16,-3-5 0-16,-12 10 0 0,4-5 0 15,8-5 0-15,-17 2 0 16,17-2 0-16,-12 0-15 16,12 0-73-16,-8-11-4 15</inkml:trace>
  <inkml:trace contextRef="#ctx0" brushRef="#br2" timeOffset="-211746.57">8101 16498 438 0,'0'0'3'0,"0"0"3"0,0 0 1 0,-9-7 0 15,9 7 2-15,-18 0 0 16,6 10 1-16,-9 10 0 0,0 9-2 16,-4 11-4-16,-5 12-4 15,2 7 0-15,1 11 0 16,4 4 0-16,4-2 0 15,9-1 0-15,7-33 0 0,3-2 0 16,0 2 0-16,3-1 0 16,3-1 0-16,8 0 0 15,-2-6 0-15,6-1 0 16,2-1 0-16,4-1 0 0,-1-7 0 16,4 2-3-16,-2-2-54 15,0-5-31-15,-2-3-2 16</inkml:trace>
  <inkml:trace contextRef="#ctx0" brushRef="#br2" timeOffset="-211247.32">8354 16692 474 0,'0'0'4'0,"0"0"1"0,0 0 1 0,0 0 1 16,0 0 0-16,0 0 1 15,0 0-8-15,-12 14 0 16,8 3 0-16,-4 8 0 0,-2 3 0 16,-5 4 0-16,0 3 0 15,0-1 0-15,-2-5 0 16,5-1 0-16,-6-6 0 16,8-6 0-16,3-4 0 15,7-12 0-15,-8 9 0 16,8-9 0-16,0 0 0 0,8 0 0 15,4 0 0-15,6-1 0 16,1-3 0-16,1 0 0 16,8-4 0-16,-1 4 0 0,3-1 0 15,-1 2 0-15,-1 0 0 16,-4 3 0-16,1 0 0 16,-4 0 0-16,-5 0 0 15,-5 7-55-15,-11-7-33 0,10 4-2 16</inkml:trace>
  <inkml:trace contextRef="#ctx0" brushRef="#br2" timeOffset="-211013.03">8541 16870 472 0,'0'0'2'0,"0"0"3"15,5 11 0-15,-5 2 1 0,3 5 1 16,-1 1 1-16,0 6-2 16,-2 7-6-16,3 1 0 15,-3 0 0-15,0-1 0 16,2-6 0-16,-2-3-6 0,0-23-73 16,10 21-8-16</inkml:trace>
  <inkml:trace contextRef="#ctx0" brushRef="#br2" timeOffset="-210663.57">8807 16397 472 0,'0'0'1'16,"0"0"1"-16,0 0 1 0,7-5 1 16,-7 5 0-16,20 0 2 15,-2 7 0-15,-1 8 0 16,3 9 1-16,5 14-7 16,-3 7 0-16,3 11 0 0,-2 7 0 15,-7 6 0-15,0 2 0 16,-9 4 0-16,-5-6 0 15,-2-5 0-15,-12 2 0 16,2-37 0-16,-2 3 0 0,-6-2 0 16,-6 2 0-16,-1-3 0 15,0-1-42-15,-5-1-49 16,-2-2-1-16</inkml:trace>
  <inkml:trace contextRef="#ctx0" brushRef="#br2" timeOffset="-202847.26">9361 16858 397 0,'0'0'6'0,"0"0"1"0,0 0 2 0,0 0 1 15,0 0 0-15,0 0 0 16,0 0 1-16,0 0 0 0,0 0-5 16,0 0-2-16,0 0-1 15,0 4 0-15,0-4-1 16,7 0 1-16,4 0 0 15,1-2-1-15,0-6 1 0,6 1-1 16,-3-3 1-16,0 0 0 16,-3 0 0-16,-2 6-3 0,-10 4 0 15,5-10 0-15,-5 10 0 16,-15-3 0-16,0 3 0 16,0 6 0-16,-5 1 0 15,0 3 0-15,0 4 0 16,3-1 0-16,-5 1-87 0,19-2-1 15</inkml:trace>
  <inkml:trace contextRef="#ctx0" brushRef="#br3" timeOffset="-178450.73">15466 15104 430 0,'0'0'6'0,"0"0"0"0,-5-11 3 16,5 11 0-16,-17-7 2 0,6 2-1 15,-1 3 1-15,-5 0 1 16,2 4-5-16,-5 5-7 16,3 11 0-16,-1-1 0 15,4 3 0-15,1 4 0 0,1 1 0 16,9-3 0-16,3 1 0 16,3-9 0-16,9-1 0 15,6-6 0-15,3-4 0 16,2-3 0-16,7-6 0 0,-3-5 0 15,-2-3 0-15,-6-2 0 16,-3-7 0-16,-4 1 0 16,-10-4 0-16,-2 3 0 15,-7-2 0-15,-7 3 0 0,-4 6 0 16,-7 7 0-16,-3 4 0 16,0 5 0-16,2 5 0 15,-1 10 0-15,2 4 0 16,2 4 0-16,9-2 0 0,7 4 0 15,3 0 0-15,8 0 0 16,8-4 0-16,6-5 0 16,8-3 0-16,6-1 0 15,2-9 0-15,5-3 0 16,-4 0 0-16,-2-5 0 0,-2-8 0 16,-3-1 0-16,-14-4 0 15,-3-1 0-15,-7-2 0 16,-4-1 0-16,-9 3 0 0,-9 2 0 15,-7 4 0-15,-5 8 0 16,0 5 0-16,-4 5 0 16,4 8 0-16,-2 4 0 15,9 5 0-15,4 0 0 16,6-2 0-16,8 3 0 0,5-8 0 16,13-4 0-16,8-4 0 15,5-1 0-15,8-6 0 16,1-3 0-16,3-7 0 0,-1-4 0 15,-2-6 0-15,-8 0 0 16,-6-2 0-16,-7-6 0 16,-12 9 0-16,-4-1 0 0,-12 2 0 15,-7 4 0-15,-4 9 0 16,-10 3 0-16,-2 2 0 16,-1 7 0-16,5 5 0 15,2 0 0-15,9 3 0 16,4-1 0-16,9 0 0 0,9-3 0 15,0-11 0-15,19 10 0 16,-1-10 0-16,9 0 0 16,3-4 0-16,0-3 0 15,-3 0 0-15,-5-4 0 16,-4 4 0-16,-6 2 0 0,-12 5 0 16,0 0 0-16,-7-5 0 15,-10 5 0-15,-3 5 0 16,-1 0 0-16,4 6-13 0,0 7-75 15,5-4-1-15</inkml:trace>
  <inkml:trace contextRef="#ctx0" brushRef="#br3" timeOffset="-177695.57">15350 14546 347 0,'0'0'6'0,"0"0"3"0,0 0 4 0,0 0 2 15,0 0 2-15,0 0 0 16,4-12 1-16,-4 12 0 15,15-13-5-15,3 3-3 0,3-2-1 16,9 0-2-16,8-1-2 16,7 1-1-16,7-3-1 15,10 5-3-15,7 0 0 16,6 3 0-16,12 2 0 16,5 5 0-16,8 5 0 0,9 8 0 15,-2 3 0-15,7 9 0 16,5 5 0-16,3 5 0 15,-3 7 0-15,-4 2 0 0,-6 3 0 16,-4 3 0-16,-6 2 0 16,-10 3 0-16,-10-4 0 15,-6-1 0-15,-6-3 0 16,-12-5 0-16,-11-2 0 16,-5-11 0-16,-11-4 0 0,-6-7 0 15,-7-8 0-15,-4-4 0 16,-11-6 0-16,0 0 0 15,0 0 0-15,0 0 0 16,0-11 0-16,0 11-17 0,-8-15-72 16,-2 5-3-16</inkml:trace>
  <inkml:trace contextRef="#ctx0" brushRef="#br3" timeOffset="-176796.65">15300 15725 322 0,'0'0'3'0,"0"0"2"0,0 0 4 15,0 0 2-15,0 0 2 16,0 0 3-16,12 8 1 16,-2-6 0-16,2 6-2 0,4-3-1 15,3 5-3-15,4-6-2 16,6 4-1-16,4-4-1 16,0 2 0-16,14-5-1 0,2 3-1 15,6-4 0-15,7 0-1 16,9-4 0-16,5-3-1 15,5-5-3-15,4-2 0 16,9-4 0-16,-2-1 0 16,2-5 0-16,1 0 0 0,1-3 0 15,-1 0 0-15,0 0 0 16,-3-1 0-16,-6 1 0 16,4-5 0-16,-8 5 0 15,-5-5 0-15,-2 2 0 0,-6-3 0 16,-7 3 0-16,-5-1 0 15,-2 2 0-15,-8 1 0 16,-4 3 0-16,-4 3 0 0,-6 1 0 16,-8 6 0-16,-4 4 0 15,-5 1 0-15,-9 5 0 16,-7 5 0-16,13-9 0 16,-13 9 0-16,0 0 0 15,0 0 0-15,0 0 0 16,0 0 0-16,0 0 0 0,0 0 0 15,-8-1 0-15,8 1 0 16,0 0 0-16,0 0 0 16,-8-7 0-16,8 7-71 15,-4-13-22-15</inkml:trace>
  <inkml:trace contextRef="#ctx0" brushRef="#br3" timeOffset="-175179.84">15516 13337 338 0,'0'0'3'0,"0"0"2"0,0 0 2 15,12-3 3-15,3 3 2 16,8 0 3-16,14 0-1 16,18 0 2-16,12 0-3 15,12 3-2-15,26 4 0 0,8 7-3 16,20 0-1-16,12 8-1 16,13 3-1-16,3 8 1 15,8 4-2-15,0 4 1 16,0 4 0-16,-5 5 0 0,-5 4 0 15,-13 0-5-15,-6 2 0 16,-11 0 0-16,-11-4 0 16,-5 5 0-16,-14-5 0 15,-9-3 0-15,-16-2 0 0,-10-8 0 16,-11 3 0-16,-18-11 0 16,-8-4 0-16,-15-4 0 15,-4-6 0-15,-8-5 0 0,-2-2 0 16,-9-5 0-16,-3-5 0 15,-4 0 0-15,-5-7 0 16,-3-3 0-16,-4-4 0 16,0-4 0-16,-8-5 0 0,1-1 0 15,0-4 0-15,-5-1 0 16,-3-4 0-16,-4 0 0 16,-4-3 0-16,-2-3 0 15,1 2 0-15,-13-6 0 16,0 0 0-16,-7 2 0 0,-1 2 0 15,-4-1 0-15,-4-3 0 16,-1 4 0-16,-1-3 0 16,-4 7 0-16,5-2 0 15,-4 5-3-15,-1 0 2 0,-1 4-1 16,-2 1 2-16,0 7-1 16,0 3 0-16,0 2 1 15,1 2 0-15,-1 4-1 16,0 2 1-16,0 1-1 0,2 3-1 15,1 2 0-15,0-2 0 16,2 0-1-16,2 3 0 16,3 0 1-16,3 0-1 0,4 0 1 15,5 0 1-15,6 0 0 16,7 0 0-16,4 0 1 16,11 0 0-16,8 0 0 15,6 0 0-15,8 3 0 16,6-3 1-16,2 3-1 0,12-3 0 15,-9 0 0-15,9 0 1 16,5 0-1-16,11-3 0 16,0 0 0-16,12 3 0 15,10 0 0-15,13 0 1 0,16 0 0 16,18 0 0-16,14 6 0 16,17-2 0-16,17 6 1 15,9 0-1-15,9 5 1 0,11 0-1 16,2 5 1-1,-3 5 0-15,1 0 0 0,-1 7 1 16,-2-3 0-16,-5 8 0 16,-5 1-1-16,-9-1 0 15,-4 0-2-15,-14 3 0 0,-8-3 0 16,-7-2 0-16,-13-1 0 16,-14-7 0-16,-13 3 0 15,-15-8 0-15,-10-5 0 16,-10-1 0-16,-9-4 0 0,-11-4 0 15,-12-8 0-15,0 0 0 16,0 0 0-16,-12-3 0 16,-8-7 0-16,-6-2 0 15,-4-6 0-15,-11 0 0 0,-3-7 0 16,-6 2 0-16,-5-5 0 16,-5-4 0-16,-2 2 0 15,-10-5 0-15,-4-1-3 16,-11 1-2-16,-5 0 1 0,-7 0 0 15,-11 1 1-15,-10-1 0 16,-4 3 1-16,-8-1 0 16,-7 6 1-16,-4 0 0 0,-9 0 0 15,-2 6 1-15,2 2 0 16,1 2 0-16,-3 5 0 16,14 4 0-16,6 3 0 15,13 0 1-15,8 5-1 16,17 0 0-16,12 2 0 0,9 4 0 15,13-2 0-15,17 4-1 16,11-1-3-16,9 3-12 16,12 3-63-16,13-13-4 15</inkml:trace>
  <inkml:trace contextRef="#ctx0" brushRef="#br3" timeOffset="-171412.86">10154 14759 104 0,'0'0'6'0,"0"0"2"0,0-10 5 15,0 10 5-15,0 0 3 16,0 0 2-16,0 0 3 16,0 0 0-16,5 8 0 0,-5-8 0 15,0 0-2-15,0 0-4 16,0 0 0-16,0 0 0 16,0 0-2-16,0 0-2 15,0 0-2-15,0 0-4 16,0-8-2-16,0 8-2 0,0-12-1 15,0 2-2-15,-3-1-1 16,3 4 0-16,-2-3-1 16,-3 2 1-16,5 8 1 0,-8-14-1 15,8 14 1-15,-12-12-1 16,12 12 0-16,-10-10 0 16,10 10 0-16,-13-8-1 15,13 8 0-15,0 0 0 0,-12-8-1 16,12 8 1-16,0 0-1 15,-9-9 0-15,9 9 0 16,0 0 1-16,-11-8-1 16,11 8 1-16,-12-7-1 0,12 7 0 15,-16-1 1-15,9-5 0 16,-2 3-1-16,-2 2 0 16,1 1 1-16,3-3-1 15,-2 3 0-15,-2-3 0 16,11 3 0-16,-14 0 1 0,14 0-1 15,-16-2 0-15,9 2 0 16,7 0 0-16,-14 0 1 16,14 0-1-16,-16 0 0 0,4 0 0 15,12 0 1-15,-15 2-1 16,15-2 0-16,-15 7 0 16,15-7 0-16,-15 3 1 15,15-3-1-15,-15 6 0 0,15-6 0 16,-15 1 0-16,15-1 1 15,-10 3-1-15,10-3 0 16,-12 4 0-16,12-4 0 16,-8 7 0-16,8-7-1 0,-10 6 2 15,10-6-2-15,-15 8 1 16,15-8 0-16,-14 9 0 16,14-9 0-16,-15 13 0 15,15-13-1-15,-13 12 1 16,13-12 0-16,-12 13 1 0,12-13-1 15,-13 12 0-15,13-12 0 16,-12 14 0-16,12-14 0 16,-9 13 0-16,9-13-1 15,-11 18 1-15,11-18 0 0,-12 15 0 16,7-5 0-16,-3 2 0 16,3-3 0-16,-2 2 0 15,2-1 0-15,-2 3 0 0,-1-4 0 16,0 3 0-16,4-2-1 15,-4 3 2-15,1-4-2 16,1 4 1-16,4-2 0 16,-3-2 0-16,-2 0 0 15,5 4 0-15,-3-1 0 0,-1 1 0 16,3-1-1-16,-1 3 1 16,-1 0 0-16,0-1 0 15,3-1 0-15,-3-1 0 16,-1 4-1-16,1-5 1 0,0 2 0 15,0 2 0-15,3 0-1 16,-3 0 1-16,3-4 0 16,-3 7 0-16,2-1 0 15,-2-2 0-15,3 0 0 0,-4 6 0 16,4-7 0-16,-2 4 0 16,1-1 0-16,-5 0 0 15,6-2 0-15,-3 3 1 16,2-1-1-16,1-2 1 0,0-1 0 15,-1 1-1-15,3 3 1 16,-2-3-1-16,2 2 1 16,-3 0-1-16,1 1-1 15,2-1 1-15,-2 0 0 0,2 4-1 16,-3-4 1-16,3 2 0 16,0 4-1-16,0-6 1 15,0 2-1-15,0 1 1 16,0-2 0-16,0 2-1 0,3 0 1 15,-1-4-1-15,0 2 1 16,1 2-1-16,-1 0 1 16,3-3-1-16,-5 1 0 15,5-1 1-15,0 0-1 0,-3-4 0 16,6 2 0-16,-5-1 0 16,1-3 1-16,4 1-1 15,-4-3 0-15,7 4 1 16,-4-3-1-16,3 2 0 0,0-2 1 15,0 0 1-15,2 1-1 16,-1 0 1-16,-2 1 0 16,1 1-1-16,3-1 1 15,-3 1 0-15,-1-1-1 0,2-2 0 16,-2-2 0-16,1 2 0 16,-2-3-1-16,-1 3 1 15,3-5-1-15,0 2 1 16,-2-2 0-16,2 0-1 0,-1-2 1 15,2 2-1-15,-2-3 1 16,1 0 0-16,1 1 0 16,-2 2 0-16,1-2-1 0,-1-3 1 15,0 1 0 1,0-1 0-16,-2 0 1 0,7 0-1 16,-5 0 0-16,3 0 0 15,-1 0 0-15,-2-1 0 16,4 1 1-16,-1-5-1 15,-2 2 1-15,5-2-1 0,0-2 1 16,-4-1 0-16,1-2 0 16,0 0 0-16,-2-3 0 15,2 2 0-15,0-4 0 0,-1-3-1 16,-2 4 0-16,1-4 0 16,3 0 0-16,-4 4 0 15,2-5 0-15,-1-2 1 16,0 4 0-16,-1-3 1 0,-1 3 0 15,-3-3-1-15,2 5 1 16,1 0 0-16,-6 2-1 16,4 3 1-16,-4 2-1 15,-2 8 1-15,4-11 0 16,-4 11 0-16,0 0-2 0,0 0 0 16,0 0 0-16,0 0 0 15,0 0 0-15,0 0 0 16,0 0 0-16,0 0 0 0,0 0 0 15,0 0 0-15,0 0 0 16,0 0 0-16,0 0-2 16,0 0-12-16,0 0-7 15,0-10-24-15,0 10-41 0,0 0-1 16</inkml:trace>
  <inkml:trace contextRef="#ctx0" brushRef="#br3" timeOffset="-170879.63">9965 15705 293 0,'0'0'7'0,"0"0"4"0,0 0 2 0,0 0 0 0,0 0 1 16,0 0 0-16,0 0-1 15,0 0 3-15,0 0-6 16,0 0-4-16,5 0-1 0,7 0 1 16,1 0 1-16,-1-4 0 15,8-1 1-15,-1-5-1 16,4 3-1-16,-3-4 0 15,2 4 0-15,-4 0-2 16,-4 1 0-16,-1 1 0 0,-3 0 0 16,-10 5-1-16,7-2 1 15,-7 2 1-15,0 0-1 16,0 0 0-16,0 0 0 16,0 0-1-16,0 0-3 0,6 12 0 15,-6-2 0-15,2 8 0 16,-2-1 0-16,3 5 0 15,-1 3 0-15,3 8 0 16,-3-4 0-16,1 3 0 0,1 1 0 16,-1-7 0-16,3-1 0 15,-1 0 0-15,-3-7 0 16,3-3 0-16,-3-8 0 0,-2-7 0 16,12 3-49-16,-12-3-36 15,16-13-3-15</inkml:trace>
  <inkml:trace contextRef="#ctx0" brushRef="#br3" timeOffset="-165962.99">10067 14534 358 0,'0'0'5'0,"0"0"6"0,0 0 1 0,0 0 1 0,0 0 1 15,0 0 0-15,0 0 1 16,0 0 0-16,9-3-4 15,-9 3-4-15,0 0-1 16,5 8-2-16,1 1 0 0,-1 1 0 16,2 3-1-16,5 2 0 15,-1 0 0-15,-2-1-1 16,3 1 0-16,1 2-1 16,-1-2 0-16,1 0 0 15,-5-1-1-15,1 0 2 0,-1 0-2 16,2 1 0-16,-3 0 0 15,0-2 0-15,-2-1 0 16,3 0 0-16,-3 1 0 0,0-3 0 16,-3-3 0-16,-2-7 0 15,5 15 0-15,-5-15 0 16,3 10 0-16,-3-10 0 16,0 10 0-16,0-10 0 0,0 0 0 15,0 0 0-15,0 0 0 16,0 0 0-16,0 0 0 15,0 0 0-15,0 0 0 16,0 0 0-16,0 7 0 0,0-7 0 16,0 0 0-16,0 0 0 15,0 0 0-15,0 0 0 16,0 0 0-16,0 0 0 16,0-4 0-16,0 4 0 15,0-11 0-15,0 11 0 0,-3-12 0 16,3 12 0-16,-5-13 0 15,5 13 0-15,0-16 0 16,-2 3 0-16,2 3 0 0,-2-3 0 16,-1 4 0-16,1-4 0 15,-1-2 0-15,-1 2 0 16,0 5 0-16,2-5 0 16,-3 1 0-16,0 1 0 15,0-1 0-15,-2 2 0 0,-1 0 0 16,8 10 0-16,-12-15 0 15,12 15 0-15,-12-11 0 16,12 11 0-16,-13-16 0 16,13 16 0-16,-17-12 0 0,17 12 0 15,-15-13 0-15,7 6 0 16,8 7 0-16,-17-10 0 16,17 10 0-16,-17-10 0 15,17 10 0-15,-16-10 0 0,9 8 0 16,7 2 0-16,-14-6 0 15,14 6 0-15,-18-4 0 16,8 1 0-16,2 0 0 16,-2 3 0-16,3-2 0 0,-2 2 0 15,-2 0 0-15,-1 0 0 16,2 0 0-16,-3 0 0 16,4 0 0-16,-2 2 0 0,1-2 0 15,1 3 0-15,-1 0 0 16,0 0 0-16,0-2 0 15,3 2 0-15,-4 2 0 16,4 0 0-16,-5 0 0 16,12-5 0-16,-15 10 0 15,15-10 0-15,-17 12 0 0,17-12 0 16,-16 13 0-16,16-13 0 16,-12 10 0-16,12-10 0 15,-15 13 0-15,15-13 0 0,-17 14 0 16,17-14 0-16,-15 15 0 15,15-15 0-15,-12 17 0 16,1-7 0-16,1 2 0 16,3 1 0-16,0-3 0 0,-1 0 0 15,0 1 0-15,-1 2 0 16,2 2 0-16,-2 0 0 16,5-2 0-16,-4 1 0 0,1 2 0 15,-1 0 0-15,3-3 0 16,-2 2 0-16,0 0 0 15,2-4 0-15,-3 3 0 16,3-3 0-16,0 2 0 16,0-1 0-16,1 1 0 0,0-1 0 15,0-1 0-15,1 1 0 16,0-2 0-16,1 0 0 16,0-1 0-16,-1 1 0 15,1-3 0-15,2 6 0 0,-3-5 0 16,1 2 0-16,2 2 0 15,-2-3 0-15,-6 2 0 16,5-2 0-16,1 7 0 16,-3-7 0-16,0 7 0 0,2-8 0 15,1 6 0-15,-3 0 0 16,3 0 0-16,0-3 0 16,-4 1 0-16,3 4 0 0,1-4 0 15,0-1 0-15,-1 0 0 16,0 2 0-16,3-1 0 15,-2 0 0-15,0 1 0 16,0-1 0-16,-1 3 0 16,3-3 0-16,-2 1 0 0,-1 1 0 15,0-1 0-15,1 2 0 16,-1-3 0-16,1 1 0 16,-1-1 0-16,1 3 0 15,2-1 0-15,-2-1 0 0,-1 2 0 16,3 0 0-16,-2 0 0 15,2-1 0-15,-3-1 0 16,3-1 0-16,0 3 0 0,0 0 0 16,0-2 0-16,0-1 0 15,0 3 0-15,0-1 0 16,3-1 0-16,-1 2 0 16,1-3 0-16,-1 1 0 15,0 2 0-15,3-5 0 16,0 2 0-16,1 0 0 0,-4-2 0 15,3 3 0-15,-1-4 0 16,-1 1 0-16,2 2 0 16,-3-2 0-16,7 3 0 15,-5-4 0-15,-1 4 0 0,1-3 0 16,1 0 0-16,3 0 0 16,-6 0 0-16,9-1 0 15,-11-9 0-15,7 16 0 0,-7-16 0 16,12 12 0-16,-12-12 0 15,15 15 0-15,-15-15 0 16,15 10 0-16,-15-10 0 16,15 10 0-16,-15-10 0 15,15 6 0-15,-15-6 0 0,15 6 0 16,-15-6 0-16,14 5 0 16,-14-5 0-16,18 3 0 15,-8 0 0-15,1-3 0 16,-4 4 0-16,-7-4 0 0,17 4 0 15,-17-4 0-15,17 6 0 16,-17-6 0-16,12 3 0 16,-12-3 0-16,16 0 0 0,-16 0 0 15,14 4 0-15,-3-2 0 16,-11-2 0-16,14 0 0 16,-14 0 0-16,13 8 0 15,-13-8 0-15,12 8 0 16,-12-8 0-16,12 2 0 0,-12-2 0 15,11 5 0-15,-11-5 0 16,14 5 0-16,-14-5 0 16,10 0 0-16,-10 0 0 15,13 5 0-15,-13-5 0 0,7 2 0 16,-7-2 0-16,0 0 0 16,10 3 0-16,-10-3 0 15,0 0 0-15,10 5 0 16,-10-5 0-16,0 0 0 0,12 3 0 15,-12-3 0-15,0 0 0 16,0 0 0-16,0 0 0 16,10 7 0-16,-10-7 0 0,0 0 0 15,0 0 0-15,0 0 0 16,11 4 0-16,-11-4 0 16,0 0 0-16,9 3 0 15,-9-3 0-15,0 0 0 0,16 3 0 16,-16-3 0-16,7 0 0 15,-7 0 0-15,10 0 0 16,-10 0 0-16,9-6 0 16,-9 6 0-16,13-7 0 15,-13 7 0-15,17-12 0 0,-17 12 0 16,13-13 0-16,-6 4 0 16,-7 9 0-16,16-20 0 15,-11 9 0-15,2 3 0 16,0 0 0-16,0-1 0 0,-1-2 0 15,-1 3 0-15,0-2 0 16,-5 10 0-16,9-15 0 16,-9 15 0-16,8-14 0 0,-8 14 0 15,8-16 0-15,-8 16 0 16,7-14 0-16,-7 14 0 16,7-18 0-16,-2 9 0 15,-3-1 0-15,4 2 0 16,-1-2 0-16,0 3 0 0,-3-3 0 15,0-1 0-15,1 1 0 16,-1 3 0-16,1 1 0 16,-1-4 0-16,4 0 0 0,-4-1 0 15,-2 3 0-15,0 8 0 16,5-17 0-16,-5 10 0 16,0 7 0-16,5-18 0 15,-5 18 0-15,2-11 0 16,-2 11 0-16,3-10 0 0,-3 10 0 15,0 0 0-15,0 0 0 16,0 0 0-16,0 0 0 16,0 0 0-16,4-8 0 0,-4 8 0 15,0 0 0-15,0 0 0 16,0 0 0-16,0 0 0 16,0 0 0-16,0 0 0 15,0 8 0-15,0-8 0 16,0 13 0-16,0-13 0 0,-4 19 0 15,-1-6 0-15,3-1 0 16,-3 2 0-16,-2 1 0 16,-2 1 0-16,2 1 0 15,-3 0 0-15,2 0 0 0,-4 1 0 16,4-3 0-16,-4 0 0 16,2-1 0-16,-2 1 0 15,4-2 0-15,-1-1 0 16,-3 0 0-16,4 1 0 0,-5-3 0 15,6 0 0-15,-6-3 0 16,13-7 0-16,-12 10 0 16,12-10 0-16,-12 7 0 0,12-7 0 15,-13 6 0-15,13-6 0 16,-12 6 0-16,12-6 0 16,-13 8 0-16,13-8 0 15,-17 8 0-15,17-8 0 16,-15 9 0-16,5-1 0 0,-2-6 0 15,12-2 0-15,-15 12 0 16,5-6 0-16,3-2 0 16,-4 2 0-16,2-1 0 15,9-5 0-15,-16 7 0 0,16-7 0 16,-19 7 0-16,19-7 0 16,-16 6 0-16,16-6 0 15,-12 4 0-15,3-1 0 0,-2-1 0 16,2-2 0-16,-1 3 0 15,-1-3 0-15,2 0 0 16,-3 0 0-16,-4 0 0 16,7 0 0-16,-2-3 0 15,-1 1 0-15,0-1 0 0,-1-1 0 16,6 1 0-16,-5 0 0 16,1-1 0-16,-1-2 0 15,0 2 0-15,4-1 0 16,-4-4 0-16,5 5 0 15,-4-5 0-15,-1-1 0 0,5 2 0 16,-4-5 0-16,1 3 0 16,1-5 0-16,1 7 0 15,-2-9 0-15,3 9 0 16,2-8 0-16,-3-1 0 0,3 2 0 16,0-3 0-16,3-2 0 15,-3-1 0-15,3-2 0 0,-1-2 0 16,1 3 0-16,2-3 0 15,-5 2 0-15,5-1 0 16,-3 0 0-16,3-3 0 16,0 2 0-16,0-2 0 15,0-1 0-15,0 1 0 0,0 0 0 16,3 0 0-16,-3-1 0 16,3 0 0-16,1 3 0 15,-1 1 0-15,4 4 0 16,-7-2-14-16,5-6-56 0,5 7-19 15,0-11-6-15</inkml:trace>
  <inkml:trace contextRef="#ctx0" brushRef="#br3" timeOffset="-163479.89">14104 15071 331 0,'0'0'6'0,"0"0"5"0,0 0 2 0,-9-3 3 16,9 3 2-16,-13 0 1 16,13 0 1-16,-17-2 1 0,10 2-6 15,7 0-4-15,-18 0-3 16,18 0-2-16,-10 2-2 15,10-2-1-15,0 13 0 16,0-13-1-16,19 12 2 0,2-7-4 16,4 3 0-16,5-6 0 15,9 1 0-15,3-3 0 16,6 0 0-16,-2-3 0 16,4 1 0-16,-1-6 0 0,-3 3 0 15,-7-2 0-15,-3 2 0 16,-6 1 0-16,-6 1 0 15,-7 0 0-15,-5 3 0 16,-12 0 0-16,0 0 0 0,0 0 0 16,-12 0 0-16,-5 6 0 15,-5-4 0-15,-5 3 0 16,-6-1 0-16,-5 1 0 16,-4 0 0-16,1 1 0 0,0-2 0 15,2-1 0-15,-3-1 0 16,1-2 0-16,4 3 0 15,7-3 0-15,3 0 0 16,5 0 0-16,4-3 0 16,6 3 0-16,2-2 0 0,10 2 0 15,0 0 0-15,0 0 0 16,0 0 0-16,0 0 0 16,13 0 0-16,-1 0 0 0,1 0-5 15,6 0-16-15,-3 0-18 16,-4 0-48-16,5 0-1 15</inkml:trace>
  <inkml:trace contextRef="#ctx0" brushRef="#br3" timeOffset="-162863.22">14030 15071 345 0,'0'0'5'0,"0"0"4"0,0 0 3 0,-8-5 3 16,8 5 1-16,0 0 1 16,-7-9 2-16,7 9-1 0,0-14-3 15,0 14-3-15,13-16-2 16,-4 1-2-16,12-3 0 16,0-4-6-16,6-3-2 15,4-4 0-15,6 1 0 0,-3-1 0 16,2 1 0-16,-4 6 0 15,-4 2 0-15,-7 8 0 16,-5 2 0-16,-4 3 0 16,-12 7 0-16,0 0 0 0,0 7 0 15,-5 3 0-15,-10 7 0 16,-7 1 0-16,-3 6 0 16,-10 6 0-16,-4 6 0 15,-7-3 0-15,5 2 0 0,-5 1 0 16,4-5 0-16,3-2 0 15,3-6 0-15,12-3 0 16,2-8 0-16,6-4 0 16,4-3 0-16,12-5 0 15,0 0 0-15,0 0 0 0,0 0 0 16,12 0 0-16,1-3 0 16,-1 1 0-16,6 2 0 15,-1 0 0-15,5 0 0 0,6 5 0 16,-1 2 0-16,6 5 0 15,-1 5 0-15,5 4 0 16,3 4 0-16,2 2 0 16,0 0 0-16,1 0 0 0,-4 3 0 15,-1-5 0-15,-6-3 0 16,0-2 0-16,-5-4 0 16,-4-2 0-16,-4-4 0 15,-6-6 0-15,2 4 0 0,-2-6-81 16,-13-2-10-16</inkml:trace>
  <inkml:trace contextRef="#ctx0" brushRef="#br3" timeOffset="-150879.78">9917 16684 420 0,'0'0'5'0,"0"0"2"0,5-10 3 0,-5 10 2 0,0 0 2 0,5-7-1 0,-5 7 0 0,0 0 1 15,4 7-11-15,-4 11-3 16,0 8 0-16,0 4 0 16,-4 9 0-16,2 1 0 15,-1 10 0-15,-2-3 0 0,1-3 0 16,-1-1 0-16,0-3 0 15,0-5 0-15,-3-11 0 16,6-3 0-16,-6-7 0 16,8-14 0-16,-12 10 0 15,12-10 0-15,-13-15 0 0,9-7 0 16,1-4 0-16,-2-11 0 16,5-7 0-16,0-3 0 15,0-5 0-15,5-2 0 0,2 0 0 16,1 1 0-16,5 3 0 15,1 8 0-15,1 6 0 16,7 11 0-16,-2 2 0 16,8 6 0-16,-1 9 0 0,5 4 0 15,-4 4 0-15,2 0 0 16,1 6 0-16,-5 7 0 16,-2 5 0-16,-8 1 0 0,-5 3 0 15,-8 3 0-15,-3 0 0 16,-10-2 0-16,-10 1 0 15,-2-2 0-15,-7-4 0 16,-6 0 0-16,5-7 0 16,-2 0 0-16,4-4 0 0,6-4 0 15,4-2 0-15,6-1 0 16,12 0 0-16,0 0 0 16,10 6 0-16,5-3 0 15,8 6 0-15,1 4 0 0,5 2 0 16,1 1 0-16,3 8 0 15,-1-3 0-15,-5 4 0 16,1 3 0-16,-3-4 0 16,-5 3 0-16,-6-5 0 0,2-2 0 15,-7-2 0-15,1-3 0 16,-5-5 0-16,-5-10 0 16,0 0-42-16,23 7-47 15,-23-7-2-15</inkml:trace>
  <inkml:trace contextRef="#ctx0" brushRef="#br3" timeOffset="-150079.02">10552 16877 412 0,'0'0'7'0,"0"0"3"0,0 0 2 16,0 0 2-16,0 0 0 15,0 0 1-15,0 0 0 0,-9 4-3 16,-3 7-12-16,3 1 0 16,-4 8 0-16,3 5 0 15,0 2 0-15,2 1 0 16,3 1 0-16,5-1 0 0,5-3 0 16,7-9 0-16,6 0 0 15,2-7 0-15,10-6 0 16,-5-3 0-16,7-7 0 0,1-4 0 15,-3-6 0-15,-5 1 0 16,-4-5 0-16,-5-1 0 16,-9-1 0-16,-7 3 0 15,0-1 0-15,-12 0 0 16,-11 1 0-16,3 4 0 16,-10 0 0-16,0 4 0 0,-2 6 0 15,2 5 0-15,-2 1 0 16,5 1 0-16,6 5 0 15,4 5 0-15,3-7 0 0,14-4-60 16,0 0-30-16,7 4-2 16</inkml:trace>
  <inkml:trace contextRef="#ctx0" brushRef="#br3" timeOffset="-149679.53">11018 16580 458 0,'0'0'4'0,"0"0"3"0,0 0 2 0,0 0 0 15,0 0 2-15,0 0-1 0,0 0-7 16,-9 3-3-16,3 12 0 15,-1 10 0-15,-3 4 0 16,3 11 0-16,-6 4 0 0,3 10 0 16,1 1 0-16,-2-2 0 15,6-4 0-15,3-3 0 16,2-1 0-16,0-13 0 16,5-2 0-16,8-7 0 15,1-9 0-15,6-3 0 0,2-7 0 16,3-4 0-16,3-3 0 15,-1-6 0-15,0-1 0 16,-2-2 0-16,-3-4 0 16,-2 4 0-16,-12 1-49 0,2-7-41 15,-7 2-1-15</inkml:trace>
  <inkml:trace contextRef="#ctx0" brushRef="#br3" timeOffset="-149413.02">10814 16823 439 0,'0'0'3'0,"0"0"4"16,0 0 1-16,5 0 2 16,6 0 1-16,1 0 0 15,8 0 1-15,5 0-2 16,1-5-10-16,10 5 0 0,1-3 0 15,0 3 0-15,0-3 0 16,0 3 0-16,-7 0 0 16,0 0 0-16,-10-1-30 0,-20 1-56 15,23-6-4-15</inkml:trace>
  <inkml:trace contextRef="#ctx0" brushRef="#br3" timeOffset="-148429.71">11497 16821 379 0,'0'0'8'0,"0"0"2"0,0 0 3 0,0 0 2 15,11-13 0-15,-11 13 0 16,7-7 2-16,-7 7-1 0,14-11-5 16,-3 11-4-16,1 0-2 15,4 3-5-15,1 5 0 16,0-1 0-16,0 6 0 16,3 1 0-16,-8 3 0 0,-1 4 0 15,-4-2 0-15,-7 4 0 16,-4 1 0-16,-10 1 0 15,-2-3 0-15,-9-2 0 0,-4 3 0 16,3-7 0-16,-2 0 0 16,7-7 0-16,0-4 0 15,7-5 0-15,3-2 0 16,11-9 0-16,5-3 0 0,11-8 0 16,9-8 0-16,2 1 0 15,5-4 0-15,1 1 0 16,6 0 0-16,-7 2 0 15,1 2 0-15,-6 6 0 16,-4 5 0-16,-7 5 0 16,-2 2 0-16,-7 7 0 0,-7 3 0 15,5 8 0-15,-5 9 0 16,-3 0 0-16,-4 8 0 16,0 5 0-16,1 2 0 0,1 0 0 15,3 1 0-15,2-7 0 16,2-2 0-16,9-5 0 15,3-1 0-15,6-9 0 0,10-4 0 16,0 0 0-16,-1-10 0 16,16-7-51-16,-10 4-39 15</inkml:trace>
  <inkml:trace contextRef="#ctx0" brushRef="#br3" timeOffset="-148078.27">12375 16434 466 0,'0'0'5'0,"0"0"2"0,0 0 1 0,0 0 0 16,-2 9 1-16,-6 7-1 16,-2 13-8-16,-7 9 0 15,-6 11 0-15,1 10 0 0,-3 8 0 16,3 11 0-16,4-2 0 16,6 3 0-16,5-7 0 15,7-35 0-15,0 0 0 0,7-2 0 16,3-1 0-16,5-2 0 15,2-4 0-15,8-1-8 16,3-4-83-16,-1-9 1 16</inkml:trace>
  <inkml:trace contextRef="#ctx0" brushRef="#br3" timeOffset="-147462.99">12745 16664 448 0,'0'0'6'0,"0"-10"0"0,0 10 2 0,-7-14 1 0,7 14 1 0,-18-10-1 16,4 4 1-16,-4 6-5 15,-2 3-5-15,1 4 0 0,-4 6 0 16,6-1 0-16,-1 3 0 16,9 0 0-16,3 0 0 15,3-2 0-15,9-4 0 16,6-2 0-16,6-2 0 16,1-2 0-16,4-3 0 15,2-5 0-15,0-5 0 0,-3-3 0 16,-2-1 0-16,-6-1 0 15,2 3 0-15,-7 2 0 16,-1 0 0-16,-8 10 0 0,0 0 0 16,0 0 0-16,3 17 0 15,-3 1 0-15,-3 8 0 16,-2 4 0-16,2 7 0 16,-4 1 0-16,5 2 0 0,-1 0 0 15,1-4 0-15,0-2 0 16,2-1 0-16,0-8 0 15,0-13-41-15,2 1-49 16,-2-13-3-16</inkml:trace>
  <inkml:trace contextRef="#ctx0" brushRef="#br3" timeOffset="-147113.21">13031 16701 478 0,'0'0'3'0,"0"0"1"0,0 8 2 15,0 1 1-15,-5 6 0 16,-5 8-1-16,-3 4-6 16,4 8 0-16,-9 5 0 0,3 0 0 15,8 1 0-15,2-4 0 16,5-2 0-16,8-5 0 16,14-10 0-16,2-8 0 15,9-10 0-15,5-2 0 0,6-13 0 16,-5-1 0-16,-1-8 0 15,-1-6 0-15,-11 4 0 16,-12-6 0-16,-4-2 0 16,-10 4 0-16,-15-1 0 15,-5 1 0-15,-8 9 0 0,-9 7 0 16,-2 3 0-16,2 5 0 16,-4 4 0-16,9 4 0 15,0-1 0-15,2 5-84 16,16-2-8-16</inkml:trace>
  <inkml:trace contextRef="#ctx0" brushRef="#br3" timeOffset="-146813.77">13421 16392 503 0,'0'0'1'0,"0"0"2"16,0 0 1-16,0 5-4 15,7 4 0-15,1 7 0 0,9 5 0 16,-1 7 0-16,13 6 0 16,1 9 0-16,-1 7 0 15,4 4 0-15,-1 3 0 16,-7 5 0-16,-2-3 0 16,-14 9 0-16,-4-12 0 0,-7 1 0 15,-10 0 0-15,-6-30 0 16,3 1 0-16,-7-2 0 15,-3 2 0-15,-2-3 0 16,0-1 0-16,4-7-10 0,0 3-82 16,1-7-1-16</inkml:trace>
  <inkml:trace contextRef="#ctx0" brushRef="#br3" timeOffset="-141379.74">6526 10746 215 0,'0'0'4'0,"0"0"2"15,0 0 2-15,0 0 2 0,0 0 2 16,0 0 4-16,0 0 3 16,0 0 2-16,-10 0-2 15,10 0-1-15,0 0-1 16,0 0-3-16,0 0 0 0,0 0-4 16,0 0-4-16,0 0 0 15,0 0-2-15,0 0 0 16,5 0-1-16,-5 0 1 0,14 0 0 15,-3 0 1-15,1 0 0 16,0 0 0-16,5-3 0 16,2 3-1-16,-2 0 0 15,3 0-1-15,-1-2 0 0,4 2-1 16,-3 0 0-16,3 0-1 16,-2 0 0-16,0 0 0 15,1 2 0-15,0-2 0 16,0 3 0-16,-1-3 0 15,4 3-1-15,-6-1 1 0,4-2-1 16,-3 0 1-16,1 0-1 16,1 2 0-16,-1-2 1 15,-1 0-1-15,2 0 0 16,1 0 1-16,-2 0-1 0,0 0 1 16,-1 0 0-16,3 0-1 15,-2 0 0-15,-2 0 0 16,3 0 0-16,-3 0 1 0,-1 0-1 15,1 0 0-15,1 0 0 16,3 0 0-16,-4 0 0 16,4 3 1-16,2-3-1 15,0 0 0-15,2 2 0 0,0-2 1 16,0 3-1-16,1 0 0 16,-3-3 1-16,2 2-1 15,1 0 0-15,-1 1 1 16,0-3-1-16,1 3 0 15,-2-3 1-15,2 0-1 0,2 0 0 16,-3 0 0-16,3 0 1 16,-5 0-1-16,2 0 0 15,1 0 0-15,2 0 1 16,-3 0-1-16,0 0 1 0,2 0 0 16,-1 0 0-16,-1 0 0 15,1 0 0-15,4 0 0 16,-6 0 0-16,3 0 0 0,-2 0-1 15,3-3 0-15,0 3 1 16,-3-3-1-16,3-1 0 16,0 4 1-16,0-3-1 15,-4 0 0-15,2 1 0 0,-1-1 0 16,-2 3 1-16,3-2-1 16,-3 0 1-16,0-1-1 15,-6 3 0-15,1-3 1 16,-3 3-1-16,3-2 1 0,-5-1-1 15,-2 3 0-15,-1 0 0 16,-1 0 0-16,-11 0 1 16,14-1-1-16,-14 1 0 15,7 0 1-15,-7 0-1 16,0 0 0-16,0 0 0 0,0 0 2 16,0 0-2-16,0 0 0 15,0 0 0-15,0 0 0 16,0 0 0-16,0 0 0 0,0 0 0 15,0 0 0-15,0 0 0 16,0 0 0-16,0 0 0 16,0 0 0-16,0 0-4 15,0 0-4-15,3 6-10 0,-6 17-46 16,3-23-22 0,0 0-2-1</inkml:trace>
  <inkml:trace contextRef="#ctx0" brushRef="#br3" timeOffset="-140879.91">8574 10568 390 0,'0'0'5'0,"0"0"2"0,0 0 2 16,0 0-1-16,0 0 1 15,0 0 1-15,0 0 1 0,0 0 1 16,0 0-5-16,7 2-1 16,5 3-2-16,4 5 2 15,0 0-1-15,7 0-1 16,2 3 0-16,-3-2-1 0,3 3 0 15,-3-3 0-15,1-1-1 16,-6 0-1-16,1 3 1 16,-6-1-2-16,-5 1 0 15,1-1 0-15,-5 1 0 16,-3-1 0-16,-3 3 0 0,-5 2 0 16,-4 2 0-16,-5 1 0 15,-3 0 0-15,-5 2 0 16,0-2 0-16,-5-1 0 15,5 2 0-15,-2-4 0 0,5-2 0 16,4-2 0-16,4-2 0 16,0 0 0-16,5-1 0 15,9-10 0-15,-12 15 0 0,12-15 0 16,-3 14 0-16,3-14 0 16,-2 8 0-16,2-8 0 15,7-3-68-15,-7 3-22 16</inkml:trace>
  <inkml:trace contextRef="#ctx0" brushRef="#br3" timeOffset="-140413.09">9326 10521 426 0,'0'0'6'0,"0"0"4"0,0-13 1 0,0 13 2 0,0-7 0 16,0 7 0-16,0 0 0 16,0 0-7-16,-9 0-6 15,-2 12 0-15,1 7 0 16,-7 5 0-16,0 5 0 0,-1 1 0 16,-1 2 0-16,-1 0 0 15,2 2 0-15,-2-4 0 16,3-2 0-16,0 0 0 0,1-9 0 15,4 0 0-15,-3-3 0 16,3-1 0-16,5-8 0 16,7-7 0-16,-13 9-5 15,13-9-18-15,-5-9-61 0,5 9-6 16</inkml:trace>
  <inkml:trace contextRef="#ctx0" brushRef="#br3" timeOffset="-139997.21">9090 10535 393 0,'0'0'6'0,"0"0"4"16,0 0 2-16,0 0 2 0,0 0-1 15,8-10 0-15,-8 10 1 16,0 0-1-16,7 6-5 15,-2 9-3-15,0-1-2 16,5 6-1-16,5 5 0 0,-1 2 1 16,7 3-3-16,1-3 0 15,6 3 0-15,-1-3 0 16,0-2 0-16,0 0 0 0,-2-6 0 16,3-3 0-16,-6-2 0 15,-5-2 0-15,-2-1 0 16,-3-7 0-16,-12-4 0 15,14 4 0-15,-14-4 0 0,0 0 0 16,0 0 0-16,0 0 0 16,0 0 0-16,0 0 0 15,0 0 0-15,0 0 0 0,0 0 0 16,0 0 0-16,0 0 0 16,0 0 0-16,12 11-80 15,-12-11-13-15</inkml:trace>
  <inkml:trace contextRef="#ctx0" brushRef="#br3" timeOffset="-135894.24">6533 10706 293 0,'0'0'6'0,"0"0"0"0,0 0 2 15,0 0 3-15,0 0 0 16,0 0 2-16,0 0 2 0,0 0 3 15,0 0-3-15,0 0-2 16,0 0 0-16,0 0-1 16,0-7-1-16,0 7-1 15,0-10-1-15,0 10-1 0,0-17-1 16,0 4-1-16,0-2 0 16,0 0-1-16,0-5 1 15,0-2-1-15,0-3-1 16,0 1-4-16,0-3 0 0,0-3 0 15,0-2 0-15,0 4 0 16,-2-6 0-16,2 4 0 16,-3-2 0-16,1 2 0 15,0 0 0-15,2 1 0 0,0 4 0 16,0-5 0-16,0 6 0 16,0-1 0-16,0 2 0 15,0 1 0-15,0 0 0 0,0 0 0 16,0-1 0-16,0 3 0 15,0 1 0-15,0-1 0 16,0-3 0-16,0 3 0 16,0 1 0-16,-3 2 0 0,1-3 0 15,2 5 0-15,0-6 0 16,0 5 0-16,0-7 0 16,0 8 0-16,0-7 0 15,0 4 0-15,-3 1 0 16,3-2 0-16,-2 4 0 0,0-5 0 15,2 3 0-15,-4-1 0 16,2 1 0-16,2 0 0 16,0-1 0-16,-3-2 0 15,3 3 0-15,0-1 0 0,0 4 0 16,0-3 0-16,0 3 0 16,0-3 0-16,0 3 0 15,0-1 0-15,0 0 0 0,0-2 0 16,0 0 0-16,0 0 0 15,0-1 0-15,0-2 0 16,0 5 0-16,0-2 0 0,0-3 0 16,0 3 0-16,-2 2 0 15,2 0 0-15,-2-3 0 16,2 2 0-16,-3 0 0 16,1-2 0-16,2 4 0 15,-3-1 0-15,1-2 0 16,0 2 0-16,-1 0 0 0,1 1 0 15,2 1 0-15,-4 1 0 16,4-4 0-16,-2 7 0 16,2-1 0-16,-3-3 0 15,3 4 0-15,0-4 0 0,0 4 0 16,-2-4 0-16,2 3 0 16,0-2 0-16,-2 2 0 15,2-5 0-15,0 5 0 0,0-1 0 16,0 0 0-16,0 1 0 15,0-2 0-15,0-1 0 16,-3 3 0-16,3-3 0 0,0 6 0 16,-2-3 0-16,2 10 0 15,0-14 0-15,0 14 0 16,0 0 0-16,-3-8 0 16,3 8 0-16,0 0 0 15,0 0 0-15,0 0 0 0,-4 8 0 16,-1 2 0-16,-3 4 0 15,3 1 0-15,-7 5 0 16,-1 7 0-16,-2-2 0 16,-2 2 0-16,0 0 0 0,-1 1 0 15,-1-2 0-15,1-3 0 16,0 2 0-16,4-7 0 16,4-4 0-16,2-1 0 15,3-6 0-15,5-7 0 0,-7 15 0 16,7-15 0-16,0 0 0 15,0 0 0-15,0 0 0 16,0 0 0-16,2-12 0 16,5-1 0-16,2-2 0 0,-2-2 0 15,5-8 0-15,1 1 0 16,1-6 0-16,2 5 0 16,-2-2 0-16,1-1 0 15,-2 6 0-15,-1 0 0 0,-4 4 0 16,1 6 0-16,-1-1 0 15,-8 13 0-15,7-9 0 16,-7 9 0-16,0 0 0 16,13 0 0-16,-13 0 0 0,17 9 0 15,-4 4 0-15,1 4 0 16,2 6 0-16,3-1 0 16,1 6 0-16,5 1 0 15,-2-2 0-15,-4 2 0 0,6-4 0 16,-7-2 0-16,1-1 0 15,1-6 0-15,-5-2 0 16,-2-2 0-16,-1-1 0 16,-3-4 0-16,-9-7 0 0,13 7 0 15,-13-7 0-15,0 0 0 16,3-7 0-16,-3-6-30 16,-5-4-61-16,-6-10-4 0</inkml:trace>
  <inkml:trace contextRef="#ctx0" brushRef="#br3" timeOffset="-135363.02">6156 8053 433 0,'0'0'5'0,"0"0"0"0,0 0 1 0,0 0 1 0,7 0 1 16,-7 0 2-16,18 8 0 16,-4-1 1-16,4 0-3 15,7 3 0-15,3 4-8 0,1 0 0 16,4 1 0-16,-1 0 0 16,-2-1 0-16,2 4 0 15,-8-7 0-15,3 4 0 0,-6 1 0 16,-1-4 0-16,-3-2 0 15,-4 0 0-15,-1-3 0 16,-3-1 0-16,-9-6 0 16,13 4 0-16,-13-4 0 15,0 0 0-15,0 0 0 0,0 0 0 16,0 0 0-16,0 0 0 16,0-4 0-16,0 4 0 15,-13-6-50-15,4-1-40 16,2-3-2-16</inkml:trace>
  <inkml:trace contextRef="#ctx0" brushRef="#br3" timeOffset="-135011.87">6558 7868 452 0,'0'0'5'0,"0"0"2"0,0 0 2 16,0 0-1-16,0 0 1 15,0 0 0-15,3 7 1 0,-3 8-8 16,2 6-2-16,0 12 0 16,1 7 0-16,-1 7 0 15,2 3 0-15,0 7 0 16,-4-6 0-16,3 4 0 0,-1-2 0 15,-2-9 0-15,3-3 0 16,-3-3 0-16,0-4 0 16,0-6 0-16,0-9 0 0,0 2 0 15,0-12 0-15,1 1 0 16,-1-10 0-16,0 8 0 16,0-8-58-16,0 0-32 15</inkml:trace>
  <inkml:trace contextRef="#ctx0" brushRef="#br3" timeOffset="-121729.52">277 17174 247 0,'0'0'6'0,"0"0"-1"0,0 0 3 0,0 0 3 15,0 0 1-15,-3 15 2 16,3-5 1-16,0 0 1 15,0 0-6-15,0 5 1 16,0 2-1-16,0 0-3 0,3 1-2 16,2 7 1-16,-1 0-2 15,2-3 0-15,1 5 0 16,1 0-1-16,-1 5 1 16,4-4-1-16,-2 4 0 15,2 0-1-15,3 8 0 0,1-8-1 16,0 0 1-16,-15-32-2 15,19 33 0-15,4-1 0 16,-1-6 1-16,1 5-1 16,6-7 0-16,2 3 0 15,4-4 0-15,41 20 1 16,-31-27 0-16,2 1 0 0,8-4 0 16,2-1 0-16,3-4 0 15,4-1 1-15,6-3-2 16,0 2 2-16,9-6 0 15,2 2-1-15,2-2 0 16,4 0-1-16,2-2 1 0,6 0 0 16,-1-2 0-1,5 3 0-15,-2-4-1 0,5 0 1 16,0 0 0-16,0 0 1 16,0-3-2-16,2 1 1 15,0-1 1-15,6 1 0 16,2-3 0-16,-3 2 1 0,1-3 0 15,-2 3 1-15,5-2 0 16,-5-2-2-16,5-1 0 16,1 3 0-16,-3 0 0 15,6 1-1-15,-5-2 0 0,5-1-1 16,-1 3 1-16,-3 4-1 16,1-3 1-16,-3 5-1 15,-1 1 1-15,-3 2 0 0,-2 2-1 16,-6 4 0-16,-3-1 0 15,-4 7-2-15,0 2 2 16,-9 2-2-16,-4-2 1 16,-7 6-1-16,-5 3 1 15,-7-2 0-15,-3 4 1 16,-8 0 0-16,-3 0 0 16,-46-25 1-16,34 25 0 15,3 0-1-15,-9-3 0 0,-1 0 0 16,-4 1 0-16,-6-4 0 15,-17-19 0-15,22 25 0 16,-5-3 0-16,-17-22 0 16,0 0 1-16,0 0-1 15,11 9 0-15,-2-2 0 16,1-3 0-16,3 4-1 0,-3-11 1 16,3-5-1-16,-6 4 1 15,27-33 0-15,6-13 1 16,-13 28 0-16,-2-5 1 15,5-3-1-15,5 0 0 16,2-2 1-16,3 0-1 0,2 0 1 16,5-1-3-16,5 1 1 15,1 3 0-15,7-1 0 16,-1 0-1-16,3 5 1 16,5 0 0-16,0 0-1 0,3 6 1 15,5-6 0-15,-1 11 0 16,3-2-1-16,2 4 2 15,4-1-1-15,-1 6 0 16,2 2 1-16,3 3-1 16,0-1 0-16,5 0 0 0,-3 3 1 15,3 0-1-15,3 0 0 16,2 3 0-16,2 0 0 16,1 2 1-16,4 2-1 15,-3-1 0-15,4 0 0 0,2 0 0 16,0 1 0-16,2 0 0 15,3 1 0-15,-3-1 0 16,5 1 0-16,-4-4 1 0,4 5-1 16,0-5 0-16,-1 6 0 15,0-5 0-15,2 1 0 16,-2 0 0-16,2-1 0 16,-1 3 0-16,-1-4 1 15,0-1-1-15,-1 0 0 0,-2-1 0 16,1 0 0-16,2-2 0 15,-5 0 0-15,5 0 0 16,-4 0 0-16,0-2 0 16,1-3 0-16,-4 0 0 0,2 0 0 15,-4-3 0-15,-3 1 0 16,2-3 0-16,-7 1 1 16,1-1 0-16,-5-3 0 15,-2 1 0-15,-6-6 1 0,-5 3-1 16,-1-4 0-16,-9 1 0 15,1-4 0-15,-28 5 1 16,74-30 0-16,-18-3 1 16,-17 0-1-16,-16 1 0 0,-13 4 1 15,-10 6-1-15,-7 7 0 16,-15 12-2-16,-3 3 1 16,-6 4-2-16,-4 3-1 15,-7 10-5-15,0 0-14 0,0 0-61 16,0 0-3-16</inkml:trace>
  <inkml:trace contextRef="#ctx0" brushRef="#br3" timeOffset="-120946.78">7565 17883 460 0,'0'0'3'0,"0"0"1"0,0 0 2 16,0 0 0-16,0 0 1 16,0 0 0-16,0 0 1 15,0 0 2-15,0 0-10 16,0 7 0-16,0-2 0 16,0 52 0-16,0-35 0 15,-3 3 0-15,-1-2 0 0,0 6 0 16,-1 1 0-16,1-3 0 15,-4 6 0-15,6-4 0 16,-5 3-27-16,1 1-43 16,-1-1-16-16</inkml:trace>
  <inkml:trace contextRef="#ctx0" brushRef="#br3" timeOffset="-120579.64">7289 18091 391 0,'0'0'4'0,"0"0"1"16,0 0 4-16,0 0 1 15,-2-10 2-15,-1 0 1 16,1 0 1-16,-4-2 1 16,6 2-2-16,0-40 0 15,2 35-1-15,9-3-12 0,1 2 0 16,6-7 0-16,1 4 0 15,9-6 0-15,1 8 0 16,6-6 0-16,8 3 0 16,-1 3 0-16,1-3 0 0,1 6 0 15,0-4 0-15,1 5 0 16,0-1 0-16,-5 2 0 16,0 5 0-16,-8-2 0 0,-2 7 0 15,-5 2 0-15,-6 0 0 16,-4 2 0-16,-3 8 0 15,-7 0-17-15,-5-10-73 16,0 0-2-16</inkml:trace>
  <inkml:trace contextRef="#ctx0" brushRef="#br3" timeOffset="-120023.2">7977 18133 405 0,'0'0'4'0,"0"0"2"0,0 0 2 16,0 0 1-16,0 0 2 16,0 0 0-16,0 0 2 0,0 0-1 15,0 0-4-15,0 0-1 16,0 0-2-16,0 0-2 16,-2 0-1-16,-3 0-1 15,2-2 0-15,-1 0 0 16,-1-1 0-16,-1 3 0 15,-6 0-1-15,12 10 2 16,0 2-2-16,2 1 0 16,14-6 0-16,-7 0 0 0,1 1 0 15,29 11 0-15,-16-11 0 16,-23-8 0-16,23 0 0 16,-1-5 0-16,-22 5 0 15,0 0 0-15,5-13 0 16,0 1 0-16,0 0 0 15,2 2 0-15,-12-3 0 0,-2 1 0 16,0 2 0-16,-26-15 0 16,8 13 0-16,25 12 0 15,-22-5-3-15,-3 0-67 16,25 5-21-16</inkml:trace>
  <inkml:trace contextRef="#ctx0" brushRef="#br3" timeOffset="-119562.92">8233 17689 426 0,'0'0'6'16,"0"0"2"-16,0 0 3 0,0 0 2 0,0 0 2 0,2-8 1 16,-2 8 0-16,0 0-16 15,0 0 0-15,0 0 0 16,0 0 0-16,0 0 0 16,0 0 0-16,6 17 0 0,-6-9 0 15,0-8 0-15,0 0 0 16,0 0 0-16,2 13 0 15,-2-1 0-15,3 4 0 16,-1 23 0-16,3-8-62 16,-5-12-30-16</inkml:trace>
  <inkml:trace contextRef="#ctx0" brushRef="#br3" timeOffset="-113793.74">14037 16909 478 0,'0'0'4'0,"0"0"2"0,0 0 2 0,0 0 2 15,0 0-5-15,0 0-5 16,0 0 0-16,0 0 0 15,-7 0 0-15,7 0 0 16,0 0 0-16,0 0 0 0,0 10 0 16,0-10 0-16,0 0 0 15,12 8 0-15,-12-8 0 16,16 2 0-16,-16-2 0 0,14 0 0 16,-14 0 0-16,10 2 0 15,-10-2 0-15,0 0 0 16,0 0 0-16,0 0 0 15,-12 6 0-15,0-4 0 0,1 3 0 16,-3 2 0-16,1-2 0 16,5 0 0-16,-1 1 0 15,9-6-24-15,12 0-68 16</inkml:trace>
  <inkml:trace contextRef="#ctx0" brushRef="#br0" timeOffset="-90747.53">14458 16773 445 0,'0'0'4'0,"0"0"3"0,0 0 1 0,0 0 0 15,0 0 1-15,0 0 0 0,0 7 0 16,0 6 1-16,0 6-8 15,0 9-2-15,0 5 0 16,0 6 0-16,-4 5 0 16,-1 1 0-16,1 2 0 0,-1-5 0 15,0-5 0-15,-2-2 0 16,-1-10 0-16,3-6 0 16,-2-3 0-16,7-16 0 0,-9 7 0 15,9-7 0-15,-9-17 0 16,9-3 0-16,-3-7 0 15,3-11 0-15,0-2 0 16,3-6 0-16,-1-7 0 16,5 2 0-16,4 1 0 0,-1 3 0 15,7 5 0-15,0 2 0 16,3 13 0-16,6 5 0 16,3 6 0-16,-1 10 0 15,4 3 0-15,-4 6 0 0,4 7 0 16,-11 4 0-16,2 4 0 15,-5 4 0-15,-9 0 0 16,-6 3 0-16,-3-5 0 16,-12 5 0-16,-6-3 0 0,-5-3 0 15,-5-1 0-15,-6-3 0 16,2-3 0-16,0-2 0 16,4-5 0-16,7 0 0 15,0-3 0-15,12-2 0 0,9 0 0 16,0 0 0-16,9 0 0 15,9 3 0-15,4-1 0 16,3 6 0-16,5 2 0 16,0 4 0-16,4-4 0 0,-6 8 0 15,2-3 0-15,-8-1 0 16,1 2 0-16,-4-2 0 16,-1 1 0-16,-8-5 0 15,-1 0-23-15,4 0-62 0,-13-10-4 16</inkml:trace>
  <inkml:trace contextRef="#ctx0" brushRef="#br0" timeOffset="-90376.7">14950 16843 407 0,'0'0'6'0,"0"0"2"0,-6 9 2 0,-1 7 2 15,-2-3 0-15,1 8 0 0,-5 1 1 16,3 3 0-16,5 2-5 16,1-2-3-16,0-3-2 15,4-2-1-15,8-8-2 0,2-2 0 16,8-5 0-16,-1-5 0 16,8-2 0-16,0-5 0 15,0-6 0-15,-4-2 0 16,0-2 0-16,-5-1 0 0,-7 1 0 15,-2-5 0-15,-7 0 0 16,-12 2 0-16,-1 1 0 16,-10 1 0-16,2 8 0 15,-9 0 0-15,5 8 0 0,-5 2 0 16,7 7-7-16,2 5-46 16,8-2-36-16,3 1 0 15</inkml:trace>
  <inkml:trace contextRef="#ctx0" brushRef="#br0" timeOffset="-90080.9">15292 16619 476 0,'0'0'4'0,"0"0"3"16,0 0 1-16,0 0 0 0,3 5-2 15,-3-5-4-15,0 20-2 16,0 0 0-16,0 3 0 15,-5 8 0-15,-1 5 0 0,1 8 0 16,-2 1 0-16,-2-4 0 16,0 6 0-16,0-4 0 15,2-6 0-15,2-3 0 16,0-4 0-16,5-5 0 0,0-2 0 16,10-9 0-16,4-6 0 15,4-4 0-15,2-4 0 16,6-1 0-16,2-12 0 15,-1 1 0-15,-2 1-75 16,0-9-16-16</inkml:trace>
  <inkml:trace contextRef="#ctx0" brushRef="#br0" timeOffset="-89829.86">15212 16848 458 0,'0'0'4'0,"0"0"3"16,0 0 1-16,0 0 0 0,8-3 2 15,5 1 0-15,-1 2-4 16,8-3-6-16,3 3 0 16,1 0 0-16,5 0 0 15,-3 0 0-15,-1 3 0 0,-5-3 0 16,-1 2 0-16,-6-2 0 15,-1 3-19-15,-5 9-61 16,-7-12-9-16</inkml:trace>
  <inkml:trace contextRef="#ctx0" brushRef="#br0" timeOffset="-88947.04">15630 16860 443 0,'0'0'6'0,"0"0"1"0,0 0 3 0,0 0 0 0,0 0 1 15,0 0 0-15,0 0 0 0,0 0-9 16,0 0-2-16,0 0 0 16,15-2 0-16,3 2 0 15,3-3 0-15,4 0 0 16,5 1 0-16,0 2 0 0,2 0 0 16,-4 0 0-16,-3 0 0 15,-5 0 0-15,-8 5 0 16,-2 0 0-16,-8 5 0 0,-2 0 0 15,-7 2 0-15,-10 5 0 16,-8 3 0-16,0 0 0 16,-7 5 0-16,-3-3 0 15,0 3 0-15,3-3 0 16,2-3 0-16,8-1 0 0,4-3 0 16,6-2 0-16,7-3 0 15,5-3 0-15,0-7 0 16,22 6 0-16,-1-2 0 15,8-4 0-15,0 0 0 0,4-5 0 16,4 2 0 0,-3-4 0-16,2 5 0 0,-6-4 0 15,-8 2 0-15,-2 1 0 16,-8 0 0-16,-4 3 0 0,-8 0 0 16,0 0 0-16,5 8 0 15,-5-8 0-15,0 0 0 16,-8 13 0-16,8-13 0 0,-10 7 0 15,10-7 0-15,-5 15-72 16,5-15-19-16</inkml:trace>
  <inkml:trace contextRef="#ctx0" brushRef="#br0" timeOffset="-88563.18">16373 16504 478 0,'0'0'4'0,"0"0"2"0,0 0 1 16,0 0 1-16,0 0 0 15,0 0-8-15,0 8 0 0,-2 17 0 16,-11 8 0-16,-2 12 0 16,-3 9 0-16,-3 10 0 15,-2 8 0-15,1 4 0 16,1-1 0-16,5 0 0 16,11-41 0-16,0 6 0 0,-2-5 0 15,7 2 0-15,0-5 0 16,0 1 0-16,12-7 0 15,-5 2 0-15,7-6 0 16,2-4 0-16,-2-4-85 0,6-2-6 16</inkml:trace>
  <inkml:trace contextRef="#ctx0" brushRef="#br0" timeOffset="-87912.62">16626 16681 425 0,'0'0'6'0,"0"0"3"16,0 0 2-16,0-7 1 15,0 7 0-15,0 0 1 16,0 0 1-16,-9 7-5 0,1 5-9 15,-9 13 0-15,0 3 0 16,-3 9 0-16,-1 3 0 16,-1 7 0-16,5 2 0 15,2 0 0-15,5-1 0 0,3-6 0 16,7-2 0-16,2-8 0 16,8-7 0-16,5-6 0 15,4-6 0-15,4-8 0 16,2-5 0-16,3-5 0 15,-1-8 0-15,-3-6 0 0,1-5 0 16,-5-2 0-16,-3-4 0 16,-4-4 0-16,-8-9 0 15,0 4 0-15,-5-5 0 0,-3-1 0 16,-4 0 0-16,-6 3 0 16,1 2 0-16,0 8 0 15,-6 5 0-15,6 10 0 16,-3 4 0-16,0 11 0 0,0 2 0 15,-2 15 0-15,-1 2 0 16,3 8 0-16,-2 2 0 16,2 3 0-16,3 5 0 15,2-3 0-15,5 0 0 0,5-5 0 16,5-4 0-16,7-4 0 16,8-6 0-16,8-4 0 15,2-4 0-15,2-5 0 16,0 0 0-16,2-5 0 0,-3-2 0 15,-4 2 0-15,-8-5 0 16,-1 5 0-16,-6-2 0 16,-12 7 0-16,11-5 0 15,-11 5 0-15,-11-5-85 0,11 5-6 16</inkml:trace>
  <inkml:trace contextRef="#ctx0" brushRef="#br0" timeOffset="-87429.94">16857 16961 500 0,'0'0'4'0,"0"0"1"0,0 0-3 15,0 0-2-15,8-2 0 16,-8 2 0-16,0 0 0 0,15-12 0 16,-15 12 0-16,20-13 0 15,-3 6 0-15,0 2 0 16,4 0 0-16,-1 3 0 0,2 2 0 16,-2 0 0-16,-6 4 0 15,2 8 0-15,-12 4 0 16,-2 4 0-16,-4 1 0 15,-8 2 0-15,-2 7 0 16,-6-3 0-16,-1 0 0 0,-1-4 0 16,3-1 0-16,-1-6 0 15,6 1 0-15,1-6 0 16,6-1 0-16,5-10 0 16,3 10 0-16,10-8 0 0,1-2 0 15,7 0 0-15,1-4 0 16,5-1 0-16,0-8 0 15,0 3 0-15,-1 1 0 0,1-4 0 16,-10-2 0-16,3 8 0 16,3-8-78-16,-16 0-14 15</inkml:trace>
  <inkml:trace contextRef="#ctx0" brushRef="#br0" timeOffset="-87063.26">17275 16334 474 0,'0'0'5'0,"0"0"1"0,0 0 1 0,0 0 1 15,7 3 1-15,-2 5-7 0,8 9-2 16,1 5 0-16,4 8 0 15,2 4 0-15,7 16 0 16,-2 4 0-16,7 9 0 0,-7 3 0 16,-2 1 0-16,-4 3 0 15,-6-1 0-15,-11 3 0 16,-2-5 0-16,-7-35 0 16,-3 0 0-16,-5 3 0 15,-3-1 0-15,-1-1 0 16,-1-1 0-16,-8-2 0 0,3-3 0 15,4-2 0-15,-4-1 0 16,2-4 0-16,-4 7-38 16,7-14-54-16</inkml:trace>
  <inkml:trace contextRef="#ctx0" brushRef="#br0" timeOffset="-83829.96">17829 16931 507 0,'0'0'4'0,"0"0"-4"0,0 0 0 15,0 0 0-15,0-7 0 0,0 7 0 16,0-9 0-16,0 9 0 16,0-13 0-16,0 13 0 15,0 0 0-15,0 0 0 16,0 0 0-16,0 0 0 15,-12 2 0-15,12-2-78 0,12 11-17 16</inkml:trace>
  <inkml:trace contextRef="#ctx0" brushRef="#br1" timeOffset="-62096.9">6643 10231 123 0,'0'0'4'16,"0"0"3"-16,0 0 5 0,0 0 3 0,10 0 2 0,-10 0 0 0,7 0 2 16,-7 0 0-16,15 0-2 0,-8 0-3 15,5 0-4-15,4 2-1 16,-2-2-3-16,8 5 1 15,2-5-2-15,3 2 0 16,3 1-1-16,5-3 0 16,2 0 0-16,2 3 1 0,4-3-2 15,-1 3 1-15,3-3 0 16,-1 1-1-16,-2-1 0 16,6 3 0-16,-4-3 0 0,1 0-1 15,0 0-1-15,-2 0 0 16,3 0 0-16,-6 0 0 15,10 0 0-15,-3 0-1 0,0 0 0 16,3 0 1-16,-4 0-1 16,6 0 1-16,-1-3-1 15,1 2 0-15,-7 1 1 16,2-3-1-16,3 3 0 16,-8 0 1-16,8 0-1 0,-3 0 0 15,-2-3 0-15,4 3 0 16,-1 0 0-16,-1 0 0 15,0-3 1-15,1 1-1 16,-4 2 0-16,-5-2 0 0,9-1 0 16,-8 3 0-16,5 0 0 15,-6-2 1-15,6 2-1 16,5-3 1-16,-6 3-1 16,1-2 1-16,2 0 0 0,-2 2 0 15,-1-3 1-15,2 3-2 16,-4-3 1-16,-3 3 2 15,1 0-2-15,0-2 0 16,-2 2 0-16,1 0 0 0,-1-3 0 16,-1 3-1-16,2-2 1 15,4 2-1-15,-2-3 0 16,2 3 1-16,-4-2-1 16,6 2 1-16,1 0-1 0,-4-2 1 15,-1 2-1-15,0-3 1 16,-2 3 0-16,3-2-1 15,-4-1 0-15,2 0 1 16,-1 1-1-16,-2-1 0 0,4 2 0 16,-4-3 2-16,2 4-2 15,1-2 0-15,-5 0 0 16,5 2 0-16,-6-3 1 16,4 1-1-16,-4 2 0 0,1 0-1 15,0-3 2-15,0 3-1 16,1-2 0-16,2 2 0 15,2 0 0-15,0 0 1 16,0 0-1-16,4-2 0 0,-6-2 1 16,6 4-1-16,-4 0 1 15,0-1-1-15,0-2 0 16,-1 1 0-16,-5-1 1 0,1 0-1 16,1-1 0-16,-1 1 0 15,-1 1 0-15,-1 2 0 16,1-3 1-16,-1 1-1 15,1 2 0-15,1-3 0 16,1 1 0-16,1-1 0 0,-3 0 1 16,-1 3-1-16,-1-2 0 15,2 2 0-15,1 0 1 16,-3 0-1-16,-3 0 0 16,0 0 0-16,3 0-1 0,-2 0 1 15,0 0 0-15,-1 2 0 16,-1-2 0-16,-1 0 0 15,1 0 0-15,2 0 0 16,-1 3 1-16,-2-3-1 0,6 3 0 16,-3-3 0-16,-4 0 0 15,4 2 1-15,0 1-1 16,-2-1 0-16,-6 1 0 0,1-1 0 16,-5-2 0-16,-1 3 0 15,-3-1 0-15,-1 0 0 16,-3-2-3-16,-10 0-12 15,15 0-55-15,-15 0-3 0</inkml:trace>
  <inkml:trace contextRef="#ctx0" brushRef="#br1" timeOffset="-54876.67">18157 16679 418 0,'0'0'6'0,"0"0"3"0,0 0 1 0,0 0 3 16,0 0 0-16,0 0 0 15,10 0 1-15,-10 0 1 16,9 13-15-16,-6-1 0 15,5 7 0-15,-1 6 0 0,-2 6 0 16,-2 1 0-16,1 2 0 16,1 2 0-16,-5-2 0 15,0 0 0-15,0-7 0 16,0-2 0-16,0-8 0 16,0 1-24-16,6-6-63 0,-6-12-4 15</inkml:trace>
  <inkml:trace contextRef="#ctx0" brushRef="#br1" timeOffset="-54560.74">17976 16595 368 0,'0'0'7'15,"0"0"4"-15,0 0 2 0,0 0 1 16,0 0 2 0,0 0 1-16,0-10 0 0,0 10 1 15,19-10-7-15,-4 5-2 16,6-3-4-16,9 4 0 16,-1-2-5-16,6 4 0 15,2 0 0-15,0 2 0 0,-2 0 0 16,-1 0 0-16,-4 2 0 15,-5 0 0-15,-7 4 0 16,-1-2-15-16,-4 4-22 0,9-1-49 16,-22-7-2-16</inkml:trace>
  <inkml:trace contextRef="#ctx0" brushRef="#br1" timeOffset="-54096.04">18403 16825 435 0,'0'0'6'0,"0"0"2"0,0-10 2 16,0 10 0-16,0-7 1 15,0 7 0-15,5-7 0 16,-5 7-2-16,14-3-9 16,-3 3 0-16,6 3 0 0,-2 4 0 15,5 3 0-15,-3 7 0 16,4 0 0-16,-7 5 0 16,-2-2 0-16,1 3 0 15,-10-1 0-15,-3-2 0 16,-3 0 0-16,-10-6 0 0,1 1 0 15,-2-5 0-15,-4-2 0 16,2-5 0-16,4-3 0 16,3-6 0-16,4-6 0 15,5-3 0-15,0-2 0 0,12-6 0 16,6-2 0-16,1 3 0 16,6-3 0-16,5 3 0 15,-5 8 0-15,0-1-14 16,5 5-35-16,-11 10-38 0,4 0 0 15</inkml:trace>
  <inkml:trace contextRef="#ctx0" brushRef="#br1" timeOffset="-53213.39">18940 16892 441 0,'0'0'5'16,"0"0"2"-16,0-12 2 15,0 12 1-15,-12-15 1 16,-2 8 0-16,5-1 1 0,-9 1-7 16,1-1-5-16,2 8 0 15,0 5 0-15,2 3 0 16,4 4 0-16,4 2 0 0,3 4 0 16,-1 2 0-16,3-1 0 15,5-1 0-15,2-3 0 16,0-5 0-16,4 0 0 15,-4-8 0-15,3 0 0 0,-10-2 0 16,15-4 0-16,-5-6 0 16,-1-3 0-16,4-4 0 15,-3-3 0-15,1-2 0 16,-2 0 0-16,0 2 0 16,-3 3 0-16,2 1 0 0,-1 7 0 15,-7 9 0-15,0 0 0 16,0 0 0-16,10 12 0 15,-10 3 0-15,2 0 0 0,3 2 0 16,-3-2 0-16,4-1 0 16,0-1 0-16,3-3 0 15,0-5 0-15,4-5 0 16,-3 0 0-16,3-5 0 0,-1-5 0 16,0-3 0-16,3 1 0 15,-1-2 0-15,-3 2 0 16,-1 2 0-16,-3-3 0 15,-7 13 0-15,11-12 0 16,-11 12 0-16,0 0 0 0,-6 12 0 16,1-2 0-16,3 3 0 15,-3-1 0-15,5 0 0 16,0 0 0-16,2-1 0 16,-2-11 0-16,21 12 0 15,-9-10 0-15,8-2 0 0,-1-5 0 16,6-2 0-16,-2-6 0 15,-1-1 0-15,-2-2 0 0,-2 2 0 16,-4 2 0-16,-6-6 0 16,-5 6 0-16,-3 5 0 15,0 7 0-15,-17-10 0 16,6 7 0-16,-2 3 0 0,-1 0 0 16,0 3 0-16,3 4 0 15,1 3 0-15,5 5 0 16,5 0 0-16,0-3 0 15,3 2 0-15,6 2 0 16,1-2 0-16,5 1 0 0,-3-3 0 16,-1-1 0-16,1-2 0 15,-6 1 0-15,-6-10 0 16,0 13 0-16,0-13 0 16,-16 12 0-16,-2-6 0 0,-2-5 0 15,1 4 0-15,-4 1 0 16,-2-4 0-16,6 0-12 15,4-2-42-15,0 0-32 16,2 0-2-16</inkml:trace>
  <inkml:trace contextRef="#ctx0" brushRef="#br1" timeOffset="-52577.86">19461 16796 461 0,'0'0'5'0,"0"0"0"0,0 0 2 0,3-6 1 16,-3 6-1-16,13-4 1 16,-1-2 2-16,2 5-10 15,2 1 0-15,4 0 0 0,-3 4 0 16,1 9 0-16,-4-1 0 16,-1 5 0-16,-3 6 0 15,-6-1 0-15,-4-2 0 16,0 2 0-16,-4-3 0 0,-6-3 0 15,-5-2 0-15,3-3 0 16,-4-4 0-16,7-2 0 16,-4-3 0-16,13-2 0 0,-15 0 0 15,15 0 0-15,0-18 0 16,7 1 0-16,6 0 0 16,2-8 0-16,5-3 0 15,-1 2 0-15,6-6 0 16,-5 10 0-16,3 0 0 0,-6 4 0 15,-2 8 0-15,-7 2 0 16,-8 8 0-16,0 0 0 16,4 13 0-16,-6 4 0 15,-8 3 0-15,2 2 0 0,1 6 0 16,0-1 0-16,2-3 0 16,3 1 0-16,2 0 0 15,0-5 0-15,7-3 0 16,5-5 0-16,3 1 0 0,8-3 0 15,-2-3 0-15,2-4 0 16,9-3-73-16,1 0-16 16</inkml:trace>
  <inkml:trace contextRef="#ctx0" brushRef="#br1" timeOffset="-52097.03">20192 16429 415 0,'0'0'7'0,"0"0"4"0,0 0 1 0,0-11 2 16,0 11-1-16,0 0 1 0,0 0 1 15,-13 13-5-15,1 7-10 16,-3 12 0-16,-7 8 0 15,2 7 0-15,-5 14 0 16,-3 5 0-16,4 3 0 0,2 0 0 16,4 0 0-16,3-1 0 15,8-7 0-15,7-2 0 16,0-31 0-16,0 0 0 0,7-2 0 16,3 2 0-16,3-4 0 15,1 4 0-15,4-9 0 16,-1 4 0-16,3-11-73 15,0 6-16-15</inkml:trace>
  <inkml:trace contextRef="#ctx0" brushRef="#br1" timeOffset="-51596.05">20294 16692 417 0,'0'0'7'0,"0"0"4"0,0 0 1 0,0 0 1 0,0 0 1 15,0 0 0-15,0 0 0 16,-10 1-5-16,8 12-9 16,-1 4 0-16,-3 6 0 15,-3 2 0-15,-1 5 0 0,-4-1 0 16,3 3 0-16,-1-4 0 16,-3-3 0-16,2-3 0 15,3-5 0-15,1-4 0 16,6-6 0-16,3-7 0 0,0 0 0 15,0 10 0-15,7-10 0 16,8 0 0-16,3-3 0 16,4-2 0-16,3 1 0 15,0-4 0-15,5 3 0 0,-6 0 0 16,1 2 0-16,-2-1 0 16,-6 1 0-16,-2 3 0 15,-8 0 0-15,-7 0 0 0,13 0-17 16,-3 3-70-16,-10-3-4 15</inkml:trace>
  <inkml:trace contextRef="#ctx0" brushRef="#br1" timeOffset="-51129.71">20528 16870 493 0,'0'0'4'0,"0"0"0"0,0-10 1 0,0 10 0 16,7-15-5-16,-2 5 0 0,4 0 0 15,0 3 0-15,0 0 0 16,6 1 0-16,-2 5 0 15,-1 1 0-15,3 1 0 0,-3 6 0 16,1 4 0-16,-3 3 0 16,-3 4 0-16,-5 1 0 15,-2 5 0-15,-2-5 0 16,-8 3 0-16,-4 3 0 16,-4-5 0-16,-2 0 0 0,-3-1 0 15,6-4 0-15,-3 1 0 16,8-5 0-16,-1-1 0 15,13-10 0-15,-5 12 0 16,5-12 0-16,10 5 0 0,3-5 0 16,10 0 0-16,-2-2 0 15,7-2 0-15,1-3 0 16,-1-2 0-16,4 1 0 16,-14 0 0-16,7 2 0 0,-1-4-89 15,-11-2-1-15</inkml:trace>
  <inkml:trace contextRef="#ctx0" brushRef="#br1" timeOffset="-50779.98">20878 16337 479 0,'0'0'5'0,"0"0"0"0,0 0 2 0,0 0-1 0,0 0 3 16,0 0-9-16,7 5 0 15,6 12 0-15,4 11 0 16,3 11 0-16,3 11 0 16,3 7 0-16,-1 8 0 15,0 9 0-15,0 0 0 0,-5-2 0 16,-5 4 0-16,-10-3 0 15,-1-7 0-15,-4-34 0 16,-7 3 0-16,0-5 0 16,-8 2 0-16,-2-2 0 0,-3 0 0 15,-7-3 0-15,-4-3-51 16,1-1-41-16</inkml:trace>
  <inkml:trace contextRef="#ctx0" brushRef="#br1" timeOffset="-48729.63">14134 17304 286 0,'0'0'6'15,"0"0"5"-15,0 0 1 0,0 0 5 0,0 0-1 0,0 0 4 16,0-13-1-16,0 13-2 16,0 0-6-16,0 0-4 15,0 0-2-15,0 7-3 16,0-7 0-16,0 18-3 0,0-5 1 15,0-2 2-15,3 7 0 16,4 1 0-16,-1 2 0 16,6-2 0-16,-3 1 1 15,9 2-1-15,-1 3 0 0,8-3 1 16,2 1-1-16,6-4 0 16,6 1-1-16,4-2 1 15,4-3-1-15,5-5 0 16,8-1-1-16,2 0 1 0,5-8-1 15,8 2 0-15,4-1 0 16,1-2 0-16,5 0 1 16,1-5-1-16,6 0 0 15,0-2 0-15,2-3 0 16,0 3 0-16,2-3 0 0,0 2 1 16,-1-2-2-16,1 0 2 15,1 3-2-15,-2-1 2 16,-1 2-1-16,-2 2 0 0,-3 2 0 15,-1 2 0-15,-1 0 0 16,-6 0 0-16,-1 2 1 16,-4 6-1-16,-3 2 0 15,-4 2 1-15,-2 3-1 0,-7 0 1 16,-3 5-1-16,-6-1 1 16,-7 4-1-16,-5-2 2 15,-1 3-2-15,-38-24-1 16,30 22 1-16,2 0-1 15,-10-2 1-15,3 3-1 16,-9-4 0-16,-2 1 0 0,-14-20 0 16,15 25 3-16,-3-2 0 15,-12-23 0-15,0 0 0 16,0 0 0-16,0 0 0 16,0 0 0-16,0 0-1 15,28 31 1-15,-28-31 0 0,0-5 0 16,0 5-1-16,-3-15 1 15,3 5-1-15,0-2 0 16,0 0 1-16,3-1-3 16,2-1 1-16,2-2-1 15,0-1 1-15,4 0-1 0,1 0 1 16,3-1 0-16,2 1 0 16,1-4 0-16,7 4 0 15,2 1 0-15,2 1 1 16,4-3-1-16,7 1 0 0,-3 2 0 15,7 0 0-15,1 5 0 16,6 0 0-16,0 0 0 16,4 3 1-16,6-1-1 0,2 6 0 15,-1-1 0-15,5 2 0 16,3 1 0-16,5 0 1 16,-1 1-1-16,1 4 0 15,-2 1 1-15,10 3-1 16,-4-1 0-16,0 2 0 15,4 0 0-15,-1 0 1 0,0 0 0 16,0 2-1-16,-3 0 0 16,4 1 1-16,-1-1-1 15,-1-2 1-15,-6 1-1 16,4 0 0-16,1-1 0 0,-6 0 0 16,2-3 0-16,-5 1 0 15,3-1 0-15,-3-2 0 16,-2 0 0-16,-4-2 0 0,1-3 0 15,-6 0 0-15,2 0 0 16,-4-5 1-16,-4 0-1 16,-2-5 1-16,-4 0 0 15,-1-2 0-15,-7-1 0 16,-1 1 0-16,-4-6-1 0,-5 4 1 16,0-4 0-16,-8-1-2 15,1-1-2-15,-9 2-4 16,2 1-13-16,-4-3-62 15,-5 2-2-15</inkml:trace>
  <inkml:trace contextRef="#ctx0" brushRef="#br1" timeOffset="-47679.68">18052 17989 365 0,'0'0'8'0,"0"0"4"0,0 0 2 0,0 0 1 16,0 0 2-16,0 0 1 16,0 0 0-16,0 0 0 15,0 0-6-15,0 0-4 16,0 0-2-16,0 0-6 16,0 0 0-16,0 0 0 15,0 0 0-15,0 0 0 0,0 0 0 16,0 5 0-16,-5-1 0 15,1-3 0-15,-38 49-9 16,29-23-12-16,3-5-31 16,1 1-34-16,9-23-1 15</inkml:trace>
  <inkml:trace contextRef="#ctx0" brushRef="#br1" timeOffset="-47462.93">17804 18004 106 0,'0'0'-4'0,"0"0"-8"0,0 0-15 15,0 0-16-15</inkml:trace>
  <inkml:trace contextRef="#ctx0" brushRef="#br1" timeOffset="-47129.96">17831 17843 302 0,'0'0'7'16,"0"0"5"-16,0 0 0 16,0 0 0-16,0 0 1 0,0 0 1 15,0 0 0-15,0 0-1 16,0 0-7-16,8-5-9 16,-8 5-8-16,10 0-25 15,0 0-33-15,-10 0-7 0</inkml:trace>
  <inkml:trace contextRef="#ctx0" brushRef="#br1" timeOffset="-46696.72">18087 17893 383 0,'0'0'5'0,"0"0"4"0,0 0 3 15,0 0 3-15,0 0 0 16,0 0 3-16,0 0-1 16,0 0 1-16,0 0-6 15,0 0-5-15,0 0-7 16,0 0 0-16,0 0 0 0,0 0 0 15,0 0 0-15,0 5 0 16,0 1 0-16,0-2 0 16,-24 48 0-16,13-23 0 15,4-6 0-15,0-1 0 16,2-2 0-16,-3 5 0 16,3-6 0-16,-2 6 0 15,2-5 0-15,-5 2 0 0,10-22 0 16,-8 22 0-16,-4 1 0 15,12-23-5-15,0 0-41 16,0 0-41-16,0 0-3 16</inkml:trace>
  <inkml:trace contextRef="#ctx0" brushRef="#br1" timeOffset="-46196.52">17891 17880 395 0,'0'0'3'0,"0"0"4"0,0 0 3 16,0 0 2-16,-10-10 1 15,10 10 0-15,0 0 2 16,-13-4 0-16,13 4-1 0,0 0-5 15,-9-8-4-15,9 8-5 16,0 0 0-16,-7-10 0 16,7 10 0-16,0 0 0 15,0-12 0-15,0 12 0 16,16-13 0-16,0 8 0 0,3 0 0 16,4-2 0-16,4 0 0 15,-4 1 0-15,7-3 0 16,-3 1 0-16,3 1 0 15,0 0 0-15,-4-1 0 16,4 3 0-16,-5 0 0 0,0-2 0 16,-2 1 0-16,-4 2 0 15,1 4 0-15,-10-3 0 16,3 3 0-16,-13 0 0 0,9 0 0 16,-9 0 0-16,0 0 0 15,0 0 0-15,0 0 0 16,0 0 0-16,0 0 0 15,0 0 0-15,-7 3 0 0,7-3-54 16,0 0-38-16</inkml:trace>
  <inkml:trace contextRef="#ctx0" brushRef="#br1" timeOffset="-44879.75">18351 18086 430 0,'0'0'8'0,"0"0"1"16,0 0 5-16,0 0 0 0,0 0 0 15,0 0 0-15,0 0-6 16,0 0-8-16,0 0 0 16,0 0 0-16,0 0 0 15,0 0 0-15,0 0 0 16,0 0 0-16,0 7 0 0,0-2 0 15,-3 1 0-15,-22 48 0 16,18-32 0-16,7-22 0 16,-9 28 0-16,0-1 0 15,9-27 0-15,-7 24 0 16,0 1 0-16,7-25 0 0,0 0-20 16,-3 10-68-1,1 0-4-15</inkml:trace>
  <inkml:trace contextRef="#ctx0" brushRef="#br1" timeOffset="-44228.51">18525 17861 450 0,'0'0'6'0,"0"0"1"0,0-10 3 0,0 10 0 15,2-13 2-15,-2 13-1 16,8-12-6-16,-8 12-5 15,12-15 0-15,-4 5 0 16,-8 10 0-16,17-15 0 0,-8 8 0 16,2 2 0-16,-4 3 0 15,5-1 0-15,-12 3 0 16,18 3 0-16,-18-3 0 16,0 0 0-16,0 0 0 0,5 12 0 15,-3 3 0-15,1-3 0 16,-8 33 0-16,-5-18 0 15,-3-5 0-15,1-2 0 16,0 0 0-16,-1-1 0 16,13-19 0-16,-19 25 0 15,1-2 0-15,18-23 0 16,0 0 0-16,0 0 0 0,0 0 0 16,0 0 0-16,0 0 0 15,0 0 0-15,0 2 0 16,4 1-17-16,2 2-72 15,46 10-2-15</inkml:trace>
  <inkml:trace contextRef="#ctx0" brushRef="#br1" timeOffset="-37879.73">12569 10538 264 0,'0'0'7'0,"0"0"5"0,4-3 4 0,-4 3 2 0,0 0 3 15,13-4 1-15,-13 4 2 16,8-3-1-16,-8 3-7 16,0 0-3-16,0 0-4 0,0 0-2 15,0 0-2-15,12 0 0 16,-12 0 0-16,17 0-1 16,-5 0 1-16,6 0 0 0,5 0 0 15,2 0-1-15,4 0 0 16,1-3 0-16,8 3-1 15,-4-1 1-15,8-2-1 16,4 0 0-16,-5 3-3 16,4-3 0-16,0 3 0 0,-1 0 0 15,-1-2 0-15,-4 2 0 16,1 0 0-16,-5 0 0 16,3 0 0-16,-6-2 0 15,0 2 0-15,-2-3 0 0,0 3 0 16,-3 0 0-16,0 0 0 15,-2 0 0-15,0-2 0 16,-2 2 0-16,-1-3 0 0,-3 3 0 16,2-2 0-16,1 2 0 15,-2-5 0-15,0 2 0 16,-3 1 0-16,0-1 0 16,-2 1 0-16,0-1 0 0,-3 1 0 15,-3 2 0-15,3 0 0 16,-5 0 0-16,-7 0 0 15,15 0 0-15,-15 0 0 16,17 0 0-16,-17 0 0 16,18 2 0-16,-18-2 0 0,17 3 0 15,-17-3 0-15,15 2 0 16,-15-2 0-16,12 0 0 16,-12 0 0-16,0 0 0 15,11 0 0-15,-11 0 0 0,0 0 0 16,0 0 0-16,0 0 0 15,0 0 0-15,0 0 0 16,0 0 0-16,0 0 0 16,0 0 0-16,0 0 0 15,0 0 0-15,0 0 0 0,0 0 0 16,0 0 0-16,0 0 0 16,0 0-7-16,-6 13-59 0,6-13-24 15,0 0-1-15</inkml:trace>
  <inkml:trace contextRef="#ctx0" brushRef="#br1" timeOffset="-37063.76">13711 10315 221 0,'0'0'8'0,"0"0"5"0,0 0 5 0,0 5 4 0,0-5 4 0,0 0 1 16,0 0 3-16,-5 10 1 16,5-10-6-16,0 0-5 15,0 0-3-15,-11 0-5 0,11 0-4 16,0 0-2-16,0 0-1 15,0 0-2-15,4 10 0 16,3-6-1-16,9 3 0 16,-2 4 2-16,9-4 1 0,5 3-2 15,1-2-3-15,6 2 0 16,0-3 0-16,-3 1 0 16,3-3 0-16,-6-1 0 15,4 1 0-15,-11 1 0 16,-1-1 0-16,-5-5 0 0,-3 1 0 15,-3 3 0-15,-10-4 0 16,14 2 0-16,-14-2 0 16,0 0 0-16,0 0 0 0,0 0 0 15,0 0 0-15,0 0 0 16,0 0 0-16,0 0 0 16,-2 10 0-16,2-10 0 15,-14 9 0-15,3 2 0 0,-3 1 0 16,-4 1 0-16,-1 1 0 15,-4 5 0-15,-7 2 0 16,5 1 0-16,-7 0 0 16,2 0 0-16,0-2 0 0,3 0 0 15,5-5 0-15,-1 0 0 16,8-5 0-16,3-3 0 16,5-1 0-16,7-6 0 15,-11 7 0-15,11-7 0 16,0 0 0-16,0 0 0 0,0 0 0 15,0 0 0-15,0 0 0 16,0 0 0-16,6 7 0 16,-6-7-85-16,14 0-5 0</inkml:trace>
  <inkml:trace contextRef="#ctx0" brushRef="#br2" timeOffset="-30746.95">12536 10491 306 0,'0'0'5'0,"0"0"2"0,0 0 3 0,0 0 1 0,0 0 1 0,0 0 2 16,-7-10 1-16,7 10 1 15,0 0-5-15,-9 0-2 0,9 0-2 16,0 0 0-16,0 0 1 16,7 5-3-16,5 0 2 15,10-3-1-15,8 1 0 16,5 2 1-16,13-3-1 15,3 1-1-15,6-1-1 0,8-2-1 16,5 0-1-16,2 0-1 16,2 0 1-16,1-2-1 15,-1-1-1-15,1 1 1 0,-1-3 0 16,-2 5-1-16,-1-3 1 16,-7 3-1-16,-4 0 0 15,-6 0 1-15,-7 0-1 16,-5 0 0-16,-7 0 0 0,-5 0 0 15,-5 0 1-15,-7 0-1 16,-4 0 0-16,-1 0 1 16,-3 0-1-16,-10 0 1 15,12 0 0-15,-12 0 0 0,0 0 1 16,13-2-2-16,-13 2 1 16,0 0 0-16,0 0-1 15,6-3 0-15,-6 3 0 16,0 0 0-16,0 0 0 15,0 0 0-15,10 0 0 0,-10 0 0 16,0 0 1-16,0 0-1 16,0 0 0-16,0 0 1 15,0 0-2-15,0 0 0 0,0 0-3 16,0 0-4-16,0 0-11 16,0 8-34-16,0-8-31 15,0 0-2-15</inkml:trace>
  <inkml:trace contextRef="#ctx0" brushRef="#br2" timeOffset="-30313.76">13687 10320 386 0,'0'0'5'0,"0"0"3"0,0 0 1 0,-13-5 2 0,13 5 2 0,0 0-1 16,-9-5 1-16,9 5-1 15,0 0-4-15,0 0-3 16,0 0-1-16,9 5-2 0,7 2 0 16,5 3 0-16,9 1 0 15,3 3 1-15,9-2 1 16,0 3-1-16,4 0 0 15,-5 0-1-15,-1 0 0 16,-5-2-2-16,-6 1 0 0,-4-4 0 16,-9 2 0-16,-2 1 0 15,-9-3 0-15,-3 2 0 16,-2 0 0-16,-5 1 0 0,-6 2 0 16,-7 2 0-16,-1-2 0 15,-6 3 0-15,0-2 0 16,-10 2 0-16,3-4 0 15,-3 2 0-15,5-1 0 0,0-5 0 16,10 1-44-16,-3-1-42 16,8-4-2-16</inkml:trace>
  <inkml:trace contextRef="#ctx0" brushRef="#br2" timeOffset="-27995.99">14624 10357 374 0,'0'0'9'0,"0"0"2"0,0 0 3 0,0 0 2 16,0 0 1-16,0 0 0 0,0 0 1 16,0 0 0-16,0 0-7 15,-3 5-5-15,-6 9-6 16,-4 2 0-16,-2 6 0 0,-3 1 0 15,-4 3 0-15,0 2 0 16,-3-1 0-16,2-2 0 16,1 0 0-16,3-6 0 15,-2 3 0-15,1-5 0 0,6 0 0 16,-2-6 0-16,7 2 0 16,-3-6-18-16,7 3-12 15,-3 0-54-15,8-10-3 16</inkml:trace>
  <inkml:trace contextRef="#ctx0" brushRef="#br2" timeOffset="-27661.96">14355 10407 449 0,'0'0'5'0,"0"0"2"16,0 0 0-16,0 0 1 15,0 0 0-15,11 0 2 16,-2 5-1-16,1 2-1 0,4 6-8 16,4 1 0-16,2 6 0 15,8 5 0-15,2-3 0 16,2 3 0-16,-2-3 0 16,4-2 0-16,-6 0 0 0,4-5 0 15,-9-1 0-15,1-6 0 16,-6 2 0-16,-6-6 0 15,-2 2 0-15,-10-6 0 16,8 2 0-16,-8-2 0 0,0 0 0 16,0 0 0-16,0 0-7 15,-16 0-80-15,16 0-2 16</inkml:trace>
  <inkml:trace contextRef="#ctx0" brushRef="#br2" timeOffset="-25795.87">12559 10503 335 0,'0'0'5'0,"0"0"1"0,0 0 2 0,0 0 1 15,0 0 2-15,0 0 2 16,0 0 0-16,0 0 2 0,0 0-3 16,0 0 0-16,0 0-1 15,5 0 1-15,-5 0-1 16,0 0-2-16,2-4 1 15,1-4-1-15,-3-2-2 0,4-8-4 16,-4-1-3-16,3-4 0 16,-3-4 0-16,3-3 0 15,-3-9 0-15,3-4 0 16,-3-8 0-16,0-6 0 16,0-8 0-16,0-12 0 0,-6-4 0 15,1-8 0-15,-2-1 0 16,0 1 0-16,-1 3 0 15,0 7 0-15,3 4 0 16,-2 13 0-16,2 5 0 0,1 8 0 16,1 6 0-16,-4 10 0 15,6-3 0-15,-2 9 0 16,3-1 0-16,-2 7 0 16,2-3 0-16,0 10 0 0,0-1 0 15,0 3 0-15,2 4 0 16,-2 8 0-16,0-13 0 15,0 13 0-15,0 0 0 16,0 0 0-16,0 0 0 0,0 0 0 16,0 0 0-16,0 0 0 15,0 0 0-15,0 0 0 16,0 0 0-16,0 0 0 16,0 0 0-16,0-8 0 0,0 8 0 15,0 0 0-15,0-13 0 16,0 13 0-16,0-12 0 15,0 12 0-15,0-18 0 0,0 8 0 16,0-2 0-16,0 0 0 16,0-1 0-16,-2 1 0 15,2-1 0-15,0 1 0 16,-2 2 0-16,2 0 0 16,0 10 0-16,0-15 0 0,0 15 0 15,0 0 0-15,0 0 0 16,0 0 0-16,0 0 0 15,0 0 0-15,0 0 0 0,-3 7 0 16,3 6 0 0,-5 7 0-16,3 2 0 0,-5 5 0 15,-4 8 0-15,2 4 0 16,-7-1 0-16,-3 1 0 0,4-2 0 16,-5-2 0-16,2-4 0 15,4-6 0-15,-1-4 0 16,3-6 0-16,3-5 0 15,9-10 0-15,-9 12 0 0,9-12 0 16,0 0 0-16,0-12 0 16,0-5 0-16,2-4 0 15,3-4 0-15,6-6 0 16,-2-4 0-16,3-5 0 16,4-2 0-16,-2 1 0 0,2-2 0 15,-2 0 0-15,-1 4 0 16,-1 4 0-16,-2 3 0 15,3 7 0-15,-9 6 0 16,1 5 0-16,-2 3 0 0,-3 11 0 16,0 0 0-16,8 5 0 15,-3 9 0-15,2 7 0 16,2 3 0-16,9 6 0 0,-3 2 0 16,7 3 0-16,-4 0 0 15,4-3 0-15,0-2 0 16,-4-3 0-16,4-2 0 15,-4-5 0-15,-1-3 0 0,-4-2 0 16,1-1 0-16,-3-4 0 16,-2 0 0-16,-9-10 0 15,21 8-73-15,-21-8-21 16</inkml:trace>
  <inkml:trace contextRef="#ctx0" brushRef="#br2" timeOffset="-25429.74">12760 8607 447 0,'0'0'5'0,"0"0"1"0,0 0 1 0,0 0-1 16,0 0 2-16,6 9 1 0,-6-9 1 16,14 16 1-16,-4-3-9 15,3 5-2-15,3-1 0 16,2 3 0-16,7-1 0 16,-3 5 0-16,3-8 0 0,-2 1 0 15,-1-1 0-15,-3-4 0 16,-1-3 0-16,-6-1 0 15,1 0 0-15,-3-4 0 0,-10-4 0 16,12 8-2-16,-12-8-83 16,0 0-3-16</inkml:trace>
  <inkml:trace contextRef="#ctx0" brushRef="#br2" timeOffset="-25163.12">13074 8541 432 0,'0'0'6'0,"0"0"1"16,0 0 2-16,0 0 1 0,12 3 2 16,-10 4 2-16,0 10 0 15,1 11-7-15,-3 4-7 16,0 10 0-16,-3 7 0 16,-4 6 0-16,0 4 0 15,-4 1 0-15,7-3 0 0,-6-6 0 16,3-3 0-16,1-9 0 15,1-1 0-15,3-13 0 16,2-2 0-16,0-6 0 16,0-9 0-16,0-8 0 0,0 8 0 15,10-16 0-15,0 0-76 16,0-2-15-16</inkml:trace>
  <inkml:trace contextRef="#ctx0" brushRef="#br3" timeOffset="-19063.45">9685 10743 412 0,'0'0'6'0,"0"0"3"0,-4-12 3 16,4 12 1-16,-2-10 2 16,2 10 0-16,-5-9 1 0,5 9-3 15,0 0-13-15,0 0 0 16,0 7 0-16,0 5 0 15,2 3 0-15,3 10 0 0,-1 0 0 16,0 7 0-16,-1 0 0 16,-1 2 0-16,1 1 0 15,-3 0 0-15,0-3 0 16,0-4 0-16,0-1 0 16,0-7 0-16,-3-6 0 0,1-1 0 15,2-13 0-15,0 12 0 16,0-12 0-16,0 0 0 15,0 0 0-15,-5-7 0 0,5 7 0 16,-2-14 0-16,2 14 0 16,4-14-90-16,-4 3-2 15</inkml:trace>
  <inkml:trace contextRef="#ctx0" brushRef="#br3" timeOffset="-17596.22">6844 8297 470 0,'0'0'5'0,"0"0"1"0,-3-14 3 16,3 14 1-16,0 0 1 15,-5-9-11-15,5 9 0 16,0 0 0-16,-4 9 0 0,4 7 0 16,0 1 0-16,0 8 0 15,0 0 0-15,0 2 0 16,0 2 0-16,0-1 0 0,2-4 0 15,3-6 0-15,-3 2 0 16,1-3 0-16,-3-5 0 16,2-2 0-16,-2 0 0 15,0-10 0-15,2 11 0 16,-2-11 0-16,0 0 0 0,0 0 0 16,0 0 0-16,0 0 0 15,0 0 0-15,0 0 0 16,4-11-41-16,-4 11-49 15,0 0-2-15</inkml:trace>
  <inkml:trace contextRef="#ctx0" brushRef="#br3" timeOffset="-16224.12">4652 11801 243 0,'0'0'9'0,"0"0"4"0,0 0 3 15,0 0 5-15,-12 0 1 16,12 0 2-16,0 0 1 15,-7-2 0-15,7 2-7 0,0 0-5 16,0 0-1-16,0 0-2 16,0 0-2-16,10 0-1 15,-1 0 0-15,9 0 1 16,1 0-1-16,9-3-1 16,2 1-1-16,4 0-1 0,2-1-1 15,-1 1-1-15,-1-1 1 16,-1-3-3-16,-4 6 0 0,-1-2 0 15,-7 2 0-15,2-2 0 16,-5 2 0-16,-1 0 0 16,-4-2 0-16,-1 2 0 15,-3-3 0-15,-9 3 0 16,11 0 0-16,-11 0 0 0,0 0 0 16,0 0 0-16,0 0 0 15,-2 7 0-15,-9-1 0 16,-3 1 0-16,1 3 0 15,-7 0 0-15,3 0 0 0,-6 2 0 16,1 0 0-16,-3 1 0 16,0 2 0-16,3-3 0 15,-2 1 0-15,1-1 0 16,-2 2 0-16,-3-1 0 0,6-1 0 16,0 1 0-16,-3 2 0 15,2-3 0-15,7 1 0 16,-5-4 0-16,7 1 0 0,3-5 0 15,2 3 0-15,9-8 0 16,-10 5 0-16,10-5 0 16,0 0 0-16,0 0 0 15,0 0 0-15,12 0 0 0,0 0 0 16,4-3 0-16,6 1 0 16,-3-4 0-16,9 2 0 15,-1-2 0-15,6-1 0 16,-4 2 0-16,4 1 0 15,-1-2 0-15,0-1 0 0,-4 3 0 16,1-3 0-16,-3 3 0 16,-4 2 0-16,-5-2 0 15,1 4 0-15,-6-1 0 0,-3 1 0 16,-9 0 0-16,13 0 0 16,-13 0 0-16,0 0 0 15,10 0 0-15,-10 0 0 16,0 0 0-16,0 0-27 0,0 0-59 15,0 0-4-15</inkml:trace>
  <inkml:trace contextRef="#ctx0" brushRef="#br3" timeOffset="-15745.66">5229 11851 404 0,'0'0'8'0,"0"0"3"0,0 0 4 16,0 0-1-16,2-10 3 15,-2 10 1-15,0 0 0 0,0 0-12 16,0 0-6-16,-4 7 0 16,1 6 0-16,-2 4 0 15,3 2 0-15,-1 9 0 0,-2 2 0 16,5-1 0-16,-3-1 0 16,3-1-45-16,3 3-43 15,-1-8-3-15</inkml:trace>
  <inkml:trace contextRef="#ctx0" brushRef="#br2" timeOffset="-11672.54">14897 10543 427 0,'0'0'6'0,"0"0"2"0,3-12 2 0,-3 12 2 0,7-13 0 16,-7 13 1-16,13-17 0 16,-6 9-3-16,5 1-10 15,1 2 0-15,-1 0 0 0,4 3 0 16,-4 2 0-16,4 0 0 15,-3 7 0-15,-1 5 0 16,-1 1 0-16,-4 5 0 16,-2 4 0-16,-5 2 0 0,0-1 0 15,-7 3 0-15,-7-2 0 16,-2 0 0-16,1-4 0 16,-2-1 0-16,1-4 0 15,2-3 0-15,3-4 0 0,11-8 0 16,-7 10 0-16,7-10 0 15,13 0 0-15,-1 0 0 16,6-5 0-16,4 0 0 0,3 1 0 16,2-7 0-16,-2 4 0 15,-2 0 0-15,-2-2 0 16,-5 7 0-16,1-3 0 16,-9 3 0-16,-1 0 0 0,-7 2 0 15,0 0 0-15,0 0 0 16,0 0 0-16,0 0 0 15,0 0 0-15,0 0 0 16,0 0 0-16,0 0 0 16,0 0 0-16,0 0 0 0,0 0 0 15,10 4-75-15,-10-4-16 16</inkml:trace>
  <inkml:trace contextRef="#ctx0" brushRef="#br2" timeOffset="-10679.98">13232 9034 470 0,'0'0'5'0,"0"0"1"0,0 0 2 15,0-10 1-15,0 10 0 16,3-12-5-16,4 1-4 16,0 3 0-16,6-5 0 15,-1 1 0-15,11-1 0 0,-6 5 0 16,5-1 0-16,1 3 0 15,-3 6 0-15,0 0 0 16,-5 8 0-16,-1 5 0 16,-6 6 0-16,-6 3 0 0,-2 3 0 15,-5 5 0-15,-4-3 0 16,-6-2 0-16,0 2 0 16,-3-6 0-16,1-4 0 15,2-2 0-15,5-3 0 0,10-12 0 16,-14 12 0-16,14-12 0 15,0 0 0-15,7 2 0 16,7-2 0-16,4-4 0 0,2 0 0 16,7-4 0-16,0-2 0 15,3 3 0-15,-5-4 0 16,3 4 0-16,-8 0 0 16,-1 4 0-16,-4 0 0 15,-7 1 0-15,-8 2 0 0,12-3 0 16,-12 3 0-16,0 0 0 15,0 0 0-15,2 8 0 16,-2-8 0-16,0 0 0 0,0 10 0 16,0-10-69-16,0 0-22 15</inkml:trace>
  <inkml:trace contextRef="#ctx0" brushRef="#br2" timeOffset="-9662.98">12740 12237 436 0,'0'0'7'0,"0"0"3"16,0 0 2-16,0 0 0 15,-2-9 2-15,2 9 0 0,0-13-8 16,0 13-6-16,0-15 0 15,0 15 0-15,13-17 0 16,-1 12 0-16,2-1 0 0,2 5 0 16,1 1 0-16,-2 0 0 15,2 1 0-15,-2 8 0 16,-3 3 0-16,-7 0 0 16,0 3 0-16,-5 2 0 0,-2 1 0 15,-6 2 0-15,-4-1 0 16,-8 3 0-16,2 1 0 15,2-6 0-15,-5 3 0 16,5-5 0-16,1-3 0 0,4-1 0 16,11-11 0-16,-7 8 0 15,7-8 0-15,5 0 0 16,8 0 0-16,4-4 0 16,5-3 0-16,3-1 0 15,0-2 0-15,2 0 0 0,-2 3 0 16,0 0 0-16,-6 2 0 15,-3 3 0-15,-4 2 0 16,-3-3 0-16,-9 3 0 16,18 0 0-16,-18 0 0 0,3 10 0 15,-3-10 0-15,-10 2-73 16,8 8-19-16</inkml:trace>
  <inkml:trace contextRef="#ctx0" brushRef="#br4" timeOffset="76370.41">14060 15859 359 0,'0'0'9'0,"0"0"2"0,0 0 4 15,0 0 1-15,0 0 1 0,0 0 1 16,0 0 1-16,0 0-1 16,0 0-6-16,0 0-4 15,-2 13-4-15,-2 3-1 16,2 5-1-16,-1 6-2 0,-1-1 0 15,1 5 0-15,1 1 0 16,-1-2 0-16,1-4 0 16,0-1 0-16,-1-4 0 0,3-6 0 15,-2-5 0-15,2-10 0 16,0 0 0-16,0 0 0 16,0 0 0-16,-3-18 0 15,3-4 0-15,0-6 0 16,0-4 0-16,3-8 0 0,2-1 0 15,-1-7 0-15,4 6 0 16,-1 0 0-16,6 5 0 16,-1 5 0-16,1 5 0 15,3 9 0-15,5 5 0 0,6 9 0 16,1 4 0-16,2 4 0 16,0 9 0-16,-4 7 0 15,-1 3 0-15,-5 0 0 0,-8 8 0 16,-9-4 0-16,-6 3 0 15,-14-5 0-15,-3 0 0 16,-5-6 0-16,-7-1 0 16,2-8 0-16,0 0 0 15,3-3 0-15,8-4 0 0,3-1 0 16,4-2 0-16,12 0 0 16,0 0 0-16,7 0 0 15,9 2 0-15,3 3 0 16,6 0 0-16,2 5 0 0,3 0 0 15,5 5 0-15,-5-1 0 16,-3 4 0-16,1-1 0 16,-7-2 0-16,0 3 0 15,-5-3 0-15,-3-5 0 0,-1 1 0 16,-12-11 0-16,18 18-38 16,-18-18-48-16,12 0-3 15</inkml:trace>
  <inkml:trace contextRef="#ctx0" brushRef="#br4" timeOffset="76720.24">14587 15979 444 0,'0'0'3'0,"0"0"2"0,-13 1 1 15,3 6 1-15,-2 2 1 16,-1 5 0-16,-1 1 0 15,-2 5 1-15,2 0-4 0,3 5-1 16,1-3 0-16,10-3-4 16,0 2 0-16,8-6 0 15,7-3 0-15,2-5 0 16,6-2 0-16,2-5 0 0,4-3 0 16,-3-4 0-16,1-3 0 15,-5-5 0-15,0-2 0 16,-10 0 0-16,-4-6 0 15,-8 1 0-15,-2 0 0 16,-9 0 0-16,-5 1 0 0,-7 2 0 16,2 6 0-16,-2 6 0 15,0 2 0-15,0 3 0 16,7 2-23-16,5 13-51 0,11-13-15 16</inkml:trace>
  <inkml:trace contextRef="#ctx0" brushRef="#br4" timeOffset="77023.03">14842 15824 452 0,'0'0'6'0,"0"0"1"16,0 0 3-16,0 0 0 16,0 0 1-16,0 0 0 0,0 0-7 15,-5 0-4-15,5 13 0 16,-4 4 0-16,1 8 0 15,-5 5 0-15,1 4 0 16,0 2 0-16,-1 3 0 0,0-5 0 16,3-2 0-16,3-4 0 15,2-3 0-15,5-10 0 16,5 0 0-16,5-9 0 16,3 0 0-16,3-6 0 0,7 0 0 15,-3-6 0-15,5 0 0 16,-5-7-4-16,-7 2-83 15,1-1-3-15</inkml:trace>
  <inkml:trace contextRef="#ctx0" brushRef="#br4" timeOffset="77236.54">14758 15966 436 0,'0'0'5'0,"0"0"2"15,0 0 2-15,0 0 1 16,13 0 0-16,-4 0 1 16,1 0 0-16,8 0 1 15,4 0-12-15,2 2 0 0,1-2 0 16,5 8-23-16,-5-5-62 16,3-2-3-16</inkml:trace>
  <inkml:trace contextRef="#ctx0" brushRef="#br4" timeOffset="77970.1">15083 15990 432 0,'0'0'6'0,"0"0"1"0,0 0 1 0,0 0 1 16,8 0 1-16,5-3 1 16,-4 3 0-16,6-1 0 15,3 1-5-15,2 0-6 16,4 0 0-16,6 0 0 15,-4 0 0-15,3 1 0 0,-2 5 0 16,-4-3 0-16,-4 3 0 16,-4 0 0-16,-5 1 0 15,-10-7 0-15,2 20 0 0,-6-7 0 16,-11 1 0-16,-5-2 0 16,-5 6 0-16,-7-6 0 15,-1 6 0-15,6-6 0 16,-5 1 0-16,11-1 0 0,2-4 0 15,6-4 0-15,13-4 0 16,-2 13 0-16,8-11 0 16,8 0 0-16,9 1 0 0,0-3 0 15,11 2 0-15,3-2 0 16,2 0 0-16,-4 0 0 16,-3 0 0-16,1-2 0 15,-11 2 0-15,-2 0 0 16,-5 0 0-16,-8 0 0 15,-7 0 0-15,0 0 0 0,0 0 0 16,0 7 0-16,0-7 0 16,-10 8 0-16,10-8 0 15,-14 20-64-15,14-20-26 16,0 0-1-16</inkml:trace>
  <inkml:trace contextRef="#ctx0" brushRef="#br4" timeOffset="78470.32">15774 15785 408 0,'0'0'8'0,"0"0"2"0,5-11 4 0,-5 11 0 16,3-6 2-16,-3 6 1 0,0 0 0 16,5-10-10-16,-5 10-7 15,-13 12 0-15,-2 5 0 16,-2 12 0-16,-3 9 0 0,-7 7 0 16,7 4 0-16,-5 5 0 15,5 0 0-15,3 2 0 16,7-7 0-16,8-4 0 15,2-5 0-15,2-9 0 16,12-3 0-16,7-6 0 0,4-7 0 16,2-5 0-16,8-3 0 15,-6-7 0-15,11-10-80 16,-5 3-10-16</inkml:trace>
  <inkml:trace contextRef="#ctx0" brushRef="#br4" timeOffset="79053.25">16008 15884 452 0,'0'0'5'16,"0"0"2"-16,0 0 1 16,0 0 1-16,0 0 1 0,0 0 0 15,0 0 0-15,0 0-10 16,-18 0 0-16,8 8 0 16,-6 6 0-16,0 3 0 15,-4 8 0-15,3 3 0 0,-1 4 0 16,6 3 0-16,2-4 0 15,5 1 0-15,5-1 0 16,0-7 0-16,13-4 0 16,1-5 0-16,6-7 0 0,3-4 0 15,3-4 0-15,0-4 0 16,-1-7 0-16,4-1 0 16,-6-8 0-16,-4 1 0 0,-1-9 0 15,-8-2 0-15,-2-5 0 16,-8 1 0-16,0-2 0 15,-8 3 0-15,-2-2 0 16,-5 8 0-16,-2 5 0 16,-1 7 0-16,1 5 0 0,2 7 0 15,-4 6 0-15,6 4 0 16,-2 8 0-16,6 5 0 16,3 3 0-16,1-2 0 15,5 10 0-15,2-5 0 0,11-1 0 16,2 0 0-16,3-7 0 15,3-1 0-15,7-8 0 16,4 4 0-16,0-8-70 16,4-5-20-16</inkml:trace>
  <inkml:trace contextRef="#ctx0" brushRef="#br4" timeOffset="79586.67">16251 16015 485 0,'0'0'5'0,"0"0"1"0,0 0 2 0,0 0-1 16,-10-5-7-16,10 5 0 0,0-8 0 16,0 8 0-16,13-12 0 15,-1 8 0-15,3 1 0 16,0 0 0-16,5 2 0 0,-3 1 0 15,1 0 0-15,2 7 0 16,-8 0 0-16,-3 0 0 16,2 5 0-16,-11-1 0 15,0 1 0-15,-8 1 0 0,-2 1 0 16,-4-2 0-16,-6-2 0 16,2 3 0-16,1-6 0 15,5 1 0-15,1-1 0 16,11-7 0-16,-10 12 0 15,10-12 0-15,10 11 0 0,3-6 0 16,2 0 0-16,7 2 0 16,-1 2 0-16,0 0 0 15,2-2 0-15,-6 0 0 16,-4 0 0-16,-4 3 0 16,-2 3 0-16,-7-5 0 0,-7 0 0 15,-5 1 0-15,-7-1 0 16,-2 0 0-16,-3-2 0 0,-8-1 0 15,-1-1 0-15,-5-1 0 16,6-3 0-16,0 0 0 16,4 0 0-16,2-12-17 15,-4 2-70-15,19-7-3 16</inkml:trace>
  <inkml:trace contextRef="#ctx0" brushRef="#br4" timeOffset="79890.31">16571 15654 469 0,'0'0'6'0,"0"0"1"0,0 0 1 0,0 0 1 0,0 0 0 15,0 0-6-15,0 0-3 16,16 9 0-16,1 11 0 15,-4 5 0-15,4 7 0 0,3 9 0 16,-3 5 0-16,0 6 0 16,-7-2 0-16,-2 4 0 15,-5-2 0-15,-6-3 0 16,-7 1 0-16,-10-7 0 16,-7 1 0-16,-5-14 0 0,-6 2 0 15,-4-10 0-15,5 7 0 16,9-15-78-16,-6-10-15 15</inkml:trace>
  <inkml:trace contextRef="#ctx0" brushRef="#br4" timeOffset="86637.56">17014 15936 439 0,'0'0'5'0,"0"0"2"0,0 0 3 15,0 0 0-15,0 0 2 0,0-10-1 16,0 10 1-16,0 0-7 16,0 0-5-16,-10 5 0 15,10-5 0-15,-5 12 0 16,3-1 0-16,-1-4 0 16,3 3 0-16,0-10 0 0,7 15 0 15,-7-15 0-15,21 7 0 16,-9-4 0-16,3-3 0 15,-3-3 0-15,4-3 0 16,-7-1 0-16,1 0 0 0,-3 0 0 16,-4-3 0-16,-3 10 0 15,-5-13 0-15,-10 11 0 16,0-1 0-16,0 3 0 16,-3 3 0-16,-1 4 0 0,1 3 0 15,4 0 0-15,9 1-27 16,5-3-62-16,0-8-4 15</inkml:trace>
  <inkml:trace contextRef="#ctx0" brushRef="#br4" timeOffset="112870.24">17526 15721 461 0,'0'0'5'0,"0"0"3"15,0 0 1-15,0 0 0 0,7-10 0 16,-7 10 1-16,0 0-10 15,3 7 0-15,0 8 0 16,-3 2 0-16,0 7 0 16,2 4 0-16,3 1 0 0,-3 4 0 15,3-1 0-15,-3 1 0 16,1-1 0-16,-3-10 0 16,2 5-5-16,-4-4-51 0,2-8-32 15,-3-7-1-15</inkml:trace>
  <inkml:trace contextRef="#ctx0" brushRef="#br4" timeOffset="113170.06">17330 15691 390 0,'0'0'6'0,"0"0"2"16,0 0 2-16,0 0 1 15,0-12 2-15,0 12 0 16,5-11 1-16,2 1 1 16,6 0-5-16,6 0-2 15,4-1-2-15,6-2 1 0,9-2-7 16,1 3 0-16,4-3 0 16,-1 5 0-16,3 0 0 15,-6 5 0-15,-4-1 0 16,0 6 0-16,-10 0 0 0,0 6-17 15,0 5-67-15,-19 0-2 16</inkml:trace>
  <inkml:trace contextRef="#ctx0" brushRef="#br4" timeOffset="113570.21">17670 15790 453 0,'0'0'4'0,"0"0"3"16,0 0 0-16,0 0 0 15,5 0 1-15,-5 0 1 0,12 0-1 16,1 1 0-16,-1 6-8 16,3 0 0-16,5 7 0 15,-3-2 0-15,6 6 0 16,-4 1 0-16,2 1 0 15,-4 1 0-15,-5-4 0 16,-2 0 0-16,-3-2 0 0,-3-2 0 16,-4-4 0-16,0-9 0 15,-13 7 0-15,1-7 0 16,1 0 0-16,-1-4 0 0,5-3 0 16,0-8 0-16,3-5 0 15,4 0 0-15,6-2 0 16,6 2 0-16,3-3 0 0,5 6 0 15,0 2 0-15,5 6 0 16,-4-1 0-16,12 7-41 16,-6 3-44-16,-2 0-3 15</inkml:trace>
  <inkml:trace contextRef="#ctx0" brushRef="#br4" timeOffset="114487.63">18206 15785 468 0,'0'0'4'16,"0"0"2"-16,0 0 1 0,0 0 0 16,-9-4 0-16,9 4 0 15,-18 0-2-15,8 6-5 16,1 2 0-16,-4 6 0 16,1 1 0-16,2 3 0 0,4-1 0 15,-1 3 0-15,7-3 0 16,0-4 0-16,2 1 0 15,7-4 0-15,-9-10 0 16,14 8-3-16,-4-8 1 0,0-3 2 16,0-9 1-16,-1-1 0 15,5-4 2-15,-5 0-3 16,3-8 0-16,-1 5 0 16,-2 1 0-16,1 3 0 0,-2 2 0 15,-8 14 0-15,10-8 0 16,-10 8 0-16,5 8 0 15,-3 5 0-15,-2 1 0 16,5 1 0-16,-3 2 0 0,4-2-2 16,-1 0-2-16,-3-5 1 15,-2-10 0-15,17 12 0 16,-17-12 2-16,18 0 0 16,-9-8 2-16,2-1-1 0,4-3 2 15,0-3-1-15,-4 0 1 16,2 0-1-16,0-1 0 15,-3 8 0-15,-3-3-1 16,-7 11 1-16,0 0-2 16,11-2 1-16,-11 2 0 0,0 14-1 15,-3-1 0-15,3-1 0 16,-2 1 0-16,2-1 0 16,0 1 0-16,5-3 0 0,4-3 1 15,3-5 0-15,6-2 0 16,0 0 1-16,1-4 1 15,4-9 0-15,2 1 1 16,-4-3 0-16,2-3 1 0,-3 1-4 16,-3 0 0-16,-6 2 0 15,-2 0 0-15,-4 3 0 16,-5 2 0-16,0 10 0 16,-10-8 0-16,3 8 0 0,-8 0 0 15,-2 8 0-15,2-1 0 16,0 5 0-16,2 4 0 15,1-4 0-15,5 3 0 16,5 2 0-16,2-2 0 0,7 0 0 16,7-3 0-16,4 1 0 15,1-3 0-15,4-1 0 16,-3-2 0-16,-1 2 0 16,-1-2 0-16,-2 0 0 0,-7-2 0 15,-9-5 0-15,0 17 0 16,0-17 0-16,-18 16 0 15,2-9 0-15,-7 0 0 16,-2-2 0-16,-3 1 0 0,1-5 0 16,-5 5 0-16,10-6 0 15,-3 0 0-15,10 0-2 16,0-7-30-16,0 1-53 16,15-5-3-16</inkml:trace>
  <inkml:trace contextRef="#ctx0" brushRef="#br4" timeOffset="115325.95">18808 15711 467 0,'0'0'4'0,"0"0"1"0,0 0 1 0,0 0 1 0,7 0-1 16,-7 0 2-16,16 0 0 0,-7 0-8 15,3 0 0-15,6 1 0 16,1 8 0-16,4 3 0 16,0 0 0-16,-1 5 0 15,-5 1 0-15,-1 1 0 16,-7 1 0-16,-4 0 0 0,-5-5 0 15,-5 5 0-15,-7-8 0 16,-8 1 0-16,0-6 0 16,-2 0 0-16,-1-2 0 15,-2-5 0-15,11 0 0 16,-4 0 0-16,18 0 0 0,-9-16 0 16,13 2 0-16,11-2 0 15,5-9 0-15,10 2 0 16,-3-2 0-16,6 3 0 0,-1-3 0 15,0 6 0-15,-7-2 0 16,-6 13 0-16,-1-3 0 16,-2 4 0-16,-16 7 0 15,9 0 0-15,-9 0 0 0,-2 18 0 16,-3-7 0-16,-1 9 0 16,-1 3 0-16,-3-1 0 15,6 3 0-15,1-1 0 16,3-1 0-16,0-3 0 0,12-4 0 15,6-2 0-15,-1-7 0 16,9 0 0-16,3-7 0 16,5 2 0-16,-4-7-13 15,-7 1-75-15,9-9-3 0</inkml:trace>
  <inkml:trace contextRef="#ctx0" brushRef="#br4" timeOffset="115652.65">19541 15418 481 0,'0'0'5'0,"0"0"1"0,5 0 1 0,-5 0 0 15,0 0-2-15,5 8-5 16,-5 6 0-16,-2 8 0 15,-6 3 0-15,-10 12 0 0,6 5 0 16,-3 10 0-16,1 6 0 16,-2-1 0-16,4 0 0 15,7-3 0-15,0 1 0 16,5-8 0-16,5-7 0 0,7-6 0 16,9-6 0-16,0-9 0 15,2-6 0-15,9-3 0 16,-7-6-51-16,5-6-38 15,-3-10-4-15</inkml:trace>
  <inkml:trace contextRef="#ctx0" brushRef="#br4" timeOffset="116187.19">19795 15473 487 0,'0'0'5'0,"0"0"1"0,0 0 1 16,9-3-1-16,-9 3-6 16,0 0 0-16,0 0 0 15,11 10 0-15,-11 3 0 0,-4 4 0 16,0 6 0-16,-4 2 0 15,-4 4 0-15,-3 5 0 16,-2-1 0-16,-6-1 0 16,2 0 0-16,-3-2 0 0,3-4 0 15,0-9 0-15,3 4 0 16,4-11 0-16,4-1 0 16,10-9 0-16,0 0 0 0,0 0 0 15,0 0 0-15,20 6 0 16,-3-6 0-16,6 0 0 15,4-3 0-15,2 0 0 16,1 1 0-16,6 0 0 16,-6-1 0-16,-1 3 0 0,-3 0 0 15,-5 0 0-15,-3 0 0 16,-6 0 0-16,-5 0 0 16,-7 0 0-16,0 0 0 15,0 0 0-15,0 0 0 0,0 0 0 16,-4 0 0-16,4 0 0 15,-12-2 0-15,12 2 0 16,-16-7 0-16,11-3-68 0,5 10-23 16</inkml:trace>
  <inkml:trace contextRef="#ctx0" brushRef="#br4" timeOffset="116753.39">20057 15712 511 0,'0'0'0'0,"0"0"0"0,0 0 0 0,0 0 0 0,0-4 0 15,0 4 0-15,0 0 0 16,13-12 0-16,-5 9 0 16,1 1 0-16,4-2 0 15,2 3 0-15,0 1 0 0,-3 0 0 16,1 0 0-16,-1 5 0 16,-2 0 0-16,-10-5 0 15,10 9 0-15,-10-9 0 0,0 13 0 16,0-13 0-16,-8 17 0 15,3-4 0-15,-4-3 0 16,4 0 0-16,-3-1 0 16,3 1 0-16,2 1 0 15,3-3 0-15,0 5 0 0,5-3 0 16,6 0 0-16,-1 3 0 16,5-3 0-16,-5 2 0 15,4 0 0-15,-1 1 0 16,-3-3 0-16,-2 2 0 0,-1 0 0 15,-5 1 0-15,-2-3 0 16,-2 0 0-16,-6 0 0 16,-4-3 0-16,-4 0 0 15,0-1 0-15,-7 0 0 0,-2-3 0 16,-3 0 0-16,2-3 0 16,-1 0 0-16,-1-12-13 15,1-4-75-15,9 2-4 16</inkml:trace>
  <inkml:trace contextRef="#ctx0" brushRef="#br4" timeOffset="117053.16">20328 15443 473 0,'0'0'4'0,"0"0"3"0,13 0 1 0,-3 0 2 0,2 7-1 16,3 3-9-16,2 5 0 15,6 5 0-15,0 8 0 0,2 1 0 16,4 6 0-16,-7 5 0 16,1-1 0-16,-1 0 0 15,-7 1 0-15,-7 0 0 16,-6 2 0-16,-4-7 0 0,-16-4 0 16,-7-1 0-16,-2 3 0 15,-8-10 0-15,-4-2 0 16,2-1 0-16,-6-10 0 15,8 3 0-15,3-8 0 16,4-4-89-16,9-5-5 0</inkml:trace>
  <inkml:trace contextRef="#ctx0" brushRef="#br4" timeOffset="120320.45">19111 10424 221 0,'0'0'7'0,"0"0"3"0,0 0 3 16,0 0 2-16,0 0 3 15,0 0 2-15,0 0 3 16,0 0 0-16,0 0-2 16,-11-10-2-16,11 10-2 0,0 0-3 15,0 0-1-15,0 0-2 16,0 0-1-16,-9-2-2 15,9 2-1-15,0 0-1 16,0 0 0-16,0 0-1 0,0 0 0 16,0 0-1-16,0 0 1 15,0 0-1-15,0 0-1 16,0 0 0-16,0 0-3 16,0 0 0-16,7-11 0 15,-7 11 0-15,16-2 0 0,-4 2 0 16,-3 0 0-16,4 0 0 15,2-2 0-15,0 2 0 16,-5 0 0-16,8 0 0 0,-4 0 0 16,2 0 0-16,0 0 0 15,2 0 0-15,-1 0 0 16,3-3 0-16,-2 3 0 16,1-2 0-16,-1 2 0 0,5-3 0 15,-6 1 0-15,5-1 0 16,-5 3 0-16,6-2 0 15,-3-1 0-15,3 3 0 16,-2-3 0-16,0 3 0 0,-1-1 0 16,-3 1 0-16,3-3 0 15,-1 3 0-15,-4 0 0 16,2 0 0-16,4-3 0 16,-4 3 0-16,3 0 0 0,2-1 0 15,-2 1 0-15,2-4 0 16,-2 2 0-16,1 2 0 15,0-3 0-15,2 1 0 16,-3 2 0-16,-1-3 0 0,2 0 0 16,1 3 0-16,-3-1 0 15,4 1 0-15,-3 0 0 16,5-3 0-16,-5 3 0 16,2 0 0-16,-2 0 0 0,-3 0 0 15,1 0 0-15,-4 0 0 16,4 0 0-16,-6-3 0 15,1 3 0-15,-1 0 0 16,0-1 0-16,4 1 0 0,-4-3 0 16,3 3 0-16,0-3 0 15,0 0 0-15,-3 1 0 16,4 0 0-16,-4 2 0 0,3-2 0 16,-3-1 0-16,-2 3 0 15,0-3 0-15,-10 3 0 16,12-2 0-16,-12 2 0 15,0 0 0-15,10 0 0 16,-10 0 0-16,0 0 0 16,0 0 0-16,0 0 0 0,0 0 0 15,0 0 0-15,0 0 0 16,0 0 0-16,0 0 0 16,0 0 0-16,0 0 0 0,0 0 0 15,0 0 0-15,0 0 0 16,0 0 0-16,0 0 0 15,-7 0 0-15,7 0 0 16,-8 0 0-16,8 0 0 0,-13 2-22 16,13-2-50-16,-17 3-18 15</inkml:trace>
  <inkml:trace contextRef="#ctx0" brushRef="#br4" timeOffset="121086.71">19107 10501 277 0,'0'0'7'0,"0"0"5"0,0 0 3 0,0 0 3 16,0 0 2-16,0 0 2 0,0 0 1 16,0 0 0-16,0 0-6 15,0 0-4-15,0 0-3 16,0 0-3-16,0 0-2 16,2-2 0-16,8 2-1 0,4-3 0 15,5 3 0-15,7 0 1 16,11-3-1-16,3 1 1 15,10-3-1-15,7 2 1 16,8 1-3-16,-1-3-2 0,10-3 0 16,-1 3 0-16,0 0 0 15,5 1 0-15,-1-4 0 16,-2 0 0-16,-3 2 0 16,-4-2 0-16,-7 1 0 0,-4-1 0 15,-9 3 0-15,-8 0 0 16,-11 0 0-16,-9 5 0 15,-5-2 0-15,-5-1 0 16,-10 3 0-16,0 0 0 0,0 0 0 16,0 0 0-16,0 0 0 15,0 0 0-15,0 0 0 16,0 0 0-16,0 0 0 16,0 0 0-16,0 0 0 0,0 0 0 15,-5 5 0-15,5-5 0 16,-15 3 0-16,5-1 0 15,0 3 0-15,-2-2 0 16,-1 2 0-16,-1-5 0 0,1 5 0 16,-2-3-2-16,5 0-37 15,10-2-48-15,-17 3-3 16</inkml:trace>
  <inkml:trace contextRef="#ctx0" brushRef="#br0" timeOffset="124402.63">19094 10442 301 0,'0'0'6'0,"0"0"4"0,0 0 4 0,0 0 2 16,0 0 3-16,0 0 4 15,-5-10-1-15,5 10 1 16,0 0-4-16,0 0-5 16,0 0-4-16,0 0-3 0,0 0-2 15,0 0-2-15,0 0-1 16,0 0 0-16,0 0 1 16,7 0 0-16,8 0 0 15,5 0 0-15,7 0 0 0,8 0-3 16,8 0 0-16,3 0 0 15,12-6 0-15,-1 4 0 16,3-1 0-16,2-1 0 0,2 1 0 16,-7-2 0-16,3 3 0 15,0-1 0-15,-5 0 0 16,-4-1 0-16,-1 1 0 16,-3 3 0-16,-7-5 0 0,-2 5 0 15,-4-2 0-15,-9 2 0 16,-2 0 0-16,-9-3 0 15,-2 3 0-15,-1 0 0 16,-11 0 0-16,14 0 0 16,-14 0 0-16,13-5 0 15,-13 5 0-15,12 0 0 0,-12 0 0 16,8-3 0-16,-8 3 0 16,0 0 0-16,0 0 0 15,0 0 0-15,0 0 0 0,0 0 0 16,0 0 0-16,0 0 0 15,0 0 0-15,0 0 0 16,0 0 0-16,0 0 0 16,0 0 0-16,0 0 0 0,0 0 0 15,0 0 0-15,0 0 0 16,0 0 0-16,0 0 0 16,0 0 0-16,0 0 0 0,0 0 0 15,0 0 0-15,0 0 0 16,0 0 0-16,0 0-34 15,0 0-54-15,0 0-3 16</inkml:trace>
  <inkml:trace contextRef="#ctx0" brushRef="#br0" timeOffset="124941.23">20085 10181 398 0,'0'0'5'0,"0"0"3"0,0 0 3 0,0 0 1 0,0 0 2 16,-10-10 0-16,10 10 0 16,0 0 0-16,0 0-5 15,0 0-3-15,0 0-3 16,6 12 0-16,6 1-3 0,5-3 0 15,1 5 0-15,3-3 0 16,7 5 0-16,2-2 0 16,-1 1 0-16,1-2 0 0,-2-2 0 15,-6 1 0-15,-5-3 0 16,1 0 0-16,-8 1 0 16,-6 2 0-16,-4-1 0 15,-7 4 0-15,-7-1 0 0,-4 4 0 16,-2-1 0-16,-2 4 0 15,-5-2 0-15,-1 0 0 16,3-1 0-16,3 5 0 16,2-5 0-16,-2-2 0 0,7-2 0 15,2 0 0-15,6-4 0 16,-3 0 0-16,10-11 0 16,-5 14 0-16,5-14 0 15,0 11 0-15,0-11 0 16,0 0 0-16,0 0 0 0,0 0 0 15,0 0 0-15,5 5 0 16,-5-5 0-16,10 0 0 16,-10 0-38-16,0-10-50 0,10 0-2 15</inkml:trace>
  <inkml:trace contextRef="#ctx0" brushRef="#br0" timeOffset="125586.89">20558 10629 430 0,'0'0'8'0,"0"0"-1"0,0-7 4 0,0 7 1 0,0 0 1 0,0 0-1 15,0 0 0-15,0 0-6 16,-13 7-6-16,-2 7 0 16,2 0 0-16,-1 5 0 15,-8 6 0-15,-2 2 0 16,5-2 0-16,-3 0 0 0,1 3 0 15,4-6 0-15,-3-3 0 16,3-1 0-16,2-3 0 16,3-5 0-16,1 0 0 15,2-9-16-15,9-1-30 0,0 0-42 16,0 0-1-16</inkml:trace>
  <inkml:trace contextRef="#ctx0" brushRef="#br0" timeOffset="126041.01">20309 10662 412 0,'0'0'6'0,"0"0"3"0,0 0 2 16,0 0 1-16,0 0 1 16,5-8-1-16,-5 8 0 15,0 0 1-15,10 5-4 16,-3 8-7-16,3 2-2 0,2 1 0 15,6 7 0-15,-1-3 0 16,6 5 0-16,-1-3 0 16,2-1 0-16,-1-3 0 15,-3 0 0-15,-1-3 0 16,-1-5 0-16,-3-1 0 16,0 0 0-16,-8-5 0 0,-7-4 0 15,13 7 0-15,-13-7 0 16,0 0 0-16,0 0 0 15,0 0 0-15,0 0 0 0,0 0 0 16,0 0 0-16,0 0 0 16,0 0 0-16,0 0 0 15,0 0 0-15,0 0 0 16,0 0 0-16,0 0 0 0,0 0 0 16,0 0 0-16,0 0 0 15,0 0 0-15,0 0 0 16,0 0 0-16,-8-3 0 0,8 3 0 15,0 0-41-15,-12-8-48 16,12 8 0-16</inkml:trace>
  <inkml:trace contextRef="#ctx0" brushRef="#br0" timeOffset="128656.14">19183 10412 271 0,'0'0'9'0,"0"0"3"0,0 0 3 0,0 0 4 16,0 0 0-16,0 0 2 0,0 0 3 15,0 0-1-15,0 0-8 16,0 0-1-16,0 0-3 16,0 0-1-16,0-11-2 15,0 11-1-15,5-14 1 16,-3 3-2-16,-2-3 2 0,9-5-2 16,-7-4-1-16,0-4-5 15,1-5 0-15,-3-8 0 16,0-7 0-16,0-3 0 0,-3-6 0 15,-5-6 0-15,3-6 0 16,1 2 0-16,-1-5 0 16,0 5 0-16,0-1 0 15,-3 8 0-15,5 4 0 0,1 6 0 16,0 7 0-16,2 5 0 16,-4 4 0-16,4 9 0 15,0 1 0-15,-1 6 0 16,1 5 0-16,0-1 0 0,0 13 0 15,0-12 0-15,0 12 0 16,0 0 0-16,0 0 0 16,-3-10 0-16,3 10 0 15,0 0 0-15,0 0 0 0,0 0 0 16,0 0 0-16,0 0 0 16,0 0 0-16,0 0 0 15,0 0 0-15,0 0 0 16,0 0 0-16,0 0 0 15,0 0 0-15,0 0 0 0,0 0 0 16,0 0 0-16,0 0 0 16,-2-10 0-16,2 10 0 0,0 0 0 15,0 0 0-15,0-10 0 16,0 10 0-16,0 0 0 16,0 0 0-16,0 0 0 15,0 0 0-15,0-7 0 16,0 7 0-16,0 0 0 0,5-10 0 15,-5 10 0-15,0 0 0 16,1-10 0-16,-1 10 0 16,0 0 0-16,0 0 0 15,0 0 0-15,0 0 0 0,0 0 0 16,0 0 0-16,0 0 0 16,0-10 0-16,0 10 0 15,0 0 0-15,0 0 0 16,0 0 0-16,0 0 0 0,0 0 0 15,0 0 0-15,0 0 0 16,0 0 0-16,0 0 0 16,0 0 0-16,0 0 0 15,0 0 0-15,0 0 0 0,0 0 0 16,0 0 0-16,0 0 0 16,0 0 0-16,0 0 0 15,0 0 0-15,0 0 0 16,0 0 0-16,0 0 0 0,0 0 0 15,0 0 0-15,0 0 0 16,0 0 0-16,0 0 0 16,0 0 0-16,0 0 0 15,0 0 0-15,0 0 0 0,0 7 0 16,-1 4 0-16,-6 1 0 16,-2 5 0-16,-3 5 0 15,0 3 0-15,-3 5 0 16,-8 2 0-16,7-2 0 0,-5 2 0 15,2-5 0-15,1 0 0 16,4-5 0-16,1-1 0 16,3-4 0-16,1-7 0 15,0-1 0-15,9-9 0 0,-4 11 0 16,4-11 0-16,0 0 0 16,0 0 0-16,0-15 0 15,4 0 0-15,5-5 0 16,3-5 0-16,0-5 0 0,3-2 0 15,2-2 0-15,3-1 0 16,0-2 0-16,0 7 0 16,0 1 0-16,0 1 0 0,-6 3 0 15,2 8 0-15,-7 5 0 16,-1 2 0-16,-8 10 0 16,9-5 0-16,-9 5 0 15,11 3 0-15,-6 5 0 0,0 3 0 16,4 4 0-16,4 3 0 15,-1-1 0-15,6 5 0 16,-1-3 0-16,1-1 0 16,4-3 0-16,-6 2 0 15,8-5 0-15,-6-1 0 0,-4-4 0 16,0 0 0-16,-2-2 0 16,-1 1 0-16,-11-6 0 15,13 2 0-15,-13-2 0 0,0 0 0 16,0 0 0-16,0 0-26 15,0 0-63-15,-6-10-3 16</inkml:trace>
  <inkml:trace contextRef="#ctx0" brushRef="#br0" timeOffset="129136.63">19245 8972 389 0,'0'0'8'0,"0"0"4"0,0 0 2 15,0 0 2-15,0 0 2 0,0 0 1 16,5-7-1-1,-5 7-1-15,0 0-17 0,7-2 0 16,-7 2 0-16,18 9 0 16,-6 4 0-16,4 2 0 15,0 2 0-15,7 3 0 16,-3 2 0-16,-1-2 0 0,4 2 0 16,0-5 0-16,-3-2 0 15,-3-2 0-15,1-3 0 16,-6-3 0-16,1 1 0 0,-13-8 0 15,12 4 0-15,-12-4 0 16,0 0 0-16,0 0 0 16,0 0 0-16,0 0 0 15,0 0 0-15,0 0 0 0,0 0 0 16,0 0 0-16,0 0 0 16,0 0 0-16,0 0-8 15,-3-14-77-15,3 14-4 16</inkml:trace>
  <inkml:trace contextRef="#ctx0" brushRef="#br0" timeOffset="129420.24">19643 8955 457 0,'0'0'6'0,"0"0"2"16,-3-8 2-16,3 8 1 15,0 0 1-15,0 0-5 16,-10-4-7-16,10 4 0 0,-10 10 0 16,3 7 0-16,-3 7 0 15,0 6 0-15,0 8 0 16,-2 1 0-16,-1 6 0 0,6-3 0 16,-3-2 0-16,5-3 0 15,0-3 0-15,5-4 0 16,0-3 0-16,0-2 0 15,2-3 0-15,-2 1-52 0,8-9-36 16,-5-1-2-16</inkml:trace>
  <inkml:trace contextRef="#ctx0" brushRef="#br0" timeOffset="130252.48">19135 10481 289 0,'0'0'9'0,"0"0"3"0,0 0 5 16,0 0 2-16,0 0 3 0,0 0 0 16,0 0 1-16,0 0 0 15,0 0-8-15,-9 2-4 16,-1 6-4-16,3 2-1 16,-11 7-3-16,-2 3-1 0,3 7 0 15,-8 3-1-15,-5 7 1 16,-4 3 0-16,-6 7 0 15,-3-2 1-15,-6 6-1 16,-2-1 0-16,-3-1 2 0,-3 4 0 16,1-6 0-16,1 3-1 15,0-7-3-15,5 1 0 16,1-2 0-16,3-1 0 0,7-4 0 16,-1-2 0-16,6-2 0 15,2-7 0-15,2-1 0 16,5-3 0-16,2-1 0 15,9-4 0-15,-2-5 0 16,7-2 0-16,-2-3 0 0,11-7 0 16,-5 8 0-16,5-8 0 15,0 0 0-15,0 0 0 16,0 0 0-16,0 0 0 16,0 0 0-16,0 0-6 0,-9-11-27 15,9 11-51-15,0-12-4 16</inkml:trace>
  <inkml:trace contextRef="#ctx0" brushRef="#br0" timeOffset="130804.4">18157 11222 441 0,'0'0'6'0,"0"0"3"0,0-13 1 0,0 13 2 0,0 0-1 16,0 0 0-16,0 0 0 16,0 0-11-16,0 13 0 0,-2 4 0 15,-4 8 0-15,-1 2 0 16,-3 4 0-16,-3 4 0 15,1-2 0-15,3 2 0 16,-4-9 0-16,-2 2 0 16,6-3 0-16,-5-8 0 0,5 1 0 15,2-6 0-15,1-1 0 16,6-11 0-16,-5 11 0 16,5-11 0-16,7 3 0 15,9-3 0-15,2-3 0 0,3-2 0 16,4 1 0-16,5-7 0 15,4 2 0-15,1-1 0 16,0 0 0-16,-3 3 0 0,-2-1 0 16,-3 3 0-16,-4 0 0 15,-5 0 0-15,-7 3 0 16,-11 2 0-16,13 0 0 16,-13 0 0-16,0 0 0 0,0 0 0 15,0 0 0-15,0 9 0 16,0-9 0-16,-7 8 0 15,7-8 0-15,-12 10 0 16,7-1 0-16,-8-6-42 0,3 5-48 16,1-6-3-16</inkml:trace>
  <inkml:trace contextRef="#ctx0" brushRef="#br0" timeOffset="132588.23">17468 11966 377 0,'0'0'9'0,"0"0"2"0,0 0 2 0,-2-4 2 0,2 4 1 16,0 0 0-16,0 0 1 15,-2-9 1-15,2 9-8 0,0 0-1 16,0 0-9-16,0 0 0 15,0 0 0-15,4-3 0 16,-4 3 0-16,16-3 0 0,-2 1 0 16,4 0 0-16,5-4 0 15,9 2 0-15,0-4 0 16,5 3 0-16,5-1 0 16,-5-2 0-16,6-1 0 0,-6 2 0 15,-5 3 0-15,-4 1 0 16,-8 3 0-16,-3-2 0 15,-10 2 0-15,-7 0 0 16,1 9 0-16,-2-2 0 16,-9 10 0-16,-4-1 0 0,-6 1 0 15,-3 6 0-15,-7 1 0 16,-2 1 0-16,-3 3 0 16,-2 2 0-16,-1-6 0 0,5 3 0 15,-8-4 0-15,9 1 0 16,0-6 0-16,7 1 0 15,8-9 0-15,-1 3 0 16,8-8 0-16,10-5 0 0,-9 7 0 16,9-7 0-16,0 0 0 15,0 0 0-15,0 0 0 16,0 0 0-16,0 0 0 16,0 0 0-16,0 0 0 0,0 0 0 15,0 0 0-15,5 5 0 16,-5-5 0-16,0 0 0 15,0 0 0-15,0 0 0 16,0 0 0-16,0 0 0 0,0 0 0 16,0 0 0-16,0 0 0 15,0 0 0-15,0 0 0 16,0 0 0-16,0 0 0 16,0 0 0-16,0 0 0 15,0 0 0-15,0 0 0 0,0 0 0 16,0 0 0-16,0 0 0 15,0 0 0-15,0 0 0 16,0 0 0-16,0 0 0 0,0 0 0 16,0 0 0-16,0 0 0 15,0 0 0-15,0 0 0 16,0 0 0-16,0 0 0 16,0 0 0-16,0 0 0 0,0 0 0 15,0 0 0-15,0 0 0 16,0 0 0-16,0 0 0 15,0 0 0-15,0 0 0 16,0 0 0-16,0 0 0 0,0 0 0 16,9 3 0-16,-9-3 0 15,0 0 0-15,0 0 0 16,0 0 0-16,0 0 0 16,0 0 0-16,0 0 0 0,0 0 0 15,0 0 0-15,0 0 0 16,0 0 0-16,0 0 0 15,0 0 0-15,0 0 0 16,0 0 0-16,0 0 0 16,0 0 0-16,0 0 0 0,0 0 0 15,0 0 0-15,0 0 0 16,0 0 0-16,0 0 0 16,0 0 0-16,0 0 0 0,0 0 0 15,0 0 0-15,0 0 0 16,0 0 0-16,0 0 0 15,0 0 0-15,0 0 0 0,0 0 0 16,0 0 0-16,0 0 0 16,0 0 0-16,0 0 0 15,0 0 0-15,0 0 0 16,0 0 0-16,0 0 0 16,10 0 0-16,0 0 0 0,5 0 0 15,5-5 0-15,10 0 0 16,0-3 0-16,6 1 0 15,7-1 0-15,0-2 0 16,3 1 0-16,-3-1 0 0,-1 0 0 16,-5 2 0-16,-2-2 0 15,-6 3 0-15,-1 0 0 16,-10 3 0-16,-4 0 0 16,-3 2 0-16,-11 2 0 0,9 0 0 15,-9 0 0-15,0 0 0 16,0 0 0-16,0 0 0 15,0 0 0-15,-9 5 0 16,9-5 0-16,-11 7 0 0,11-7 0 16,-14 11 0-16,14-11 0 15,-16 4 0-15,-5-1-48 16,21-3-45-16</inkml:trace>
  <inkml:trace contextRef="#ctx0" brushRef="#br5" timeOffset="156786.2">18436 12026 302 0,'0'0'6'0,"0"0"3"0,0 0 5 16,9 0 2-16,-9 0 2 16,12 0 3-16,-12 0 0 15,18-2 0-15,-8 0-3 0,-2-1-5 16,1 0-2-16,1-1-3 16,3 1-1-16,1-5-1 15,2 1-1-15,6 0 0 0,-2-4 0 16,2 0 0-16,2-1-5 15,1-1 0-15,3 1 0 16,-1-2 0-16,-2-3 0 16,5 1 0-16,-7-1 0 15,3-4 0-15,-3 1 0 0,0-2 0 16,2-1 0-16,-6 2 0 16,1-10 0-16,0 10 0 15,-3-9 0-15,-4 5 0 0,4-4 0 16,-2-1 0-16,0 3 0 15,-2-3 0-15,-1 3 0 16,-2-6 0-16,0 3 0 16,-3-2 0-16,3 2 0 15,-3 1 0-15,-1-3 0 0,-6 4 0 16,0-3 0-16,0 3 0 16,0 1 0-16,0 2 0 15,-6 0 0-15,-1 0 0 16,-3 3 0-16,1-3 0 0,-2 4 0 15,-1-2 0-15,-1 0 0 16,1 1 0-16,-6-3 0 16,4 3 0-16,-4-1 0 0,4 1 0 15,-4 0 0-15,3 0 0 16,-3-1 0-16,4 1 0 16,-6 6 0-16,5-5 0 15,0 7 0-15,-2-4 0 0,-1 5 0 16,-2-3 0-16,3 2 0 15,-5 3 0-15,1-2 0 16,2 3 0-16,-1 0 0 0,-5 0 0 16,3 0 0-16,-3 3 0 15,-2-3 0-15,2 3 0 16,-6-1 0-16,4 1 0 16,0 0 0-16,-3-1 0 15,6 3 0-15,-6-3 0 0,0 6 0 16,3-6 0-16,-3 6 0 15,0-1 0-15,-2-1 0 16,1 4 0-16,0 0 0 16,-1 0 0-16,-3 0 0 15,3 0 0-15,2 0 0 0,-6 4 0 16,7-1 0-16,-4 2 0 16,7 0 0-16,-2 3 0 15,1-1 0-15,2 1 0 0,0-1 0 16,0 2 0-16,3 4 0 15,-1-1 0-15,1 3 0 16,-1 0 0-16,2 0 0 16,3 2 0-16,-2 4 0 0,3-1 0 15,-1-1 0-15,1 3 0 16,-1 3 0-16,6-3 0 16,-3 3 0-16,0-3 0 15,3 0 0-15,-1 3 0 16,4-5 0-16,-2-2 0 0,4 1 0 15,2-3 0-15,0-2 0 16,3-4 0-16,-3 2 0 16,5-12 0-16,0 13 0 0,0-13 0 15,0 0 0-15,0 0 0 16,0 0 0-16,0 0 0 16,0 0 0-16,0 0 0 15,0 0 0-15,0 0 0 0,0-8 0 16,0-1 0-16,0 9 0 15,2-18-55-15,1 6-38 16,-3 2 0-16</inkml:trace>
  <inkml:trace contextRef="#ctx0" brushRef="#br5" timeOffset="157353.13">17477 10733 391 0,'0'0'5'0,"0"0"3"0,0 0 2 0,0-9 2 15,0 9 2 1,0 0 0-16,-6-11 1 0,6 11 0 16,0 0-4-16,0 0-4 15,-10 6-2-15,2 6-1 16,-1 3-4-16,-1 10 0 0,0 3 0 15,-5 4 0-15,-2 2 0 16,4 2 0-16,1 0 0 16,-3-2 0-16,2-2 0 15,4-4 0-15,-2-3 0 16,4-8 0-16,2 0 0 0,0-7 0 16,5-10 0-16,-5 15 0 15,5-15 0-15,0 0 0 0,5 5 0 16,5-5 0-16,5 0 0 15,2-2 0-15,8-4 0 16,5 1 0-16,5 1 0 16,2-4 0-16,8 2 0 0,-3-1 0 15,1 3 0-15,-4-1 0 16,-4 3 0-16,-8-1 0 16,-2 0 0-16,-8 3 0 15,-4 0 0-15,-13 0 0 16,7 0 0-16,-7 0 0 0,0 0 0 15,0 0 0-15,0 0 0 16,-7 6 0-16,7-6 0 16,-18 4 0-16,18-4 0 15,-14 10 0-15,8 0 0 0,6-10 0 16,-9 15-78-16,11-7-16 16</inkml:trace>
  <inkml:trace contextRef="#ctx0" brushRef="#br5" timeOffset="158169.82">20703 15773 498 0,'0'0'4'0,"0"0"2"0,0 0-3 0,0 0-3 16,0 0 0-16,0 0 0 0,0 0 0 15,0 0 0-15,0 0 0 16,0 0 0-16,0 0 0 15,0 0 0-15,0 0-9 16,3 4-81-16,-3-4-1 0</inkml:trace>
  <inkml:trace contextRef="#ctx0" brushRef="#br5" timeOffset="158803.51">20945 15627 480 0,'0'0'4'16,"0"0"2"-16,0 0 2 15,0 0-1-15,0 0-1 0,0 0-6 16,0 9 0-16,-3 1 0 16,3 5 0-16,0 5 0 15,0 7 0-15,0-2 0 16,0 7 0-16,0-2 0 0,0-1 0 15,0-1 0-15,5-3 0 16,-3-6 0-16,-2-6 0 16,0-1 0-16,0-12 0 0,0 10 0 15,0-10 0-15,0-5 0 16,-4-5 0-16,1-7 0 16,-2-3 0-16,-2-7 0 15,2-6 0-15,2-5 0 0,-2 0 0 16,5 0 0-16,0 1 0 15,0 3 0-15,8 2 0 16,2 7 0-16,4 6 0 16,4 5 0-16,5 7 0 15,4 4 0-15,-3 3 0 0,6 7 0 16,-5 6 0-16,3 2 0 16,-10 5 0-16,-9 0 0 15,-9 2 0-15,0 1 0 16,-15-4 0-16,-5 1 0 0,0-5 0 15,-7-2 0-15,-1-1 0 16,9-5 0-16,-1-2 0 16,2 0 0-16,8 0 0 0,10-5 0 15,-2 13 0-15,7-7 0 16,10 1 0-16,3 3 0 16,4 4 0-16,3 0 0 15,2 1 0-15,1 0 0 16,-2 0 0-16,-6-2 0 0,3-2 0 15,-6 3 0-15,-2-7 0 16,-3 2-32-16,6-4-56 16,-18-5-4-16</inkml:trace>
  <inkml:trace contextRef="#ctx0" brushRef="#br5" timeOffset="159186.71">21317 15750 471 0,'0'0'4'0,"0"0"1"0,0 0 0 0,0 0 2 0,-12 10-1 16,7 3 1-16,-2-1-1 16,-1 5-6-16,0 3 0 15,4 0 0-15,2 0 0 16,2-1 0-16,0-4 0 15,9-2 0-15,7-4 0 0,5-4 0 16,7-2 0-16,-1-3 0 16,1-3 0-16,-1-4 0 15,-2-3 0-15,-6-3 0 16,-3-1 0-16,-12-3 0 0,-4-3 0 16,-2 0 0-16,-16 0 0 15,1-1 0-15,-8 8 0 16,0-3 0-16,-2 7 0 0,-1 3 0 15,4 4 0-15,-1 2 0 16,12 5 0-16,-1-5-14 16,-2 5-75-16,16-5-4 15</inkml:trace>
  <inkml:trace contextRef="#ctx0" brushRef="#br5" timeOffset="160188.75">21588 15723 456 0,'0'0'5'0,"0"0"2"0,0 0 2 16,0 0 1-16,0 0 0 0,0 0 2 15,0 0-10-15,0 0-2 16,0 0 0-16,7 2 0 15,-7-2 0-15,18 0 0 16,-3 0 0-16,3 0 0 0,2-2 0 16,4 2 0-16,1 0 0 15,0 0 0-15,-2 0 0 16,-4 0 0-16,-1 6 0 16,-9 0 0-16,-4 4 0 15,-5 5 0-15,0-1 0 0,-10 2 0 16,-4 0 0-16,-4 5 0 15,-5-1 0-15,3-3 0 16,1 0 0-16,-1 1 0 0,7-4 0 16,4-4 0-16,4 5 0 15,5-15 0-15,0 16 0 16,0-16 0-16,17 7 0 16,-1-6 0-16,0 3 0 15,1-4 0-15,6 2 0 0,-3-2 0 16,0 0 0-16,0 0 0 15,-3 0 0-15,-2 0 0 16,-5-2 0-16,0 2 0 16,-10 0-80-16,12 2-12 15</inkml:trace>
  <inkml:trace contextRef="#ctx0" brushRef="#br5" timeOffset="160521.16">22083 15436 452 0,'0'0'6'0,"0"0"3"0,0 0 1 16,7 0 1-16,-7 0 0 15,0 0 1-15,0 0-12 16,8 14 0-16,-8 4 0 0,-6 7 0 15,-1 6 0-15,0 9 0 16,-5 10 0-16,1 2 0 16,3 3 0-16,4-2 0 15,2-3 0-15,2-6 0 16,5-3 0-16,7-4 0 16,5-7 0-16,6-10 0 0,-4-4 0 15,6-3 0-15,0-11 0 16,8 1-27-16,1-3-62 15,-9-12-3-15</inkml:trace>
  <inkml:trace contextRef="#ctx0" brushRef="#br5" timeOffset="161520.61">21491 15391 409 0,'0'0'7'0,"0"0"3"0,0 0 2 16,12-5 2-16,-12 5 0 0,0 0 1 16,11-5 1-16,-11 5-2 15,4 7-14-15,-1 6 0 16,-3 7 0-16,0 7 0 16,0 5 0-16,0 12 0 0,0-2 0 15,-3 8 0-15,2 0 0 16,-2-1 0-16,1-2 0 15,2-7 0-15,0-3 0 16,5-8 0-16,-4-4 0 0,10-5 0 16,-2 0 0-16,4-10 0 15,2 1 0-15,0-7 0 16,2-1 0-16,3-3 0 16,3 0 0-16,-1-5 0 0,-2-3 0 15,2 3-13-15,-5 3-69 16,-2-10-8-16</inkml:trace>
  <inkml:trace contextRef="#ctx0" brushRef="#br5" timeOffset="161752.57">21466 15562 451 0,'0'0'7'0,"0"0"2"16,0 0 1-16,0 0 1 0,0 0 0 15,-4-8 1-15,4 8-12 16,7-2 0-16,8 2 0 16,7 0 0-16,5 0 0 15,6 0 0-15,14-19-67 0,0 16-22 16</inkml:trace>
  <inkml:trace contextRef="#ctx0" brushRef="#br5" timeOffset="162636.95">22398 15609 449 0,'0'0'6'0,"0"0"2"0,2-10 2 0,-2 10 1 16,0-12 0-16,0 12 0 15,-12-18-6-15,3 11-5 16,-7 3 0-16,4-2 0 0,-6 6 0 15,2 0 0-15,0 6 0 16,2 2 0-16,3 3 0 16,4 1 0-16,5-2 0 15,2 0 0-15,0-10 0 16,21 15 0-16,-3-12 0 0,5-3 0 16,2 0 0-16,0 0 0 15,2-6 0-15,-5-1 0 16,-3-1 0-16,-4 1 0 0,1 1 0 15,-16 6 0-15,9-4 0 16,-9 4 0-16,0 0 0 16,-2 13 0-16,-3-1 0 15,-2 3 0-15,0 4 0 16,3 4 0-16,0 2 0 0,-1 0 0 16,5-6 0-16,0 3 0 15,0-7 0-15,7-1 0 16,-5 4-81-16,-2-18-11 15</inkml:trace>
  <inkml:trace contextRef="#ctx0" brushRef="#br5" timeOffset="162970.45">22658 15579 462 0,'0'0'6'0,"0"0"2"0,0 0 0 15,0 0 1-15,-6 3 1 16,6-3-2-16,-15 20-8 15,8-6 0-15,-3 8 0 16,2 1 0-16,0 2 0 0,4 1 0 16,4-1 0-16,0 0 0 15,12-10 0-15,3-1 0 16,8-6 0-16,1-2 0 16,6-6 0-16,-5-3 0 0,5-8 0 15,-8-3 0-15,1-3 0 16,-10-3 0-16,-5-5 0 15,-8 3 0-15,-8-3 0 16,-5 3 0-16,-10 3 0 0,-7 3 0 16,0 7 0-16,-7 0 0 15,8 5-41-15,1 4-49 16,5 0-2-16</inkml:trace>
  <inkml:trace contextRef="#ctx0" brushRef="#br5" timeOffset="163204.49">22901 15450 496 0,'0'0'5'16,"0"0"1"-16,0 0-2 0,0 0-4 15,0 0 0-15,9 5 0 16,-2 8 0-16,0 6 0 16,11 9 0-16,-2 1 0 15,2 11 0-15,3 3 0 0,-4 3 0 16,-6 4 0-16,-4 1 0 15,-7-3 0-15,-12-2 0 16,-8-1 0-16,-13-4 0 0,-6-9 0 16,-1 2 0-16,10-14-88 15,-15-5-5-15</inkml:trace>
  <inkml:trace contextRef="#ctx0" brushRef="#br5" timeOffset="165406.01">19111 8997 279 0,'0'0'5'0,"0"0"3"0,0 0 2 0,0 0 3 15,0 0 3-15,0 0 1 16,0 0 1-16,0 0 6 0,0 0-6 16,0 0 0-16,0 0-1 15,0 0-3-15,0 0-1 16,0-4-1-16,0 4-1 0,0-21-1 15,0 4-2-15,-2-3-8 16,2-12 0-16,0-3 0 16,-2-7 0-16,-2-10 0 15,1-7 0-15,1-6 0 0,-2-4 0 16,-1-8 0-16,0-1 0 16,0 2 0-16,-1 5 0 15,2 1 0-15,1 8 0 16,1 10 0-16,-1 6 0 15,3 5 0-15,0 9 0 0,0 5 0 16,0 6 0-16,0 0 0 16,0 7 0-16,0 1 0 15,0 5 0-15,0 8 0 16,0-12 0-16,0 12 0 0,0 0 0 16,0-10 0-16,0 10 0 15,0 0 0-15,0 0 0 16,0 0 0-16,0 0 0 0,0 0 0 15,0 0 0-15,0 0 0 16,0 0 0-16,0 0 0 16,0 0 0-16,0 0 0 15,0 0 0-15,0 0 0 0,0 0 0 16,0 0 0-16,0 0 0 16,0 0 0-16,0 0 0 15,0 0 0-15,-2-7 0 16,2 7 0-16,0 0 0 0,0 0 0 15,0 0 0-15,0 0 0 16,0 0 0-16,-5 12 0 16,3-2 0-16,-5 5 0 0,-2-1 0 15,2 6 0-15,-5 2 0 16,-1 1 0-16,1-3 0 16,-1 2 0-16,3-5 0 15,3 1 0-15,-2-5 0 16,0-5 0-16,9-8 0 0,-7 17 0 15,7-17 0-15,0 0 0 16,0 0 0-16,0 0 0 16,0 0 0-16,3-13 0 15,1 1 0-15,5-1 0 0,0-7 0 16,-2-2 0-16,1-3 0 16,0 0 0-16,-1 0 0 15,0 0 0-15,-2 3 0 16,2 3 0-16,-3-2 0 0,-2 7 0 15,0 3 0-15,-2 11 0 16,5-14 0-16,-5 14 0 16,0 0 0-16,0 0 0 15,0 0 0-15,10 13 0 0,-3 1 0 16,6 4 0-16,-1 1 0 16,4 4 0-16,2 0 0 15,1 2 0-15,3-4 0 0,-5 2 0 16,1-7 0-1,-6 0 0-15,6-2 0 0,-6-4 0 16,-3 0 0-16,-9-10 0 16,13 8 0-16,-13-8 0 15,0 0 0-15,10 7 0 0,-10-7 0 16,0 0 0-16,-5 0 0 16,5 0 0-16,-9-4 0 15,9 4 0-15,-13-11 0 16,13 11 0-16,-12-12 0 0,9-1-41 15,3 13-44-15,-5-14-8 16</inkml:trace>
  <inkml:trace contextRef="#ctx0" brushRef="#br5" timeOffset="166336.7">19372 7417 403 0,'0'0'8'0,"0"0"3"0,7-13 1 16,-7 13 3-16,0 0-1 16,8-10 1-16,-8 10 1 0,0 0 1 15,10 8-17-15,-8 4 0 16,-2 8 0-16,-2 2 0 16,-2 5 0-16,1 3 0 15,-6-2 0-15,0 3 0 16,-1-3 0-16,-3 0 0 0,1-7 0 15,0 2 0-15,-2-6 0 16,3-2 0-16,-2 0 0 16,3-7 0-16,3 1 0 15,7-9-26-15,-15-3-60 16,15 3-4-16</inkml:trace>
  <inkml:trace contextRef="#ctx0" brushRef="#br5" timeOffset="166753.11">19195 7438 430 0,'0'0'6'16,"0"0"3"-16,0 0 1 0,-9-7 0 16,9 7 0-16,0 0 1 15,0 0 1-15,0 0 1 16,0 13-13-16,7-1 0 0,8 0 0 15,2 8 0-15,8 0 0 16,5 0 0-16,5 1 0 16,3-4 0-16,-1 2 0 15,2-4 0-15,-2-2 0 16,-5-7 0-16,-4 4 0 0,-5-3 0 16,-7 1 0-16,-3-5 0 15,-5-1 0-15,-8-2 0 16,9 5 0-16,-9-5 0 0,0 0 0 15,0 0 0-15,0 0 0 16,0 0 0-16,0 0 0 16,0 0 0-16,0 0 0 15,-5 0 0-15,5 0 0 16,0 0 0-16,-9-1 0 0,9 1 0 16,0 0 0-16,0 0 0 15,0 0 0-15,-3 8-79 16,3-8-16-16</inkml:trace>
  <inkml:trace contextRef="#ctx0" brushRef="#br5" timeOffset="169652.86">17183 10525 148 0,'0'0'6'0,"0"0"5"0,0 0 5 0,0 0 5 15,-10-4 2-15,10 4 3 0,0 0 2 16,-15-3 1-16,15 3-3 16,0 0-5-16,0 0-2 15,-7-3-5-15,7 3-3 16,0 0-2-16,0 0-2 0,0 0-3 15,9-2-1-15,2 2-1 16,3 0 0-16,4 0-1 16,1 0 1-16,4 0 0 0,4 0 0 15,1 0 0-15,2-2-1 16,0 2 1-16,2-3-2 16,5 1 1-16,0-1 0 15,2 1 0-15,7 2-1 0,-4-5 0 16,3 5 1-16,1-3-1 15,0 3 1-15,0 0-1 16,0 0 0-16,-2 0 0 0,-1 0 0 16,1 0 1-16,-2 0-1 15,1 0 0-15,4-2 0 16,0 2 0-16,6-3 0 16,-2 1 1-16,4-1-1 15,-2 1 0-15,4-3 1 16,-6 3-1-16,4-4 0 0,-5 1 0 15,-3 4 1-15,-2-3-1 16,-3 2 0-16,-2 0 0 16,-2 2 0-16,-6-3 1 0,3 1-1 15,-3 2 1-15,0-5-1 16,-7 5 1-16,3-6 0 16,-2 6 0-16,-6-1 0 15,0-2 1-15,-5 1-1 0,0 2 0 16,-5-3 0-16,-10 3 0 15,12-3 1-15,-12 3-1 16,0 0 1-16,11-2-1 16,-11 2 0-16,0 0-1 15,0 0 0-15,0 0 1 0,0 0-2 16,0 0 1-16,0 0-1 16,0 0 1-16,0 0-2 15,0 0-4-15,-5 0-5 16,5 0-36-16,-11 2-33 0,4-2-1 15</inkml:trace>
  <inkml:trace contextRef="#ctx0" brushRef="#br5" timeOffset="170519.02">17257 10354 312 0,'0'0'7'0,"0"0"4"0,0 0 3 0,0-10 3 16,0 10 2-16,0 0 3 16,0-10-1-16,0 10 1 15,0 0-8-15,0 0-3 0,-5 0-4 16,5 0-2-16,-14 16-1 16,1-4-3-16,-2 5 0 15,-3 1 0-15,2 2 0 16,-7 0 0-16,3-3 0 0,-4 0 1 15,-1-2-2-15,2 0 1 16,-2-5-1-16,0 0 1 16,1 0-1-16,1-6 1 15,3 4-1-15,6-5 0 0,-2 1 1 16,7-1 0-16,9-3-1 16,-11 0 1-16,11 0-1 15,0 0 0-15,0 0-1 16,0 0 1-16,0 0 0 15,11 0 0-15,-2 0 0 0,7 3 0 16,0-2 0-16,5 4 1 16,6 1 0-16,3-2 0 15,-1 4 0-15,2-1 0 0,1 1 1 16,-2 2-1-16,-3-3 1 16,1 0 0-16,-4 0-2 15,14 6 0 1,-26-9 0-16,0 0 0 0,-5-2 0 15,-7-2 0-15,15 5 0 16,-15-5 0-16,0 0 0 16,10 3 0-16,-10-3 0 15,0 0 0-15,0 0 0 0,0 0 0 16,0 0 0-16,0 0 0 16,0 0 0-16,0 0 0 15,0 0-3-15,0 0-22 16,0 0-59-16,0 0-4 0</inkml:trace>
  <inkml:trace contextRef="#ctx0" brushRef="#br5" timeOffset="171252.96">16187 10432 356 0,'0'0'7'0,"0"0"4"0,0 0 3 0,0 0 1 16,0 0 2-16,-3-11-1 16,3 11 1-16,0 0 0 15,0 0-6-15,0 0-3 16,8 5-4-16,1 6 0 0,4-2-2 15,2 7 1-15,5-2 0 16,2 3-1-16,0 1 2 16,6-1-4-16,-3 1 0 15,0-4 0-15,-6-2 0 0,4 1 0 16,-6-5 0-16,-2-1 0 16,-2-2 0-16,-13-5 0 15,12 10 0-15,-12-10 0 16,0 0 0-16,0 0 0 0,0 0 0 15,0 0 0-15,0 0 0 16,0 0 0-16,0 0 0 16,0 0 0-16,0 0 0 15,0 0 0-15,0 0 0 16,0 0 0-16,0 0 0 0,-7 0-7 16,7 0-44-16,0 0-37 15,0-10 1-15</inkml:trace>
  <inkml:trace contextRef="#ctx0" brushRef="#br5" timeOffset="171603.26">16497 10351 381 0,'0'0'9'0,"0"0"2"0,0 0 3 0,0 0 2 0,0 0 0 0,0 0 1 16,0 0-1-16,0 0 1 16,-4 11-7-16,-7 9-6 15,-3 7-4-15,-4 8 0 16,1 4 0-16,-3 3 0 0,2 5 0 16,1 0 0-16,2-2 0 15,-2-3 0-15,4-5 0 16,5-4 0-16,-1-3 0 0,2-5 0 15,-4-6 0-15,9-7 0 16,-3-2 0-16,5-10 0 16,-8 12 0-16,8-12 0 15,0 0 0-15,0 0 0 16,0 0-41-16,-4-9-45 16,4 9-2-16</inkml:trace>
  <inkml:trace contextRef="#ctx0" brushRef="#br5" timeOffset="189020.2">21079 16355 251 0,'0'0'7'0,"0"0"3"0,20 4 3 0,2-1 1 15,3 0-1-15,15-1 1 0,7 0-1 16,18-2 1-16,14 0-7 16,8 0-3-16,10 0-2 15,8-4-1-15,6-2-1 16,4 2 2-16,2-3-2 0,-4 1 0 15,-6-2 1-15,0 1-1 16,-7 0 0-16,-14 2 2 16,-8 0 0-16,-14-3 1 15,-11 4 2-15,-19 1 3 0,-4 1-1 16,-15-1 0-16,-15 3-1 16,0 0 1-16,0 0-2 15,-10 0-1-15,-4 0-6 16,1 0-11-16,-4 10-61 0,-4-5-4 15</inkml:trace>
  <inkml:trace contextRef="#ctx0" brushRef="#br3" timeOffset="194736.89">19152 6725 206 0,'0'0'6'0,"0"0"1"0,0 0-2 0,0 0 2 0,0-12 0 16,0 12-1-16,0-10 2 15,0 10 2-15,0-12-1 16,0 2 4-16,0 0 4 16,0 10 3-16,0-15 2 0,0 15 1 15,0-13 4-15,0 13-5 16,0 0-2-16,-8-4-4 16,8 4-5-16,-18 4-3 0,8 1-2 15,3 6-2-15,-4-2-2 16,2 4 0-16,2-1-1 15,-2 4 0-15,7-2-1 16,2-2 1-16,0 0 0 0,8-2 0 16,4-4 0-16,4-4 1 15,-2-2 0-15,4-2 1 16,-5-6 1-16,4-2 0 16,-5-4 2-16,-3-6-6 15,2 5 0-15,-9-5 0 0,-2 3 0 16,-8-1 0-16,-1 6 0 15,-3 0 0-15,-4 6 0 16,-3 6 0-16,-1 0 0 16,-1 11 0-16,2-2 0 0,6 8 0 15,4-1 0-15,4 1 0 16,2-5 0-16,3 1 0 16,0-13 0-16,17 15 0 15,-4-13 0-15,4-2 0 0,1-6 0 16,-4-2 0-16,2-3 0 15,-4-3 0-15,-8 1 0 16,-1-4 0-16,-3 4 0 0,-11 3 0 16,0 2 0-16,-9 7 0 15,-3 1 0-15,2 1 0 16,-2 7 0-16,5 8-11 16,-1 5-49-16,8-5-27 0,4-4-1 15</inkml:trace>
  <inkml:trace contextRef="#ctx0" brushRef="#br3" timeOffset="196070.38">18661 6745 299 0,'0'0'7'0,"0"0"4"0,0 0 4 0,0 0 2 0,0 0 2 16,0 0 3-16,0 0 1 0,0 0 0 15,0 0-6-15,0 0-4 16,0-10-2-16,0 3-1 16,0-10-1-16,0-1-3 15,5 1 1-15,-5-11-5 0,5-3-2 16,-3-7 0-16,4-6 0 15,-1-6 0-15,2-7 0 16,5-5 0-16,-1-5 0 16,3-2 0-16,4-5 0 0,7-1 0 15,-1 1 0-15,6 2 0 16,-3 3 0-16,6 1 0 16,-1 6 0-16,-2 6 0 15,2 4 0-15,4 8 0 16,-6 4 0-16,-2 5 0 0,6 5 0 15,-10 5 0-15,1 7 0 16,-3 2 0-16,1 6 0 16,-6 0 0-16,-2 2 0 0,-3 4 0 15,-12 4 0-15,12-4 0 16,-12 4 0-16,0 0 0 16,0 0 0-16,0 0 0 15,-7 4 0-15,0 3 0 0,-3-4 0 16,0 4 0-16,0-5 0 15,-2 4 0-15,-1-2 0 16,3 2 0-16,1-4 0 16,9-2 0-16,-17 7 0 15,17-7 0-15,-11 4 0 0,11-4 0 16,0 0 0-16,0 0 0 16,0 0 0-16,0 0 0 15,0 0 0-15,0 0 0 0,0 0 0 16,0 0 0-16,0 0 0 15,0 0 0-15,0 0 0 16,0 0 0-16,0 0 0 16,0 0 0-16,0 0 0 0,0 0 0 15,0 0 0-15,0 0 0 16,0 0 0-16,0 0 0 16,7 9 0-16,-7-9 0 15,15 9 0-15,-7 4 0 0,-1-1 0 16,5 3 0-16,6 5 0 15,-3 5 0-15,5 2 0 16,2 5 0-16,3 1 0 16,-4 6 0-16,10 2 0 0,-6 2 0 15,5 5 0-15,-3-4 0 16,1 6 0-16,-3-1 0 16,-1-2 0-16,-2 0 0 15,1 0 0-15,-4-2 0 0,-1-1 0 16,0-2 0-16,-6-5 0 15,-2 1 0-15,0-3 0 16,-5-3 0-16,0-5 0 16,-3-2 0-16,1-2 0 0,-3-4 0 15,0-2 0-15,0-2 0 16,-3-3 0-16,1 1 0 16,-3-4 0-16,5-9 0 15,-5 17 0-15,5-17 0 0,-8 11 0 16,8-11 0-16,0 0 0 15,-10 10 0-15,10-10 0 16,0 0 0-16,-9 0-3 16,4-10-88-16,2-5-2 0</inkml:trace>
  <inkml:trace contextRef="#ctx0" brushRef="#br3" timeOffset="197470.09">18114 6609 285 0,'0'0'10'0,"0"0"2"0,0 0 5 0,0 0 1 16,0 0 3-16,0 0 2 15,0 0 0-15,0 0 2 16,0 0-8-16,-9-12-3 16,9-1-2-16,-3-4-3 0,3-6-1 15,0-6 0-15,3-8-1 16,4-10-5-16,4-5-2 16,5-13 0-16,2-7 0 15,6-11 0-15,4-7 0 16,2-9 0-16,8-8 0 0,-4-2 0 15,8-3 0-15,3 4 0 16,2 2 0-16,1 1 0 16,0 11 0-16,3 10 0 15,-4 10 0-15,-2 14 0 0,-8 10 0 16,-5 13 0-16,-7 13 0 16,-8 6 0-16,-9 11 0 15,-8 7 0-15,0 5 0 16,-4 10 0-16,-13 4 0 0,0 9 0 15,-2 4 0-15,-4 3 0 16,-4 9 0-16,-1 1 0 16,-1 7 0-16,-1 1 0 15,-2 3 0-15,-4 3 0 0,0 1 0 16,1 4 0-16,-2 3 0 16,2 0 0-16,-3 5 0 15,6-5 0-15,-3 10 0 16,6-3 0-16,-4 0 0 0,4 3 0 15,-4-5 0-15,8-5 0 16,0-3 0-16,6-5 0 16,1-9 0-16,4-6 0 15,7-8 0-15,-2-9 0 0,7-7 0 16,2-6 0-16,0-14 0 16,0 10 0-16,0-10 0 15,11-13 0-15,-8 2 0 16,6-11 0-16,0-1 0 0,-1-9 0 15,2-8 0-15,0-5 0 16,3-9 0-16,-1-5 0 0,2-16 0 16,-1-2 0-16,1-14 0 15,12-6 0-15,-5-5 0 16,10 1 0-16,1 2 0 16,5-4 0-16,3 13 0 15,3 0 0-15,-1 13 0 0,-3 7 0 16,-1 9 0-16,-1 7 0 15,-7 12 0-15,-3 4 0 16,-5 14 0-16,-4 7 0 16,0 4 0-16,-6 8 0 0,-5 5 0 15,-7 0 0-15,13 10 0 16,-13 7 0-16,0 5 0 16,-6 10 0-16,-8 9 0 15,-7 5 0-15,-4 9 0 0,-7 9 0 16,0 3 0-16,-10 3 0 15,-2 4 0-15,1 1 0 16,-1 1 0-16,-2 4 0 16,7-4 0-16,-3 0 0 0,4 7 0 15,6-11 0-15,2-6 0 16,11-6 0-16,-2-5 0 16,7-16 0-16,6-7 0 15,3-8 0-15,5-10 0 0,0-14 0 16,0 0 0-16,0 0 0 15,5-22 0-15,1-9 0 16,1-8 0-16,5-8 0 16,1-10 0-16,1-3 0 15,9 1 0-15,-4-1 0 0,11-1-50 16,0 19-39-16,-5 4-2 16</inkml:trace>
  <inkml:trace contextRef="#ctx0" brushRef="#br3" timeOffset="200954.11">18721 8430 404 0,'0'0'4'0,"0"0"2"0,0 0 2 0,0 0 2 16,-7-4 1-16,7 4 0 15,-14-1 2-15,14 1 0 16,-14-3-3-16,5 3-2 16,-2 0-1-16,1 0-3 15,1 0-2-15,-4 3-2 0,3-2 0 16,-3 3 0-16,1 1 0 15,-2 0 0-15,3-1 0 16,-6 2 0-16,4-2 0 16,1 2 0-16,-1-2 0 0,1 4 0 15,0-1 0-15,2-2 0 16,-2 3 0-16,0-1 0 16,1 1 0-16,1-1 0 15,10-7 0-15,-15 15 0 0,15-15 0 16,-12 15 0-16,12-15 0 15,-10 12 0-15,10-12 0 16,-8 16 0-16,8-16 0 0,-5 14 0 16,5-14 0-16,-5 15 0 15,5-15 0-15,-3 12 0 16,3-12 0-16,0 15 0 16,0-15 0-16,3 13 0 15,-3-13 0-15,8 14 0 0,-8-14 0 16,8 13 0-16,-8-13 0 15,12 12 0-15,-12-12 0 16,9 10 0-16,-9-10 0 16,16 10 0-16,-9-9 0 0,-7-1 0 15,18 11 0-15,-8-5 0 16,2-2 0-16,-2-1 0 16,0 1 0-16,4-1 0 15,-1 2 0-15,-1-3 0 0,6 2 0 16,-1-3 0-16,1 2 0 15,0 1 0-15,3-1 0 16,-1 0 0-16,3-3 0 0,-2 2 0 16,2-2 0-16,0 0 0 15,2 0 0-15,-3 0 0 16,0 0 0-16,1 0 0 16,-1 0 0-16,0-2 0 0,3-1 0 15,-4 3 0-15,0-3 0 16,4 1 0-16,-2 0 0 15,-1-1 0-15,4 2 0 16,-2-3 0-16,3 2 0 16,-2-3 0-16,2-1 0 0,1 5 0 15,-1-2 0-15,3-1 0 16,-6 1 0-16,4-2 0 16,-3 2 0-16,0 1 0 15,-3-2 0-15,0 3 0 0,-2-4 0 16,3 3 0-16,-4-3 0 15,1-1 0-15,3-1 0 16,-6 2 0-16,3 0 0 0,0-3 0 16,-3 4 0-16,3-4 0 15,-5 4 0-15,0-5 0 16,2 5 0-16,-4 0 0 16,-1-2 0-16,-1 1 0 0,1-1 0 15,-3 2 0-15,-1-3 0 16,2-1 0-16,-3 1 0 15,-7 7 0-15,18-18 0 16,-11 9 0-16,-7 9 0 0,15-17 0 16,-7 6 0-16,-3 2 0 15,0 1 0-15,-3-2 0 16,-2 10 0-16,10-15 0 16,-10 15 0-16,2-12 0 15,-2 12 0-15,6-12 0 0,-6 12 0 16,2-16 0-16,-2 16 0 15,0-12 0-15,0 12 0 16,0-14 0-16,0 14 0 0,-2-13 0 16,2 13 0-16,-6-12 0 15,6 12 0-15,-12-13 0 16,12 13 0-16,-7-10 0 16,7 10 0-16,-11-7 0 15,11 7 0-15,-12-7 0 0,12 7 0 16,-12-7 0-16,12 7 0 15,-15-8 0-15,15 8 0 16,-17-9 0-16,17 9 0 0,-13-6 0 16,13 6 0-16,-12-8 0 15,12 8 0-15,-18-7 0 16,18 7 0-16,-12-5 0 0,12 5 0 16,-15-7 0-16,5-1 0 15,0 5 0-15,2-2 0 16,-4 3 0-16,12 2 0 15,-14-5 0-15,3 3 0 16,4-3 0-16,7 5 0 16,-18-6 0-16,18 6 0 0,-17-4 0 15,8 1 0-15,9 3 0 16,-16-5 0-16,16 5 0 16,-12 0 0-16,12 0 0 0,-10-2 0 15,10 2 0-15,0 0 0 16,-10 0 0-16,10 0 0 15,0 0 0-15,0 0 0 16,0 0 0-16,0 0 0 0,0 0 0 16,0 0 0-16,0 0 0 15,0 0 0-15,0 0 0 16,0 0 0-16,0 0 0 16,0 0 0-16,0 0 0 0,0 0 0 15,0 0 0-15,0 0 0 16,0 0 0-16,0 0 0 15,0 0 0-15,0 0 0 0,0 0 0 16,0 0 0-16,-2 7 0 16,2-7 0-16,-3 18 0 15,3-5 0-15,0 1 0 16,0 3 0-16,0 3 0 16,0 2 0-16,0-4 0 0,0 1 0 15,0-1 0-15,0-1 0 16,-2-5 0-16,2 1 0 15,0-2 0-15,0-11 0 0,-3 11 0 16,3-11 0-16,0 0 0 16,0 8 0-16,0-8 0 15,0 0 0-15,0 0 0 16,0 0 0-16,0 0 0 0,-2-11 0 16,2 11 0-16,-6-14 0 15,6 6 0-15,-5-3 0 16,5-2 0-16,-4-2 0 15,1 3 0-15,1-3 0 0,-1 1 0 16,1-3 0-16,-3 3 0 16,3-1 0-16,-2 3 0 15,2 2 0-15,-1 3 0 16,1-5 0-16,2 12 0 0,-5-13 0 16,5 13 0-16,0-12 0 15,0 12 0-15,-7-11 0 16,7 11 0-16,0 0 0 15,0 0 0-15,-2-9 0 16,2 9 0-16,0 0 0 0,0 0 0 16,0 0 0-16,-3-8 0 15,3 8 0-15,0 0 0 16,0 0 0-16,0 0 0 0,-6-10 0 16,6 10 0-16,0 0 0 15,0 0 0-15,-2-10 0 16,2 10 0-16,0 0 0 0,0 0 0 15,0 0 0-15,0-10 0 16,0 10 0-16,0 0 0 16,0 0 0-16,0 0 0 15,0 0 0-15,8 5 0 0,2-3 0 16,4-2 0-16,4 3 0 16,5-3 0-16,4 3 0 15,3-3 0-15,2 0 0 16,3-6 0-16,0 4 0 0,-1-3 0 15,-1 0 0-15,-1 0 0 16,-7 0 0-16,-3 2 0 16,-2 2 0-16,-5-2 0 15,-5 3 0-15,-1 0 0 16,-9 0 0-16,9 0 0 0,-9 0 0 16,0 0 0-16,0 0 0 15,0 0 0-15,0 0 0 16,0 0 0-16,0 0 0 15,0 0 0-15,0 0 0 0,0 0 0 16,0 0 0-16,0 12 0 16,0-12-18-16,0 0-75 15,-9 10-2-15</inkml:trace>
  <inkml:trace contextRef="#ctx0" brushRef="#br3" timeOffset="-192774.78">18990 7050 380 0,'0'0'6'0,"0"0"1"0,0 0 1 0,0 0 1 0,0 0 2 15,0 0 0-15,0 0 1 16,2 7 0-16,-2-7-4 0,0 0-2 16,0 15 0-16,0-2-2 15,1 1 0-15,-1 4-2 16,0 4 1-16,0 6 0 16,0 4-1-16,-1 0 0 15,-4 3 0-15,-1-1-1 0,4-2 1 16,-3-3-1-16,-2-1 0 15,2-10-1-15,3-1-1 16,-3-7 0-16,5-10-2 16,0 0-2-16,0 0-5 0,0 0-11 15,0 0-34-15,0-10-28 16,2 0-2-16</inkml:trace>
  <inkml:trace contextRef="#ctx0" brushRef="#br3" timeOffset="-192093.53">18788 7283 381 0,'0'0'8'0,"0"0"2"0,0 0 1 0,0 0 1 15,0 0 0-15,0 0 1 16,0 0 0-16,7-8 1 16,-7 8-6-16,0 0-2 0,8 10-1 15,0 0-1-15,-4 2 0 16,6 3 0-16,-2 3-1 16,4 2 0-16,0-1-3 15,-1 4 0-15,1-6 0 0,1 0 0 16,-1 3 0-16,-5-8 0 15,4 1 0-15,-6-3 0 16,-5-10 0-16,7 12 0 16,-7-12 0-16,0 0 0 0,0 0 0 15,9-7 0-15,-4-3 0 16,3-2 0-16,-3-1 0 16,5-4 0-16,-3-3 0 15,6 0 0-15,-1 1 0 0,1-5 0 16,1 3 0-16,0 1 0 15,0-3 0-15,-2 4 0 16,1 1 0-16,-1 4 0 16,-1 1 0-16,-7 4 0 0,-4 9 0 15,10-11 0-15,-10 11 0 16,0 0 0-16,0 0 0 16,0 0 0-16,0 0 0 0,0 0 0 15,0 0 0-15,0 0 0 16,2 5 0-16,-2-5 0 15,-16 0-83-15,16 0-5 16</inkml:trace>
  <inkml:trace contextRef="#ctx0" brushRef="#br3" timeOffset="-186193.42">23198 15777 498 0,'0'0'4'0,"0"0"0"0,0 0 1 0,0 0-5 0,0 0 0 15,0 0 0-15,0 0 0 16,0 0 0-16,0 0 0 0,0 0 0 15,0 0 0-15,0-3 0 16,0 3-82-16,13-4-8 16</inkml:trace>
  <inkml:trace contextRef="#ctx0" brushRef="#br3" timeOffset="-185226.32">23485 15569 475 0,'0'0'5'0,"0"0"1"0,0 0 1 0,-5-7 1 0,5 7 0 0,0 0-6 16,0 0-2-16,0 0 0 16,-4 17 0-16,4-3 0 15,4 9 0-15,3-1 0 16,0 8 0-16,0 3 0 16,4-4 0-16,1 1 0 0,-2-5 0 15,-2-4 0-15,-1 0 0 16,-2-6 0-16,-3-8 0 15,-2-7 0-15,0 0 0 16,0 0 0-16,0 0 0 16,-2-5 0-16,-8-10 0 0,4-5 0 15,-3-8 0-15,-1-1 0 16,3-5 0-16,1-3 0 16,4-1 0-16,2 1 0 0,0 0 0 15,10 8 0-15,0 1 0 16,8 6 0-16,1 7 0 15,1 5 0-15,3 5 0 0,1 5 0 16,-1 2 0-16,-1 6 0 16,-3 5 0-16,-1 2 0 15,-6 2 0-15,-3 1 0 16,-7-2 0-16,-2 1 0 16,-7 1 0-16,-9-3 0 0,-4-5 0 15,1-1 0-15,-4 0 0 16,-2-5 0-16,6 1 0 15,1-5 0-15,4 2 0 16,14-2 0-16,-11 5 0 0,11-5 0 16,13 8 0-16,4-1 0 15,3 3 0-15,3 3 0 16,6-1 0-16,-4 3 0 16,2 0 0-16,-2-1 0 0,-5 4 0 15,-5-3 0-15,-2 0 0 16,-11 9-67-16,5-11-22 15</inkml:trace>
  <inkml:trace contextRef="#ctx0" brushRef="#br3" timeOffset="-184826.2">23876 15661 418 0,'0'0'5'0,"0"0"3"0,0 0 0 0,0 0 1 0,-7 7 1 0,7-7 0 15,-17 18 1-15,9-6-1 16,-2 2-5-16,6 4-2 16,-4 2-1-16,6-2-1 15,2-1-1-15,2-4 0 0,10 1 0 16,4-7 0-16,6-2 0 15,-2-2 1-15,5-3-1 16,0-8 2-16,-4-2 0 16,0-1 0-16,-7-6 2 0,-3-2-4 15,-7-3 0-15,-4 3 0 16,-4 2 0-16,-9-4 0 16,-6 6 0-16,-2 5 0 15,-4 3 0-15,3 4 0 0,2 3 0 16,3 0 0-16,5 10-15 15,-6 15-69-15,18-25-3 16</inkml:trace>
  <inkml:trace contextRef="#ctx0" brushRef="#br3" timeOffset="-184492.28">24101 15450 439 0,'0'0'7'0,"0"0"2"16,0 0 2-16,0 0 0 16,0 0 1-16,0 0 0 15,0 0-2-15,2 8-10 16,-2 7 0-16,0 5 0 0,0 7 0 15,-2 2 0-15,2 4 0 16,0 1 0-16,0-2 0 16,0 1 0-16,7-3 0 15,0-8 0-15,3 0 0 16,3-7 0-16,-1-4 0 0,3-5 0 16,2-3 0-16,1-3 0 15,-1-3-16-15,1-4-71 16,-3-5-3-16</inkml:trace>
  <inkml:trace contextRef="#ctx0" brushRef="#br3" timeOffset="-184326.53">24110 15609 420 0,'0'0'4'0,"0"0"3"0,0 0 2 15,0 0 1-15,10 5-1 16,-2-3 2-16,7-2-2 15,0 2-2-15,2-2-16 0,1 0-69 16,6 0-5-16</inkml:trace>
  <inkml:trace contextRef="#ctx0" brushRef="#br3" timeOffset="-183726.44">24317 15593 478 0,'0'0'5'0,"0"0"0"15,0 0 2-15,0 0 1 16,-3-6 0-16,3 6-8 15,0 0 0-15,5-13 0 16,-5 13 0-16,15-2 0 0,-2 2 0 16,-1 0 0-16,3 7 0 15,-3 1 0-15,3 2 0 16,-5 2 0-16,-3 3 0 16,1-1 0-16,-4 4 0 15,-4-1 0-15,0-3 0 0,-7 4 0 16,0-8 0-16,-5 0 0 15,1-2 0-15,-1-1 0 16,2-4 0-16,0-3 0 0,10 0 0 16,-9-6 0-1,9-6 0-15,2-2 0 0,10-4 0 16,6-7 0-16,-1 0 0 16,10 0 0-16,-4 4 0 0,2-2 0 15,-3 7 0-15,-5 5 0 16,-4 1 0-16,-3 7 0 15,-10 3 0-15,0 0 0 16,7 13 0-16,-7-1 0 16,0 6 0-16,0 4 0 0,0 0 0 15,0 3 0-15,2 0 0 16,1 0 0-16,2-6 0 16,3-1 0-16,1-3 0 15,-1-5 0-15,12 0 0 0,-13 2-54 16,9-12-37-16</inkml:trace>
  <inkml:trace contextRef="#ctx0" brushRef="#br3" timeOffset="-183426.22">24826 15272 447 0,'0'0'7'0,"0"0"2"0,0 0 1 0,-5-10 2 0,5 10-1 0,0 0 1 0,0 0-9 16,-15 10-3-16,10 7 0 15,-7 8 0-15,4 4 0 16,-2 9 0-16,-2 7 0 0,0-1 0 15,6 2 0-15,1 0 0 16,5-2 0-16,5-7 0 16,8 1 0-16,-3-8-83 15,9-8-7-15</inkml:trace>
  <inkml:trace contextRef="#ctx0" brushRef="#br3" timeOffset="-182976.93">24968 15393 460 0,'0'0'5'0,"-5"-7"1"16,5 7 2-16,-13-13 0 0,3 8 1 15,-2 0 0-15,-3 1-3 16,0 4-6-16,0 0 0 15,-4 4 0-15,8 6 0 16,2 3 0-16,4 2 0 0,2-4 0 16,3 6 0-16,3-6 0 15,6-1 0-15,6-5 0 16,5 0 0-16,3-5 0 16,-4 0 0-16,3-2 0 0,-1-6 0 15,-4 1 0-15,-2 0 0 16,-5 1 0-16,-10 6 0 15,0 0 0-15,0 0 0 16,2 6 0-16,-4 8 0 16,-6 1 0-16,4 5 0 0,-4 3 0 15,3-1 0-15,0 0 0 16,5 0 0-16,0-3 0 16,0-1 0-16,0-2 0 0,2-5 0 15,-2 2-48-15,0-13-42 16,5 10-1-16</inkml:trace>
  <inkml:trace contextRef="#ctx0" brushRef="#br3" timeOffset="-182593.58">25117 15437 461 0,'0'0'6'0,"0"0"1"0,0 0 1 0,0 0 1 0,0 9 0 15,0-9 0-15,0 19-7 16,-5-9-2-16,2 2 0 16,-2 3 0-16,0 3 0 15,5-4 0-15,0-1 0 0,5-2 0 16,6-3 0-16,1-2 0 15,0-4 0-15,5-2 0 16,-2 0 0-16,0-8 0 16,0 0 0-16,-2-3 0 15,-6-2 0-15,-5 2 0 0,-2-7 0 16,-4 3 0-16,-6 0 0 16,-6 0 0-16,2 5 0 15,-4 0 0-15,-2 3 0 16,6 7-18-16,-1 0-70 15,0-3-3-15</inkml:trace>
  <inkml:trace contextRef="#ctx0" brushRef="#br3" timeOffset="-182324.4">25239 15101 467 0,'0'0'5'0,"0"0"2"0,0 0 0 15,0 0 2-15,0 0 1 16,14 3-4-16,-4 9-6 16,5 8 0-16,5 9 0 15,2 6 0-15,3 10 0 16,-5-1 0-16,2 8 0 16,-4 0 0-16,-6 3 0 0,-6-1 0 15,-6 3 0-15,-13 2 0 16,-10-1 0-16,-9-1 0 15,-5 0 0-15,-15-10 0 0,-3 4-84 16,-2-6-10-16</inkml:trace>
  <inkml:trace contextRef="#ctx0" brushRef="#br3" timeOffset="-174958.71">13754 15951 190 0,'0'0'11'0,"0"0"4"0,0 0 5 0,5 5 4 16,-5-5 2-16,0 0 2 15,0 0 1-15,0 0 1 0,0 0-6 16,0 0-6-16,0 0-4 16,0 0-3-16,0-10-2 15,0 10-1-15,-5-17-1 16,5 6-2-16,-4-1 0 16,4-1-1-16,-4-1 0 0,4-3 0 15,0-1-2-15,0 1 0 16,6-1 0-16,4-1 0 15,-3 2 0-15,6-6-1 16,1 6 0-16,4-1 0 0,1-1 0 16,1 2 0-16,6-4 0 15,-1 4 0-15,-1 3-1 16,5-4 1-16,1 2-1 16,0 2 1-16,2-1-1 0,1 3 1 15,-1 1-1-15,4 4 0 16,-2-3 1-16,1 2-1 15,4 2 0-15,-2-2 0 0,4 4 1 16,-2-1-1-16,1-1 0 16,3 4 1-16,-4 0-1 15,3-4 0-15,3 4 2 16,-5-3-2-16,4 3 0 16,1-1 0-16,2 0 0 0,-2 1 0 15,4-3 0-15,-1 4 0 16,2 1 0-16,-1-4 0 15,4 2 0-15,2 2 0 16,-4-2 0-16,4 2 0 0,2 0 0 16,-1 0 0-16,3 0 0 15,-4 0 0-15,3 2 0 16,2 4 0-16,2-5 0 16,0 4 0-16,-2-3 0 0,1 1 0 15,2 0 0-15,-3-1 0 16,4 3 0-16,2-5 0 15,-4 2 0-15,5 1 0 16,-5-3 0-16,5 0 0 0,0 0 0 16,2 0 0-16,-1 0 0 15,-1-5 0-15,2 0 0 16,-2 0 0-16,5 0 0 16,1-1 0-16,-4-2 0 15,3-1 0-15,-2 5 0 0,-3-3 0 16,-3-1 0-16,1 2 0 15,-3 0 0-15,-2 1 0 16,2-3 0-16,-5 3 0 16,3-4 0-16,-3 3 0 0,0-1 0 15,2-3 0-15,-2 0 0 16,1-2 0-16,-1 0 0 16,3-6 0-16,-3 1 0 0,5-1 0 15,0-2 0-15,-7-4 0 16,7 1 0-16,-8-4 0 15,3 3 0-15,-9-1 0 16,1-3 0-16,-4 4 0 0,-3-1 0 16,-5 3 0-16,-1-1 0 15,-4 3 0-15,-4 1 0 16,-2-1 0-16,-3 2 0 16,-1 1 0-16,-5 3 0 0,1-3 0 15,-6 4 0-15,-1 1 0 16,-2-1 0-16,-4 3 0 15,-3 2 0-15,-2 8 0 16,5-12 0-16,-5 12 0 0,3-9 0 16,-3 9 0-16,0 0 0 15,0 0 0-15,0-11 0 16,0 11 0-16,0 0 0 16,0 0 0-16,0 0 0 0,0 0 0 15,0 0 0-15,0 0 0 16,0 0 0-16,0 0 0 15,-8 8 0-15,8-8 0 0,-2 7 0 16,2-7 0-16,-5 12 0 16,5-12 0-16,-2 15 0 15,-1-5 0-15,3 1 0 16,0-2 0-16,0 4 0 16,0-3 0-16,3 1 0 0,2 2 0 15,-1-1 0-15,4-1 0 16,2-1 0-16,5-1 0 15,5 1 0-15,-2-2 0 16,3-4 0-16,4 5 0 0,5-5 0 16,0 0 0-16,0-1 0 15,2 2 0-15,-2-5 0 16,5 3 0-16,-3-3 0 16,0 2 0-16,5-2 0 0,-1 0 0 15,-1 4 0-15,-1-4 0 16,3 0 0-16,0 1 0 15,0-1 0-15,-1 3 0 16,6-3 0-16,-5 2 0 0,2-2 0 16,4 2 0-1,-2-2 0-15,3 0 0 0,3 0 0 16,3 3 0-16,-1-3 0 16,3 0 0-16,-2 0 0 0,4 0 0 15,1 0 0-15,-2 0 0 16,4 0 0-16,-6 0 0 15,4-3 0-15,3 3 0 16,-3-2 0-16,4 0 0 0,-4-1 0 16,1 2 0-16,-1-3-4 15,5 2 2-15,-3-3 0 16,3 2 0-16,-3 0 0 16,5-1 1-16,1 0-1 0,-1 1 0 15,7-5 0-15,0 6 0 16,2-6 0-16,-2 6 0 15,0-3 0-15,0-3 0 16,-3 4 0-16,3-2 1 16,-2 4 1-16,-2-3-1 0,-1 2 1 15,6-2 0-15,-5 5 0 16,4-2 0-16,-2 2 0 16,3 0 0-16,-4-2-1 0,-1 2 1 15,1-3 0-15,-8 3 0 16,2-2 0-16,0-1 0 15,-4 1 0-15,2-1 0 16,-3-2 1-16,0 2-1 0,-1-1 0 16,3-1 0-16,-2 0 0 15,0-2 0-15,0-1 0 16,-4 1 1-16,2 0-1 16,-7-1 1-16,0-2 0 15,-4 3 0-15,0-1 1 0,-2 1-1 16,-3-1 0-16,2 1 1 15,2 1-2-15,-2 2 1 16,3 1 0-16,4 1-1 0,-2 0 0 16,1-3 1-16,2 2 0 15,-2 1-1-15,-3-4 1 16,6 2-1-16,-7-1 1 16,1 0-1-16,3-3 1 15,-3 3-1-15,-3-1 0 0,5 0 0 16,-5-2 0-16,1 4 0 15,-3-3 0-15,1 1 1 16,-1-1 0-16,0 2 0 16,-2 0 0-16,3 3 0 0,-6-4 0 15,5 1 0-15,-5 3 0 16,0 0 0-16,1 2 0 16,-1 0-1-16,3 0 1 15,-3 0-1-15,0 2 1 0,-2 0-1 16,0 3 1-16,0 1-1 15,-3-4 1-15,1 4-1 16,-1-2 2-16,-4 3-2 16,1-1 0-16,1-2 0 0,-3 0 0 15,0 4 0-15,-2-3 0 16,-2 3 0-16,-1-1 0 16,-2-2 0-16,0 5 0 15,-2-7 0-15,-1 4 0 0,-12-7 0 16,13 15 0-16,-13-15 0 15,9 12 0-15,-9-12 0 16,10 13 0-16,-10-13 0 16,5 14 0-16,-5-14 0 0,12 18 0 15,-6-11 0-15,-6-7 0 16,14 18 0-16,-6-12 0 16,-8-6 0-16,12 16 0 15,-12-16 0-15,10 9 0 0,-10-9 0 16,11 8 0-16,-11-8 0 15,0 0-8-15,4 28-67 16,-4-28-11-16</inkml:trace>
  <inkml:trace contextRef="#ctx0" brushRef="#br3" timeOffset="-173907.98">20045 14241 464 0,'0'0'4'0,"0"0"2"0,5-12 2 0,-5 12 1 15,0 0 0-15,7-10 2 16,-7 10-11-16,0 0 0 0,6 17 0 16,-6 3 0-16,0 5 0 15,-3 8 0-15,3 0 0 16,0 5 0-16,0-1 0 15,0 0 0-15,0-5 0 0,3-2 0 16,0-5 0-16,-1-3 0 16,-2-7 0-16,0 3 0 15,0-18-19-15,-11 10-69 16,11-10-3-16</inkml:trace>
  <inkml:trace contextRef="#ctx0" brushRef="#br3" timeOffset="-173509.7">19620 14328 412 0,'0'0'4'0,"0"0"2"0,0 0 3 16,0 0 2-16,10-12 1 15,0 4 2-15,7-2 2 16,8-5-1-16,4-2-3 0,15 0-12 16,3-5 0-16,10-3 0 15,5 0 0-15,3-3 0 16,-3 6 0-16,-3 3 0 16,-6 0 0-16,-9 1 0 15,-8 5 0-15,-10 8 0 0,-8-2 0 16,-8 4 0-16,-10 3 0 15,0 0 0-15,0 0 0 16,0 0 0-16,0 5 0 0,0-5 0 16,-10 13 0-16,3-3 0 15,-1-1 0-15,3 8 0 16,-2 1-16-16,4-3-76 16,3-4-3-16</inkml:trace>
  <inkml:trace contextRef="#ctx0" brushRef="#br3" timeOffset="-172643.62">20314 14497 474 0,'0'0'5'0,"0"0"1"0,-2-13 1 16,2 13 2-16,0-18 1 15,4 10-10-15,6-9 0 0,3 6 0 16,6 1 0-16,1 0 0 15,2 5 0-15,-2 0 0 16,5 5 0-16,-7 0 0 16,-1 10 0-16,-7 4 0 0,-7 3 0 15,-3 6 0-15,-8 4 0 16,-9 0 0-16,-1-2 0 16,1 3 0-16,-3-6 0 15,2 0 0-15,4-7 0 16,4-2 0-16,10-13 0 15,0 9 0-15,12-9 0 0,5-7 0 16,8-3 0-16,5-3 0 16,5-4 0-16,3-2 0 15,-1-1 0-15,0-3 0 0,1 1-9 16,16-2-80-16,-27-1-2 16</inkml:trace>
  <inkml:trace contextRef="#ctx0" brushRef="#br3" timeOffset="-172144.25">20620 13634 496 0,'0'0'3'0,"0"0"2"16,-3-9 2-16,3 9-7 15,-6-9 0-15,6 9 0 16,-2-11 0-16,2 11 0 0,-5-8 0 16,5 8 0-16,0 0 0 15,13-2 0-15,-1 2 0 16,-1 2 0-16,8 6 0 16,-2 2 0-16,3 0 0 0,-4 2 0 15,0 1 0-15,-5 3 0 16,-4 2 0-16,-4 0 0 15,-3 1 0-15,-3 1 0 0,-4-3 0 16,-1 1 0-16,-2-1 0 16,3-2 0-16,2-2 0 15,2 1 0-15,3-4 0 0,8-3 0 16,6 1 0 0,4-3 0-16,4 0 0 0,3 2 0 15,-2-1 0-15,-1-5 0 16,0 5 0-16,-4-5 0 15,-9 5 0-15,0-1 0 16,-9-5 0-16,2 10 0 0,-2-10 0 16,-20 15 0-16,-1-8 0 15,-8 6 0-15,-1-3 0 16,-3 2 0-16,-1-7 0 16,2 7-63-16,4-2-28 0</inkml:trace>
  <inkml:trace contextRef="#ctx0" brushRef="#br3" timeOffset="-168526.26">25035 16397 438 0,'0'0'3'0,"0"0"0"16,0 0 1-16,0 0 0 0,-12 0 1 15,12 0 0-15,0 0 0 16,-13 9 0-16,13-9-2 16,-3 12 0-16,3-12-1 15,0 11 0-15,0-11 1 0,16 9 0 16,-7-5 1-16,6-4 1 16,-2 0 0-16,1 0 1 15,-3-8-3-15,-2 0-3 16,-4-1 0-16,-3 1 0 0,-2 8 0 15,-14-15 0-15,-4 10 0 16,-4 5 0-16,-1 0 0 16,-8 8 0-16,8 1 0 0,-5 2-15 15,11-11-71-15,5 12-3 16</inkml:trace>
  <inkml:trace contextRef="#ctx0" brushRef="#br3" timeOffset="-167744.26">24895 16906 440 0,'0'0'5'0,"0"0"2"0,0-14 1 0,0 14 1 0,0-15 1 15,-2 6-1-15,-6-1 1 16,-1 2 0-16,-7 6-7 15,2 2-3-15,-6 7 0 0,-5 6 0 16,3 3 0-16,2 6 0 16,0 6 0-16,3 2 0 15,4 2 0-15,8 3 0 16,5 2 0-16,0 3 0 16,5-21 0-16,-2 6 0 0,2 0 0 15,0 2 0-15,-3 5 0 16,3 0 0-16,-3 4 0 15,1 0 0-15,-3 4 0 0,0 0 0 16,-3-1 0-16,1 6 0 16,-5-6 0-16,0 6 0 15,-3-4 0-15,2 0 0 16,8-41 0-16,-8 35 0 16,-2 2 0-16,-2-10 0 15,2 5 0-15,0-10 0 16,0-2 0-16,10-20 0 15,-10 23 0-15,0-2 0 0,10-21 0 16,0 0 0-16,0 0 0 16,0 0 0-16,0 0 0 15,0 0 0-15,0 0 0 16,6 3 0-16,58 12 0 16,-42-12-10-16,3-1-26 15,0 0-50-15,-3-2-1 0</inkml:trace>
  <inkml:trace contextRef="#ctx0" brushRef="#br3" timeOffset="-167159.56">25049 16942 389 0,'0'0'7'0,"0"0"2"0,0 0 2 0,0-11 1 0,0 11 0 0,0 0 0 0,0 0 0 0,0 0 1 16,-5 11-7-16,0 1-3 15,5 2-2-15,0 2 0 0,0 1 0 16,0 3 0-16,5-3-1 16,6-1 0-16,1-2 1 15,6-7-1-15,1-2 1 16,1-5 0-16,0 0 0 16,0-10 1-16,-5-2 0 0,2-3 0 15,-6-5 0-15,-4 1 0 16,-7-4 0-16,-5 3 0 15,-8 1-2-15,0 6 1 16,-4 3-2-16,-5 6 0 0,0 4-3 16,-3 4-5-16,7 6-8 15,-4 5-25-15,9 0-43 16,4 0 0-16</inkml:trace>
  <inkml:trace contextRef="#ctx0" brushRef="#br3" timeOffset="-166659.86">25047 17224 388 0,'0'0'6'0,"0"0"3"0,0 0 2 0,0 0-1 0,0 0 1 16,0 7 0-16,0-7-1 15,0 0 1-15,-5 12-7 16,5-12-2-16,-5 13-2 0,5-13-1 15,-2 17 1-15,-1-9-1 16,3 2 1-16,0 0 0 16,3 0 0-16,1-3 0 0,-4-7 0 15,10 12 1-15,-10-12 1 16,15 10 1-16,-15-10 1 16,15 3 0-16,-4-6 1 15,3-8 0-15,-6-10 0 16,-3-1-1-16,-5 3-2 0,-8-1 0 15,-9 4-2-15,0 7-3 16,2 6-3-16,-3 3-3 16,18 0-11-16,-15 7-26 15,15-7-39-15,-10 16-1 0</inkml:trace>
  <inkml:trace contextRef="#ctx0" brushRef="#br3" timeOffset="-166226.35">25020 17494 404 0,'0'0'6'0,"0"0"1"16,0 0 1-16,0 0 1 0,0 0-1 0,0 0 1 15,0 0-1-15,-10 12 1 16,10-12-6-16,-3 8-1 16,3-8-1-16,0 12-1 15,0-12 0-15,0 10 0 0,0-10 1 16,10 12-1-16,-10-12 0 15,15 10 0-15,-5-7 1 16,0 2 1-16,0-5 0 16,0 0 1-16,0 0 0 15,0-5 0-15,-10 5 0 0,9-15 0 16,-9 15-2-16,5-15-2 16,-5 15-2-16,0-13-3 15,0 13-6-15,-14-9-9 0,7 4-45 16,7 5-18-16</inkml:trace>
  <inkml:trace contextRef="#ctx0" brushRef="#br3" timeOffset="-165943.86">25067 17759 474 0,'0'0'4'0,"0"0"2"15,0 0-1-15,0 0 0 16,0 0 1-16,0 0 0 0,0 10-1 16,0-10-5-16,0 0 0 15,0 0 0-15,0 10 0 16,0 0 0-16,0 0-4 15,-7 27-13-15,4-11-38 16,1-2-31-16,-4 0-1 0</inkml:trace>
  <inkml:trace contextRef="#ctx0" brushRef="#br3" timeOffset="-165157.94">25189 16718 351 0,'0'0'7'0,"-8"-5"4"0,8 5 1 16,0 0 2-16,-10-4 0 15,10 4 0-15,0 0 1 16,0 0 0-16,0 0-6 15,12-5-3-15,1 5-2 16,7 7-1-16,3 0-1 0,4 4 1 16,2-2-1-16,4 4 0 15,-6 4-1-15,0 2 1 16,-4 5-1-16,-3 0 0 16,-8 9 1-16,-5 1-1 0,-7 8 1 15,0 2-1-15,-2 4 1 16,-5 3-1-16,4-23-1 15,-2 2 0-15,1 4 0 16,4 1 0-16,-6 2 1 16,6 3-1-16,0-1 0 0,0 4-1 15,0-1 3-15,0 2-1 16,0 1-1-16,3-1 0 16,0 1 0-16,-3-1 0 0,2-1 0 15,-2 1-1 1,0-4 1-16,0-40-1 0,0 35 1 15,0-1 0-15,0-5 0 16,0-1 0-16,0-6 0 16,-2 1 0-16,2-23 0 15,-6 25 0-15,1-1 1 16,5-24-2-16,0 0 1 16,-2 10 1-16,-3 0-1 15,5 0 0-15,-5 0 1 0,5-10 0 16,0 0 0-16,0 0 0 15,0 0 0-15,-2 5 0 16,-3 0 0-16,-1 0-1 16,-36 30-2-16,19-25-6 15,2-3-23-15,-2 0-51 16,1 1-3-16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3:58:23.52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21303 12369 329 0,'0'0'4'0,"0"0"1"16,0 0 2-16,5 0 1 0,-5 0 1 15,0 0 3-15,9 0 2 16,-9 0 0-16,11 7-2 16,-4 6-3-16,-5 4 0 0,6 3 0 15,-1 1 0-15,3 4-2 16,0 0-1-16,2-2 0 16,1-6 1-16,7-4 1 15,10-13 2-15,14-20 0 16,28-25-3-16,38-24-7 0,51-28 0 15,58-27 0-15,128-18 0 16,25 3-51-16,111-18-35 0</inkml:trace>
  <inkml:trace contextRef="#ctx0" brushRef="#br0" timeOffset="7234.06">22650 12961 331 0,'0'0'7'0,"0"0"2"15,0 0 0-15,0 0 3 16,-4 5 0-16,0 5 2 16,-6 7 0-16,-2 8-1 0,1 4-5 15,-6 7-3-15,-3 5-1 16,-2 4-1-16,0 0-1 16,-1-1-1-16,1-5 0 0,1-2-2 15,2-5-2-15,-1-1-4 16,3-9-7-16,4-5-14 15,1-1-24-15,-1-7-28 0,13-9-3 16</inkml:trace>
  <inkml:trace contextRef="#ctx0" brushRef="#br0" timeOffset="7502.1">22821 12978 296 0,'0'0'5'0,"0"3"4"0,0 9 3 16,-5 3 1-16,-5 10 1 15,-3 4 2-15,-4 6-1 16,-3 7 1-16,-7 2-5 16,2-1-4-16,-3 2-3 15,4-4-1-15,-1-3-1 16,2-6-2-16,3-5-2 0,6-2-7 15,-2-13-19-15,0 3-47 16,11-3-3-16</inkml:trace>
  <inkml:trace contextRef="#ctx0" brushRef="#br0" timeOffset="7950.16">22346 13134 387 0,'0'0'5'0,"0"0"3"16,0 0 1-16,0 0 0 15,0-10 0-15,0 10 0 16,0 0 1-16,0 13 0 0,-2 3-5 15,0 9-2-15,-2 5-2 16,2 5 0-16,-1 5 1 16,3 4-1-16,-2 1 0 15,2-3 0-15,0-3 1 0,0-1-1 16,0-8 1-16,0-4-1 16,0-5 1-16,0-6-1 15,7-3 1-15,1-10-1 16,9-2-1-16,11-2 1 0,4-8 0 15,13-3 0-15,7-4 0 16,10-2 1-16,6-3-1 16,1 1 0-16,-4-1 0 0,-3 3 1 15,-7 3-1-15,-14 4 0 16,-8 4-1-16,-11 1-2 16,-7 7-4-16,-15 0-15 15,-15 0-61-15,8 10-3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02:06.7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3427 13978 305 0,'0'0'7'0,"0"0"2"16,0 0 2-16,0 0 0 15,-12 0 2-15,12 0 1 16,0 0 0-16,-12 8 0 0,12-8-7 16,-11 17-1-16,7 1-3 15,-4-3 0-15,4 10-1 16,1 3-1-16,1-2 0 16,2 0 0-16,0 2 1 15,5 0-2-15,4-9 1 0,1 1 0 16,5-10 1-16,0-3 1 15,3-4 1-15,2-3 1 16,-3-10 0-16,5-2 1 16,-3-8 2-16,-1-3 0 0,-2-6-1 15,-4 0 0-15,-5-4-1 16,-5-2-1-16,-2 3-1 16,-2 2 0-16,-8 4-1 15,-3 1 0-15,1 7-1 0,-6 6 1 16,-1 4-3-16,-3 8 0 15,1 8 0-15,0 7 0 16,-4 5 0-16,4 7 0 16,2 3 0-16,1 2 0 0,6 0 0 15,4-2 0-15,6-3 0 16,2 0 0-16,6-6 0 16,3-5 0-16,6-3 0 15,5-6 0-15,3-4 0 0,2-3 0 16,-6-6 0-16,6-6 0 15,0-5 0-15,-4-4 0 16,-3 0 0-16,-2-4 0 16,-7 1 0-16,-4-4 0 0,-2 3 0 15,-3 0 0-15,-8 3 0 16,-5 3 0-16,1 6 0 16,-2 3 0-16,-4 10 0 15,0 3 0-15,-1 9 0 0,-1 5 0 16,3 8 0-16,-1 0 0 15,6 3 0-15,4-3 0 16,5-2 0-16,3-5 0 16,3-1 0-16,8-6 0 0,3-4 0 15,9-7 0-15,-3-6 0 16,6-4 0-16,-1-4 0 16,0-3 0-16,3-5 0 15,-8-3 0-15,-3 0 0 0,-4 5 0 16,-8-3 0-16,-3 4 0 15,-7 4 0-15,-5 5 0 16,-10 10 0-16,0 0 0 16,-5 15 0-16,-2 0 0 0,-1 7 0 15,4 8 0-15,2-6 0 16,1 4 0-16,9-6 0 16,2-4 0-16,7-2 0 15,6-7 0-15,7-2 0 0,7-10 0 16,3-4 0-16,3-7 0 15,2-2 0-15,1-4 0 16,-5-5 0-16,1 0 0 16,-10 3 0-16,-1 3 0 0,-9 1 0 15,-2 8 0-15,-8 8 0 16,-6 2 0-16,-6 5 0 16,-6 9 0-16,5 4 0 15,-7 4 0-15,6-1 0 0,5-2 0 16,2-2 0-16,7-2 0 15,8-3 0-15,0-12-6 16,21 8-31-16,0-10-50 16,11-11-2-16</inkml:trace>
  <inkml:trace contextRef="#ctx0" brushRef="#br0" timeOffset="1368.12">5036 12701 108 0,'0'0'5'0,"0"0"3"0,0 0 2 16,0 0 2-16,4 2 2 16,-4-2 1-16,0 0-1 15,0 0 1-15,0 0-5 16,0 0-2-16,0 0-5 0,0 0-1 15,0 0-1-15,0 0-1 16,0 0 0-16,-4 8-1 16,4-8 0-16,0 0 0 15,0 0 0-15,0 0 0 0,0 0 0 16,0 0-2-16,-9 10 2 16,9-10-1-16,0 0 0 15,0 0 0-15,0 0-2 0,-9 4 2 16,9-4 0-16,0 0-1 15,0 0 0-15,0 0 2 16,0 0 0-16,0 0 2 16,0 0 0-16,-7 8 0 0,7-8 0 15,0 0 0-15,0 0 1 16,-14 10-1-16,14-10 0 16,0 0-1-16,-12 12 0 15,12-12 0-15,-7 10 0 0,7-10 0 16,-15 15 0-16,15-15 0 15,-17 15 0-15,9-5 0 16,-4 1 1-16,2 0-1 16,-3 3 1-16,1 4 0 15,-6-3-1-15,4 7 1 0,-2-4 0 16,4 1-1-16,-5 1 0 16,0 3 0-16,1-6 0 15,0 0-1-15,-5 1 1 0,4 1 0 16,-5 0-1-16,2-1 1 15,-5 2-1-15,3 3 1 16,-3-3-1-16,-3-1 0 16,1 4 0-16,-5-4 0 15,2 3-1-15,-2 1 2 0,-1-4-2 16,1 2 1-16,2 4-2 16,0-6-2-16,1 2 2 0,4-4-3 15,-5 5-2-15,5-5-1 16,-2 3-2-16,5 4-2 15,-6-1 0-15,3-1-7 16,0-3-9-16,3 6-5 16</inkml:trace>
  <inkml:trace contextRef="#ctx0" brushRef="#br0" timeOffset="1950.07">4010 13583 19 0,'0'0'3'0,"14"-13"-2"0,-2-2 1 0,6-1 2 16,4-8 0-16,5 2 0 16,3-10 1-16,10-1 1 15,-3-1-3-15,4 2 1 16,-3 0-2-16,8-3 0 15,0 5 0-15,0-7-1 0,0 7 4 16,-1-2 4-16,0 5 4 16,-5-3 6-16,5 5 1 15,-11 0 2-15,-6 6 2 0,1-1 2 16,-3 6-4-16,-7-2-4 16,-1 7-4-16,-6 0-4 15,-12 9-11-15,13-11-23 16,-13 11-35-16,0 0-3 0</inkml:trace>
  <inkml:trace contextRef="#ctx0" brushRef="#br0" timeOffset="3200.03">2438 15029 326 0,'0'0'5'16,"0"0"3"-16,-4-15 3 0,1 3 2 16,3-6 2-16,0-6 1 15,0-6 1-15,0-10 0 16,3-4-4-16,1-9-3 15,7-6-2-15,1-7-3 16,3-9-1-16,2 0-2 0,8-9 1 16,5 0-1-16,2 0-1 15,5-3 0-15,5 5 0 16,4 1 0-16,0 4 0 16,4 3 1-16,0 5-1 0,2 4-1 15,0 6 0-15,1 6 1 16,-4 6-1-16,-4 8 1 15,-3 4 0-15,-5 8-1 16,-7 8 1-16,-5 1 0 0,-10 11 0 16,-3-1 1-16,-12 8-1 15,12-8 0-15,-12 8 0 16,0 0 0-16,0 0 0 16,-7 5 0-16,7-5-1 0,-17 16 1 15,6-9-1-15,-3 2 0 16,-3 1 0-16,0 3 0 15,-3 2 0-15,-1-3-1 16,0 4 0-16,0 0-1 0,-7 4-1 16,4 2 0-16,-4 3-1 15,7 5 1-15,-7 2-1 16,3 6 1-16,-2 4-1 16,-1 5 1-16,1 2 0 0,1 6 1 15,-2 2 0-15,-2 4 1 16,0 2-1-16,-4 1 1 15,2 0 0-15,-2 1 1 0,0-3 0 16,1-1 0-16,1-1 0 16,2-3 0-16,0-3 1 15,6 2-2-15,2-12 1 16,-1 0 0-16,9-5 0 16,-2-6-1-16,7-3 1 0,4-7 0 15,-1-4-1-15,1-7 1 16,5-2-1-16,0-10 1 15,0 12-2-15,0-12-1 16,0 0 0-16,0 13-2 0,0-13 0 16,0 0-1-16,0 0-1 15,0 0-2-15,0 0 0 16,0 0-1-16,0 0-4 0,0 0-5 16,3 7-3-16,-3-7-9 15,0 0-9-15,0 0-12 16,0 0-12-16,10 10-10 15</inkml:trace>
  <inkml:trace contextRef="#ctx0" brushRef="#br0" timeOffset="3715.49">2431 14962 127 0,'0'0'8'0,"0"0"6"15,0 0 3-15,0 0 3 16,0 0 0-16,0 0 5 0,0 0 1 16,16 0 3-16,-4 0-5 15,-1 0-5-15,7 0-2 16,-1 0-1-16,8-2 0 16,3 0-1-16,6-4-3 15,4-1-1-15,4-3-1 0,5-3-1 16,8-4 1-16,2-2-2 15,8-4 0-15,2-4-1 16,5-3-1-16,2-7-1 16,4 1-2-16,-2-2 1 0,4-2-2 15,-1 3 1-15,1-2-2 16,-6 3 1-16,-3 0-1 16,-2 3 1-16,-7 0-1 0,-7 7 1 15,-8-2 0-15,-5 6 0 16,-13 3 0-16,-4 3 1 15,-7 2-1-15,-8 1-2 16,-10 13 0-16,2-12 0 16,-2 12 0-16,-9-8 0 0,-1 8 0 15,-3 0 0-15,1 0 0 16,-1 0 0-16,-1 8 0 16,-7-1 0-16,5 3 0 15,-2 0 0-15,1 2 0 0,1 1-10 16,0-3-9-16,3 1-33 15,1 2-35-15,-1-3-1 16</inkml:trace>
  <inkml:trace contextRef="#ctx0" brushRef="#br0" timeOffset="4836.84">1241 15008 289 0,'0'0'6'0,"0"0"3"0,0 0 2 15,0 0 4-15,-8-6 1 0,8 6 0 16,-7-19 1-16,2-2 2 16,3-4-5-16,2-15-3 15,0-6-2-15,10-19-2 16,5-13-1-16,16-15-1 15,2-13 0-15,9-13 1 0,13-10-2 16,10-7 0-16,4-3-2 16,11 3 1-16,4 0 0 15,3 5 1-15,5 4-1 0,-3 11 0 16,3 6-2-16,0 9 2 16,-2 5-1-16,-3 9 0 15,-11 7-1-15,-3 11 0 16,-11 11 0-16,-10 8 0 15,-9 12 1-15,-11 8 0 0,-13 11 0 16,-6 4 0-16,-13 15-1 16,0 0-1-16,-9 0 0 15,-12 7-1-15,-4 10 0 16,-7 11-2-16,-7 1 0 0,-4 14 0 16,-9 6 0-16,-3 10 0 15,-2 6 0-15,-7 7 1 16,1 9-1-16,-6 11 1 0,-1 5 0 15,-2 4 2-15,-4 6-1 16,-2 2 2-16,4 5-1 16,-4 0 0-16,7-2 1 15,1-4 0-15,1-2 1 0,8-4-2 16,10-5 1-16,-2-3 0 16,6-10-1-16,7-6 1 15,6-9-1-15,4-10 0 16,2-12 0-16,9-5 0 15,4-15 0-15,5-7 0 0,-2-9 1 16,12-11-1-16,0 0 1 16,-1-18 1-16,6-9 0 15,5-11 0-15,2-7-1 0,6-11 1 16,4-8 0-16,5-13-1 16,9-9 0-16,3-7-1 15,8-11 0-15,5-3 0 16,8-9-1-16,7-3-1 0,5-2 2 15,8-1 0-15,0 3 0 16,1 3 0-16,1 10 0 16,-5 9 1-16,-4 10 0 15,-11 13 2-15,-7 11-2 16,-13 19 1-16,-13 10 0 0,-6 12 1 16,-11 9-3-16,-12 13 0 15,0 0 0-15,-7 18 0 16,-9 7-8-16,-4-1-10 15,3 11-67-15,-8 4-2 0</inkml:trace>
  <inkml:trace contextRef="#ctx0" brushRef="#br0" timeOffset="6182.62">4128 13264 171 0,'0'0'6'0,"0"0"4"0,0-11 7 16,0 11 4-16,-5-10 5 16,5 10 2-16,-2-15 1 15,2 15 3-15,-5-12-4 16,5 12-3-16,0 0-6 15,-11-5-4-15,11 5-3 0,0 0-3 16,0 0 0-16,0 0-2 16,0 0-1-16,0 0 0 15,6 3-1-15,6-1 1 16,0 0-1-16,9-2 1 16,4 0-1-16,4 0-1 0,6-4 0 15,0-2-4-15,2-1 0 16,3 0 0-16,0-1 0 15,-6 0 0-15,-1 3 0 0,-4 1 0 16,-6-1 0-16,-4 2 0 16,-1 1 0-16,-6 2 0 15,-12 0 0-15,13 0 0 0,-13 0 0 16,0 0 0-16,0 0 0 16,0 0 0-16,-9 7 0 15,9-7 0-15,-16 15 0 16,4-5 0-16,2 2 0 15,-5 1 0-15,2 7 0 0,-1 2 0 16,1 5 0-16,-2 3 0 16,3 2 0-16,-3 3 0 15,0 2 0-15,2-3 0 16,1 2 0-16,-1-4 0 0,1-3 0 16,2 1 0-16,-2-2 0 15,2-3 0-15,-2-6 0 16,1 1 0-16,2-3 0 15,2-4 0-15,-2-1 0 0,5-3 0 16,4-9 0-16,-5 10 0 16,5-10 0-16,0 0 0 15,0 0 0-15,0 0 0 0,0 0 0 16,0 0 0-16,0-10-22 16,2-14-59-16,3 14-10 15</inkml:trace>
  <inkml:trace contextRef="#ctx0" brushRef="#br0" timeOffset="6666.86">4073 13285 287 0,'0'0'5'0,"0"0"5"0,0 0 2 16,0 0 4-16,-7-7 0 16,7 7 1-16,0 0 4 0,0-10 0 15,0 10-5-15,10-4-3 16,3 1-3-16,-1-3 0 15,8 2-2-15,0-7-1 16,4 4-1-16,4-5-1 16,-1 2 0-16,3-5-1 0,-3 0 1 15,3-2-2-15,-2 2 1 16,-6 3 0-16,-3-1-1 16,-3 3 0-16,-6 3-3 0,-2 4 0 15,-8 3 0-15,7 5 0 16,-7 10 0-16,0 8 0 15,-3 8 0-15,-2 7 0 16,-2 7 0-16,-1 6 0 0,1 3 0 16,-6-1 0-16,1-1 0 15,-1-1 0-15,3-3 0 16,-4-9-7-16,1-1-79 16,6-11-1-16</inkml:trace>
  <inkml:trace contextRef="#ctx0" brushRef="#br0" timeOffset="8600.07">5981 11889 290 0,'0'0'8'0,"0"0"2"0,0 0 5 15,0 0 1-15,0 0 2 16,0 0 3-16,0 0 0 0,0 0 0 16,0 0-6-16,0 0-3 15,0 0-2-15,0 0-2 16,0 0-1-16,0 0 0 15,9 0 0-15,-9 0-1 0,14 1 1 16,-14-1-2-16,18 3 2 16,-8-3-7-16,-1 0 0 15,2-3 0-15,1 2 0 16,0-2 0-16,1-5 0 0,1 2 0 16,2 0 0-16,-2-2 0 15,2-2 0-15,-2 1 0 16,1-2 0-16,-3 2 0 15,4-1 0-15,-7 0 0 16,-1-2 0-16,1 1 0 0,-3 2 0 16,-1-4 0-16,0-2 0 15,-5 1 0-15,5-2 0 16,-3 0 0-16,0-5 0 0,1 4 0 16,-3 1 0-16,0-5 0 15,0 4 0-15,0-1 0 16,0 1 0-16,0-1 0 15,-3 1 0-15,-1 3 0 0,-1-2 0 16,-2-1 0-16,4 2 0 16,-5-3 0-16,1 1 0 15,-1 3 0-15,-1-3 0 16,1-1 0-16,-2 5 0 16,3-2 0-16,-6 4 0 0,1-4 0 15,0 2 0-15,-1 1 0 16,3 2 0-16,-5 3 0 15,3-6 0-15,0 3 0 16,-1 0 0-16,-2 0 0 16,2 1 0-16,-4 1 0 0,2 1 0 15,1-3 0-15,-2 5 0 16,-1-5 0-16,-3 6 0 0,2-2 0 16,-1 1 0-16,-1-1 0 15,0 2 0-15,-2 1 0 16,-4 2 0-16,4 1 0 15,-5 0 0-15,3 0 0 0,-4 0 0 16,1 0 0-16,2 0 0 16,2 1 0-16,1-1 0 15,2 3 0-15,0 0 0 16,3-2 0-16,2 2 0 0,-4 0 0 16,3 2 0-16,-4 1 0 15,5-2 0-15,-2 3 0 16,0-2 0-16,-1 5 0 15,4 0 0-15,-2 3 0 0,2-2 0 16,-2 5 0-16,4 2 0 16,-1-4 0-16,4 3 0 15,-1 1 0-15,3 2 0 16,1-1 0-16,4-1 0 16,-3 1 0-16,5-1 0 0,-3-1 0 15,3 0 0-15,0-2 0 16,3 0 0-16,2 0 0 15,-5-3 0-15,5-2 0 16,-5 0 0-16,5-3 0 0,-5-7 0 16,5 18 0-16,-5-18 0 15,5 10 0-15,-5-10 0 16,0 0 0-16,0 0 0 0,9 7 0 16,-9-7 0-16,0 0 0 15,0 0 0-15,0 0 0 16,0 0 0-16,0 0 0 15,0 0 0-15,0 0 0 0,11 8 0 16,-11-8 0-16,0 0 0 16,0 0 0-16,0 0 0 15,0 0 0-15,0 0 0 16,0 0 0-16,0 0 0 16,0 0 0-16,0 0 0 0,0 0 0 15,7-5 0-15,-7 5 0 16,7-8 0-16,-2-2-32 15,-5 10-60-15,11-17-3 0</inkml:trace>
  <inkml:trace contextRef="#ctx0" brushRef="#br0" timeOffset="9766.95">5030 11395 265 0,'0'0'9'0,"0"0"5"0,0 0 6 15,0 0 3-15,6 0 2 16,-6 0 3-16,0 0-2 0,0 0 2 16,0 0-10-16,9 0-4 15,-9 0-4-15,10 8-3 16,-10-8-2-16,15 15-1 15,-8-7 0-15,8 6 1 16,-2-3-1-16,-1 6-2 0,3-6-2 16,0 7 0-16,0-3 0 15,0-3 0-15,0 1 0 16,-3-2 0-16,3-1 0 0,-3 0 0 16,-4 0 0-16,5-2 0 15,-4-1 0-15,-9-7 0 16,15 18 0-16,-15-18 0 15,10 14 0-15,-10-14 0 0,8 15 0 16,-8-15 0-16,4 7 0 16,-4-7 0-16,0 0 0 15,0 0 0-15,5 11 0 16,-5-11 0-16,0 0 0 16,0 0 0-16,0 0 0 0,0 0 0 15,0 0 0-15,0 0 0 16,0 0 0-16,0 0 0 15,0 0 0-15,0 0 0 0,0 0 0 16,0 0 0-16,8-8 0 16,-8 8 0-16,10-10 0 15,-10 10 0-15,14-19 0 16,-3 9 0-16,-1-4 0 0,2 0 0 16,1-1 0-16,4-5 0 15,-2 3 0-15,2-2 0 16,3-4 0-16,0 3 0 15,-1 1 0-15,2 2 0 0,-1 2 0 16,-3 2 0-16,-2 3 0 16,-5 0 0-16,-2 5 0 15,-8 5 0-15,14-5 0 16,-14 5 0-16,0 0 0 0,0 0 0 16,0 0 0-16,0 0 0 15,0 5 0-15,0-5 0 16,0 0 0-16,-15 13 0 15,15-13 0-15,-10 7 0 0,10-7 0 16,0 0 0-16,-4 12 0 16,4-12 0-16,0 0 0 15,-3 8-80-15,3-8-13 16</inkml:trace>
  <inkml:trace contextRef="#ctx0" brushRef="#br0" timeOffset="10782.81">5348 11489 254 0,'0'0'8'0,"0"0"2"0,0 0 5 0,0 0 4 16,0 0 2-16,-2-10 2 0,2 10 2 16,-2-7 1-16,2 7-7 15,0-10-1-15,0 10-6 16,0-18-3-16,0 11-1 15,4-4-2-15,-4 0-1 0,5-1 0 16,0-1-2-16,0 1 1 16,0-2-2-16,1 0 1 15,1 0 0-15,2 0-1 16,-1 3 0-16,0-4 0 16,-3 6 0-16,2-5-1 0,0 3 1 15,4-2 0-15,-2 3-2 16,1 0 0-16,0 0 0 15,0 3 0-15,4-1 0 0,0 1 0 16,0-1 0-16,1 1 0 16,0 1 0-16,3-1 0 15,-3 3 0-15,7-2 0 16,-5 2 0-16,3-1 0 0,-2 2 0 16,1-1 0-16,-1 1 0 15,-1 0 0-15,3 3 0 16,-2 0 0-16,-2 0 0 15,2 0 0-15,-1 0 0 16,3 0 0-16,-2 0 0 0,-1 6 0 16,3-4 0-16,-3 0 0 15,1 2 0-15,0 4 0 16,-4-2 0-16,1 1 0 16,0 0 0-16,-3 3 0 0,1-2 0 15,-3 4 0-15,-1-2 0 16,2-3 0-16,-2 4 0 15,-1 1 0-15,2-5 0 0,0 3 0 16,-1 2 0-16,0-1 0 16,0-2 0-16,1-1 0 15,-1 2 0-15,2 0 0 16,-1 0 0-16,-3 0 0 0,4-3 0 16,-4 0 0-16,-7-7 0 15,18 18 0-15,-14-9 0 16,1-1 0-16,-2 2 0 15,-1 0 0-15,3 1 0 16,-5 0 0-16,0 2 0 0,0-1 0 16,-3 0 0-16,1 1 0 15,-3-1 0-15,3 3 0 16,2-15 0-16,0 0-69 0,-3 14-19 16</inkml:trace>
  <inkml:trace contextRef="#ctx0" brushRef="#br0" timeOffset="45999.35">8832 4367 322 0,'0'0'1'16,"0"0"-9"-16,0 11-50 16,5-11-9-16</inkml:trace>
  <inkml:trace contextRef="#ctx0" brushRef="#br0" timeOffset="70865.69">702 4139 315 0,'0'0'6'0,"0"0"2"16,0 0 1-16,-5-7 1 15,5 7 0-15,0 0 1 16,0 0-1-16,0 0 2 16,0 0-6-16,0 10-2 0,0 7-2 15,0 3-1-15,3 12 0 16,1 3 1-16,1 10-1 15,5 6 0-15,3 6 0 0,-4 5 0 16,4 3 0-16,-1 4 0 16,4 0 1-16,-7 6 0 15,3-4-1-15,-4 1 1 16,2 0 0-16,-2-3 0 16,-1 3-1-16,1-2-1 0,-1-3 2 15,-2-1-1-15,-3-4 1 16,6 1-1-16,-6-4 0 15,0 0 1-15,1 1 0 16,0-6 2-16,0-2-2 16,-3-2 0-16,0-3 1 0,0-5-1 15,2-2 0-15,-2-9 0 16,0 2-1-16,0-5 0 16,0-6 1-16,2-5-2 0,-2 0 1 15,3-7 0-15,-1 0 0 16,-2-10-2-16,3 10-2 15,-3-10-3-15,0 0-4 0,0 0-9 16,4-5-25-16,-8-5-35 16,4 0-5-16</inkml:trace>
  <inkml:trace contextRef="#ctx0" brushRef="#br0" timeOffset="72549.77">672 4231 235 0,'0'0'7'0,"0"0"1"16,5-3-1-16,-5 3 2 0,13 0 0 15,-13 0 1-15,17-2 1 16,-5 2 0-16,1-3-4 16,0 3 1-16,6 0-1 15,1-2-1-15,-3 2 1 0,8 0-1 16,-5 0-1-16,4 0-1 15,1 0 0-15,5 0 0 16,0 0-4-16,7 0 4 0,1 0-3 16,4 0 1-16,0 2 0 15,6-2 0-15,4 3-1 16,9-1 0-16,-1 1 0 16,10-3 0-16,-3 3 0 0,7-1 1 15,6-2-2-15,7 0 1 16,0 0-1-16,2 0 1 15,1 0-1-15,4 0 1 16,6 0-1-16,-6-2 0 16,10 2 1-16,-2 0-1 0,1 0 0 15,-2 0 0-15,6 0 1 16,-3 0-1-16,5 0 1 16,1 0-1-16,-4 0 1 0,-1 0-1 15,4 2 1-15,-4-2-1 16,1 2 0-16,2-2 1 15,-7 3-1-15,-1-3 0 16,2 0 0-16,-5 0 0 16,2 0 0-16,-2 0 0 0,0 0 1 15,-8 0-1-15,4-3 0 16,0 1 1-16,2 0 0 16,5-4 0-16,-9 4 0 15,1-3 0-15,3 0 0 0,-3 2 0 16,-3 1 0-16,3-2-1 15,-5-2 0-15,2 1 0 16,-2 2 0-16,1-1 1 0,-4-1-1 16,0 3 0-16,1-3 1 15,-3 1-1-15,-1 0 1 16,2 1-1-16,-1 3 1 16,2-2-2-16,1-3 1 0,-3 5-1 15,3-2 0-15,1-1 0 16,-1 1 0-16,-1 2-1 15,-1-6 1-15,0 2 0 16,0-1 0-16,-1 0 0 0,-3 2 1 16,1-5 0-16,-4 7 0 15,2-5 0-15,-6 5 0 16,-3-3 1-16,4-1-1 16,-4 4 0-16,-2-6-1 15,0 3 1-15,-3 0 0 0,4-2 0 16,-3-1 1-16,-1 2 0 15,1 0 0-15,-3 0 0 16,-2-2 1-16,-1-1-1 16,-4 3 1-16,-3 0-1 0,0 0 0 15,-5 1 0-15,-2-5 0 16,2 8 1-16,-7-5 0 16,2 5 0-16,-5-2 0 0,0 0 1 15,-1 1 0-15,-4-1 1 16,-4 3 1-16,-4-3-1 15,-4 0 1-15,-5 3 0 16,-3-1 1-16,-2 1-1 16,-10 0-1-16,8-6 0 15,-8 6-1-15,0 0 0 0,0 0-1 16,10-1-1-16,-10 1 0 16,0 0 0-16,12-6-1 15,-12 6 1-15,13-2 0 0,-13 2 0 16,12 0-1-16,-12 0 1 15,12-3 0-15,-12 3 0 16,8-2 0-16,-8 2 0 16,0 0 0-16,0 0-1 15,0 0 1-15,0 0-1 0,0 0-3 16,-8 2-6-16,8-2-17 16,0 12-55-16,-7-5 0 0</inkml:trace>
  <inkml:trace contextRef="#ctx0" brushRef="#br0" timeOffset="74450.81">854 5960 273 0,'0'0'6'0,"0"0"0"0,0 0 2 16,0 0 2-16,0 0-1 15,-8 10 2-15,6 2 0 16,-1 9-1-16,0 3-2 16,3 3-3-16,0 10 1 0,0 6-1 15,0 7 0-15,6-2 1 16,-1 5 1-16,2 4-1 16,-2-3 0-16,2 6 0 15,-2-1-2-15,1-5 1 16,-2 4-1-16,-1-7-2 0,-1 2 0 15,1-4-1-15,-1-1 1 16,-2-7-1-16,0 1-1 16,0-5 1-16,-2-1 0 0,-1-3-1 15,1-5 1-15,-3-4 0 16,3-1-1-16,-1-4 1 16,0-3 0-16,0-1 0 15,1-3-1-15,2-3 1 16,0-9 0-16,-2 14-1 0,2-14 1 15,0 11-1-15,0-11 0 16,0 9 1-16,0-9 1 16,0 9-2-16,0-9 0 0,0 7 1 15,0-7-1-15,0 0 0 16,-5 11 1-16,5-11-1 16,0 0 1-16,0 0-1 15,-10 7 0-15,10-7 1 16,0 0-1-16,0 0 1 0,0 0-1 15,-10-3 0-15,10 3 0 16,0 0 0-16,0 0 0 16,0 0-1-16,0 0 0 15,0-10 1-15,0 10-1 0,10-2 0 16,5-1 1-16,2 1 0 16,4-3 0-16,11 2 0 15,5 1 0-15,10-2 0 0,8 0 0 16,9 2 0-16,11-3 1 15,4 0-1-15,10 1 1 16,6-1-1-16,4 0 1 16,13-3 0-16,3 1-1 0,1-1 1 15,8 3 0-15,9-5-1 16,0 5 1-16,5 0 0 16,5 0-1-16,4 1 1 15,2 1-1-15,3 3 1 0,2 0 0 16,2 0-1-16,3 0 1 15,0 4 0-15,2-1-1 16,-3 0 1-16,3-3 0 16,-5 0 0-16,1 0-1 0,-6-3 1 15,-1-1 0-15,-4-3-1 16,-7 1 0-16,-4 1 1 16,-1-2-1-16,-3 4 0 0,-4 0 0 15,-3 2 1-15,-3 1-1 16,4 0 0-16,-1 0 0 15,0 1-1-15,1-1 1 16,-1 6-1-16,2-6 1 16,-4 4-1-16,2-1 0 0,-4-1 0 15,-6-2 0-15,-1 0 1 16,-5 0-1-16,0 0 1 16,-9-5-1-16,-2 1 1 15,-5-2 0-15,-5-1 0 0,-6 2 0 16,-1-2 0-16,-8 4 0 15,3-1 0-15,-6-2 0 16,-4 1 0-16,-1 1 0 16,-3-2 0-16,2 4-1 0,-8-3 1 15,3 2-1-15,-6-2 1 16,-8 4 0-16,-2-2 0 16,-4-1 0-16,-3 1 0 15,-3-3 0-15,-7 5 0 0,-3-2 0 16,-2-1 0-16,-3 4 0 15,-4-1 0-15,-1-2 0 16,-1 3 1-16,-2 0-1 16,-9 0 0-16,15-3 0 0,-15 3-2 15,17 0-2-15,-7-1-2 16,-10 1-2-16,11 0-1 16,-11 0-4-16,14-3-4 15,-14 3-9-15,13-3-10 0,-1 6-33 16,-2-3-7-16</inkml:trace>
  <inkml:trace contextRef="#ctx0" brushRef="#br0" timeOffset="75666.87">9140 4073 223 0,'0'0'7'0,"0"9"3"15,0 5 3-15,-2 10 2 0,-3 5 1 16,2 11 1-16,0 7 0 16,3 9 1-16,0 12-5 15,0 4-2-15,0 7 0 16,3 5-3-16,0 3 1 0,4 2-1 15,-2 3 0-15,-3-3 0 16,3 0 1-16,0 2-2 16,-2 1 1-16,0-3 0 0,1-2 0 15,-1-1 0-15,4 1 0 16,0-1-2-16,2-6 0 16,-5 0-2-16,4-7-1 15,-1 0-2-15,-2-2 1 0,3-6-1 16,-3-3 0-16,-1-3 0 15,4-2-1-15,-1-2 2 16,-1-3-1-16,1-4 0 16,-5-2 0-16,3-4 0 15,0-3 0-15,-3 2 0 0,1-9-1 16,0 0 0-16,-1-5 1 16,1 1-1-16,2-4 0 15,-3-4 0-15,3 3 0 16,-3-4 0-16,1-4 0 0,-1 2 0 15,0-2 0-15,1 0 0 16,0-2 0-16,0-1 0 16,-1 0 0-16,-2-2 0 0,3 2 0 15,-3-2 1-15,1 3-1 16,-1-3 0-16,0 0-1 16,0-10 2-16,0 13-1 15,0-13 0-15,3 8-1 0,-3-8 1 16,0 0 1-16,0 0-1 15,0 0 2-15,0 0-1 16,0 0 1-16,0 0 1 16,0 0-3-16,0 0 0 0,0 0 0 15,0 0 0-15,0 0 0 16,0 0 0-16,0 0 0 16,0 0 0-16,0 0 0 15,0 0 0-15,0 0 0 16,0 0 0-16,0 0 0 0,0 0 0 15,-7 4 0-15,7-4 0 16,-18 0 0-16,1-4 0 16,-3 3 0-16,-5-5 0 15,-5 5 0-15,-7-5 0 0,3 2 0 16,-6-4 0-16,7 3 0 16,-4-3-80-16,7-2-7 15</inkml:trace>
  <inkml:trace contextRef="#ctx0" brushRef="#br0" timeOffset="77649.46">210 4623 331 0,'0'0'6'15,"0"0"4"-15,0 0 2 0,0-12 2 16,0 12 0-16,0 0-1 16,0 0 0-16,0 0 0 15,10 9-5-15,-6 6-4 16,2-1-3-16,-1 6 0 0,0 3 1 15,0-4 1-15,2 4-1 16,-2-6-2-16,-2 0-2 16,2-4-5-16,-3-3-18 15,-2 0-52-15,0-10-4 16</inkml:trace>
  <inkml:trace contextRef="#ctx0" brushRef="#br0" timeOffset="77983.78">148 4348 354 0,'0'0'3'0,"0"0"0"0,0 0 0 16,0 0 3-16,-14 0-1 15,14 0 1-15,-4 6 1 16,4-6-1-16,0 13-2 0,0-13 0 16,11 15 1-16,-4-13-2 15,7 0 1-15,2-2 0 16,-4 0 0-16,1-4 1 0,-4-4 1 16,-1-2 0-16,-6 3-2 15,-2 0 0-15,0 7 0 16,-14-14-1-16,0 14-1 15,-2 0-1-15,-2 12-6 16,-1-3-8-16,8-6-56 0,6 19-12 16</inkml:trace>
  <inkml:trace contextRef="#ctx0" brushRef="#br0" timeOffset="78582.96">222 5259 353 0,'0'0'7'0,"0"0"4"16,0 0 1-16,0 0 0 0,0 0-1 16,0 0 1-1,0 0 0-15,8 2 0 0,-8 10-6 16,3 6-4-16,-1 0-2 16,0 7 2-16,1 0-1 0,2 0-3 15,-3-2-5-15,5 2-18 16,6-3-53-16,-8-2-4 15</inkml:trace>
  <inkml:trace contextRef="#ctx0" brushRef="#br0" timeOffset="79365.47">245 6064 402 0,'0'0'5'0,"0"0"1"0,-5-10 2 16,5 10 1-16,-3-15 0 0,3 15 1 15,0-17 0-15,0 6 0 16,0 11-4-16,17-14-2 16,-4 9-2-16,2-1 0 15,2 6-1-15,0 0 0 0,1 4-1 16,-3 3 0-16,0 6 0 15,-8-1 0-15,-2 2-1 16,-3 4 1-16,-2 0 0 16,-4 1-1-16,-6-1 2 0,-2 1-1 15,-1 1 0-15,1-2 0 16,-4-3 0-16,4-1 0 16,3 0 0-16,1-6 0 15,8-8 0-15,-3 11 0 16,3-11 0-16,13 0 0 0,4 0-1 15,1-8-1-15,0 3-5 16,6-5-21-16,3 2-53 16,1 2-3-16</inkml:trace>
  <inkml:trace contextRef="#ctx0" brushRef="#br0" timeOffset="79967.96">215 6877 401 0,'0'0'6'0,"0"0"1"0,0 0 1 0,5-13 0 0,-5 13 1 15,17-12 0-15,-7 4 0 16,5 0 0-16,-3 4-5 0,6 0-2 15,-1 4-1-15,1 0 0 16,-6 0-1-16,1 7 0 16,-1 2-1-16,-5 4 0 15,-2-1-1-15,-5 3-1 16,2-1 1-16,-2 1-2 0,0 3 1 16,-2-3 0-16,0 0 1 15,-1-2 0-15,1-3 0 16,2-2 1-16,0-8 0 0,5 17 0 15,-5-17 1-15,20 7-1 16,-6-6 1-16,4 2 0 16,2-3 0-16,0 2 0 15,-5 1 1-15,2 2-1 0,-4-3 1 16,-13-2-1-16,7 13 0 16,-7-3-1-16,-7 0 0 15,-11 0-3-15,-1 0-1 16,-4-1 0-16,-2 0-4 15,-2-1-9-15,-1 8-48 0,1-16-12 16</inkml:trace>
  <inkml:trace contextRef="#ctx0" brushRef="#br0" timeOffset="81299.34">130 5081 197 0,'0'0'7'0,"0"0"1"15,0 0 4-15,0 0 0 16,4-10 3-16,-4 10-1 15,14-4 0-15,-2 3-1 0,1 1-4 16,6 0-4-16,4 0-1 16,4 0-2-16,5 0 0 15,8 1 0-15,8 3-1 0,-2-2 1 16,14 1 0-16,0-3-1 16,10 0 0-16,-1 0 0 15,9 0-1-15,3-5 0 16,1 1 1-16,5 3 0 15,2-4-1-15,8 3 0 16,1-1-2-16,1-2 0 0,2 2-2 16,1-4 1-16,10 2 0 15,3 0 0-15,-4-3-1 16,1 3 2-16,5-2 1 16,-2 0 0-16,6 1 1 0,4-1 0 15,-4 2 0-15,0 0 0 16,1 1 0-16,6-1 1 15,-8 0 0-15,6-1-1 0,-6 4 1 16,-6 0-1-16,6-1 1 16,2 1-1-16,-5 2 1 15,-2-3-1-15,6 3-1 16,-2 0 1-16,-4 0 0 16,4 0 0-16,-4 0 0 15,-4 0 0-15,1 0 0 0,3-2 1 16,-9-1 0-16,4 1-1 15,-6-1 1-15,2 0-1 16,1-1 0-16,0 4 0 0,-2-4 0 16,-4 0 0-16,1 4 0 15,-4-2 0-15,3 2 0 16,1 0 0-16,-6-2 1 0,5-1-2 16,-5 0-3-16,1 0-5 15,5 2-3-15,-10-2-2 16,9 0 0-16,-1 2 0 15,0-2-3-15,-1-2 2 0,0 2 4 16,-1 1 7-16,1-3 2 16,2 2 2-16,-6-1 0 15,-6-1 2-15,1 2 0 16,-3-2 2-16,3 3-3 0,1-4 1 16,-7 4-1-16,1-2 1 15,0 4-1-15,-3-6 1 16,2 6-2-16,-2-3 1 15,-4 1 0-15,5 2 2 16,-3-2 3-16,-6-1 2 0,-1-2 0 16,-6 3 2-16,-7-3 0 15,-6 2 1-15,-12-1 0 16,-7 1-4-16,-10 0-5 0,-8 2-11 16,-9-7-44-16,-8 8-9 15</inkml:trace>
  <inkml:trace contextRef="#ctx0" brushRef="#br0" timeOffset="82599.8">138 5784 252 0,'0'0'2'0,"0"0"2"16,17-5 1-16,-4 5 1 0,4-2 0 15,8 2 2-15,5 0-1 16,7 0 2-16,2 0-3 15,9 0 0-15,2 0-2 16,6 0-1-16,2 2 1 0,9 1-2 16,5-1 0-16,6 3 0 15,6-2-1-15,0-1 0 16,11 1 0-16,4-2 0 16,5 3 0-16,1-4 0 0,1 0-1 15,9 0 1-15,-1 0 1 16,8-5 0-16,5 2 0 15,-1-2 0-15,0 0 1 16,6 0-1-16,6-2 0 0,-5-1 0 16,7 3-1-16,-6-1 0 15,4-2 0-15,0-2 0 16,-3 4-1-16,1-1 0 16,-5 0 0-16,2-1 0 0,5 6 0 15,-4-5 0-15,-5 1 0 16,6 2 0-16,-1 1 1 15,-3-2 0-15,4 0 0 0,-4 0-1 16,1 2 1-16,-3-1-1 16,3 0 1-16,-3-2-1 15,-7 3 0-15,7-2 0 16,2 2 0-16,-7 2 0 16,1-2 1-16,-4 0-1 0,4 3 0 15,-4 0 1-15,1 0 1 16,-7 0-2-16,-3 0 0 15,2 0 1-15,3 0 1 16,-8 0-2-16,0 0 0 0,1 0 1 16,-4 0-1-16,2 0 0 15,3 0 0-15,-6-1 0 16,-6-2 0-16,5 3 0 16,-1-3 0-16,-2 0 1 0,2-1-1 15,1-1 0-15,-5 0 1 16,0 0-1-16,-2-3 1 15,3 3-1-15,-3-2 0 0,-11 2 0 16,2-3 0-16,-4 3 0 16,-4-2 0-16,-9 2 0 15,1 0 0-15,-10 2 0 16,-12 2 1-16,0-2-2 0,-10 0 1 16,-8 3 0-16,-5 0 0 15,-7 0-3-15,-7 0-4 16,-6 0-5-16,-7 0-13 15,0 0-27-15,0 0-19 16</inkml:trace>
  <inkml:trace contextRef="#ctx0" brushRef="#br0" timeOffset="83782.8">426 6607 247 0,'0'0'3'0,"12"-5"1"0,-4 2 0 15,9 3 2-15,1 0 0 16,9 0 2-16,6 0 1 15,9 3 3-15,5 2-2 16,5-1-2-16,7 2 2 0,6-4-1 16,8 1-1-16,1-2-1 15,8-1-2-15,5 0-1 16,2 0-1-16,8 0 0 16,3-1 0-16,6 1-1 15,-1 0 0-15,6-3 0 0,9 3 0 16,-3 0-1-16,4 0 0 15,6 0-1-15,2 0-1 16,0 0 0-16,6 0-1 0,3 0 0 16,0 0 0-16,5 0 1 15,-1 3-1-15,0-3-3 16,-3 0 2-16,5 0 0 16,5 0-1-16,-3 0 1 0,-4 0-1 15,5 0 1-15,0 0 0 16,-4-3 2-16,2 1 0 15,-1-1 1-15,0 3-1 0,-5-3 2 16,5 3-1 0,0-2 0-16,1 0 0 0,-4 2 0 15,3-3 0-15,-3 1 1 16,4-1-1-16,-3 1-1 0,2-1 1 16,-5-2 1-16,-8 2 0 15,4 3 2-15,-4-4-1 16,-4 1 1-16,-8 3 0 15,6 0 0-15,-6 0 0 16,0 0 0-16,1 0-1 0,-7 0-1 16,-3 0 1-16,2 0-2 15,2 3 1-15,-7 1 1 16,-3-4-2-16,4 3 1 0,-4-3-1 16,3 3 0-16,-3-3 1 15,-5 0-1-15,-2 0 1 16,0 0-1-16,-8 0 1 15,-2 0 1-15,-4 0-1 16,-7 0 1-16,-9-3-1 0,-4 3 1 16,-14-3 2-16,-12 3 0 15,-5-4-6-15,-9 1-21 16,0 3-43-16,-23 0-6 0</inkml:trace>
  <inkml:trace contextRef="#ctx0" brushRef="#br0" timeOffset="84850.03">2921 4361 192 0,'0'0'2'15,"0"0"0"-15,-3-1 0 0,3 1 1 16,-13-3-3-16,13 3-9 15,-17-4-20-15,17 4-24 16,-13 0-3-16</inkml:trace>
  <inkml:trace contextRef="#ctx0" brushRef="#br0" timeOffset="85633.61">2665 4280 299 0,'0'0'4'0,"0"0"0"16,0 0 1-16,0 5 2 15,0-5 2-15,0 20-1 16,3 3 1-16,-1 2-1 0,0 8-2 15,3 13 0-15,2 4-3 16,2 9 0-16,-2 7-1 16,2 4 0-16,-4 6 0 15,2 1 4-15,2 4 0 0,-5 5 2 16,4 1 0-16,-4 1 1 16,1-1 1-16,1 5 1 15,-1-1 1-15,2 3-3 16,3-2-2-16,3 2-1 15,1 0 1-15,2-1-2 0,-2-2-1 16,4 0-1-16,-4-1-1 16,-1-6 1-16,-1-2-1 15,0-6 0-15,-1-2-1 0,-5-4 1 16,2-3-1-16,-3-5-1 16,3-1 1-16,-5-7-1 15,2-1 0-15,-1-6 0 16,-4-2 0-16,3-2 0 15,-1-7 0-15,-2-4 0 0,0 0 0 16,0-4 0-16,0-3 0 16,0-3 0-16,0 1 0 15,0-4 1-15,0-2 0 0,3 0 0 16,-3 0 0-16,0-1-1 16,0-2 1-16,0 2 0 15,0-1 0-15,0-3-1 16,0-2 0-16,-3 1 0 15,3-11-1-15,-2 17-1 0,2-17-1 16,-3 11-3-16,3-11-1 16,0 0-32-16,0 0-46 15,0 0 0-15</inkml:trace>
  <inkml:trace contextRef="#ctx0" brushRef="#br0" timeOffset="86401.22">1584 4482 396 0,'0'0'5'0,"0"0"2"0,0 0 0 0,-3-9 1 16,3 9 1-16,-12-5-1 15,2 5 1-15,0 4 0 16,-2 8-5-16,2 5-1 15,-2 8-2-15,6 4 0 0,-3 4 0 16,6 2 0-16,3 3 0 16,0-2 0-16,5-4 0 15,7-2 0-15,1-8 0 16,4-2 1-16,3-8 0 0,5-5 1 16,0-7-2-16,2 0 2 15,0-7-2-15,-2-8 1 16,0-2 0-16,-5-3 0 15,-5-5 0-15,-8-2 0 16,-5-5 0-16,-4 0-1 0,-10 2 1 16,-8 0-1-16,-2 5 0 15,-3 0-1-15,0 13 0 16,0 2-1-16,0 8 0 0,6 2 0 16,-1 7-1-16,5 9 1 15,2 1-1-15,8 2 0 16,5 3 1-16,0 1 0 15,15 1 1-15,7 1-1 16,8-3 1-16,12-1 0 0,6-9-3 16,11 3-7-16,6-15-17 15,7 2-57-15,5-2 0 16</inkml:trace>
  <inkml:trace contextRef="#ctx0" brushRef="#br0" timeOffset="88167.06">4906 4313 204 0,'0'0'5'0,"0"0"5"0,0 0-1 16,0 0 5-16,0 0 1 16,0 0 0-16,8-10 1 15,-8 10 0-15,0 0-4 16,9-2-3-16,-9 2-2 0,0 0-4 15,8 2-1-15,-8-2-1 16,0 0 0-16,13 10 0 16,-13-10-1-16,0 0 1 0,9 10-1 15,-9-10 1-15,0 0 2 16,0 0 2-16,0 0 2 16,0 0 1-16,0 0 0 15,0 0 0-15,10 0 0 0,-10 0 0 16,0 0-2-16,0 0-2 15,10 0 0-15,-10 0-1 16,0 0 0-16,10 9-1 0,-8 1 1 16,1 2-1-1,-3 5 0-15,5 11-1 16,-3 2 1-16,3 7-1 0,1 6 0 16,-4 11 2-16,8 6 1 15,-5 3-2-15,5 8 1 16,0 2 1-16,2 1 0 0,-2 8 0 15,7-1 0-15,-4 5-2 16,2-3 2-16,-6 2 0 16,1-1 0-16,1 0 0 0,-4 0 0 15,0-4 0-15,-1-4-1 16,-4-1 1-16,1-1-1 16,1-5-1-16,4-2 0 15,-5-2-1-15,4-3 0 0,0-3 0 16,1 1 0-16,1-3 0 15,-1-1 0-15,0-3 0 16,-1 1 0-16,-2-9-1 16,2 2 0-16,-1-5 1 15,-1-2-1-15,-3-3 0 0,0-5-1 16,-2 0 1-16,3-2 0 16,-3-4 0-16,0-1 0 15,0-2 0-15,0-5 0 0,0 2 0 16,0-6 0-16,0-2 1 15,0 1-1-15,0-3 0 16,-3 3 0-16,3-4 0 16,0 1 0-16,0-10-1 0,-2 14 0 15,2-14-3-15,0 0-2 16,0 14-10-16,0-14-46 16,0 0-22-16,-7-14-4 15</inkml:trace>
  <inkml:trace contextRef="#ctx0" brushRef="#br0" timeOffset="89832.81">3629 4607 337 0,'0'0'5'0,"0"0"2"15,0 0 2-15,-7-7 2 0,7 7-1 16,-18-2 1-16,6 2 0 16,-1 0 0-16,3 0-5 15,-2 5-2-15,-3 3-2 16,5 6 0-16,-1 0-1 16,2 1-1-16,4 5 0 0,0 0 1 15,5 0 0-15,0 0 0 16,7-6 0-16,5 1 1 15,6-7 0-15,2-1 1 0,-3-7-1 16,4 0 1-16,1-10 1 16,-3-1 1-16,-1-7 1 15,-1-5 0-15,-4-4 0 16,-7-5-1-16,-6-2 1 0,0-4 0 16,-1-5-3-16,-6-1 1 15,-9 5-2-15,0-3 1 16,2 7-1-16,-2 3 0 15,0 7 0-15,4 5 0 0,-1 7-1 16,8 12-1-16,5 1 0 16,-4 12 0-16,8 10-1 15,5 6 0-15,7 8-1 16,5 7 2-16,4 3-1 0,5 2 1 16,4-1 0-16,6-5 0 15,-1-3-1-15,4-4-2 16,4-5-8-16,-5-6-71 15,8-6-2-15</inkml:trace>
  <inkml:trace contextRef="#ctx0" brushRef="#br0" timeOffset="90869.03">6168 4447 400 0,'0'0'5'15,"0"-11"2"-15,0 11 1 16,0 0 0-16,-3-9 0 16,3 9 0-16,-12 0 0 15,3 7 0-15,-2 13-5 0,-1-1-2 16,-3 6-1-16,0 5 0 15,-3 2 0-15,2-2 1 16,-2 0 0-16,-1-5-1 0,-2-3 0 16,1 0 0-16,1-7-1 15,-1-3 1-15,2-5-1 16,-1-1-1-16,6-6 1 16,1 0 0-16,-1-10 1 0,8-2-1 15,2-3 1-15,1-5 0 16,2-3 1-16,2 2 0 15,3-4 0-15,3 2 0 16,0 3 1-16,1 2 0 0,2 7-1 16,-2 1 0-16,3 5 0 15,4 5 0-15,-2 2-1 16,4 6 0-16,5 4 0 16,1 5 0-16,6-2 0 0,2 3 0 15,2-1 1-15,5 1-1 16,-2-5 1-16,0 0 0 15,0-1-1-15,-2-1-1 16,-2-1-6-16,-1-10-25 0,-2 4-49 16,2-1-1-16</inkml:trace>
  <inkml:trace contextRef="#ctx0" brushRef="#br0" timeOffset="91701.1">7333 4248 325 0,'0'0'4'0,"0"0"3"0,0 0 1 16,-9-5 0-16,9 5 2 16,-8 8 2-16,4 7 1 15,0 7 0-15,1 10-4 16,3 8-2-16,3 14 0 0,5 5-1 15,4 10 1-15,0 9-2 16,4 1 0-16,2 8-1 16,-1 2 0-16,-2 5 0 15,-1 3-1-15,2 4 2 0,-7 1-2 16,1-1 1-16,-3 7 0 16,2-5 1-16,-2 1-2 15,-2-5 1-15,-1 1 0 0,1-6-2 16,-1-3 0-16,0-1 0 15,1-9-1-15,0-7 0 16,0-4 1-16,0-6-1 16,-1-5 0-16,2-2-1 0,-1-7 0 15,0 0 1-15,0-8-1 16,-1-3 1-16,-1-4-1 16,-1-4 0-16,2-3 0 15,-4-6 1-15,2 1-1 0,-2-9 0 16,2 1 0-16,1 0 0 15,-3-2 1-15,0-1-1 16,2-2 0-16,-2 1 0 16,0-11-1-16,3 14 1 0,-3-14 0 15,0 0-1-15,0 0 0 16,0 0-2-16,0 0-2 16,0 0-1-16,0 0-5 15,-5-7-4-15,5 7-15 0,0 0-48 16,-7-15-6-16</inkml:trace>
  <inkml:trace contextRef="#ctx0" brushRef="#br0" timeOffset="92501">8241 4409 339 0,'0'0'6'0,"0"0"4"16,9-15 3-16,-6 3 3 0,-3 0-1 15,0-4 1-15,0 2 0 16,-7-3 1-16,-6 1-5 16,-7 4-5-16,-5 8-2 15,-2 1-2-15,-3 3 0 16,-2 10-2-16,2 5-1 0,0 2 0 16,5 3 0-16,6 1-1 15,3 4 1-15,14-2-1 16,2-3 1-16,7-2 0 0,11-7 1 15,4-1 0-15,6-6 0 16,-2-4 0-16,4-4 0 16,0-8 1-16,-2-6 0 15,-3-1 0-15,-3-6 0 16,-5 3 1-16,-4-3-1 0,-3 4 2 16,-5 8-1-16,-1 0-1 15,-4 13 0-15,0 0-1 16,11 13 1-16,-1 9-2 0,2 4 0 15,8 10 0 1,5 4-2-16,10 1-9 0,-1 6-72 16,14-6-3-16</inkml:trace>
  <inkml:trace contextRef="#ctx0" brushRef="#br0" timeOffset="94618.25">930 4065 124 0,'0'0'6'16,"0"0"4"-16,0 0 1 0,0 0 5 16,0 0 4-16,0 0 0 15,0 0 3-15,-7-12 1 16,4-1-6-16,3 5-2 15,0-7-2-15,0 4-4 0,3-4 0 16,2 0-2-16,3-2-2 16,2-1 0-16,2-2-1 15,3 1 0-15,4-4-1 16,1 3 0-16,3 0 1 16,2 1-4-16,2 2 3 0,0-1-3 15,5 6 0-15,-2-4 1 16,5 4-2-16,-2 1 1 15,6 0-1-15,3 4 1 16,-2-3-1-16,3 5 0 0,-4 0 0 16,3 2 0-16,-4 3 0 15,2 0 0-15,-8 0 0 16,-2 3 1-16,-1 2-1 0,-1 0 0 16,2-1 0-16,-8 2 0 15,2-1 0-15,1 1 0 16,3 2 0-16,-3-1 1 0,0 2-1 15,7 0 0 1,-2-4 1-16,5 3-1 0,-4-1 0 16,7-2 1-16,-1 0-1 15,4-5 1-15,0 2 1 16,-1-2-2-16,3 0 1 16,-6 0 1-16,4-2-1 0,-1 0 0 15,1-4 0-15,-4 1 0 16,2-2 0-16,-4 0 0 15,0-4 0-15,0 1 0 16,-4 2 0-16,0-3 1 16,-3-2-1-16,-7 1 0 0,0 0 0 15,-5 2 0-15,-5 0 0 16,-4 1 0-16,0-2 0 0,-7 11 0 16,3-12 0-16,-3 12-1 15,0-11 0-15,0 11-1 16,0 0 0-16,0 0 0 15,0 0-1-15,0 0 0 16,-7 4-1-16,7-4 1 0,-3 16 0 16,3-2 1-16,0 0 0 15,7 3 0-15,2 1 1 16,-1-3 0-16,5 5 0 16,5-6 1-16,5 4 0 0,-2-6 0 15,9 1 0-15,0-1 0 16,5-2 0-16,-1-2 0 15,7-1 0-15,-2-3 0 0,1-4 0 16,5 3 0-16,-1 0-1 16,6-3 1-16,-8-3 0 15,4-1 0-15,-2-5 0 16,4 1 0-16,-9 1 0 0,0-3-1 16,4 1 1-16,-8-1-1 15,0 2 1-15,-1-2 0 16,-1 3-1-16,-5-1 1 15,3 4 1-15,-3-2-1 16,-1 2 1-16,1 0-1 0,-3 4 1 16,-1-3 0-16,3 3-1 15,1 0 0-15,-3 0 0 16,-1 0-1-16,-2 3 1 16,6 1-1-16,-8 0 0 15,0 2 0-15,-3 1 0 0,1 3-1 16,-1 0 1-16,-2 0 0 15,-1 3 0-15,2-1 1 0,1-1-1 16,1 6 1-16,4-6-1 16,-3 2 1-16,6 2-1 15,-7-3 1-15,2 1 0 16,-3-1 1-16,-5-3 0 16,1 2 1-16,-8 1 0 15,-2-2 0-15,-1 2 1 0,-2-4-1 16,0 1 0-16,0-9-2 15,2 16-3-15,-2-16-6 16,10 5-32-16,-2-2-37 0,-1-3-4 16</inkml:trace>
  <inkml:trace contextRef="#ctx0" brushRef="#br0" timeOffset="95549.65">1989 3296 333 0,'0'0'7'16,"0"0"3"-16,0 0 3 0,-10 0 2 15,10 0 2-15,0 0 0 16,0 0 0-16,-3-11 0 16,3 11-6-16,16-8-4 15,-2 1-2-15,9 1-2 16,2-1-1-16,7 2-1 0,0 1 0 15,5-2 0-15,-4 4 0 16,1 0-1-16,-6 2 1 16,-6 0-1-16,-7 7 1 0,-5 2-1 15,-10 7 1-15,-2-1 0 16,-11 4 0-16,-4 4 0 16,-3-2 0-16,-3 2 0 15,-2 0 0-15,1-1-1 0,3-3 1 16,4-2-1-16,0-1 0 15,8-4 0-15,3-2 0 16,6-10 1-16,2 10-1 16,11-8 0-16,4-2 0 0,8-2 1 15,0-3 0-15,7 0-1 16,-2-5-2-16,7 3-4 16,-4-3-11-16,5 6-62 15,-4-3-3-15</inkml:trace>
  <inkml:trace contextRef="#ctx0" brushRef="#br0" timeOffset="95949.94">2687 3279 346 0,'0'0'3'0,"-10"0"0"0,-2 0 1 15,1 0 0-15,-8 3 1 16,4 3-1-16,-4 1 0 16,1 0 0-16,-2 3-3 15,9-1-1-15,5 4-1 0,3-1 1 16,3-4 0-16,0-8 1 16,12 15 1-16,4-13 3 15,3-2-1-15,1 0 2 16,0-5 1-16,2-4 0 15,-2 0 0-15,1-2-1 0,-5-2 1 16,-4 3-2-16,-3 3-1 16,-9 7-1-16,9-12-2 15,-9 12-1-15,0 0 0 0,0 0-2 16,3 4-3-16,-3-4-5 16,4 15-7-16,5-5-12 15,-5 0-21-15,4-2-26 16,1-2-6-16</inkml:trace>
  <inkml:trace contextRef="#ctx0" brushRef="#br0" timeOffset="96317.73">2806 3321 354 0,'0'0'6'0,"0"0"4"0,0 0 0 16,0 0 2-16,0-12-1 16,0 12 1-16,0-10-1 0,0 10 1 15,7-11-8-15,4 5-2 16,-4 3-1-16,5 3-2 15,4 0 1-15,-5 6-1 0,5 1 1 16,-4 3-1-16,-1 0 1 16,-4-1-1-16,-1 4 0 15,-2-3 0-15,-4-10 1 16,4 13 0-16,-4-13 0 16,0 0 1-16,0 0 1 0,0 0 0 15,0 0 0-15,0 0-1 16,-2-5 1-16,2-5-1 15,0-3 0-15,2 1-1 0,3-1 0 16,3 4-1 0,-3-4 0-16,2 2 0 0,3 7 0 15,-10 4-1-15,18-3 0 16,-18 3 1-16,14 11 0 0,-8-1 0 16,1 1-3-16,3 5-4 15,-3-7-13-15,1 7-54 16,4-7-2-16</inkml:trace>
  <inkml:trace contextRef="#ctx0" brushRef="#br0" timeOffset="96517.96">3243 3230 392 0,'0'0'4'0,"0"0"1"0,0 0-1 0,0 0 1 16,0 0-1-16,0 0 0 15,-9 10 0-15,9-10 1 16,2 17-5-16,5-3-7 16,1 0-9-16,2-4-31 0,4 2-26 15,0-2-5-15</inkml:trace>
  <inkml:trace contextRef="#ctx0" brushRef="#br0" timeOffset="96833.5">3551 3119 381 0,'0'0'4'0,"0"0"-1"16,-7-5 1-16,7 5 0 0,-14 0 1 15,3 0 0-15,-1 0 0 16,0 2 0-16,-3 3-2 16,5 2-2-16,3 1-1 15,1 2 1-15,4 2-1 16,2 1-1-16,4 0 1 0,9-2 0 15,4-1 1-15,1 4 0 16,5-6 0-16,-2 0 1 16,4-1-1-16,-7 1 0 0,1-4 2 15,-3-1 1-15,-7 3 1 16,-9-6 1-16,0 8-1 16,-12-2 1-16,-5 2-1 15,-7-4 0-15,-2 3-7 0,2 6-31 16,-4-3-45-16,2 0-2 15</inkml:trace>
  <inkml:trace contextRef="#ctx0" brushRef="#br0" timeOffset="98399.66">5487 4107 264 0,'0'0'4'0,"-2"-11"3"15,2 11 3-15,0-14 3 16,0 5 1-16,0-1 2 0,0-5-1 16,2-1 1-16,3 0-3 15,1-5-4-15,1 2-1 16,3-1-3-16,-3-4-2 16,8-1-1-16,-3-3 0 0,6 3 0 15,5-1-1-15,-2 1 0 16,4-3 0-16,5 1 0 15,2 0 0-15,5 2 0 16,4 0-1-16,0 0 1 16,4 2 0-16,3 4-1 0,-1-1 1 15,0 6-1-15,3-2 1 16,-1 7 0-16,-1 2 0 16,1 4-1-16,-4 0 0 0,2 3 1 15,-2 3-1-15,-6 1 0 16,5 3 0-16,-5 1-1 15,1 2 1-15,-1-4 1 16,1 3-1-16,0-4 0 0,-5 3 1 16,4-4-1-16,-1 2 0 15,2-4 1-15,-3 1 0 16,4-3-1-16,5 0 1 16,-2 0 0-16,4-3 0 15,-2-5 0-15,7 1 0 0,-3 0 0 16,-1-4-1-16,-1 0 1 15,-4-3 0-15,4 0 0 16,-11-1 0-16,0 0 0 16,-7 1 0-16,-5-4 0 15,-3 0 0-15,-7 4 1 0,-2-1-2 16,-6 1 1-16,-2 3-1 16,-5-1 0-16,0 12 0 0,2-15 0 15,-2 15-1-15,0 0 0 16,3-7-1-16,-3 7 1 15,0 0-1-15,0 0 0 16,0 0 1-16,8 2-1 0,-8-2 1 16,7 12 0-16,-7-12 1 15,14 16 0-15,-5-7 0 16,5 1 0-16,4-2 0 16,1 2 0-16,4-6 0 15,2 4 1-15,2 0-1 0,8-7 0 16,2 6 0-16,0-6 1 15,2 2-1-15,4-3 0 16,-2 3 1-16,8-3-1 16,-7 2 0-16,0 0 0 0,-4 4 0 15,-1 0-2-15,-7 4 1 16,-3 3 0-16,3 2 0 16,-11 3-1-16,4 1 1 15,-8 1 0-15,2 5 1 0,-2-4 0 16,1 4 0-16,-2 3 1 15,-2-1-1-15,0-3 1 16,-1 4 0-16,-1-3 0 0,-3-1 0 16,3 1-5-16,-5-5-11 15,0-2-57-15,2-1-3 16</inkml:trace>
  <inkml:trace contextRef="#ctx0" brushRef="#br0" timeOffset="99135.2">6278 3128 350 0,'0'0'8'0,"0"0"4"16,2-14 2-16,-2 14 0 15,10-18 1-15,-2 9 0 16,-1-1-1-16,3 0 1 0,5 2-8 15,4 6-3-15,2 2-1 16,-1 7-2-16,1 6 0 16,0 1-1-16,-1 6 1 0,-3 5 0 15,-8 0-1-15,0 2 1 16,-9-2-1-16,0 0 1 16,-3-6-1-16,-5-1 1 15,-2-5-1-15,1-6 0 16,-4 0 1-16,3-7-1 0,3 0 0 15,7 0 0-15,-7-17 0 16,7-4 0-16,4-1 0 16,6-5 0-16,8 3-1 15,-6-4 1-15,6 3 0 0,-4 3 0 16,2 2 0-16,-9 11-1 16,2 1 0-16,-9 8 0 15,10 0 1-15,-10 0-1 16,11 19 0-16,-4-3 0 0,0 3 1 15,4-1-1-15,1 2-3 16,5-3-9-16,0-3-24 16,16 3-40-16,-13-9-4 15</inkml:trace>
  <inkml:trace contextRef="#ctx0" brushRef="#br0" timeOffset="99467">6864 3064 302 0,'0'0'5'0,"0"0"1"0,-12-2 3 16,4 2 0-16,-8 2 0 15,4 3 0-15,-5-1 0 16,0 6 2-16,2 1-5 0,6 2-2 16,3 1 0-16,6-2-1 15,0-1 0-15,10-2 1 16,5-4 0-16,3-2-1 15,1-3 1-15,1 0 0 0,3-5 1 16,-4-3-1-16,-1-2 0 16,-4 0-1-16,-3 1 0 15,-4-2 0-15,-7 11-2 0,7-12 0 16,-7 12-2-16,0 0 1 16,0 0-3-16,0 5-3 15,2 5-7-15,-2 0-10 16,5 0-19-16,1 5-21 15,4-5-15-15</inkml:trace>
  <inkml:trace contextRef="#ctx0" brushRef="#br0" timeOffset="99849.26">7045 3141 324 0,'0'0'8'16,"0"0"3"-16,0-10 3 16,0 10 2-16,-4-12 1 15,4 12-1-15,-3-18 0 0,3 11 0 16,0 7-7-16,3-15-4 15,-3 15-2-15,12-6-2 16,-3 6-1-16,2 0-1 16,-2 9 1-16,-1 0 0 0,0 1-1 15,-3 5 1-15,0-3 0 16,-3 1 1-16,-2-1-1 16,0-2 1-16,0-10 0 0,0 14 1 15,0-14-1-15,0 0 1 16,0 0-1-16,0-4 1 15,0-6-1-15,2 0-1 0,3-5 0 16,2 3 0-16,4-3 0 16,-6 2-1-16,4 4 0 15,-9 9 0-15,16-12 0 16,-16 12 0-16,12 0 0 16,-12 0 0-16,13 12 0 0,-8-3 0 15,2 1-4-15,0 1-2 16,4 1-9-16,-4-5-19 15,-7-7-42-15,17 13-2 16</inkml:trace>
  <inkml:trace contextRef="#ctx0" brushRef="#br0" timeOffset="100033.4">7398 3046 387 0,'0'0'6'0,"0"0"2"0,-5-9 1 0,5 9 1 16,0 0-1-16,-7-10 0 15,7 10 1-15,0 0-1 16,0 0-5-16,-5 7-2 16,5 5-2-16,5 1-2 0,2 1-4 15,0 0-8-15,6 0-27 16,4 1-36-16,-2-3-4 16</inkml:trace>
  <inkml:trace contextRef="#ctx0" brushRef="#br0" timeOffset="100349.76">7776 2945 377 0,'0'0'7'15,"0"0"1"-15,-2-10 1 0,2 10 1 16,-18-8 0-16,8 4 3 16,-3 0-3-16,-1 1 1 15,-2 3-5-15,2 0-4 16,1 4-1-16,6 6 0 0,0 4-1 15,4-3-1-15,3 7 1 16,5-3 0-16,5-1 0 16,5 1 1-16,4 0-1 15,4-1 1-15,2-3 0 0,0 1-1 16,0-4 1-16,-6-2 0 16,-1 2 0-16,-6-3 0 15,-12-5 0-15,3 11 0 16,-11-7 1-16,-14 6-1 0,-6-3-4 15,2 6-22-15,-10 2-53 16,-1-5-2-16</inkml:trace>
  <inkml:trace contextRef="#ctx0" brushRef="#br0" timeOffset="106519.88">1601 5247 413 0,'0'0'4'0,"0"0"1"0,0 0 0 16,0 0 0-16,-9 0 1 15,9 0 0-15,-18 7 0 16,11 5 0-16,-8 3-3 16,7 7-2-16,-2 6 1 0,1 1-1 15,6 3 1-15,-4 1-1 16,7-1 1-16,7-3-1 15,-2-4 1-15,7-5 0 0,6-4-1 16,1-7 1 0,1-6-1-16,3-3 0 0,1-5 0 15,1-5 1-15,0-5 1 16,-2-7 0-16,-6-1 1 16,-2-1-1-16,-5-6 0 0,-6 0 0 15,-4-3-1-15,0 4 0 16,-9-3 0-16,-6 2-2 15,-2 8-1-15,-4 4 1 0,2 4-1 16,-4 9 0-16,3 5 1 16,-1 2-1-16,3 8 0 15,-2 5 0-15,5 0 0 16,5 2 0-16,2-2 0 16,6 3 1-16,2-6-1 0,2 1 1 15,9-1-1-15,3-7 1 16,7 3 0-16,1-7 1 15,2-1-1-15,4 0 1 16,-1 0-2-16,1-1-3 0,-3-5-6 16,0 4-16-16,9-1-58 15,-17 3-2-15</inkml:trace>
  <inkml:trace contextRef="#ctx0" brushRef="#br0" timeOffset="106767.01">1951 5336 458 0,'0'0'5'0,"0"0"1"15,0 0 1-15,0 0 0 0,0 0 0 16,0 0 1-16,0 6 0 15,4 8-3-15,-2 6-5 16,0 2 0-16,-2 5 0 16,0 2 0-16,5 14 0 15,-10-6-84-15,5 0-3 0</inkml:trace>
  <inkml:trace contextRef="#ctx0" brushRef="#br0" timeOffset="117350.22">3547 5219 346 0,'0'0'6'0,"0"0"3"15,0 0 3-15,0-12 2 16,0 12 1-16,0-8 0 15,0 8 0-15,0 0 0 0,0 0-5 16,0 0-4-16,0 8-1 16,0 7-3-16,-3 2 0 15,-4 3-1-15,-3 5-1 0,0-3 1 16,-5 3-1-16,2 0 1 16,-6-5 1-16,1-1-1 15,6-4 0-15,-3 0 0 0,3-5 1 16,-1 0-1-16,13-10 1 15,-12 8-2-15,12-8 0 16,0 0 0-16,0 0 0 16,9 0 0-16,2-3 0 0,6-2 0 15,3 2 0-15,3-3 0 16,2 5 0-16,3-4 0 16,2 3 0-16,0-1 0 15,2 1 0-15,-5-1 0 16,1 0 0-16,-5 3 0 15,0 0 0-15,-7 0 0 0,-3 0 0 16,-3 0 1-16,-10 0-1 16,12 0 0-16,-12 0 1 15,0 0-1-15,0 0 1 16,0 0-1-16,0 0 1 0,0 0-1 16,0 0 0-16,0 0 0 15,0 0-1-15,-5 0-2 16,5 0-3-16,0 0-6 0,0 0-16 15,-12 0-55-15,12 0-1 16</inkml:trace>
  <inkml:trace contextRef="#ctx0" brushRef="#br0" timeOffset="118016.95">3989 5276 383 0,'0'0'6'0,"0"0"2"0,0 0 1 15,0 0 2-15,0 0 0 16,0 0 1-16,5-7 1 16,-5 7 0-16,0 0-6 15,0 0-1-15,0 0-2 16,0 0 0-16,0 0-1 0,0 0-1 16,0 7 0-16,0-7 0 15,0 10 0-15,0-10 0 16,0 15 0-16,0-15-1 15,0 15 0-15,0-8 0 0,0 4 0 16,0 1-1-16,0 1 1 16,0 1 0-16,0 1 0 15,0 2 1-15,0-5-2 0,0 3 0 16,0-2 0-16,3-4 0 16,-3 1 0-16,0-10 0 15,4 14 0-15,-4-14 0 16,0 0 0-16,0 0 0 0,0 0 0 15,0 0 0-15,0 0 0 16,0 0 0-16,0 0 0 16,0 0 0-16,0 0-7 15,0 0-77-15,0 0-4 16</inkml:trace>
  <inkml:trace contextRef="#ctx0" brushRef="#br0" timeOffset="121866.86">6103 5214 365 0,'0'0'7'0,"0"0"0"16,0 0 4-16,-9-10 0 0,9 10 0 15,-18-12 2-15,8 6 0 16,-2-1 0-16,-3 3-4 16,-2 1-3-16,-1 3-2 0,1 0-2 15,-1 7 0-15,1 6-1 16,2-1-1-16,2 3 0 15,4 2 0-15,4 1 0 16,5-3-1-16,0 0 1 16,5-6 0-16,10 1 1 15,2-7-1-15,5-3 1 0,-1-3-1 16,3-7 1-16,3 1 1 16,-4-6-1-16,-1-2 2 15,-7-1-1-15,0 3 2 0,-7 3 0 16,-1 0-1-16,-7 12 1 15,0-9-1-15,0 9 0 16,-7 9-1-16,2 3-1 16,-4 5 1-16,5 6-2 0,-1 3 0 15,2 2-2-15,1 2 4 16,2-1-2-16,-2-1 0 16,2-1 0-16,0-2 0 0,0-5 0 15,0-2 0-15,0-4 0 16,0-4-7-16,0-3-3 15,0-7-5-15,0 0-11 16,4 10-58-16,-4-10-2 16</inkml:trace>
  <inkml:trace contextRef="#ctx0" brushRef="#br0" timeOffset="122250.97">6332 5214 411 0,'0'0'4'0,"0"0"2"0,0 0-1 16,0 0 2-16,-8 5 0 0,3 5 0 16,-4 5 0-16,2 2 1 15,-4 6-5-15,4 2-1 16,0 4 0-16,7-4 1 0,0-3-1 15,2-2-1-15,10-5 1 16,3-3 0-16,2-4 0 16,6-8 1-16,-3 0-1 0,-1-5 0 15,4-7-1-15,-4-1 1 16,2-7 0-16,-6-3 1 16,-6 2 0-16,-4-7 0 15,-1 1 0-15,-8 0 0 16,-8 5 0-16,-8-1-3 0,-2 11 0 15,-3 4 0-15,-2 8 0 16,-1 8-6-16,6 9-78 16,0 8-3-16</inkml:trace>
  <inkml:trace contextRef="#ctx0" brushRef="#br0" timeOffset="129283.31">1663 6073 374 0,'0'0'6'0,"0"0"4"16,0-9 1-16,0 9 1 15,-2-10 1-15,2 10 1 0,-12-10 1 16,1 10-1-16,-4 0-5 15,0 8-3-15,1 7-2 16,-1 4-1-16,3 6-2 0,2 5 1 16,5 4-2-16,2 0 1 15,3 1 0-15,3-4-1 16,4-2 1-16,8-6 0 16,0-2-1-16,4-8 1 15,2-5 1-15,4-8-1 0,0 0 1 16,-4-10-1-16,2-5 1 15,2-5-1-15,-5-7 0 16,-3-3 1-16,-2 1-2 0,-7-9 0 16,-8 1 0-16,-3-3 0 15,-7 6 0-15,-5 2 0 16,-5 4 0-16,1 3 0 16,-1 7 0-16,-1 7 0 0,2 6 0 15,4 5 0-15,0 2 0 16,5 11 0-16,0 2 0 15,8 5 0-15,2-1 0 16,0 6 0-16,9 0 0 0,7 0 0 16,0-1-2-16,10-1-2 15,1-6-7-15,3 0-21 16,4-3-52-16,1-6-2 16</inkml:trace>
  <inkml:trace contextRef="#ctx0" brushRef="#br0" timeOffset="129649.54">1989 6210 457 0,'0'0'5'16,"0"0"1"-16,-5-10 1 15,5 10 1-15,-5-15 0 0,5 5 1 16,0-4-1-16,8 1-5 15,1 6-3-15,6-3 0 16,3 5 0-16,2 0 0 16,-1 5 0-16,4 0 0 0,-3 7 0 15,-8 6 0-15,0 5 0 16,-9 1 0-16,-3 3 0 16,-3 3 0-16,-9 3 0 0,-6-3 0 15,1-1 0-15,-3-4 0 16,3 0 0-16,7-3 0 15,0-7 0-15,10-10 0 16,0 10 0-16,12-10 0 0,8-3 0 16,15-7 0-16,5 3 0 15,2 7-71-15,18-15-16 16</inkml:trace>
  <inkml:trace contextRef="#ctx0" brushRef="#br0" timeOffset="135133.57">8062 5982 351 0,'0'0'8'0,"0"0"5"0,0-10 3 16,0 10 1-16,0-9 2 15,0 9 1-15,-3-13 1 16,3 13-1-16,0 0-7 16,0 0-4-16,-10 3-5 15,5 11-4-15,-2 4 0 0,-1 4 0 16,-5 5 0-16,1 3 0 15,-2 0 0-15,-1 2 0 16,0-5 0-16,4-2 0 0,-3-3 0 16,1-5 0-16,3-2 0 15,1-3 0-15,4-3 0 16,5-9 0-16,-13 8 0 0,13-8 0 16,0 0 0-16,0 0 0 15,0 0 0-15,18-4 0 16,-5 0 0-16,8-5 0 15,5 5 0-15,1-6 0 0,5 2 0 16,-2 1 0 0,5 1 0-16,-3 0 0 0,-2 0 0 15,-5 1 0-15,-4 4 0 16,-5-2 0-16,-4 0 0 16,-12 3 0-16,12 0 0 0,-12 0 0 15,0 0 0-15,0 0 0 16,0 0 0-16,-5 0 0 15,5 0 0-15,-14 6 0 16,7-6 0-16,7 0 0 0,-23 0-18 16,11 1-67-16,12-1-2 15</inkml:trace>
  <inkml:trace contextRef="#ctx0" brushRef="#br0" timeOffset="135716.75">8422 6128 432 0,'0'0'6'0,"0"0"0"0,-13-12 3 15,13 12 1-15,-15-12 2 16,11 2 0-16,-2 0 0 15,1-2 0-15,5 1-12 16,0 2 0-16,0 9 0 16,15-13 0-16,-2 10 0 0,2 3 0 15,-3 0 0-15,3 11 0 16,0-1 0-16,-5 5 0 16,0 2 0-16,-7 3 0 15,2 2 0-15,-5 3 0 0,-5 0 0 16,-7-3 0-16,4 0 0 15,-10 0 0-15,3-4 0 16,3-1 0-16,-1-2 0 16,4-5 0-16,9-10 0 0,-10 10 0 15,10-10 0-15,0 0 0 16,14 0 0-16,2-3 0 16,3-2 0-16,4-2 0 0,2-1 0 15,2 0 0-15,3 1 0 16,0 0 0-16,-8 2 0 15,-2-1 0-15,-3 5 0 16,-2-2 0-16,-3 3 0 0,-12 0 0 16,11-3 0-16,-11 3 0 15,0 0 0-15,0 0 0 16,0 0 0-16,0 0 0 16,0 0 0-16,0 0 0 15,0 0 0-15,0 0 0 0,0 0 0 16,0 0 0-16,0 6-81 15,0-6-9-15</inkml:trace>
  <inkml:trace contextRef="#ctx0" brushRef="#br0" timeOffset="139632.94">1633 6757 365 0,'0'0'7'16,"0"0"4"-16,0 0-1 15,0 0 3-15,-7-4 0 0,7 4 0 16,-12 0 0-16,2 0 0 16,-2 7-5-16,-1 3-4 15,1 2-2-15,2 6-1 0,-1 4 0 16,4 0-1-16,0 3 0 15,2 3 0-15,3-2 0 16,2-1 0-16,0 1 0 16,2-4 0-16,3-2 0 0,2-6 1 15,6 1-1-15,-1-5 0 16,3-5 1-16,2-5 0 16,1 0 0-16,-1-3 0 15,3-7 0-15,-3-2 0 0,1-3 1 16,-1 1 1-16,-2-7-1 15,-5-1 0-15,0 0 1 16,0-6-1-16,-8 3 0 16,1-4 1-16,-3 2-2 0,-5-1 1 15,-5 2-1-15,0 3 0 16,-2 3 0-16,-6 2-1 16,1 7 0-16,-3 3 0 15,0 3 0-15,-2 5 0 0,4 0-1 16,-2 0 0-16,3 10 0 15,5 0 1-15,-1 5-1 16,6 2 0-16,2-2 0 16,5 5 0-16,0-3 0 0,7 0 1 15,5 1 0-15,6-3 1 16,-1-5-1-16,6 0 1 16,-1-3-1-16,6-2 1 15,-3-2 0-15,2-1 0 16,-3-2 0-16,1 0 0 0,-2 0 0 15,-1-2 0-15,-5-1-1 16,-4 1-2-16,-1-1-3 16,-2 3-6-16,-10 0-13 0,-10-5-60 15,10 5-1-15</inkml:trace>
  <inkml:trace contextRef="#ctx0" brushRef="#br0" timeOffset="140267.07">1944 6859 424 0,'0'0'5'16,"0"0"1"-16,0 0 2 16,0 0 1-16,-10-5 0 0,10 5 1 15,0 0 1-15,-4-10-1 16,4 10-3-16,0-9-2 16,0 9-2-16,16-7 1 15,-3 1-4-15,-1 3 0 16,6 3 0-16,-3-2 0 0,0 2 0 15,-3 2 0-15,0 4 0 16,-12-6 0-16,11 17 0 16,-9-7 0-16,-2 2 0 15,0 1 0-15,-5-4 0 0,-3 3 0 16,1 1 0-16,0-6 0 16,7-7 0-16,-10 16 0 15,10-16 0-15,-2 9 0 16,2-9 0-16,0 0 0 0,9 8 0 15,-2-6 0-15,3 1 0 16,3 0 0-16,-1-1 0 16,1 0 0-16,-1 1 0 0,0 2 0 15,1-1 0-15,-3 2 0 16,-10-6 0-16,15 10 0 16,-15-10 0-16,5 9 0 15,-5-9 0-15,-7 13 0 0,-4-9 0 16,-3 1 0-16,-2-2 0 15,-3 2 0-15,-6 0 0 16,5-2 0-16,-2-1 0 16,0-2 0-16,4 0-2 15,6 2-22-15,12-2-60 16,-13 0-3-16</inkml:trace>
  <inkml:trace contextRef="#ctx0" brushRef="#br1" timeOffset="147566.89">7997 6709 334 0,'0'0'8'0,"0"0"3"0,0 0 4 16,0 0 1-16,0 0 2 15,0 0 0-15,10-11 1 16,-10 11 0-16,0 0-6 16,0 0-4-16,0 0-3 0,0 0-2 15,0 0-1-15,0 0-1 16,-3 8-1-16,-1 2-1 15,-4 2 1-15,-2 2-1 16,0 1 0-16,1 0 1 0,-2 1-1 16,1-1 1-16,1-4-1 15,-2 3 0-15,1-6 1 16,10-8-1-16,-12 13 0 0,12-13 0 16,-13 8 0-16,13-8 0 15,0 0 0-15,0 0-1 16,0 0 2-16,0 0-1 15,0 0 0-15,11 2 1 0,1-2-1 16,0 0 1-16,8 0-1 16,3-2 1-16,-1-1-1 15,3 1 1-15,0-1-1 16,-3 3 0-16,1-2 1 16,-4 2-1-16,-1-3 0 0,-4 3 0 15,-3 0 0-15,-11 0 0 16,13 0 0-16,-13 0 0 15,0 0 0-15,0 0 0 16,9 0 1-16,-9 0-1 16,0 0 1-16,0 0-1 0,0 0 0 15,0 0 0-15,0 0-2 16,0 0-2-16,0 0-5 0,0 0-8 16,0 0-32-16,0 0-35 15,0 0-1-15</inkml:trace>
  <inkml:trace contextRef="#ctx0" brushRef="#br1" timeOffset="148365.5">8230 6760 393 0,'0'0'7'0,"0"0"4"0,0 0 1 0,0 0 1 15,5-10 2-15,-5 10 1 16,6-12-1-16,-6 12 1 15,7-13-7-15,-7 13-5 16,12-8-4-16,-12 8 0 0,15-6 0 16,-5 6 0-16,3 0 0 15,-3 0 0-15,4 5 0 16,-3 0 0-16,-2-1 0 0,1 2 0 16,-10-6 0-16,11 10 0 15,-11-10 0-15,2 12 0 16,-2-12 0-16,-5 14 0 15,5-14 0-15,-10 13 0 16,10-13 0-16,-10 10 0 0,10-10 0 16,0 0 0-16,-10 10 0 15,10-10 0-15,0 0 0 16,0 7 0-16,0-7 0 16,10 10 0-16,-10-10 0 0,14 11 0 15,-5-7 0-15,3 0 0 16,-5 4 0-16,5-3 0 15,-4 0 0-15,-1 0 0 16,-7-5 0-16,16 10 0 16,-16-10 0-16,4 10 0 0,-4-10 0 15,0 0 0-15,0 9 0 16,0-9 0-16,-13 9 0 16,4-8 0-16,-6 3 0 0,-5-2 0 15,0 0 0-15,-2 1 0 16,0-3 0-16,-1 0 0 15,6 0 0-15,-1 0 0 0,3 0 0 16,15 0-20-16,-10 7-63 16,10-7-3-16</inkml:trace>
  <inkml:trace contextRef="#ctx0" brushRef="#br1" timeOffset="152351.15">21598 16161 203 0,'0'0'8'0,"0"0"3"0,0 0 5 15,0 0 3-15,0 0 2 16,0 0 3-16,0 0 1 16,0 0 1-16,0 0-5 0,0 0-4 15,0 0-5-15,0 0-2 16,0 0-3-16,0 0-2 15,0 0-2-15,0 0-1 16,0 0 0-16,8-2-1 0,2 2 1 16,4 0-1-16,2-3 1 15,1 1 0-15,3 0 0 16,0-1-1-16,-6 1 0 16,4-2 0-16,-4 3 1 0,-5-2-1 15,-9 3 1-15,14-2-1 16,-14 2 1-16,0 0-1 15,0 0-1-15,0 0 1 16,0 0-1-16,-9 0 0 0,-2 2 0 16,-4 1-1-16,-5 2 1 15,3-3 0-15,-8 3 0 16,0 0 0-16,3-1-1 0,2 0 1 16,0-3 0-16,8 2-1 15,2-1 1-15,10-2 0 16,0 0-1-16,0 0 1 15,0 0 0-15,10-2 0 16,5-1 0-16,2-2 1 0,3 1-1 16,2-3 0-16,1 2 1 15,0 1-1-15,-9 3 0 16,-4-4 1-16,-1 2 0 16,-9 3-1-16,0 0 0 15,0 0 0-15,0 0 0 0,-12-3-1 16,5 3-2-16,-3 0-4 15,-5 0-12-15,5-9-49 16,10 9-10-16</inkml:trace>
  <inkml:trace contextRef="#ctx0" brushRef="#br1" timeOffset="153116.97">22365 16106 264 0,'0'0'8'0,"0"0"5"0,0 0 4 16,0 0 2-16,0 0 1 0,0 0 2 15,-9 0 2-15,9 0 0 16,0 0-7-16,0 0-4 16,0 0-4-16,0 0-2 15,0 0-1-15,0 0-1 0,12 0 0 16,4-2-2-16,0 2 0 16,9-2 0-16,0-1 0 15,8 1 0-15,-3-1-1 0,-1-1 0 16,-1 1 0-16,-6 3 0 15,-5-3-1-15,-4 3 1 16,-5-3-1-16,-8 3 0 16,0 0 0-16,-5 0 0 15,-8 0 0-15,-2 0 0 0,-5 3-1 16,-5 3 0-16,1-2 0 16,-1-1 0-16,2 2 0 15,3-3-1-15,6 0 1 0,4 1 0 16,10-3 1-16,0 0-2 15,0 0-1-15,17 10-6 16,-2-7-28-16,7-3-47 16,5 0-3-16</inkml:trace>
  <inkml:trace contextRef="#ctx0" brushRef="#br1" timeOffset="156066.78">2295 6926 341 0,'0'0'7'16,"0"0"2"-16,0 0 4 15,0 0 1-15,0 0 0 16,0 0 0-16,0 0 0 0,0 5 0 15,0-5-5-15,-6 15-5 16,6-2-1-16,-2 2-1 16,-3 7 0-16,0 2-1 15,0-2-1-15,-2 5-1 0,-4 1-2 16,2-1-4-16,-2-7-5 16,2 5-10-16,-1-1-44 15,-2-8-15-15</inkml:trace>
  <inkml:trace contextRef="#ctx0" brushRef="#br1" timeOffset="156883.48">2486 6800 292 0,'0'0'7'15,"0"0"4"-15,0 0 5 0,2-10 2 0,-2 10 1 16,0 0 4-16,5-12-2 16,-5 12 1-16,0-8-7 15,0 8-4-15,-7-7-4 16,7 7-3-16,-18 0-1 0,9 4-2 16,-3 4 0-16,-4 2-1 15,7 2-1-15,-2 1 1 0,1-1 0 16,2 1 0-16,7-1 0 15,1-2-1-15,0 0 1 16,0-10 0-16,14 15 0 16,-3-13 1-16,-2-2-1 15,3 0 1-15,-1-2-1 0,3-6 1 16,-4-2 0-16,1 3 1 16,-2-6 0-16,-2 1 0 15,2 2 1-15,-2-1 2 16,-2 3-1-16,-5 8 0 0,4-11 0 15,-4 11 0-15,0 0-2 16,0 0 0-16,0 5-1 16,0 5 0-16,0 5-2 15,0 2 1-15,0 3-1 0,-2 3 1 16,2-1 0-16,0 2 0 16,-2 1 0-16,-1-4 0 15,3 1 0-15,0-2 0 16,-2-6-1-16,-1-2 0 0,3-1 0 15,0-11-2-15,-4 10-2 16,4-10-3-16,0 0-6 16,0 0-7-16,-4-13-56 15,4 13-7-15</inkml:trace>
  <inkml:trace contextRef="#ctx0" brushRef="#br1" timeOffset="157366.7">2647 6810 385 0,'0'0'6'16,"0"0"3"-16,0 0 1 15,0 0 1-15,0 0 0 0,0 0 0 16,0 0 0-16,0 9 0 16,-5 0-6-16,-2 2-3 15,2 4-1-15,2 0-1 16,-2 4 0-16,3-1 0 0,2 2 0 16,0-3 0-16,5-4 0 15,0-1 0-15,5-5 1 16,2-1 0-16,1-3 0 15,-1-3 1-15,0-3 0 16,1-7 0-16,2 2 1 0,-2-4 1 16,-1-3 0-16,-3 1 0 15,-1-2 0-15,-4-4 1 16,-4 3 0-16,0-3-5 16,-1 3 0-16,-6-1 0 0,-6 1 0 15,-2 8 0-15,-1-1 0 16,-2 4 0-16,0 6 0 15,0 6 0-15,1 4 0 0,17-10-86 16,-18 22 0-16</inkml:trace>
  <inkml:trace contextRef="#ctx0" brushRef="#br1" timeOffset="161649.85">6181 6800 328 0,'0'0'9'0,"0"0"4"16,0-12 3-16,0 12 4 15,0-18 0-15,0 8 0 16,0 0 2-16,-5-2-1 0,5 12-8 15,-15-15-4-15,3 9-3 16,-4 5-3-16,2 1-1 16,-7 1-1-16,5 7-1 15,-5 2 0-15,4 2-1 0,2 1 1 16,2 2-1-16,6 0 0 16,5-2 0-16,2-2 1 15,0-11-1-15,22 11 1 16,-2-8 0-16,0-3 0 0,2-9 1 15,3 0 0 1,-6-1 1-16,4-2 0 0,-5-1 2 16,-6 3-1-16,-2 2-3 15,-10 8 0-15,8-10 0 16,-8 10 0-16,0 0 0 0,0 6 0 16,0 4 0-16,0 2 0 15,0 5 0-15,0 5 0 16,0 0 0-16,-3 1 0 0,-2 4 0 15,2-4 0-15,1 2 0 16,-1-8 0-16,1 0 0 16,0-1-8-16,2-8-7 15,0-8-9-15,0 0-39 0,0 0-23 16,0 0-2-16</inkml:trace>
  <inkml:trace contextRef="#ctx0" brushRef="#br1" timeOffset="162033.51">6395 6772 440 0,'0'0'4'0,"0"0"2"16,-5-2 0-16,5 2 0 15,-11 0 1-15,11 0-1 16,-14 12 1-16,3-2-1 15,4 2-3-15,2 6-2 0,0-1-1 16,5 3 1-16,0-2-1 16,7-1 1-16,3-5-1 15,6 0 1-15,0-7 1 0,5 0-1 16,0-5 1-16,3-5 0 16,-3-5 1-16,-3 1-1 15,-3-7 2-15,-2 0-4 16,-8-7 0-16,-5 3 0 0,0-2 0 15,-12 3 0-15,-1-4 0 16,-8 8 0-16,0 6 0 16,-4 3 0-16,0 6 0 15,-3 7 0-15,9 8-73 16,1 10-15-16</inkml:trace>
  <inkml:trace contextRef="#ctx0" brushRef="#br1" timeOffset="170533.4">9018 3082 414 0,'0'0'5'16,"0"0"3"-16,0 0 1 15,0 0-1-15,0 0 1 0,0 0-1 16,-5 12 0-16,1 5 1 16,-5 3-5-16,7 5-3 15,-3 10-1-15,0-1 1 16,3 4 0-16,2-2 0 16,2 2 0-16,3-9-1 0,0 1-2 15,2-5-2-15,-1-5-2 16,-1-9 1-16,-5-11-2 15,5 11 1-15,-5-11 0 0,0-12 1 16,0-5 1-16,-5-14 3 16,-6-3 1-16,4-6 1 15,-5-4 1-15,-1-3 1 16,1 0 1-16,0 4 0 16,-1 6 1-16,3 8 0 0,5 4 0 15,3 5-1-15,2 10-1 16,0 10 0-16,14-7-2 15,4 8 0-15,7 7-1 0,2 9 1 16,6 4-1-16,4 3 1 16,0 6-1-16,0 2 1 15,-2 3-1-15,-3-3 1 16,-7 2 0-16,-2-3 0 16,-9-4-1-16,-6 0 1 0,-8-4-1 15,-2-3 1-15,-13-4 0 16,-7-1-1-16,-1-2 1 15,-6-4-1-15,-4-1 0 16,-2-3 0-16,0-2-1 0,5-3-1 16,6 0-4-16,4-5-6 15,0-3-16-15,-3 4-52 16,23 4-2-16</inkml:trace>
  <inkml:trace contextRef="#ctx0" brushRef="#br1" timeOffset="170767.15">9366 3133 430 0,'0'0'3'0,"0"0"-1"15,0 0 1-15,0 0 1 0,0 11 0 16,2 1 0-16,3 5 0 15,3 8 0-15,-3-3-1 16,2 10-1-16,3-2-1 16,3 2-5-16,-6-2-7 0,6-3-20 15,-1 0-46-15,-5-7-2 16</inkml:trace>
  <inkml:trace contextRef="#ctx0" brushRef="#br1" timeOffset="170966.79">9557 3087 350 0,'0'0'9'0,"0"-10"4"16,0 10 2-16,-3-8-1 0,3 8 0 15,0 0 0-15,0 0 0 16,0 10 1-16,9 9-8 16,-4 9-4-16,4 2-1 15,4 5 0-15,-1 4-3 16,-2-2-6-16,3 0-12 0,-4 1-57 15,-4-11-4-15</inkml:trace>
  <inkml:trace contextRef="#ctx0" brushRef="#br1" timeOffset="171133.67">9436 3240 376 0,'0'0'8'15,"0"0"0"-15,0 0 1 16,0 0 0-16,-3-10 0 15,3 10 1-15,8-5 0 0,4 3-1 16,8 2-13-16,5-3-17 16,-6 3-55-16,21 0-1 15</inkml:trace>
  <inkml:trace contextRef="#ctx0" brushRef="#br1" timeOffset="171333.27">9931 3057 422 0,'0'0'5'0,"0"0"2"0,0 0 0 16,0 0 1 0,-4 7 0-16,2 2 1 0,-1 5 0 15,3 6 1-15,0 1-5 16,0 7-2-16,5 4 0 0,1 0 0 16,1 0-1-16,0 4-3 15,3-7-3-15,1-2-8 16,-9-7-14-16,-2 0-55 15,2-8-3-15</inkml:trace>
  <inkml:trace contextRef="#ctx0" brushRef="#br1" timeOffset="171532.97">9784 3042 373 0,'0'0'6'0,"0"0"2"0,-9-10 0 16,9 10 2-16,-2-11 0 15,2 11 0-15,8-14 1 16,7 3 1-16,7 7-6 16,8 0-1-16,10 1-6 0,-1 3-9 15,6 0-25-15,2 5-42 16,1 5-3-16</inkml:trace>
  <inkml:trace contextRef="#ctx0" brushRef="#br1" timeOffset="172337.07">10273 3194 412 0,'0'0'4'0,"0"0"2"16,-10-3 1-16,2 3 0 0,-1 0-1 16,-7 3 2-16,2 1-1 15,-4 5 0-15,-1-1-4 0,3 7-1 16,7 0-2-16,2 0 1 15,3 0 0-15,4-2 0 16,6-5 0-16,6 0 1 16,6-3 0-16,-4-2 0 15,7-3 1-15,-5-8-1 0,2-1 0 16,-3-4 0-16,-2-5 0 16,-4 4-1-16,-2-4 0 15,-2 6-1-15,-5 2 0 16,0 10-1-16,0 0 0 0,0 0 0 15,-5 17 0-15,5-2 0 16,0 3 1-16,5 1 0 16,6-3 0-16,1-4 1 15,6-5-1-15,1-4 1 0,1-3 0 16,3-5 0-16,-4-11-1 16,3-1 1-16,-6-5 0 15,-4-3-1-15,-5-2 1 0,-2-5 0 16,-5 3-1-16,-2 1 0 15,-5-1 1-15,-3 6-1 16,3 3 1-16,-4 5-2 16,4 7 1-16,7 8-1 15,-15 0 0-15,15 18 1 0,0 5-1 16,0 6 1-16,0 3 0 16,5 3 0-16,5 2 1 15,-3-2 0-15,4-2-1 16,-4-7 1-16,-2-3-1 0,2-6 2 15,-5-4-1-15,-2-13 1 16,0 0-1-16,0 0 0 16,0 0 1-16,11-10 0 0,-9-3-1 15,2-4 0-15,0 3 1 16,3-7-2-16,0 4 0 16,6-1 0-16,1 5 0 15,4 1 0-15,-1 3 0 0,3 5 0 16,3 1-2-16,2 6 2 15,-6 4 0-15,4 2-1 16,-5 6 1-16,-6 0 0 16,-7 2 0-16,-3 3 0 15,-7-2 0-15,-7-4-1 16,-8 4 2-16,-5-6-1 0,-3-3-1 16,1 2 1-16,-3-4-1 15,4-4-2-15,-2-3-3 0,8 0-5 16,2-12-12-16,11-6-57 15,7-4-4-15</inkml:trace>
  <inkml:trace contextRef="#ctx0" brushRef="#br1" timeOffset="172500.07">10747 3000 392 0,'0'0'5'0,"0"0"2"0,5 4 2 0,-2 6 1 15,-1 5 1-15,4 5 0 16,-1 2 1-16,-1 3 0 15,1 5-4-15,2 0-4 0,2-1-6 16,-2-1-11-16,4-6-34 16,3 3-33-16,0-8-2 15</inkml:trace>
  <inkml:trace contextRef="#ctx0" brushRef="#br1" timeOffset="172865.55">11028 3138 438 0,'0'0'2'15,"0"0"1"-15,0 0 2 16,-12 3 0-16,12-3 0 0,-11 10 1 16,7 0 0-16,-1 0 1 15,2 0-2-15,3 3-2 16,0-2 0-16,10-1 0 0,1-5 0 16,3 0 0-16,6-5 0 15,5 0 0-15,-1-10-1 16,4-3 1-16,-3 2 0 15,-2-9-3-15,-1 2 0 16,-10 1 0-16,-5 4 0 0,-7 1 0 16,-7 8 0-16,-11 4 0 15,-1 4 0-15,-6 13 0 16,0 1 0-16,2 7 0 16,2 2 0-16,5 2 0 0,4 1 0 15,12-2 0-15,8-4 0 16,12-1 0-16,5-7-3 15,12 0-5-15,0-11-9 16,13-5-40-16,-6 0-27 0,2 0-2 16</inkml:trace>
  <inkml:trace contextRef="#ctx0" brushRef="#br1" timeOffset="173249.27">8981 3902 335 0,'0'0'7'0,"-13"2"2"0,13-2 2 0,0 0 3 15,0 0 2-15,13 0 2 16,22-6 0-16,22-5 2 0,33-5-6 15,21-1-2-15,28-5-1 16,23 0-2-16,17-6-1 16,12 3-3-16,7 2-1 0,-7 2-4 15,-3 4 0-15,-13 2 0 16,-12 5 0-16,-22-2 0 16,-20 4 0-16,-24 3 0 15,-22 2 0-15,-17 3 0 0,-21 0 0 16,-17 0 0-16,-20 0 0 15,-6 0 0-15,-11 3 0 16,-5 2 0-16,-3-3 0 16,8-2-73-16,-6 0-16 15</inkml:trace>
  <inkml:trace contextRef="#ctx0" brushRef="#br1" timeOffset="-210841.26">13868 12074 311 0,'0'0'4'0,"0"0"2"16,0 0-1-16,0 0 0 15,0 0 1-15,0 0 1 16,11 0 1-16,-2 13 1 0,11 1-1 16,2 16-1-1,5 7 3-15,1 5-1 0,7 10 0 16,-1 2 0-16,4 6-1 16,2 0-1-16,2-1-1 0,0-4-2 15,-4-8-1-15,-1-3 0 16,-8-4-2-16,-4-6 0 15,-2-6 0-15,-8-3-1 16,-2-9-2-16,-6-3 0 16,-7-13-2-16,12 12-6 0,-12-12-7 15,0 0-12-15,-3-12-29 16,-1-1-21-16,1-6-3 0</inkml:trace>
  <inkml:trace contextRef="#ctx0" brushRef="#br1" timeOffset="-210126.76">13784 12098 182 0,'0'0'2'0,"0"0"2"0,4 8 5 0,-4-8 1 15,6 22 2-15,-6-7 0 0,2 13 0 16,-2 4 1-16,0 0-1 15,3 5-3-15,-3 3-4 16,0 0-2-16,0-6-1 16,0 2 0-16,0-8-1 15,2-3 1-15,0-5-1 0,-2-6 1 16,0-3 1-16,0-11 2 16,5 13 1-16,-5-13 0 15,4-8 4-15,-4-2 0 0,0-5 1 16,0-5 0-16,0-7 1 15,0-5-4-15,0-6 1 16,0-1-1-16,0-3-2 0,0-2 0 16,0 1-1-16,0 0 1 15,0 4-1-15,0 0 1 16,0 7 0-16,2 2 0 16,0 6 0-16,-2 0 0 15,0 6-2-15,3 7 0 0,-3 1-1 16,0 10-2-16,0 0 0 15,0 0 0-15,17 0 0 16,-4 8-1-16,3 5 1 16,7 5 0-16,7 2 0 0,7 0 1 15,4 5-1-15,0-5 1 16,4 0-1-16,-5-1 0 16,-4-4 0-16,-3-5 0 0,-3 0 0 15,-2-6 0-15,-7 2 0 16,-3-1-1-16,-2-2-3 15,-3-3-8-15,6 0-27 16,-2 0-42-16,-4-5-2 16</inkml:trace>
  <inkml:trace contextRef="#ctx0" brushRef="#br1" timeOffset="-207363.56">9709 10664 223 0,'0'0'2'15,"0"0"2"-15,13 0-1 0,-4 0 1 16,4 0 1-16,4 0-1 15,8-2 1-15,3 2 0 16,9-3-2-16,-3 3-1 0,8 0-6 16,-6 0-11-16,8 0-28 15,6-2-17-15</inkml:trace>
  <inkml:trace contextRef="#ctx0" brushRef="#br1" timeOffset="-207197.14">10552 10643 221 0,'0'0'4'16,"0"0"1"-16,0 0 0 15,0 0 2-15,9 1-2 0,-9-1 1 16,12 3-10-16,1-3-33 16,4 0-23-16</inkml:trace>
  <inkml:trace contextRef="#ctx0" brushRef="#br1" timeOffset="-207063.97">11081 10649 340 0,'0'0'0'16,"0"0"1"-16,9 0-1 16,-9 0-5-16,23-2-29 15,2 2-33-15,0-3-3 16</inkml:trace>
  <inkml:trace contextRef="#ctx0" brushRef="#br1" timeOffset="-206913.1">11674 10664 397 0,'0'0'0'15,"0"0"-2"-15,0 0-14 16,18 12-53-16,-4-9-5 15</inkml:trace>
  <inkml:trace contextRef="#ctx0" brushRef="#br1" timeOffset="-206763.55">12134 10632 475 0,'0'0'1'0,"0"0"-1"16,0 0 0-16,0 0-5 15,18 5-15-15,-18-5-59 16,25 7-1-16</inkml:trace>
  <inkml:trace contextRef="#ctx0" brushRef="#br1" timeOffset="-206097.17">15282 10508 387 0,'0'0'1'0,"0"0"-1"0,0 0-1 0,0 0-5 15,6 0-15-15,8 3-37 16,6-3-14-16</inkml:trace>
  <inkml:trace contextRef="#ctx0" brushRef="#br1" timeOffset="-205926.77">16025 10486 379 0,'0'0'4'0,"10"0"-1"0,0 0 1 16,5 0 0-16,4 2-2 16,11 1-9-16,-2 2-39 15,17-5-23-15,4 0-7 16</inkml:trace>
  <inkml:trace contextRef="#ctx0" brushRef="#br1" timeOffset="-205797.01">16783 10508 346 0,'0'0'3'16,"0"0"0"-16,20 0 1 16,-8 3-1-16,6-3-8 15,6 0-41-15,12 0-20 16</inkml:trace>
  <inkml:trace contextRef="#ctx0" brushRef="#br1" timeOffset="-205681.12">17364 10518 455 0,'0'0'2'0,"0"0"0"0,0 0 0 15,0 0-7-15,10 25-66 16,5-25-8-16</inkml:trace>
  <inkml:trace contextRef="#ctx0" brushRef="#br1" timeOffset="-204546.54">6551 11434 293 0,'0'0'6'0,"0"0"0"0,0 0-1 15,0 0-1-15,0 0 0 0,0 0 1 16,0 0-1-16,0 16-2 16,0-2-12-16,10 9-17 15,7 9-32-15,-5 2-8 16</inkml:trace>
  <inkml:trace contextRef="#ctx0" brushRef="#br1" timeOffset="-204397.18">6643 12074 240 0,'0'0'1'0,"0"0"1"0,0 15 0 15,0-15 0-15,0 14 1 16,2-3-6-16,3 3-16 15,5 5-29-15,-2-2-11 16</inkml:trace>
  <inkml:trace contextRef="#ctx0" brushRef="#br1" timeOffset="-204281.13">6675 12497 180 0,'0'0'0'0,"0"0"-13"15,3 19-30-15,4-8-10 16</inkml:trace>
  <inkml:trace contextRef="#ctx0" brushRef="#br1" timeOffset="-204113.16">6700 13077 399 0,'0'0'0'16,"-10"7"-5"-16,7 3-15 16,1 12-46-16,2-4-8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10:11.98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6524 10776 129 0,'0'0'5'0,"0"0"7"0,0 0 4 16,0 0 7-16,0 0 3 16,0 0 2-16,0 0 1 0,0 0 1 15,0 0-5-15,0 0-7 16,0 0-4-16,-5 5-6 16,5-5-2-16,-13 18-4 0,6-7-1 15,-5 4-1-15,1 5 1 16,-4 5-2-16,-2-1 2 15,0 4-1-15,-1 4 1 16,-5 6 1-16,2 1 0 16,-9 3-1-16,-2 3 1 15,-3 5 1-15,-1 1-1 0,-3 3 1 16,-3 1-2-16,1-1 0 16,0 4 1-16,-1-1-2 15,-4-1 1-15,5 6-1 0,0-5 1 16,2 4-1-16,-1-5 0 15,1 1 0-15,2-3-1 16,4 1 1-16,-2-2 1 16,5-8-1-16,0 0 0 0,6-2 0 15,-3 1 1-15,4-1-1 16,-2-5 0-16,0 3 0 16,8-4 0-16,-3-3-1 15,1 4 1-15,-2-4 0 0,4-4 0 16,0-2 0-16,1-2 0 15,4-3-1-15,-1-1 1 16,1-2 0-16,3-3 0 0,1-2 0 16,-2-2 1-1,5-1-2-15,0-4 1 0,5-8 0 16,-5 14 0-16,5-14-1 16,0 0 0-16,0 0-3 15,0 0-5-15,0 0-2 0,0 0-23 16,5 0-37-16,-5 0-5 15</inkml:trace>
  <inkml:trace contextRef="#ctx0" brushRef="#br0" timeOffset="596.94">5393 12128 349 0,'0'0'6'0,"0"0"4"16,0 0 1-16,0 0 3 15,-10 0 1-15,10 0-1 0,0 0 0 16,-5 11 0-16,3 3-5 15,-3 5-3-15,2 9-2 16,-5 5-3-16,4 6 0 16,-6 3 0-16,-1 6 0 15,-1-2 0-15,3-4-1 16,-4 3 1-16,3-3-1 0,-2-5 0 16,-1-2 0-16,4-3 0 15,-5-5 0-15,5-2 1 16,2-4-1-16,-1-7-1 0,3-2 1 15,0-2-1-15,5-10 1 16,0 0 0-16,0 0 1 16,8 3 0-16,4-6 1 0,2-7 1 15,9-2 2-15,5-5 0 16,1-3 1-16,4-3-1 16,6-4 1-16,2 2 0 15,-2-2-6-15,3 2 0 16,-5 2 0-16,-1 2 0 0,-7 6 0 15,-7 3 0-15,-5 2 0 16,-4 5 0-16,-13 5 0 16,11 0 0-16,-11 0 0 15,-3 7 0-15,0 3 0 0,-7 0 0 16,10-10-55-16,-9 10-32 16,-2-3-2-16</inkml:trace>
  <inkml:trace contextRef="#ctx0" brushRef="#br0" timeOffset="3131.17">4722 11712 371 0,'0'0'7'0,"0"0"4"16,-12-4 2-16,12 4 2 16,-8-3 2-16,8 3 0 15,0 0 1-15,-10-8 1 0,10 8-6 16,8-10-3-16,4 1-10 15,5-1 0-15,11-5 0 16,2 1 0-16,7-7 0 16,5 0 0-16,1 2 0 0,-4 5 0 15,1-4 0-15,-5 6 0 16,-8 4 0-16,-4 1 0 16,-9 7 0-16,-3 0 0 15,-11 0 0-15,0 20 0 0,-3-1 0 16,-7 4 0-16,-2 7 0 15,-9 2 0-15,2 3 0 16,-6 2 0-16,0 5 0 16,-7-3 0-16,4 4 0 0,1-11 0 15,4 3 0-15,-1-8 0 16,9-2 0-16,0-8 0 16,10-2 0-16,5-15 0 15,5 7 0-15,12-7 0 0,8-7 0 16,5-7 0-16,2 0 0 15,8-5 0-15,3 1 0 16,-2-4 0-16,1 2 0 0,-3 3 0 16,-2-1 0-16,-5 7 0 15,-2-3 0-15,-11 7 0 16,1 0 0-16,-4 1 0 16,-4 4 0-16,-12 2 0 15,9 0 0-15,-9 0 0 0,0 0 0 16,0 0 0-16,0 0 0 15,0 0 0-15,0 0 0 16,0 0 0-16,0 0 0 16,0 0 0-16,0 0 0 15,0 0 0-15,-7 2 0 0,7-2 0 16,0 0 0-16,-10 9 0 16,10-9 0-16,0 0 0 0,-10 14 0 15,10-14 0-15,0 15 0 16,12-5-66-16,-12-10-30 15</inkml:trace>
  <inkml:trace contextRef="#ctx0" brushRef="#br0" timeOffset="5762.99">11510 6842 212 0,'0'0'8'0,"0"0"4"0,0 0 5 0,0 0 3 16,0 0 3-16,0 0 1 16,0 0 0-16,0 0-1 15,0 0-3-15,-4 0-8 0,4 0-3 16,-13 17-4-16,8-7-2 16,-5 5-1-16,5 3-1 15,-8-2 0-15,4 7 0 16,-3-1 0-16,-5 0 0 0,4 6-1 15,-5-3 0-15,0 4 0 16,1 1 1-16,-3 0 0 16,-1 2 1-16,-2 6 1 15,0-7-1-15,-4 8 1 0,-1-3 1 16,1 1-1-16,-3 2 1 16,6 1-2-16,-3-3 0 15,4-2 0-15,0-1-1 16,2 1 1-16,3-3-1 0,0 1 0 15,1-1-1-15,-1 0 1 16,4-2 0-16,-1 2-1 16,-2-2 0-16,1 2 1 15,3-2 0-15,-4-1 0 0,3 3 0 16,-1-4 0-16,0 1 0 16,2 1 0-16,-4-3 1 15,-1 1-1-15,4-3 0 16,-4 3 0-16,6-5 0 0,-3 2 0 15,3 0 0-15,0 0 0 16,-1 0 0-16,1-3 0 16,-1 3-1-16,2-1 1 15,0 1 0-15,-4 3 0 0,3-4-1 16,-4 1 1-16,2 0 0 16,-2 2-2-16,2 0 1 15,-4-2 0-15,1 0-1 16,4-2 0-16,-1-2 1 0,-2-1-1 15,4-1 1-15,3-1 0 16,-2 0 0-16,2-4 0 16,1 1 1-16,0 1-1 15,1-3 0-15,0 1 0 0,2-3 0 16,-2 2 1-16,1-1-1 16,1-1 0-16,0-1 0 15,-2 0 1-15,7-10-1 16,-7 14 0-16,7-14 0 0,-8 13 0 15,8-13 0-15,-8 7 0 16,8-7 0-16,0 0 1 16,-4 10-1-16,4-10 0 15,0 0 0-15,0 0 0 16,-3 10 0-16,3-10 1 0,0 0-1 16,0 0 0-16,-6 7 0 15,6-7 0-15,0 0 0 16,0 0 0-16,0 0 1 0,0 0-1 15,0 0 1-15,0 0 1 16,4-7-1-16,-4 7 1 16,7-12-1-16,0 0 1 15,1 1 0-15,2-3-1 0,-3-4 0 16,5 0 1-16,1-1-1 16,-1-6 1-16,4 0 0 15,-2-2-1-15,4 0 2 16,1-5 0-16,1-3-1 0,3 3 0 15,0-5-2 1,1 2 0-16,1-4 0 0,0-1 0 16,0 5 0-16,0-5 0 15,1 3 0-15,-5 3 0 0,1-4 0 16,1 5 0-16,-2 0 0 16,-3 4 0-16,3-7 0 15,-5 6 0-15,2-4-2 16,-1 2 1-16,1-1 1 0,-4 2-1 15,7-2 1-15,-5 1 0 16,0 0 1-16,2 2 0 16,-4 1 1-16,4 1-2 15,-4-2 0-15,-2 2 0 0,1 3 0 16,-1 2 0-16,1-2 0 16,-3 0 0-16,2 0 0 15,-4 3 0-15,4-1 0 16,0-2 0-16,1 1 0 0,2-3 0 15,3-1 0-15,2-1 0 16,-2-1 0-16,3 0 0 16,-6 1 0-16,5-1 0 15,-6 2 0-15,4 3 0 16,-2-2 0-16,-2 2 0 0,-2 0 0 16,6-1 0-16,-4-2 0 15,4 3 0-15,-4 2 0 16,3-5 0-16,0 3 0 0,-3 3 0 15,-2 1 0-15,-4 5 0 16,-3 1 0-16,0 2 0 16,-3 3 0-16,-2 10 0 0,5-10 0 15,-5 10 0-15,0 0 0 16,0 0 0-16,0 0 0 16,0 0 0-16,-2 10 0 15,-3 0 0-15,0 5 0 16,0 3-38-16,-5 3-50 0,-2 4-2 15</inkml:trace>
  <inkml:trace contextRef="#ctx0" brushRef="#br0" timeOffset="6680.38">10322 8375 396 0,'0'0'8'0,"0"0"2"0,0 0 3 16,0 0 0-16,0 0-1 16,0 0 2-16,0 0-1 15,3 5 1-15,-3 5-7 0,0 7-3 16,0 2-1-16,0 6-2 16,0 6 0-16,0 1 1 15,-3 1-2-15,-1 1 0 16,-1 3 0-16,0-2 0 0,0-3 0 15,-1 1 0-15,1-7 0 16,3 2 0-16,-3-4 0 16,2 1 0-16,-1-5 0 15,4-3 0-15,-2 1 0 16,-1-6 0-16,3-1 0 0,-5-3 0 16,5-8 0-16,-5 13 0 15,5-13 0-15,0 0 0 16,0 0 0-16,0 8 0 15,0-8 0-15,0 0 0 0,0 0 0 16,0 0 0-16,0 0 0 16,0 0 0-16,5 0 0 15,-5 0 0-15,12-4 0 16,0-2 0-16,2-5 0 0,0 0 0 16,4-3 0-16,9-5 0 15,1-6 0-15,6 0 0 16,8-1 0-16,0-4 0 15,3 2 0-15,-3 0 0 0,6 2 0 16,-9 4 0-16,-4 1 0 16,-5 7 0-16,-8 3 0 15,-5 3 0-15,-4 2 0 16,-5 1 0-16,-8 5 0 0,0 0 0 16,0 0 0-16,0 0 0 15,0 0 0-15,0 0 0 0,0 0 0 16,0 0 0-16,0 0 0 15,0 11 0-15,0-11 0 16,-8 14 0-16,8-14 0 16,-34 15-15-16,31-8-77 15,3-7-3-15</inkml:trace>
  <inkml:trace contextRef="#ctx0" brushRef="#br0" timeOffset="7614.4">10037 9337 374 0,'0'0'9'0,"0"0"2"16,-5-8 3-16,5 8 3 0,-10-5 1 16,10 5 1-16,-10-7 1 15,10 7 1-15,-10-5-13 16,10 5-8-16,0 0 0 0,3-11 0 15,11 4 0-15,8 0 0 16,9-5 0-16,3-3 0 16,7 0 0-16,3-2 0 15,0 4 0-15,-3 1 0 0,-4 2 0 16,-10 5 0-16,-2-1 0 16,-10 6 0-16,-6 9 0 15,-5 0 0-15,-8 9 0 16,-5 4 0-16,-6 3 0 0,-7 7 0 15,-3 3 0-15,-5 2 0 16,-5-3 0-16,0 3 0 16,1-2 0-16,1-5 0 15,5-5 0-15,6-5 0 16,8-6 0-16,3-4 0 0,11-10 0 16,0 0 0-16,21 0 0 15,4-7 0-15,7-6 0 16,5-1 0-16,11-4 0 0,-2-1 0 15,2-2 0-15,1 2 0 16,-4 5 0-16,-5-3 0 16,-8 9 0-16,-5 0 0 15,-10 0 0-15,1 6 0 0,-8 2 0 16,-10 0 0-16,0 0 0 16,2 10 0-16,6 2 0 15,-3-4-83-15,-5-8-10 16</inkml:trace>
  <inkml:trace contextRef="#ctx0" brushRef="#br0" timeOffset="17063.07">6096 10728 204 0,'0'0'7'0,"0"0"4"0,0 0 3 0,0 0 4 15,0-4 3-15,0 4 3 0,0-15 0 16,0 2 1-16,0-1-5 16,2-6-2-16,1-5-6 15,2-7-2-15,-3-3-3 16,0-7-3-16,2-5-2 16,1-8-1-16,-3-2-1 0,1-5 1 15,-1-5-1-15,0-2 0 16,1-5 1-16,-3-3 0 15,2-5 0-15,0-5 0 16,-2-4 0-16,3-3 0 0,0-3-1 16,0-4-1-16,-1-4-1 15,1-1 0-15,-1-2 0 16,0 1 0-16,-2-3-1 0,0-1 1 16,0 0 1-16,0-3-1 15,0 2 1-15,0-2 0 16,-2 0 0-16,0 1 0 15,-1-4 1-15,3 1 0 16,0-1 0-16,0 3 0 0,0 1 1 16,0-1-1-16,0 0 1 15,5 2-1-15,-3 3 0 16,3 2 0-16,0 1-1 0,0 2-1 16,1-3 1-16,-2 8 0 15,-1 0 0-15,2 0-1 16,2 5 2-16,-2 1-1 15,0 0 1-15,3 6 0 16,-4 3 0-16,4 0 0 0,-1 2 0 16,1 6 0-16,-1 1-1 15,1 3 0-15,-1 2 0 16,2 4 0-16,0 5 0 16,3-2 0-16,-4 6 1 0,1 3 0 15,-1 4 0-15,-1 3 0 16,1 7 1-16,-3 3 0 15,0 7 0-15,-1 3-1 16,1 9 0-16,-2 4-2 16,2 3-6-16,-5 11-25 0,10 0-38 15,-10 0-6-15</inkml:trace>
  <inkml:trace contextRef="#ctx0" brushRef="#br0" timeOffset="18997.57">6705 10918 279 0,'0'0'4'0,"0"0"0"0,0 0 2 16,0 0 1-16,0 0 0 15,0 0 2-15,0 0 2 16,-2-21 0-16,2 0-2 0,0 2-1 16,4-10-1-16,-1-3 1 15,2-13-2-15,2 0-2 16,1-10 1-16,2-3-3 16,2-7-1-16,-2-1 0 0,2-4-1 15,-2-2 1-15,1-2 0 16,1-1-1-16,-3 1 1 15,2-5 0-15,-4 2 0 16,3-5 0-16,-2 1 0 0,2-1 0 16,-1-2-1-16,2-2 0 15,-4 3 1-15,0 2 0 16,-2-6-1-16,2 5 0 16,1 0 1-16,-5-5-1 0,2 6 0 15,2-4-1-15,-3-1 2 16,5 2-2-16,0-3 1 15,3 3 0-15,2-3-1 16,0 0 1-16,-1 0-1 0,1 3 0 16,2 0-1-16,1-3 1 15,-2 4 0-15,-3 0 0 16,0 1 0-16,1 1 0 16,-1-1 0-16,1-2 0 0,-1 5 1 15,-2-1-2-15,-2 4 2 16,4 2-1-16,-2-4 1 15,0 4 1-15,0 0-1 16,-3 1 2-16,4 3-1 0,-2-1 0 16,1 2 0-16,-3 0 1 15,1 3-2-15,-3 1 1 16,0-2 0-16,-3 2-1 16,1 3 0-16,-1 0 1 0,-2 1-1 15,0-4 0-15,0 3 0 16,0 0 0-16,0 0-1 15,0 1 1-15,0 0 0 16,0 2-1-16,-2 5 0 16,-1 3 0-16,1-2 1 0,-5 3 0 15,2 3-1-15,-3-2 0 16,5 4 0-16,-4 1 0 0,2 1 1 16,3-1 0-16,-3 2-1 15,3 3 1-15,-2-4 0 16,2 3 1-16,-1 4-1 15,1-1 1-15,0-1 0 16,-1 3-1-16,1 0 1 0,-3 3 0 16,0-2-2-16,3 2 1 15,-4-3 0-15,1 2-1 16,0 1 0-16,1 0 1 0,-1 1-1 16,0-2 0-16,-1 3 2 15,4 6-1-15,-1-4 0 16,-1 3 1-16,-4 0 0 15,6 5-1-15,-5-1 1 16,1-2-1-16,1 3 1 0,-2 0-1 16,2-3 1-16,0 7-1 15,-3-1 1-15,1-4-1 16,2 5 0-16,-2 1 1 16,0-2-1-16,-2 4 1 0,2-2 0 15,0 2-1-15,0 2 1 16,-4-3 0-16,2 0 0 15,-1 1 1-15,-1 4-1 16,-1-6 0-16,-3 7 0 16,3-2 0-16,0 0 0 0,-4 3-1 15,2-1 1-15,-1 1 0 16,3 3-1-16,-4-2 0 0,2 2 0 16,-2-1 1-1,2 5-1-15,-2 0 0 0,0 0 0 16,0 6 1-16,-3 3-1 15,1-1 0-15,-2 3 1 16,5 2-1-16,-5-1 0 0,2 2 1 16,2-1-1-16,-5-1 0 15,5 3 0-15,-2 0 0 16,-2 0-1-16,3-3 1 16,-4 6 0-16,2-1 0 0,1 4 0 15,-1-2 0-15,1 3 1 16,-2 1-1-16,1-1 1 15,1 2 0-15,-1 3-1 16,1 0 0-16,0 1 0 0,1-1 0 16,2 4-1-16,0 1 1 15,3 0-1-15,-1 5 2 16,4 0 0-16,2 5-1 16,1 1 0-16,1-2-1 15,5 1-6-15,-2-2-13 0,-8-6-53 16,12 1-4-16</inkml:trace>
  <inkml:trace contextRef="#ctx0" brushRef="#br0" timeOffset="19963.11">6379 4585 96 0,'0'0'10'0,"-9"3"5"16,9-3 8-16,-8 4 4 15,8-4 4-15,-10 0 2 16,10 0 0-16,-10-12 0 0,8-5-6 15,2-8-6-15,0-7-5 16,0-6-2-16,0-11-2 16,0-3-3-16,2-10-1 0,0-5 0 15,1-5-1-15,2-6-1 16,-5-7-2-16,2 0-1 16,1-5 1-16,-3-7-2 15,0-7 1-15,0-3-2 0,0-2 1 16,0-6 0-16,0-4 0 15,0-6-1-15,0-1-1 16,3-6-1-16,2 1-2 16,2 0 0-16,0-6 1 0,0 1 0 15,-1 2 0-15,-1 72-2 16,0-10 1-16,0 1 1 16,-3-9 3-16,3 6 0 15,1-13-2-15,-2 3 0 16,4-8 0-16,-1 3 2 15,3-5-1-15,2 2 2 0,-2-2-2 16,6 2-1-16,-2-2 2 16,1 3-1-16,0-5-4 15,3 11-3-15,1 8-6 16,-1 11-20-16,-1 10-42 16,0 12-5-16</inkml:trace>
  <inkml:trace contextRef="#ctx0" brushRef="#br0" timeOffset="20731.14">7036 4129 275 0,'0'0'7'0,"0"-16"3"0,0 2 2 0,0-6 1 16,0-4 3-16,0-14-1 15,0-3 2-15,0-12 3 16,-4-6-8-16,2-7-3 15,0-11-2-15,-1-10-1 16,1-8-2-16,2-3-1 0,0-14 0 16,0-2-1-16,0-3 0 15,0-8-1-15,5 1-1 16,-3-4-1-16,4 3-1 16,-1-1 1-16,2-6-1 0,-2-1 1 15,-3 70-2-15,3-8 0 16,1 1 1-16,1-11 2 15,-2-1 2-15,2-5-1 16,0-1 0-16,1-10-1 0,2 4 2 16,0-6 0-16,3 5-1 15,-4-10 1-15,1 11-2 16,3-2-2-16,-1 2-1 16,1-3-4-16,-6 10-15 15,5 8-51-15,-1 11-4 0</inkml:trace>
  <inkml:trace contextRef="#ctx0" brushRef="#br0" timeOffset="21564.21">6675 4806 312 0,'0'0'6'0,"0"0"5"16,0-18 1-16,0 18 2 16,-2-12 2-16,2 12 1 0,-7-13 0 15,7 13 0-15,0 0-6 16,-13-2-3-16,8 9-2 16,2 6-2-16,1 4-2 15,0 5-1-15,2-2 0 0,0 5 0 16,4-5-1-16,4-2-1 15,5-7 2-15,-1-1-1 16,4-6 0-16,0-4 2 0,4-8-1 16,-1-5 2-16,2-2 0 15,-5-7 2-15,0-3-1 16,-7 0 1-16,0-7-1 16,-9 5 1-16,0 0-1 15,-13 2 0-15,-4 2-1 0,-3 9-3 16,-1 3 1-16,-6 9 0 15,8 4-3-15,-4 11-5 16,9 15-12-16,1 2-63 16,5 4-4-16</inkml:trace>
  <inkml:trace contextRef="#ctx0" brushRef="#br0" timeOffset="22214.39">6484 10684 170 0,'0'0'-49'0,"0"0"-3"15</inkml:trace>
  <inkml:trace contextRef="#ctx0" brushRef="#br0" timeOffset="28014.33">6616 4867 109 0,'0'0'1'0,"-5"11"2"0,0-3-1 0,-6 9 1 16,2 0 1-16,-3 10 0 15,-6 3-1-15,0 4 1 16,-4 6-2-16,0 1-2 16,-3 5-8-16,-5 2-6 15,0 2-10-15,-3 5 3 0,-1 5-1 16,-3 2 2-16,-2-1 2 15,-2 1 10-15</inkml:trace>
  <inkml:trace contextRef="#ctx0" brushRef="#br0" timeOffset="28164.55">6138 5663 1 0,'-42'62'18'16,"-5"-1"4"-16,0-4 2 15,-1 3 0-15,1-3-2 0,0-3-4 16,0 4-3-16,4-9-3 16,4 3-5-16,2-10-4 15,0 4-2-15,4-5 1 0,3-9-2 16,5 0-2-16,8-7-2 15,0-3-7-15,7-4-4 16,0-7-12-16,7 3-12 0,3-14-9 16</inkml:trace>
  <inkml:trace contextRef="#ctx0" brushRef="#br0" timeOffset="28583.17">5701 6039 216 0,'0'0'4'0,"0"0"-3"0,-7 0-3 0,7 0-2 16,0 0 2-16,0 0-2 15,-12 10-3-15,12-10-16 16,0 23-29-16,-6-9-7 16</inkml:trace>
  <inkml:trace contextRef="#ctx0" brushRef="#br0" timeOffset="29096.87">5540 6426 267 0,'0'0'6'0,"9"-8"4"15,2-4 4-15,-2-3 0 0,14-7 4 16,-4-5-1-16,9-6 2 16,9-9 2-16,-2 0-7 15,5-8-3-15,2 1-1 16,5-8-2-16,-2-2-2 0,7-4 0 15,-2 0-1-15,2-5-1 16,0-1 0-16,1 0-2 16,1-6 0-16,-2 3-3 0,1-5 1 15,1 1-1-15,-4 1 0 16,0 1 1-16,-4 2 0 16,2 3 0-16,-6 7-1 15,-3 8 2-15,2 2-1 16,-11 7 0-16,0 8 0 0,-9 5 0 15,-1 4-1-15,-4 11 1 16,-7 3 0-16,-4 3-1 16,-5 11 1-16,0 0 0 15,0 0-1-15,0 0 0 0,-2 7-1 16,-5 3-6-16,4 5-9 16,-7 13-42-16,2-11-20 15</inkml:trace>
  <inkml:trace contextRef="#ctx0" brushRef="#br0" timeOffset="29614.97">5616 5965 351 0,'0'0'7'15,"0"0"3"-15,0 0 0 0,0 0 2 16,0 0-2-16,0 0 1 16,0 0 1-16,6 7 0 15,-4 7-7-15,-2 4-3 16,0 7 0-16,0 3-1 0,0 6 0 16,0 3 1-16,-5 1-1 15,0-1 0-15,-3 2 0 16,4-6 1-16,-8 1-1 0,-1-7 0 15,1 1 1-15,-1-3-1 16,1-5 0-16,0-6-1 16,-1-3 0-16,13-11 1 15,0 0 0-15,0 0 0 16,7-3 0-16,18-12 0 0,2-5 0 16,18-3 1-16,9-2-11 15,17-6-68-15,2-7-2 16</inkml:trace>
  <inkml:trace contextRef="#ctx0" brushRef="#br0" timeOffset="58847.58">6496 12530 303 0,'0'0'6'0,"0"0"4"16,-5-10 4-16,5 10 0 16,0 0 1-16,0 0 1 0,0 0 0 15,0 0 0-15,-4 7-6 16,1 10-4-16,3 11-4 16,0 3 0-16,3 12-2 0,1 7 2 15,-1 9-2-15,2 8 1 16,-3 5-1-16,3 5 0 15,1 2 0-15,-6 5-1 16,2-4 1-16,0 1-3 0,-2 3 1 16,0-7-1-16,0 3 1 15,0-1-1-15,0-5-1 16,-2 1 2-16,0-2-1 16,2-2 1-16,0-2 1 15,0-3-1-15,0-7 1 0,-4 1 1 16,2-6 0-16,2 1 0 15,0-8 0-15,0-1 0 16,-3-5 1-16,3-6 0 16,0-1-1-16,0-6 0 0,0-3-2 15,0-9-4-15,0-1-5 16,0-15-6-16,0 18-6 16,0-18-12-16,0 0-28 15,3-8-16-15</inkml:trace>
  <inkml:trace contextRef="#ctx0" brushRef="#br0" timeOffset="59363.02">6516 12621 233 0,'0'0'8'0,"0"0"1"0,0 0 0 15,0 0 1-15,-4 10 6 16,4 7 4-16,-6 11 3 0,3 14 1 15,3 12-5-15,-2 13-2 16,2 17 0-16,0 11-2 16,5 11-4-16,1 9-4 0,-4 0-5 15,0 2 0-15,1 5 1 16,-3-4 1-16,-3 1 0 16,-1-5-1-16,-7-5 1 15,6-7 0-15,-2-5-1 0,2-10 0 16,3-11-1-16,-2-7-2 15,2-14-1-15,2-11-2 16,0-6-3-16,0-16-3 16,0-10-1-16,0-12-4 15,0 0-1-15,6-25-1 16,-4-4-2-16,1-11-2 0,-3-12-1 16,0-8-7-16,0-6-5 15,0-6-12-15,-5-3-26 16,1 1-3-16</inkml:trace>
  <inkml:trace contextRef="#ctx0" brushRef="#br0" timeOffset="60014.18">6514 12587 264 0,'0'0'8'0,"0"0"6"0,0 0 2 16,0 0 1-16,0 0 1 16,-6 0 0-16,6 0 3 15,-12 16 1-15,3 2-8 0,0 5-5 16,-3 6-1-16,-2 4-2 16,-6 4 1-16,2 3 0 15,-1-1-2-15,0-2 0 16,0-5-1-16,-1-2-1 15,2-5 0-15,4-5 0 0,4-5 0 16,0-6-2-16,10-9 1 16,-7 10 0-16,7-10 1 15,0-7-1-15,2-8 1 0,5-5-2 16,4-5 1-16,6-5 0 16,0-4-1-16,3-3 1 15,0 0-1-15,0-3 1 16,2 3 0-16,-4 2 1 15,-4 8 0-15,-1 2 1 0,-6 5-4 16,0 6 0-16,-4 4 0 16,-3 10 0-16,2-8 0 15,-2 8 0-15,4 10 0 16,-2 8 0-16,5 9 0 0,3 5 0 16,5 13 0-16,4 4 0 15,7 7 0-15,0 2 0 16,10 1 0-16,1 8 0 15,1-5-77-15,-1 0-13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4-08-26T14:49:03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15963 9869 509 0,'0'0'0'15,"0"0"0"-15,0 0-1 16,0 0-2-16,0 0-5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05:55.56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12032 12634 423 0,'0'0'4'0,"-9"10"2"0,0 2 1 16,7 0 2-16,-3 1 2 15,5 2 2-15,0-5 4 16,23-8 4-16,28-21-21 15,41-43 0-15,71-49 0 0,80-59 0 16,147-48 0-16,97-49-71 16,119-68-19-16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06:19.85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14146 16880 444 0,'0'0'1'0,"0"22"2"16,8-9 4-16,12-4 5 16,25-11 2-16,81-40 3 0,43-48-4 15,115-46-13-15,121-76 0 16,188-34-64-16,111-44-20 16</inkml:trace>
  <inkml:trace contextRef="#ctx0" brushRef="#br0" timeOffset="6616.13">3243 8006 307 0,'0'0'5'0,"0"0"2"16,0 0 2-16,0 0-1 15,0 0 0-15,0 0 1 16,0 0 1-16,13 0 3 15,6 0-4-15,9 0-2 0,10 0 0 16,13 0 0-16,9 0-1 16,20 0 1-16,5-2-3 15,9-1 1-15,8-1-1 16,-1-2-1-16,-2-1 1 0,6 2-1 16,-10 0 1-16,-6-2 0 15,-1 1-1-15,-10 2 0 16,-8 1 0-16,-11 1-2 15,-8-1 1-15,-14 3 0 0,-12 0 1 16,-8 0 0-16,-5 0 0 16,-12 0 1-16,0 0-1 15,0 0 1-15,-4 3-1 16,4-3-5-16,-13 7-4 0,13-7-11 16,-12 25-53-16,12-25-14 15</inkml:trace>
  <inkml:trace contextRef="#ctx0" brushRef="#br0" timeOffset="7618.62">5296 7984 189 0,'0'0'8'0,"0"0"7"0,10 0 4 16,5 0 4-16,10-3 3 15,5 1 1-15,17-1 2 16,7 1 0-16,18 0-5 16,6-1-7-16,11 3-5 0,1-2-3 15,7-1-3-15,-3 0-1 16,0 3-3-16,-4-2 0 0,-9 2-1 16,-3-2 0-16,-11-1 1 15,-5 3-1-15,-10-2 0 16,-8 2 0-16,-11 0 1 15,-8 0 0-15,-5 0 1 0,-8 0 1 16,-12 0 0-16,11 0 0 16,-11 0 0-16,0 0 0 15,0 0 0-15,-11 0-1 16,11 0-3-16,-14 0-4 0,14 0-7 16,-13 5-10-16,13-5-41 15,0 0-23-15</inkml:trace>
  <inkml:trace contextRef="#ctx0" brushRef="#br0" timeOffset="8382.91">7530 7894 324 0,'0'0'4'0,"0"0"3"16,-8-4 1-16,8 4 1 15,0 0 0-15,0 0 2 16,0 0 1-16,0 0 0 0,6 0-4 16,15 4-1-16,9 5-2 15,13-2 0-15,9 2 1 16,12 0-1-16,14-5 1 16,9 3-4-16,10-4 1 0,-1-3 0 15,3 0 0-15,4 0-1 16,-9 0 0-16,-4-3 0 15,-14-2 0-15,-11 0 0 16,-15 5 2-16,-11-1 1 0,-11-3 0 16,-11 4 0-16,-17 0-1 15,0 0 1-15,0 0-1 16,-17 0-1-16,-1 0-3 16,-1 0-3-16,-4 4-4 0,1 0-6 15,-3-2-19-15,-8 3-52 16,24 0 0-16</inkml:trace>
  <inkml:trace contextRef="#ctx0" brushRef="#br0" timeOffset="8948.98">9744 7961 340 0,'0'0'4'0,"0"0"1"0,0 0 1 16,0 0 4-16,0 0-1 15,10-2 3-15,2 2 0 16,8 0 0-16,10 0-2 16,9 0-2-16,14 5-1 0,7 0-1 15,11 2-2-15,9-2-1 16,4 2-1-16,5-1 0 16,3-1-1-16,-2-3 0 0,-8-2 0 15,-5 0-1-15,-7 0 1 16,-18 0 0-16,-7 0 1 15,-15 0 0-15,-11-2-1 16,-6 2-2-16,-13 0-4 16,0 0-3-16,0 0-8 15,-11 0-17-15,-3 0-47 0,4 2-1 16</inkml:trace>
  <inkml:trace contextRef="#ctx0" brushRef="#br0" timeOffset="9399.56">11900 8078 321 0,'0'0'1'0,"0"0"2"0,0 0 4 15,11-3 3-15,-11 3 1 16,9-4 2-16,4 1 2 16,4 1 1-16,3-1 0 0,12 3-2 15,8-2-2-15,10 2-3 16,12-4-1-16,12 4-2 16,9 0 0-16,13 0-1 15,3 0-2-15,6 0-1 0,2 4-5 16,-6-2-8-16,4-2-46 15,-11 8-23-15,-6-4-4 16</inkml:trace>
  <inkml:trace contextRef="#ctx0" brushRef="#br0" timeOffset="9951.54">14106 8063 383 0,'0'0'5'0,"0"0"2"16,0 0 2-16,-4-7-1 15,4 7 2-15,4-10 0 16,12 5 1-16,6 0 0 0,16 2-5 15,11-2-1-15,24 5-2 16,10 0-1-16,22 0-4 16,9 3-7-16,18 7-19 15,14-2-51-15,-6-4-1 16</inkml:trace>
  <inkml:trace contextRef="#ctx0" brushRef="#br0" timeOffset="10416.37">15978 8105 289 0,'0'0'7'0,"0"0"3"0,7-5 3 0,6 0 2 16,4 1 1-16,13-5 2 16,9 2-1-16,11 3 0 15,17-1-5-15,11 0-5 16,7 1-3-16,9 3-5 15,5 1-12-15,-2 7-44 0,7-4-17 16</inkml:trace>
  <inkml:trace contextRef="#ctx0" brushRef="#br0" timeOffset="10948.75">18307 8099 368 0,'0'0'5'0,"0"0"1"16,4-8 3-16,8 5 1 16,4-3 1-16,10 2 0 0,12 0 1 15,16 1 0-15,12 3-4 16,15 0-2-16,11 0-2 15,13 3-1-15,4 1-1 0,5 3-1 16,6-1-2-16,-7 3-5 16,-3-4-12-16,-7-5-50 15,-2 5-10-15</inkml:trace>
  <inkml:trace contextRef="#ctx0" brushRef="#br0" timeOffset="11349.81">20240 8207 346 0,'0'0'8'0,"0"0"3"0,0 0 2 0,-1-13 3 16,6 5 0-16,12 1 1 0,13 0 0 16,12-4 0-16,23 7-7 15,18-2-2-15,21 6-3 16,14 0-5-16,27 9-18 16,32 0-60-16,-1-2-4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06:37.45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17456 5616 424 0,'0'0'6'0,"0"0"2"0,0 0 1 15,0 0 0-15,0-10 1 16,0 10 0-16,12-15-1 16,4 8 1-16,3-1-6 15,8 3-5-15,3-5-10 0,8 0-48 16,4 7-23-16,-5 2-2 16</inkml:trace>
  <inkml:trace contextRef="#ctx0" brushRef="#br0" timeOffset="149.37">17479 5739 419 0,'0'0'4'0,"0"0"2"15,0 0 0-15,5-3 2 16,7-1 0-16,8 0 1 0,10-4-1 16,2-2-8-16,12-5-41 15,4 2-37-15,7-2-2 16</inkml:trace>
  <inkml:trace contextRef="#ctx0" brushRef="#br0" timeOffset="784.26">18739 4228 414 0,'0'0'4'0,"0"0"1"16,0 0 0-16,0 0 2 15,0 8-1-15,0 4 1 16,0 7 1-16,0 6-1 0,2 8-4 16,1 2 0-16,4 4-2 15,0 1 0-15,4-1 0 16,-2-4 0-16,-2-6-1 15,3-1 1-15,-4-8-1 16,-4-5 2-16,1-9-1 0,-3-6 0 16,0 0 1-16,-11-6 0 15,1-9 0-15,3-9 0 16,-6-8 0-16,1-6 0 16,3-7 1-16,0-2-1 0,5-3 0 15,4-1 1-15,0 4 0 16,8 2-1-16,6 7 0 15,9 9-1-15,4 5 0 16,3 8 1-16,5 8-4 0,2 8 2 16,-5 7 0-16,0 7-1 15,-2 8 1-15,-10 3 0 16,-5 7-1-16,-8 3 0 16,-7 0 0-16,-7 0-2 0,-3-1-2 15,-12-2-7-15,-1 3-24 16,-1-8-48-16,-1-2-1 15</inkml:trace>
  <inkml:trace contextRef="#ctx0" brushRef="#br0" timeOffset="1249.96">19139 4459 419 0,'0'0'6'0,"0"0"3"15,0 0 0-15,0 0 2 16,0-11-1-16,0 11 1 16,0 0 0-16,7-12 0 0,-7 12-6 15,17-4-3-15,-6 4-1 16,1 4-1-16,3 7 0 16,-1 3 0-16,-4 3 0 15,1-2 1-15,-7 8-1 0,-4-1 0 16,0 0-1-16,-4-4 1 15,-9 2-1-15,1-7 1 16,-6-1-1-16,3-6 1 16,2-3-1-16,4-3 1 0,9 0 0 15,-10-12 1-15,10-5-1 16,6-1 1-16,5-4 0 16,4-3-1-16,0 3 1 15,3-1 0-15,-4 6-1 16,-1 5 1-16,-1-1-1 0,-5 10 0 15,-7 3 0-15,16 9 0 16,-9 6-1-16,0 1 1 16,1 5-1-16,2 4 1 0,-4 1-1 15,8 2-2-15,-2-5-5 16,6 8-22-16,1-6-53 16,0-6-2-16</inkml:trace>
  <inkml:trace contextRef="#ctx0" brushRef="#br0" timeOffset="1935.14">18882 5298 466 0,'0'0'3'0,"0"0"-1"0,0 0 1 0,0 0-1 0,0 5 1 16,0 5 0-16,0 3 0 15,0 3-1-15,0 5 1 16,5 4-1-16,-3 2 1 0,4 0-1 15,-1 3 1-15,0-5-1 16,-3-5 1-16,1 2-1 16,-3-10-1-16,0-2 0 15,0-10 1-15,0 0-2 0,-8 0 0 16,1-7 0-16,5-8 0 16,-6-10 0-16,8-3 0 15,0-4 0-15,4 1 0 16,7-7 0-16,1 4-2 0,4 1 1 15,0 4 0 1,9 1 0-16,-2 11 0 0,4 2 1 16,-1 8 0-16,-5 2 0 15,4 5 0-15,-7 7 0 0,-4 8 0 16,-4 2 0-16,-4 3 1 16,-6 2-1-16,-8 1 0 15,-4 2 1-15,-4-4-1 16,-5 0-4-16,-2-4-5 15,5 1-21-15,1-6-51 0,-3-2-4 16</inkml:trace>
  <inkml:trace contextRef="#ctx0" brushRef="#br0" timeOffset="2315.98">19190 5447 376 0,'0'0'9'0,"0"0"0"0,0 0 2 0,-9 3 0 0,9-3 1 0,0 0 0 0,0 0 1 16,0 10 1-16,0-10-8 15,14 4-1-15,4-4-1 16,2 0 0-16,-3-4-1 16,6-3 0-16,-3-1 0 0,2-5 0 15,-2 4-2-15,-6-1 1 16,-1 0-2-16,-1 2 1 15,-12 8-1-15,11-7-1 0,-11 7 2 16,0 10-1-16,0-1 2 16,0 7-1-16,0 1 1 15,0 4 0-15,2 2 0 16,4 0-2-16,0 1 0 16,1-1 0-16,-2-1 0 0,-5 0 0 15,-2-4 0-15,-8 1 0 16,-8-4 0-16,-6-2 0 15,-1 2 0-15,-7-8-5 16,-3 6-14-16,-7-4-62 0,2-1-4 16</inkml:trace>
  <inkml:trace contextRef="#ctx0" brushRef="#br0" timeOffset="2949.27">18999 6463 482 0,'0'0'3'0,"-2"-10"1"0,2 10 1 0,-7-12 1 15,7 12-1-15,-11-13 1 16,11 13-6-16,-12 0 0 0,7 10 0 16,0 12 0-16,3 6 0 15,2 3 0-15,0 10 0 16,2-2 0-16,3 1 0 15,2-1 0-15,-2-4 0 0,0-6 0 16,1-6 0-16,-4-3 0 16,-2-8 0-16,0-12 0 15,0 0 0-15,-6 0 0 16,4-15 0-16,-8-4 0 0,3-3 0 16,-8-10 0-16,3-4 0 15,0-8 0-15,1-1 0 16,-1-4 0-16,5 2 0 15,1 0 0-15,6 2 0 16,0 5 0-16,13 6 0 0,4 6 0 16,3 6 0-16,8 7 0 15,-1 11 0-15,8 4 0 16,-8 0 0-16,1 8 0 16,-1 9 0-16,-13 4 0 0,-2 2 0 15,-8 2 0-15,-8 1 0 16,-10-3 0-16,-4 4 0 15,-6-4 0-15,-1-3 0 0,-2-1 0 16,2-7-11-16,8 1-73 16,4-1-2-16</inkml:trace>
  <inkml:trace contextRef="#ctx0" brushRef="#br0" timeOffset="3332.98">19218 6592 481 0,'0'0'4'15,"0"0"2"-15,0 0 1 0,0 0 1 16,-5-6-3-16,5 6-5 16,2-9 0-16,6 1 0 15,7 3 0-15,4 2 0 0,6 2 0 16,0 1 0-16,10 0 0 15,-10 1 0-15,1 7 0 16,-4 2 0-16,-8 5 0 0,-9 0 0 16,-5 3 0-16,-12 2 0 15,-8-1 0-15,-3 6 0 16,-1-7 0-16,-3 4 0 16,2-3 0-16,4-2 0 0,7-2 0 15,5-3 0-15,9-3 0 16,11-5 0-16,9-1 0 15,9-3 0-15,9-7 0 16,7-4 0-16,2-11 0 16,0 2-77-16,9-7-10 0</inkml:trace>
  <inkml:trace contextRef="#ctx0" brushRef="#br0" timeOffset="4219.06">18649 3835 430 0,'0'0'3'0,"0"-11"0"0,0 11 1 16,-20-11 0-16,2 2 0 16,-6 5 0-16,-8 4 0 15,-6 0 0-15,-4 13-2 0,-6 9-1 16,3 10-1-16,2 5 0 15,5 10 0-15,5 5 0 16,12 10 0-16,8 7-1 16,8 6 1-16,7 7-1 0,14 6 1 15,3 6 0-15,1 6 0 16,3 1-1-16,-4 9 1 16,1 1 1-16,-3 3-1 15,-4 2 3-15,-6 1 0 16,-2 0 1-16,-5 3 0 0,0-1 1 15,-5 3 0-15,-2-1-1 16,-6-2 1-16,-1-2-2 16,2-2 0-16,-4 0-2 15,0-11 1-15,2-5-2 0,5-2 1 16,-2-11 0-16,6-4 0 16,3-8-1-16,2-7 0 15,0-8 0-15,5-4 1 0,1-7-1 16,1-9 1-16,-2-4-1 15,-1-6 0-15,1-4 3 16,-2-5-3-16,-3 0 0 16,0-3 0-16,0-5 0 15,0-2 0-15,0 0 0 16,0 0 0-16,0-10 0 0,0 12 0 16,0-12 0-16,0 11 0 15,0-11 0-15,0 0 0 16,8 7 0-16,4-7 0 0,2 0 0 15,7-3 0-15,8-4 0 16,4-1 0-16,6-4 0 16,9-1-5-16,-9 6-50 15,10-11-31-15,-3 1 0 0</inkml:trace>
  <inkml:trace contextRef="#ctx0" brushRef="#br0" timeOffset="5216.18">19311 3946 323 0,'0'0'7'0,"0"0"1"0,0 0 2 16,0 0 1-16,0 0 2 15,14-10 2-15,1 8 0 0,7 0 0 16,8-4-5-16,7 1-2 16,4 0-2-16,3 3 0 15,0 2-2-15,-1-2-1 16,-4 2-2-16,-4 6 0 0,-10 8 0 16,-8 2-1-16,-4 12 1 15,-6 6-1-15,-4 16 1 16,-3 4-1-16,0 14 0 15,0 6 0-15,0 12 0 0,0 6 1 16,2 8 1-16,8 2-1 16,3 3 1-16,1 5 0 15,2-4 0-15,-2 3 1 0,-1 0 1 16,1 2 0-16,-1 1 1 16,-3-3 0-16,0-3 0 15,0 3-2-15,-5-2 1 16,5-6 0-16,-1 1-3 15,2-3 0-15,-4-8-1 0,-2-4 0 16,-3-5 0-16,-2-7 0 16,0-9 1-16,3-4 1 15,-3-13-2-15,0-1 0 16,0-14 0-16,-3-2 0 0,3-7 0 16,0-3 0-16,-2-1 0 15,2-2 0-15,0-2 0 16,-2 1 0-16,-1 1 0 0,3 1 0 15,-2-2 0-15,-1 2 0 16,1-1 0-16,0-2 0 16,-1 1 0-16,3-6 0 15,0-2 0-15,0-10 0 16,0 13 0-16,0-13 0 0,10 0 0 16,-10 0 0-16,14-10 0 15,-14 10 0-15,13-13 0 16,-13 13 0-16,0-16 0 15,0 16 0-15,-18-7 0 0,-1 4 0 16,-13 3-6-16,-13 0-20 16,-5 3-57-16,-7 4-3 15</inkml:trace>
  <inkml:trace contextRef="#ctx0" brushRef="#br0" timeOffset="9283.39">2351 8407 426 0,'0'0'5'0,"0"0"3"0,-2-10 2 16,2 10 2-16,-7-9 1 16,7 9-1-16,0 0 0 15,0 0 1-15,-10 0-13 16,10 17 0-16,0 10 0 0,5 5 0 15,2 5 0-15,4 13 0 16,-2 2 0-16,-2 0 0 16,6-2 0-16,-8-1 0 0,-1-4 0 15,2-3 0-15,-4-7 0 16,-2-5 0-16,0-8 0 16,0-5 0-16,-5-7 0 15,5-10 0-15,-12 0 0 16,4-5 0-16,-1-10 0 0,-3-7 0 15,-1-9 0-15,-2-2 0 16,2-10 0-16,-1-6 0 16,3-3 0-16,1-3 0 15,3 1 0-15,7-4 0 0,0 9 0 16,0 4 0-16,12 6 0 16,4 8 0-16,3 3 0 15,8 13 0-15,3 2 0 16,5 11 0-16,1 2 0 0,1 8 0 15,-3 11 0-15,-1-2 0 16,-6 8 0-16,-10 0 0 16,-2 5 0-16,-15-2 0 0,-2-4 0 15,-14 1 0-15,-9-4 0 16,-7-1 0-16,-3 0 0 16,1-5 0-16,-3-5 0 15,4 3 0-15,4-8-25 0,1 5-61 16,16-6-4-16</inkml:trace>
  <inkml:trace contextRef="#ctx0" brushRef="#br0" timeOffset="9798.82">2744 8749 490 0,'0'0'4'0,"0"0"0"16,0 0 2-16,0-12 1 15,0 12-7-15,5-18 0 16,3 9 0-16,-2-1 0 0,7 3 0 16,5 4 0-16,1 3 0 15,6 5 0-15,0 7 0 16,-4 6 0-16,0 1 0 15,-4 6 0-15,-4-2 0 0,-7 1 0 16,-4-2 0-16,-2-2 0 16,-8-2 0-16,-5-6 0 15,2-1 0-15,-4-7 0 0,3-4 0 16,-2 0 0-16,7-7 0 16,0-7 0-16,5-2 0 15,2-7 0-15,7-4 0 16,5 3 0-16,6-4 0 0,5 1 0 15,-2 5 0-15,4 2 0 16,0 7 0-16,-6 3 0 16,-1 10 0-16,-2 3 0 15,-7 7 0-15,-1 5 0 16,0 4 0-16,-6 1 0 0,3 3 0 16,0-1 0-16,1 0 0 15,2 1 0-15,3-9 0 16,3 4 0-16,-7 3-68 15,16-12-19-15</inkml:trace>
  <inkml:trace contextRef="#ctx0" brushRef="#br0" timeOffset="10032.59">3781 8649 497 0,'0'0'4'0,"0"0"1"0,-8 0 0 16,8 0-5-16,0 0 0 15,0 0 0-15,0 0 0 16,0 0 0-16,10-8 0 0,10 8 0 16,-1 0 0-16,6 0 0 15,-9 0-83-15,16 4-7 16</inkml:trace>
  <inkml:trace contextRef="#ctx0" brushRef="#br0" timeOffset="10166.52">3806 8824 428 0,'0'0'3'16,"0"0"4"-16,0 0-2 0,9 0 2 16,7 0 0-16,3-3 0 15,8 1-7-15,6 4-46 16,12-4-31-16,6-5-5 15</inkml:trace>
  <inkml:trace contextRef="#ctx0" brushRef="#br0" timeOffset="10702.27">5510 8583 449 0,'0'0'5'0,"2"-11"2"0,-2 0 2 15,0-1 1-15,-5 0-1 16,-4-1 1-16,-12 6 0 16,1-1-8-16,-14 8-2 15,-1 13 0-15,-5 3 0 0,0 14 0 16,3 5 0-16,5 3 0 16,10 1 0-16,7 3 0 15,15-2 0-15,9-8 0 0,14-2 0 16,12-5 0-16,10-6 0 15,6-5 0-15,9-5 0 16,7-1 0-16,-7-1-48 0,4-7-38 16,-4 0-3-16</inkml:trace>
  <inkml:trace contextRef="#ctx0" brushRef="#br0" timeOffset="11034.31">5838 8700 440 0,'0'0'5'0,"-13"0"1"16,1 0 1-16,-1 0 0 0,-1 5 1 15,-4 2 0-15,1 6 0 16,1-1 0-16,9 5-4 16,7 1-1-16,3-2 0 0,12 0-1 15,7-4 0-15,10-4-2 16,6-3 0-16,-1-5 0 15,0-3 0-15,-2-4 0 16,-6-6 0-16,-3-5 0 16,-8 2 0-16,-6-2 0 0,-10-1 0 15,-4-1 0-15,-10 2 0 16,-4 3 0-16,-1 5 0 16,-5 3 0-16,-1 7 0 15,-2 0-3-15,7 7-31 0,22 6-51 16,-9-3-4-16</inkml:trace>
  <inkml:trace contextRef="#ctx0" brushRef="#br0" timeOffset="11366">6324 8618 453 0,'0'0'2'0,"0"0"0"0,-12-5 2 15,0 5 0-15,-6 0 1 16,-2 0 0-16,-1 0 0 0,-9 5 1 15,5 2-2-15,0 3-1 16,5 0-1-16,3 2-1 16,7 3 0-16,6-2 0 0,8 3 0 15,10 2-1-15,4-2 1 16,10-2-1-16,4 1 1 16,3 0 0-16,-1 0 0 15,1-3 0-15,-5 3-1 16,-3-3 0-16,-10 1 0 0,-4-3 0 15,-11 2 0-15,-4 1-1 16,-16-3 1-16,-4-1 0 16,-7 1 0-16,-1-2-1 15,-6-1-3-15,1-4-4 0,6 4-12 16,5-7-61-16,1 0-3 16</inkml:trace>
  <inkml:trace contextRef="#ctx0" brushRef="#br0" timeOffset="12134.27">6754 8509 476 0,'0'0'5'0,"0"0"1"16,0-10 1-16,0 10 0 16,0 0 0-16,-14 0-4 15,2 13-3-15,-4 1 0 16,2 11 0-16,-4 5 0 0,0 7 0 16,6 2 0-16,3 4 0 15,6-4 0-15,3-4 0 16,7-3 0-16,8-5 0 0,3-4 0 15,4-8 0-15,0-8 0 16,2-7 0-16,2 0 0 16,-1-10 0-16,-2-7 0 15,-7-5 0-15,-4-8 0 16,-1-2 0-16,-8-6 0 0,-3-1 0 16,-14-2 0-16,-2-2 0 15,-9 5 0-15,-3 8 0 16,-2 6 0-16,-2 7 0 0,2 9 0 15,3 8 0-15,3 8 0 16,6 12 0-16,8 1 0 16,8 9 0-16,4 1 0 15,15 1 0-15,8 0 0 0,10-2 0 16,2-4 0-16,11-1 0 16,-7 10-73-16,12-22-14 15</inkml:trace>
  <inkml:trace contextRef="#ctx0" brushRef="#br0" timeOffset="12298.82">7135 8665 474 0,'0'0'2'15,"0"0"0"-15,-5 3 2 0,3 7 0 16,-2 2 0-16,2 5 0 16,2 2 1-16,0 9 0 15,0 0-2-15,0 6-2 16,6-1-6-16,1 4-13 15,0-5-63-15,3-3-5 16</inkml:trace>
  <inkml:trace contextRef="#ctx0" brushRef="#br0" timeOffset="13832.96">7920 8085 415 0,'0'0'5'0,"-5"-11"0"15,0 0 1-15,-2 1 1 16,-9-2-1-16,0-3 1 0,-7 0 0 16,-7 3 1-16,-2 1-5 15,-3 7 0-15,1 1-1 16,-1 3 0-16,-1 5-1 15,10 6 0-15,-2 3 0 0,8 6-1 16,8 2 1-16,6 3-1 16,4 7 1-16,4 5 0 15,6 9 1-15,7 0 0 16,3 8 0-16,1 3-1 0,4 8 0 16,-3 2 0-16,-3 2 0 15,-4 5 0-15,-1 1-1 16,-8 4 1-16,-2-2-1 15,-2 2 1-15,-9-2 0 16,-3-2 0-16,-3-6 0 0,-2 0 1 16,-1-7-1-16,0-3 0 15,-1-9 0-15,1-6 1 16,4-6 0-16,1-9-1 16,1-6 0-16,7-3 1 0,-2-10-2 15,7-10 0-15,-4 9 0 16,4-9 0-16,6 0 0 15,6-2 0-15,6-1 0 0,4-4 0 16,8 1 0-16,8-1 0 16,11-2 0-16,6-1 0 15,7-3 0-15,7 4 0 0,0-1 0 16,4-1 0-16,-6 3 0 16,-7 2 0-16,-11-2 0 15,-9 8 0-15,-10 0 0 16,-13 0 0-16,-7 0 0 15,-10 0 0-15,0 0 0 0,-15 8 0 16,8-1-21-16,-11-4-62 16,6-3-5-16</inkml:trace>
  <inkml:trace contextRef="#ctx0" brushRef="#br0" timeOffset="14550.22">8402 8385 450 0,'0'0'5'0,"0"0"2"16,0-10 1-16,0 10 1 15,0 0 1-15,0 0-1 16,0 0 0-16,-12 3-5 0,4 14-4 16,1 10 0-16,-3 2 0 15,-3 7 0-15,1 3 0 16,0 3 0-16,-6-3 0 16,0-1 0-16,1-5 0 0,0-4 0 15,0-4 0-15,-3-6 0 16,8-3 0-16,-4-7 0 15,6-1 0-15,10-8 0 16,-9 8 0-16,9-8 0 0,0 0 0 16,12-4 0-16,8 0 0 15,2-1 0-15,3-2 0 16,7 2 0-16,-2 0 0 16,5 0 0-16,-1-1 0 0,-4 6 0 15,-5-2 0-15,3 2 0 16,-8 0-16-16,-11 0-68 15,6 5-3-15</inkml:trace>
  <inkml:trace contextRef="#ctx0" brushRef="#br0" timeOffset="15316.21">8715 8675 470 0,'0'0'5'0,"0"0"1"0,0-15 2 0,0 15 0 16,0-17 1-16,2 5-4 15,3-1-5-15,3 2 0 16,2 3 0-16,0-3 0 16,5 6 0-16,2 3 0 15,-2 2 0-15,2 0 0 0,1 5 0 16,-1 5 0-16,-4 5 0 15,-4 2 0-15,-4 0 0 16,1 6 0-16,-6 2 0 0,-8-3 0 16,-2 0 0-16,-9 3 0 15,1-5 0-15,-2-1 0 16,3-4 0-16,-1 0 0 16,3-5 0-16,3 0 0 15,12-10 0-15,-10 12 0 0,10-12 0 16,0 0 0-16,7 5 0 15,3-2 0-15,8-3 0 16,-1 0 0-16,8-3 0 0,0 1 0 16,2-6 0-16,1 1 0 15,1 5 0-15,-1-6 0 16,-4 5 0-16,-4-2 0 16,-2 3 0-16,-8 0 0 15,-1 2 0-15,-9 0 0 0,0 0 0 16,0 0 0-16,0 0 0 15,0 0 0-15,0 0-34 16,0 0-52-16,0 0-4 0</inkml:trace>
  <inkml:trace contextRef="#ctx0" brushRef="#br0" timeOffset="15766">9476 8435 428 0,'0'0'6'0,"0"0"3"15,0-15 0-15,0 15 1 16,0-13 1-16,0 13 0 16,-23-10 0-16,6 10 0 15,-8 6-6-15,-5 9-5 16,0 7 0-16,-2 2 0 0,2 9 0 15,5-1 0-15,5 0 0 16,10 3 0-16,10-6 0 16,8-4 0-16,12-7 0 15,12-4 0-15,5-3 0 0,11-7 0 16,1-1 0-16,1-3 0 16,2 0 0-16,-5-7-15 15,-10 2-68-15,1-3-4 0</inkml:trace>
  <inkml:trace contextRef="#ctx0" brushRef="#br0" timeOffset="16099.26">9747 8512 449 0,'0'0'5'16,"0"0"1"-16,0 0 2 15,-16 2-2-15,8 6 1 16,-6-1 0-16,2 5 0 0,-4 1 1 15,4 5-5-15,0 1-2 16,7-3 0-16,5 5 2 16,3-6-3-16,11-1 0 15,4-6 0-15,4-3 0 16,3-3 0-16,2-2 0 0,0-4 0 16,-4-7 0-16,1-1 0 15,-8-2 0-15,-9 1 0 16,-2-4 0-16,-5-1 0 15,-3 1 0-15,-9 5 0 0,-1 2 0 16,-4 0 0-16,2 7 0 16,0 1 0-16,6 4-18 15,-4 8-36-15,6-2-34 16,7-8 0-16</inkml:trace>
  <inkml:trace contextRef="#ctx0" brushRef="#br0" timeOffset="16466.82">10230 8474 454 0,'0'0'4'0,"0"0"0"0,-9-6 1 16,-1 2 0-16,-3 2 1 15,-4 2 1-15,-5 0 0 16,-1 0 0-16,-2 0-3 0,1 10-1 16,4-3-1-16,-1 6-1 15,9-1-1-15,3 6 0 16,3-3 0-16,6-1-1 15,6 3 1-15,6-2-1 16,8 1 1-16,-3-4 0 0,8 1 1 16,-1-2 0-16,0-1-1 15,-5 0 2-15,1 0-2 16,-6-3 0-16,-3 3 0 0,-11-10 0 16,5 13 0-16,-5-13 0 15,-16 12 0-15,0-4 0 16,-7-4 0-16,-2 2 0 15,-5-5 0-15,0 2-5 0,6 0-3 16,-3-3-8-16,7 0-28 16,8-6-41-16,12 6-1 15</inkml:trace>
  <inkml:trace contextRef="#ctx0" brushRef="#br0" timeOffset="16867.52">10464 8393 461 0,'0'0'5'0,"0"0"3"0,0-11 0 16,0 11 2-16,0 0-1 16,-7-7 1-16,7 7-10 15,-16 5 0-15,5 12 0 16,-2 6 0-16,-2 4 0 0,0 8 0 16,3 0 0-16,2 2 0 15,5 2 0-15,2-7 0 16,3-2 0-16,8-5 0 15,7-5 0-15,2-8 0 16,5-5 0-16,6-7 0 0,-3-1 0 16,4-12 0-16,-4-7 0 15,3-5 0-15,-9-7 0 16,-1-3 0-16,-9-7 0 16,-6-5 0-16,-6 3 0 0,-11-3 0 15,-8 4 0-15,-8 4 0 16,-3 9 0-16,-6 5 0 15,4 11 0-15,-3 8 0 16,12 12 0-16,-3 11 0 0,17 7 0 16,5 9 0-16,7 6 0 15,12 1 0-15,13 7 0 16,0-8-7-16,0 9-78 16,17-9-4-16</inkml:trace>
  <inkml:trace contextRef="#ctx0" brushRef="#br0" timeOffset="17232.47">10710 8628 487 0,'0'0'4'0,"0"0"2"0,-4-10 0 0,4 10 2 16,-5-12-8-16,5 2 0 15,0 0 0-15,2-2 0 0,10 1 0 16,6 2 0-16,4 4 0 15,7 0 0-15,-2 5 0 16,1 0 0-16,-3 5 0 16,0 7 0-16,-10 3 0 15,-6 5 0-15,-5 0 0 0,-8 2 0 16,-5 3 0-16,-6-3 0 16,-5 3 0-16,-2 0 0 15,2-3 0-15,-2-5 0 0,6 1 0 16,7-4 0-16,1-4 0 15,8 0 0-15,0-10 0 16,21 5 0-16,3-5 0 16,6 0 0-16,8-5 0 0,8 3 0 15,2-6-73-15,1-4-17 16</inkml:trace>
  <inkml:trace contextRef="#ctx0" brushRef="#br0" timeOffset="17569.09">11589 8353 454 0,'0'0'6'0,"-4"-10"3"0,4 10 2 15,-4-11 0-15,4 11 0 16,0 0-2-16,0 0-9 16,-1 11 0-16,1 12 0 15,0 1 0-15,1 11 0 0,5-3 0 16,0 8 0-16,-1-3 0 15,4 1-6-15,-4-3-79 16,2-7-4-16</inkml:trace>
  <inkml:trace contextRef="#ctx0" brushRef="#br0" timeOffset="17731.93">11414 8507 458 0,'0'0'5'16,"0"0"1"-16,-3-10 1 0,3 10 1 15,10-13 0-15,4 8 0 16,11-2 1-16,3-1-7 16,13 4-2-16,3-2 0 0,10 6-13 15,0 0-70-15,4 0-1 16</inkml:trace>
  <inkml:trace contextRef="#ctx0" brushRef="#br0" timeOffset="18100.16">12159 8219 479 0,'0'0'4'15,"0"0"0"-15,0 0 1 16,0 0 1-16,0 0 0 0,0 15 1 16,0 0-7-16,0 10 0 15,-5 4 0-15,0 4 0 16,-8 9 0-16,1 0 0 15,-6 0 0-15,4-3 0 0,-9 1 0 16,3-7 0-16,3-6 0 16,-1-3 0-16,4-8 0 15,3-4 0-15,3-2 0 0,8-10 0 16,0 0 0-16,8 0 0 16,5-3 0-16,10-4 0 15,-1-1 0-15,8 1 0 16,-1 0 0-16,5 0 0 0,-3-1 0 15,-4 3 0-15,-4 0 0 16,0 2 0-16,-9-1 0 16,2 4 0-16,-16 0-41 15,9 0-45-15,-9 0-5 16</inkml:trace>
  <inkml:trace contextRef="#ctx0" brushRef="#br0" timeOffset="18699.32">12442 8581 496 0,'0'0'4'0,"0"0"1"16,0-13 1-16,0 3-6 15,0 1 0-15,2-3 0 0,-2-1 0 16,5-2 0-16,-2 3 0 16,7 2 0-16,-10 10 0 15,19-11 0-15,-3 9 0 16,7 2 0-16,-4 2 0 16,3 4 0-16,3 1 0 0,-8 3 0 15,-2 0 0-15,-5 3 0 16,-7-4 0-16,-3 4 0 15,-3-3 0-15,-7 4 0 0,-5-4 0 16,3 0 0-16,0-2 0 16,2-1 0-16,-2 1 0 15,12-8 0-15,-13 13 0 16,13-13 0-16,3 11 0 0,-3-11 0 16,22 10 0-16,-7-2 0 15,2-4 0-15,5 4 0 16,-1-3 0-16,0 0 0 15,0 2 0-15,-1-1 0 0,-6 1 0 16,-1-2 0-16,-3 2 0 16,-10-7 0-16,5 12 0 15,-5-12 0-15,-10 13 0 16,-1-6 0-16,-8-2 0 16,-3 2 0-16,-1-1 0 0,-7-1 0 15,3-3 0-15,-6 1 0 16,4-1 0-16,2 1 0 15,2-3 0-15,7 0 0 0,-1 4-40 16,19-4-47-16,-11 0-4 16</inkml:trace>
  <inkml:trace contextRef="#ctx0" brushRef="#br0" timeOffset="19333.24">13354 8316 470 0,'0'0'5'0,"0"0"1"15,0-13 0-15,0 13 2 16,-10-15 0-16,-2 10 0 0,-10 3-8 16,-4 2 0-16,-6 6 0 15,-3 8 0-15,0 3 0 16,1 11 0-16,6 1 0 16,6 1 0-16,5 0 0 0,14-1 0 15,3-4 0-15,17 0 0 16,6-8 0-16,7 1 0 15,9-9 0-15,6-1 0 16,0-6-6-16,10-2-49 16,-3 0-33-16,0-7 1 0</inkml:trace>
  <inkml:trace contextRef="#ctx0" brushRef="#br0" timeOffset="19633.32">13607 8403 406 0,'0'0'8'0,"-12"-3"1"0,4 0 3 16,-4 3 1-16,-6 0 1 15,2 3 0-15,-5 2 0 16,-4 5 0-16,6 0-7 0,1 8-7 16,6-4 0-16,2 8 0 15,10-4 0-15,2 2 0 16,11-6 0-16,5-1 0 16,11-6 0-16,3-4 0 15,4-1 0-15,1-4 0 0,-3-3 0 16,-1-6 0-16,-11-3 0 15,0-1 0-15,-12-2 0 16,-2 1 0-16,-8 0 0 16,-10 3 0-16,-6 1 0 0,-3 2 0 15,2 5 0-15,-6 3 0 16,5 2 0-16,1 0-25 16,8 2-41-16,9-2-20 15,0 15-4-15</inkml:trace>
  <inkml:trace contextRef="#ctx0" brushRef="#br0" timeOffset="19984.25">13943 8370 441 0,'0'0'5'0,"0"0"1"0,0 0 1 15,0-10 2-15,0 10 0 16,-15-10 0-16,5 9 1 16,-2-2-1-16,-6 3-3 15,4 0-6-15,-2 3 0 16,4 4 0-16,2 3 0 0,5-1 0 15,5 4 0-15,0 2 0 16,7 0 0-16,8-1 0 16,3 1 0-16,4-2 0 15,3 1 0-15,2-1 0 16,1 1 0-16,-2-1 0 0,-5-1 0 16,1 0 0-16,-6-1 0 15,-9-2 0-15,-7-1 0 16,0-8 0-16,-16 17 0 0,-3-9 0 15,-3 0 0-15,-8-4 0 16,2 0 0-16,-2 2 0 16,1-6-10-16,6 0-36 0,6 0-38 15,2 0-3-15</inkml:trace>
  <inkml:trace contextRef="#ctx0" brushRef="#br0" timeOffset="20583.37">14594 8091 392 0,'0'0'5'0,"2"-13"3"0,-2 3 1 15,0-2 3-15,0 2 1 16,-5-5 1-16,1 0 0 0,-7 5 1 15,-8 3-5-15,-1 9-2 16,-8 10-1-16,-2 18-3 16,-4 8-4-16,-1 9 0 15,-2 11 0-15,5 7 0 0,4 8 0 16,8 0 0-16,10 2 0 16,10-9 0-16,8-1 0 15,14-8 0-15,10-5 0 16,10-10 0-16,6-8 0 15,7-3 0-15,1-12 0 0,6-1 0 16,-4-13 0-16,6 0-22 16,4-5-63-16,-19-10-5 15</inkml:trace>
  <inkml:trace contextRef="#ctx0" brushRef="#br0" timeOffset="21166.86">14937 8287 387 0,'0'0'8'16,"0"-11"3"-16,0 11 2 0,-9-13 3 16,9 13 0-16,-14-14 1 15,4 9 1-15,-2 3-1 16,-1 4-9-16,-3 8-8 15,-2 10 0-15,-3 3 0 0,2 4 0 16,1 6 0-16,4 5 0 16,-1 2 0-16,5-3 0 15,5 0 0-15,3-5 0 16,2-5 0-16,7 1 0 0,7-6 0 16,2-8 0-16,1-1 0 15,5-8 0-15,3 0 0 16,3-5 0-16,-1-5 0 15,3-4 0-15,-3-7 0 0,1-3 0 16,-6-6 0-16,0-5 0 16,-6-4 0-16,-4-7 0 15,-5 0 0-15,-2-4 0 0,-5 4 0 16,-8 0 0-16,-1 2 0 16,-9 4 0-16,-1 5 0 15,-6 12 0-15,-3 4 0 16,1 10 0-16,-3 4 0 15,4 7 0-15,-1 7 0 0,8 8 0 16,1 9 0-16,9-1 0 16,1 4 0-16,8-2 0 15,5 0 0-15,10-7 0 16,3 0 0-16,7-5 0 0,5-6 0 16,2-4 0-16,0-2 0 15,8-4 0-15,-3-6-15 16,2 0-72-16,2-2-4 15</inkml:trace>
  <inkml:trace contextRef="#ctx0" brushRef="#br0" timeOffset="21566.51">15187 8534 493 0,'0'0'4'0,"0"0"3"0,0 0 0 0,-4-5-7 16,4 5 0-16,0-15 0 16,0 5 0-16,7-2 0 15,6-1 0-15,4 2 0 16,1 0 0-16,7 1 0 0,0 3 0 16,-1 2 0-16,-2 5 0 15,-2 2 0-15,-5 5 0 16,-2 6 0-16,-6 4 0 15,-4 1 0-15,-3 4 0 16,-3 2 0-16,-6-4 0 0,-2 5 0 16,1-5 0-16,-3 1 0 15,4-7 0-15,-1-2 0 16,5 1 0-16,3-6 0 0,2-7 0 16,5 10 0-16,7-8 0 15,5-2 0-15,5 0 0 16,6 0 0-16,1-4 0 15,8-2 0-15,-3-3 0 16,3-9-47-16,-3 8-44 0</inkml:trace>
  <inkml:trace contextRef="#ctx0" brushRef="#br0" timeOffset="21782.53">15817 8293 473 0,'0'0'6'0,"0"0"2"16,0 0 0-16,0 0 0 0,0 0 0 16,-5 8-8-16,1 7 0 15,1 5 0-15,3 7 0 16,0 3 0-16,0 7 0 16,0-3 0-16,0 3 0 0,0-1 0 15,0-10-44-15,0 7-43 16,-1-11-3-16</inkml:trace>
  <inkml:trace contextRef="#ctx0" brushRef="#br0" timeOffset="21932.47">15660 8462 476 0,'0'0'4'0,"0"0"2"16,0 0 0-16,3-11 0 15,-3 11 1-15,14-8-1 0,1 0-6 16,5 3 0-16,5 0 0 15,7 2-6-15,0 11-71 16,9-8-8-16</inkml:trace>
  <inkml:trace contextRef="#ctx0" brushRef="#br0" timeOffset="22366.85">16184 8229 477 0,'0'0'4'0,"0"0"2"0,0 0 2 15,0 0-1-15,0 0 2 16,-5 0-9-16,-3 5 0 16,-1 10 0-16,-7 8 0 15,4 4 0-15,-2 6 0 0,1 9 0 16,1-1 0-16,1-2 0 16,4-1 0-16,7-4 0 15,2-6 0-15,9-4 0 16,6-6 0-16,3-11 0 0,3-4 0 15,3-6 0-15,-1-9 0 16,-2-11 0-16,2 2 0 16,-6-14 0-16,-4-5 0 15,-2-6 0-15,-5-2 0 0,-6-6 0 16,-2 4 0-16,-2 2 0 16,-11 4 0-16,1 7 0 15,-11 7 0-15,1 14 0 16,-7 5 0-16,6 11 0 0,-2 11 0 15,0 8 0-15,7 8 0 16,4 10 0-16,7 3 0 16,7 1 0-16,2 4 0 15,15 0 0-15,1-10 0 0,7 2-75 16,9-2-14-16</inkml:trace>
  <inkml:trace contextRef="#ctx0" brushRef="#br0" timeOffset="22850.13">16507 8451 478 0,'0'0'6'0,"-12"-7"1"0,12 7 2 16,-15-9 2-16,5 4-11 16,10 5 0-16,-10-17 0 15,8 7 0-15,2 10 0 16,12-15 0-16,5 12 0 15,3 0 0-15,-3 1 0 0,3 2 0 16,3 2 0-16,-8 4 0 16,2 1 0-16,-7 3 0 15,-2 0 0-15,-6 0 0 16,-2 0 0-16,0 2 0 0,-7-2 0 16,-4 2 0-16,-1 1 0 15,-3-1 0-15,0 3 0 16,2-5 0-16,4 2 0 15,2 1 0-15,4-3 0 0,3-3 0 16,10 8 0-16,8-10 0 16,1 2 0-16,6 4 0 15,2-3 0-15,1 1 0 0,-3-1 0 16,-1-1 0-16,-9 3 0 16,-3-2 0-16,-12-8 0 15,4 16 0-15,-4-16 0 16,-18 13 0-16,-2-6 0 0,-5 1 0 15,-5-1 0-15,1-2 0 16,-8 0 0-16,4 0 0 16,3-1 0-16,0-4-13 15,-2-1-72-15,15-5-3 16</inkml:trace>
  <inkml:trace contextRef="#ctx0" brushRef="#br0" timeOffset="23148.75">16753 8043 451 0,'0'0'4'0,"0"0"1"0,7-12 1 0,4 9 1 16,6 1 1-16,5 2 1 0,6 10-1 15,9 7 2-15,5 12-7 16,1 9-3-16,1 10 0 15,-1 6 0-15,-6 5 0 16,-3 3 0-16,-4 2 0 0,-10 1 0 16,-10-3 0-16,-8-5 0 15,-6 1 0-15,-14-7 0 16,-7-7 0-16,-7-6 0 0,-3-1 0 16,-5-10 0-16,6 1-11 15,14-11-74-15,-10-9-3 16</inkml:trace>
  <inkml:trace contextRef="#ctx0" brushRef="#br0" timeOffset="23916.16">17265 7828 436 0,'0'0'5'0,"0"0"2"0,0-10 0 15,0 10 2-15,5-15 0 16,5 3 0-16,4 2 1 16,15-3 0-16,3 1-4 0,12 3-3 15,10 3-3-15,2 6 0 16,0 0 0-16,-1 12 0 15,-7 9 0-15,-9 5 0 16,-9 12 0-16,-7 6 0 0,-14 6 0 16,-4 6 0-16,-5 7 0 15,0 4 0-15,0 1 0 16,2 2 0-16,4 2 0 16,4 0 0-16,2 0 0 0,3-6 0 15,2 2 0-15,1-2 0 16,-4-3 0-16,2-4 0 15,-7-2 0-15,1-8 0 16,-4-2 0-16,-4-9 0 0,-2-4 0 16,-7-6 0-16,-4-6 0 15,-9-4 0-15,-4-6 0 16,-10-3 0-16,-10-4 0 16,-8-2 0-16,-7-3 0 15,-11 0 0-15,-4-5 0 0,-8-5 0 16,-8-10-15-16,1 6-72 15,12-9-3-15</inkml:trace>
  <inkml:trace contextRef="#ctx0" brushRef="#br0" timeOffset="24901.48">15446 5266 311 0,'0'0'6'0,"0"0"2"15,0 0 2-15,0 0 3 0,0 6 2 16,0-6 3-16,12 4 1 15,6 1 0-15,10-2-5 16,11 2-1-16,10-5-4 16,13 2-2-16,11-2-1 15,4 0-3-15,12-5-1 0,1 3 0 16,2-3 0-16,-3-1-1 16,-15 2 0-16,-8 1 1 0,-12-2-1 15,-14 3 0-15,-16-3 1 16,-13 3-1-16,-11 2 0 15,-18 0 0-15,-9 0 0 16,-13 0-1-16,-8 7 0 16,-3-2 0-16,-11 3 0 0,-5-1 0 15,-7 3 0-15,-1-1 0 16,0 2 0-16,-2-2 0 16,4 1 1-16,4 0-1 15,9-2 1-15,9-1 0 16,8 0 0-16,16 0 1 0,15 2 0 15,12-9 1-15,16 12 1 16,20-10-1-16,13 3 1 16,11-5-4-16,15 0 0 0,9 0 0 15,8 0 0-15,0-5 0 16,2 3 0-16,-7-2 0 16,-7-2 0-16,-16 4-4 0,-6 4-35 15,-21 0-44 1,-15 6-3-16</inkml:trace>
  <inkml:trace contextRef="#ctx0" brushRef="#br0" timeOffset="28633.29">13674 9199 68 0,'0'0'3'16,"0"0"3"-16,0 0 4 0,0 0 3 15,-12-6 2-15,12 6 0 16,0 0-2-16,0 0 0 15,0 0-3-15,0 0-2 0,0 0-3 16,0 0-2-16,8 0-3 16,-1 0 2-16,3 0 0 15,9 2 0-15,7 2 2 16,13-4-2-16,11 1-6 0,10-1-16 16,16 3-20-16,7-3-12 15</inkml:trace>
  <inkml:trace contextRef="#ctx0" brushRef="#br0" timeOffset="28854.42">16714 9161 201 0,'0'0'3'16,"0"0"-1"-16,0 0 2 0,0 0-2 16,-8 0-5-16,8 0-18 15,-13 0-29-15,13 0-3 16</inkml:trace>
  <inkml:trace contextRef="#ctx0" brushRef="#br0" timeOffset="32351.34">2505 10679 402 0,'0'0'7'0,"0"0"2"15,0 0 2-15,-5-12 1 0,5 12-1 16,0 0 1-16,0 0-1 16,0 0 1-16,-7 17-7 15,7 8-3-15,0 7-1 16,5 5-1-16,2 10 0 0,1-2 0 15,2 3 1-15,0-4 0 16,0-7 0-16,-2-3 0 16,-4-6 0-16,-1-8 0 15,-3-6-1-15,0-3 2 16,0-11-3-16,-10 0 1 0,0-11 0 16,2-6-1-16,-4-8-1 15,-1-4 1-15,1-8-1 16,0-8 1-16,4-4 0 15,1-7 1-15,2 2 0 0,3-1 1 16,2 1 1-16,2 2-1 16,7 10 1-16,5 5-1 15,5 5 1-15,6 9-2 16,2 9 1-16,1 6-1 0,4 8-1 16,0 5 1-16,1 12 0 15,-4 3 0-15,-4 10 0 16,-2 2-1-16,-9 3 1 15,-6 3-1-15,-6-5 0 0,-4 3-1 16,-10-5-1-16,-4 0-2 16,-5-6-4-16,0 0-10 15,-4-12-26-15,6 5-40 0,-1-8-2 16</inkml:trace>
  <inkml:trace contextRef="#ctx0" brushRef="#br0" timeOffset="32815.87">2916 10924 297 0,'0'0'3'0,"0"0"3"0,0 0 1 16,0 0 4-16,6 13 2 15,5-13 3-15,2 2 3 16,1-2 2-16,4 0-3 0,1-2-1 16,1-9-1-16,1-1-3 15,-4-2-2-15,-2-2-2 16,-1 2-2-16,-3 4-1 16,-4 0-3-16,-7 10-1 0,10-10-1 15,-10 10-1-15,5 5 0 16,-1 10-1-16,2 1 0 15,-1 8 0-15,5 5 0 0,-1 6 3 16,0 0 0-16,0 5-1 16,-4-1 1-16,-3 3 0 15,-2 0 0-15,-7 0 0 16,-7-2 1-16,-9-3-2 16,-2-2 1-16,-7-4-2 0,0-3 0 15,-7-6 0-15,2-7-2 16,5-2-5-16,2-12-11 15,6-2-44-15,6-6-23 0,-2-8-2 16</inkml:trace>
  <inkml:trace contextRef="#ctx0" brushRef="#br0" timeOffset="33050.1">3799 10709 466 0,'0'0'3'0,"0"0"1"16,0 0 0-16,0 0 1 16,11 0 0-16,-11 0-1 0,21 0 1 15,-9 0-1-15,4-6-7 16,9 6-14-16,-2 9-65 15,7-9-3-15</inkml:trace>
  <inkml:trace contextRef="#ctx0" brushRef="#br0" timeOffset="33183.39">3806 10880 388 0,'0'0'4'0,"0"0"1"0,0 0 2 15,9 10 1-15,3-10 0 16,8 4 1-16,5-4-3 15,8 0-18-15,13 0-62 16,0-7-3-16</inkml:trace>
  <inkml:trace contextRef="#ctx0" brushRef="#br0" timeOffset="34300.05">5937 10506 462 0,'0'0'3'0,"0"-10"0"15,0 0 1-15,-5-2 0 0,-8-4 0 16,-3 4-1-16,-5 0 1 15,-4-1 0-15,-5 9-2 16,1 4-1-16,-1 4 0 0,-3 7-1 16,9 1 0-16,2 7 0 15,9 1 1-15,8 0-2 16,5 5 1-16,15 0 0 16,7 0 0-16,14-3 0 15,1 3 1-15,9-1 0 0,2 1 0 16,5-3 0-16,-9 1-1 15,-7-4 1-15,0 1-1 16,-12-4 1-16,-7 0-1 16,-11 0 1-16,-7-2-1 0,-10-3 1 15,-12 1-1-15,-8 0 1 16,-7-2 0-16,-6-3-1 16,1 1 0-16,-5-4-1 15,7-1-1-15,3-3-2 0,5 0-2 16,9 0-6-16,4-5-12 15,11-12-56-15,8 17-4 16</inkml:trace>
  <inkml:trace contextRef="#ctx0" brushRef="#br0" timeOffset="34815.91">6238 10644 464 0,'0'0'4'0,"0"0"0"0,0 0 0 0,0 0 0 16,0 0 0-16,3 7 0 15,-3 4 0-15,0 3 0 0,0 4-5 16,0 5-4-16,0-2-7 15,4 7-19-15,11-1-53 16,-9-6 0-16</inkml:trace>
  <inkml:trace contextRef="#ctx0" brushRef="#br0" timeOffset="35284.31">6399 10664 425 0,'0'0'5'15,"0"0"3"-15,0 0-2 0,-7-10 1 16,7 10-1-16,0 0 1 16,0 0 0-16,-8 13 0 15,8 2-5-15,2 2-3 16,4 5-2-16,-1 0-1 0,5-1-1 16,-3 1-1-16,3-5-2 15,-2-5-1-15,-1 1 3 16,-7-13-2-16,15 7 3 15,-15-7 2-15,10-3 1 0,-10 3 2 16,5-14 4-16,-3 2 1 16,-2-1 1-16,2-4 1 15,-2 2-1-15,3-3 2 0,-1 3-1 16,2 0-1-16,1 3-1 16,-1 0-1-16,1 2-1 15,2 0-1-15,2 5-1 16,0 0-1-16,1 3 1 0,3-1-1 15,-1 3 0-15,2 3-1 16,-3 2 1-16,1 2-1 16,1 6 1-16,-1-1-1 15,-5 0 1-15,0 6 0 0,2-5 0 16,-5-1 0-16,-1 0 0 16,2 1-1-16,2-4-2 15,-7-9-4-15,13 16-14 16,-6-5-60-16,3-7-2 0</inkml:trace>
  <inkml:trace contextRef="#ctx0" brushRef="#br0" timeOffset="35783.33">6979 10478 462 0,'0'0'4'0,"0"0"1"0,0 0 0 0,0 0 0 16,0 0 0-16,-9 0-1 0,0 13 1 16,-1 4 0-16,-3 10-4 15,1 6-2-15,0 2 1 16,3 5 0-16,5-1-1 15,4 0 1-15,4-7 0 0,10 1 0 16,2-12 1 0,2-3 0-16,8-6-1 0,-7-9 1 15,6-3 1-15,-3-5-1 16,-1-10 1-16,-2-5 0 0,-4-4 0 16,-5-6-2-16,-3-4 0 15,-7-6 0-15,0-3 0 16,-5 1 0-16,-7 1 0 15,-3 1 0-15,-4 5 0 0,-4 6 0 16,3 4 0-16,-3 15 0 16,4 4 0-16,-1 6 0 15,8 13 0-15,1 7 0 0,8 8 0 16,3 3 0-16,5 4 0 16,11-1 0-16,9 4-3 15,0-6-11-15,10-5-42 16,6 1-31-16,5-9 0 0</inkml:trace>
  <inkml:trace contextRef="#ctx0" brushRef="#br0" timeOffset="35966.57">7517 10532 454 0,'0'0'2'16,"0"0"0"-16,-5 6 0 15,5-6 1-15,-7 22 0 0,5-4 0 16,-1 4 1-16,1 4 0 15,-4 7-1-15,6 7-1 16,0-1-2-16,6 4-5 0,-4-6-14 16,-2 2-62-16,8-2-3 15</inkml:trace>
  <inkml:trace contextRef="#ctx0" brushRef="#br0" timeOffset="36466.48">8084 9872 473 0,'0'0'1'0,"0"0"0"0,-18-13 0 15,6 8 0-15,-8 2 0 16,-5 1 1-16,-7 0-1 15,-3 2 0-15,-4 7 0 16,0 8-1-16,3 8 1 0,1 3-1 16,10 7 0-16,6 4-1 15,6 7 1-15,8 3-1 16,5 3 1-16,13 2-1 16,4 3 1-16,5 2 1 0,3-3-1 15,3 6 1-15,-6-4-1 16,-5 6 0-16,-5 0 1 15,-4 0-1-15,-5 6 0 16,-3 1 0-16,-11 0 2 16,-3 0 1-16,-4 1-1 0,-1-3 1 15,-1-6 0-15,-3-4 0 16,9-10-1-16,1-9 1 16,3-9-1-16,10-8 2 0,0-9-4 15,0-12 0-15,12 5 0 16,6-5 0-16,7-9 0 15,5 3 0-15,9-4 0 16,9-3 0-16,6 7 0 16,8-8 0-16,6 7-22 0,-1 0-64 15,2-3-3-15</inkml:trace>
  <inkml:trace contextRef="#ctx0" brushRef="#br0" timeOffset="37866.15">8455 10328 319 0,'0'0'9'0,"0"0"4"0,0 0 2 15,0 0 5-15,0 0 1 16,0 0-1-16,0 0 1 15,0 0-2-15,-6 0-7 16,1 12-4-16,0 5-2 16,-2 8-4-16,-3 5-1 15,-3 4 0-15,-2 8 0 0,-2-5 0 16,-3 8 0-16,3-12-1 16,-1-2 0-16,-1-3 0 15,3-3 1-15,2-9-1 0,3-2 0 16,2-5 0-16,9-9 0 15,0 0 0-15,0 0 0 16,7 0 0-16,11-2 1 0,4-3-1 16,6-5 1-16,7 2 0 15,4-1-1-15,0-1 1 16,2 2-1-16,-2-2 1 16,-2 3-1-16,-7-1 1 0,-2 6-1 15,-10-2 0-15,-2 4 0 16,-6-4-1-16,-10 4 1 15,11 0 0-15,-11 0 0 16,0 0 0-16,0 10-2 16,0-10-2-16,0 0-4 0,-16 8-11 15,16-8-34-15,0 0-31 16,-9 2-3-16</inkml:trace>
  <inkml:trace contextRef="#ctx0" brushRef="#br0" timeOffset="38400.36">8862 10565 357 0,'0'0'8'0,"0"0"2"0,0-12 4 0,0 12 0 0,2-10 0 15,3-1 1-15,-5 11 1 16,18-17-1-16,-6 13-6 0,3-1-4 16,2 2-3-16,-1 3 0 15,3 5-1-15,-4 5-1 16,2 0 0-16,-6 8 1 16,-4 1-1-16,0 1 0 15,-7 0 1-15,0 4-1 0,-5-4 1 16,-2 5-1-16,-8-5 0 15,0-1 1-15,0 1-1 16,-2-7 0-16,4-1 0 0,-2 1-1 16,5-8 1-16,10-5 0 15,0 0 0-15,0 0 0 16,10 2 0-16,7-6-1 16,8-2-2-16,3-6-6 15,6 2-14-15,3-3-58 0,4-1-3 16</inkml:trace>
  <inkml:trace contextRef="#ctx0" brushRef="#br0" timeOffset="38732.96">9612 10337 388 0,'0'0'7'16,"0"0"3"-16,-5-7 2 0,5 7 0 16,-12-10 0-1,1 10 1-15,-3-2 0 0,-6 2 0 16,-3 10-6-16,-1 5-3 16,-1 4-1-16,-5 6-1 15,5 5 0-15,0-1 0 0,8 6-1 16,7-3 0-16,7-2-1 15,3-5 0-15,13-3 1 16,10-5-2-16,9-5-1 16,5-5-5-16,2-1-10 0,3-4-30 15,4-4-38-15,-2-5-1 16</inkml:trace>
  <inkml:trace contextRef="#ctx0" brushRef="#br0" timeOffset="39032.97">9788 10438 407 0,'0'0'6'0,"0"0"1"15,-9-1 3-15,-2 1 1 16,-1 0 0-16,0 1 0 16,-3 5 1-16,0 1-1 15,-5 5-5-15,11 3-2 16,-2 0-3-16,6 3 0 0,5-1-1 16,2 1 1-16,14-4-1 15,3-4 1-15,9-2 0 16,4-8 1-16,2 0-1 0,1-8 1 15,3-2 0-15,-6-4 1 16,-4-4-3-16,-6 1 0 16,-7-1 0-16,-8 1 0 15,-7-3 0-15,-5 8 0 0,-10-3 0 16,-2 5 0-16,-6 5 0 16,1 3 0-16,-2 2-14 15,4 5-27-15,10 4-45 16,-3-1-3-16</inkml:trace>
  <inkml:trace contextRef="#ctx0" brushRef="#br0" timeOffset="39382.76">10268 10320 438 0,'0'0'4'0,"0"0"2"16,-5-8 1-16,5 8 0 15,-17-2 0-15,4 2 1 16,1 0 0-16,-6 0-1 15,4 5-5-15,2 5 0 0,-2 2-1 16,5 2 0-16,4 4-1 16,3 0 0-16,2-1 0 15,4 3 1-15,6 0 0 0,2-2-1 16,6-2 0-16,0-1 1 16,-1-2-1-16,3-1 0 15,-3-2 0-15,-2 2 1 16,-1-2-1-16,-3 0 1 0,-4-2-1 15,-7 2 1-15,0-10 0 16,-13 12 0-16,-6-5 0 16,1 1-1-16,-7-4 0 15,-1-1-1-15,-2 0-3 16,3-3-2-16,5 3-12 0,-5-3-22 16,15-9-45-16,8-3-1 15</inkml:trace>
  <inkml:trace contextRef="#ctx0" brushRef="#br0" timeOffset="39783.23">10506 10201 467 0,'0'0'2'0,"0"0"0"16,0 0 1-16,-2 7 0 0,-9 3-1 16,5 5 1-16,-7 8 0 15,1 6 1-15,-3 1-2 16,0 6 0-16,5 2-1 15,5-1 0-15,5-1 0 0,0-7 0 16,8-7 0 0,6-3-1-16,4-5 1 0,1-10 1 15,9-4-1-15,-1-7 1 16,-2-11 0-16,0 1 1 0,-6-8-1 16,-1-4-2-16,-8-6 0 15,-3-2 0-15,-7-2 0 16,-7-4 0-16,-5 6 0 15,-8 0 0-15,-5 7 0 0,1 8 0 16,-4 7 0-16,2 7 0 16,2 8 0-16,2 12 0 15,5 8-3-15,6 8 2 16,6 4 0-16,8 3 0 0,7-1-1 16,10 5-6-16,0-6-11 15,10-10-61-15,4 7-5 16</inkml:trace>
  <inkml:trace contextRef="#ctx0" brushRef="#br0" timeOffset="40117.85">10825 10438 450 0,'0'0'5'0,"0"0"1"0,0 0 2 15,0 0 0-15,-2-14 0 16,2 14 0-16,2-15 0 15,5 5-1-15,3 3-4 16,5-1-3-16,2 3 0 0,-2 2 0 16,2 3 0-16,-1 6 0 15,-2 1 0-15,-1 8 0 16,-6 0 0-16,-2 3 0 16,-2 1 0-16,-3 3 0 0,-5-1 0 15,-5-2 0-15,2 6 0 16,-4-8 0-16,-4 1 0 15,7-3 0-15,-2-3 0 16,5 1 0-16,4-6 0 16,2-7 0-16,8 9 0 0,10-6 0 15,7-3 0-15,12 0-7 16,4 0-49-16,8-8-30 16,8-2-1-16</inkml:trace>
  <inkml:trace contextRef="#ctx0" brushRef="#br0" timeOffset="40416.19">11851 10132 483 0,'0'0'3'0,"0"0"2"0,0 0 1 16,0 0-1-16,0 0 0 15,0 0-1-15,0 10-4 0,0 5 0 16,-3 7 0-16,3 7 0 16,0 6 0-16,0 4 0 15,0 4 0-15,5 0-8 0,-5-10-26 16,7 0-51-16,-2-5-2 15</inkml:trace>
  <inkml:trace contextRef="#ctx0" brushRef="#br0" timeOffset="40583.44">11687 10281 463 0,'0'0'4'0,"0"0"0"15,0 0 1-15,0 0 0 16,12-13 1-16,3 10 0 0,5-1 0 15,7 0 1-15,10 3-5 16,9 1-6-16,0-6-11 16,12 6-68-16,-4 0-2 15</inkml:trace>
  <inkml:trace contextRef="#ctx0" brushRef="#br0" timeOffset="40885.12">12407 10007 472 0,'0'0'4'0,"0"0"1"0,0 0 1 16,0 0 0-16,0 0 0 16,0 5 1-16,-2 5-2 15,0 5-5-15,-6 5 0 16,2 10 0-16,-6 5 0 0,0 2 0 16,-3 5 0-16,-4-3 0 15,-1 6 0-15,-1-8 0 16,5-8 0-16,-2-1 0 0,8-8 0 15,-1-2 0-15,9-9 0 16,2-9 0-16,11 8 0 16,3-8 0-16,9 0 0 15,2-5 0-15,7-3 0 16,5-1 0-16,-2-6-7 0,-1 5-80 16,7-1-2-16</inkml:trace>
  <inkml:trace contextRef="#ctx0" brushRef="#br0" timeOffset="41365.98">12641 10282 496 0,'0'0'3'0,"0"0"0"16,5-8 1-16,-5 8 1 15,12-17-5-15,-2 9 0 0,3-3 0 16,1 1 0-16,-1 0 0 16,6 5 0-16,-3 3 0 15,-2 2 0-15,2 0 0 16,-4 2 0-16,-2 9 0 0,-2-4 0 16,-4 5 0-16,-4 1 0 15,0 2 0-15,-2-4 0 16,-5 2 0-16,-1 2 0 15,0-3 0-15,-1 0 0 0,2 4 0 16,1-4 0-16,3 1 0 16,3-4 0-16,9 1 0 15,2 3 0-15,5-6 0 16,1 3 0-16,1-2 0 0,1-2 0 16,-1 2 0-16,-4 0 0 15,-3-4 0-15,-11-4 0 16,7 16 0-16,-7-16 0 15,-18 14 0-15,-2-6 0 16,-9-1 0-16,-8 3 0 0,-5 1 0 16,-6-4 0-16,-2 0 0 15,6 1-7-15,-4-4-23 16,-4-1-54-16,24-3-3 16</inkml:trace>
  <inkml:trace contextRef="#ctx0" brushRef="#br0" timeOffset="42400.96">13456 10114 414 0,'0'0'6'0,"-3"-7"2"0,3 7 2 16,-12-10-2-16,2 7 1 15,-7 3 1-15,-3 3 0 16,-3 9 0-16,-2 11-7 15,-1 2-1-15,1 6-1 16,-3 5 0-16,10 1-1 0,4-1 1 16,7-3 0-16,7-1 1 15,4-7-1-15,13-5 0 16,11-6-1-16,5-3-4 16,16-5-12-16,-5-2-35 0,14-8-33 15,-1-2-3-15</inkml:trace>
  <inkml:trace contextRef="#ctx0" brushRef="#br0" timeOffset="42683.12">13702 10176 390 0,'0'0'5'15,"-10"0"3"-15,10 0 1 16,-20 12 2-16,6-4 0 0,-4 7 1 16,6-2-1-16,-9 1 1 15,9 4-5-15,9 0-2 16,3-2-2-16,11-1-1 15,11 0 0-15,2-7 0 0,14-2 0 16,9-6 0-16,-2 0 0 16,4-2 0-16,-3-5 0 15,-9-6 0-15,-5 1 1 16,-9-6-1-16,-11 1 0 16,-12 1 0-16,-12-2-2 0,-11 0 0 15,-2 4 0-15,-5 3-4 16,-2 2-5-16,7 6-14 15,-7 14-51-15,12-7-12 16</inkml:trace>
  <inkml:trace contextRef="#ctx0" brushRef="#br0" timeOffset="43033.25">14216 10084 424 0,'0'0'3'0,"-4"0"2"15,-5 0 1-15,-5 3-1 16,-1 0 2-16,-2 4-1 16,-6-3 0-16,3 7 1 0,1 1-4 15,6 1-1-15,8 1-2 16,2 4 1-16,3-4-1 16,13 7 0-16,4-4 0 0,4 0 0 15,-2-2 0-15,8 0 0 16,1-2 1-16,-6-1-1 15,3-2 0-15,-10-3 0 16,0 3 1-16,-5-2 0 0,-10-8 0 16,0 16 0-16,-12-9 0 15,-6 4 1-15,-2-4 0 16,-8 3 0-16,-1-2-1 16,2 2-3-16,0-3-5 15,1 1-15-15,9-1-58 0,5-5-1 16</inkml:trace>
  <inkml:trace contextRef="#ctx0" brushRef="#br0" timeOffset="43301.3">14920 9775 467 0,'0'0'4'16,"0"0"1"-16,0 0 1 0,-8-7-1 15,-2 7 1-15,-2 7 0 16,-8 5 0-16,-5 8 0 16,-3 12-6-16,-4 8 0 0,2 5 0 15,3 12 0-15,3 2 0 16,8 1 0-16,2-1 0 16,10-5 0-16,4-2 0 15,11-7 0-15,6-8 0 0,5-8 0 16,8-8 0-16,10-4-33 15,10-12-50-15,-6-5-5 16</inkml:trace>
  <inkml:trace contextRef="#ctx0" brushRef="#br0" timeOffset="43716.79">15168 9888 434 0,'0'0'5'0,"-10"-4"0"16,10 4 1-16,-15-5 1 15,2 5 0-15,1 3 0 16,0 3 0-16,-7 7 0 0,6 10-3 16,-5 4-2-16,4 4-1 15,1 7 0-15,3-3 0 0,3 7-1 16,3-7 1-16,4-4-1 16,6-6 1-16,6-5 0 15,4-7 1-15,5-8-1 16,2-5 1-16,2-5 1 0,-2-10-1 15,1-4 2-15,-7-6-4 16,-2-5 0-16,-5-5 0 16,-5-3 0-16,-5-1 0 15,-5-3 0-15,-10 5 0 0,1 0 0 16,-7 5 0-16,1 4 0 16,-1 9 0-16,-2 6 0 15,0 11 0-15,6 4 0 16,4 12 0-16,4 7 0 15,4 6 0-15,5 3 0 0,5 7 0 16,6-3-4-16,12 9-10 16,2-6-32-16,5-2-39 15,3-6-2-15</inkml:trace>
  <inkml:trace contextRef="#ctx0" brushRef="#br0" timeOffset="44049.18">15369 10072 457 0,'0'0'5'0,"-7"-3"1"0,7 3 3 16,-12-7 0-16,12 7 0 15,-9-12 0-15,9 12-2 16,0-15-7-16,0 15 0 0,16-10 0 16,-2 7 0-16,7 1 0 15,-1 2 0-15,-3 5 0 16,3 0 0-16,-3 5 0 15,-4 3 0-15,-6 2 0 0,-2 1 0 16,-5 0 0-16,0 1 0 16,-7 3 0-16,2-3 0 15,-4 0 0-15,0-1 0 16,4-2 0-16,0-4 0 16,3 0 0-16,2-10 0 0,2 7 0 15,8-4 0-15,5-3 0 16,7 0 0-16,3-10-23 15,-2-3-62-15,14-4-2 16</inkml:trace>
  <inkml:trace contextRef="#ctx0" brushRef="#br0" timeOffset="44233.32">15911 9782 476 0,'0'0'1'15,"0"0"1"-15,-13 0-1 0,13 0 0 16,-7 19 1-16,4-1 0 15,3 10 0-15,0 4 0 16,0 5-1-16,5 5-3 0,6 3-7 16,-4-1-19-16,-7 2-54 15,2-5-1-15</inkml:trace>
  <inkml:trace contextRef="#ctx0" brushRef="#br0" timeOffset="44382.95">15801 10028 440 0,'0'0'2'16,"0"-13"1"-16,4 4 0 16,8-1 1-16,0-4-1 0,6 3 1 15,6-4-2-15,5 0-5 16,4 3-17-16,-4 1-58 16,12 5-1-16</inkml:trace>
  <inkml:trace contextRef="#ctx0" brushRef="#br0" timeOffset="44750.91">16286 9782 451 0,'0'0'3'16,"0"0"0"-16,-7 0 1 0,7 0 1 15,-18 15 0-15,4 0 1 16,1 2-1-16,-2 8 1 16,0 3-2-16,0 2-1 15,5 4-1-15,2-2 0 16,4 2-1-16,4-3 0 0,0-2-1 15,7-8 1-15,6-7 1 16,4-4-1-16,5-5 1 16,3-5 0-16,3-10 0 15,-3-5-2-15,1-7 0 16,-5-8 0-16,-1 0 0 0,-11-7 0 16,-1-3 0-16,-6 1 0 15,-2-1 0-15,-7 3 0 16,-3 5 0-16,0 7 0 0,-5 5 0 15,0 7 0-15,0 13 0 16,3 3 0-16,2 12 0 16,-3 7 0-16,9 3 0 0,-1 7 0 15,2 3 0-15,6 5 0 16,4-3-7-16,8 3-23 16,7-6-53-16,3-4-4 15</inkml:trace>
  <inkml:trace contextRef="#ctx0" brushRef="#br0" timeOffset="45216.32">16571 10015 458 0,'0'0'4'0,"0"0"3"16,0 0 1-16,-9-15 1 16,9 15 1-16,-7-14-1 15,7 14-3-15,-3-15-6 16,3 15 0-16,10-13 0 15,3 8 0-15,9 3 0 0,-2 2 0 16,-1 0 0-16,6 0 0 16,-3 5 0-16,-2 2 0 15,-7-2 0-15,1 5 0 16,-10 0 0-16,3 2 0 0,-7 0 0 16,-7 1 0-16,1-3 0 15,-6 2 0-15,2-2 0 16,-3 5 0-16,3-5 0 0,3 2 0 15,5 1 0 1,-1-3 0-16,3 5 0 0,5-3 0 16,2 1 0-16,6-1 0 15,0 0 0-15,4 0 0 16,-2 1 0-16,-1-1 0 0,2-2 0 16,-4 0 0-16,-3 1 0 15,0-3 0-15,-9 3 0 16,0-11 0-16,-16 13 0 15,2-9 0-15,-9 1 0 0,-4-2 0 16,-1-1 0-16,-4-2-7 16,5 0-20-16,5 2-56 15,-1-4-4-15</inkml:trace>
  <inkml:trace contextRef="#ctx0" brushRef="#br0" timeOffset="45570.23">16838 9574 457 0,'0'0'2'16,"0"0"2"-16,7-7 1 0,-7 7 0 16,20-3 1-16,-3 3 0 15,3 3 1-15,5 6-1 16,0 4-1-16,8 10-1 15,-4 6-2-15,6 6 0 0,-5 7-2 16,2 2 0-16,0 6 0 16,-4 2 0-16,-1 5 0 15,0-3 0-15,-7 1 0 16,-2 2 0-16,-6-2 0 0,-5-4 0 16,-7 2 0-16,0-6 0 15,-12 0 0-15,-8-8 0 16,-5-4 0-16,1 0 0 15,-6-10-5-15,2-13-70 16,3 5-12-16</inkml:trace>
  <inkml:trace contextRef="#ctx0" brushRef="#br0" timeOffset="46265.93">17335 9547 423 0,'0'0'4'0,"0"0"1"0,4-7 3 15,6-1 0-15,3 1 2 16,12-3 0-16,5 0 1 0,6-5 0 16,12 5-3-16,4 0-2 15,-2 0-3-15,4 7-1 16,-6-1 0-16,-4 4-2 15,-11 4 0-15,-6 14 0 16,-13 2 0-16,-3 10 0 0,-9 7 0 16,-2 8 0-16,0 6 0 15,0 6 0-15,0 6 0 16,0-4 0-16,3 3 0 0,5 0 0 16,1-1 0-16,6-1 0 15,0 2 0-15,2-5 0 16,1-1 0-16,2-3 0 15,-3-4 0-15,1-1 0 16,-6-4 0-16,-5-2 0 0,1-10 0 16,-3 3 0-16,-5-8 0 15,0 1 0-15,0-6 0 16,0-2 0-16,0-3 0 16,-2-2 0-16,-3-1 0 0,-1 2 0 15,-1-4 0-15,-5-2 0 16,-1 2 0-16,-9-4 0 15,-3 2 0-15,-10-3 0 16,-5-2 0-16,-7 1 0 16,-10-5 0-16,-8 2 0 0,-1-3 0 15,-1 6 0-15,-1-5 0 16,11 5 0-16,5 2 0 16,22-2-27-16,10 5-61 0,20-11-3 15</inkml:trace>
  <inkml:trace contextRef="#ctx0" brushRef="#br0" timeOffset="47399.75">2776 12439 456 0,'0'0'5'0,"0"0"0"0,0 0 2 16,0 0 0-16,0 0-1 16,-5 1 1-16,1 12 0 0,0 6 0 15,0 6-5-15,2 8 0 16,2 6-2-16,-2 8 0 15,2 3 0-15,0 2 0 0,2-2 0 16,0-2 0-16,1-5 0 16,2-8 0-16,-3-6 0 15,0-6 0-15,1-5 0 16,-1-4 0-16,-2-14 0 16,0 0 0-16,0 0 0 0,0 0 0 15,-2-20 0-15,-5-5 0 16,-1-2 0-16,4-13 0 15,-7-4 0-15,1-8 0 16,1-4 0-16,1-5 0 0,0-1 0 16,1 5 0-16,5 1 0 15,2 6 0-15,0 5 0 16,9 11 0-16,3 7 0 16,6 4 0-16,2 11 0 0,5 4 0 15,0 6 0-15,0 2 0 16,0 10 0-16,-5 7 0 15,-6 6 0-15,-4 3 0 16,-2-1 0-16,-5 8 0 16,-3-4 0-16,-9-1 0 0,2 1 0 15,-5-6 0-15,-4-2 0 16,5-3 0-16,-7-5 0 0,6 2-27 16,-4 0-36-16,9-6-25 15,7-9-3-15</inkml:trace>
  <inkml:trace contextRef="#ctx0" brushRef="#br0" timeOffset="47866.33">3038 12750 466 0,'0'0'3'0,"0"0"1"0,0 0 0 16,0 0 2-16,0 0-1 15,0 0 1-15,0 0 1 0,0 0 0 16,12-3-4-16,3 1-3 16,4 0 0-16,6-2 0 15,5 0 0-15,5 2 0 0,2 2 0 16,1-2 0-16,-1 2 0 15,-7 2 0-15,-3 4 0 16,-5 0 0-16,-7 7 0 16,-5 4 0-16,-10-1 0 0,-5 9 0 15,-9 0 0-15,-6 3 0 16,-5 5 0-16,0-4 0 16,-8 1 0-16,3-1 0 15,3-4 0-15,8-5 0 0,1 0 0 16,7-6 0-16,10-6 0 15,1-8 0-15,14 7 0 16,4-7 0-16,5 0 0 16,7-9 0-16,7 0 0 0,1-2 0 15,11 1-4-15,-2 5-67 16,7-10-16-16</inkml:trace>
  <inkml:trace contextRef="#ctx0" brushRef="#br0" timeOffset="48115.95">4319 12577 502 0,'0'0'3'0,"0"0"-1"0,0 0 2 16,0 0-4-16,0 0 0 15,0 0 0-15,11-3 0 16,1 1 0-16,3 2 0 0,4-3 0 16,7 3 0-16,1-3 0 15,5 3-11-15,-4 8-58 16,-1-8-20-16</inkml:trace>
  <inkml:trace contextRef="#ctx0" brushRef="#br0" timeOffset="48249.96">4384 12758 408 0,'0'0'5'16,"0"0"2"-16,6 0 1 16,-6 0 2-16,16 2-2 15,2-2 1-15,10-2 0 0,-4-3-7 16,16-3-33-16,2 2-49 16,6-5-1-16</inkml:trace>
  <inkml:trace contextRef="#ctx0" brushRef="#br0" timeOffset="49166.35">5882 12403 433 0,'0'0'5'0,"0"0"3"16,0 0 1-16,8-12 2 16,-8 12 0-16,0 0 1 15,2-13 0-15,-2 13-2 16,0 0-10-16,0 0 0 0,0 0 0 16,0 5 0-16,-2 10 0 15,-3 3 0-15,0 5 0 0,-2 2 0 16,-1 4 0-16,0 0 0 15,-1 3 0-15,-1 1 0 16,-5-1 0-16,3 0 0 16,-6-2 0-16,-1 0 0 15,1-2 0-15,-3-2 0 16,2-1 0-16,-1-6 0 0,3 4 0 16,2-8 0-16,3-3 0 15,1-2 0-15,4-1 0 16,7-9 0-16,-10 16 0 15,10-16 0-15,-5 9 0 0,5-9 0 16,0 0 0-16,0 0 0 16,0 0 0-16,0 0 0 15,0 0 0-15,0 0 0 16,0 0 0-16,0 0 0 0,0 0 0 16,0 0-8-16,0 0-3 15,0 0-7-15,0 0-14 16,0 0-53-16,-5-7-2 0</inkml:trace>
  <inkml:trace contextRef="#ctx0" brushRef="#br0" timeOffset="49983.43">5580 12914 373 0,'0'0'5'0,"0"0"2"15,0 0 2-15,0 0-1 16,0 0 3-16,10 0 2 0,-10 0 1 15,19 0 1-15,-1 0-4 16,7-3-1-16,-1 1-2 16,11-1 0-16,3-1-1 15,1-2-2-15,3 1-1 16,-7 0-1-16,-2-3-3 0,-7 7 0 16,-6-4 0-16,-7 5 0 15,-1-3 0-15,-12 3 0 16,0 0 0-16,0 0 0 0,0 0 0 15,0 0 0-15,0 0 0 16,0 0 0-16,0 0 0 16,0 0-10-16,0 0-8 15,0 0-33-15,0 0-35 0,0 0-2 16</inkml:trace>
  <inkml:trace contextRef="#ctx0" brushRef="#br0" timeOffset="50582.96">6344 12753 445 0,'0'0'4'0,"0"0"2"0,-7-10 1 0,7 10 3 16,-9-15 1-16,9 15 0 15,-11-13 1-15,9 4-7 0,-3 0-5 16,5 9 0-16,0-11 0 16,0 11 0-16,18-8 0 15,-4 6 0-15,4 2 0 16,4 0 0-16,0 0 0 15,1 5 0-15,-4 3 0 0,1 0 0 16,-8 6 0-16,-3-3 0 16,-5 6 0-16,-4-1 0 15,0-1 0-15,-2 2 0 16,-5-2 0-16,1-1 0 0,-4 2 0 16,5-4 0-16,-2-2 0 15,2 0 0-15,2 3 0 16,3-1 0-16,3-5 0 15,5 6 0-15,4-3 0 0,1-1 0 16,4 2 0-16,0-2 0 16,-2 1 0-16,3-2 0 15,-9 2 0-15,1-3 0 0,-8 3 0 16,-2 0 0-16,-2-1 0 16,-13 4 0-16,-3-5 0 15,-3 2 0-15,-6-3 0 16,-3 1 0-16,0-7 0 15,0 2 0-15,3-3-10 0,4 0-14 16,-2-3-33-16,10-6-29 16,6-4-2-16</inkml:trace>
  <inkml:trace contextRef="#ctx0" brushRef="#br0" timeOffset="51116.75">7080 12371 485 0,'0'0'2'0,"0"-9"2"0,0 9-1 0,0-18 2 16,-2 8-1-16,-8-2 0 16,-3 2 0-16,-4 2-4 15,-5 6 0-15,-3 2 0 16,-5 7 0-16,2 8 0 16,0 5 0-16,10 5 0 0,0-1 0 15,11 5 0-15,7-4 0 16,4 6 0-16,17-4 0 15,4-5 0-15,7 3 0 16,7-5 0-16,-2-1 0 0,5-1 0 16,-4 0 0-16,-3-6 0 15,-8 2 0-15,-3-1 0 16,-8-3 0-16,-4-3 0 16,-6 3 0-16,-6-10 0 0,-6 15 0 15,-4-5 0-15,-8-3 0 16,-6-1 0-16,-3 2 0 15,-5-4 0-15,-5 0 0 0,-4-1 0 16,3 0 0-16,0-3 0 16,3 0 0-16,5 0 0 15,5-3 0-15,7 0-4 16,4-4-22-16,7-5-58 0,7 12-3 16</inkml:trace>
  <inkml:trace contextRef="#ctx0" brushRef="#br0" timeOffset="51333.19">7244 12530 466 0,'0'0'3'0,"0"0"2"0,0 0 0 16,0 0 1-16,0 0 0 0,13 14 0 15,-6-4 0-15,0 5 2 16,4 0-8-16,-2 3 0 15,1 1-5-15,3-1-8 16,1-1-34-16,2 0-39 16,-3-4 0-16</inkml:trace>
  <inkml:trace contextRef="#ctx0" brushRef="#br0" timeOffset="51717.77">7500 12557 487 0,'0'0'2'0,"0"0"0"16,0 0-1-16,0 0 0 16,0 0 0-16,0 0 0 0,-2 7 0 15,2 1 0-15,0 4-2 16,2 1 0-16,1 1 0 16,2-2 1-16,-3 1 0 15,3-3 0-15,-5-10 0 0,5 10 1 16,-5-10 0-16,13 0 1 15,-9-10-1-15,4-2 1 16,5-6 0-16,-1 1 1 16,2-5-2-16,4-1 1 0,-4 3 0 15,-1 1-2-15,-1 4 0 16,-1 5 0-16,-1 3 0 16,-10 7 0-16,12 2 0 15,-8 10 0-15,2 6 0 16,-1 1 0-16,0 6 0 0,2 3 0 15,4-1 0-15,-4-2-2 16,5 2-6-16,-5-7-14 16,-7 2-61-16,18-5-3 15</inkml:trace>
  <inkml:trace contextRef="#ctx0" brushRef="#br0" timeOffset="52018.09">8382 12041 482 0,'0'0'3'0,"0"0"0"0,0 0 0 0,0 0 0 16,-12-4 1-16,-4 6 0 15,-3 12 0-15,-11 11 1 16,0 8-5-16,-7 9 0 0,2 10 0 15,-2 9 0-15,7 7 0 16,6 1 0-16,8 3 0 16,7-3 0-16,9-2 0 15,9-5 0-15,12-7 0 0,6-3 0 16,8-7 0-16,7-6 0 16,5-12 0-16,7 1-12 15,-4-6-70-15,7-17-4 16</inkml:trace>
  <inkml:trace contextRef="#ctx0" brushRef="#br0" timeOffset="52482.93">8623 12294 487 0,'0'0'3'15,"0"0"0"-15,0 0 2 16,-7-10 0-16,7 10 0 15,0 0-2-15,-16 5-3 0,7 8 0 16,-1 7 0-16,-3 10 0 16,1 4 0-16,-3 11 0 15,5 2 0-15,3 0 0 0,4 0 0 16,3-5 0-16,3-5 0 16,9-7 0-16,3-8 0 15,4-7 0-15,-1-11 0 16,5-4 0-16,-4-7 0 0,1-11 0 15,-2-3 0-15,-3-7 0 16,-6-6 0-16,-3-8 0 16,-3 0 0-16,-3-5 0 15,-11-5 0-15,-4 2 0 16,0 3 0-16,-7 4 0 16,2 7 0-16,-2 6 0 0,5 8 0 15,-6 9 0-15,3 12 0 16,3 2 0-16,2 17 0 15,7 7 0-15,4 4 0 0,4 8 0 16,2 3 0-16,8-1 0 16,10 5 0-16,5-8 0 15,10 6-19-15,-3-5-61 0,12-12-7 16</inkml:trace>
  <inkml:trace contextRef="#ctx0" brushRef="#br0" timeOffset="52849.11">8973 12602 475 0,'0'0'4'0,"0"0"0"16,-10-5 3-16,10 5 1 0,-7-13 0 16,7 13-3-16,-7-15-5 15,5 3 0-15,2 5 0 16,4-6 0-16,6 6 0 15,5-3 0-15,0 5 0 0,3-1 0 16,-4 6 0-16,4 0 0 16,-4 3 0-16,-1 7 0 15,-5 2 0-15,-6 4 0 16,-2 0 0-16,0 5 0 16,-7 1 0-16,-4 0 0 0,-1 0 0 15,0 1 0-15,1-3 0 16,4-1 0-16,0-3 0 15,7-2 0-15,0-4 0 16,0-10 0-16,17 10 0 16,1-10 0-16,7 0 0 0,5-7-34 15,-4-6-52-15,14-4-2 16</inkml:trace>
  <inkml:trace contextRef="#ctx0" brushRef="#br0" timeOffset="53033.34">9446 12297 474 0,'0'0'4'15,"0"0"1"-15,-5-13 0 16,5 13 0-16,-13-2 1 0,13 2-1 16,-12 5 0-16,0 10-3 15,6 10-2-15,4 1 0 16,-1 12 0-16,3 2 0 16,0 4 0-16,0-3-9 0,5 9-15 15,-5 3-48-15,5-19-15 16</inkml:trace>
  <inkml:trace contextRef="#ctx0" brushRef="#br0" timeOffset="53182.74">9269 12540 469 0,'0'0'2'0,"-2"-10"0"16,2 10 0-16,0-18-1 15,2 11 1-15,8-5 0 0,7 2-2 16,4-5-8-16,11 5-22 15,12-1-50-15,-1 3-1 16</inkml:trace>
  <inkml:trace contextRef="#ctx0" brushRef="#br0" timeOffset="53566.77">9786 12282 493 0,'0'0'2'15,"0"0"0"-15,-11 0 1 16,2 5 0-16,-1 2 1 15,-2 6 0-15,-6 7-4 0,1 5 0 16,-3 1 0-16,0 12 0 16,3 2 0-16,4 1 0 15,4 2 0-15,1-4 0 0,3-4 0 16,5-3 0-16,10-5 0 16,2-9 0-16,6-6 0 15,6-7 0-15,1-5 0 16,0-11 0-16,-2-5 0 0,-2-9 0 15,-3-4 0-15,-5-7 0 16,-3-3 0-16,-8-4 0 16,-2-1 0-16,-2-3 0 15,-11 2 0-15,3 6 0 16,-8 2 0-16,4 6 0 0,-3 12 0 16,-1 5 0-16,-2 14 0 15,8 4 0-15,3 14 0 16,3 9 0-16,6 3 0 0,0 10 0 15,10-1 0-15,7 9-11 16,3 0-59-16,8-10-16 16</inkml:trace>
  <inkml:trace contextRef="#ctx0" brushRef="#br0" timeOffset="54050.32">10076 12574 488 0,'0'0'3'15,"0"0"1"-15,-12-8 2 0,5 4 0 16,7 4-2-16,-18-10-4 16,18 10 0-16,-17-15 0 15,17 15 0-15,-8-15 0 0,8 15 0 16,8-10 0-16,7 7 0 16,5-1 0-16,2 2 0 15,3 2 0-15,2 0 0 16,-2 0 0-16,0 2 0 15,-8 2 0-15,-4 3 0 16,-6 4 0-16,-7 2 0 0,0-1 0 16,-4 0 0-16,-7 3 0 15,-1-3 0-15,0 4 0 16,-1-2 0-16,3-1 0 16,1 1 0-16,0-1 0 0,7-1 0 15,2-2 0-15,0 3 0 16,7-1 0-16,6-2 0 15,-1 0 0-15,9 2 0 0,1 1 0 16,-5-1 0-16,8 1 0 16,-5 0 0-16,-3 1 0 15,-4 0 0-15,-8 1 0 0,-5 0 0 16,-5 0 0-16,-10-2 0 16,-8 1 0-16,-3-3 0 15,-7-2 0-15,0-1 0 16,3-6 0-16,-7-4-34 15,3-8-52-15,14-8-4 0</inkml:trace>
  <inkml:trace contextRef="#ctx0" brushRef="#br0" timeOffset="54316.61">10493 12047 482 0,'0'0'2'16,"0"0"0"-16,11-3 0 15,-11 3 1-15,18 5 1 16,-4 5 1-16,11 9 0 0,-2 9 1 16,7 12-6-16,-1 4 0 15,4 13 0-15,-3 8 0 16,-5 9 0-16,-4 5 0 16,-5 6 0-16,-12 1 0 0,-6-1 0 15,-16-1 0-15,-3-3 0 16,-15-3 0-16,-4-12 0 15,1-5-10-15,2-5-75 0,-1-20-4 16</inkml:trace>
  <inkml:trace contextRef="#ctx0" brushRef="#br0" timeOffset="54800.21">11478 12237 478 0,'0'0'4'0,"0"0"2"0,0 0 0 16,0 0 0-16,0 0 1 15,0 4-3-15,-2 10-4 16,-1 3 0-16,3 8 0 16,-2 0 0-16,0 6 0 15,2 2 0-15,0-1 0 0,0-3 0 16,0 2-18-16,0 6-62 15,0-18-7-15</inkml:trace>
  <inkml:trace contextRef="#ctx0" brushRef="#br0" timeOffset="54968.25">11235 12416 492 0,'0'0'3'0,"0"0"0"16,0 0 0-16,9-10 2 0,4 5 0 15,-1-3-5-15,8 1 0 16,6-1 0-16,-2-1 0 16,10 4 0-16,-2-6-12 0,7 7-72 15,2-4-2-15</inkml:trace>
  <inkml:trace contextRef="#ctx0" brushRef="#br0" timeOffset="55300.26">12147 12009 502 0,'0'0'4'0,"0"0"1"16,0 0-5-16,0 0 0 15,0 0 0-15,-8 7 0 0,3 6 0 16,0 10 0-16,-5 6 0 16,0 6 0-16,-5 7 0 15,-5 5 0-15,-5 3 0 16,1-3 0-16,-6 0 0 0,3-5 0 15,-1 0 0-15,3-10 0 16,5-2 0-16,6-9 0 16,2-3 0-16,6-2 0 15,6-16 0-15,8 12 0 16,9-12 0-16,8 0 0 0,7-3 0 16,4-2 0-16,11-2 0 15,-1 0 0-15,4 0 0 16,-1-10 0-16,-11 6-80 0,9 1-9 15</inkml:trace>
  <inkml:trace contextRef="#ctx0" brushRef="#br0" timeOffset="55683.31">12492 12440 509 0,'0'0'2'0,"0"0"-2"0,-2-4 0 16,2 4 0-16,-3-18 0 16,3 8 0-16,0-2 0 15,0-3 0-15,7 3 0 0,3-1 0 16,6 6 0-16,0 2 0 16,5 5 0-16,1 0 0 15,-3 8 0-15,1 2 0 16,-7 6 0-16,-3 4 0 15,-5 4 0-15,-5 1 0 0,-5 6 0 16,-13-1 0-16,4-1 0 16,-11 0 0-16,2-4 0 15,1 0 0-15,3-2 0 16,1-9 0-16,6-1 0 0,3-3 0 16,9-10 0-16,0 0 0 15,18 5 0-15,5-5 0 16,4-10 0-16,10 5 0 15,-2-10-25-15,7 0-61 0,6-7-4 16</inkml:trace>
  <inkml:trace contextRef="#ctx0" brushRef="#br0" timeOffset="56083.38">13237 12106 479 0,'0'0'4'0,"0"0"0"16,0 0 1-16,0-12 0 0,0 12 0 16,-5-7 1-16,-5 1-3 15,-5 3-3-15,-2 3 0 16,-3 3 0-16,-2 7 0 0,-1 2 0 16,4 6 0-16,3 2 0 15,4 3 0-15,8-2 0 16,4 4 0-16,7-2 0 15,10-1 0-15,3 0 0 0,7 0 0 16,5-2 0-16,-2 0 0 16,5-3 0-16,-7-2 0 15,1-3 0-15,-6 1 0 16,-4-3 0-16,-8-2 0 16,-11-8 0-16,5 14 0 0,-5-14 0 15,-23 12 0-15,-1-5 0 16,1 2 0-16,-12-5 0 15,0 1 0-15,0-2 0 0,3-3 0 16,2 0-9 0,5 4-58-16,8-8-21 0,7-6-2 15</inkml:trace>
  <inkml:trace contextRef="#ctx0" brushRef="#br0" timeOffset="56266.99">13373 12240 485 0,'0'0'2'0,"0"0"1"16,0 0 1-16,0 0 1 0,11 12 0 16,-4-2 0-16,-2 3-3 15,2 3-2-15,2 2 0 16,0 5 0-16,1-3 0 16,5 1-20-16,0-1-63 0,-2-5-3 15</inkml:trace>
  <inkml:trace contextRef="#ctx0" brushRef="#br0" timeOffset="56633.4">13587 12284 469 0,'0'0'4'16,"0"0"0"-16,0 0-1 16,0 0 0-16,0 0 1 15,8 10-1-15,-8-10 1 0,8 20 0 16,-6-10-4-16,3 5 0 15,-3-2 0-15,3 1 0 16,-3-2 0-16,4-1 1 16,-3-2-1-16,-3-9 1 0,0 0 1 15,0 0 0-15,9 0 1 16,-1-7 1-16,-4-6-4 16,9-1 0-16,2-1 0 15,0-2 0-15,2-3 0 16,-2 2 0-16,5 6 0 0,-5-1 0 15,0 6 0-15,-2 7 0 16,-4 3 0-16,1 7 0 16,0 4 0-16,-2 4 0 0,1 2 0 15,2 2 0-15,-2-7 0 16,9 4-7-16,-3-6-20 16,-10-1-56-16,20-4-4 15</inkml:trace>
  <inkml:trace contextRef="#ctx0" brushRef="#br0" timeOffset="57234.45">14251 12024 376 0,'0'0'10'0,"0"0"2"15,0-8 3-15,0 8 2 16,0 0-1-16,0 0 1 0,0 0 1 15,0 0 0-15,-9 0-8 16,9 0-8-16,-16 16-2 16,9-1 0-16,0-3 0 15,1 3 0-15,1-2 0 16,3 1 0-16,2 1 0 0,-3 2 0 16,1 1 0-16,-1 2 0 15,-1 2 0-15,-4 0 0 16,3 3 0-16,-5 1 0 0,3 5 0 15,-4-4 0-15,4 1 0 16,5-4 0-16,-1-2 0 16,3-2 0-16,5-5 0 0,6-2 0 15,1-6 0-15,0-4 0 16,5-3 0-16,6-3 0 16,1-7 0-16,1-5 0 15,-2-2 0-15,2-5 0 16,-3-5 0-16,-2-1 0 0,-5-7 0 15,-5 1 0-15,-5-3 0 16,-3-2 0-16,-2-3 0 16,-5 6 0-16,-4 2 0 15,-5 4 0-15,0 5 0 0,-4 11 0 16,-1 6 0-16,-6 5 0 16,5 3 0-16,-3 11 0 15,1 0 0-15,5 9 0 16,2 5 0-16,5 0 0 0,2 2 0 15,8 3 0-15,0-4 0 16,8-1 0-16,9 3 0 16,4-8 0-16,9-3 0 0,2-7 0 15,10 5-25-15,-1-11-62 16,7 2-3-16</inkml:trace>
  <inkml:trace contextRef="#ctx0" brushRef="#br0" timeOffset="57616.14">14534 12309 461 0,'0'0'4'0,"0"0"3"16,-9 3 2-16,9-3 1 0,-13 0 1 16,13 0-2-16,-10 0-9 15,10 0 0-15,0 0 0 16,0 0 0-16,14-8 0 15,4 6 0-15,0-1 0 0,6 3 0 16,-1 0 0-16,-3 5 0 16,3 3 0-16,-9 4 0 15,0 1 0-15,-5 2 0 16,-7 2 0-16,-2 0 0 0,-7 5 0 16,-6-2 0-16,-2-1 0 15,-2 2 0-15,0 1 0 16,1-4 0-16,2-1 0 0,3-2 0 15,4-3 0 1,5-2 0-16,2-10 0 0,20 10 0 16,-1-8 0-16,9-2 0 15,6 0 0-15,11-2 0 0,2-1-41 16,10-9-46-16,3-4-4 16</inkml:trace>
  <inkml:trace contextRef="#ctx0" brushRef="#br0" timeOffset="58104.29">15585 12087 479 0,'0'0'5'0,"0"0"3"0,0-13 1 0,0 13 1 15,0 0-10-15,5-8 0 16,-5 8 0-16,0 8 0 15,0 9 0-15,-5 6 0 16,5 6 0-16,0 3 0 0,0 5 0 16,0-4 0-16,5 4 0 15,-3-7-30-15,-2-3-58 16,6-7-3-16</inkml:trace>
  <inkml:trace contextRef="#ctx0" brushRef="#br0" timeOffset="58282.47">15394 12258 493 0,'0'0'2'0,"0"0"0"0,0 0 1 15,7-13 1-15,4 5 0 16,6 4-1-16,5-4-3 16,6 1 0-16,6 1 0 0,3-3 0 15,14 3-28-15,11-1-55 16,-11 0-3-16</inkml:trace>
  <inkml:trace contextRef="#ctx0" brushRef="#br0" timeOffset="58633.26">16279 11883 470 0,'0'0'5'0,"0"0"3"15,0 0 0-15,0 0 2 0,0 0 0 16,0 0-10-16,0 7 0 15,0 6 0-15,-5 6 0 16,-3 6 0-16,-4 11 0 0,-1 0 0 16,-4 7 0-16,-6 1 0 15,-2 1 0-15,1-1 0 16,-4-4 0-16,4-9 0 16,1 0 0-16,6-6 0 15,2-8 0-15,5-3 0 0,8-3 0 16,2-11 0-16,9 7 0 15,12-7 0-15,11 0 0 16,3-2 0-16,9-3 0 16,6 0 0-16,5-2 0 0,-6-1 0 15,-1 1 0-15,-8 2 0 16,-11 0 0-16,1 2 0 16,-12 3-83-16,-18 0-7 0</inkml:trace>
  <inkml:trace contextRef="#ctx0" brushRef="#br0" timeOffset="58900.29">16798 12218 511 0,'0'0'0'0,"0"0"0"16,0 0 0-16,0 7 0 0,-3 8 0 15,-2 10 0-15,-2 9 0 16,0 11 0-16,2 12 0 16,-8 7 0-16,10 15 0 15,3 0-87-15,0 4-2 16</inkml:trace>
  <inkml:trace contextRef="#ctx0" brushRef="#br1" timeOffset="76083.28">14820 9019 233 0,'0'0'7'16,"0"0"2"-16,0 0 1 15,0 0 4-15,0 0 1 0,0 0 3 16,0 0 1-16,4 0 0 15,-4 0-4-15,16 3-1 16,-4-1-3-16,6 0-2 16,2 1-1-16,6 0-2 0,4-3-1 15,11 0-2-15,1 0 1 16,8 0-1-16,9 0-1 16,3-6 1-16,8 4-1 0,6-3-1 15,4 0 1-15,5 1-1 16,5-2 0-16,1 2 0 15,1-2 0-15,3 2-1 16,-3-1 2-16,2 0-2 16,0 0 0-16,-6 2 0 0,-2-1 0 15,-6 1 0-15,-6 3 1 16,-9-2-1-16,-5 2 0 16,-13 0 0-16,-8 0 0 15,-9 2 0-15,-10-2-1 0,-8 3 1 16,-1-1 0-16,-11-2 0 15,0 0-3-15,0 0-4 16,-3 6-9-16,3-6-40 16,-17 6-17-16,5-1-5 15</inkml:trace>
  <inkml:trace contextRef="#ctx0" brushRef="#br1" timeOffset="76833.13">14854 9203 253 0,'0'0'4'0,"0"0"2"0,0 0 0 16,0 0 2-16,0 0 1 15,0 0 2-15,11 0 0 0,0-3 3 16,5 2-3-16,1-3-1 15,6 0-1-15,9 1 0 16,5-3-1-16,11 5-2 0,7-2-1 16,3 0-1-1,10 2-1-15,6-5-2 0,6 4 0 16,2 2 0-16,10 0-1 16,-4 0 1-16,5 0-1 15,1 0 0-15,-2 0 1 16,3 0-1-16,-1 0 0 0,-4 0 0 15,-1 0 1-15,-2 0-1 16,-4 0 0-16,-7 0 0 16,-3 0 1-16,-11 0-1 0,-8 0 0 15,-11 0 0-15,-9 0 1 16,-11 2-1-16,-6-2 1 16,-5 3 0-16,-12-3 1 15,0 0 0-15,0 0 1 0,0 0 0 16,0 0-1-16,-2 10 1 15,2-10-1-15,-15 10-5 16,6-6-9-16,-2-4-37 16,1 8-22-16,-2-4-6 0</inkml:trace>
  <inkml:trace contextRef="#ctx0" brushRef="#br1" timeOffset="78634.95">15049 10538 120 0,'0'0'4'0,"0"0"5"0,-7-3 6 16,7 3 1-16,0 0 2 15,0 0 4-15,0 0 1 16,-9-4 0-16,9 4-2 16,0 0-5-16,0 0-3 0,0 0-2 15,0 0-1-15,0 0-3 16,0 0-1-16,0 0-1 16,0 0-1-16,0 0-1 15,0 0 0-15,0 0-1 0,0 0 1 16,0 0 0-16,0 0 0 15,11 0 0-15,1 0 0 16,6 0 1-16,8 0 0 16,2 0-2-16,6 0 0 15,7 0-1-15,2-3 0 0,8 0-1 16,4 2 1-16,5-2 1 16,-2 0-2-16,10-2 0 15,2 3 0-15,4-3 1 0,-2 2-1 16,10 1 0-16,-5 0 0 15,2-1 1-15,1 0-1 16,-6 3 0-16,2-2 1 16,-7 2-1-16,-2 0 1 0,-10 0-1 15,-2-3 1-15,-8 3-1 16,-5-2 1-16,-9-1 1 16,-6 3 0-16,-5-2 1 15,-4 2 0-15,-6 0 1 0,-4 0 0 16,-8 0 0-16,0 0 0 15,0 0 0-15,0 0-1 16,0 0-1-16,0 0-1 16,0 0 0-16,0 0-1 0,0 0-1 15,0 0 1-15,0 0-2 16,0 0-2-16,0 0-8 16,-5 2-18-16,-6 3-44 0,11-5-2 15</inkml:trace>
  <inkml:trace contextRef="#ctx0" brushRef="#br1" timeOffset="79616.58">15058 10694 146 0,'0'0'4'0,"0"0"5"0,0 0 2 0,0 0 0 15,0 0 2-15,0 0 0 0,0 0 1 16,0 0-1-16,0 0-3 15,0 0-3-15,16-5-1 16,-4 5 0-16,6 0 0 16,-1 0-1-16,10 0 2 0,0 0-2 15,15 0 1-15,-1-2-3 16,13 2 0-16,1-3-1 16,2 1 0-16,10-4-1 15,0 6 0-15,8-2 0 16,1 2 1-16,4-2 1 0,-1 2 0 15,1 0 1-15,-3 0 1 16,0 2 0-16,-3 0 1 16,-3-2 1-16,-7 3 1 0,-4 2 0 15,-9-5 1-15,-5 3-1 16,-7-3 0-16,-9 0 1 16,0 0 0-16,-15 0-1 15,-5 0 0-15,-10 0 0 0,12 0-1 16,-12 0-2-16,0 0 1 15,0 0-2-15,-12 0-2 16,12 0-3-16,-18 0-3 0,8 0-4 16,-5 0-11-1,3 0-31-15,-3 0-27 0,0 0-5 16</inkml:trace>
  <inkml:trace contextRef="#ctx0" brushRef="#br1" timeOffset="80966.75">8558 13119 273 0,'0'0'4'0,"0"0"0"0,0 0-1 16,0 0 2-16,0 0 3 15,0 0 0-15,0 0 2 16,5 3 1-16,-5-3-2 0,16 5 0 16,-4-3 2-16,3 1-1 15,4-1 0-15,9 1-1 16,2-1-1-16,9 0-1 16,6 1 0-16,4-3-3 15,9 0 0-15,4 0-1 0,5 0 0 16,6 0-2-16,3 0 1 15,2 0-2-15,0 0 1 16,5 0 0-16,2 0-1 16,-4 3 1-16,6-3-1 0,-2 2 1 15,-5 2-1-15,1 0 0 16,-3 0 0-16,-2-1 0 16,-6 4 0-16,-3-5 0 15,-7 6 1-15,-9-6-1 16,-5 4 0-16,-12-4 0 0,-6-2 0 15,-9 3 0-15,-6-1-1 16,-4-2-1-16,-9 0-5 0,0 0-9 16,0 0-37-16,-9 2-22 15,-6-2-5-15</inkml:trace>
  <inkml:trace contextRef="#ctx0" brushRef="#br1" timeOffset="81748.89">8678 13302 201 0,'0'0'5'16,"0"0"1"-16,0 0 3 16,0 0 3-16,0 0 4 0,7-7 0 15,3 5 3-15,5 2 1 16,5 0-5-16,7 0 1 16,10 0-2-16,3 2-3 15,13-2-2-15,1 2-2 0,8-2-2 16,6 3 0-16,6-1-2 15,-2-2 0-15,5 3 0 16,0 0-1-16,3-1-1 0,-4 0 0 16,2 4 1-16,-9 1-1 15,4-2 1-15,-9 2-1 16,1 3 0-16,-8-3 0 16,-8-2 1-16,-1 2-1 15,-6-1 1-15,-5-1-1 0,-5-3 1 16,-10 1 1-16,-1-1 1 15,-9-2 1-15,-5 3 1 16,-7-3 0-16,0 0 1 16,0 0-2-16,0 0 0 0,0 0-1 15,0 0-2-15,-7-5-4 16,-3 0-5-16,1 5-15 16,0 0-57-16,-5 0-2 15</inkml:trace>
  <inkml:trace contextRef="#ctx0" brushRef="#br1" timeOffset="84201.23">6675 9282 308 0,'0'0'5'0,"0"0"3"15,0 0 2-15,0 0 3 16,0 0 1-16,0 0 2 0,0 0 0 16,0 0-2-16,0 0-4 15,0 0-1-15,0 0-3 16,5 0 0-16,13 0-2 0,1-3 1 16,10 0 0-16,9 2 1 15,5-5 0-15,8 2-2 16,2-1 0-16,-1 0 0 15,-5 0-2-15,1 0-1 16,-11 3 0-16,-6-3 0 16,-7 2-1-16,-4 3 1 0,-6-3-1 15,-4 3 0-15,-10 0 1 16,11 0 0-16,-11 0 0 16,0 0 1-16,0 0 1 0,0 0 0 15,0 0-1-15,0 0 1 16,-11 6-1-16,11-6 0 15,-17 5-1-15,6-1-1 16,-1-1-4-16,3 4-9 0,-4 11-66 16,13-18-4-16</inkml:trace>
  <inkml:trace contextRef="#ctx0" brushRef="#br1" timeOffset="85119.9">6940 11189 301 0,'0'0'6'0,"0"0"2"0,-9 0 3 15,9 0 1-15,-10 0 3 16,10 0 3-16,-9-2 1 16,9 2 1-16,0 0-7 15,-13-5-3-15,13 5-2 0,0 0-1 16,4 0-2-16,12 0-1 15,9 0-2-15,1 0 0 16,15 0 1-16,5 0 1 0,7-3 1 16,4-1-1-16,5-3 0 15,-4-2 0-15,-5 5 0 16,-2-4 0-16,-6 4 0 16,-10 1 0-16,-6 0-2 0,-9 1 0 15,-5-1 0-15,-8 3 0 16,-7 0 0-16,0 0-2 15,0 0 0-15,0 0 0 16,0 0 0-16,10 0 0 16,-10 0 0-16,0 0 0 0,0 0 0 15,0 0 0-15,0 0 0 16,0 0-30-16,0 0-55 16,-6 0-3-16</inkml:trace>
  <inkml:trace contextRef="#ctx0" brushRef="#br2" timeOffset="-173013.39">14835 9099 180 0,'0'0'7'0,"0"0"2"15,-5-5 5-15,5 5 1 16,0 0 4-16,0 0 2 16,-10-3 0-16,10 3 2 15,0 0-4-15,0 0-4 16,-8 0-4-16,8 0-2 0,0 0-1 16,0 0-1-16,0 0 1 15,5 8-3-15,6-6-1 16,1-2 0-16,8 3 1 0,8-1-1 15,-4-2 0-15,10 0-2 16,7 2-1-16,3-2 0 16,4 0 0-16,1 0 0 15,6 0-1-15,0 3 1 0,2-3 0 16,-2 0-1-16,0 2 1 16,3-2-1-16,-5 3 0 15,-1-3-1-15,0 0 1 16,3 0-2-16,-5 0 0 0,-1 0 0 15,-4 0-1-15,2-3-1 16,0 1 1-16,-2-1-1 16,-2 1 1-16,1-3-2 15,-2 0 0-15,3 3-2 0,-3-4 0 16,3 2-1-16,-3 1 0 16,1-2-1-16,-1 0 0 15,-5 3 1-15,0 0 1 16,-12 2 1-16,2 0 1 0,-9 0 1 15,-1 0 0-15,-17 0 0 16,13 0 0-16,-13 0-3 16,0 0-3-16,0 0-7 15,0 7-17-15,0-7-25 0,0 0-3 16</inkml:trace>
  <inkml:trace contextRef="#ctx0" brushRef="#br2" timeOffset="-172096.74">14966 10585 91 0,'0'0'2'0,"8"-3"-2"16,5 3 1-16,4-2 0 16,10 0 0-16,10 2 0 15,11-3 0-15,7 0 1 16,12 3-1-16,7 0 0 0,6 0-1 15,7-2 2-15,7 2-2 16,8-2 0-16,10-1-2 16,-6 0 4-16,11-2-4 15,5 1 4-15,-5 1-2 0,5-1 0 16,-13 4 0-16,-10-3 0 16,-7 3 0-16,-12 0 0 15,-15 3-8-15,-6 7-26 16,-12-6-9-16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12:44.69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4183 12989 402 0,'0'0'6'0,"0"0"2"0,0 0 2 16,0 0 2-16,0 0 1 16,0 0 1-16,-2-8 1 15,2 8 1-15,-11-5-5 16,11 5-7-16,-10 0-4 0,10 0 0 15,-19 5 0-15,6 4 0 16,3 7 0-16,-3 0 0 16,0 5 0-16,5-2 0 15,0 6 0-15,3-5 0 0,5 2 0 16,2-4 0-16,9-8 0 16,1-1 0-16,6-6 0 15,-2-3 0-15,5-3 0 0,-2-6 0 16,1-1 0-16,-4-3 0 15,-2-5 0-15,-4 2 0 16,-2-1 0-16,-6-1 0 16,-2-2 0-16,-7 3 0 0,-8 1 0 15,3 4 0-15,-9 2 0 16,-1 6 0-16,-2 4 0 16,1 3 0-16,-4 5 0 15,4 7 0-15,0 6 0 0,7-1 0 16,-1 2 0-16,8 0 0 15,7-3 0-15,2 2 0 16,5-6 0-16,4-3 0 16,12-5 0-16,-1-7 0 15,2 0 0-15,3-7 0 0,0-4 0 16,-3-3 0-16,0-1 0 16,-4-5 0-16,-7 0 0 15,-2 2 0-15,-7-1 0 0,-2 2 0 16,-4 2 0-16,-7 6 0 15,-3-1 0-15,-7 4 0 16,5 6 0-16,-5 0 0 16,3 10 0-16,2 2 0 0,0 1 0 15,7 2 0-15,1 0 0 16,6-4 0-16,2 3 0 16,0-14 0-16,14 11 0 15,2-11 0-15,1 0 0 0,0-4 0 16,-5-3 0-16,4-4 0 15,-4 0 0-15,-5 0 0 16,-2-1 0-16,-5 5 0 16,0 7 0-16,-10-13 0 15,-2 10 0-15,3 3 0 0,-2 3 0 16,6 7-26-16,5-2-65 16,-5 2-3-16</inkml:trace>
  <inkml:trace contextRef="#ctx0" brushRef="#br0" timeOffset="2816.09">3955 8509 151 0,'0'0'8'0,"0"0"5"16,-4-12 3-16,4 12 5 15,0 0 1-15,0 0 2 16,0-13 2-16,0 13-1 0,0 0-5 16,0 0-7-16,0 0-2 15,0 0-4-15,0 0-2 16,0 0-1-16,6 0 1 0,1 0-1 16,5 0 0-16,1 0 3 15,4 0-2-15,6 0 1 16,2 0-1-16,2 0 0 15,3 0-1-15,3 0 0 0,-1 0-1 16,2-2 0-16,3 2 0 16,1 0-1-16,-1 0 1 15,5-3-1-15,0 3 1 16,6-3-1-16,-4 1 0 16,6 2 0-16,-1-2-1 0,4-1 1 15,2 2-1-15,0-3 0 16,2 2-1-16,-1-3 1 15,4 2-1-15,2 0 1 16,0-1-1-16,3 1 1 0,0 2-1 16,-6-2 0-16,6 0 0 15,-8 3 0-15,5-2 1 16,-3 2-1-16,1 0 0 0,2 0 0 16,3 0 0-16,-3 0 1 15,6 2-1-15,-6 1 0 16,5-3 1-16,-3 3-1 15,-2-2 1-15,1-1-1 16,-4 3 0-16,1 0 1 0,-3-3-1 16,5 1 0-16,-2-1 1 15,-4 0-1-15,1 0 0 0,1 0 0 16,2 0 0-16,-6 0 0 16,1 0 0-16,3-4 1 15,-2 4-1-15,3-4 0 16,-1 1 0-16,-3-2 1 15,5 0-1-15,-6 0 0 16,6 0 0-16,-6-2 0 0,-2-1 0 16,1 3 0-16,-2-2 0 15,0 2 0-15,-1-3 0 16,-4 3 0-16,2 0 0 0,-6 1 0 16,3 1 0-16,-5-3 0 15,-3 5 0-15,-3-5 0 16,-1 5 1-16,-4-2-1 15,-1 0 0-15,-3 1 1 0,0-3 0 16,-8 5 0-16,3-4-1 16,-6 4 1-16,-1 0-1 15,-3-1 1-15,-10 1-1 16,13 0 1-16,-13 0-1 0,0 0 0 16,0 0-1-16,0 0 1 15,0 0 0-15,0 0 0 16,0 0-1-16,2 7-3 15,-2-7-5-15,-2 11-16 16,2-4-52-16,0-7-1 0</inkml:trace>
  <inkml:trace contextRef="#ctx0" brushRef="#br0" timeOffset="5065.99">7781 8375 229 0,'0'0'5'0,"0"0"4"0,0 0 2 0,10-7 2 15,-10 7 3-15,15-8 1 16,-5 5 1-16,2-1 2 15,6 1-4-15,-2 2-2 16,5-2-3-16,-1 3 1 0,5-3-3 16,-1 3-2-16,-1 0 0 15,4 0-2-15,-2 6 1 16,-3-2-2-16,0 0 0 0,1 5 1 16,-5 0-3-16,3 1 0 15,-5-2 0-15,1 4 0 16,-2 3-1-16,-1-3 0 15,2 0 0-15,-4 4 0 0,6-2-2 16,-6 4 1-16,1-1-1 16,-1 0 0-16,-3 1 1 15,2-4-1-15,-4 4 0 0,0-1 0 16,-3-3 1-16,2 3 1 16,-4-6-1-16,2 4 1 15,-2 0-1-15,1-2 1 16,-3 2 0-16,0-3-1 15,0 1 0-15,0-2 1 16,-3 3-1-16,1-3 1 0,-2 2-1 16,2-1 0-16,0 1 1 15,-3-1-1-15,0 0 1 16,0 1-1-16,0 1 1 0,-5-1 0 16,3 2-1-16,-5-4 1 15,-1 6 0-15,1-3 0 16,-6 3 0-16,3 0-1 15,0-1 1-15,-2-3-1 0,2 5 1 16,-2-2-1-16,1-2 0 16,0 1 1-16,-2 0-1 15,3 0 0-15,-3-3 0 0,1 1 1 16,-3 4-2-16,3-4 0 16,-3-1 1-16,-2 1-1 15,4 1 1-15,-4 1-1 16,0-2 0-16,-1-1 0 15,2-2 1-15,0 2 0 0,-2-2 0 16,-2 2 0-16,0-2 0 16,4 1 0-16,-9-3 0 15,2 3 0-15,1-1 0 16,0 0 1-16,-1 0-1 16,-2-3 0-16,3 3 0 0,-3-2 0 15,6 1 0-15,-9 2 0 16,4-4 0-16,-1 3 0 15,-2-1 0-15,-2-1 0 16,2-1 0-16,-2 3 0 0,-1-2 0 16,0-1 0-16,1 1 0 15,-1-4 0-15,-6 2 0 0,4-2 0 16,0 2 0-16,-2-2 1 16,2-1-1-16,-4 2 0 15,4-3 0-15,-2 2 0 16,7 0 0-16,-5-2 0 15,1 0 0-15,1 1 0 0,1 0 0 16,-1-1 0-16,0 3 0 16,3-5 0-16,-3 2 0 15,1 1 0-15,-4 0 0 16,3-3 0-16,0 2 1 0,1-2-1 16,-3 0 0-16,2 2 0 15,-6-2 0-15,7 0 0 16,-3 3 0-16,0-3 0 15,0 0 0-15,-1 0 0 0,-2 0 0 16,5 0 0-16,-2 0 0 16,-3 0 0-16,0 2 0 15,-1-2 0-15,0 0 0 0,2 0-1 16,-3 3 1-16,-1 0 0 16,3-2 0-16,-4 2 0 15,4-3 0-15,0 4 0 16,1-4 0-16,-1 4 0 0,0-4 0 15,3 2 0-15,-1 1 0 16,-1-1 0-16,1-2 0 16,1 0 0-16,0 0 0 15,0 3 0-15,2-3 0 16,0 0 0-16,-2 0 0 0,4 0 0 16,1 0 0-16,2 3 0 15,0-3 0-15,-2 0 0 16,5 1 0-16,-1-1 0 15,4 0 0-15,-4 3 0 0,4 0 0 16,1-3 0-16,-2 1 0 16,4 2 0-16,0-3 0 15,1 3 1-15,3-3-1 0,-3 0 0 16,3 0 1-16,2 3-1 16,0-3 1-16,2 0-1 15,1 0 0-15,2 2 0 16,10-2-4-16,-10 0-5 15,10 0-11-15,-19 0-58 0,24-2-2 16</inkml:trace>
  <inkml:trace contextRef="#ctx0" brushRef="#br0" timeOffset="6449.85">7858 8343 219 0,'0'0'3'15,"0"0"4"-15,0 0-1 0,0 0 2 16,0 0 1-16,0 0 3 16,2 6 2-16,-2-6 3 15,13 0-3-15,-1 1 1 16,1-1 0-16,4 0 0 0,3 0 1 16,3 0-2-16,1 0-3 15,6 0-2-15,2 0-1 16,-2 0-1-16,4 0-2 15,2 0 0-15,1 0-1 0,0 0-1 16,5 0 0-16,-4 3-1 16,4 0-1-16,2-3 1 15,1 0-1-15,0 1-1 0,2 2 1 16,0 0 0-16,1 0-1 16,4-3 1-16,0 2-1 15,3 0 1-15,2 2-1 16,3-3 1-16,-1-1-1 15,3 3 1-15,1-3-1 16,1 2 1-16,-2 3-1 0,0-5 1 16,3 3-1-16,2-1 0 15,-3 1 1-15,3-3-1 16,-1 2 0-16,-2-2 0 0,5 2 0 16,-4-2 1-16,-1 0-1 15,1 3 0-15,-3-3 1 16,0 3-1-16,0-3 0 15,0 0 0-15,-2 0 0 0,2 0 1 16,-5 0-2-16,5-3 2 16,-2 0-1-16,2-1 0 15,-2 4 0-15,1-5 0 0,0 2 0 16,-4 0 0-16,5-1 0 16,-7 1 1-16,5 2-2 15,-4-3 1-15,-3 0 0 16,-1 4 0-16,-3-3 0 15,1 0 0-15,-6 3 0 16,-1-3 0-16,-3 3 0 0,-6 0 0 16,-1 0 0-16,-8 0 1 15,0 0-1-15,-5 0 0 16,-8 0 0-16,-2 0 1 0,-10 0 0 16,15 3 1-16,-15-3-1 15,0 0 1-15,0 0-1 16,0 0 1-16,0 0-1 15,0 0-3-15,-5 6-6 0,5-6-9 16,-18-3-59-16,9 3-3 16</inkml:trace>
  <inkml:trace contextRef="#ctx0" brushRef="#br0" timeOffset="8699.56">7736 9344 309 0,'0'0'5'0,"0"0"2"15,0 0 1-15,0 0 3 0,0 0 0 16,8-2 3-16,4-2 1 16,-2 3 2-16,3-4-6 15,3 2-1-15,5 3-1 16,4 0-2-16,-2-3-1 0,8 3-2 16,-4 0 0-16,9 0-2 15,-2 0 1-15,1 3-1 16,2 0 0-16,3-3 0 15,5 2 0-15,-1 1-1 0,4-2 1 16,-2-1 0-16,7 0-1 16,-3 4 0-16,4-4 0 15,1 0 0-15,2 2 0 0,0 0 0 16,5 1 0-16,1-3-1 16,1 2 0-16,1 1 1 15,1-1-1-15,-1 1 1 16,5 0-1-16,-3-3 0 15,3 1 1-15,-4 2-1 16,4-3 0-16,-7 0 1 0,4 0-1 16,-5 0 0-16,-5 0 1 15,-3 0-1-15,1 0 0 16,-5 0 0-16,-3-3 1 16,-2 3-1-16,-1-1 0 0,2 1 0 15,-2-3 0-15,3 0 0 16,0 3 1-16,1-2-1 15,-2-1 0-15,2 1 0 0,-4-1 1 16,2 1-1-16,-7 0 0 16,3-2 0-16,-5 0 0 15,4-1 1-15,-4 2-1 16,0 1 0-16,0 0 0 0,3-1 0 16,0 1 0-16,2-1 0 15,-2 1 1-15,4-1-1 16,-4 1 0-16,0-1 0 15,2 0 1-15,-2 1-1 16,0 0 0-16,-3-3 0 0,-1 2 0 16,2-1 1-16,-1 1-1 15,-5-3 0-15,4 5 0 16,-4-5 0-16,-2 2 0 16,0 1 0-16,2-2 1 0,-2 3-1 15,0-3 0-15,0 0 0 16,0 3 1-16,0-3-1 15,2-1 0-15,-4 2 1 0,3-2-1 16,-2 2 1-16,-4-4-1 16,3 3 1-16,-5-1-1 15,-1-2 1-15,2-1 1 0,-4 1 0 16,-2-5 0-16,-3 1 1 16,3 1 0-16,-4 1-1 15,1-5 1-15,-4 1 0 16,6 2-3-16,-8-1 0 0,3-2 0 15,-1 0 0-15,1-3 0 16,-2 6 0-16,-3-5 0 16,4 2 0-16,-4-2 0 15,0 2 0-15,1 0 0 16,-5 0 0-16,4-2 0 0,-5 0 0 16,3 2 0-16,-3-3 0 15,1 3 0-15,-1 1 0 16,-2 2 0-16,0-4 0 15,3 2 0-15,-3 1 0 0,0 1 0 16,0-2 0-16,0-3 0 16,-3 6 0-16,3-4 0 15,-5 0 0-15,5 0 0 16,-4 0 0-16,1 3 0 0,-2 0 0 16,1-1 0-16,1 1 0 15,-3 2 0-15,4 0 0 16,-3 2 0-16,0-2 0 0,3 0 0 15,-3 1 0-15,-3-2 0 16,5 2 0-16,-1-1 0 16,-4 0 0-16,4 0 0 15,-4 0 0-15,8 10 0 16,-15-17 0-16,15 17 0 0,-14-15 0 16,3 8 0-16,11 7 0 15,-17-13 0-15,17 13 0 16,-18-12 0-16,11 7 0 15,-2 0 0-15,-2-3 0 0,1 4 0 16,1-4 0-16,-7 1 0 16,7 4 0-16,-4-4 0 15,1 4 0-15,-3 2 0 0,2-5 0 16,1 4 0-16,-3-4 0 16,0 2 0-16,0-2 0 15,0 5 0-15,-2-5 0 16,2 4 0-16,-3-3 0 0,4 1 0 15,1 4 0-15,1-1 0 16,2 1 0-16,-3-3 0 16,13 3 0-16,-12 0 0 15,12 0 0-15,-9 0 0 0,9 0 0 16,0 0 0-16,0 0 0 16,0 0 0-16,0 0 0 15,0 0 0-15,0 0 0 16,0 0 0-16,-6 4 0 15,6-4 0-15,8 11-25 0,14-5-60 16,-12-5-2-16</inkml:trace>
  <inkml:trace contextRef="#ctx0" brushRef="#br0" timeOffset="10716.19">11920 8538 246 0,'0'0'7'0,"0"0"3"0,-9 0 2 16,9 0 5-16,0 0-1 16,-11 0 3-16,11 0-1 15,0 0 2-15,0 0-7 0,0 0-1 16,0 0-2-16,0 0-1 16,6 0 0-16,6 0-1 15,6 0 0-15,1 0 0 16,6 0 1-16,32 0 4 15,-32 0-7-15,7-4-1 16,-7 1-2-16,-1 1 1 16,-3-1-1-16,-6-1-1 15,-3 1 1-15,-2 1-1 0,-10 2 0 16,10-3-1-16,-10 3 0 16,0 0 0-16,0 0 0 15,0 0 0-15,0 0 0 16,0 0-2-16,-5 8 1 0,5-8-1 15,-12 12 1-15,4-2-1 16,1 0 1-16,1 4-1 16,2-1 1-16,-4 5 0 15,6-1 1-15,0 2-1 0,-1 1 0 16,3 0 1-16,0 2-1 16,0 0 1-16,3 2-1 15,-1-3 0-15,3 2 1 16,0-1-1-16,-1-2 0 0,-4 2 1 15,6-2-1-15,-3-3 0 16,-3 1 1-16,0 0-1 16,2-4 0-16,-2-2 0 0,0 1 1 15,0-4-1-15,0 1 0 16,0-10 0-16,0 15 1 16,0-15-1-16,0 0 0 15,-2 10 1-15,2-10-1 16,0 0 1-16,0 0 0 15,-9 7 0-15,9-7-1 0,-9 0 1 16,9 0 1-16,-15 0-2 16,2 0 0-16,1 0 0 15,-1 0 0-15,1 0 0 0,-2 0 0 16,-4 0 0-16,0-2 0 16,1 0 0-16,-1-1 0 15,-1 0 0-15,1 0 0 16,4 2 0-16,-4-2 0 0,6 0 0 15,2 3 0-15,2-4-5 16,8 4-6-16,-12-10-10 16,12 10-61-16,0-8-2 15</inkml:trace>
  <inkml:trace contextRef="#ctx0" brushRef="#br0" timeOffset="11834.05">12211 8450 182 0,'0'0'7'0,"0"0"2"0,0 0 3 0,0 0 1 16,-5 7 5-16,5-7 0 16,0 0 4-16,0 0 1 15,0 0-5-15,-8 7-3 0,8-7-1 16,0 0-3-16,0 0 1 16,0 0-1-16,0 0-2 15,5 8-1-15,3-8 1 16,7 0-1-16,0 0 0 15,2 2 0-15,6-2-2 0,-1 0-1 16,2 0-1-16,0 0 0 16,2 0-2-16,0 0 1 15,-4 0-1-15,-3 0 0 16,2 0 0-16,-7-2-1 0,-1 2 0 16,-6 0 1-16,-7 0-1 15,10 0 1-15,-10 0-1 16,0 0 1-16,0 0 1 0,0 4-1 15,0-4 0-15,-7 8 0 16,4 2-2-16,-2 3 1 16,1-1-1-16,-5 3-1 15,7 5 1-15,0 0-1 0,-3 2 1 16,2 0-1-16,3 3 2 16,0 0 0-16,0-3-1 15,3 3 1-15,2-3-1 16,-3 0 1-16,0-2-1 0,4 0 0 15,-3 2 1-15,-1-5-1 16,0 1 0-16,3 2 0 16,-2-8 1-16,-3 3-1 15,2 0 1-15,0-5-1 0,1 0 0 16,-3-1 1-16,0-1-1 16,0-8 0-16,0 17 1 15,0-17-1-15,0 10 0 16,0-10 0-16,0 11 1 0,0-11-1 15,0 0 0-15,0 0 1 16,-5 8-1-16,5-8 0 16,0 0 1-16,0 0-1 15,0 0 0-15,-10 11 1 16,10-11-1-16,0 0 0 0,0 0 1 16,0 0-1-16,-9 7 1 15,9-7-1-15,0 0 1 16,-11 5-1-16,11-5 1 0,-12 0-1 15,-1 2 1-15,-1-2 0 16,-2 0-1-16,0 0 0 16,-7 0 0-16,0 3 0 15,-3-3 1-15,-6 0-1 0,7 0 0 16,-5 3 0-16,2-3-1 16,6 0 2-16,1 2-1 15,7-2-1-15,4 0 0 16,10 0 0-16,-13 3 0 0,13-3-3 15,0 0-3-15,7 0-7 16,4 0-16-16,14 0-51 16,-13 0 0-16</inkml:trace>
  <inkml:trace contextRef="#ctx0" brushRef="#br0" timeOffset="13501.63">12428 8509 205 0,'0'0'7'0,"0"0"2"0,0-12 2 16,0 12 4-1,0 0 3-15,12-5 1 0,-12 5 3 16,17-3 2-16,-5 3-5 16,-2-2 0-16,1 2-1 15,-2-3-3-15,6 1-2 0,-2-8-1 16,1 2 0-16,2-2-4 16,0 0 0-16,-3-4-1 15,4 2 0-15,-2-6 0 16,-2 0-1-16,0-1 0 0,-4 2-1 15,1-5-1-15,-3 1 0 16,-1-1-1-16,-4 0 0 16,1 2-2-16,-3-2 0 15,0-2 0-15,0 0 1 0,0 2-2 16,0 0 0-16,0 0 0 16,0 0 0-16,0-2 0 15,0 8 0-15,0-1 0 16,0-3 0-16,0 4 0 0,0 0 0 15,0 1 0-15,0 2 0 16,0 1 0-16,0-1 0 16,0 1-2-16,0-1 2 15,2-1-1-15,1 4 1 0,-1-5-1 16,0 3 0-16,3-3 0 16,-2 3 1-16,2 2 0 15,-2-5 0-15,-1 7 1 16,3-1-1-16,-3 1 0 0,3-2 0 15,-5 10 0-15,10-15 0 16,-10 15 0-16,10-14 0 16,-10 14 0-16,11-14 0 15,-11 14 0-15,12-9 0 0,-12 9 0 16,0 0 0-16,7-10 0 16,-7 10 0-16,0 0-1 15,0 0 1-15,0 0 0 16,0 0-1-16,0 0 0 0,0 0 1 15,0 0-1-15,12 0 1 16,-12 0-1-16,0 0 1 16,11 3-1-16,-11-3 1 0,14 7 0 15,-14-7 0-15,15 9 0 16,-5-3 0-16,5-1 0 16,-3 0 0-16,6 2 0 15,0-2 0-15,1 1 0 16,6 0 0-16,0-1 0 15,7 3 1-15,-2-3-1 0,5 0 0 16,2 0 0-16,3 0 0 16,-1 0 0-16,1-3 1 15,3 1-1-15,1 1 0 0,-4 2 0 16,0-5 0-16,0 2 0 16,-8 3 1-16,0-4-1 15,0 4 0-15,-7-2 0 0,0-2 0 16,-5 0 0-16,-3 1-1 15,-2 0 1-15,-4-3 0 16,-11 0 0-16,12 3 0 16,-12-3-1-16,0 0 1 0,0 0-2 15,0 12-1-15,0-5-5 16,0-7-9-16,-12 22-64 16,1-7-3-16</inkml:trace>
  <inkml:trace contextRef="#ctx0" brushRef="#br0" timeOffset="14950.15">12487 9091 317 0,'0'0'7'0,"0"0"2"0,0 0 1 15,0 0 2-15,0 0 1 16,0 0 0-16,0 0 1 16,0 0 2-16,0 0-6 15,0 0-3-15,7 8-2 0,-7-8 0 16,10 19-2-16,-4-6 1 16,4 2-1-16,2 0-2 15,-5 2 0-15,6 0 0 16,-1 3 0-16,0-3 0 0,3 6 0 15,0-2 0-15,0 0 0 16,-3 1 0-16,4 1-1 16,-2-2 1-16,-1-1-1 15,-1-2 1-15,1-1-1 0,-3 1 0 16,-1-1 1-16,1-2-1 16,-2-1 1-16,-1 1-1 15,5 0 1-15,-3-1-1 16,0 0 0-16,-2-3 1 0,4 2-1 15,-4-1 0-15,0-1 0 16,1-1 0-16,-1-3 1 16,-7-7-1-16,15 15 0 15,-15-15 0-15,18 14 1 0,-18-14-1 16,14 11 0-16,-14-11 0 16,15 10 1-16,-15-10-1 15,15 7 0-15,-5-2 1 16,-10-5-1-16,13 5 0 0,-13-5 1 15,14 5-1-15,-14-5 0 16,13 5 1-16,-13-5-1 16,10 0 1-16,-10 0-1 15,20 0 1-15,-8 0-1 16,0-3 1-16,3-1-1 0,5-2 1 16,0 1-1-16,0-2 1 15,5 2-1-15,-5-5 1 16,2 2-1-16,-1 1 1 15,-2-6 0-15,1 4 0 0,0-3 0 16,-3-6 0-16,1 1 0 16,-1 0 0-16,5-4-1 15,1-1 1-15,-4 0-1 0,4-3 1 16,0 1-1-16,-1-1 1 16,0 5-1-16,-2-5 0 15,3 3 1-15,-4 0-1 16,1 2 0-16,-3-3 1 0,3 5-1 15,-2-1 0-15,-4 2 1 16,4 1 0-16,-3-2 0 16,3 0 0-16,-4 4 1 15,1-2 0-15,2 4-1 0,-1-3 1 16,-5 3 0-16,3 5-1 16,-2-1 0-16,-3 0 0 15,-9 8-1-15,13-4 0 16,-13 4 0-16,0 0 0 0,0 0 0 15,10-5 0-15,-10 5 0 16,10 0 0-16,-10 0 1 16,13-3-1-16,-13 3 1 15,16-5-1-15,-5 5 0 0,-1-3 0 16,-1 1 0-16,-3 2 0 16,4-2 0-16,-10 2 0 15,16-3 1-15,-16 3-2 16,14-5-1-16,-14 5-4 0,7-7-8 15,-7 7-25-15,7-6-43 16,-7 6 0-16</inkml:trace>
  <inkml:trace contextRef="#ctx0" brushRef="#br0" timeOffset="15733.07">13428 7766 272 0,'0'0'7'0,"0"0"0"16,0 0 2-16,0 0 2 15,0 0 1-15,5-3 3 16,-5 3 0-16,16 3 2 15,-4 5-4-15,1 1-1 0,3 7-2 16,7 3 0-16,5 6-1 16,4 2-1-1,2 6 0-15,1-4-2 16,2 3-1-16,1 1 1 0,2-2-1 16,-3-3-1-16,-3-3-1 15,-1-3 0-15,-3-3-1 16,2-1 1-16,-5-3-1 0,1-1 1 15,-3-7-1-15,-6 3 0 16,-1-2 0-16,-6-3 1 16,1-3 0-16,-13-2 2 15,14 3 0-15,-14-3-1 0,0 0 1 16,0 0-2-16,0 0-3 16,3-5 0-16,-3 5 0 15,0 0 0-15,-3-13 0 16,3 13 0-16,0 0 0 0,-9-7 0 15,9 7 0-15,0 0 0 16,0 0 0-16,-10-3 0 16,10 3 0-16,0 0-11 15,0 0-17-15,17 3-55 16,-17-3-3-16</inkml:trace>
  <inkml:trace contextRef="#ctx0" brushRef="#br0" timeOffset="17550.38">12874 8464 321 0,'0'0'7'0,"0"0"3"16,0 0 2-16,0 0 3 0,0 0-2 15,0 0 2-15,0 0-2 16,-7 8 1-16,2 7-8 16,0 5-3-16,-3 4-1 15,6 3-2-15,-3 11 1 0,0-3-1 16,5 2 1-16,-2 0 0 16,-1-3 1-16,3 3 0 15,0-1-1-15,-2-2 0 16,2-2 0-16,-2 0 0 0,-1-2 0 15,0-2 0-15,0-2-1 16,1-3 1-16,0-1-1 16,-1 1 0-16,3-6 1 15,0 0-1-15,-2 5-1 0,2-7 1 16,0 3-1-16,0-3 1 16,0 1 0-16,0 1-1 15,0-3 1-15,0 1 0 16,0 0 0-16,0-1 0 0,-3-2 0 15,3 4 0-15,0-4 0 16,0-2 0-16,0 0 0 16,0-1 1-16,0-9-1 15,5 16 0-15,-5-16 0 0,7 14 0 16,-7-14 1-16,11 10-1 16,-11-10 0-16,12 8 0 15,-12-8 0-15,13 7 0 16,-13-7 0-16,12 2 0 0,-12-2 0 15,10 3 0-15,-10-3 0 16,10 0 0-16,-10 0 0 16,8 2 0-16,-8-2 0 0,9 0 1 15,-9 0-1-15,10 0 0 16,-10 0 0-16,15 0 1 16,-8 0-1-16,6-2 0 15,-5-3 1-15,4 0-1 16,3 0 1-16,-1 0 0 15,0-5-1-15,2 3 0 0,0-4 1 16,-2 5-1-16,2-4 1 16,0 0-1-16,2-1 0 15,-3-1 1-15,3-1-1 0,-2 2 0 16,2-3 1-16,-3-2-1 16,2 1 1-16,1 0 0 15,-1-2-1-15,-4 0 1 0,2-3 0 16,-1 5 0-16,4-3 0 15,-6 1 0-15,1 0-1 16,-1 4 0-16,1-1 1 16,-1 1-1-16,3-2 0 15,0 3 0-15,-3-1 0 0,6 2 1 16,-6-2-1-16,3 1 0 16,-1 1 0-16,2 1 0 15,-2 3 0-15,2-1 0 16,-2 1 0-16,2 0 0 0,-2-1-1 15,4 4 1-15,-1-3 0 16,0 1 0-16,1 1 0 16,-1-1 0-16,3 2 0 15,-3 4 0-15,1 0 0 0,-1 0 0 16,3 3 0-16,-2 2 0 16,-1 2 0-16,-2 6 0 15,0-1 1-15,2 5-1 16,3-2 1-16,-5 0 0 0,5 5 0 15,-5-1-1-15,3-1 1 16,-4 2 0-16,1-3 0 16,-3 0 0-16,0-5 0 15,-3 4 0-15,-5-2 0 0,-4-1 0 16,0-1 0-16,0-4 0 16,-2 2 1-16,2-10-3 15,-11 17-3-15,11-17-7 0,-14 21-43 16,14-21-25-16,-13 0-4 15</inkml:trace>
  <inkml:trace contextRef="#ctx0" brushRef="#br0" timeOffset="18467.55">12805 8482 236 0,'0'0'8'0,"0"0"5"15,0-10 3-15,0 10 3 0,0 0 1 16,0 0 1-16,0 0 0 16,0 0 2-16,7-3-6 15,-7 3-6-15,3 10-4 0,-1 0-2 16,0 5-2-16,1 3 1 16,0 1-2-16,0-2 0 15,-1 6-2-15,0-3 0 16,-2 0 2-16,3-3-1 0,-3 0 0 15,0-2 1-15,0 0-1 16,-5 0 0-16,3 0 1 16,-7-4 0-16,2 6-1 15,0-6 0-15,-3-1 0 0,5 2 0 16,-5-1 0-16,3-2 0 16,2 1-1-16,-3 0 0 15,3-2 1-15,0 1-1 16,5-9 1-16,-12 16 0 0,12-16 0 15,-15 14 0-15,15-14 0 16,-15 13 0-16,5-11 0 16,10-2 0-16,-17 4 0 15,6-4 0-15,2 0 0 0,-3 0 0 16,2-1 1-16,-1-4-1 16,-1-3 0-16,5 1 1 15,-6-3 0-15,3 2 0 16,3-2 0-16,-3-2 0 15,2 3 1-15,-1-7 0 0,1 2 1 16,0 1-1-16,4-2 0 16,-1 4 0-16,0-3-1 15,3 4 1-15,-4 1-1 0,6 9-1 16,-8-13 0-16,8 13-1 16,0 0 0-16,0 0 1 15,0-9-1-15,0 9-1 16,0 0 0-16,0 0-3 0,0-8-3 15,0 8-3-15,4-10-6 16,-4 10-16-16,29-13-50 16,-19 6-1-16</inkml:trace>
  <inkml:trace contextRef="#ctx0" brushRef="#br0" timeOffset="19933.13">12857 8512 163 0,'0'0'7'0,"0"0"5"16,-5-8 6-16,5 8 4 15,0 0 2-15,0 0 2 0,0 0 2 16,-10-10-1-16,10 10-5 16,0 0-5-16,0 0-4 15,0 0-2-15,0 0-4 16,0 0-1-16,-10-7-1 0,10 7-1 16,-2-8 0-16,2 8 0 15,0-11 0-15,0 11 0 16,0-17 0-16,0 9 0 15,0-3 0-15,2 4 0 16,-2-3-1-16,5 0 1 0,-5 0-1 16,5 3-1-16,-3-3 0 15,1 2 0-15,-1-2-1 16,4 3 0-16,-6 7 0 16,4-17 1-16,-1 9-1 0,2-2 0 15,-3 0 0-15,1 3 1 16,-1-6-1-16,-2 4 0 15,3-1 0-15,1-3 1 0,-4 1-1 16,3 2 0-16,-3-2 0 16,3-1 0-16,0 3-1 15,-1 0 1-15,1-3-1 16,1 5 0-16,-1 0 0 0,-1-2 0 16,-2 10 0-16,5-15 0 15,-5 15 0-15,8-13 0 16,-8 13 0-16,5-12 0 0,-5 12 0 15,10-11 0-15,-10 11-1 16,4-17 1-16,-4 17 0 16,8-14 0-16,-8 14 0 15,8-15-1-15,-8 15 1 16,9-15 0-16,-9 15-1 0,18-10 1 16,-18 10 0-16,15-12-1 15,-8 7 1-15,4 2 0 16,1-1-1-16,-3 1 1 15,2-1 0-15,1 1 0 0,-3 0-1 16,4 3 1-16,-1-3 0 16,1 3 0-16,-3 0 0 15,2 0 0-15,-1 0 0 0,1 0 0 16,-3 0-1-16,4 0 1 16,-3 3 0-16,0 0 0 15,3 2 0-15,-4-3 0 16,7 5 0-16,-4-4 0 0,-3 4 0 15,4-1 0-15,-3 1 0 16,2-2 0-16,1 2 0 16,-3-1 0-16,-3 1 0 15,-7-7 0-15,15 15 0 16,-5-8 0-16,-3 3 1 0,4-3-1 16,-2 3 0-16,1-2 1 15,1 1-1-15,-2 1 1 16,1-2-1-16,0 2 1 15,2 1-1-15,-2-3 0 0,1-1 0 16,-2 3 0-16,1-2 1 16,0-1-1-16,0 1 0 15,0 2 1-15,0-3-1 0,0 1 0 16,0 0 0-16,-2-1 1 16,1 3-1-16,-1 0 0 15,2-3 1-15,0 0-1 16,-1 1 0-16,-1 2 0 0,2-3 1 15,0 3-1-15,2 0 0 16,1-2 1-16,-3 2-1 16,3 0 0-16,-1-3 1 15,0 0-1-15,1 1 1 0,-2-1-1 16,3-2 0-16,0 0 1 16,-2 0-1-16,4-2 1 15,-4 1-1-15,2-4 1 16,1 3-1-16,3-3 0 15,-3 0 1-15,2 0-1 0,1 0 0 16,-3 0 1-16,-3-5-1 16,3 5 0-16,0-5 0 15,0 0 0-15,-3 3 0 0,1-3 0 16,-1-3 0-16,4 3 0 16,-2 0 0-16,-2 1 0 15,6-5 0-15,-4 2 0 16,-1 3 0-16,-1-6 0 0,-1 5 1 15,-4-5-1-15,-7 10 0 16,12-15 1-16,-12 15 0 16,2-18 0-16,-2 11 0 15,0-2 0-15,0-1 1 0,0 10 0 16,-5-15-1-16,5 15 1 16,-9-13-1-16,9 13 0 15,0 0 0-15,-10-5-1 16,10 5-2-16,0 0-6 0,-13 3-11 15,13-3-62-15,-2 15-3 16</inkml:trace>
  <inkml:trace contextRef="#ctx0" brushRef="#br0" timeOffset="20066.74">13996 8287 394 0,'0'0'2'0,"0"0"-1"16,0 0-8-16,0 0-13 15,0 0-48-15,0 0-4 16</inkml:trace>
  <inkml:trace contextRef="#ctx0" brushRef="#br0" timeOffset="21116.35">12681 8682 428 0,'0'0'6'0,"0"0"2"0,0 0 2 16,0 0 0-16,-3-10 1 16,3 10 0-16,0 0 1 15,0 0 0-15,0 0-9 16,-10 0-3-16,10 0 0 15,0 0 0-15,0 0 0 0,0 0 0 16,0 0 0-16,0 0 0 16,0 0 0-16,0 0-21 15,0 0-62-15,0 0-3 16</inkml:trace>
  <inkml:trace contextRef="#ctx0" brushRef="#br0" timeOffset="23133.41">13645 9200 223 0,'0'0'5'0,"0"0"0"0,0 0 3 15,0 0 3-15,0 0 3 16,4 0 3-16,-4 0 3 15,13 0 1-15,-3 0-4 0,2 0 0 16,3-1 0-16,6-7-2 16,0 2-4-16,0-4-1 15,1 1 0-15,2-4 0 0,1 1-1 16,-2-3 1-16,0 2 0 16,-7-4-1-16,2 5 0 15,-3-1-1-15,-7 4-1 16,-1-2-1-16,-7 2-1 0,0 9-1 15,0-13-1-15,0 13-3 16,-7-7 0-16,7 7 0 16,-16 0 0-16,7 0 0 15,2 2 0-15,7-2 0 0,-18 15 0 16,8-10-11-16,10-5-70 16,-5 15-4-16</inkml:trace>
  <inkml:trace contextRef="#ctx0" brushRef="#br0" timeOffset="24800.48">7795 8772 334 0,'0'0'9'0,"0"0"4"16,0-13 5-16,0 13 2 15,0-15 1-15,-2 6 0 16,-3 0 2-16,-2 1-1 16,-4 5-8-16,-2-2-5 0,-3 5-2 15,-4 8-7-15,-2 0 0 16,-1 9 0-16,4 2 0 16,3 1 0-16,4 4 0 0,5-1 0 15,7-3 0-15,5-3 0 16,5-5 0-16,5-2 0 15,7-5 0-15,0-5 0 16,6-5 0-16,-3-5 0 16,-6-2 0-16,1-8 0 15,-8-2 0-15,-1-3 0 0,-11 0 0 16,0 2 0-16,-13 4 0 16,-9 2 0-16,-5 7 0 15,-3 10 0-15,-2 10 0 16,-3 1 0-16,7 20-76 0,11 4-13 15</inkml:trace>
  <inkml:trace contextRef="#ctx0" brushRef="#br0" timeOffset="25666.35">11533 8788 366 0,'0'0'10'0,"0"0"2"0,-4-14 2 16,4 14 2-16,-9-12 1 0,9 12 0 15,-10-18 2-15,1 11-1 16,9 7-7-16,-20-8-4 16,10 8-3-16,-1 3-4 0,-1 8 0 15,3 0 0-15,1 4 0 16,-1 3 0-16,9 1 0 16,0 1 0-16,0-3 0 15,11 1 0-15,2-5 0 0,4-6 0 16,3-6 0-16,5-1 0 15,-6 0 0-15,6-8 0 16,-4-5 0-16,1-5 0 16,-7-1 0-16,-2-4 0 0,-9-2 0 15,-4 0 0-15,-4 6 0 16,-12-1 0-16,-6 8 0 16,-6 7 0-16,4 7 0 15,-8 6 0-15,-6 13-72 16,23 7-17-16</inkml:trace>
  <inkml:trace contextRef="#ctx0" brushRef="#br0" timeOffset="27983.03">4144 9174 362 0,'0'0'8'0,"0"0"1"0,-5-11 3 16,5 11 1-16,-9-7 2 15,9 7 1-15,-9-7 0 0,9 7-1 16,-12-3-5-16,12 3-3 16,-13 3-3-16,13-3-2 15,-12 17-1-15,9-8-1 16,-2 4 0-16,2-2-1 0,3-3 1 15,0 3 0-15,0-11 0 16,11 10 1-16,-3-8 0 16,9-2 1-16,-3 0 1 15,2-8 0-15,-2-1 2 0,1-4 0 16,-2 1-3-16,-1-5-2 16,-8-1 0-16,-4 3 0 15,0-2 0-15,-9 7 0 16,-6 0 0-16,-5 5 0 15,-3 5 0-15,2 3 0 0,1 9 0 16,-3 1 0-16,9 4 0 16,-2-2 0-16,11 4 0 15,5-3 0-15,0-7 0 0,10-2 0 16,5-1 0-16,8-6 0 16,-4-3 0-16,4-2 0 15,-3-5 0-15,-3 0 0 16,-5-1 0-16,-4-6 0 0,-8 9 0 15,-10 8 0-15,-5 0 0 16,-8 0 0-16,2 14 0 16,-7-2-30-16,8 6-56 0,2 2-4 15</inkml:trace>
  <inkml:trace contextRef="#ctx0" brushRef="#br1" timeOffset="33415.97">4220 13059 200 0,'0'0'1'0,"0"0"0"15,0 0 2-15,0 0 3 16,0 0 3-16,0 0 3 0,0 0 1 15,0 0 0-15,0 0 0 16,0 0-1-16,0 0-3 16,0 0-1-16,0 0-5 15,0 0-3-15,0 0 0 0,0 0-1 16,0 0-1-16,0 0 1 16,0 0-1-16,0 0-8 15,0 0-10-15,0 0-14 0,0 0-27 16,0 0-5-16</inkml:trace>
  <inkml:trace contextRef="#ctx0" brushRef="#br1" timeOffset="35167.26">4049 10949 253 0,'0'0'5'0,"0"0"5"16,0 0 3-16,-2 8 2 15,2-8 2-15,0 0 1 0,0 10 0 16,0-10 1-16,0 0-3 16,-4 14-5-16,4-14-2 15,-4 20-1-15,4-7-2 0,0 1-1 16,-3 4 1-16,3 1-2 15,0-2 1-15,0 7-1 16,3-2-2-16,-1 0 1 16,0 0-2-16,4 0 1 15,-3 3-1-15,-1-2 0 0,0-1 0 16,3 3 0-16,-2-3 0 16,-3 0 0-16,2 2 0 15,-2 1 0-15,0 1 0 0,0-1 1 16,-2 1-1-16,-1-1 1 15,1 0-1-15,-1-3 1 16,-1 0 0-16,4 1 0 16,0-3-1-16,0-1-1 15,0 1 1-15,0-2 0 0,0 1-1 16,0 2 0-16,0-2 0 16,2-2 1-16,0 3-1 15,-2 0 1-15,0-2-1 0,3 1 1 16,-3 1-1-16,2-3 1 15,-2 1-1-15,0-1 1 16,3 1-1-16,-3 1 1 16,0-1-1-16,2-6 0 0,-2 5 0 15,2-3 1-15,-2 1-1 16,0-2 0-16,3 2 0 16,-1-2 0-16,1 2 1 15,-3-3-1-15,0 3 0 0,0-2 0 16,0 1 1-16,0 3 0 15,0 1 0-15,0-3 0 16,0 5 1-16,0-2-1 16,0 1 1-16,-3 1-1 15,1-3-1-15,2 0 1 0,0 3-1 16,0-3 1-16,-3 0-1 16,3 1 1-16,0 0-1 15,0 1 1-15,-2-1 1 0,0 7-1 16,2-3 0-16,-3 0 1 15,1 3-1-15,-1 0 0 16,3 0 0-16,-2-4 0 16,0 7 0-16,2-3-1 0,0-1 1 15,0 1-1-15,-3 0 1 16,1 2-1-16,2-7 0 16,0 5 0-16,0-3 2 15,0-2-2-15,0 0 0 0,0-1 0 16,0 1 0-16,0-5 0 15,0 2 0-15,0 0 0 16,0-1 0-16,0-4 0 16,0 3 0-16,0-3 0 15,0 1 0-15,0-3 0 0,0-1 0 16,0-9 0-16,-4 16-6 16,4-16 0-16,-2 9-3 15,2-9-6-15,0 0-15 16,0-5-54-16,0-8 0 0</inkml:trace>
  <inkml:trace contextRef="#ctx0" brushRef="#br1" timeOffset="36136.56">4109 11061 201 0,'0'0'8'0,"0"0"4"0,0 0 5 15,0-8 4-15,0 8 4 16,0 0 1-16,0 0 1 0,-4-12-1 15,4 12-4-15,0 0-5 16,0 7-3-16,0 6-4 16,0 1-1-16,0 6-2 15,0 10 0-15,6 4 1 0,-1 4-1 16,0 4 1-16,0 6-2 16,2-2-2-16,1 3 1 15,-3 2-2-15,0-2 0 16,0 0-2-16,-3 1 1 15,0 0-2-15,1-3 1 0,-3 0-1 16,0 0 0-16,2 0 0 16,-2-2 0-16,0-1 1 15,0 3-1-15,0-2 1 0,0-6 0 16,0 6 0-16,-5-6 0 16,3 3 0-16,-3-4 0 15,0-1 0-15,1-2 0 16,1-3 0-16,1 0 1 0,-2-5 0 15,4 0-2-15,0-2 0 16,0 0 0-16,0 0 0 16,0 0 0-16,4-3 0 15,-2 3 0-15,1-3 0 0,-1 3 0 16,0-1 0-16,1 1 0 16,-1 0 0-16,1 0 0 15,-3 0 0-15,2-1 0 16,-2 3 0-16,0-2 0 0,0 0 0 15,0 0 0-15,2-3 0 16,-2 3 0-16,0-3 0 16,0-2 0-16,0 0 0 0,3-2 0 15,-3-4 0-15,0 4 0 16,0-4 0-16,0 1 0 16,0-5 0-16,0 2 0 15,0-1 0-15,0-4 0 0,0-7 0 16,-3 12 0-16,3-12 0 15,-2 13 0-15,2-13 0 16,-5 10 0-16,5-10 0 16,-5 9 0-16,5-9 0 15,0 0-6-15,-13 3-16 0,13-3-41 16,-5-15-23-16,1 2-4 16</inkml:trace>
  <inkml:trace contextRef="#ctx0" brushRef="#br1" timeOffset="37169.39">4089 10949 361 0,'0'0'8'0,"0"0"3"0,0 0 3 16,0 0 1-16,0 0 2 0,-5-5-1 15,5 5 1-15,0 0-1 16,-11 13-6-16,6 1-4 16,-4 9-1-16,-1 1-1 15,-3 9-2-15,1-2 1 0,-3 12 0 16,-2-6 0-16,4 2-3 16,-2-1 0-16,6-6 0 15,-4-2 0-15,6-5 0 16,-3-4 0-16,4-4 0 15,1-6 0-15,5-11 0 0,-4 12 0 16,4-12 0-16,0 0 0 16,0 0 0-16,0-7 0 15,0-5 0-15,2-6 0 0,5-1 0 16,1-6 0-16,2-3 0 16,0-1 0-16,2-1 0 15,3-2 0-15,3 0 0 0,-4 5 0 16,4-1 0-16,-1 3 0 15,-2 3 0-15,-3 5 0 16,1-1 0-16,-5 6 0 16,-1 2 0-16,-7 10 0 15,7-15 0-15,-7 15 0 0,2-10 0 16,-2 10 0-16,0 0 0 16,0-7 0-16,0 7 0 15,0 0 0-15,0 0 0 16,0 0 0-16,0 0 0 0,0 0 0 15,0 0 0-15,0 0 0 16,0 14 0-16,0 2 0 16,4 4 0-16,3 2 0 15,0 7 0-15,5 4 0 16,1 1 0-16,-1-1 0 0,9 1 0 16,-7-1 0-16,1-3 0 15,0-3 0-15,0-2 0 0,0-3 0 16,-5-2 0-16,2-6 0 15,-4-2 0-15,0-1 0 16,-8-11 0-16,12 12 0 16,-12-12 0-16,0 0 0 0,0 0 0 15,0 0 0-15,0 0 0 16,0 0 0-16,0 0 0 16,0 0 0-16,0 0 0 15,0 0 0-15,0 0 0 16,-7-2 0-16,7 2-75 0,-11-10-20 15</inkml:trace>
  <inkml:trace contextRef="#ctx0" brushRef="#br1" timeOffset="38333.73">4307 10831 368 0,'0'0'6'0,"0"0"5"0,0 0 1 16,0 0 0-16,0 0 2 16,0 0 1-16,-9-7-2 15,9 7 3-15,0 0-5 0,9 0-3 16,-2 0-2-16,9 0-1 15,1 0 0-15,3-4 1 16,5 2-3-16,0-1-3 0,5 2 0 16,-6-6 0-16,6 6 0 15,-8-5 0-15,1 2 0 16,-4 1 0-16,-3-1 0 16,-4 1 0-16,-8 3 0 15,-4 0 0-15,11-3 0 16,-11 3 0-16,0 0 0 0,0 13 0 15,-7-3 0-15,-1 4 0 16,-2-2 0-16,-5 11 0 16,-5-2 0-16,0 4 0 0,-3 0 0 15,-1 3 0-15,-1-1 0 16,-4-2 0-16,4 0 0 16,4-5 0-16,2 0 0 15,4-9 0-15,3 5 0 16,2-7 0-16,10-9 0 0,-3 13 0 15,3-13 0-15,8 5 0 16,1-2 0-16,9-3 0 16,1 0 0-16,2-6 0 0,4 2 0 15,5-2 0-15,-3 0 0 16,3-2 0-16,2 0 0 16,0 0 0-16,-2 4 0 15,3-3 0-15,-4 4 0 0,4-1 0 16,-9 4 0-16,1-3 0 15,-5 0 0-15,-3 3 0 16,-4 0 0-16,-4 0 0 16,-9 0 0-16,11 0 0 0,-11 0 0 15,0 0 0-15,0 0 0 16,0 0 0-16,0 0 0 16,0 0 0-16,0 0 0 15,0 0 0-15,-8 7 0 0,8-7 0 16,-10 3 0-16,10-3 0 15,-12 3 0-15,12-3 0 16,-13 2 0-16,13-2-73 16,-2 9-21-16</inkml:trace>
  <inkml:trace contextRef="#ctx0" brushRef="#br1" timeOffset="38949.67">4956 10918 403 0,'0'0'6'0,"0"0"3"15,0 0 1-15,-8-9 1 16,8 9 1-16,-10-2 0 16,10 2 1-16,-15 0-1 15,6 5-6-15,1 5-2 0,-2 5-2 16,5-1-2-16,0 6 1 16,5 1 0-16,0-1 1 15,5-1-1-15,10-2 0 0,0-1 1 16,5-7-1-16,2-4 1 15,5-1-2-15,1-4 0 16,-1 0 0-16,1-7 0 16,-3-3 0-16,-4 1 0 15,-5-8 0-15,-4-1 0 0,-7-2 0 16,-5 0 0-16,-5 1 0 16,-10-4 0-16,-3 8 0 15,-4 3 0-15,-5 4 0 0,-2 5 0 16,1 6 0-16,1 7 0 15,2 10 0-15,0 17-66 16,17-16-23-16</inkml:trace>
  <inkml:trace contextRef="#ctx0" brushRef="#br1" timeOffset="40715.92">4130 13091 214 0,'0'0'7'0,"0"0"4"0,0 0 3 16,0 0 3-16,0 0 3 15,0 0 1-15,-9-1 2 0,9 1 0 16,0 0-4-16,-10-3-4 16,10 3-5-16,0 0-2 15,0 0-1-15,0 0-2 0,0 0-1 16,7 0-1-16,1 0 0 15,1 0 0-15,7 0 1 16,1 0 1-16,3 0-1 0,2 0 0 16,1 0-1-16,1 0 0 15,-1 3 0-15,2-3-1 16,0 1 0-16,0-1-1 16,-1 3-1-16,-1 0 0 15,4 0 1-15,0-1-1 0,3 0 0 16,-2 3 1-16,4-2-1 15,3-3 1-15,-3 2-1 16,5 0 1-16,-2-2-1 16,2 0 0-16,3 0 0 15,0 0 1-15,-1-2-1 0,6 0 0 16,-5-1 0-16,3-2 0 16,3 1 1-16,-4-2-1 15,6 3 0-15,-6-1 1 0,3 1-1 16,2-1 0-16,-4-1 0 15,-2 5 1-15,1-3-1 16,1 3 0-16,-1 0 0 16,-3 0 0-16,2 0 0 0,-2 0 1 15,6 0-1-15,-2 0 0 16,-4 0 0-16,3-3 0 16,1 3 0-16,-1-3 1 15,3 2-1-15,-1-5 0 0,4 5 0 16,-4-2 0-16,6-2 0 15,-3 2 0-15,1 1 0 16,-2 0 1-16,2-1-1 16,-1 3 0-16,-2 0 0 0,-1-3 0 15,1 3 0-15,0 0 0 16,0 0 0-16,-1 0 0 16,1 0 0-16,-3 0 0 15,0-2 0-15,-1 2 0 0,1 0 0 16,-5 0 1-16,-5 0-1 15,3 0 0-15,-6 0 0 16,-1-2 0-16,-6 2 0 0,1 0 1 16,-6 0 0-16,-4 0-1 15,-3 0 2-15,-10 0-1 16,9 0 1-16,-9 0-1 16,0 0 1-16,0 0 0 15,0 0 0-15,0 0-1 0,0 0 0 16,0 0 0-16,0 0 0 15,0 0-3-15,0 0-1 16,0 0-6-16,0 0-10 16,0 0-62-16,-5-5-1 0</inkml:trace>
  <inkml:trace contextRef="#ctx0" brushRef="#br1" timeOffset="41618.25">6836 12844 383 0,'0'0'5'0,"0"0"3"0,0 0 2 15,0 0 0-15,0 0 1 0,0 0 0 16,0 5-1-16,0-5 2 15,0 0-5-15,12 15-1 16,4-7-2-16,2 4-1 16,5-2 1-16,5 2 0 0,0 1-1 15,6-4 0-15,-4 4 0 16,0-8-2-16,-3 5 1 16,-4-5-1-16,-6 2 0 15,-4-3 0-15,-2 2 0 0,-11-6 1 16,8 8 0-16,-8-8 1 15,0 14-3-15,-8-4 0 16,-3 2 0-16,-7 3 0 0,-5 3 0 16,-1 2 0-16,-8 2 0 15,2 0 0-15,-4 3 0 16,4-3 0-16,-2 1 0 16,2-1 0-16,2-5 0 15,6-2 0-15,6 0 0 0,2-5 0 16,2 0 0-16,1-8 0 15,11-2 0-15,-9 10 0 16,9-10 0-16,0 0 0 16,0 0 0-16,0 0 0 0,0 0-4 15,0 0-10-15,0 0-17 16,0 0-55-16,9 3-2 16</inkml:trace>
  <inkml:trace contextRef="#ctx0" brushRef="#br1" timeOffset="42049.78">7634 12916 482 0,'0'0'4'0,"0"0"2"15,0 0 0-15,0 0 0 16,0 0 1-16,-5 12-7 0,-4 1 0 15,-4 2 0-15,-4 5 0 16,-3 4 0-16,-4 1 0 16,0 8 0-16,0-4 0 0,-1 0 0 15,-3 2 0-15,6-7 0 16,-1-1 0-16,4-3 0 16,-1-4 0-16,5 0 0 15,0-9-6-15,5 1-14 0,1-4-22 16,-9-1-46-16,18-3 0 15</inkml:trace>
  <inkml:trace contextRef="#ctx0" brushRef="#br1" timeOffset="42483.54">7356 12968 430 0,'0'0'6'0,"0"0"2"15,-2-10 2-15,2 10 2 16,0 0 1-16,-8-12 0 16,8 12 0-16,0 0-7 15,0 0-6-15,0 0 0 0,0 18 0 16,5-1 0-16,7 5 0 16,4 3 0-16,3 5 0 15,3-1 0-15,6 3 0 16,2-2 0-16,0 2 0 15,-1-5 0-15,-1-2 0 0,-3 0 0 16,-1-5 0-16,-6-3 0 16,0-2 0-16,-6-3 0 15,-3-4 0-15,-9-8 0 0,11 10 0 16,-11-10 0-16,0 0 0 16,0 0 0-16,0 0 0 15,0 0 0-15,0 0 0 0,0 0 0 16,0 0 0-16,0 0 0 15,0 0 0-15,0 0 0 16,0 0 0-16,0 0 0 16,0 0 0-16,0 0 0 0,0-10-63 15,0 10-30-15</inkml:trace>
  <inkml:trace contextRef="#ctx0" brushRef="#br1" timeOffset="43070.06">7873 13253 450 0,'0'0'5'0,"0"0"2"0,0 0 1 0,0 0 1 16,-9-10 0-16,9 10 0 16,-6 0 0-16,6 0-4 15,-12 12-5-15,2 4 0 0,2-2 0 16,3 6 0-16,0 2 0 16,3 1 0-16,2-7 0 15,7 2 0-15,2-5 0 16,7-3 0-16,-2-6 0 15,7-4 0-15,-1-2 0 0,-1-5 0 16,1-4 0-16,1-3 0 16,-7-4 0-16,-4 0 0 15,-2-1 0-15,-8-6 0 16,-3 6 0-16,-10-1 0 0,-3 2 0 16,-7 1 0-16,-1 8 0 15,0 3 0-15,0 6 0 16,2 0-3-16,4-2-55 0,1 10-30 15,1 1-2-15</inkml:trace>
  <inkml:trace contextRef="#ctx0" brushRef="#br1" timeOffset="44634.71">4178 13072 188 0,'0'0'5'0,"0"0"2"0,0 0 3 16,0 0 5-16,0 0 3 15,0 0 2-15,0 0 0 0,0 0 1 16,0 0-1-16,0 0-3 16,0 0-2-16,0 0-2 15,0 0-1-15,0 0-1 16,5-3-1-16,-5 3-1 0,16-4 1 15,-2-3-1-15,3-1 0 16,4-2 0-16,5-5-1 16,7-2 0-16,1-2-1 15,3-4-1-15,6-2-1 0,4-5-1 16,0 1-1-16,8-6 0 16,-7 0-1-16,16-2 1 15,-5-3-1-15,3 2 0 16,5-3 0-16,4 1 0 15,-2-2 0-15,0 2 0 0,3 1 0 16,-2 0-2-16,0 4 0 16,-4-3 0-16,-3 7 0 15,-1-2 0-15,0 3 0 0,-7 6 0 16,-5-1 0-16,-8 5 0 16,-3 3 0-16,-7 3 0 15,-9 3 0-15,-5 4 0 16,-7 1 0-16,-11 6 0 0,8-4 0 15,-8 4 0-15,0 0 0 16,0 0 0-16,0 0 0 16,0 0 0-16,0 0 0 15,0 0 0-15,0 0 0 0,0 0 0 16,0 0 0-16,0 0 0 16,0 0 0-16,0 0 0 15,0 0 0-15,0 0 0 16,0 0 0-16,0 0 0 0,0 0 0 15,0 0 0-15,0 0 0 16,0 0 0-16,0 0 0 16,0 0 0-16,0 0 0 15,11-8 0-15,-11 8 0 0,12-7 0 16,-12 7 0-16,14-13 0 16,-3 6 0-16,1-1 0 15,-2 1 0-15,2-3 0 16,3 3 0-16,0-3 0 0,-3 0 0 15,6 0 0-15,-4-1 0 16,2-1 0-16,1 3 0 16,1-4 0-16,-4 3 0 15,1 1 0-15,0 0 0 0,-5 1 0 16,0 0 0-16,-10 8 0 16,14-9 0-16,-14 9 0 15,0 0 0-15,0 0 0 16,0 0 0-16,11-4 0 15,-11 4 0-15,0 0 0 0,0 0 0 16,0 0 0-16,0 0 0 16,0 0 0-16,0 0 0 15,0 0 0-15,0 0 0 0,0 0 0 16,0 0 0-16,0 0 0 16,0 0 0-16,0 0 0 15,0 0 0-15,0 0 0 16,0 0 0-16,0 0 0 15,0 0 0-15,0 0 0 0,0 0 0 16,0 0 0-16,0 0 0 16,0 0 0-16,0 0 0 15,0 0 0-15,0 0 0 0,0 0 0 16,0 0 0-16,0 0-6 16,0 0-65-16,0 0-19 15</inkml:trace>
  <inkml:trace contextRef="#ctx0" brushRef="#br1" timeOffset="45135.9">5937 11806 360 0,'0'0'6'0,"0"0"3"16,0 0 3-16,-9-7 1 15,9 7 0-15,0 0-1 16,0 0 2-16,-11 0 1 0,11 0-4 16,5 7-2-16,8-1-3 15,1 1 0-15,6-5 0 16,6 3 1-16,1-3-1 15,5-2-2-15,-2 3-2 0,2-3-2 16,-4 0 0-16,-2 0 0 16,-8-3 0-16,0 3 0 15,-7 0 0-15,-11 0 0 16,10 18 0-16,-10-3 0 0,-4 2 0 16,-6 2 0-16,0 9 0 15,-5 0 0-15,1 2 0 16,-4-1 0-16,0 0 0 15,4 1 0-15,-4-5 0 0,6 0 0 16,2-5 0-16,2-3 0 16,3-4 0-16,0-6 0 15,5-7 0-15,0 12 0 16,0-12 0-16,0 0 0 16,10 10-24-16,-10-10-59 0,15 5-7 15</inkml:trace>
  <inkml:trace contextRef="#ctx0" brushRef="#br1" timeOffset="45533.85">6354 11715 388 0,'0'0'8'0,"0"0"3"0,0 0 2 0,0 0 1 16,0 0-1-16,8 0 1 15,-8 0 1-15,10 10 0 16,-3-1-6-16,6 4-3 15,2-1-3-15,0 3-1 16,4 3-2-16,4-1 0 0,0 0 0 16,-2-4 0-16,2 1 0 15,-5-3 0-15,1-4 0 16,-9 3 0-16,-1-5 0 16,-9-5 0-16,13 10 0 15,-13-10-22-15,8 22-55 0,-8-22-9 16</inkml:trace>
  <inkml:trace contextRef="#ctx0" brushRef="#br1" timeOffset="45818.92">6668 11680 425 0,'0'0'7'0,"0"0"2"0,0 0 4 15,0 0-1-15,-2-10 1 16,2 10 0-16,-6 8 0 15,3 7-7-15,-1 10-6 16,-4 4 0-16,1 6 0 0,-3 4 0 16,0 6 0-16,-2 4 0 15,1-4 0-15,2-4 0 16,1-1 0-16,-2 0 0 16,5-7 0-16,0-1 0 0,0-10 0 15,3-1 0-15,2-5 0 16,-2-6 0-16,2-10 0 15,0 10 0-15,0-10-21 16,14 0-65-16,-14 0-3 0</inkml:trace>
  <inkml:trace contextRef="#ctx0" brushRef="#br1" timeOffset="46183.11">6896 11878 459 0,'0'0'2'16,"0"0"1"-16,-5 8 1 15,5-8 0-15,-13 20 1 0,6-8 0 16,0 3 0-16,-3 2 0 16,4-1-1-16,4 2-2 15,2-1 0-15,2-4 0 0,7-3 0 16,3-2 1-16,1-3 1 15,4-5-4-15,0 0 0 16,5-8 0-16,-2-2 0 16,1 0 0-16,-7-5 0 0,-3-3 0 15,-9 4 0-15,-2-5 0 16,-8 1 0-16,-7 1 0 16,-7 2 0-16,1 5 0 15,-3 5 0-15,-5 5 0 16,6 8 0-16,-9 12-44 0,14-1-45 15,3 1-2-15</inkml:trace>
  <inkml:trace contextRef="#ctx0" brushRef="#br2" timeOffset="51968.13">4091 9185 180 0,'0'0'6'0,"0"0"3"0,0 0 5 0,0 0 2 15,0 0 4-15,0 0 2 16,0 0 0-16,0 0 2 0,0 0-2 16,0 0-4-16,-5 0-2 15,5 0-2-15,-10 3-3 0,10-3-2 16,-12 11-2-16,12-11-1 16,-15 14-1-16,5-7-2 15,2 5-1-15,-1-1 0 16,-3 1-1-16,1 1-1 0,-1 4 1 15,-1-5 0-15,-2 5-1 16,3-2 1-16,-8 5-1 16,0 0 0-16,0-1 0 15,-2 1 0-15,0 3 0 0,-1-1 0 16,-2 3 0-16,3-3 0 16,0 3 0-16,1-3-1 15,2 3 1-15,0-3-1 16,0-3 1-16,2 5-1 15,-1 0 1-15,2-4 0 0,-2 2 0 16,1 0 0-16,2 0 0 16,-6 1 0-16,7-3 0 15,-2 0 0-15,2-4 0 16,0 5 0-16,-2-6 0 0,4 2 0 16,-3-4 0-16,5-1-1 15,-3 0 1-15,1 3 0 16,3-3 0-16,-2 1-1 0,1-1 1 15,-2-2 0-15,2 2 0 16,0 1-1-16,0 2 1 16,0-3 0-16,-1-2 0 15,0 3 0-15,1 2 0 0,-2-7 0 16,2 6-1-16,-6-4 1 16,4 2 0-16,1 0 0 15,0-2 0-15,-1 3-1 16,-1-3 1-16,3 2 0 15,-3 0 0-15,6 0-1 0,-4-1 1 16,-1 1 0-16,3 0 0 16,1-2 0-16,-1 2-1 15,-2-1 1-15,6-1 0 0,-2 0 0 16,-2 2 0-16,0-5 0 16,0 3 0-16,-1 2 0 15,2-2 0-15,1 1 0 16,0 0 1-16,-3 3 0 0,-1-6 0 15,4 5 0-15,0-3-1 16,0 3 1-16,-2-4 0 16,5 2 0-16,4-11-1 15,-12 12 0-15,12-12 0 0,-5 7 0 16,5-7 0-16,-8 11 0 16,8-11 0-16,-8 9 0 15,8-9 0-15,-9 10 0 16,9-10 0-16,0 0-1 15,-11 10 0-15,11-10-2 0,0 0-2 16,0 0-2-16,0 0-9 16,-9 8-27-16,9-8-32 15,0 0-6-15</inkml:trace>
  <inkml:trace contextRef="#ctx0" brushRef="#br2" timeOffset="52671.54">2951 10208 396 0,'0'0'6'0,"0"0"2"16,0 0 2-16,0 0 1 15,0 0 1-15,0 0-1 16,0 0 1-16,-10 3 0 0,10-3-6 16,-6 20-2-16,1-5-3 15,3 7 0-15,-4 7 1 16,2 2-1-16,-3 3 0 0,-4 1 0 15,4 0 0-15,-2-1 0 16,-2 1 0-16,-1-1 0 16,2-7-1-16,-3 1 0 15,1-3 1-15,5-6-1 16,-1-2 0-16,1-1 0 16,2-7-1-16,5-9 1 0,-5 13 0 15,5-13 0-15,0 0 0 16,0 0 0-16,0 0 1 15,0 0 0-15,10-5 0 0,-1-3 0 16,4-1 0-16,2-1 1 16,7-3 0-16,-1-2 1 15,4 1-3-15,5-1 0 0,-2 2 0 16,6-2 0-16,-2 0 0 16,-2 4 0-16,0-3 0 15,-6 6 0-15,-2-3 0 16,-1 4 0-16,-7 2 0 0,-3 0 0 15,-11 5 0-15,9-3 0 16,-9 3 0-16,0 0 0 16,0 0 0-16,0 0 0 15,0 0 0-15,0 0 0 16,0 0 0-16,0 0 0 16,0 0 0-16,0 0 0 0,0 0 0 15,0 0 0-15,0 0 0 16,0 0-85-16,0 0-4 15</inkml:trace>
  <inkml:trace contextRef="#ctx0" brushRef="#br2" timeOffset="53615.96">2180 10208 403 0,'0'0'5'0,"0"0"3"0,0 0 1 16,-9-4 2-16,9 4 1 0,0 0-1 15,-11-5 1-15,11 5 1 16,0 0-5-16,0 0-3 15,0 0-1-15,13-3-1 0,2 0-1 16,5 1 0-16,2-6 1 16,0 4-3-16,8-1 0 15,-5-2 0-15,0 2 0 16,-2 0 0-16,-7 2 0 0,-3 3 0 16,-4 0 0-16,-9 0 0 15,11 8 0-15,-11 1 0 16,0 3 0-16,-5 6 0 0,-2 5 0 15,-6-1 0-15,1 6 0 16,-9 3 0-16,0 4 0 16,-4-6 0-16,0 6 0 15,-3-5 0-15,8-1 0 16,-4-6 0-16,4-3 0 0,5-8 0 16,5-2 0-16,10-10 0 15,-6 10 0-15,6-10 0 16,8 0 0-16,5-3 0 15,-1-1 0-15,8-3 0 0,0-2 0 16,2 0 0-16,3-1 0 16,3 0 0-16,-1 0 0 15,1 0 0-15,-7 0 0 16,2 3 0-16,-3 2 0 0,-5-1 0 16,-6 6 0-16,-9 0 0 15,16-1 0-15,-16 1 0 16,0 0 0-16,0 0 0 15,0 0 0-15,0 0 0 0,0 0 0 16,0 0 0-16,0 0 0 16,0 0 0-16,2 5 0 15,-2-5-19-15,-12 0-69 0,12 0-3 16</inkml:trace>
  <inkml:trace contextRef="#ctx0" brushRef="#br2" timeOffset="56153.01">7664 8881 203 0,'0'0'6'0,"0"0"1"0,0 0 5 16,0 0 0-16,0 0 4 15,0 0 1-15,0 0 3 0,0 0 2 16,0 0-3-16,0 0-1 15,0 0-1-15,0-10-1 16,0 10-2-16,0 0-3 16,0 0-2-16,0 0-2 0,0 0-1 15,0 0-3-15,0 0 0 16,0 10-2-16,0-10 0 16,-14 18 0-16,5-7 1 15,0 4-1-15,-3 3 1 0,-1-4 0 16,-2 5 1-16,0 2-1 15,3-1 0-15,-1 0 0 16,-4 2 0-16,4-2-2 0,-1 0 1 16,2 2-1-16,-4-2 0 15,1 0 0-15,3 0 0 16,0-1 0-16,-1 1-1 16,3 0 2-16,-2 0-1 0,-1 2 0 15,1-3 0-15,-6 2 0 16,6-1 0-16,-3 4 0 15,3-4 0-15,-7-3-1 16,5 6 1-16,1-3 0 16,-1-1 0-16,2 1 0 0,-1-2 0 15,3-2-1-15,1 2 1 16,-2-1 0-16,4-4 0 16,0 2 0-16,2-3 0 15,-3 3-1-15,0-5 1 0,1 4 0 16,0-3 0-16,1 1 0 15,-2-2 0-15,2 2 0 16,-1 0 0-16,-2 4 0 16,0-7 0-16,2 4 0 0,-1-4 0 15,0 4 0-15,1-3 0 16,2 0 0-16,3 0 0 0,-6-3 0 16,8-7 0-16,-8 17 0 15,8-17 0-15,-9 15 0 16,9-15 0-16,-10 18 0 15,10-18 0-15,-15 17 1 16,15-17-1-16,-15 15 1 16,15-15 0-16,-15 18 0 0,15-18-1 15,-12 12 1-15,12-12 0 16,-16 14-1-16,16-14 0 16,-9 18 0-16,1-8 1 0,4-2-1 15,-1 1 0-15,-1 1 0 16,1-3 0-16,0 4 0 15,5-11 0-15,-9 14 0 16,9-14 0-16,-11 12 0 16,11-12 0-16,-7 13 0 0,7-13 0 15,-5 10 1-15,5-10-1 16,-9 12 0-16,9-12 0 16,-9 8 0-16,9-8 0 0,0 0 0 15,-12 13 1-15,12-13-1 16,0 0 0-16,0 0 0 15,-9 11 0-15,9-11 0 16,0 0 0-16,0 0 1 0,0 0-1 16,-9 8 0-16,9-8 1 15,0 0 0-15,0 0-1 16,0 0-1-16,0 0-3 0,0 0-5 16,0 0-8-16,-4 10-59 15,4-10-5-15</inkml:trace>
  <inkml:trace contextRef="#ctx0" brushRef="#br2" timeOffset="56715.73">6792 9867 428 0,'0'0'4'0,"0"0"3"15,0 0 1-15,0 0 1 16,0 0 1-16,0 0-1 16,0 0 1-16,0 0-1 15,0 0-3-15,3 15-3 0,-3 2-2 16,0 2-1-16,-3 4 1 15,1 7-1-15,-6-1 0 16,3 1 0-16,-5 2 0 0,1-4 1 16,-3-1-1-16,3-2 0 15,-4-4 0-15,4-1 0 16,1-2 0-16,1-8 0 16,7-10 0-16,-6 13 0 0,6-13 0 15,0 0 0-15,9 0 0 16,0-3 0-16,7-5 1 15,2-1 0-15,3-2 0 16,4-3 1-16,3-2-2 16,-2 4 0-16,6-5 0 0,2 0 0 15,-6 4 0-15,0 3 0 16,-3-2 0-16,-2 5 0 16,-7 0 0-16,0 1 0 0,-7 1 0 15,-9 5 0-15,11-2 0 16,-11 2 0-16,0 0 0 15,0 0 0-15,0 0 0 16,0 0 0-16,0 0 0 0,0 0-18 16,0 0-68-16,0 0-3 15</inkml:trace>
  <inkml:trace contextRef="#ctx0" brushRef="#br2" timeOffset="57383.29">6956 10256 366 0,'0'0'6'0,"0"0"3"15,0 0 4-15,0 0 0 0,0 0 1 16,-7 1 1-16,7-1 0 15,0 0 0-15,0 0-5 16,0 0-3-16,0 0-2 16,4 0-2-16,8 0-1 0,6 0 0 15,-1-1 0-15,6-2 0 16,2-4 1-16,5 4-1 16,-5-4 0-16,2 2-1 0,-5 2 1 15,-4 1 0-15,-4 0-2 16,-3 2 0-16,-11 0 0 15,14 0 0-15,-14 0 0 16,0 0 0-16,0 9 0 0,0-9 0 16,-5 20 0-16,-4-8 0 15,-2 4 0-15,-6 0 0 16,2 5 0-16,-7 1 0 16,2-3 0-16,-3 1 0 15,2 0 0-15,0-2 0 0,1-3 0 16,6-5 0-16,3-3 0 15,4 0 0-15,7-7 0 16,-10 6 0-16,10-6 0 16,0 0 0-16,4 0 0 0,-4 0 0 15,11-6 0-15,-3 4 0 16,-8 2-43-16,17-16-44 16,-8 7-2-16</inkml:trace>
  <inkml:trace contextRef="#ctx0" brushRef="#br2" timeOffset="60601.64">7016 10238 194 0,'0'0'7'15,"0"0"3"-15,0 0 4 16,-12-5 4-16,12 5 2 0,0 0 2 16,-11-5 0-16,11 5 2 15,0 0-7-15,0 0-3 16,0 0-3-16,0 0-1 0,11 0-3 16,-11 0-1-16,16 0 0 15,-4-2 0-15,6 0 1 16,2-1 0-16,0 0-1 15,2-4 1-15,1 2-2 0,0 0 1 16,1 0-2 0,-4-3 0-16,-2 3-1 0,-4 1 0 15,-2 1 0-15,-1 1-1 16,-11 2 0-16,12-3 0 0,-12 3 0 16,0 0-1-16,0 0 1 15,0 0 0-15,-5 12-1 16,5-12 0-16,-18 18 0 15,6-6 0-15,0 3 0 0,-3 0-1 16,-2 3 1-16,-3 2-1 16,2-4 0-16,1 5 0 15,-3-2 0-15,3 1 1 16,1-1 0-16,0-1-1 0,-2 0 1 16,0-4 0-16,6 2 0 15,0-2-1-15,1-7 0 16,2 4 1-16,9-11-1 15,-18 9 1-15,18-9-1 16,0 0 0-16,-10 8 0 0,10-8 1 16,0 0-1-16,0 0 1 15,0 0-1-15,0 0 0 16,0 0 1-16,0 0-1 0,0 0 1 16,0 0-1-16,0 0 0 15,-7 2 0-15,7-2 0 16,0 0 0-16,0 0 0 15,0 0-1-15,0 0 1 0,0 0-1 16,0 0 1-16,0 0-1 16,0 0 1-16,0 0 0 15,5 0-1-15,4 0 1 16,2-2 1-16,0-1-1 0,2 1 0 16,3-1 1-16,4 1 0 15,1-3 0-15,4-3 0 16,3 2 1-16,4-2 0 15,5-2 0-15,4 0 0 16,3 0 0-16,0 0 0 16,-1 0 0-16,-1 3 1 0,-5-3-3 15,-5 5 0-15,-9-1 0 0,-5 6 0 16,-6 0 0-16,-12 0 0 16,7-1 0-16,-7 1 0 15,0 0 0-15,-7 0 0 16,7 0 0-16,-17 1 0 15,17-1 0-15,-20 3 0 16,10 0 0-16,10-3 0 0,-11 10 0 16,11-10-87-16,0 9-3 15</inkml:trace>
  <inkml:trace contextRef="#ctx0" brushRef="#br2" timeOffset="62984.76">11495 8863 315 0,'0'0'6'0,"0"0"1"15,0 0 2-15,0 0 1 16,0 0 2-16,0 0 3 16,0 5 0-16,0 5 0 0,-5 0-4 15,0 2-2-15,-2 6-3 16,-2 4 0-16,-4 1-2 0,-2 4-1 16,-4 0-1-16,0 5-1 15,0 0 0-15,-6 0 1 16,0 4 0-16,0-3 0 15,-3 0 0-15,4 3 0 16,-1 0 0-16,0-1 0 0,-2-3 0 16,2 0-1-16,3 0 0 15,4-1 0-15,0 0 0 16,-1-4-1-16,4 1 1 16,0-1-1-16,2 0 1 0,1-3-1 15,-6 1 0-15,2-2 0 16,0-1 1-16,-3 2-1 15,1-3 0-15,-1-2 1 16,1 2-1-16,0-2 0 16,1-5 0-16,2 3 0 0,3-3 0 15,-2-2 0-15,2 1 0 16,3-3 0-16,2 2 0 16,-4-3-1-16,2 2 1 0,-1 2 0 15,0-4 0-15,2 3 0 16,-1 1 0-16,-2-1 0 15,2-2 0-15,4 3-1 16,-5-4 1-16,4 4 0 0,-1-1 0 16,2-2 0-16,-2-3 0 15,7-7 0-15,-7 15 0 16,7-15 0-16,-11 10 0 16,11-10 0-16,0 0 0 0,-5 12 0 15,5-12 1-15,0 0-1 16,0 0 0-16,0 0 1 15,0 0 0-15,0 0 0 16,0 0 0-16,0 0-1 16,0 0-2-16,0 0-3 0,0 0-7 15,0 0-13-15,-9 10-50 16,9-10-7-16</inkml:trace>
  <inkml:trace contextRef="#ctx0" brushRef="#br2" timeOffset="63550.09">10635 9837 398 0,'0'0'6'0,"0"0"3"16,0 0 2-16,0 0 3 16,0 0-3-16,0 0 2 0,0 0 0 15,6-2 0-15,-6 2-6 16,0 12-3-16,0 3-2 16,0 5 0-16,0 2-2 15,-6 5 1-15,-1 0-1 0,0 3 1 16,-3 2-1-16,2-5 0 15,-4 2 0-15,0-1 1 16,1-6-1-16,-1 1 0 16,3-5 0-16,0-4-1 0,2-2 1 15,7-12 0-15,-2 11 0 16,2-11 1-16,7 0 0 16,9-3 0-16,-2-5 2 15,6-2-3-15,8 1 0 0,-1-3 0 16,5-3 0-16,3 2 0 15,-3-4 0-15,3 4 0 16,-5 2 0-16,0 0 0 16,-10 1 0-16,-1 6 0 0,-8-2 0 15,-3 3 0-15,-8 3 0 16,0 0 0-16,0 0 0 16,0 0 0-16,0 0 0 15,0 0 0-15,0 0 0 0,0 0 0 16,0 0-8-16,-8 3-80 15,8-3-1-15</inkml:trace>
  <inkml:trace contextRef="#ctx0" brushRef="#br2" timeOffset="64433.21">10581 10449 427 0,'0'0'4'0,"0"0"3"0,0 0 1 0,0 0 1 16,-10-5 0-16,10 5 0 16,0 0 0-16,0 0 2 15,0 0-4-15,0 0-2 16,10 0-1-16,2-2-2 15,9-2-2-15,4 3 0 0,4-4 0 16,6-3 0-16,0 1 0 16,2-1 0-16,-2 0 0 0,-6 4 0 15,1-4 0-15,-10 6 0 16,-5-1 0-16,-6 3 0 16,-9 0 0-16,0 0 0 15,6 10 0-15,-12-3 0 0,-1 6 0 16,-6 2 0-16,-4 5 0 15,-2-3 0-15,-1 3 0 16,-3 2 0-16,-2 1 0 16,4-1 0-16,-4 3 0 0,2-6 0 15,0 3 0-15,2-2 0 16,3-2 0-16,1-1 0 16,4-4 0-16,6-4 0 15,7-9 0-15,-10 10 0 0,10-10 0 16,5 6 0-16,5-6 0 15,5-3 0-15,-1 0 0 16,7-2 0-16,4 0 0 16,-1-4 0-16,6-2 0 15,2 2 0-15,4-1 0 0,-4 0 0 16,5 0 0-16,-2-2 0 16,-3 5 0-16,-2-2 0 15,-3 3 0-15,-4 0 0 0,-4 4 0 16,-4 0 0-16,-5-1 0 15,-10 3 0-15,10 0 0 16,-10 0 0-16,0 0 0 16,0 0 0-16,0 0 0 0,0 0 0 15,0 0 0-15,0 0 0 16,0 0 0-16,-8 5 0 16,8-5 0-16,0 0 0 15,-9 10 0-15,9-10 0 16,-13 10 0-16,13-10 0 0,-11 0-66 15,11 0-26-15</inkml:trace>
  <inkml:trace contextRef="#ctx0" brushRef="#br2" timeOffset="66618.52">2565 10550 211 0,'0'0'4'0,"0"0"4"0,0 0 3 16,0 0 6-16,8-1 0 16,-8 1 3-16,0 0 3 0,0 0 1 15,0 0-1-15,0 0-2 16,0 0-1-16,3-11-3 15,-3 11-2-15,0 0-1 16,0 0-2-16,0 0 0 16,0 0-2-16,0 0-1 0,0 0-2 15,0 0-1-15,0 0-1 16,0 0 0-16,0 8-5 16,0 2 0-16,0 4 0 15,-3-2 0-15,3 6 0 0,-2 1 0 16,2 1 0-16,-4 0 0 15,4-3 0-15,0 1 0 16,0-3 0-16,0-3 0 0,0 0-3 16,0-12-10-16,0 0-35 15,0 0-39-15,0 0-2 16</inkml:trace>
  <inkml:trace contextRef="#ctx0" brushRef="#br2" timeOffset="68066.62">7639 10343 363 0,'0'0'9'0,"0"0"2"16,0 0 2-16,0 0 2 15,7-11 1-15,-7 11 1 0,13-7 0 16,-13 7 2-16,12-13-8 16,-1 8-4-16,-11 5-2 15,17-7-1-15,-8 7-2 16,2 0 0-16,-4 0-2 15,3 5 0-15,-10-5 0 0,15 15 0 16,-10-3 0-16,-5 3 0 16,0 0 0-16,0 2 0 15,-5 1 0-15,-5 2 0 0,0 0 0 16,-2-1 0-16,-6 1 0 16,6-3 0-16,-3-4 0 15,5-1 0-15,3-2 0 0,7-10 0 16,-7 15 0-16,7-15 0 15,7 3 0-15,2-3 0 16,7-3 0-16,-2-2 0 16,7-1 0-16,-2-1 0 15,1 0 0-15,0-3 0 0,-1 3 0 16,2 2 0-16,-7 0 0 16,-1-3 0-16,-3 6 0 15,-10 2 0-15,11-5 0 16,-11 5 0-16,0 0 0 0,0 0 0 15,0 0 0-15,0 0 0 16,0 0 0-16,0 0 0 16,0 0 0-16,0 0 0 15,0 0 0-15,0 0 0 0,0 0 0 16,0 0 0-16,-4 5 0 16,4-5 0-16,0 0 0 15,0 0 0-15,-12 7 0 0,12-7 0 16,0 0 0-16,0 11-42 15,0-11-48-15,0 0-3 16</inkml:trace>
  <inkml:trace contextRef="#ctx0" brushRef="#br2" timeOffset="69250.53">11315 10572 447 0,'0'0'5'0,"0"0"2"0,0 0 2 0,-4-10 1 16,4 10 1-16,0 0 1 16,-2-12-2-16,2 12-10 15,0 0 0-15,0 0 0 16,2-10 0-16,-2 10 0 0,18-5 0 15,-8 2 0-15,3 2 0 16,-1-2 0-16,3 0 0 16,-3 3 0-16,2 0 0 0,-14 0 0 15,16 6 0-15,-16-6 0 16,1 12 0-16,-1-12 0 16,-1 17 0-16,-4-7 0 15,-6 0 0-15,7 0 0 0,-4 0 0 16,4-1 0-16,1 1 0 15,3-10 0-15,0 15 0 16,0-15 0-16,7 13 0 16,-7-13 0-16,21 12 0 15,-13-7 0-15,11 0 0 0,-7 0 0 16,0 0 0-16,1 0 0 16,-6-5 0-16,3 3 0 15,-10-3 0-15,13 5 0 16,-13-5 0-16,0 0 0 0,-5 9 0 15,-8-7 0-15,-1 4 0 16,-2-3 0-16,-9 4 0 16,1-5 0-16,-3 3 0 15,-1 0 0-15,3 1 0 0,0-5 0 16,8 7-11-16,0 4-69 16,7-9-9-16</inkml:trace>
  <inkml:trace contextRef="#ctx0" brushRef="#br2" timeOffset="75683.32">11871 8788 102 0,'0'0'4'0,"0"0"-2"15,0 0 4-15,0 0 2 16,7 4 3-16,-7-4 2 15,0 0 2-15,0 0 3 0,0 0 1 16,10 2 4-16,-10-2-1 16,9 0-1-16,-9 0-2 15,18 0-2-15,-6-2-1 16,4-2-3-16,1 3-3 0,4-2-3 16,0 1-3-16,5-4-1 15,-5 4 0-15,-1 0-2 16,3 2 0-16,-6-3 0 0,-2 3-1 15,-5 0 1-15,-10 0-1 16,15 0 1-16,-15 0-1 16,0 0 0-16,0 0 1 15,0 0-1-15,0 0 1 0,0 0-1 16,0 0-1-16,0 0 1 16,0 0-2-16,0 0-3 15,0 0-4-15,0 0-5 16,0 0-11-16,-9 13-20 0,9-13-25 15,0 0-4-15</inkml:trace>
  <inkml:trace contextRef="#ctx0" brushRef="#br2" timeOffset="76400.09">12253 8754 222 0,'0'0'7'0,"0"0"4"0,0 0 3 16,0 0 2-16,0 0 2 16,0 0 2-16,0 0 1 15,0 0-1-15,0 0-4 0,0 0-4 16,0 0-1-16,0 0-2 16,0 0-1-16,0 0-1 15,15 0 0-15,-15 0-1 16,20 0 1-16,-9 0-1 15,5 0-1-15,0 0-1 0,1 0-1 16,0-3 0-16,-2 3-1 16,-2-2 0-16,-1 0-1 15,-2-1 0-15,-10 3 1 16,13 0-1-16,-13 0 0 0,0 0 1 16,0 0-1-16,0 0 0 15,0 0 0-15,0 0 0 16,0 0 0-16,0 0 0 15,0 0-1-15,0 0 0 0,0 0 1 16,0 0-1-16,0 0 0 16,0 0 0-16,0 0 0 15,0 0-2-15,0 0-1 0,0 0-3 16,0 0-6-16,0 0-5 16,0 0-11-16,0 10-30 15,0-10-21-15,0 0-4 16</inkml:trace>
  <inkml:trace contextRef="#ctx0" brushRef="#br2" timeOffset="77466.52">11881 8787 37 0,'0'0'1'0,"0"0"3"15,0 0 0-15,0 0 5 0,0 0 1 16,4-3 3-16,-4 3 0 16,21 0 3-16,-7-2-3 15,9 2-2-15,4-3-1 16,-2 0-3-16,10 1-3 0,-6 0 0 15,11 2-5-15,-3-5-6 16,9 2-11-16,-7 1-10 16,3-1-3-16</inkml:trace>
  <inkml:trace contextRef="#ctx0" brushRef="#br2" timeOffset="79020.48">11662 8821 140 0,'0'0'3'0,"7"0"3"16,-7 0 0-16,23 3 4 15,-4-3 3-15,4 0 4 16,7 0 2-16,4 0 2 0,9-3-1 16,1-2-2-16,9 2-1 15,4-4-2-15,7 2-4 16,4-2-2-16,3 0-4 15,9-1-2-15,-3 1-2 16,0 2-1-16,8 0 0 16,-11-3 0-16,0 3-1 0,-9 0 0 15,-8 4 0-15,-14 1 0 16,-4 0 0-16,-18 0-3 0,-12 0-5 16,-9 0-12-16,0 8-40 15,-4-2-4-15</inkml:trace>
  <inkml:trace contextRef="#ctx0" brushRef="#br2" timeOffset="87333.44">12067 8787 177 0,'0'0'7'0,"0"0"4"16,0 0 4-16,0 0 2 0,0 0 1 16,0 0 3-16,0 0-1 15,0 0 2-15,0 0-6 16,0 0-3-16,-10-5-4 0,10 5-1 16,0 0-1-16,0 0 1 15,0 0-2-15,0 0-1 16,0 0 0-16,0 0-2 15,0 0-1-15,0 0 0 16,0 0 0-16,0 0-1 0,0 0 0 16,0 0 0-16,12-3 1 15,0 3 1-15,4 0 0 16,1-3 0-16,3 1-1 0,5 0 0 16,0-1 0-16,2 1-1 15,1-1 0-15,-2 3 0 16,4 0 0-16,-2-2-1 15,4 2 1-15,-5 0 0 0,1 0-1 16,-1 0 0-16,3 0 1 16,-5-3-1-16,5 1 1 15,-3 2-1-15,0-3 1 16,3 3-1-16,-3-3 1 16,3 1-1-16,-5 2 1 0,2-2-1 15,-2-1 0-15,1 3 0 16,-5-1 1-16,-1 1-1 15,1 0 0-15,-7-4 0 0,1 4 0 16,-3-2 1-16,0 2-1 16,-12 0 0-16,14 0 0 15,-14 0 0-15,0 0 0 16,7 0 0-16,-7 0 0 0,0 0-1 16,0 0 1-16,8-2 0 15,-8 2 0-15,0 0 0 16,0 0 0-16,0 0-1 0,0 0 1 15,0 0 0-15,0 0 0 16,0 0 1-16,0 0-1 16,0 0 1-16,12 0 1 15,-12 0-1-15,0 0 1 16,0 0 0-16,0 0 2 0,0 0-3 16,0 0 1-16,10 0-1 15,-10 0 1-15,0 0-1 16,0 0 0-16,7-3 0 15,-7 3 0-15,0 0 0 16,15-6 0-16,-15 6 1 0,12-1-1 16,-12 1 1-16,20-6 0 15,-12 6-1-15,-1 0 0 16,-7 0 0-16,15-1 0 0,-15 1 0 16,12-3-1-16,-12 3 1 15,0 0-1-15,0 0 0 16,8 0-1-16,-8 0-1 0,0 0-3 15,0 0-7-15,0 0-17 16,5 4-48-16,-5-4-3 16</inkml:trace>
  <inkml:trace contextRef="#ctx0" brushRef="#br2" timeOffset="89333.42">13933 8653 346 0,'0'0'6'0,"0"0"3"15,0 0 2-15,0 0 3 16,-8-8-1-16,8 8 1 15,0 0-1-15,-9-4 1 16,9 4-5-16,0 0-4 0,-12 4-2 16,12-4-1-16,-13 12-2 15,10-4 0-15,1 2 0 16,2 0 0-16,0 0 0 0,5 0 1 16,4 0 0-16,4-3 0 15,2-3 0-15,0-1 1 16,-1-3 0-16,2 0 0 0,-2-3 1 15,2 2 1-15,-4-6 0 16,-2-1 1-16,-2-2 0 16,-4 0-1-16,-1-2 0 15,-3 2 0-15,0-1-1 0,-7-1-1 16,2 5 0-16,-8-3-2 16,6 3 0-16,-5 2 0 15,-4 2 0-15,2 1-1 16,-7 2 1-16,6 0-1 15,-2 2 1-15,-1 3-1 0,4 5 0 16,4 0 0-16,0 1 0 16,2-3 0-16,8 7 0 15,8-2 0-15,2-3 1 16,5 0-1-16,3 0 1 0,3-6 0 16,4-1 1-16,0 0-1 15,-2-3 1-15,-1-6 0 16,-2 2 0-16,-6-6 1 0,-3-2 0 15,-4 1-1-15,-5-3 2 16,-2 1-3-16,-4 1 0 16,-8 0 0-16,-1 2 0 15,-2 5 0-15,-3 2 0 16,-2 3 0-16,-2 0 0 0,5 5 0 16,2 2 0-16,0 0 0 15,5 4-2-15,5-1 1 16,5 0 0-16,0-10 0 15,10 12 1-15,5-5 0 16,2-7-1-16,3 3 1 0,0-3 1 16,2-3-1-16,-4-7 1 15,-1 3 0-15,-4-3 0 16,-6-2 1-16,-4 0-2 0,-3 2 0 16,-8 0 0-16,-5 2 0 15,-3 1 0-15,-2 4 0 16,-1 1 0-16,-2 2-2 0,6 2-3 15,0 4-3-15,6 1-6 16,9-7-12-16,-13 12-56 16,13-12-3-16</inkml:trace>
  <inkml:trace contextRef="#ctx0" brushRef="#br2" timeOffset="91483.41">13990 8653 137 0,'0'0'6'0,"0"0"1"15,0 0 2-15,0 0 2 16,0 0-1-16,0 0 2 15,0 0 1-15,0 0 4 0,0 0-3 16,0 0 1-16,0 0 0 16,-10-3-1-16,10 3 1 15,0 0-3-15,0 0 2 0,0 0-4 16,0 0 0-16,7 0-2 16,5 0-1-16,4 0-1 15,6 0 1-15,6 0 0 16,4-1-2-16,5-3 0 0,5 2-2 15,-2 0 0-15,9-1-1 16,-3 0 0-16,5 3 0 16,2-3 0-16,2 3-1 15,-3-1 0-15,2 1 0 0,-1-3 0 16,-3 3 0-16,-1 0 0 16,-6-3-1-16,-6 3 0 15,0-1 1-15,-6 1-1 16,0-3 0-16,-10 3 0 0,5-3 0 15,-6 3 0-15,-2 0 0 16,-6 0 0-16,-2 0 0 16,-10 0 0-16,12 0-1 15,-12 0 1-15,0 0 0 0,0 0 0 16,0 0 0-16,0 0 0 16,0 0 0-16,0 0 0 15,0 0 1-15,0 0 0 0,0 0 0 16,0 0 1-16,0 0 0 15,0 0 0-15,0 0 1 16,0 0 0-16,0 0-1 16,0 0 1-16,0 0-1 15,0 0-1-15,0 0 1 0,0 0 0 16,0 0-1-16,0 0 1 16,0 0 0-16,0 0-1 15,0 0 0-15,0 0 1 16,0 0-1-16,0 0 1 0,0 0 0 15,0 0-1-15,0 0 0 16,0 0 1-16,0 0-1 16,0 0 0-16,0 0 0 15,0 0-1-15,0 0 0 0,0 0 0 16,0 0 1-16,0 0-1 16,0 0 0-16,0 0 1 15,0 0 0-15,0 0 0 0,0 0 0 16,0 0 0-16,0 0 0 15,0 0 0-15,0 0-1 16,0 0 0-16,0 0 0 16,0 0 0-16,0 0-1 15,0 0 1-15,0 0-1 0,0 0 0 16,0 0 1-16,0 0 0 16,0 0 0-16,0 0 0 15,12-5 0-15,-12 5 1 16,16 0 0-16,-4 0 1 0,5-2-1 15,4 2-1-15,-2-4 1 16,4 3 0-16,2-2-1 16,2 3 0-16,3-4 1 15,0 1-1-15,2 0 0 0,0 1 0 16,-2-1 1-16,2 1-1 16,3-1 0-16,0 1 0 15,-5 2 0-15,2-3 0 0,-2 3 0 16,-5 0 0-16,2 0 0 15,-5 0 0-15,-2 0 1 16,-6 0-1-16,-1 0 0 16,-3 0 0-16,-10 0 0 0,11 0 0 15,-11 0 0-15,0 0 1 16,0 0-1-16,0 0 1 16,0 0 0-16,0 0 0 15,0 0 0-15,0 0 0 16,0 0 0-16,0 0 0 0,0 0 0 15,0 0-2-15,0 0-1 16,0 0-2-16,0 0-3 16,0 0-4-16,0 0-8 15,0 0-25-15,-6 3-36 0,6-3-2 16</inkml:trace>
  <inkml:trace contextRef="#ctx0" brushRef="#br2" timeOffset="92219.46">15470 8407 295 0,'0'0'6'0,"0"0"4"16,0 0 5-16,0 0 0 16,0 0 2-16,0 0 0 15,0 0 1-15,0 0-2 0,0 0-4 16,0 0-3-16,0 0-3 16,0 0-1-16,11 6 1 15,1 1 0-15,6-1 2 16,5 3 0-16,1 0-1 15,5-2 1-15,1 4-2 0,5-4 0 16,1 0-1-16,-4 1-1 16,-2-3 0-16,-1-2-2 15,-7 2-2-15,1-1 0 0,-5-1 0 16,-11 2 0-16,-7-5 0 16,12 3 0-16,-12-3 0 15,5 10 0-15,-5-10 0 16,-5 7 0-16,-2 2 0 0,-5 2 0 15,-4-2 0-15,-6 11 0 16,0-5 0-16,-6 3 0 16,-1 2 0-16,-4 2 0 15,4-3 0-15,-1 4 0 0,0-3 0 16,7-3 0-16,1-2 0 16,10 0 0-16,-4-5 0 15,9 0 0-15,7-10 0 16,-10 10 0-16,10-10 0 0,0 0 0 15,0 0 0-15,0 0 0 16,0 0-4-16,0 0-11 16,0 0-24-16,0 0-45 15,8 0-2-15</inkml:trace>
  <inkml:trace contextRef="#ctx0" brushRef="#br2" timeOffset="93450.64">16082 8378 332 0,'0'0'8'0,"0"0"3"0,0 0 4 16,-10 0 4-16,10 0-1 16,0 0 0-16,-9 0 1 15,9 0 2-15,0 0-6 16,0 0-4-16,14 0-2 0,4 0-2 15,7 0-1-15,1 0-4 16,12-3-2-16,2 2 0 16,2-5 0-16,3 4 0 15,-3-4 0-15,-5 3 0 0,-2 2 0 16,-6 1 0-16,-3 0 0 16,-6 0 0-16,-11 0 0 15,-9 0 0-15,11 12 0 16,-11-5 0-16,-3 6 0 0,-7 2 0 15,-7 2 0-15,-3 0 0 16,-5 6 0-16,-4-1 0 16,1-3 0-16,-7 6 0 15,0-2 0-15,-2-4 0 0,3 1 0 16,-1-2 0-16,2-3 0 16,4-1 0-16,3 1 0 15,4-2 0-15,4-4 0 16,9 1 0-16,-1-2 0 0,10-8 0 15,-7 10 0-15,7-10 0 16,0 0 0-16,5 10 0 16,4-8 0-16,1 1 0 15,8-3 0-15,6 0 0 16,2 0 0-16,3 0 0 0,4 0 0 16,2-3 0-16,4 1 0 15,0-3 0-15,4 1 0 16,-3 0 0-16,-1 2 0 0,4-3 0 15,-6 3 0-15,3-1 0 16,-8 0 0-16,-5 1 0 16,-2 2 0-16,-8-2 0 15,-2 2 0-15,-5 0 0 0,-10 0 0 16,10 0 0-16,-10 0 0 16,0 0 0-16,0 0 0 15,0 0 0-15,0 0 0 16,0 0 0-16,0 0 0 0,0 0 0 15,-7 4 0-15,7-4 0 16,0 0 0-16,0 0 0 16,0 0 0-16,-8 8 0 15,8-8 0-15,0 0 0 0,0 0 0 16,0 0 0-16,0 0 0 16,0 0 0-16,0 0 0 15,0 0 0-15,-9 7 0 16,9-7 0-16,0 0 0 0,0 0 0 15,0 0 0-15,0 0 0 16,0 0 0-16,0 0 0 16,0 0 0-16,0 0 0 15,0 0 0-15,0 0 0 0,0 0 0 16,0 0 0-16,0 0 0 16,0 0 0-16,0 0 0 15,0 0 0-15,0 0 0 0,0 0 0 16,0 0 0-1,0 0 0-15,0 0-52 0,0 0-35 16,0 0-1-16</inkml:trace>
  <inkml:trace contextRef="#ctx0" brushRef="#br2" timeOffset="95050.39">16949 8645 417 0,'0'0'7'0,"0"0"3"16,6-10 2-16,-6 10 2 15,7-11 1-15,-7 11 0 16,0-13 1-16,0 13-11 16,0-12-5-16,0 12 0 15,-18 0 0-15,8 7 0 0,-2 3 0 16,2-1 0-16,-2 4 0 16,6 2 0-16,-1 0 0 15,2-3 0-15,5 1 0 16,0-5 0-16,5 3 0 0,2-1 0 15,6 0 0-15,0-3 0 16,6 1 0-16,2-1 0 16,-2 1 0-16,6-1 0 15,-3-2 0-15,-1 3 0 0,-5 2 0 16,2-6 0-16,-3 6 0 16,-5 0 0-16,-2-2 0 15,-4 1 0-15,-4 1 0 0,0 0 0 16,-2 3 0-16,-8-3 0 15,-5-4 0-15,-2 3 0 16,-4-1 0-16,-3-4 0 16,1 0 0-16,-4-1 0 0,3-3 0 15,-1 0 0-15,2 0 0 16,6 0 0-16,-1-3 0 16,9 3 0-16,9 0 0 15,-16-4 0-15,16 4 0 16,0 0 0-16,-2-12 0 0,2 12-85 15,7-9-4-15</inkml:trace>
  <inkml:trace contextRef="#ctx0" brushRef="#br2" timeOffset="95550.26">16957 8591 348 0,'0'0'6'0,"0"0"5"0,0 0 2 0,0 0 5 15,0 0 0-15,-8-3 1 16,8 3 2-16,0 0-1 16,0 0-4-16,0 0-3 15,8-2-5-15,9-1-8 0,1 1 0 16,7 2 0-16,2-3 0 16,8-1 0-16,4-2 0 15,3 1 0-15,1 3 0 16,-6-3 0-16,-2 3 0 0,-5-1 0 15,-5 1 0-15,-8 2 0 16,-4-2 0-16,-13 2 0 16,9 0 0-16,-9 0 0 15,0 0 0-15,0 0 0 0,-7 0 0 16,7 0 0 0,-13 2 0-16,13-2 0 0,-12 5 0 15,12-5 0-15,-18 9 0 16,18 4 0-16,0-13-12 0,0 0-77 15,-5 15-5-15</inkml:trace>
  <inkml:trace contextRef="#ctx0" brushRef="#br2" timeOffset="106032.98">11957 8792 36 0,'0'0'1'0,"0"0"0"15,0 0 0-15,0 0 1 0,0 0 2 16,0 0 2-16,0 0 4 16,0 0 2-16,0 0 0 15,0 0 4-15,0 0 1 0,-9 0 0 16,9 0-3-16,0 0-1 15,-10 0 1-15,10 0 0 16,0 0 3-16,0 0 1 16,0 0 1-16,-11 2 3 0,11-2 1 15,0 0 1-15,0 0 0 16,0 0-4-16,0 0-1 0,0 0-1 16,0 0-3-16,0 0-2 15,-7-6-3-15,7 6-1 16,0 0-3-16,0 0-2 15,7-6 0-15,2 3 0 16,7 0-1-16,0 1 0 0,5 0 1 16,9-1-1-16,6-2 1 15,1 3-1-15,0 2 0 16,3-5 0-16,-3 5-2 16,1-3 1-16,-4 3-1 0,-1-3-1 15,-4 3 1-15,-4 0-1 16,-5-2 1-16,0 2 0 15,-6-2 1-15,-3-1-1 16,-11 3 0-16,12 0 1 0,-12 0 1 16,0 0-1-16,0 0 0 15,0 0 0-15,0 0 0 16,0 0 0-16,-5 0-2 0,5 0-3 16,-15 5-4-16,5-5-13 15,10 0-61-15,-17 5-5 16</inkml:trace>
  <inkml:trace contextRef="#ctx0" brushRef="#br2" timeOffset="106633.14">12278 8591 331 0,'0'0'7'0,"0"0"3"16,0 0 4-16,0 0 2 16,-13-5 3-16,13 5-1 15,0 0 0-15,-12-5 1 16,12 5-6-16,0 0-4 0,0 0-1 15,0 5-1-15,7 0-2 16,9 3 1-16,1-1-1 16,5 3 1-16,6-2-6 0,2 0 0 15,4 1 0-15,-4 0 0 16,2-2 0-16,-7 1 0 16,1-1 0-16,-10 1 0 15,5-3 0-15,-9 3 0 0,-2-4 0 16,-10-4 0-16,7 10 0 15,-7-10 0-15,0 12 0 16,0-2 0-16,-10 0 0 0,-2 5 0 16,-5 0 0-1,-1 3 0-15,-5 4 0 0,-2 0 0 16,3 3 0-16,-2-3 0 16,4-1 0-16,0-2 0 15,5-2 0-15,3-2 0 0,1-2 0 16,4-4 0-16,0 1 0 15,7-10 0-15,-12 15 0 16,12-15 0-16,0 0 0 16,-11 10 0-16,11-10 0 15,0 0 0-15,0 0 0 0,0 0 0 16,0 0 0-16,0-7-37 16,0 7-52-16</inkml:trace>
  <inkml:trace contextRef="#ctx0" brushRef="#br2" timeOffset="107702.4">11973 9346 390 0,'0'0'7'0,"0"0"2"0,0 0 2 16,0 0 1-16,0 0 0 16,2-8 0-16,-2 8 2 15,10 0 1-15,-10 0-6 0,20 0-2 16,-6 0-2-16,7 0 0 15,-2 0-2-15,9 0-3 16,-1 0 0-16,-2 0 0 16,2 0 0-16,-4 0 0 0,-1 0 0 15,-5 0 0-15,-1 0 0 16,-7 4 0-16,-9-4 0 16,10 14 0-16,-10-4 0 15,-5 3 0-15,-7-1 0 16,-3 8 0-16,-5 0 0 0,-2 2 0 15,-6 3 0-15,-4 0 0 16,0-2 0-16,0 5 0 16,-1 0 0-16,3-3 0 15,1-6 0-15,6 1 0 0,4-3 0 16,6-4 0-16,10-6 0 16,3-7 0-16,10 7 0 15,10-7 0-15,5-2 0 0,0-3 0 16,8-2 0-16,-4-1 0 15,4 1 0-15,-6-3 0 16,-1 5 0-16,-3 0 0 0,-3 1 0 16,-3 0 0-16,-4 2 0 15,-3 2 0-15,-1-2 0 16,-9 2 0-16,11 0 0 16,-11 0 0-16,0 0 0 0,0 0 0 15,0 0 0-15,0 0 0 16,7 2 0-16,-7-2 0 15,0 0 0-15,0 0-38 16,12-5-49-16,-12 5-2 16</inkml:trace>
  <inkml:trace contextRef="#ctx0" brushRef="#br2" timeOffset="108233.22">12373 9674 413 0,'0'0'6'0,"0"0"2"0,0 0 1 15,0 0 1-15,9-3 1 16,-9 3 0-16,11 5 0 16,-11-5 1-16,7 14-5 15,-7 2-3-15,0-1-1 0,-5-1 0 16,-3 4 0-16,-2-1-3 15,-2 0 0-15,-3-3 0 16,1 3 0-16,-4-6 0 16,6-1 0-16,1-2 0 15,2-4 0-15,9-4 0 0,0 0 0 16,0 0 0-16,2-7 0 16,13 0 0-16,2-4 0 15,8 4 0-15,0-5 0 16,3 5 0-16,2-3 0 15,-3 2 0-15,-3 4 0 0,-4 1 0 16,1-2 0-16,-9 3 0 16,-5 2-5-16,-7 0-23 15,-7 0-55-15,7 0-3 0</inkml:trace>
  <inkml:trace contextRef="#ctx0" brushRef="#br2" timeOffset="108433.24">12444 9711 444 0,'0'0'6'16,"0"0"1"-16,0 0 1 15,0 0 1-15,5 7 0 0,-2 0 1 16,2 5 0-16,0 4-2 16,-2 6-8-16,1 0 0 15,-1 6 0-15,-1 4 0 16,1-2 0-16,1 1 0 15,-4-3-39-15,4-3-45 0,1-3-4 16</inkml:trace>
  <inkml:trace contextRef="#ctx0" brushRef="#br2" timeOffset="110467.52">12057 8813 43 0,'0'0'7'0,"0"0"4"16,0 0 4-16,0 0 5 15,0 0 8-15,0 0 4 0,0-9 5 16,0 9 2-16,0 0-3 16,0 0-2-16,0-12-3 15,0 12-4-15,0 0 0 0,0 0-7 16,5-10-2-16,-5 10-3 15,0 0-3-15,0 0-3 16,0 0-2-16,-5 5-2 16,5-5-1-16,-8 14-2 0,8-14-1 15,-5 15-1-15,5-15 0 16,0 15 0-16,0-15 0 16,0 10 1-16,0-10 0 15,13 8 0-15,-13-8 1 0,17 0 0 16,-6-3 1-16,-2-2 1 15,-9 5 1-15,12-17 0 16,-7 6 0-16,-5 4-3 16,0-5-2-16,-7 2 0 15,0 2 0-15,-5 1 0 0,-6 2 0 16,0 3 0-16,4 2 0 16,-7 0 0-16,7 7 0 15,-1 0 0-15,3 4 0 0,7-4 0 16,2 5 0-16,3-5 0 15,8 4 0-15,6-6 0 16,4-1 0-16,5-4 0 16,1 0 0-16,3 0 0 0,0-9 0 15,-2-2 0-15,-2 2 0 16,-6-3 0-16,-6-1 0 16,-7 1 0-16,-4-1 0 15,-7 3 0-15,-6 5 0 0,-4 3 0 16,-8 2 0-16,5 0 0 15,-3 6 0-15,1 2 0 16,7 5 0-16,3-1-5 16,12-12-68-16,-4 18-13 15</inkml:trace>
  <inkml:trace contextRef="#ctx0" brushRef="#br2" timeOffset="117600.37">4133 9182 200 0,'0'0'5'0,"0"0"4"16,0 0 4-16,0 0 2 16,0 0 1-16,0-8 3 15,0 8 0-15,0 0 0 0,0 0-4 16,0 0-4-16,0 0-3 15,0 0-2-15,0 0-3 16,11-3 0-16,-11 3-1 16,0 0 0-16,9 0 1 15,-9 0 1-15,15 0 0 0,-15 0 1 16,17-3 0-16,-5 1 0 16,-1-1 1-16,1 1-2 15,3-2 1-15,-3 3-2 16,0-2 1-16,4-1-2 0,-2 1 1 15,2-2-1-15,1 2-1 16,-2-2 0-16,3 3 0 16,-4-1-1-16,7 3 1 15,-9-2-1-15,3 2 0 0,2-2 1 16,1 2-1-16,-4-3 0 16,1 3 0-16,2-3 1 15,1 3-1-15,-1 0 1 16,-2-2-1-16,5-1 0 0,-3 1 1 15,-1 2-1-15,1-3 1 16,-5 3-1-16,6-2 0 16,-6 0 1-16,1 2-1 0,3-3 1 15,-3 3-1-15,2-2 0 16,3-3 1-16,-2 2-1 16,2 0 1-16,0 2-1 15,-3 1 0-15,2-3 1 16,-2 3-1-16,0-3 0 0,0 3 0 15,-3 0 0-15,0 0 0 16,3 0 0-16,1 0 1 16,-4 0-1-16,5 0 0 15,-2 0 0-15,3 0 1 0,-6 0-1 16,3 0 2-16,0-2-2 16,-2 2 0-16,-2-3 0 15,2 3 0-15,2 0 0 16,2 0 0-16,-2-2 0 0,0 2 0 15,0-3 0-15,0 3 0 16,-2 0 0-16,-1 0 0 16,-2 0 0-16,0-2 0 15,-1 2 0-15,2 0 0 0,-4 0 0 16,3 0 0-16,-1 0 1 16,5 0-1-16,-2 0 0 15,1 0 0-15,-1 0 0 0,2-2 0 16,-1 2 0-16,-1 0 0 15,3-4 0-15,-5 3 0 16,0 1 0-16,3 0 0 16,-1-3 0-16,-2 3 0 0,-2-2 1 15,4-1-1-15,1 0 0 16,-4 1 0-16,3 2 0 16,4 0 0-16,-4-2 0 15,1 2 0-15,-4-3 0 16,1 3 0-16,1 0 0 0,-11 0 0 15,12 0 1-15,-12 0-1 16,7 0 1-16,-7 0 0 16,13 0 0-16,-13 0 1 15,7 0 0-15,-7 0 0 0,0 0 0 16,10 0 1-16,-10 0-1 16,0 0 1-16,0 0-1 15,0 0 1-15,0 0-1 0,0 0 1 16,0 0-2-16,0 0 1 15,0 0-2-15,0 0-2 16,0 0-5-16,-8 0-11 16,8 0-32-16,-9 3-31 0,9-3-1 15</inkml:trace>
  <inkml:trace contextRef="#ctx0" brushRef="#br2" timeOffset="118250.31">5411 8918 343 0,'0'0'6'0,"0"0"3"15,0 0 3-15,0 0 1 0,0 0 0 16,0 0 0-16,-8-2 0 16,8 2 3-16,0 0-8 15,0 4-1-15,0-4-2 0,5 12 1 16,5-6-1-1,5 3 1-15,4-3 0 0,4 1-1 16,1 1 0-16,5-4-1 16,-3 0-1-16,-1 0 0 15,2 1 0-15,-9-5-1 0,-1 2 0 16,-4 1-1-16,-3-3 1 16,-10 0-2-16,12 4 0 15,-12-4 0-15,0 0 0 0,0 10 0 16,0-10 0-16,-7 15 0 15,-4-2 0-15,-1 4 0 16,-2 1 0-16,-4 3 0 16,-2 2 0-16,-5 2 0 15,3-4 0-15,3 3 0 0,1-5 0 16,0-1 0-16,3-4 0 16,6-1 0-16,1-3 0 15,8-10 0-15,-8 13 0 16,8-13 0-16,0 0 0 0,0 0 0 15,0 0 0-15,0 0 0 16,0 0 0-16,0 0 0 16,0 0 0-16,0 0 0 0,0 0 0 15,0 0 0-15,0 0 0 16,0 0-7-16,0 0-80 16,8 0-1-16</inkml:trace>
  <inkml:trace contextRef="#ctx0" brushRef="#br2" timeOffset="120600.65">7749 8841 54 0,'0'0'3'15,"0"0"3"-15,0 0 1 16,0 0 3-16,0 0 1 0,0 0 5 16,0 0-2-16,0 0 1 15,-11-5 0-15,11 5-2 16,0 0-1-16,0 0 0 0,0 0 1 16,0 0 0-16,0 0 2 15,0 0 1-15,0 0 1 16,-7-3 1-16,7 3-1 0,0 0 0 15,0 0 0-15,-7-4-2 16,7 4-2-16,0 0-1 16,0 0-2-16,0 0-1 15,0 0-4-15,0 0-1 16,0 0-1-16,0 0-1 0,0 0 0 16,0 0 0-16,5 0 1 15,4 0 0-15,7 0 1 16,-2 0 1-16,11 2 0 15,0 0 0-15,5 1 0 0,2-1-2 16,3-2 1-16,2 3-1 16,-2-3-1-16,5 2-1 15,-1-2 0-15,-1 0 1 16,2 0-2-16,2 0 1 0,-5 0 0 16,6 0-1-16,-6 0 1 15,0 0-1-15,0-2 0 16,-5 2 0-16,0 0 1 0,-4 0-1 15,-1 0 0-15,-4 0 0 16,-4 0 1-16,1 0-1 16,-4 0 0-16,-4 0 0 15,-2 0 0-15,-10 0 0 0,17 0 0 16,-17 0 0-16,10 0 0 16,-10 0 0-16,0 0 0 15,10 0 0-15,-10 0 0 16,0 0 0-16,0 0 0 0,10 0 0 15,-10 0 0-15,0 0 1 16,0 0-1-16,0 0 0 16,10 0 0-16,-10 0 1 15,0 0-1-15,0 0 1 16,0 0-1-16,0 0 1 0,0 0 0 16,0 0 0-16,0 0 1 15,7 0-1-15,-7 0 1 16,0 0-1-16,0 0 1 0,0 0 0 15,0 0-1-15,0 0 1 16,0 0-1-16,0 0 0 16,0 0 0-16,0 0-1 15,0 0 1-15,0 0-1 0,0 0 0 16,0 0 0-16,0 0 1 16,0 0-1-16,0 0 0 15,0 0 1-15,13-3-1 0,-13 3 0 16,17-2 1-16,-6-1-1 15,3 1 1-15,1 0-1 16,0 2 1-16,7-3-1 16,-2-2 1-16,0 5-1 15,3-2 1-15,-8-1-1 0,4 0 0 16,-7 2 0-16,-1 1 0 16,-11 0 1-16,14 0-1 15,-14 0 0-15,0 0 1 16,0 0 0-16,0 0 0 0,0 0 0 15,-7 0-1-15,7 0-2 16,-12 1-5-16,-1 2-7 16,3 2-21-16,10-5-46 15,-15 3-2-15</inkml:trace>
  <inkml:trace contextRef="#ctx0" brushRef="#br2" timeOffset="121183.18">8712 8690 308 0,'0'0'7'0,"0"0"4"0,0 0 4 16,0 0 2-16,0 0 2 15,-7-2 2-15,7 2-2 0,0 0 0 16,0 0-6-16,0 0-4 16,0 0-3-16,0 0-2 15,10 7 0-15,0-2 0 16,5 5 0-16,2-5 1 15,8 5 0-15,-3-3 0 0,6-2 0 16,-3 1-1-16,-3-2-2 16,0 0 0-16,-4-1 1 15,-1 0-3-15,-6 2 0 0,-11-5 0 16,12 7 0-16,-12-7 0 16,0 15 0-16,0-3 0 15,-10 4 0-15,-6 1 0 16,0 5 0-16,-5 3 0 0,-1 2 0 15,-3-2 0-15,1 0 0 16,1-3 0-16,5-3 0 16,4-3 0-16,-2-4 0 15,7-2 0-15,9-10 0 0,-7 12 0 16,7-12 0-16,0 0 0 16,-5 10 0-16,5-10 0 15,0 0 0-15,0 9 0 16,0-9 0-16,5 8-11 15,2-3-74-15,-7-5-3 0</inkml:trace>
  <inkml:trace contextRef="#ctx0" brushRef="#br2" timeOffset="123853.94">5898 8812 406 0,'0'0'7'16,"0"0"3"-16,0-13 2 0,0 13 1 15,5-12 2-15,-5 12 0 16,7-13 1-16,-7 13 1 16,0 0-17-16,0 0 0 15,7 5 0-15,-7 8 0 0,0 4 0 16,-5 5 0-16,-2 5 0 16,0 1 0-16,-6-1 0 15,1 5 0-15,-1-5 0 0,-2 1 0 16,3-6 0-16,-4-2 0 15,5-5 0-15,0-5 0 16,2-1 0-16,9-9 0 16,-8 8-6-16,8-8-65 0,0 0-18 15</inkml:trace>
  <inkml:trace contextRef="#ctx0" brushRef="#br2" timeOffset="124218.57">5719 8804 428 0,'0'0'6'0,"0"0"1"0,0 0 1 16,0 0 1-16,0 0 0 16,0 0 2-16,4 0 1 15,4 5 0-15,5 10-5 16,-4-1-5-16,8 6-2 0,3 4 0 15,5 0 0-15,0 2 0 16,0-3 0-16,2-2 0 16,-2 3 0-16,-2-5 0 15,-1 1 0-15,-5-5 0 0,-4-2 0 16,-1-1 0-16,-5-4 0 16,-7-8 0-16,11 12 0 15,-11-12 0-15,0 0 0 0,0 0 0 16,0 0 0-16,0 0 0 15,0 0 0-15,0 0 0 16,0 0 0-16,0 0 0 16,0 0 0-16,10 2-80 15,-10-2-13-15</inkml:trace>
  <inkml:trace contextRef="#ctx0" brushRef="#br2" timeOffset="127121.86">6121 8953 387 0,'0'0'8'0,"0"0"4"0,0 0 2 16,0 0 1-16,0 0 2 15,0 0 0-15,0 0 1 16,0 10-1-16,-2 7-11 0,-3 7-6 16,1 11 0-16,-8 7-37 15,12 3-48-15,-2 7-3 16</inkml:trace>
  <inkml:trace contextRef="#ctx0" brushRef="#br2" timeOffset="128633.67">9125 8866 418 0,'0'0'6'0,"0"0"3"0,0 0 1 16,0 0 1-16,0 0-1 15,0 0 1-15,-5 2 0 16,0 8 0-16,0 5-5 16,-2 2-4-16,-1 3 0 0,-2 3-1 15,-2-1-2-15,1 0-1 16,2 0-6-16,-3-7-9 16,12-15-54-16,-18 17-13 0</inkml:trace>
  <inkml:trace contextRef="#ctx0" brushRef="#br2" timeOffset="128883.37">8966 8916 368 0,'0'0'6'0,"0"0"4"16,0 0 2-16,7 4 1 15,1 1 2-15,4 5 0 16,6 0 0-16,-1 2 1 16,3 3-6-16,5-2-4 0,0 3-2 15,-6 0-4-15,4-1-3 16,-3 0-10-16,-5-8-33 16,-3 2-36-16,1 2-1 15</inkml:trace>
  <inkml:trace contextRef="#ctx0" brushRef="#br2" timeOffset="129533.09">9289 9024 447 0,'0'0'5'16,"0"0"3"-16,0 0 1 15,0 0 2-15,0 0 0 0,7-7 0 16,-7 7-2-16,10-7-9 15,-10 7 0-15,13-9 0 16,-13 9 0-16,12-7 0 16,1 7 0-16,-13 0 0 15,15 3 0-15,-15-3 0 0,9 17 0 16,-6-7 0-16,-3 8 0 16,0-1 0-16,-8 0 0 15,1 1 0-15,-2 1 0 16,-4-1 0-16,2-3 0 0,2-4 0 15,1-2 0-15,8-9 0 16,-5 12 0-16,5-12 0 16,7 0 0-16,4 0 0 15,4 0 0-15,2-4 0 0,0-2 0 16,1 1 0-16,0 5 0 16,-1-6 0-16,-2 5 0 15,-3 1 0-15,-12 22-54 0,0-22-35 16</inkml:trace>
  <inkml:trace contextRef="#ctx0" brushRef="#br2" timeOffset="137100.5">458 14843 418 0,'0'0'6'0,"0"0"3"16,0 0 3-16,-5-10 0 15,5 10 0-15,0 0 1 16,-9 0-1-16,3 8 1 16,6 9-9-16,-2 4-4 0,2 5 0 15,-3 6 0-15,3 5 0 16,0 3 0-16,0 0 0 16,0-3 0-16,0 1 0 15,-2-5 0-15,2-5 0 16,-5 0 0-16,-2-9 0 0,4-4 0 15,-5-8 0-15,8-7 0 16,0 0 0-16,-9-10-2 16,6-6 2-16,1-12 0 0,2-5 2 15,0-6-2-15,0-8 0 16,5 0 0-16,2-8 0 16,6 1 0-16,-1 3 0 15,3 3 0-15,2 6 0 16,3 10 0-16,2 2 0 0,3 11 0 15,2 6 0-15,1 9 0 16,-3 4 0-16,0 11 0 16,-3 6 0-16,-2 8 0 15,-2 3 0-15,-9 4 0 0,-4 0 0 16,-5 3 0-16,-2-1 0 16,-10-2 0-16,-9-4 0 15,-1-2 0-15,-2-3 0 16,-6-3 0-16,5-7 0 0,0-3 0 15,0-6 0-15,7-4 0 16,6 0 0-16,12 0 0 16,-10-9 0-16,10 9 0 15,10-11 0-15,8 11 0 0,-1 0 0 16,5 0 0-16,3 11 0 16,0 1 0-16,-1 1 0 15,6 6 0-15,-7-2 0 0,2 3 0 16,-5-2 0-16,-3 3 0 15,1-3 0-15,-9 0 0 16,3-1 0-16,-6-7-8 16,1-18-52-16,1 14-28 15,-8-6-2-15</inkml:trace>
  <inkml:trace contextRef="#ctx0" brushRef="#br2" timeOffset="137483.98">950 15029 432 0,'0'0'6'0,"0"0"0"0,0 0 2 0,-7 5 1 16,7-5 0-16,-13 18 0 16,6-4 1-16,-3 4-1 15,1 2-4-15,8-1-2 16,-2 4-2-16,3-4 1 0,4-1 0 15,10-3-2-15,4-5 0 16,1-6 0-16,4-4 0 16,4 0 0-16,1-4 0 15,1-6 0-15,-1-5 0 16,-6 0 0-16,-2-2 0 16,-8 2 0-16,-7-5 0 0,-5 0 0 15,-10 1 0-15,-7 3 0 16,-8 2 0-16,-2 1 0 15,-8 3 0-15,5 5 0 0,0 5 0 16,5 0 0-16,5 5 0 16,8 8-22-16,7 11-52 15,5-24-15-15</inkml:trace>
  <inkml:trace contextRef="#ctx0" brushRef="#br2" timeOffset="137867.56">1341 14722 440 0,'0'0'6'0,"0"0"2"0,0 0 2 0,0 0 1 16,7 0 1-16,-7 0 1 15,7 19-2-15,-4-3-11 16,-3 4 0-16,0 9 0 16,-3 1 0-16,1 6 0 0,-3 5 0 15,0 1 0-15,-3-6 0 16,3 7 0-16,3-9 0 0,2 2 0 16,0-4 0-16,2-10 0 15,3 0 0-15,8-4 0 16,-3-6 0-16,5-4 0 15,-1-3 0-15,7-5 0 0,-5 0 0 16,7-5 0-16,-6-5 0 16,1 2 0-16,-3-7 0 15,-5 9-87-15,-3-8-4 16</inkml:trace>
  <inkml:trace contextRef="#ctx0" brushRef="#br2" timeOffset="138083.67">1298 14958 469 0,'0'0'5'0,"0"0"1"0,8-3 2 16,-1 3 1-16,5-3 0 16,6 3-4-16,-1-2-5 15,8-3 0-15,0 3 0 0,-1-1 0 16,2 0 0-16,3 1 0 15,-4 0 0-15,-5 2 0 16,10 0-84-16,-15 0-7 16</inkml:trace>
  <inkml:trace contextRef="#ctx0" brushRef="#br2" timeOffset="138816.29">1684 14983 464 0,'0'0'5'0,"0"0"1"0,0 0 2 0,-11-3 0 16,11 3 1-16,0 0 2 15,0 0-11-15,-10-3 0 16,10 3 0-16,7 0 0 0,7 0 0 15,2 0 0-15,7 0 0 16,2 0 0-16,2 0 0 16,8 0 0-16,-3 0 0 15,-2 0 0-15,-5 3 0 0,-3 4 0 16,-4 0 0-16,-9 7 0 16,-6-3 0-16,-6 9 0 15,-9 0 0-15,-10 2 0 16,-3 3 0-16,-5 0 0 15,0-1 0-15,0 0 0 16,4-3 0-16,3-3 0 0,5-6 0 16,9-1 0-16,9-11 0 15,0 8 0-15,12-8 0 0,5 0 0 16,8 0 0-16,8-8 0 16,1 2 0-16,3 1 0 15,-2 0 0-15,-5 0 0 16,-3 3 0-16,-5-1 0 0,-1 3 0 15,-9 0 0-15,0-5-62 16,-12 5-30-16</inkml:trace>
  <inkml:trace contextRef="#ctx0" brushRef="#br2" timeOffset="139167.15">2468 14576 428 0,'0'0'7'0,"0"0"2"0,-9-3 3 15,9 3 0-15,-12-2 1 16,1 2 1-16,1 8 0 15,-5 6-12-15,0 8-2 0,3 6 0 16,-3 14 0-16,3 6 0 16,-3 8 0-16,3 3 0 15,4 6 0-15,0 2 0 16,8-6 0-16,0-1 0 16,8-7 0-16,7-5 0 0,3-5 0 15,8-9 0-15,1-9 0 16,14-22-68-16,-6 12-22 15</inkml:trace>
  <inkml:trace contextRef="#ctx0" brushRef="#br2" timeOffset="140133.46">2670 14806 440 0,'0'0'5'0,"0"0"3"0,0 0 2 16,0 0 1-16,0 0 0 15,-2-10 0-15,2 10 1 0,-9 3-9 16,-3 9-3-16,5 8 0 16,-3 5 0-16,2 5 0 15,1 4 0-15,0 4 0 0,3 1 0 16,4-2 0-16,6-5 0 15,6-2 0-15,-1-5 0 16,8-10 0-16,1-4 0 16,3-3 0-16,-1-8 0 0,3-1 0 15,-5-7 0-15,-1-7 0 16,1-5 0-16,-4-3 0 16,-7-1 0-16,-4-8 0 15,0-3 0-15,-5-2 0 0,-5-1 0 16,0-1 0-16,-8 2 0 15,1 5 0-15,-2 2 0 16,-2 5 0-16,2 7 0 16,-4 6 0-16,0 7 0 15,2 5 0-15,0 3 0 0,-1 9 0 16,8 6 0-16,-7 4 0 16,9 3 0-16,2 2 0 15,3 0 0-15,2 3 0 0,9-5 0 16,6-5 0-16,0-3 0 15,10-5 0-15,-3-8 0 16,5 0 0-16,1-4 0 16,2 0 0-16,-5-5 0 0,0-5 0 15,-6 2 0-15,1 1 0 16,-10 0 0-16,8-4-54 16,-18 11-35-16</inkml:trace>
  <inkml:trace contextRef="#ctx0" brushRef="#br2" timeOffset="140383.89">3107 14947 511 0,'0'0'0'0,"0"0"0"0,0 0 0 16,0 0 0-16,-2 13 0 0,2-1 0 15,-3 6 0-15,-2 0 0 16,3 6 0-16,-6 1 0 16,5-1 0-16,0 1 0 15,3 0 0-15,-1-10 0 0,5-7-30 16,1 3-59-16,-5-11-3 16</inkml:trace>
  <inkml:trace contextRef="#ctx0" brushRef="#br2" timeOffset="140700.42">3213 14497 496 0,'0'0'3'0,"0"0"0"16,0 0 2-16,0 0-1 0,0 0-4 15,9 7 0-15,5 7 0 16,4 7 0-16,12 8 0 15,-3 8 0-15,8 5 0 16,-1 6 0-16,1 9 0 0,-5 0 0 16,-3 2 0-16,-10 3 0 15,-6-1 0-15,-11 2 0 16,-5-4 0-16,-15-1 0 0,-5-9 0 16,-7-3 0-16,-1-8 0 15,-4-3 0-15,0-11 0 16,10-4 0-16,-1-7 0 15,10-11 0-15,6 4 0 0,12-6-85 16,5-13-8-16</inkml:trace>
  <inkml:trace contextRef="#ctx0" brushRef="#br2" timeOffset="141017.39">3887 14890 511 0,'0'0'0'0,"0"0"0"16,0 0 0-16,0 0 0 0,0-4 0 15,0 4 0-15,0 0 0 16,0 0 0-16,0 0 0 16,0 0-70-16,0 0-23 15</inkml:trace>
  <inkml:trace contextRef="#ctx0" brushRef="#br2" timeOffset="141350.57">4339 14727 498 0,'0'0'5'0,"0"0"1"16,-9-12-4-16,9 12-2 16,0 0 0-16,-8-10 0 15,8 10 0-15,0 0 0 16,-10 19 0-16,5 4 0 0,0 7 0 15,1 4 0-15,-1 9 0 16,1 0 0-16,0 5 0 16,4-3 0-16,0-3 0 15,0-3-50-15,0-9-42 0</inkml:trace>
  <inkml:trace contextRef="#ctx0" brushRef="#br2" timeOffset="141583.14">4049 14683 489 0,'0'0'4'0,"0"0"0"15,-8-15 2-15,6 5 2 0,2 10-8 16,0-18 0-16,0 8 0 16,4-2 0-16,9 2 0 15,4 0 0-15,8 5 0 16,5 1 0-16,7-2 0 0,8 6 0 15,2 0 0-15,6 8 0 16,4-1-71-16,-5 3-20 16</inkml:trace>
  <inkml:trace contextRef="#ctx0" brushRef="#br2" timeOffset="141949.66">4514 14880 511 0,'0'0'0'0,"0"0"0"16,0-4 0-16,0 4 0 15,7-8 0-15,-7 8 0 16,7-10 0-16,-7 10 0 16,16 0 0-16,-4 5 0 0,0 4 0 15,5 5 0-15,1 4 0 16,0 0 0-16,6 3 0 15,-4 1 0-15,-3 0 0 16,-1-1 0-16,-7-5 0 0,-6-1 0 16,-3-2 0-16,0-13 0 15,-8 9 0-15,-5-9 0 16,-1-2 0-16,-1-10 0 16,3-3 0-16,2-3 0 0,2-5 0 15,3 4 0-15,5-3 0 16,8 2 0-16,4 0 0 15,8 6 0-15,0 14-60 16,9-10-30-16</inkml:trace>
  <inkml:trace contextRef="#ctx0" brushRef="#br2" timeOffset="142784.81">5102 14848 511 0,'0'0'0'0,"0"0"0"16,-7 0 0-16,-1 0 0 15,-6 0 0-15,-4 3 0 16,-1 2 0-16,1 5 0 16,-3 3 0-16,5 4 0 0,-2 0 0 15,8 0 0-15,5 3 0 16,5-5 0-16,0 0 0 16,8-5 0-16,-1-3 0 0,8-5 0 15,-3-2 0-15,4-8 0 16,1-3 0-16,-2-4 0 15,-1-3 0-15,-1-2 0 16,-3-2 0-16,0 0 0 16,-3 2 0-16,-4 3 0 0,0 2 0 15,-3 7 0-15,0 8 0 16,0 0 0-16,-3 6 0 16,0 6 0-16,3 5 0 15,0 1 0-15,3 2 0 0,2-3 0 16,5 0 0-16,-1-7 0 15,7-3 0-15,1-4 0 16,0-3 0-16,1-7 0 16,4-6 0-16,-4-4 0 15,1 0 0-15,1-7 0 0,-4 3 0 16,-2 3 0-16,-2 1 0 16,-4 5 0-16,-3-1 0 0,-5 13 0 15,0 0 0-15,0 0 0 16,0 0 0-16,2 13 0 15,1-1 0-15,2 3 0 16,-1 0 0-16,7 0 0 16,3-4 0-16,7 0 0 0,4-4 0 15,2-4 0-15,0-3 0 16,5-3 0-16,1-4 0 16,-6 0 0-16,-2-6 0 15,-5 1 0-15,-11-1 0 0,-4 2 0 16,-5 0 0-16,0 11 0 15,-21-14 0-15,-2 8 0 16,3 6 0-16,1 0 0 16,1 0 0-16,-3 8 0 0,12 2 0 15,2-1 0-15,7 1 0 16,2 3 0-16,8-1 0 16,8 1 0-16,1-1 0 0,6 1 0 15,-3-1 0-15,3 0 0 16,-5 1 0-16,-2-3 0 15,-6-1 0-15,-2 1 0 16,-7-2 0-16,-3-8 0 16,-13 14 0-16,-4-7 0 0,-6-1 0 15,-4-1 0-15,-1 1 0 16,-2-5 0-16,0 2 0 16,6-3 0-16,4 2 0 15,2-2-17-15,18 0-46 0,-9-12-25 16,9 12-2-16</inkml:trace>
  <inkml:trace contextRef="#ctx0" brushRef="#br2" timeOffset="143467.56">5903 14827 474 0,'0'0'5'0,"0"0"2"0,-8 0 1 0,8 0-1 16,0 0 1-16,0 0-6 16,0 0-2-16,0 0 0 15,15 0 0-15,5 0 0 0,2 0 0 16,7 0 0-16,4 2 0 16,5 0 0-16,-1 0 0 15,-2 1 0-15,-8-1 0 16,-2 3 0-16,-8 3 0 0,-7-1 0 15,-10 6 0-15,-10 2 0 16,-7 3 0-16,-10 3 0 16,-3 4 0-16,-11-1 0 15,7-1 0-15,-3-1 0 0,11-2 0 16,-1-2 0-16,13-7 0 16,9 0 0-16,5-11 0 15,9 9 0-15,12-4 0 16,4-5 0-16,5 0 0 15,8-2 0-15,2-3 0 0,3 0 0 16,2 1 0-16,-8-5 0 16,6-2-51-16,-11 3-40 15</inkml:trace>
  <inkml:trace contextRef="#ctx0" brushRef="#br2" timeOffset="143765.9">6719 14458 511 0,'0'0'0'0,"0"0"0"16,0 0 0-16,0 0 0 0,0 0 0 16,-4 11 0-16,-1 11 0 15,-7 14 0-15,-6 8 0 16,-2 10 0-16,-2 11 0 15,0 7 0-15,1 7 0 16,7 0 0-16,3-2 0 0,9-3 0 16,4-8 0-16,14-3 0 15,6-11 0-15,8-10 0 16,10-4 0-16,1-21 0 16,5-5-73-16,11-7-20 0</inkml:trace>
  <inkml:trace contextRef="#ctx0" brushRef="#br2" timeOffset="144533.1">7149 14744 474 0,'0'0'4'0,"0"0"2"16,0 0 1-16,0 0 1 0,0 0 0 16,0 0-4-16,-12 0-4 15,3 8 0-15,-9 2 0 16,0 10 0-16,-1 0 0 16,-4 5 0-16,1-1 0 15,5 1 0-15,4-4 0 0,-2 0 0 16,8-4 0-16,-1-5 0 15,8-1 0-15,0-11 0 16,2 12 0-16,9-10 0 16,3-2 0-16,4 0 0 15,5 0 0-15,7-2 0 0,-2-3 0 16,6 0 0-16,-4 0 0 16,4 0 0-16,-10 0 0 15,4-5-19-15,-8 8-68 0,-2 2-4 16</inkml:trace>
  <inkml:trace contextRef="#ctx0" brushRef="#br2" timeOffset="144733.17">7420 14872 502 0,'0'0'4'0,"0"0"1"15,0 0-5-15,0 0 0 16,0 0 0-16,0 14 0 0,-2-4 0 15,2 7 0-15,0 3 0 16,-2 5 0-16,-1 1 0 16,1 4 0-16,2 3 0 15,0-14 0-15,0 1-90 16,0-2-2-16</inkml:trace>
  <inkml:trace contextRef="#ctx0" brushRef="#br2" timeOffset="145050.35">7572 14474 507 0,'0'0'4'0,"0"0"-4"16,0 0 0-16,0 0 0 0,0 0 0 16,10 8 0-16,5 1 0 15,2 9 0-15,6 7 0 16,4 5 0-16,8 10 0 15,2 8 0-15,1 8 0 16,4 5 0-16,-10 3 0 0,3 3 0 16,-8 3 0-16,-4-1 0 15,-9-7 0-15,-9-2 0 16,-5-6 0-16,-7-7 0 0,-10-5 0 16,-1-10 0-16,-7-9 0 15,0-1 0-15,-3-15 0 16,-11 1-89-16,22-8-4 15</inkml:trace>
  <inkml:trace contextRef="#ctx0" brushRef="#br2" timeOffset="145249.7">8223 14965 511 0,'0'0'0'15,"0"0"0"-15,0 0 0 16,0 0 0-16,0 0 0 16,0 0 0-16,10-5 0 0,-10 5 0 15,0 0 0-15,0 0 0 16,-5 14-41-16,5-14-52 16</inkml:trace>
  <inkml:trace contextRef="#ctx0" brushRef="#br2" timeOffset="146482.99">8593 14729 409 0,'0'0'6'0,"0"0"3"0,-9-13 3 16,9 13 2-16,-5-17 2 16,5 17 2-16,-11-16 0 15,4 5-9-15,7 11-9 16,0 0 0-16,0 0 0 0,-3 19 0 15,1 6 0-15,2 6 0 16,0 6 0-16,0 2 0 16,0 4 0-16,2-4 0 15,1-1 0-15,-1-9 0 0,1-4 0 16,-1-6 0-16,0-6 0 16,-2-13 0-16,0 10 0 15,0-10 0-15,-4-10 0 16,-1-7 0-16,2-4 0 0,-4-5 0 15,2-6 0-15,3-5 0 16,2-8 0-16,-3 0 0 16,3-2 0-16,8 3 0 15,1 4 0-15,9 4 0 0,-1 5 0 16,6 6 0-16,2 10 0 16,7 8 0-16,-2 4 0 15,0 6 0-15,-6 9 0 16,3 6 0-16,-9 5 0 0,-6 2 0 15,-10-2 0-15,-2 6 0 16,-9 2 0-16,-8-4 0 16,-3-2 0-16,-8-3 0 15,8-2 0-15,-4-5 0 0,4-3 0 16,7-1 0-16,13-11 0 16,-10 14 0-16,10-14 0 15,18 11 0-15,-5-7 0 16,11 1 0-16,1 3 0 0,0 0 0 15,-1-2 0-15,-1 2 0 16,0 1 0-16,-8-1 0 16,4 4 0-16,-7-7-7 15,-12-5-81-15,16 14-3 0</inkml:trace>
  <inkml:trace contextRef="#ctx0" brushRef="#br2" timeOffset="146817.4">9021 14793 441 0,'0'0'7'0,"0"0"2"0,-5-7 2 0,5 7 0 16,-11 0 0-16,11 0 0 15,-12 16-1-15,3-4-10 16,4 5 0-16,-1 3 0 0,4 5 0 16,2-4 0-16,5 2 0 15,3 0 0-15,8-11 0 16,7-2 0-16,2-5 0 15,5-5 0-15,0 0 0 16,2-8 0-16,-8-4 0 0,2-5 0 16,-9-1 0-16,-7-1 0 15,-10-1 0-15,0-5 0 16,-12 3 0-16,-9 4 0 0,0-2 0 16,-7 6 0-16,3 3 0 15,0 4 0-15,2 7 0 16,4 0-4-16,9 0-63 15,10 0-23-15,0 0-1 0</inkml:trace>
  <inkml:trace contextRef="#ctx0" brushRef="#br2" timeOffset="147066.82">9373 14556 499 0,'0'0'4'15,"0"0"2"-15,0 0-4 0,0 0-2 16,0 0 0-16,0 0 0 15,8 10 0-15,-8 3 0 16,-5 9 0-16,-3 7 0 16,1 6 0-16,-3 5 0 0,3 4 0 15,-3 0 0-15,7-1 0 16,3-3 0-16,3-8 0 16,7-3 0-16,5-4 0 0,2-7 0 15,5-7 0-15,-2-3 0 16,5-5 0-16,0-3 0 15,-3-5 0-15,-2-9-68 16,-5 1-24-16</inkml:trace>
  <inkml:trace contextRef="#ctx0" brushRef="#br2" timeOffset="147233">9234 14757 475 0,'0'0'2'16,"0"0"1"-16,0 0 2 0,0 0 2 15,11 2 0-15,6-2 0 16,0 3-2-16,10-3-5 16,1 0 0-16,6 4 0 15,1-6-28-15,5 0-57 0,-1-1-3 16</inkml:trace>
  <inkml:trace contextRef="#ctx0" brushRef="#br2" timeOffset="147865.82">9655 14690 448 0,'0'0'6'0,"0"0"1"16,0 0 3-16,0 0 0 0,0 0 1 16,7-7 1-16,2 7-5 15,5-3-7-15,-2 3 0 16,8 0 0-16,-3 5 0 0,3 1 0 15,-1 11 0-15,-1-1 0 16,-3 4 0-16,-3 2 0 16,-7 1 0-16,-2-1 0 15,-3-2 0-15,-8 3 0 16,-4-6 0-16,-1-2 0 0,-5-1 0 16,2-6 0-16,4-3 0 15,-1-3 0-15,13-2 0 16,-8-10 0-16,8-2 0 15,10-5 0-15,8-11 0 16,3 1 0-16,4-3 0 0,3-2 0 16,-1 2 0-16,-4 3 0 15,0 8 0-15,-7-2 0 16,-2 14 0-16,-14 7 0 0,9 0 0 16,-9 13 0-16,0 9 0 15,-7-3 0-15,5 6 0 16,-2 3 0-16,2 1 0 0,2 1 0 15,0-8 0-15,2 1 0 16,11-9 0-16,-1 2 0 16,6-8 0-16,7-2 0 15,-6-6 0-15,11 0-26 16,-2 0-63-16,-3-10-2 16</inkml:trace>
  <inkml:trace contextRef="#ctx0" brushRef="#br2" timeOffset="148152.99">10271 14383 501 0,'0'0'3'0,"0"0"2"0,0 0-3 0,0 0-2 0,5 4 0 15,-3 11 0-15,-2 7 0 16,0 12 0-16,-2 2 0 15,-3 11 0-15,-1 10 0 16,1 0 0-16,-2 4 0 0,2 0 0 16,5-5 0-16,0-1 0 15,7-6 0-15,3-3 0 16,5-10 0-16,8 2 0 16,-4-11 0-16,6-3 0 15,3-6-32-15,2-8-57 0,4-9-3 16</inkml:trace>
  <inkml:trace contextRef="#ctx0" brushRef="#br2" timeOffset="148600.5">10695 14668 488 0,'0'0'3'0,"0"0"2"0,0 0 1 15,0-16 1-15,0 16-5 16,-10-12-2-16,-2 11 0 0,-6-3 0 16,-7 4 0-16,-2 4 0 15,1 2 0-15,-2 7 0 16,1 4 0-16,6-1 0 16,5 5 0-16,5-4 0 0,11 3 0 15,0-5 0-15,18-2 0 16,1-4 0-16,6-4 0 15,5-3 0-15,0-2 0 16,0-7 0-16,2-5 0 16,-5 0 0-16,1-3 0 15,-8 1 0-15,-6-3 0 0,-4 9 0 16,-2-3 0-16,-8 11 0 16,0 0 0-16,0 0 0 15,0 15 0-15,-8 7 0 0,6 3 0 16,-3 5 0-16,0 2 0 15,3 3 0-15,-3-3 0 16,1 0 0-16,4-5 0 16,0-2 0-16,0-7 0 0,6-9-73 15,-6-9-19-15</inkml:trace>
  <inkml:trace contextRef="#ctx0" brushRef="#br2" timeOffset="148933.75">10977 14691 460 0,'0'0'6'0,"0"0"2"16,-7-4 2-16,7 4 0 16,-11 0 0-16,1 4-3 0,0 4-7 15,-2 9 0-15,-2 6 0 16,0 0 0-16,4 8 0 16,0-1 0-16,5 3 0 15,5-6 0-15,2-2 0 16,11-11 0-16,4 1 0 0,8-9 0 15,5-6 0-15,2-3 0 16,3-10 0-16,-3-4 0 16,1-3 0-16,-8-2 0 15,-10-5 0-15,-5 2 0 0,-10-5 0 16,-8 3 0-16,-9-3 0 16,-8 3 0-16,-3 10 0 15,-2 0 0-15,0 9 0 16,2-5 0-16,5 13-21 0,12 0-68 15,-1 0-3-15</inkml:trace>
  <inkml:trace contextRef="#ctx0" brushRef="#br2" timeOffset="149184.24">11133 14339 472 0,'0'0'5'0,"0"0"3"15,5-13 2-15,-5 13 1 16,2-10-6-16,-2 10-5 15,0 0 0-15,15 0 0 0,-2 7 0 16,1 16 0-16,9 8 0 16,2 8 0-16,2 11 0 15,1 8 0-15,2 7 0 16,-6-2 0-16,-7 4 0 0,-5 3 0 16,-10-5 0-16,-4-1 0 15,-7-2 0-15,-11-5 0 16,-8-8 0-16,4 1 0 15,-14 12 0-15,12-30-61 16,-2-10-34-16</inkml:trace>
  <inkml:trace contextRef="#ctx0" brushRef="#br2" timeOffset="153001.47">562 15584 300 0,'0'0'5'15,"0"0"3"-15,0-18 6 0,0 10-1 16,0-1 3-16,0 0 2 16,0-1 0-16,0 0-1 15,0 10-5-15,0 0-3 16,0 0-4-16,0 10-1 0,6 7-2 16,-1 5-1-16,2 8 1 15,5 5-1-15,1-1 0 16,4 6 0-16,8-5-1 15,2 2 1-15,8-2-1 16,5-6 1-16,7 1-1 0,3-5 0 16,4-6 1-16,11 1-1 15,3-7 1-15,6-3 0 16,8-5 0-16,4-5-1 16,7 0 1-16,6-8 0 0,8-2-1 15,5-5 1-15,7 0-1 16,-2 3 1-16,4-2-1 15,4-1 0-15,4 2 1 16,0 1-1-16,0 2 1 0,3-1-1 16,3-1 1-16,-2 2 0 15,-1 0-1-15,3 2 1 16,-4 4-1-16,-3 2 0 16,2 2 1-16,-11 0-1 0,-2 5 0 15,-9 7 0-15,-7 2 0 16,-9 1 0-16,-7 3-1 15,-11 5 1-15,-7-2 0 0,-10 2 0 16,-7 4 1-16,-10-2-1 16,-8 3 1-16,-4-1 0 15,-12-1 0-15,-5-1 0 16,-6 3 0-16,-5-6 0 0,0-3 0 16,-3-3-1-16,-4-4 1 15,1-2-1-15,6-10 0 16,-7 10 0-16,7-10-1 15,0 0 1-15,3-10 0 0,7-3-1 16,5-3 1-16,3-5 0 16,3-1-1-16,7-6 0 15,1 2 1-15,8-2-1 16,4-1 0-16,3 2 1 16,8-1-1-16,-2 1 1 0,5 3 0 15,4 0 0-15,8 0 1 16,1 4-1-16,4-2 0 15,4 1 1-15,4 8-1 16,3-3 0-16,3 4 0 0,6 1 0 16,0 3 1-16,5-1-1 15,5 8 0-15,0-5 0 16,7 2 0-16,-2 1 1 0,7 3-1 16,-1-2 0-16,5 2 0 15,1 0 0-15,1 0 0 16,-2 0 0-16,3 0 0 15,-2 2 0-15,0 4 0 16,3-2 0-16,-6 0 0 16,3-1 0-16,1 5 0 0,2-6 0 15,-1 3 1-15,1-2-1 16,0-1 0-16,0 0 0 16,4 1 0-16,1 0 1 0,-3-1-1 15,-4 3 0-15,1 3 0 16,-7-4 0-16,4 4 1 15,-7-1-1-15,-3-3 0 16,-4 0 0-16,-5 1 0 0,0-5 1 16,-4 0-1-16,2 0 0 15,-5-9 0-15,-2 2 1 16,-4-5-1-16,-4-2 0 16,-2-1 1-16,-6 0-1 15,-2 1 1-15,-8-7-1 0,-4 4 1 16,-8-3 0-16,-1 3 0 15,-10-3 1-15,-1 0 0 16,-8-3 2-16,-4 4-1 16,-8 2 1-16,0-1-1 0,-8 4-1 15,-2-1-2-15,-6 2-9 16,2 1-36-16,-6 2-38 16,-8-5-3-16</inkml:trace>
  <inkml:trace contextRef="#ctx0" brushRef="#br2" timeOffset="153733">5602 16243 433 0,'0'0'5'16,"0"0"-2"-16,0 0 2 16,0 0 2-16,0 0 0 15,0 0 1-15,0 0 1 0,0 15 0 16,0 2-3-16,0 10 0 16,0 2-2-16,-3 7-1 15,1 3 0-15,-1 3 0 16,3-2-3-16,-2 1 0 0,0-8 0 15,2-2-2-15,0-5-3 16,-3-8-3-16,3-1-7 16,0-17-14-16,-10 10-55 0,10-10-3 15</inkml:trace>
  <inkml:trace contextRef="#ctx0" brushRef="#br2" timeOffset="154017.41">5239 16226 412 0,'0'0'5'16,"0"0"0"-16,0 0 2 15,-10-8 2-15,10 8-2 16,0 0 2-16,0-12 1 0,0 12 1 16,20-15-4-16,2 5-1 15,8-3 0-15,4 1-1 16,12-2 0-16,3-1-1 15,3 0-1-15,3 0-3 16,-2 2 0-16,-4 3 0 0,-9 1 0 16,-8 3 0-16,-5 3 0 15,-9 2 0-15,-6 1 0 0,-12 0 0 16,8 10 0-16,-8-10-7 16,-2 19-10-16,-4 14-50 15,-1-19-19-15</inkml:trace>
  <inkml:trace contextRef="#ctx0" brushRef="#br2" timeOffset="154433.42">5940 16463 419 0,'0'0'4'0,"0"0"1"0,-5 0 2 16,5 0 1-16,-16 0 0 15,7 3 1-15,-3 4 0 16,-1 1 0-16,1 2-4 16,1 0-1-16,4 1-2 0,2 3 0 15,5-4-1-15,0 0-1 16,0-10 1-16,18 6-1 15,-4-6 1-15,2 0 0 16,3-4 0-16,-1-7 1 0,-1 0 0 16,-2-4 0-16,-3 0 1 15,-4-2-1-15,-5-1 0 16,-6-1 0-16,-8 1-2 16,-3 0 0-16,-6 6 0 15,-5-1-2-15,3 6-4 0,-3 5-4 16,5 2-11-16,0 2-32 15,10 1-34-15,10-3-2 16</inkml:trace>
  <inkml:trace contextRef="#ctx0" brushRef="#br2" timeOffset="154633.97">6198 15956 465 0,'0'0'4'15,"0"0"2"-15,0 0 1 16,-10-8 0-16,10 8 0 16,0 0 1-16,-7 3-1 15,7 17-7-15,0 5 0 16,0 16 0-16,0 3 0 0,7 9-46 16,3 11-41-16,-5 3-2 15</inkml:trace>
  <inkml:trace contextRef="#ctx0" brushRef="#br2" timeOffset="155966.35">11632 14997 511 0,'0'0'0'0,"0"0"0"15,0 0 0-15,0 0 0 16,-7-3 0-16,7 3 0 15,0 0 0-15,0 0 0 16,0 0 0-16,0 0 0 16,0 0 0-16,19-4-52 0,-6-3-44 15</inkml:trace>
  <inkml:trace contextRef="#ctx0" brushRef="#br2" timeOffset="159017.49">12131 14615 373 0,'0'0'7'0,"0"0"5"15,0 0 2-15,0-10 3 0,0 10 1 16,0 0 2-16,0-12 1 16,0 12 0-16,0 0-13 15,0 0-8-15,0 0 0 16,-7 18 0-16,2 1 0 0,0 9 0 15,-3 5 0-15,1 5 0 16,2 5 0-16,-2 1 0 16,1-2 0-16,-1-3 0 15,2-3 0-15,-2-4 0 16,4-7 0-16,-1-6 0 0,-2-1 0 16,1-8 0-16,5-10 0 15,-9 0 0-15,6-10 0 16,-1-9 0-16,1-6 0 15,-3-6 0-15,6-8 0 16,0-6 0-16,0-5 0 0,6-4 0 16,-1 2 0-16,7 0 0 15,1 6 0-15,1-2 0 0,9 10 0 16,-4 12 0-16,6 3 0 16,0 8 0-16,3 10 0 15,-1 5 0-15,-2 10 0 16,-3 8 0-16,-2 4 0 0,-8 5 0 15,-4 8 0-15,-8-5 0 16,-5 2 0-16,-7-3 0 16,-6-1 0-16,-4-9 0 15,-5 1 0-15,-1-8 0 16,1 1 0-16,3-5 0 16,3-6 0-16,4 3 0 0,7-5 0 15,10 0 0-15,0 0 0 16,0 0 0-16,14 5 0 15,4 3 0-15,7-1 0 16,-1 6 0-16,-1 1 0 0,4 1 0 16,-2 2 0-16,-5 1 0 15,0 2 0-15,-5-1 0 0,-3-2 0 16,0 4 0-16,-1-4 0 16,-1 0 0-16,-3 14-75 15,1-25-17-15</inkml:trace>
  <inkml:trace contextRef="#ctx0" brushRef="#br2" timeOffset="159367.32">12509 14796 479 0,'0'0'2'16,"0"0"1"-16,-5 0 1 0,5 0 1 15,-17 13 1-15,2-1 1 16,0 3-2-16,-2 5-5 15,2 3 0-15,5-2 0 16,2 1 0-16,8-1 0 16,3-4 0-16,12-5 0 0,2-4 0 15,10-5 0-15,1-3 0 16,7-9 0-16,-6 0 0 16,1-9 0-16,-5 4 0 0,-2-6 0 15,-9 0 0-15,-6-5 0 16,-8 0 0-16,-5 3 0 15,-10-3 0-15,-3 6 0 0,-4 1 0 16,-3 6 0-16,1 2 0 16,1 2 0-16,3 8 0 15,3 0-24-15,-3 4-63 16,20-4-4-16</inkml:trace>
  <inkml:trace contextRef="#ctx0" brushRef="#br2" timeOffset="159668.57">12887 14482 495 0,'0'0'4'0,"0"0"2"15,0 0 0-15,0 0-6 16,0 0 0-16,0 12 0 16,-3 3 0-16,-4 10 0 15,-3 7 0-15,-2 3 0 0,-6 9 0 16,6 2 0-16,-1 7 0 15,4-6 0-15,1-2 0 16,6-2 0-16,2-9 0 16,2 0 0-16,10-9 0 0,3-6 0 15,3-2 0-15,4-11 0 16,3-4 0-16,-2-2 0 16,6-2 0-16,-4-4 0 0,-3-11 0 15,-2 9 0-15,-10 2-72 16,-2-13-19-16</inkml:trace>
  <inkml:trace contextRef="#ctx0" brushRef="#br2" timeOffset="160000.93">12743 14715 482 0,'0'0'3'15,"0"0"1"-15,0 0 2 16,0 0 1-16,0 0 2 0,8 0-9 15,7 0 0-15,1 0 0 16,9 0 0-16,0 0 0 16,5 0 0-16,3 0 0 15,-4 0 0-15,-1 0 0 0,-7 0 0 16,2 0 0-16,-10 1 0 16,-4-1 0-16,-9 0 0 15,10 3 0-15,-10-3 0 0,0 0 0 16,0 0 0-16,-7 3 0 15,7-3 0-15,-9 0 0 16,9 0 0-16,-14 2 0 16,14-2 0-16,-9 3 0 15,9-3 0-15,0 0 0 0,0 0-47 16,0 0-45-16,0 0-2 16</inkml:trace>
  <inkml:trace contextRef="#ctx0" brushRef="#br2" timeOffset="161033.17">13207 14699 389 0,'0'0'5'0,"0"0"2"0,0 0 3 16,0 0 2-16,0 0 1 15,0 0 2-15,0 0 2 16,0 0 0-16,0 0-4 16,0 0-2-16,0 0-9 0,0 0-2 15,0 0 0-15,0 0 0 16,-4 10 0-16,4-10 0 15,0 0 0-15,0 0 0 0,0 0 0 16,7 0 0-16,-7 0 0 16,22 0 0-16,-10-1 0 15,9-5 0-15,1 3 0 16,5-1 0-16,-2-1 0 0,2 0 0 16,-2 3 0-16,-2 2 0 15,-4 0 0-15,-1 0 0 16,-6 0 0-16,-1 2 0 15,-2 3 0-15,-9-5 0 16,5 12 0-16,-5-2 0 0,-2 2 0 16,-10 5 0-16,-4-1 0 15,-1 1 0-15,-8 0 0 16,0 3 0-16,0-4 0 16,0 3 0-16,4-7 0 0,0 2 0 15,9-3 0-15,-3-1 0 16,15-10 0-16,-12 15 0 15,12-15 0-15,0 0 0 16,10 5 0-16,4-5 0 0,4 0 0 16,4-3 0-16,6 1 0 15,7-6 0-15,-3 4 0 16,2 1 0-16,1-4 0 0,0 1 0 16,-3 5 0-16,-5-2 0 15,1-1 0-15,-9 4 0 16,-3 0 0-16,-3 0 0 15,-13 0 0-15,12 0 0 0,-12 0 0 16,0 0 0-16,0 0 0 16,0 0 0-16,-8 4 0 15,8-4 0-15,-13 4 0 16,13-4 0-16,-14 6 0 16,14-6 0-16,-16 4 0 0,16-4 0 15,-12 3-11-15,-5-3-81 16,17 0-4-16</inkml:trace>
  <inkml:trace contextRef="#ctx0" brushRef="#br2" timeOffset="161399.74">14084 14298 462 0,'0'0'5'0,"0"0"3"15,0 0 2-15,0 0 1 0,0 0-1 16,0 0-5-16,-5 0-5 16,-4 13 0-16,-9 12 0 15,-1 9 0-15,-9 12 0 0,-2 12 0 16,0 11 0-16,-2 6 0 15,5-2 0-15,4 2 0 16,9 0 0-16,1-6 0 16,13-7 0-16,13-5 0 0,3-9 0 15,12-4 0-15,7-10 0 16,7-4 0-16,3-13 0 16,5-1 0-16,-9-9-30 0,5-7-59 15,-4-7-4 1</inkml:trace>
  <inkml:trace contextRef="#ctx0" brushRef="#br2" timeOffset="162084.07">14348 14507 435 0,'0'0'6'0,"0"-8"4"15,0 8 2-15,2-10 2 0,-2 10-1 16,0 0 1-16,-7 0-7 16,-3 5-7-16,-3 15 0 15,-3 5 0-15,-2 9 0 0,-3 8 0 16,5 1 0-16,-2 1 0 16,8 3 0-16,5-5 0 15,5-4 0-15,10-6 0 16,8-7 0-16,1-11 0 15,6-4 0-15,3-7 0 0,-3-3 0 16,0-8 0-16,-6-4 0 16,-1-9 0-16,-6-3 0 0,-3-3 0 15,-3-10 0-15,-6-3 0 16,-2-7 0-16,-6 0 0 16,-4 1 0-16,-4-2 0 15,-1 8 0-15,-3 8 0 16,-2 7 0-16,0 10 0 0,-1 11 0 15,0 8 0-15,7 11 0 16,-5 8 0-16,9 4 0 16,4 7 0-16,6-1 0 15,4 5 0-15,9-9 0 16,8 3 0-16,1-10 0 0,8-3 0 16,3-6 0-16,5-5 0 15,-4-4 0-15,3-4 0 16,-3-4 0-16,-5-6 0 0,-2 2 0 15,-7-2 0-15,-6 0 0 16,-2 1 0-16,-8-1 0 16,-2 10 0-16,0-15 0 15,0 15 0-15,-2-10 0 16,2 10 0-16,-12-3 0 0,12 3 0 16,-12 0 0-16,12 0 0 15,-11 8 0-15,11-8 0 16,-12 15 0-16,12-15 0 0,-7 15 0 15,7-15 0-15,-2 7-40 16,2-7-53-16,0 12-1 16</inkml:trace>
  <inkml:trace contextRef="#ctx0" brushRef="#br2" timeOffset="162566.26">14704 14739 496 0,'0'0'4'0,"0"0"2"0,0 0-1 15,0 0-5-15,0-6 0 16,0 6 0-16,0-17 0 0,2 6 0 16,0 1 0-16,7 0 0 15,4 0 0-15,3 0 0 16,-4 3 0-16,3 7 0 0,-1 0 0 16,-1 4 0-16,-3 9 0 15,-3 3 0-15,-7 5 0 16,0 1 0-16,-7 3 0 15,-5 2 0-15,-3 1 0 0,0-4 0 16,-5-1 0-16,6-1 0 16,-3-5 0-16,6-4 0 15,3-1 0-15,8-12 0 16,0 10 0-16,8-10 0 16,3 0 0-16,8-2 0 0,3-9 0 15,5 4 0-15,0-8 0 16,3 5 0-16,-5-4-28 15,3-11-62-15,-7-3-4 0</inkml:trace>
  <inkml:trace contextRef="#ctx0" brushRef="#br2" timeOffset="162867.6">14867 14229 511 0,'0'0'0'0,"0"0"0"0,0 0 0 16,0 0 0-16,8 5 0 15,-1 7 0-15,6 3 0 16,4 7 0-16,5 11 0 16,6 9 0-16,2 8 0 0,4 6 0 15,-4 7 0-15,-3-1 0 16,-4 7 0-16,-11-8 0 16,-2 6 0-16,-10-5 0 0,-3-5 0 15,-11 0 0-15,-6-7 0 16,-5-5 0-16,1-6 0 15,-4-4 0-15,-2-11 0 16,3 0 0-16,-2-10 0 16,8-2 0-16,2-9 0 0,6-1 0 15,-2-4-15-15,2-11-74 16,11-2-3-16</inkml:trace>
  <inkml:trace contextRef="#ctx0" brushRef="#br2" timeOffset="163100.07">15530 14583 511 0,'0'0'0'0,"0"0"0"15,8 0 0-15,-8 0 0 0,0 0 0 16,0 0 0-16,10 0 0 15,-10 0 0-15,0 0 0 16,0 0 0-16,0 0 0 16,-2 0-75-16,2 0-19 15</inkml:trace>
  <inkml:trace contextRef="#ctx0" brushRef="#br2" timeOffset="163733.51">15983 14318 472 0,'0'0'6'0,"0"0"0"0,0 0 2 0,0 0 1 0,-10 0 1 16,5 5-10-16,-1 12 0 15,-3 7 0-15,4 9 0 16,-2 7 0-16,-4 2 0 15,4 7 0-15,0-1 0 0,4-3 0 16,3-4 0-16,0-8 0 16,0-19-56-16,5 11-33 15,-2-10 0-15</inkml:trace>
  <inkml:trace contextRef="#ctx0" brushRef="#br2" timeOffset="163966.34">15652 14273 449 0,'0'0'4'0,"0"0"2"15,-2-7 1-15,2 7 2 16,0-13 1-16,0 13 1 16,20-19 0-16,0 7-7 0,10 2-4 15,2-3 0-15,10 1 0 16,6 2 0-16,6-1 0 15,0 3 0-15,4 8 0 16,-12 0-27-16,5 1-59 0,-6 6-5 16</inkml:trace>
  <inkml:trace contextRef="#ctx0" brushRef="#br2" timeOffset="164316.16">16079 14434 497 0,'0'0'3'0,"0"0"1"0,0 0 3 16,0 0-7-16,16 0 0 15,-6 0 0-15,5 3 0 16,4 4 0-16,4 3 0 16,2 5 0-16,0 5 0 15,1 5 0-15,-3 2 0 0,-5 3 0 16,-6-3 0-1,-7 4 0-15,-3-8 0 0,-2 0 0 16,-5-3 0-16,-5-7 0 16,1-6 0-16,-4-6 0 15,1-1 0-15,1 0 0 0,2-8 0 16,4-9 0-16,3-2 0 16,2-6 0-16,2 3 0 15,8-5 0-15,3 0 0 0,3 8 0 16,2-5 0-16,5 12 0 15,-6-2-17-15,3 9-69 16,3 2-4-16</inkml:trace>
  <inkml:trace contextRef="#ctx0" brushRef="#br2" timeOffset="165165.82">16575 14499 448 0,'0'0'5'0,"0"0"3"0,0 0 1 15,0 0 1-15,-4-8 1 16,4 8 0-16,-16 0-2 0,3 0-9 15,-5 0 0-15,1 6 0 16,3 4 0-16,-2-1 0 16,4 6 0-16,1 0 0 15,7 3 0-15,4-1 0 16,0-2 0-16,8-3 0 0,2-2 0 16,4-3 0-16,1-3 0 15,5-4 0-15,-3-4 0 16,1-3 0-16,1-3 0 0,-3-2 0 15,1-3 0-15,-7 0 0 16,0-5 0-16,-3 2 0 16,-2 6 0-16,0 0 0 15,-2 2 0-15,-3 10 0 0,0 0 0 16,0 0 0-16,0 0 0 16,-3 15 0-16,3-3 0 15,0 1 0-15,0 1 0 16,3-1 0-16,7-6 0 15,2-2 0-15,1-2 0 0,4-3 0 16,3-5 0-16,3-5 0 16,-4-3 0-16,3-1 0 15,1-6 0-15,-6 5 0 0,1 0 0 16,-9 0 0-16,1 5 0 16,-7 0 0-16,-3 10 0 15,0 0 0-15,0 0 0 16,-8 10 0-16,1 3 0 0,4-1 0 15,3 6 0-15,0-4 0 16,3 1 0-16,9-3 0 16,3-3 0-16,7-3 0 15,4-6 0-15,3 0 0 0,1-2 0 16,2-8 0-16,1 0 0 16,-6-2 0-16,-5-3 0 15,-1 3 0-15,-12-6 0 16,-4 5 0-16,-5 1 0 15,-7 5 0-15,-5 0 0 0,-4 4 0 16,0 3 0-16,-2 0 0 16,6 3 0-16,-4 6 0 15,9 4 0-15,5-1 0 16,2 3 0-16,7 3 0 0,5-4 0 16,6 4 0-16,2-1 0 15,-1-2 0-15,1-3 0 16,1 3 0-16,-5-2 0 15,-6-6 0-15,1 4 0 0,-11-11 0 16,0 14 0-16,-5-10 0 16,-13 1 0-16,-1 1 0 15,-1-2 0-15,-8-4 0 0,3 0 0 16,0 3 0-16,3-3 0 16,2 0 0-16,5-5-9 15,3-3-47-15,12 8-30 16,-3-9-2-16</inkml:trace>
  <inkml:trace contextRef="#ctx0" brushRef="#br2" timeOffset="165950.03">17362 14427 492 0,'0'0'4'0,"0"0"2"0,0 0 1 16,0-12-5-16,0 12-2 15,12-13 0-15,1 8 0 16,-1 3 0-16,11 2 0 0,-1 0 0 16,0 7 0-16,3 6 0 15,-7 2 0-15,1 2 0 16,-8 5 0-16,-4 0 0 15,-7 1 0-15,0-1 0 16,-13 0 0-16,-2-4 0 0,-2-1 0 16,-3-2 0-16,3-5 0 15,0-3 0-15,1-2 0 16,7-5 0-16,9 0 0 16,-8-9 0-16,11-4 0 0,9-6 0 15,3-4 0-15,7-4 0 16,3-3 0-16,2 5 0 15,1 0 0-15,-3 3 0 16,-6 7 0-16,-3 3 0 0,-2 7 0 16,-14 5 0-16,11 10 0 15,-11 5 0-15,0 2 0 16,0 5 0-16,0 6 0 0,0 2 0 16,0-4 0-16,4 2 0 15,6-4 0-15,2 0 0 16,3-8 0-16,0-3 0 15,5-3 0-15,-2-10-17 16,-1 0-71-16,5-8-4 0</inkml:trace>
  <inkml:trace contextRef="#ctx0" brushRef="#br2" timeOffset="166234.42">18114 14046 500 0,'0'0'4'16,"0"0"1"-16,0 0-3 0,0 0-2 0,0 0 0 16,0 0 0-16,-2 18 0 15,-3 7 0-15,-2 11 0 16,0 5 0-16,-4 15 0 16,-3 3 0-16,3 10 0 0,-1 1 0 15,5-3 0-15,2-1 0 16,5-4 0-16,10-2 0 15,4-8 0-15,11-5 0 16,0-5 0-16,12-7 0 16,6-7 0-16,-1-10 0 15,10 0-5-15,8-11-84 0,-13-7-3 16</inkml:trace>
  <inkml:trace contextRef="#ctx0" brushRef="#br2" timeOffset="166785.63">18560 14273 469 0,'0'0'6'0,"0"0"2"0,0-9 2 16,0 9 1-16,0 0-4 15,0-11-7-15,0 11 0 16,-7 3 0-16,-2 12 0 0,-3 3 0 15,-3 7 0-15,-4 4 0 16,1 5 0-16,-5 4 0 16,2-6 0-16,3 3 0 15,3-8 0-15,5-5 0 0,-1-7 0 16,7-3 0-16,4-12 0 16,-2 15 0-16,2-15 0 15,6 6 0-15,7-6 0 16,5 0 0-16,5 0 0 0,2 0 0 15,3 0 0-15,6-3 0 16,-8-2 0-16,4 0 0 16,-10 3 0-16,0-1 0 15,-5 0 0-15,-8 3 0 16,-7 0 0-16,0 0 0 0,11 0 0 16,-11 0 0-16,0 0 0 15,-5 6-46-15,5-6-44 16,-11 0-2-16</inkml:trace>
  <inkml:trace contextRef="#ctx0" brushRef="#br2" timeOffset="167216.18">18781 14511 501 0,'0'0'5'15,"0"0"0"-15,-3-9-5 16,3 9 0-16,-5-18 0 16,3 8 0-16,2-2 0 0,0-3 0 15,0 2 0-15,5 1 0 16,4 5 0-16,5-3 0 0,2 5 0 16,2 2 0-16,1 3 0 15,-1 3 0-15,-3 5 0 16,0 4 0-16,-8 5 0 15,-4 4 0-15,-3 0 0 16,-3 2 0-16,-9 2 0 0,-6-4 0 16,4 2 0-16,-1-3 0 15,0-3 0-15,5-3 0 16,0-6 0-16,5 2 0 0,5-10 0 16,0 10 0-16,10-8 0 15,8-2 0-15,3 0 0 16,2-7 0-16,9 1 0 15,-3-11 0-15,15-1-11 16,-10-5-79-16,1-6-4 16</inkml:trace>
  <inkml:trace contextRef="#ctx0" brushRef="#br2" timeOffset="167465.73">19114 13998 484 0,'0'0'4'0,"0"0"2"0,0 0 0 15,0 0 1-15,0 0-3 16,0 0-4-16,2 13 0 0,5 4 0 16,11 8 0-16,-1 7 0 15,6 8 0-15,9 7 0 16,-2 8 0-16,2 1 0 16,-2 8 0-16,-5 1 0 0,-6-3 0 15,-11 5 0-15,-8-3 0 16,-13-1 0-16,-12-4 0 15,-12 0 0-15,-7-4 0 16,-6-8 0-16,6 5 0 16,-9-9-8-16,7-10-84 15,5-2-4-15</inkml:trace>
  <inkml:trace contextRef="#ctx0" brushRef="#br2" timeOffset="169400.05">11819 15262 313 0,'0'0'6'0,"0"0"4"15,0 0 0-15,0 0-1 16,0 0 1-16,0 0 2 15,-5 10 1-15,2 1-1 16,3 8-4-16,0 3-3 0,0 8 0 16,0 4 0-16,3 7 1 15,5 0-1-15,5 5 0 16,5 0 0-16,5-2-2 0,4-2 0 16,10-3 0-16,4-3-1 15,10-4 0-15,4-6 0 16,7-2-1-16,5-7 1 15,7-5-1-15,4-4 1 16,3-6-1-16,9-2 1 16,2-2-1-16,10-9 0 0,0-1 1 15,7-5-1-15,5-5 0 16,1 0 0-16,4-3 0 0,1-3 0 16,1-4 0-16,-2 2 0 15,0 1 0-15,-4 4 0 16,-3-2 1-16,-6 6-1 15,-4 4 0-15,-4 5 1 0,-6 5-1 16,-9 4 1-16,-4 3-1 16,-6 8 1-16,-6 5-2 15,-3 1 1-15,-6 3-1 16,-11 8 1-16,-5 0-1 16,-5 2 0-16,-9 3 0 0,-6 0 0 15,-6-3 0-15,-4 0 0 16,-7 1 0-16,-3-10 0 15,0 3 0-15,-2-6 0 16,0-3 0-16,0-4 0 16,0-8 1-16,0 0 0 0,0 0 0 15,0 0 0-15,9-13 0 16,0-2 0-16,3-9 0 0,6-1 0 16,5-5-1-16,1-2 1 15,8-5-1-15,2 2 0 16,10-2 1-16,0-3 0 15,6 5-1-15,2-2 0 16,2 4 0-16,8-3-1 0,6 6 1 16,2-2 0-16,4 5-1 15,3 0 1-15,8 2-1 16,-1 6 1-16,8 1 0 16,2 3 0-16,3 2 0 15,5 3 0-15,0 8 1 0,2 0-1 16,-2 2-1-16,0 2 1 15,-3 6 0-15,1 2 0 16,-3 5 0-16,-5 0 0 16,0-1-1-16,0 7 1 0,-3-5 1 15,-2 3-1-15,0-3-1 16,-3 2 2-16,4-7-1 16,-4-1 0-16,-5-2 0 0,4-6 1 15,-7-2-1-15,-3 0 0 16,-11-7 0-16,5-6 0 15,-12-1 1-15,-4-3 0 16,-3-3-1-16,-6-3 1 0,-5-1 0 16,-7-4 0-16,-3 3 0 15,-4-2-1-15,-9 3-1 16,-1-1-3-16,-3 7-5 16,-8-4-9-16,-4-3-52 0,2 13-15 15</inkml:trace>
  <inkml:trace contextRef="#ctx0" brushRef="#br2" timeOffset="169951.58">15695 15844 434 0,'0'0'5'16,"0"0"2"-16,0 0 2 0,0 0 0 15,0 0 1-15,0 0 1 16,5 8 0-16,-1 4 0 16,1 10-7-16,0 3-4 15,1 7 0-15,-1 4 0 16,2 0 0-16,-5 4 0 0,-2-8 0 15,3 3-4-15,-3-8-28 16,-5-3-54-16,0-4-2 16</inkml:trace>
  <inkml:trace contextRef="#ctx0" brushRef="#br2" timeOffset="170216.31">15438 15874 422 0,'0'0'4'0,"0"0"0"0,0 0 4 16,0 0 0-16,4-10 2 15,10 2 1-15,0-1 1 0,9-1 0 16,7 0-3-16,5-5 0 16,8 2-7-16,2 1-2 15,4 2 0-15,2 3 0 16,-5-1 0-16,0 4 0 15,-10-2 0-15,-4 4 0 16,-8 2 0-16,-4 0-19 0,-12 12-52 16,-8-12-16-16</inkml:trace>
  <inkml:trace contextRef="#ctx0" brushRef="#br2" timeOffset="170484.46">15960 15948 473 0,'0'0'2'0,"0"0"1"16,4 10 1-16,0 0 2 15,-1 2-1-15,-1 4 1 16,3 6-1-16,0 0 2 15,-3 0-7-15,3 3 0 16,1-3 0-16,1 0-3 16,-5-4-12-16,6-6-39 0,1-2-32 15,-9-10 0-15</inkml:trace>
  <inkml:trace contextRef="#ctx0" brushRef="#br2" timeOffset="170871.64">16139 15658 472 0,'0'0'4'16,"0"0"2"-16,0 0 2 15,0 0 1-15,0 0 0 0,0 0-6 16,0 0-3-16,-2-4 0 15,2 4 0-15,9-13 0 16,7 6 0-16,1 2 0 0,3 0 0 16,3 2 0-16,2 3 0 15,-4 8 0-15,2 4 0 16,-10 5 0-16,-6 6 0 16,-7 4 0-16,-2 0 0 15,-14 6 0-15,-3-3 0 0,-6 1 0 16,-2-6 0-16,4 0 0 15,0-5 0-15,9-3 0 16,2-4 0-16,12-13 0 0,0 9 0 16,19-9 0-16,8-2 0 15,13-5 0-15,0-11-8 16,12 6-78-16,5-6-2 16</inkml:trace>
  <inkml:trace contextRef="#ctx0" brushRef="#br2" timeOffset="171601.5">19675 14799 511 0,'0'0'0'0,"0"0"0"15,0 0 0-15,0 0 0 16,0-6 0-16,0 6 0 0,0 0 0 15,0 0 0-15,0 0 0 16,0 0 0-16,0 0 0 16,-2-7 0-16,2 7-78 15,0 0-15-15</inkml:trace>
  <inkml:trace contextRef="#ctx0" brushRef="#br2" timeOffset="173250.38">20057 14390 376 0,'0'0'8'16,"0"0"3"-16,0 0 2 16,6-10 2-16,-6 10 2 0,0 0 0 15,0 0 2-15,7-10 0 16,-7 10-7-16,0 0-8 15,0 0-4-15,0 0 0 16,0 0 0-16,0 10 0 16,0 3 0-16,0 6 0 0,0 6 0 15,0 4 0-15,3 7 0 16,-1 3 0-16,4 3 0 16,0 0 0-16,0-2 0 15,-4-3 0-15,1-2 0 0,-3-6 0 16,2-2 0-16,-2-4 0 15,0-6 0-15,-5-2 0 16,0-5 0-16,5-10 0 16,-9 14 0-16,9-14 0 0,0 0 0 15,-11-4 0-15,7-6 0 16,1-7 0-16,-3-6 0 16,4-4 0-16,-3-7 0 0,3-7 0 15,2-5 0-15,0-3 0 16,2-1 0-16,5-3 0 15,4 4 0-15,1 4 0 16,6 4 0-16,1 4 0 16,6 9 0-16,3 3 0 0,1 10 0 15,-6 10 0-15,4 5 0 16,-5 0 0-16,-2 16 0 16,-5 3 0-16,-7 9 0 15,-6 1 0-15,-2 3 0 0,-4 1 0 16,-9-4 0-16,-4-1 0 15,-6-6 0-15,-4 0 0 16,-1-7 0-16,3-3 0 0,-5-2 0 16,9-2 0-16,3-5 0 15,3-1 0-15,5-2 0 16,10 0 0-16,0 0 0 16,15 5 0-16,4-2 0 0,6 4 0 15,5 1 0-15,3 2 0 16,0-2 0-16,-2 5 0 15,-3 2 0-15,-3 0 0 16,-5 0 0-16,-3 0 0 16,-7-2 0-16,0-2 0 0,-3-1 0 15,-7-10 0-15,7 20 0 16,-7-20-39-16,0 13-47 16,0-13-4-16</inkml:trace>
  <inkml:trace contextRef="#ctx0" brushRef="#br2" timeOffset="173600.32">20517 14593 474 0,'0'0'4'0,"0"0"1"0,0 0 1 16,2 5 0-16,-2-5 0 15,0 17 0-15,0-3-2 16,-2 0-4-16,0 3 0 16,2 0 0-16,0 3 0 15,4-2 0-15,7-4 0 0,1 4 0 16,8-8 0-16,3-5 0 16,1-3 0-16,1-2 0 15,0 0 0-15,0-7 0 16,-6-6 0-16,-4-2 0 0,-5 1 0 15,-10-4 0-15,-7 1 0 16,-11-1 0-16,-9-1 0 16,1 9-13-16,-7-2-74 15,-7 2-2-15</inkml:trace>
  <inkml:trace contextRef="#ctx0" brushRef="#br2" timeOffset="175929.51">20903 14281 344 0,'0'0'8'0,"0"0"5"0,0 0 5 0,0 0 2 15,0 0 0-15,0 0 2 0,0 0 1 16,9 0 0-16,-9 0-6 15,0 17-14-15,-2 3-3 16,-1 8 0-16,-1 3 0 16,1 7 0-16,-1 5 0 0,4-4 0 15,-3 3 0-15,3-2 0 16,3-4 0-16,1-6 0 16,6-3 0-16,0-8 0 0,3-5 0 15,1-3 0-15,-2-11-14 16,-12 0-72-16,15 0-3 15</inkml:trace>
  <inkml:trace contextRef="#ctx0" brushRef="#br2" timeOffset="176150.49">20804 14462 438 0,'0'0'4'0,"0"0"2"0,0 0 1 16,0 0 1-16,0 0 2 15,0 0 0-15,7 0 2 16,5 0-1-16,8-4-6 16,7 4-5-16,1-4 0 15,7 2 0-15,-1-1 0 0,1 3 0 16,-10 0 0-16,0 3 0 16,-11-3-20-16,-14 0-65 15,5 10-4-15</inkml:trace>
  <inkml:trace contextRef="#ctx0" brushRef="#br2" timeOffset="177150.38">21091 14571 460 0,'0'0'3'0,"0"0"2"15,0 0 2-15,5-3 2 16,-5 3 0-16,20-7 1 0,-3 2-2 16,4 1-8-16,4 0 0 15,4-1 0-15,4 5 0 16,-1 0 0-16,-2 0 0 15,2 3 0-15,-8 3 0 16,-4 3 0-16,-4 1 0 0,-9 2 0 16,-7 6 0-16,-5-1 0 15,-8 4 0-15,-9-2 0 16,-5 6 0-16,-5-3 0 0,0 0 0 16,-1 0 0-16,3-5 0 15,5-1 0-15,5-5 0 16,8 0 0-16,12-11 0 15,-2 10 0-15,9-8 0 0,11-2 0 16,3 0 0-16,9 0 0 16,0 0 0-16,2-5 0 15,-2 3 0-15,0-1 0 16,-5-1 0-16,-5 1 0 0,0 0 0 16,-7 11-70-16,-2-10-20 15</inkml:trace>
  <inkml:trace contextRef="#ctx0" brushRef="#br2" timeOffset="177466.07">21795 14064 488 0,'0'0'4'0,"0"0"1"0,0 0 2 15,0 0 0-15,0 0-7 16,2 7 0-16,-7 15 0 16,-5 5 0-16,-5 15 0 0,-7 8 0 15,-3 15 0-15,1 4 0 16,-4 7 0-16,3 1 0 16,5-5 0-16,5 0 0 0,5-3 0 15,7-7 0-15,3-5 0 16,3-8 0-16,10-7 0 15,4-4 0-15,5-7 0 16,3-6 0-16,5-4 0 16,0-11 0-16,-5-5-75 0,10-5-17 15</inkml:trace>
  <inkml:trace contextRef="#ctx0" brushRef="#br2" timeOffset="177950.37">21966 14321 458 0,'0'0'4'0,"0"0"2"0,0 0 1 16,0 0 1-16,0 0 1 16,-17 7 0-16,6 8 1 15,-6 10-10-15,0 4 0 16,-3 11 0-16,-2 7 0 0,4 3 0 15,1-1 0-15,4 3 0 16,8-2 0-16,5-11 0 16,8-1 0-16,9-9 0 15,6-6 0-15,4-10 0 0,6-4 0 16,-1-9 0-16,2-3 0 16,-4-7 0-16,3-7 0 15,-4-10 0-15,-8-5 0 0,-5-7 0 16,-2-7 0-16,-11-2 0 15,-3-5 0-15,-1 1 0 16,-12 1 0-16,-4 8 0 16,-3 5 0-16,-5 8 0 15,0 13 0-15,3 10 0 0,-1 10 0 16,3 11 0-16,6 6 0 16,3 10 0-16,4 4 0 15,7 4 0-15,0 4 0 16,11-3 0-16,3 1 0 0,4-2 0 15,3-7 0-15,9 2 0 16,-5-2-70-16,8-14-20 16</inkml:trace>
  <inkml:trace contextRef="#ctx0" brushRef="#br2" timeOffset="178600.46">22333 14611 498 0,'0'0'4'16,"0"0"2"-16,0 0-3 16,0 0-3-16,0 0 0 0,0 0 0 15,0-6 0-15,0 6 0 16,21-1 0-16,-10 1 0 15,5-3 0-15,3 3 0 16,2 0 0-16,-4 3 0 0,-2 1 0 16,0 3 0-16,-8-1 0 15,1 3 0-15,-8 1 0 0,0-3 0 16,-3 6 0-16,-6-1 0 16,-2 1 0-16,-3-1 0 15,2-1 0-15,-1 0 0 16,3-1 0-16,-3 5 0 0,8-5 0 15,0-2 0-15,5-1 0 16,0-7 0-16,8 17 0 16,2-7 0-16,2 0 0 15,4-2 0-15,-3-1 0 16,6 3 0-16,-2 0 0 16,-2-3 0-16,0 1 0 0,-8-1 0 15,-7-7 0-15,10 13 0 16,-10-13 0-16,-5 7 0 15,-7-4 0-15,-9 1 0 16,0 2 0-16,-4-2 0 0,-3 1 0 16,-4 3 0-16,2-3 0 15,0-1 0-15,5 4 0 0,4-3 0 16,0 0 0-16,8 0 0 16,1-3 0-16,12-2 0 15,-7 5 0-15,7-5 0 16,0 0 0-16,0 0 0 0,0 0 0 15,0 0 0-15,0 0-8 16,0 0-11-16,7 0-27 16,-7 0-40-16,0 0 0 15</inkml:trace>
  <inkml:trace contextRef="#ctx0" brushRef="#br2" timeOffset="179283.35">22517 14089 396 0,'0'0'7'0,"0"0"2"0,0 0 4 16,0-11 1-16,0 11 0 16,0 0 2-16,8 0 0 0,2 2 2 15,5 14-10-15,7 8-8 16,1 5 0-16,7 16 0 16,0 7 0-16,2 5 0 15,-2 10 0-15,-5 4 0 0,-8 2 0 16,-2-4 0-16,-13 0 0 15,-2-5 0-15,-4-3 0 16,-12-5 0-16,-7-3 0 16,-6-6 0-16,-4-8 0 0,-1-2 0 15,1-5 0-15,-4-5 0 16,5-9 0-16,7 0 0 16,2-11 0-16,11-2-29 15,12-5-58-15,-2-5-3 0</inkml:trace>
  <inkml:trace contextRef="#ctx0" brushRef="#br2" timeOffset="179532.99">23055 14516 511 0,'0'0'0'0,"0"0"0"0,0 0 0 15,0 0 0-15,0 0 0 16,0 0 0-16,7-5 0 16,-7 5 0-16,5-9-34 15,-5 9-54-15,0 0-3 16</inkml:trace>
  <inkml:trace contextRef="#ctx0" brushRef="#br2" timeOffset="179783.02">23251 14321 511 0,'0'0'0'16,"0"0"0"-16,0 0 0 15,0 0 0-15,7 0 0 0,-1 12 0 16,-2 2 0-16,-1 11 0 16,-1 8 0-16,1 6 0 15,1 4 0-15,-1 1 0 16,-3 4 0-16,0-5 0 0,2-3 0 16,-2-11 0-16,5 2-5 15,10-9-85-15,-15-7 0 16</inkml:trace>
  <inkml:trace contextRef="#ctx0" brushRef="#br2" timeOffset="180000.01">23046 14155 461 0,'0'0'4'0,"0"0"2"15,6-8 2-15,-6 8 1 16,19-12 0-16,-1 7 2 15,5-3-8-15,7 1-3 16,4 2 0-16,3 3 0 16,5 2 0-16,1 2 0 0,-1 0 0 15,6-2-41-15,-6 13-46 16,-10-1-4-16</inkml:trace>
  <inkml:trace contextRef="#ctx0" brushRef="#br2" timeOffset="180365.98">23345 14507 484 0,'0'0'4'0,"0"0"2"16,0 0 1-16,5-5 0 16,-5 5-4-16,20-3-3 0,-8 3 0 15,6 0 0-15,4 0 0 16,-2 8 0-16,0 1 0 15,3 3 0-15,-4 3 0 16,3 0 0-16,-6 3 0 16,-4-1 0-16,-3 4 0 15,0-6 0-15,-9-4 0 0,0-1 0 16,0-10 0-16,-16 15 0 16,7-12 0-16,-4-3 0 15,1-3 0-15,-1-4 0 0,5-4 0 16,1-3 0-16,5-4 0 15,2-1 0-15,2-4 0 16,8-2 0-16,3 4 0 16,1-2 0-16,6 6 0 0,-3-1-5 15,2 8-81-15,8 0-2 16</inkml:trace>
  <inkml:trace contextRef="#ctx0" brushRef="#br2" timeOffset="181116.07">23750 14449 446 0,'0'0'5'0,"0"0"2"16,0 0 2-16,0 0 1 16,0 0 1-16,0 0-1 15,0 0 0-15,-7-2-7 16,7 2-3-16,-12 11 0 16,7-3 0-16,-4 8 0 0,5-1 0 15,4 2 0-15,0-3 0 16,0 1 0-16,2-2 0 0,5-3 0 15,-7-10 0-15,16 10 0 16,-16-10 0-16,17 0 0 16,-7-5 0-16,0-5 0 15,-1 1 0-15,2-7 0 0,-1 1 0 16,-1 1 0-16,-1-4 0 16,0 3 0-16,-4 3 0 15,-1 2 0-15,-3 10 0 0,0 0 0 16,0 0 0-1,0 0 0-15,0 14 0 0,2-1 0 16,1 2 0-16,-1 0 0 16,4 3 0-16,1-9 0 15,5 1 0-15,-1-4 0 0,3-5 0 16,1-1 0-16,2-1 0 16,-1-10 0-16,1-2 0 15,-5 3 0-15,1-6 0 16,-1 3 0-16,-7 1 0 0,3 1 0 15,-8 4 0-15,0 7 0 16,0 0 0-16,0 0 0 16,0 0 0-16,-3 10 0 15,-2 5 0-15,2-2 0 0,3 4 0 16,0 0 0-16,0 0 0 16,8-4 0-16,-1-1 0 15,6-4 0-15,4-3 0 16,0-2 0-16,1-3 0 15,2-3 0-15,0-4 0 0,-7-4 0 16,1 1 0-16,-1-2 0 16,-6 2 0-16,-2 1 0 15,-3-2 0-15,-2 11 0 0,-2-9 0 16,2 9 0-16,-15 0 0 16,5 7 0-16,-2 3 0 15,1 2 0-15,2 4 0 16,2-2 0-16,-5 3 0 0,6-2 0 15,3 2 0-15,1-2 0 16,2 0 0-16,0-2 0 16,2-1 0-16,3 1 0 15,-5-13-10-15,11 12-22 16,1-5-52-16,-12-7-2 0</inkml:trace>
  <inkml:trace contextRef="#ctx0" brushRef="#br2" timeOffset="181916.52">24227 14390 470 0,'0'0'5'0,"0"0"2"0,0 0 1 0,0-13 1 15,0 13 0-15,0 0-6 16,5-9-3-16,5 6 0 0,2 3 0 16,1 5 0-16,5 5 0 15,-2 5 0-15,0 0 0 16,-2 8 0-16,-1-2 0 16,-5 4 0-16,-8-2 0 0,0 2 0 15,-5-6 0-15,-6 1 0 16,-3-7 0-16,-3-1 0 15,4-5 0-15,-3-1 0 16,2-5 0-16,4-1 0 0,10 0 0 16,-8-9 0-16,8-1 0 15,6-5 0-15,1-4 0 16,8-2 0-16,2-3 0 16,3 1 0-16,-3-2 0 0,4 3 0 15,-7 5 0-15,2 2 0 16,-9 5 0-16,-7 10 0 15,12 0 0-15,-12 5 0 16,0 7 0-16,0 9 0 16,0 0 0-16,0 7 0 0,2 1 0 15,4 1 0-15,1 0 0 16,3-3 0-16,5-3 0 16,4-3 0-16,7-4 0 0,-1-9 0 15,7-8-28-15,-5 0-60 16,6-3-3-16</inkml:trace>
  <inkml:trace contextRef="#ctx0" brushRef="#br2" timeOffset="182249.63">24779 14011 452 0,'0'0'6'0,"0"0"1"0,0 0 2 15,-2 5 1-15,-7 5 1 0,0 7 0 16,-3 8-6-16,-6 7-5 16,-2 8 0-16,3 9 0 15,-3 8 0-15,3 5 0 16,1 7 0-16,7-2 0 0,2 0 0 15,1-2 0-15,6-6 0 16,0-3 0-16,6-8 0 16,1-5 0-16,5-11 0 15,1-10 0-15,-1-7 0 0,8-10-73 16,-3-5-18-16</inkml:trace>
  <inkml:trace contextRef="#ctx0" brushRef="#br2" timeOffset="182683.77">24878 14227 452 0,'0'0'6'16,"0"0"3"-16,0 0 1 15,0 0 1-15,0 0 0 16,0 0 1-16,0 0-12 0,-2 7 0 16,2 5 0-16,-7 6 0 15,2 1 0-15,1 4 0 16,0 7 0-16,-1-6 0 0,0 3 0 16,-2-4 0-16,1-3 0 15,-1-3 0-15,-1-5 0 16,1-2 0-16,7-10 0 15,-10 13 0-15,10-13 0 0,0 0 0 16,0 0 0-16,8 2 0 16,4-2 0-16,3 0 0 15,0 0 0-15,7 0 0 16,0-5 0-16,1 3 0 0,-3 2 0 16,0-3 0-16,-3 3 0 15,-7-2 0-15,3 2 0 16,-13 0-9-16,0 0-80 15,0 0-2-15</inkml:trace>
  <inkml:trace contextRef="#ctx0" brushRef="#br2" timeOffset="183200.39">25067 14437 495 0,'0'0'5'0,"0"0"2"0,0 0-3 0,0 0-4 15,2-4 0-15,-2 4 0 16,0 0 0-16,5-9 0 16,-5 9 0-16,13-2 0 15,-3 2 0-15,2 0 0 0,3 0 0 16,0 0 0-16,5 0 0 15,-2 5 0-15,-4 1 0 16,2-2 0-16,-7 3 0 16,-9-7 0-16,10 18 0 0,-10-8 0 15,-5 0 0-15,-5-1 0 16,-3 4 0-16,-2-3 0 16,3 0 0-16,0 0 0 0,0-3 0 15,4 0 0-15,8-7 0 16,-8 18 0-16,8-11 0 15,0-7 0-15,18 16 0 16,-8-7 0-16,5-2 0 0,0 3 0 16,-1-3 0-16,-1 1 0 15,-1 1 0-15,-6-3 0 16,-6-6 0-16,12 17 0 16,-12-17 0-16,0 15 0 0,0-15 0 15,-13 13 0-15,3-8 0 16,-4-1 0-16,-4-1 0 15,-2 0 0-15,1 1 0 16,-6-8 0-16,-8 1-82 16,11-2-9-16</inkml:trace>
  <inkml:trace contextRef="#ctx0" brushRef="#br2" timeOffset="183550.23">25166 13969 478 0,'0'0'4'0,"0"0"1"15,0 0 1-15,13-5 2 16,-13 5 2-16,19 10-10 16,2 2 0-16,-1 13 0 15,7 7 0-15,0 5 0 16,5 10 0-16,-2 9 0 0,5 0 0 15,-2 6 0-15,-7 5 0 16,-3-2 0-16,-5-1 0 16,-9 3 0-16,-4-6 0 15,-5 1 0-15,-10-5 0 0,-10-2 0 16,-7-3 0-16,-3-6 0 16,-12 0 0-16,-5-9 0 15,-3 2 0-15,-7-9 0 16,-3-2-59-16,11-1-35 0</inkml:trace>
  <inkml:trace contextRef="#ctx0" brushRef="#br2" timeOffset="186349.53">19916 15161 341 0,'0'0'5'16,"0"0"2"-16,0 0 3 15,0 0 3-15,0 0 1 0,0 0-1 16,0 0 0-16,0 0-2 15,0 0-3-15,0 4-3 16,0-4-2-16,0 20-1 0,-2-3-1 16,2 4 0-16,0 4 0 15,5 6 1-15,4 4 1 16,2 0-1-16,6 2-1 0,3 0 1 16,5-2-2-16,3-3 1 15,11 1 0-15,0-15 0 16,9 3 0-16,8-6 0 15,4-5 0-15,10-8 0 16,5-2 1-16,9-2 0 16,6-8-1-16,4-3 0 0,1 1 1 15,1-3-1-15,3 1 0 16,1-4-1-16,-6 3 1 16,1 2-1-16,-6 4 0 0,-2 1 0 15,-2 3 0-15,-5 5 0 16,-7 0 0-16,-3 5 0 15,-8 5 0-15,-5 5 0 16,-4 2-1-16,-4 4 1 0,-6 0-1 16,-4 4 1-16,-6-1-1 15,-4 4 1-15,-3-3-1 16,-4 2 1-16,-7-2 0 16,0-5-1-16,-8 2 1 0,0-4-1 15,-2-6 1-15,-2-2 0 16,-1-3 1-16,-2-7 0 15,0 0 1-15,0 0-1 16,0 0 1-16,0 0-1 16,0-6 1-16,3-2-1 0,0-7 1 15,2-3-2-15,4-1 0 16,1-1 1-16,8-8-1 16,4 3 1-16,2-2-1 0,10-3 1 15,3-2-1-15,7 3 1 16,8-1-1-16,3 0 0 15,5 3 0-15,5 0 0 16,6-1 0-16,3 3 0 0,6 5 0 16,5 1-1-16,2 4 1 15,5 0 0-15,3 8 0 16,1 3 0-16,1 4 0 16,0 0 0-16,0 1 1 15,-6 6-1-15,1 1 0 0,-4 5 0 16,-4-3 0-16,-7 0-1 15,-2 1 1-15,-3 0 0 16,-8-4 0-16,-2 3 1 0,-2-8-1 16,-5 4 0-16,-5-6 0 15,-3 0 0-15,-3-3 1 16,-4-5-1-16,-3-1 1 16,-2-4-1-16,-3 1 0 0,-4-4 1 15,-6-3 0-15,-2-3 0 16,-3 0 0-16,-9 0 0 15,2-6-1-15,-7 3 0 16,-3-1-3-16,0 3-6 16,0-2-17-16,-13 3-55 0,8 4-2 15</inkml:trace>
  <inkml:trace contextRef="#ctx0" brushRef="#br2" timeOffset="187300.87">22828 15723 455 0,'0'0'6'16,"0"0"1"-16,0 0 3 0,0 0-1 15,0 0 1-15,0 0 0 16,2 12-6-16,-2 5-4 16,-7 5 0-16,-3 3 0 15,6 7 0-15,-9 1 0 16,5 2 0-16,1-1 0 0,2-6 0 16,1-2 0-16,0-1 0 15,4-2-4-15,-5-2-57 16,5-10-27-16,0-11-1 0</inkml:trace>
  <inkml:trace contextRef="#ctx0" brushRef="#br2" timeOffset="187600.5">22552 15755 444 0,'0'0'4'0,"0"0"2"15,0 0 1-15,0 0 1 16,0 0 2-16,13-10 0 0,1 5 1 16,7 0 0-16,6-1-11 15,4-5 0-15,10 4 0 16,4-6 0-16,2 1 0 0,0 2 0 16,-2 2 0-16,-4 1 0 15,-5 2 0-15,-6 0 0 16,-8 5 0-16,-7 0 0 0,-8 0 0 15,-7 0 0-15,0 0 0 16,0 10 0-16,0 0-4 16,-9 6-65-16,2-5-20 15</inkml:trace>
  <inkml:trace contextRef="#ctx0" brushRef="#br2" timeOffset="188100.39">22963 15987 474 0,'0'0'5'16,"0"0"1"-16,0 0 1 15,0 0 2-15,0 0-1 16,-3-7-6-16,3 7-2 0,3-12 0 16,-3 12 0-16,19-14 0 15,-1 6 0-15,0 3 0 16,-2 2 0-16,5 1 0 16,-5 2 0-16,2 5 0 15,-6 5 0-15,-1 5 0 0,-6-2 0 16,-5 4 0-16,-5 5 0 15,-6-3 0-15,-3 3 0 16,-6-1 0-16,5-4 0 0,-5-2 0 16,6-3 0-16,1-2 0 15,3-1 0-15,10-9 0 16,0 0 0-16,0 0 0 0,10 4 0 16,5-8 0-16,7 0 0 15,0-4 0-15,10-1 0 16,1-1 0-16,-1 0 0 15,0 0 0-15,-4-1 0 16,-3 4 0-16,-11 3 0 16,2 1 0-16,-16 3-9 0,0 0-79 15,0-11-2-15</inkml:trace>
  <inkml:trace contextRef="#ctx0" brushRef="#br2" timeOffset="188716.54">23305 15569 423 0,'0'0'7'0,"0"0"3"0,0 0 1 16,-7-10 3-16,7 10-1 15,-6-7 1-15,6 7 0 0,-2-11-9 16,2 11-5-16,11-7 0 16,-4 6 0-16,7 1 0 15,4 0 0-15,0 0 0 16,0 1 0-16,3 2 0 0,0 1 0 15,-7 2 0-15,-4 1 0 16,-2 1 0-16,-6 4 0 16,-2 1 0-16,-6 2 0 15,-6-3 0-15,3 3 0 0,-9-3 0 16,4 1 0-16,1-1 0 16,3-2 0-16,0-3 0 15,10-7 0-15,-5 10 0 0,5-10 0 16,5 5 0-16,5 1 0 15,2-5 0-15,3 5 0 16,6-5 0-16,-5 5 0 16,5-1 0-16,-5 2 0 15,0-2 0-15,-2 3 0 0,-3-1 0 16,-11-7 0-16,10 12 0 16,-10-12 0-16,0 12 0 15,-10-6 0-15,-3-1 0 0,-4 1 0 16,-6 1 0-16,1-3 0 15,-1 0 0-15,-1 2 0 16,4 1 0-16,0-7 0 16,8 0-60-16,2 3-28 15,10-3-1-15</inkml:trace>
  <inkml:trace contextRef="#ctx0" brushRef="#br3" timeOffset="208479.29">948 16939 446 0,'0'0'4'0,"0"0"3"0,0 0 1 16,0 0 1-16,0 0 0 15,-10 5 1-15,10-5 0 16,-8 17-2-16,3-2-8 15,0 7 0-15,1 6 0 0,1 7 0 16,-2-1 0-16,1-11 0 16,4-4 0-16,-1 3 0 15,-2 3 0-15,3-3 0 16,-5 3 0-16,3-2 0 0,2-4 0 16,-5 1 0-16,5-2-5 15,-2-6 2-15,-3 1 1 16,5-13 0-16,-5 12 1 15,5-12 2-15,-8-3 1 16,3-19 0-16,3-13 1 0,2-10 0 16,0 1-1-16,0-3-2 15,5 3 0-15,-1 6 0 16,7 4 0-16,-1 2 0 0,3 4 0 16,6 6 0-16,4 5 0 15,2 4 0-15,2 4 0 16,2 6 0-16,1 3 0 15,3 0 0-15,-1 12 0 16,-8 3 0-16,-1 5 0 0,-11 5 0 16,-4-1 0-16,-8 6 0 15,-5 0 0-15,-15-3 0 16,-5 3 0-16,-5-6 0 16,-2 0 0-16,-3-8 0 0,5-3 0 15,3-3 0-15,2-5 0 16,6-5 0-16,3 0 0 15,7 0 0-15,9 0 0 0,0 0 0 16,0 0 0-16,12-3 0 16,3 3 0-16,4 8 0 15,-8-4 0-15,1 4 0 16,6 1 0-16,-4 4 0 16,4-2 0-16,-4 3 0 15,7 1 0-15,-7 2 0 0,4 0 0 16,-5 3 0-16,4-3 0 15,0 3 0-15,-2-5 0 16,-3 3 0-16,1-1 0 0,2-2-4 16,-5-3-21-16,-3-2-59 15,3 0-4-15</inkml:trace>
  <inkml:trace contextRef="#ctx0" brushRef="#br3" timeOffset="208900.43">1438 17263 482 0,'0'0'3'0,"0"0"0"0,0 0 0 0,0 0 0 16,-4 10 0-16,4-10 0 15,-7 13 1-15,7-13-1 16,-10 20-2-16,5-10 0 0,3 3 1 16,-3-2-2-16,5 4 0 15,0 0 0-15,0 0 0 16,0-5 0-16,5 1 0 16,5-2-2-16,0 0 2 0,2-3 2 15,3-2-2-15,0-1 0 16,2-3 0-16,1-3 0 15,-3-4 0-15,0 0 0 16,-11-3 0-16,19-20 0 16,-13-2 0-16,-10 2 0 0,-7 3 0 15,-11 4 0-15,-4 6 0 16,2 5 0-16,0 9 0 16,10 3-3-16,-3 0-43 15,13 0-42-15,-7 7-2 0</inkml:trace>
  <inkml:trace contextRef="#ctx0" brushRef="#br3" timeOffset="209218.68">1735 17062 457 0,'0'0'5'0,"0"0"1"15,0 0 3-15,-2-8 0 16,2 8 1-16,0 0 0 0,0 0-5 15,0 0-5-15,-5 14 0 16,0 4 0-16,5 8 0 16,-2-8 0-16,-1 1 0 15,-2 5 0-15,1 0 0 0,1 3 0 16,-5 0 0-16,6 1 0 16,-1 1 0-16,-2 0 0 15,3-1 0-15,2-3 0 16,0 2 0-16,0-7 0 15,5-1 0-15,2-1 0 16,6-3 0-16,-3-7 0 0,4-1-5 16,-1-7-26-16,1-3-54 15,2-4-5-15</inkml:trace>
  <inkml:trace contextRef="#ctx0" brushRef="#br3" timeOffset="209417.32">1663 17229 435 0,'0'0'3'0,"0"0"1"15,0 0 2-15,5 5 1 16,6-3 0-16,1 1 0 16,6 0 1-16,3-2-1 0,4-1-5 15,7 0-17-15,-6 0-64 16,11-1-4-16</inkml:trace>
  <inkml:trace contextRef="#ctx0" brushRef="#br3" timeOffset="212267.27">2021 17281 384 0,'0'0'5'0,"0"0"3"0,0 0 2 16,0 0 1-16,0 0 1 15,0 0 1-15,0 0 0 0,0 0 2 16,0 0-4-16,5 5-3 15,-5-5-2-15,12 2-1 16,-5 1 0-16,4-1 0 16,1 1-5-16,6-1 0 15,-4 1 0-15,4 0 0 0,-1-1 0 16,0-2 0-16,2 2 0 16,-5 1 0-16,4-1 0 15,-1 1 0-15,-3-1 0 16,-1 0 0-16,-1 1 0 0,-12-3 0 15,13 10 0-15,-13-10 0 16,0 15 0-16,-5-8 0 16,-3 5 0-16,-4 1 0 15,3-1 0-15,-4 2 0 0,-2 3 0 16,-3-3 0-16,6 3 0 16,-3-2 0-16,0 3 0 15,0-1 0-15,3-3 0 16,5-1 0-16,0-2 0 0,1 1 0 15,6-3 0-15,0-9 0 16,8 13 0-16,-1-10 0 16,5 1 0-16,1-4 0 15,2 3 0-15,0-3 0 0,2 0 0 16,-2 0 0-16,5-3 0 16,-5 3 0-16,-3 0 0 15,1 0 0-15,-1 0 0 0,0-2 0 16,-4 2 0-1,-8 0 0-15,12-2 0 0,-12 2 0 16,0 0 0-16,10 0 0 16,-10 0 0-16,0 0 0 15,0 0 0-15,0 0 0 0,0 0 0 16,0 0 0-16,0 0 0 16,0 0-26-16,0 0-63 15,0 0-2-15</inkml:trace>
  <inkml:trace contextRef="#ctx0" brushRef="#br3" timeOffset="213719.39">2746 16902 433 0,'0'0'5'0,"0"0"1"16,0 0 2-16,0 0 1 15,0 0 2-15,0 0-1 16,0 0 0-16,0 0 1 0,-12 7-3 15,3 8-8-15,-2 5 0 16,-1 10 0-16,-6 4 0 16,2 12 0-16,7-21 0 0,-3 4 0 15,3 3 0-15,-2 7 0 16,4 1 0-16,-3 4 0 16,3-1 0-16,-1 1 0 15,5-2 0-15,1 3 0 16,2-3 0-16,0 3 0 0,2-8 0 15,7 0 0-15,0 0 0 16,3-2 0-16,1-6 0 16,4-4 0-16,1-2 0 15,-1-6 0-15,3-7 0 0,0 0 0 16,-1-5 0-16,-2-2 0 16,4-3 0-16,-6 1 0 15,-1-1 0-15,-1 0 0 16,-3-1 0-16,1 1 0 0,-11 0 0 15,14-8 0-15,-14 8 0 16,0 0 0-16,7-5-44 16,-7 5-43-16,0 0-3 15</inkml:trace>
  <inkml:trace contextRef="#ctx0" brushRef="#br3" timeOffset="-212062.76">3043 17135 371 0,'0'0'8'15,"0"0"4"-15,-3-10 3 16,3 10 2-16,0-10 3 15,0 10 0-15,-2-7 1 0,2 7 0 16,0 0-15-16,-5 4-6 16,1 11 0-16,-3 7 0 15,2-6 0-15,1 0 0 16,-1 7 0-16,1 2 0 16,1 5 0-16,-1-3 0 0,2 0 0 15,2 0 0-15,0 3 0 16,0-2 0-16,6-6 0 15,1 0 0-15,0-5 0 16,5-2 0-16,1-2 0 0,-1-6 0 16,4-7 0-16,0 0 0 15,7-20 0-15,7-17 0 16,-5-8 0-16,-8-7 0 16,-7-2 0-16,-10 4 0 0,-8 6 0 15,-6 8 0-15,-7 10 0 16,5 4 0-16,-2 9 0 15,3 1 0-15,-1 8 0 16,5 4 0-16,0 0 0 0,11 0 0 16,-9 21 0-16,9-6 0 15,0 5 0-15,5 0 0 16,3 2 0-16,-3-10 0 16,4 1 0-16,-2-1 0 0,9 0 0 15,-2 1 0-15,-1-1 0 16,4-4 0-16,2 1 0 15,-1 2-64-15,0-11-24 16</inkml:trace>
  <inkml:trace contextRef="#ctx0" brushRef="#br3" timeOffset="-211646.16">3475 17261 460 0,'0'0'3'0,"0"0"2"16,0 0 1-16,0 0 1 0,0 0-1 16,2 7 0-16,-2-7 1 15,0 13-1-15,-2-6-1 16,-3 6-5-16,0-3 0 15,-3 2 0-15,1 1 0 16,0-1 0-16,-1 2 0 0,-2 1 0 16,3-2 0-16,-3-1 0 15,2 1 0-15,0-1 0 16,1 1 0-16,2-4 0 0,5-9 0 16,-4 13 0-16,4-13 0 15,0 0 0-15,9 0 0 16,3 0 0-16,-1-3 0 15,6-2 0-15,1 0 0 16,-4 0 0-16,4-2 0 0,4 1-7 16,-7 2-37-16,3 0-42 15,-6-2-2-15</inkml:trace>
  <inkml:trace contextRef="#ctx0" brushRef="#br3" timeOffset="-211429.62">3519 17316 457 0,'0'0'3'16,"0"0"2"-16,0 0 1 15,0 0 1-15,0 13 0 16,0-13 1-16,2 16 0 0,2-3 0 16,-2 2-6-16,-2 2-2 15,3-1 0-15,-1 2 0 16,1 2 0-16,1-2-19 15,1 7-45-15,0-6-23 0,3-1-2 16</inkml:trace>
  <inkml:trace contextRef="#ctx0" brushRef="#br3" timeOffset="-211043.71">3681 16929 459 0,'0'0'5'0,"0"0"1"16,-4-14 2-16,4 14 2 15,-4-11 0-15,4 11 0 16,0 0-7-16,0 0-3 16,0 0 0-16,13 18 0 0,-1 9 0 15,6 8 0-15,1 10 0 16,-6-19 0-16,-1 5 0 15,4 1 0-15,-2 5 0 16,2 2 0-16,-2 3 0 0,-1 1 0 16,-6 1 0-16,3 3 0 15,-5 0 0-15,-1-5 0 16,0 5 0-16,-4-5 0 16,-6 3 0-16,-1-5 0 15,-3 2 0-15,1-11 0 0,9-31 0 16,-28 61 0-16,28-61 0 15,-32 44 0-15,32-44 0 16,0 0-35-16,-48 47-54 16,36-39-5-16</inkml:trace>
  <inkml:trace contextRef="#ctx0" brushRef="#br3" timeOffset="-210529.52">4197 17387 511 0,'0'0'0'0,"0"0"0"16,0 0 0-16,0 0 0 15,0 0 0-15,0 0 0 16,-9-2 0-16,9 2 0 0,0 0 0 15,0 0 0-15,0 0 0 16,0 0 0-16,0 0-54 16,0 0-41-16</inkml:trace>
  <inkml:trace contextRef="#ctx0" brushRef="#br3" timeOffset="-207879.11">12124 8380 106 0,'0'0'2'0,"0"0"3"0,0 0 2 15,0 0 1-15,0 0 4 16,0 0 4-16,0-5 2 15,0 5 4-15,0 0-2 16,0 0 2-16,0 0-3 0,0 0 1 16,0 0 0-16,0 0-2 15,0 0 1-15,0 0-3 16,0 0 0-16,0 0 1 16,0 0-2-16,0-15 0 0,0 1-2 15,0-6-1-15,0-3-3 16,0-11 1-16,-2-3 0 15,-1-13-2-15,1-7-1 0,-4-7-1 16,4-9-2-16,-3-4 0 16,0-6-1-16,0 2-1 15,3-2 0-15,0 7 0 16,-1 4 0-16,1 10-1 0,-2 10 0 16,4 10 1-16,0 12-2 15,-2 5 0-15,2 11 0 16,-2 1 0-16,2 13 0 15,0 0 0-15,-3-7 0 16,3 7 0-16,0 0-3 0,0 12-2 16,0-4-5-16,5 6-6 15,-3 1-32-15,2 0-36 16,1 3-1-16</inkml:trace>
  <inkml:trace contextRef="#ctx0" brushRef="#br3" timeOffset="-206730.64">11471 8244 223 0,'0'0'6'0,"0"0"1"0,0 0 3 16,0 0 4-16,0 0 4 15,0 0 2-15,0 0 1 0,0 0 1 16,0 0-2-16,0-15-1 16,0 0-2-16,0-5-2 15,0-6-3-15,-2-10-3 16,-2-5 1-16,4-12-1 15,0-4-1-15,0-6-1 16,0-8 1-16,-2 0-1 0,2-1 0 16,0 0-1-16,0 6 0 15,-3 3-1-15,3 12-2 16,-4 3-1-16,1 13-2 0,1 6 0 16,-1 11 0-16,1 1 0 15,2 17 0-15,-2-13 0 16,2 13 0-16,0 0 0 15,0 0 0-15,0 0 0 16,0 0 0-16,0 0 0 0,0 11 0 16,0-11 0-16,0 17-4 15,0-9-2-15,0 4-5 16,2-2-8-16,3 1-27 0,0 2-38 16,-1-1-2-16</inkml:trace>
  <inkml:trace contextRef="#ctx0" brushRef="#br3" timeOffset="-201163.49">9214 5544 110 0,'0'0'8'0,"0"0"5"15,0 0 4-15,0 0 1 16,0 0 2-16,0 0 1 16,0 0 2-16,0 0 1 0,0 0-8 15,0 0-3-15,0 0-1 16,0 0-3-16,0 0-1 15,0 0-1-15,0 0 1 16,0 0 1-16,0-13 1 0,0 1 1 16,0-5 2-16,0-7 1 15,0-7 0-15,0-3 1 16,0-12-1-16,-2-5-2 0,2-6-1 16,-3-13-1-16,3-4-3 15,0-3-3-15,0-7 0 16,0 0-1-16,0 2-1 15,-2 5-1-15,0 5 1 16,-1 11-1-16,-4 9 1 16,-1 10 1-16,0 6-1 0,-1 9 1 15,2 10-1-15,1 2 0 16,-1 8-1-16,7 7 0 16,-8-11-2-16,8 11 1 0,0 0 0 15,0 0-1-15,0 0 0 16,0 8-2-16,0-8-1 15,0 15-2-15,0-5-2 16,3 3-6-16,-3-3-8 0,0-10-46 16,2 9-16-16</inkml:trace>
  <inkml:trace contextRef="#ctx0" brushRef="#br3" timeOffset="-200363.7">9130 4424 216 0,'0'0'6'0,"0"0"3"16,0 0 3-16,0 0 2 15,3-7 2-15,-3 7 3 0,2-15 1 16,-2 2 4-16,3-5-4 15,-3 0-1-15,0-5-1 16,0-6-2-16,0-5-1 16,0-5-1-16,0-5-3 15,0-6-2-15,-5-5-2 0,5-4-1 16,-3 0-1-16,0-4-1 16,1 4 0-16,-3 2-1 15,0 6 0-15,0 4 0 16,0 6 0-16,1 10-1 0,-5 1 0 15,5 12 0-15,-1 0 0 16,0 10-1-16,5 8-1 16,-5-15 0-16,5 15-1 0,0 0-3 15,0 0-2-15,-2 9-6 16,2-2-8-16,0 8-26 16,2 1-38-16,-2 1-2 15</inkml:trace>
  <inkml:trace contextRef="#ctx0" brushRef="#br3" timeOffset="-199676.15">8549 4280 193 0,'0'0'5'0,"0"0"8"0,0 0 3 16,0 0 2-16,0 0 3 16,2-7 1-16,-2 7 2 15,0-22 3-15,0 9-5 0,0-7-3 16,0-5-4-16,0-2-1 16,0-5-2-16,-2-7-2 15,2-6 0-15,0-4-2 16,-3-4-2-16,3-3 1 15,-2-1-1-15,-1-3-1 16,3 1 1-16,0 4-2 0,0 3 0 16,-3 7-1-16,1 6-1 15,2 4 1-15,-3 8-1 16,1 7-1-16,2 5 0 0,-2 5-1 16,2 10 0-16,-5-12-1 15,5 12 0-15,0 0-3 16,0 0-2-16,0 10-4 0,0-10-8 15,7 19-22-15,11-3-42 16,-11-7-1-16</inkml:trace>
  <inkml:trace contextRef="#ctx0" brushRef="#br3" timeOffset="-199046.12">9187 3854 289 0,'0'0'6'0,"0"0"3"0,0 0 1 16,0 0 4-16,0 0 0 0,6-9 1 16,-6 9 2-16,14-6 1 15,-2 2-7-15,3-2-2 16,3 5-3-16,6-3-1 15,6 0-2-15,2-2-1 16,1 2 0-16,7-2-1 0,-3 2 1 16,5-4-1-16,-5 1 0 15,4-1 0-15,-2 1 1 16,-4 0-1-16,-3-1 0 16,-5 1 0-16,-2 0-1 0,-4 4 0 15,-9 0-1-15,0 3-1 16,-12 0-3-16,0 0-2 15,2 6-7-15,-2-6-11 0,-10 22-38 16,-2-18-15-16</inkml:trace>
  <inkml:trace contextRef="#ctx0" brushRef="#br3" timeOffset="-198447.14">9344 3653 332 0,'0'0'6'0,"0"0"0"0,0 0 2 0,0 0-1 15,0 0 3-15,0 6 0 16,0 3 1-16,-6 4-1 16,-1 2-4-16,-1 5-1 15,-1-1 0-15,-4 1-1 0,-1 0 0 16,-2-3 0-16,2 4-1 15,-4-10 1-15,4 3-1 16,-2-3 1-16,4-3 0 0,2-3-1 16,0-3-1-16,10-2 0 15,0 0 0-15,0 0 0 16,0 0-1-16,13 3 0 16,2-3 0-16,5 0 0 0,0 0 0 15,6 0 0-15,4 0 0 16,0 0 0-16,0 2 0 15,0 0-1-15,0 4 0 16,-3-1 1-16,-2 2-1 16,-3 0 1-16,-5 4-1 0,-2-4 1 15,3 0-1-15,-9 0 1 16,-9-7-2-16,14 13 1 16,-14-13-2-16,7 10-1 15,-7-10-4-15,0 0-5 0,0 0-16 16,5 10-50-16,-5-10-3 15</inkml:trace>
  <inkml:trace contextRef="#ctx0" brushRef="#br3" timeOffset="-197646.25">8024 3792 254 0,'0'0'5'16,"0"0"5"-16,0 0 3 15,-10-2 2-15,10 2 1 16,0 0 1-16,0 0 0 0,0 0 1 15,0 0-3-15,0 0-3 16,10-5-3-16,5 5-2 16,8 0-2-16,2 0 2 15,5 3-1-15,7-3-1 0,-3 0-1 16,3 0-1-16,0 0 0 16,-1 0 0-16,-6 0-1 15,-1 0-1-15,-4-3 1 16,-5 3-1-16,-6 0 0 0,2 0 0 15,-9 0-1-15,-7 0 0 16,10 0-2-16,-10 0-3 16,0 0-5-16,0 0-12 15,0 18-50-15,0-18-7 0</inkml:trace>
  <inkml:trace contextRef="#ctx0" brushRef="#br3" timeOffset="-197262.24">8290 3701 341 0,'0'0'5'0,"0"0"3"15,0 0 0-15,0 0 3 16,0 0 0-16,0 0 1 0,0 0 0 15,0 0 0 1,15 0-5-16,0 0-2 0,3 8 1 16,-2 0-4-16,7 2 0 15,-3 1 0-15,3 2-2 16,-4-1 1-16,-1 0 1 0,-6 3-1 16,-2-1 0-16,-2 3 0 15,-8 1 1-15,0 2-1 16,-13 3 1-16,1-1-1 15,-6 2 1-15,1-1-1 16,-6-1-2-16,1-3-3 0,5 2-7 16,-1-8-21-16,6-1-46 15,7-2-3-15</inkml:trace>
  <inkml:trace contextRef="#ctx0" brushRef="#br3" timeOffset="-196280.18">9669 3067 390 0,'0'0'7'0,"0"0"3"16,0 0 1-16,0 0 2 0,5-10-1 15,-5 10 1-15,0 0 1 16,7 2-1-16,-3 10-6 15,0 8-3-15,-4 5-2 16,3 5 0-16,-3 1-1 0,0 7 0 16,0-1 1-16,-5-1-1 15,-3-7 0-15,-2 0 0 16,-2-4 1-16,1-2-2 0,2-6 1 16,2-5-1-16,-1 0 0 15,8-12 0-15,-5 8 0 16,5-8-1-16,10-2 0 15,2-4 1-15,6-3-1 16,4-4 1-16,3-2 0 0,5 3 0 16,-1-3 0-16,4 3 1 15,-3 1-1-15,-3 2 1 16,-2-1-1-16,-2 5 1 16,-2 0-1-16,-9 3 0 15,-1-1 1-15,-1 3-1 0,-10 0 2 16,10 0-2-16,-10 0 0 15,0 0 0-15,0 0-3 16,-8 7-3-16,8-7-5 16,-12 6-11-16,0 4-43 0,12-10-20 15</inkml:trace>
  <inkml:trace contextRef="#ctx0" brushRef="#br3" timeOffset="-195729.36">10057 3123 402 0,'0'0'6'0,"0"0"3"0,7-12 2 16,-7 12 0-16,5-10 1 16,-5 10 1-16,7-7-1 15,-7 7 2-15,11 0-7 16,-11 0-3-16,2 10-1 0,1 5-1 15,-3 2 0-15,0 0-1 16,0 3 1-16,-5 2-2 16,-1-2 0-16,-1 0 0 15,-3-3 0-15,3 1 0 0,-4-3 0 16,2-5 0-16,9-10 0 16,-10 12 0-16,10-12 0 15,0 0 0-15,0 0 0 16,0 0 0-16,12-8 0 0,6-2 0 15,-1 0 0-15,3-2 0 16,5-1 0-16,3-1 0 16,-4 1 0-16,-2 1 0 15,3 4 0-15,-8 2 0 0,1 0 0 16,-8 2-7-16,0 4-15 16,-10 0-61-16,5 10-3 15</inkml:trace>
  <inkml:trace contextRef="#ctx0" brushRef="#br3" timeOffset="-195412.98">10119 3089 432 0,'0'0'6'0,"0"0"3"15,0 0 1-15,0 0 0 16,4-7 0-16,-4 7 0 15,0 0 1-15,13 9 2 16,-8 1-13-16,3 8 0 0,4 1 0 16,0 6 0-16,-1 6 0 15,3-6 0-15,-1 4 0 16,-1-6 0-16,0 2 0 0,1 0 0 16,-6-2 0-16,1-8 0 15,0-3 0-15,-3 1 0 16,-1-3 0-16,-4-10 0 0,5 7 0 15,-5-7-11-15,0 0-56 16,0 0-19-16,0 0-2 16</inkml:trace>
  <inkml:trace contextRef="#ctx0" brushRef="#br3" timeOffset="-190429.5">10847 5794 123 0,'0'0'7'0,"0"0"5"0,0 0 5 15,0 0 6-15,-3 10 5 16,3-10 2-16,0 0 0 16,0 0 1-16,0 0-4 15,0 0-4-15,0-10-3 16,0-2-4-16,3-3-3 0,-1-5-2 16,0-5-1-16,2-5 1 15,-2-3-2-15,1-10-1 16,-1-2-1-16,-2-9-1 0,0-9-2 15,0-1 0-15,-5-8-1 16,-5-4 0-16,2-6 0 16,1 0-1-16,-2 1-1 15,-3 1 1-15,3 5 0 0,0 4 0 16,0 7 0-16,0 2-1 16,-1 5 0-16,4 3 0 15,-1 4 1-15,2 2-1 16,3 4 1-16,0 2-1 15,2 5 0-15,2 0-1 0,3 4 1 16,0 6-1-16,-1 2 0 16,2 11 1-16,-1-1-1 15,-3 5 1-15,-2 10-1 0,3-10 0 16,-3 10 0-16,0 0-1 16,0 0 1-16,0 0-1 15,0 0-1-15,0 0 0 16,0 0-3-16,-5 10-4 0,3-3-6 15,2-7-10-15,-3 10-45 16,3 5-13-16</inkml:trace>
  <inkml:trace contextRef="#ctx0" brushRef="#br3" timeOffset="-189529.55">9202 4531 250 0,'0'0'6'0,"0"0"3"0,0 0 5 16,0 0 3-16,-7-3-1 15,7 3 2-15,0 0-1 16,0 0-1-16,0 0-4 0,0 0-4 16,0 0-4-16,5 0-2 15,7 0-2-15,6 0 1 16,7 0 0-16,4 0 0 15,13 0 1-15,5 0-1 16,8 0 0-16,2 0 0 0,3 0 0 16,2-2-1-16,2 2 1 15,3 0-1-15,-5 0 1 16,3 0-1-16,-3 0 0 16,0 0 0-16,-5 0-1 0,1-3 1 15,-3 1-1-15,-5 2-1 16,-6-3 1-16,0 3 0 15,-10 0 0-15,-2-2 0 0,-8 2 0 16,-4 0 0-16,-2 0 1 16,-4 0 0-16,-14 0 0 15,12 0 0-15,-12 0-1 16,0 0-1-16,11 0-2 0,-11 0-3 16,0 0 0-16,0 0-2 15,0 0-1-15,0 0 0 16,0 0-1-16,0 5-1 15,0-5 3-15,0 0 0 16,0 0-5-16,0 0-12 0,0 0-38 16,0 0-2-16</inkml:trace>
  <inkml:trace contextRef="#ctx0" brushRef="#br3" timeOffset="-189093.69">10320 4419 317 0,'0'0'6'0,"0"0"1"0,0 0-1 0,0 0 0 16,0 0 1-16,0 0 1 16,0 0 0-16,5 0 2 0,-5 0-5 15,15 10 0-15,0-3 0 16,0 4 1-16,-1-4 0 0,7 0-1 16,1 0-1-16,-2 1 1 15,2-2-2-15,-2 0 0 16,-3 2 0-16,1-1-2 15,-4 3 0-15,-3-2 1 16,-4 5-1-16,-7-5 1 16,0 9 0-16,-4-3-1 0,-7 1 2 15,-4 0-3-15,0 2 2 16,-3-1-1-16,-1 1-1 16,2-3-3-16,-5 1-8 0,1-8-10 15,0 6-55-15,3-4-3 16</inkml:trace>
  <inkml:trace contextRef="#ctx0" brushRef="#br3" timeOffset="-188465.06">9323 4367 349 0,'0'0'7'0,"0"0"2"0,0 0-2 16,0 0 2-16,0 0 1 15,11 0-1-15,-11 11 1 0,0 0 1 16,0 9-7-16,-5 0-1 15,-1 5 0-15,-3-1 1 16,-4 1-1-16,-1-2-2 16,-4-1 1-16,1 0-1 15,-3-4 1-15,2-3-1 0,-1-1 1 16,1-2-1-16,4-5 0 16,1-1-1-16,13-6 0 15,-8 3 1-15,8-3-1 16,10-3 0-16,8 0 0 0,7-1 0 15,5-2 1-15,4 5 0 16,6-4 0-16,-1 2 0 16,4 3 0-16,1 0-1 15,-4 0 1-15,0 0 0 0,-3 3-1 16,-7 2 1-16,0-1-2 16,-7 3-2-16,-6-1-6 15,-4-2-12-15,-11 4-57 0,-2-8-2 16</inkml:trace>
  <inkml:trace contextRef="#ctx0" brushRef="#br3" timeOffset="-188011.67">9890 4075 374 0,'0'0'4'0,"0"0"2"0,0 0 0 16,0 0 0-16,-5 7 0 15,5-7 0-15,-14 21 1 16,3-10 0-16,2 7-4 0,-3-1-2 15,-1 3 1-15,-2 2-1 16,4-2 0-16,2 0-1 16,-1-5 0-16,4-2 1 15,-1 1-1-15,5-7 0 16,2-7 1-16,2 12 0 0,-2-12 1 16,25 0 1-16,-7 0-1 15,6 0 1-15,1-4 0 16,3 0 1-16,-1-2-1 0,-2 1-1 15,0-1 0 1,-1 5 0-16,-6 1-1 0,-3-3-2 16,0 3-3-16,-15 0-7 15,12 0-23-15,1 3-44 16,-13-3-3-16</inkml:trace>
  <inkml:trace contextRef="#ctx0" brushRef="#br3" timeOffset="-187546.42">10099 4114 378 0,'0'0'6'0,"0"0"2"0,0 0 0 0,0 0 0 0,0 0 0 15,0 0 0-15,-5 0 1 16,5 0-1-16,-7 18-5 16,5-6-2-16,-4 3-1 0,3-1 1 15,3 2 0-15,0-2 1 16,3-1 0-16,5-6 0 15,2 1 2-15,2-3 0 0,2 0 0 16,1-3 1-16,3 1-1 16,-3-1-1-16,0 1 0 15,-3-1-1-15,-1 1-1 16,-2 1 1-16,-9-4-1 16,0 0 0-16,5 13 0 15,-5-13 1-15,-5 7-1 0,-4-2-1 16,-7 1-1-16,4-2-3 15,-8 2-7-15,2 0-15 16,4 0-55-16,-4-6-3 0</inkml:trace>
  <inkml:trace contextRef="#ctx0" brushRef="#br3" timeOffset="-187363.28">10106 4107 423 0,'0'0'5'0,"11"-8"3"16,1 5 0-16,0-5 1 0,3-1 0 15,6 0-1-15,0-4-8 16,11 4-71-16,-2-1-7 16</inkml:trace>
  <inkml:trace contextRef="#ctx0" brushRef="#br3" timeOffset="-174679.52">4712 17197 164 0,'0'0'10'15,"0"0"8"-15,0 0 3 0,0 0 5 16,0-10 1-16,0 10 4 15,0 0 1-15,0 0 0 16,0 0-5-16,0 0-8 16,0 0-2-16,0 0-3 0,0 0-3 15,0 0-2-15,0 0-1 16,0 0-2-16,0 0 0 16,0 0-2-16,0 0 0 0,0 0-1 15,0 5-1-15,0-5 0 16,0 14-1-16,0-14-2 15,0 16 0-15,0-7 1 16,-2 2-1-16,2 6 0 16,0-3 1-16,-3 4-1 15,1 2 0-15,-1-1 1 0,3-1 1 16,-2 4-2-16,2-5 0 16,0 1-2-16,-2 0-2 15,2-1-2-15,0-1-4 0,0 0-4 16,0-4-7-16,0-2-15 15,0 2-24-15,0-12-22 16,0 0-3-16</inkml:trace>
  <inkml:trace contextRef="#ctx0" brushRef="#br3" timeOffset="-174113.47">4503 17137 277 0,'0'0'7'0,"0"0"5"0,-10 0 3 0,10 0 3 16,0 0 1-16,-9 3 2 15,9-3 1-15,0 0-1 16,0 0-6-16,0 0-4 15,0 0-2-15,0 0-1 0,5 5-1 16,7-5-1-16,3 0 1 16,4 0-1-16,6-5 0 15,5 2 1-15,0-4-2 0,5 2-1 16,-1-2-2-16,2 1 1 16,-4 2 0-16,-5-2-3 15,-5 4 0-15,-1 2 0 16,-7-2 0-16,-3-1 0 15,-11 3 0-15,12 0 0 16,-12 0 0-16,0 0 0 0,0 0 0 16,0 0 0-16,0 7 0 15,0-7 0-15,-8 10-14 16,8-10-25-16,-10 11-46 0,10-11-2 16</inkml:trace>
  <inkml:trace contextRef="#ctx0" brushRef="#br3" timeOffset="-173546.41">4933 17254 409 0,'0'0'4'0,"0"0"1"0,0 0 3 15,0 0 0-15,0 0 1 16,0 0 1-16,11 2-1 16,-11-2 0-16,12 5-3 0,-12-5-2 15,13 15-2-15,-1-8-1 16,-5 3 0-16,2 3-1 16,2-1 1-16,-1 0 0 15,-1 1 1-15,0-1-1 0,0 3 0 16,-2 0 1-16,1-2-1 15,0-1 1-15,-3-2-1 16,-5-10 1-16,4 14-1 16,-4-14 1-16,0 0-1 0,0 0 0 15,8-17 1-15,-8-10 0 16,4-2-1-16,5-2 1 16,-2-3-2-16,5 6 0 15,3 7 0-15,2 8 0 16,-1 10-2-16,-1 3-9 0,2 0-19 15,-17 0-55-15,17 3-2 16</inkml:trace>
  <inkml:trace contextRef="#ctx0" brushRef="#br3" timeOffset="-172628.28">5465 17243 448 0,'0'0'4'0,"0"0"1"15,0 0 2-15,0 0 1 0,-8-4-1 16,8 4 1-16,-17-3 0 16,2 3-1-16,-2 6-2 15,9-5-5-15,-2 7-1 16,-2 0 0-16,2 0-1 16,0 1 0-16,0 3 0 0,2 1 1 15,1-1-2-15,2-2 3 16,0 0 0-16,1 0-1 15,4 1 1-15,0-11 1 16,2 13-1-16,-2-13 1 16,10 8 0-16,-1-8 1 0,-1 0 1 15,7-10 1-15,5-5 1 16,3-5-5-16,-9 1 0 16,-1-4 0-16,-6 6 0 15,-4 7 0-15,-3 10 0 0,0 0 0 16,0 0 0-16,0 0 0 15,7 7 0-15,-7-7 0 16,5 18 0-16,-3-8 0 16,1 2-2-16,2-2 0 0,0 1 0 15,-2-3 0-15,-3-8 1 16,9 17 0-16,-9-17 2 16,16 8-1-16,-16-8 0 15,14-1 2-15,4-10 0 16,-1-3 0-16,-2-4 1 0,0-7-3 15,2 5 0-15,-7 3 0 16,0 4 0-16,-10 13 0 16,0 0 0-16,0 0 0 15,2 13-2-15,-2-13 0 16,3 17 1-16,0-7-1 0,-1-2 1 16,3 2 1-16,2 0-1 15,3-1 1-15,1 0 0 16,3-5 0-16,4 0-1 0,-1-1 1 15,3-3 1-15,15 0 1 16,10-10 0-16,1-7 1 16,-3-5-1-16,-6-2-2 15,-12-1 0-15,-10 7 0 16,-13 3 0-16,-7 10 0 0,-12 0 0 16,0 5 0-16,-6 0 0 15,-2 7 0-15,16 1 0 16,-4-3 0-16,0 5 0 15,4-3 0-15,2 6 0 0,-4-3 0 16,6-1 0-16,2 4 0 16,3-1 0-16,0 1 0 15,3-3 0-15,4 0 0 16,4 0 0-16,-4 2 0 16,3-2 0-16,0-1 0 0,0 1 0 15,0-2 0-15,-3-1 0 16,-7-7 0-16,7 14 0 15,-7-14 0-15,-1 17 0 16,1-17 0-16,-18 8 0 0,3-2 0 16,2 1 0-16,-3-3-8 15,-3-3-9-15,5-1-48 16,-3 0-21-16</inkml:trace>
  <inkml:trace contextRef="#ctx0" brushRef="#br3" timeOffset="-172030.78">6188 17177 438 0,'0'0'4'0,"0"0"3"0,0 0 1 15,0 0 1-15,5 0 1 0,-5 0 0 16,10-4 0-16,-2 0 1 16,4 2-7-16,3 0-4 15,0 2 0-15,0 0 0 16,4 8 0-16,-3 6 0 15,-16-14 0-15,14 17 0 16,-9-7 0-16,-3 5 0 0,-2-2 0 16,0 4 0-16,-5-5-2 15,1 3-2-15,-1 0 3 0,-2-3 1 16,-1 1 0-16,0-2 1 16,8-11 0-16,-14 13 0 15,14-13 1-15,0 0 0 16,0-21-2-16,12-7 0 15,13-5 0-15,5-1 0 16,0 4 0-16,-3 0 0 0,-4 15 0 16,-9 5 0-16,-4 9 0 15,-10 1 0-15,8 8 0 16,-8 9 0-16,-3-9 0 16,0 5 0-16,-2-1 0 15,5 6 0-15,-2-3 0 0,2 2 0 16,0-2 0-16,2 2 0 15,6 1 0-15,0-4 0 16,4-4-10-16,1-10-61 16,1 6-16-16</inkml:trace>
  <inkml:trace contextRef="#ctx0" brushRef="#br3" timeOffset="-171680.81">6981 16850 424 0,'0'0'5'0,"0"0"4"0,6-7 1 16,-6 7 3-16,11-10 0 15,-11 10 1-15,0 0-1 16,0 0-3-16,0 15-10 15,-5 5 0-15,-9 6 0 0,-7 11 0 16,1 8 0-16,-2 8 0 16,11-24 0-16,0 5 0 15,1 1 0-15,0 0 0 16,2 0 0-16,1 2 0 0,5-3 0 16,-1 6 0-16,3-8 0 15,3 3 0-15,4-8 0 16,3 2 0-16,0-4 0 15,5 3 0-15,0-6-55 16,2-4-32-16,1-4-2 0</inkml:trace>
  <inkml:trace contextRef="#ctx0" brushRef="#br3" timeOffset="-171230.01">7229 17006 476 0,'0'0'3'15,"0"0"1"-15,0 0 0 0,0 0 2 16,-9 5 0-16,3 5 0 15,-1 2 0-15,-5 9-6 16,1 0 0-16,-6 6 0 16,-1 2 0-16,2 5 0 0,5-20 0 15,4 4 0-15,-3-6 0 16,3 3 0-16,-1-3 0 16,0 1 0-16,4-3 0 15,1-2 0-15,1 1 0 16,2-9 0-16,14 3 0 0,7-3 0 15,6-11 0-15,3 2 0 16,3-3 0-16,3 1 0 16,-6 4 0-16,0 2 0 15,-5 0 0-15,-8 3 0 0,-4 2 0 16,-6 0 0-16,-7 0-6 16,0 0-44-16,0 0-36 15,-2 5-2-15</inkml:trace>
  <inkml:trace contextRef="#ctx0" brushRef="#br3" timeOffset="-170829.42">7562 17137 494 0,'0'0'2'0,"0"0"1"0,0 0 1 16,0 0 1-16,0 0-2 15,8 11-3-15,-8-3 0 16,-8 3 0-16,-2 3 0 0,-5 2 0 16,8-7 0-16,-1 2 0 15,-2-2 0-15,1 1 0 16,2-3 0-16,-4 6 0 15,1-6 0-15,10-7 0 16,-13 16 0-16,13-16 0 0,-7 9 0 16,7-9 0-16,0 0 0 15,5 10 0-15,3-10 0 16,2 0 0-16,15 0 0 0,5-5 0 16,2-2 0-16,3 2 0 15,-6-8-19-15,-6 4-62 16,-6 1-5-16</inkml:trace>
  <inkml:trace contextRef="#ctx0" brushRef="#br3" timeOffset="-170613.23">7570 17155 465 0,'0'0'3'16,"0"0"1"-16,0 0 1 0,0 0 1 15,2 14 0-15,0-2 1 16,-2-1-1-16,3-4-1 0,-3 6-1 16,2 1-4-16,-2-1 0 15,3 4 0-15,-1-2-3 16,0 2-10-16,-2 1-30 16,4-1-41-16,1-4-3 15</inkml:trace>
  <inkml:trace contextRef="#ctx0" brushRef="#br3" timeOffset="-170279.26">7733 16812 466 0,'0'0'3'16,"0"0"2"-16,0 0 0 15,0 0 2-15,8 0 0 0,-8 0 2 16,20 13 0-16,-7 5-9 16,8 1 0-16,7 11 0 15,-1 5 0-15,6 6 0 16,-1 7 0-16,-17-21 0 0,2 5 0 16,-6 3 0-16,-2 3 0 15,-4 1 0-15,-2 3 0 16,-3 0 0-16,-8 3 0 15,-1-3 0-15,-9 2 0 16,0-2 0-16,-1-2 0 16,-1-6-30-16,-1 4-59 0,0-8-2 15</inkml:trace>
  <inkml:trace contextRef="#ctx0" brushRef="#br3" timeOffset="-168613.41">8298 17135 511 0,'0'0'0'0,"0"0"0"15,0 0 0-15,-8-8 0 16,8 8 0-16,0 0 0 16,0-12 0-16,0 12 0 0,0 0 0 15,0 0 0-15,0 0 0 16,0 0-9-16,2 8-78 16,-2-8-3-16</inkml:trace>
  <inkml:trace contextRef="#ctx0" brushRef="#br3" timeOffset="-167943.63">8740 16917 473 0,'0'0'4'0,"0"0"1"16,0 0 0-16,-5-2 1 15,5 2-1-15,-7 4 1 0,4 6 1 16,0 10-7-16,3 5 0 16,0 5 0-16,0 7 0 15,3 1 0-15,2 1 0 16,0-20 0-16,-2 0 0 0,-1 2 0 15,-2-4 0-15,2-2 0 16,-2 0-3-16,0-3-4 16,3 1 0-16,-3-3 4 15,0-10 0-15,0 0 1 0,-10-17 2 16,3-8 0-16,1-5 2 16,6-9 1-16,-5-1 1 15,5 0-1-15,0 1 1 16,5-2-1-16,1 7 0 0,1 2 0 15,0 8-3-15,5 0 0 16,1 10 0-16,2 9 0 16,5 5 0-16,-3 3 0 15,3 9 0-15,-2 5 0 16,-1 0 0-16,-2 8 0 0,-3 0 0 16,-7 2 0-16,-5-4 0 15,-2 2 0-15,-13-6 0 16,-3 1 0-16,-1-5 0 15,-3 0 0-15,-4-5 0 16,6-6 0-16,1 2 0 0,4-1 0 16,5-1 0-16,10-4 0 15,0 0 0-15,0 0 0 16,10 10 0-16,7-7 0 0,6 5 0 16,1 0 0-16,4 3 0 15,-1-1 0-15,3 5 0 16,-5-3 0-16,-13-2-20 15,1 0-64-15,-1-3-4 16</inkml:trace>
  <inkml:trace contextRef="#ctx0" brushRef="#br3" timeOffset="-167562.14">9230 17092 462 0,'0'0'3'0,"0"0"0"0,-13-2 2 16,13 2 1-16,-15 0 1 16,6 0 0-16,-5 8 0 0,2 2 0 15,2 5-3-15,0 2-4 16,5 5 0-16,3 0 0 16,2-9 0-16,0-1 0 15,2 1 0-15,6-1 0 0,9 3 0 16,13-5 0-16,0-6 0 15,5-4 0-15,2-4 0 16,-2-6 0-16,-3-10 0 16,-7-3 0-16,-13 4 0 0,-4-3 0 15,-8-3 0-15,-11 3 0 16,-3 2 0-16,-9 1 0 16,1 2 0-16,-8 9 0 15,3 2 0-15,0 1 0 16,4 5-9-16,3 8-49 0,8-1-30 15,12-7 0-15</inkml:trace>
  <inkml:trace contextRef="#ctx0" brushRef="#br3" timeOffset="-167296.2">9639 16873 498 0,'0'0'2'16,"0"0"0"-16,0 0 1 0,0 0 1 15,0 0-2-15,0 14-2 16,0 1 0-16,-2 2 0 16,-5 11 0-16,-4 4 0 15,4 5 0-15,0 5 0 16,-3 0 0-16,8-19 0 16,-1 2 0-16,3-4 0 0,0 4 0 15,0-5 0-15,5 2 0 16,5-2 0-16,2-3 0 15,3-4 0-15,-3-1 0 16,23-2-43-16,5-5-44 0,-5-5-1 16</inkml:trace>
  <inkml:trace contextRef="#ctx0" brushRef="#br3" timeOffset="-167112.71">9501 17090 488 0,'0'0'1'0,"0"0"0"16,0 0 1-16,0 0 2 0,11 2 0 16,2 1 0-16,7-3 0 15,5 0-1-15,7 0-3 16,8 0 0-16,7 0-3 16,-2 7-72-16,9-7-11 0</inkml:trace>
  <inkml:trace contextRef="#ctx0" brushRef="#br3" timeOffset="-166663.56">9968 17055 489 0,'0'0'3'0,"0"0"2"0,0 0 0 15,0 0 1-15,0 0-3 16,0 0-3-16,2-4 0 16,-2 4 0-16,12-8 0 15,-1 8 0-15,3-2 0 0,1-1 0 16,4 1 0-16,2 2 0 16,4 0 0-16,-3 2 0 15,-5 3 0-15,0 6 0 16,-4 0 0-16,-3 4 0 15,-8 3 0-15,-4-4 0 0,-8 11 0 16,-5-6 0-16,-3 4 0 16,6-10 0-16,-2-1 0 15,4 1 0-15,-3-4 0 0,1 4 0 16,-1-1 0-16,3-4 0 16,10-8 0-16,-7 12 0 15,7-12 0-15,2 10 0 16,16-8 0-16,6-2 0 15,11-4 0-15,3-4 0 0,2-7-8 16,-6 1-77-16,-4 6-4 16</inkml:trace>
  <inkml:trace contextRef="#ctx0" brushRef="#br3" timeOffset="-166213.7">10547 16951 481 0,'0'0'4'0,"0"-12"0"16,0 2 2-16,-6-2 1 16,-1-1 0-16,-1-1-5 0,-7 1-2 15,3 1 0-15,-2 7 0 16,-9 3 0-16,2 4 0 15,-1 8 0-15,5 4 0 16,4 4 0-16,4-1 0 0,1 3 0 16,8-5 0-16,5-1 0 15,7-3 0-15,8-6 0 16,3-3 0-16,7-2 0 16,-3-2 0-16,3-6 0 0,-6-1 0 15,1-2 0-15,-4 2 0 16,-7 1 0-16,-3 6 0 15,-11 2 0-15,9 2 0 16,-9 13 0-16,0 3 0 16,-2 3 0-16,-3 12 0 0,0 2 0 15,-3-1 0-15,-2 2 0 16,8-15 0-16,-3 0 0 16,3-5 0-16,-3 1-20 15,-3-1-68-15,5-2-4 0</inkml:trace>
  <inkml:trace contextRef="#ctx0" brushRef="#br3" timeOffset="-165863.58">10927 16909 488 0,'0'0'2'0,"-8"0"1"0,8 0 0 0,-15 8 2 16,4 2-1-16,-3 5 2 15,-1 2-6-15,-5 5 0 16,11 1 0-16,-3 4 0 0,3-4 0 16,6 2 0-16,3-6 0 15,6-5 0-15,9-3 0 16,0-7 0-16,10-1 0 16,-4-6 0-16,5-4 0 0,2-5 0 15,-7-4 0-15,-3-1 0 16,-3-3 0-16,-7-2 0 15,-8 0 0-15,-6-1 0 0,-6 7 0 16,-11-2 0-16,2 3 0 16,-9 7 0-16,2 6 0 15,1 2 0-15,4 5 0 16,3 3-17-16,-4 1-71 0,18 1-2 16</inkml:trace>
  <inkml:trace contextRef="#ctx0" brushRef="#br3" timeOffset="-165363.3">10547 16536 340 0,'0'0'8'0,"0"0"3"16,-13-3 4-16,13 3 2 0,-12 0 0 15,1 0 1-15,-1 4 1 16,-2 9 0-16,-4 7-8 16,0 8-3-16,1 5-1 0,-1 15-2 15,4 4-1-15,1 10 0 16,3 5 0-16,8 0 0 15,2-1-4-15,2-28 0 16,3-1 0-16,2-3 0 16,4 4 0-16,1-4 0 0,3 4 0 15,-1-7-7-15,7 7-6 16,-4-8-14-16,-3-4-56 16,12-1-2-16</inkml:trace>
  <inkml:trace contextRef="#ctx0" brushRef="#br3" timeOffset="-164979.33">11242 16624 459 0,'0'0'2'16,"0"0"0"-16,0 10 4 15,0 0 0-15,0 8 1 0,2 1 0 16,3 9 1-16,6 4 1 16,1 7-4-16,3 2-5 15,0 6 0-15,2 0 0 16,-5 5 0-16,0-1 0 15,-3-1 0-15,-9 0 0 16,0-26 0-16,-9 1 0 0,0-3 0 16,-3 3 0-16,-4-5 0 15,-5 2 0-15,-1-5-3 16,1 3-15-16,-2-5-27 0,2-3-41 16,-2-6 0-16</inkml:trace>
  <inkml:trace contextRef="#ctx0" brushRef="#br3" timeOffset="-164778.2">11573 17033 511 0,'0'0'0'0,"0"0"0"15,0 0 0-15,0 0 0 16,14-7 0-16,-6 2 0 16,-8 5-37-16,17-10-49 0,-4 3-2 15</inkml:trace>
  <inkml:trace contextRef="#ctx0" brushRef="#br3" timeOffset="-164163.35">12055 16868 497 0,'0'0'1'0,"0"0"0"16,0 0 2-16,0 0 0 16,0 0 1-16,-6 9-2 15,6 6-2-15,0 5 0 16,0 5 0-16,0 6 0 0,0 7 0 15,0 7 0-15,0-4 0 16,3 2 0-16,0-23 0 16,-1 2 0-16,-2-5 0 15,2 1 0-15,-2-4 0 0,0-4 0 16,0 5 0-16,0-15-2 16,-15 0 2-16,3-9 0 15,-1-16 2-15,1-11-2 16,-6-3 0-16,10-5 0 0,4 0 0 15,4-6 0-15,10 0 0 16,1 2 0-16,3 4 0 16,6 5 0-16,3 3 0 15,3 10 0-15,2 6 0 0,-1 8 0 16,3 9 0-16,-2 3 0 16,1 7 0-16,-4 8 0 15,-5 5 0-15,-2 5 0 16,-11 3 0-16,-5 1 0 15,-4-2 0-15,-5 0 0 16,-5-2 0-16,-9-3 0 0,7-1 0 16,-4-5 0-16,3 0 0 15,0-4 0-15,6 3 0 0,0-3 0 16,7 3 0-16,2-3 0 16,0 4 0-16,2-2 0 15,11-2 0-15,2 3 0 16,7-2 0-16,1-4 0 15,7 1 0-15,0-2 0 0,4-1 0 16,-1-4-72-16,-6-3-17 16</inkml:trace>
  <inkml:trace contextRef="#ctx0" brushRef="#br3" timeOffset="-163846.64">12455 16998 488 0,'0'0'4'0,"0"0"0"0,0 0 2 16,-11 3 0-16,11-3-3 16,-7 15-3-16,0-5 0 0,2 2 0 15,-3 4 0-15,6 0 0 16,2 1 0-16,0 4 0 16,4-6 0-16,9-1 0 15,7-3 0-15,2-4 0 0,6-7 0 16,-1 0 0-16,3-7 0 15,-3-1 0-15,-4-5 0 16,-9 1 0-16,-4-5 0 16,-8-1 0-16,-4 3 0 0,-8-2 0 15,-10 2 0-15,-4 0 0 16,-3 1 0-16,4 3 0 16,-7 6-31-16,10-2-57 15,6 0-3-15</inkml:trace>
  <inkml:trace contextRef="#ctx0" brushRef="#br3" timeOffset="-163613.52">12812 16763 499 0,'0'0'4'0,"0"0"0"0,0 0 0 16,0 0-4-16,0 0 0 16,-2 17 0-16,-3 7 0 15,-2-1 0-15,-1 12 0 16,0 7 0-16,1 5 0 15,0 3 0-15,2 0 0 0,5-1 0 16,0-26 0-16,0-1 0 16,7 0 0-16,0 0 0 15,6-5 0-15,0 1 0 16,12 1 0-16,6-8 0 16,-9-9-78-16,17-7-13 0</inkml:trace>
  <inkml:trace contextRef="#ctx0" brushRef="#br3" timeOffset="-163429.98">12766 16944 494 0,'0'0'3'0,"0"0"1"15,-15 0 0-15,15 0 2 16,0 0-6-16,0 7 0 16,0-7 0-16,24 13 0 15,1-3 0-15,5-3 0 0,9 4 0 16,2-10 0-16,10 2-46 15,4-1-42-15,-2-2-2 16</inkml:trace>
  <inkml:trace contextRef="#ctx0" brushRef="#br3" timeOffset="-162862.87">13210 16981 483 0,'0'0'5'0,"0"0"1"15,0 0 1-15,0 0 0 16,-7-9-4-16,7 9-3 15,0 0 0-15,2-11 0 0,8 11 0 16,3 0 0-16,-4 0 0 16,3 6 0-16,4 3 0 15,-4 3 0-15,6 4 0 0,-11 1 0 16,-2 3 0-16,-5-3 0 16,-3 4 0-16,-6-5 0 15,-9-1 0-15,3-5 0 16,-3-3 0-16,3 1 0 15,-2-6 0-15,8-2 0 0,9 0 0 16,-11-7 0-16,11-3 0 16,8-2 0-16,4-6 0 15,8-2 0-15,0-2 0 0,2 0 0 16,6 2 0-16,-8 6 0 16,2-4 0-16,-7 8 0 15,-3 5 0-15,-12 5 0 16,5 5 0-16,-5 10 0 0,0-1 0 15,-5 9 0-15,0 2 0 16,3 2 0-16,-1 0 0 16,3 1 0-16,3-6 0 15,6 0 0-15,6-5 0 0,0-9 0 16,6-3-73-16,4-5-17 16</inkml:trace>
  <inkml:trace contextRef="#ctx0" brushRef="#br3" timeOffset="-162596.86">13779 16699 495 0,'0'0'4'0,"0"0"0"0,0 0 0 0,0 0 0 16,-8-2-4-16,8 2 0 15,-9 20 0-15,1 1 0 16,-5 14 0-16,-4 4 0 15,-1 11 0-15,2 7 0 16,0 3 0-16,7 2 0 0,6-33 0 16,3 3 0-16,0 1 0 15,8-1 0-15,1-2 0 16,7-3 0-16,3 0 0 0,3-7-3 16,-4-3-84-16,7-1-3 15</inkml:trace>
  <inkml:trace contextRef="#ctx0" brushRef="#br3" timeOffset="-162196.37">14082 16825 503 0,'0'0'2'15,"0"0"0"-15,0 0 2 16,-12-2-4-16,12 2 0 0,-21 0 0 15,5 2 0-15,-5 6 0 16,1 2 0-16,-2 5 0 16,-3 1 0-16,5 4 0 15,3 1 0-15,9-2 0 0,3-4 0 16,5-3 0-16,11-1 0 16,3-9 0-16,9 0 0 15,0-2 0-15,3-9 0 0,-3-2 0 16,4-3 0-16,-2-4 0 15,-8 3 0-15,-2 0 0 16,0 2 0-16,-4 5 0 16,-11 8 0-16,0 0 0 15,2 7 0-15,-4 12 0 0,-1 6 0 16,-5 7 0-16,0 5 0 16,1 3 0-16,3 2 0 15,-1-2 0-15,5-6 0 16,0-6 0-16,5-6-10 15,2-4-79-15,2-13-5 0</inkml:trace>
  <inkml:trace contextRef="#ctx0" brushRef="#br3" timeOffset="-161878.17">14353 16937 493 0,'0'0'3'0,"0"0"0"16,0 0 1-16,-10 2 1 15,10-2-2-15,-15 17-3 16,7-1 0-16,-4 0 0 0,4 4 0 16,1 3 0-16,2 0 0 15,3-2 0-15,2-4 0 16,5 1 0-16,4-5 0 0,8-6 0 16,4-6 0-16,-2-1 0 15,4-1 0-15,-5-6 0 16,-1-8 0-16,-10-1 0 15,-5-3 0-15,-2 0 0 0,-9-4 0 16,-8 0 0-16,-6 3 0 16,1 4 0-16,-6-5 0 15,11-3-79-15,0 9-13 16</inkml:trace>
  <inkml:trace contextRef="#ctx0" brushRef="#br3" timeOffset="-161613.59">14504 16580 511 0,'0'0'0'0,"0"0"0"0,0 0 0 15,0 0 0-15,0 0 0 16,0 0 0-16,0 0 0 16,8 5 0-16,5 15 0 0,6 5 0 15,1 9 0-15,5 13 0 16,0 13 0-16,-1 4 0 15,-4 7 0-15,1 4 0 0,-14-35 0 16,-5 0 0-16,-2 1 0 16,-5 2 0-16,-12-4 0 15,2 3 0-15,-10-5 0 16,2 6 0-16,-2-9-69 16,-9 1-23-16</inkml:trace>
  <inkml:trace contextRef="#ctx0" brushRef="#br3" timeOffset="-153727.45">12231 8794 121 0,'0'0'3'0,"0"0"4"0,0 0 4 15,0 0 2-15,0 0 4 16,0 0 5-16,0 0 4 0,0 0 4 16,0 0-2-16,0 0-1 15,-10-6-1-15,10 6-2 16,0 0 0-16,0 0-2 15,-10-1-4-15,10 1-3 0,0 0-2 16,0 0-1-16,0 0-2 16,0 0-3-16,0 0-1 15,0 0-2-15,0 0-1 16,0 0-1-16,0 0 0 0,0 0 1 16,10 0-1-16,4 0 1 15,7 0 1-15,4 0 0 16,2 0-2-16,5-5-2 0,1-1 0 15,1 2 0-15,-1-4 0 16,-4 6 0-16,-1-3 0 16,-3 2 0-16,-8 0 0 15,3 3 0-15,-6-2 0 16,-1 2 0-16,-1 0 0 0,-1 0 0 16,-11 0 0-16,14 0 0 15,-14 0 0-15,8-2 0 16,-8 2 0-16,0 0 0 15,0 0 0-15,0 0 0 16,0 0 0-16,0 0 0 0,0 0 0 16,0 0 0-16,0 0 0 15,0 0 0-15,0 0 0 16,0 0 0-16,0 0 0 0,0 0-7 16,0-25-59-16,0 25-22 15,0 0-2-15</inkml:trace>
  <inkml:trace contextRef="#ctx0" brushRef="#br3" timeOffset="-153095.54">12290 8576 324 0,'0'0'10'0,"0"0"3"0,-7-8 3 15,7 8 4-15,0 0 0 16,-9-7 1-16,9 7 0 16,0 0 0-16,0 0-8 0,0 0-3 15,0 0-2-15,14 0-2 16,4 5-1-16,3 3-2 15,7-4-3-15,4 4 0 0,3-1 0 16,5 1 0-16,-5-2 0 16,0 3 0-16,-1-1 0 15,-2-1 0-15,-7-3 0 16,1 4 0-16,-10-1 0 0,2-2 0 16,-6 0 0-16,-1 0 0 15,-11-5 0-15,12 7 0 16,-12-7 0-16,0 0 0 15,7 10 0-15,-7-10 0 16,-2 11 0-16,2-11 0 0,-15 14 0 16,5-2 0-16,-5 1 0 15,-3-1 0-15,-1 6 0 16,-4-1 0-16,1 3 0 0,0 2 0 16,-5-2 0-16,4 2 0 15,-4-3 0-15,6 2 0 16,2-4 0-16,-3-2 0 15,7-3 0-15,2-2 0 0,4-2 0 16,9-8 0-16,-10 11 0 16,10-11 0-16,0 0 0 15,0 0 0-15,0 0 0 16,0 0 0-16,0 0 0 0,0 0-14 16,2 0-74-16,13-4-3 15</inkml:trace>
  <inkml:trace contextRef="#ctx0" brushRef="#br3" timeOffset="-151980.05">12703 8512 385 0,'0'0'7'0,"0"0"4"0,0 0 2 16,-10-3 2-16,10 3 2 15,0 0 1-15,-10-5 1 16,10 5 1-16,0 0-14 16,0 0-6-16,0 0 0 0,0 0 0 15,5 0 0-15,5-3 0 16,7 3 0-16,1-2 0 15,0-3 0-15,8 3 0 16,2-1 0-16,-3-2 0 0,-3 3 0 16,0-1 0-16,-6 3 0 15,-2-3 0-15,-4 3 0 16,0 0 0-16,-10 0 0 0,10 6 0 16,-10-6 0-16,0 15 0 15,0-3 0-15,-7 1 0 16,0 2 0-16,-9-1 0 15,4 7 0-15,-6-5 0 16,1 3 0-16,0-5 0 0,2 3 0 16,2-2 0-16,-1-5 0 15,3-1 0-15,11-9 0 16,-14 13 0-16,14-13 0 16,0 0 0-16,0 0 0 0,0 0 0 15,14 3 0-15,2-3 0 16,0-3 0-16,7 0 0 15,2-1 0-15,3-2 0 16,-3-1 0-16,2 2 0 0,-5 2 0 16,3-1 0-16,-7 1 0 15,-2 2 0-15,-3 1 0 16,-3-4 0-16,0 4 0 0,-10 0 0 16,7 0 0-16,-7 0 0 15,0 0 0-15,0 0 0 16,0 0 0-16,0 0 0 15,0 0 0-15,0 0 0 16,0 0 0-16,0 0 0 16,0 0 0-16,0 0 0 0,0 0 0 15,-5 5 0-15,5-5 0 16,-10 5 0-16,10-5 0 0,-12 13 0 16,-3-9-93-16,15-4-1 15</inkml:trace>
  <inkml:trace contextRef="#ctx0" brushRef="#br3" timeOffset="-146363.65">11995 7347 343 0,'0'0'7'0,"0"0"4"16,0 0 5-16,-2-12 3 0,2 12 1 16,0-20 2-16,0 10 0 15,0 0 1-15,0 0-5 16,0 10-8-16,0-10-10 16,0 10 0-16,0 8 0 0,-6 4 0 15,0 6 0-15,2 4 0 16,0 3 0-16,-1 4 0 15,0 1 0-15,-1-2 0 16,1-1 0-16,3-2 0 0,-3-6 0 16,0-5 0-16,1-1 0 15,1-5 0-15,3-8 0 16,-10 7 0-16,10-7 0 0,-8-10 0 16,8-5 0-16,-2-2 0 15,2-5 0-15,0-6 0 16,5 2 0-16,4-5 0 15,0 6 0-15,3-1 0 0,-3 1 0 16,2 3 0-16,-2 6 0 16,-1 4 0-16,0 5 0 15,-8 7 0-15,9-7 0 16,-9 7 0-16,15 4 0 16,-4 6 0-16,1 2 0 0,0 4 0 15,5 1 0-15,6 0 0 16,-4-3 0-16,6 7 0 15,0-4 0-15,-2-5 0 16,-1 4 0-16,0-7 0 0,-2-1 0 16,-5 0 0-16,3-4 0 15,-9-2 0-15,-9-2 0 16,16-4-43-16,-16 4-46 16,0 0-1-16</inkml:trace>
  <inkml:trace contextRef="#ctx0" brushRef="#br3" timeOffset="-145631">12447 7025 335 0,'0'0'9'0,"0"0"5"15,0 0 4-15,0 0 2 16,5-9 1-16,-5 9 2 16,0 0 0-16,5-10 1 0,-5 10-8 15,0 0-8-15,0 0-8 16,0 0 0-16,0 0 0 15,0 0 0-15,0 0 0 16,0 0 0-16,0 0 0 16,0 0 0-16,-2 10 0 0,-4-1 0 15,1 4 0-15,1 2 0 16,-8 4 0-16,1 3 0 16,-3 3 0-16,-2 0 0 0,2-2 0 15,-4 1 0-15,1-2 0 16,2-4 0-16,3 0 0 15,0-7 0-15,8-4 0 0,4-7 0 16,-9 14 0-16,9-14 0 16,0 0-7-16,0 0-13 15,0 0-18-15,0 0-49 16,4 0 1-16</inkml:trace>
  <inkml:trace contextRef="#ctx0" brushRef="#br3" timeOffset="-145096.09">12226 7038 395 0,'0'0'7'0,"0"0"5"16,0 0 1-16,0 0 3 16,0 0 0-16,0 0 0 0,0 0 0 15,0 0 0-15,5 4-12 16,-5-4-4-16,17 13 0 16,-5-1 0-16,4 0 0 15,1 6 0-15,8 2 0 0,0-1 0 16,5 1 0-16,-5 1 0 15,2-5 0-15,-5 0 0 16,0-4 0-16,-4-2 0 16,-3-3 0-16,-7-2 0 0,-8-5 0 15,14 7 0-15,-14-7 0 16,0 0 0-16,0 0 0 16,0 0 0-16,0 0-48 15,0 0-40-15,0 0-2 0</inkml:trace>
  <inkml:trace contextRef="#ctx0" brushRef="#br3" timeOffset="-142630.59">12139 8821 178 0,'0'0'6'0,"0"0"4"0,0 0 5 15,0 0 1-15,0 0 5 16,1-9 3-16,-1 9 3 15,0 0 2-15,0 0-5 0,0 0 0 16,0 0-2-16,0 0-3 16,0 0-2-16,0 0-2 15,0 0-4-15,0 0-1 16,0 0-3-16,0 0-1 0,-6 0-2 16,6 0-2-16,-12 9-1 15,4 1 0-15,-2 8 0 16,-2-1-1-16,-6 5 1 15,1 3-1-15,-5 7 1 0,-6-1-1 16,1 10 0-16,-5 1 0 16,-5 0 0-16,-1 3 0 15,0 0 0-15,-3 4-1 16,1-2 1-16,3-5 0 0,-1 0 0 16,8-5-1-16,4-2 1 15,3-4 0-15,3-8 0 16,8-2-1-16,1-7 0 15,6-2-1-15,3-5 0 16,2-7-2-16,0 11-2 0,0-11-2 16,0 0-5-16,0 0-5 15,7 0-18-15,6-2-44 16,-13 2-1-16</inkml:trace>
  <inkml:trace contextRef="#ctx0" brushRef="#br3" timeOffset="-142046.59">11527 9391 387 0,'0'0'8'0,"0"0"2"0,0 0 2 15,-2-8 0-15,2 8 0 16,0 0 0-16,0 0 1 16,0 0-1-16,-5 8-7 0,3 4-2 15,-1 9-2-15,3-2-1 16,-2 3 1-16,-1 3-1 0,-1 0 0 16,-1-3 1-16,-1 1-1 15,1-4 0-15,0-4 0 16,1 0-1-16,1-5 0 15,3-10 0-15,0 10 0 0,0-10 1 16,10 0 0-16,5-5 0 16,0-6 1-16,5 2 0 15,2-3 1-15,3-1 0 16,0 1 0-16,-3-1 0 16,-3 3 0-16,-1 3-1 15,-8 2 0-15,0-1-1 0,-10 6 1 16,0 0-1-16,10-1-1 15,-10 1-2-15,0 0-6 16,0 0-11-16,0 0-59 0,0 0-6 16</inkml:trace>
  <inkml:trace contextRef="#ctx0" brushRef="#br3" timeOffset="-141596.36">11356 9810 436 0,'0'0'5'0,"0"0"1"16,0 0 1-16,0 0 0 16,0 0 0-16,10-3 1 15,-10 3 0-15,18 0 1 0,-9 3-4 16,3 2-2-16,4-1 0 15,2 3 0-15,-1 2-1 16,-2-5 0-16,-1 4-2 16,2-1 0-16,-4 1 0 0,-3-3 0 15,2 2 0-15,-11-7-3 16,12 13-9-16,-12-13-19 16,0 0-53-16,-2 12-1 15</inkml:trace>
  <inkml:trace contextRef="#ctx0" brushRef="#br3" timeOffset="-141380.87">11619 9750 422 0,'0'0'7'0,"0"0"2"16,0 0 1-16,0 0 0 15,-2 7 2-15,-1 4 0 16,-1 3 0-16,-1 5 1 0,-2 6-9 15,-4 3-4-15,-1 5 0 16,0 1 0-16,-3 3 0 16,0-5 0-16,4 3 0 15,-1-13-27-15,3 3-57 0,3-4-4 16</inkml:trace>
  <inkml:trace contextRef="#ctx0" brushRef="#br3" timeOffset="-136778.54">863 17383 354 0,'0'0'2'16,"0"0"0"-16,0 0 0 16,0 0 0-16,0 0-1 15,0 0 1-15,0 0-1 16,0 0 1-16,0 0-1 0,-5 7-1 15,5 1 0-15,0 4 1 16,0 2 0-16,3 4 0 16,2 2 1-16,-1 5-1 15,2 2 1-15,1-3-1 0,3 11 0 16,-10-35-1-16,11 31-1 16,3 5 1-16,6 1 0 15,22 38 0-15,-42-75 0 16,28 37 0-16,-1 0-1 15,10-2 2-15,43 29 1 16,-33-33-1-16,3-6 2 16,7 3-2-16,2-8 1 0,9 2-1 15,6-6 1-15,3 1 0 16,5-5 0-16,5-2-1 16,2-3 0-16,6-2 0 15,4-2-1-15,0-1 1 16,8-2 0-16,0-2-1 0,7-6 1 15,1-4-1 1,7 2 0-16,2-7 0 0,3 2 0 16,2 0 0-16,0-2 3 15,3-6 0-15,-1 3 1 16,3-2 0-16,1 2 1 16,-4-2 0-16,1 6 0 0,-1-5-1 15,4 0-1-15,-1 2-1 16,-7 5-1-16,2 2 0 15,-2 1 0-15,-3-2 0 16,-2 6 0-16,-3 0-1 16,-2 4 1-16,-5 1-1 0,-4 4 1 15,-3 3-1-15,-3 0-2 16,-5 5 1-16,-5 0-2 16,-5 2 2-16,-7 3-2 15,-8 0 1-15,-6 5 0 0,-3-2 0 16,-11 1 2-16,-3 1 1 15,-8 0 0-15,-41-20 0 16,32 22 0-16,2-2 0 16,-13-3-1-16,3 3 1 15,-24-20-1-15,18 25 0 16,2 0 0-16,-20-25 1 0,0 0 1 16,7 12-1-1,-2-2 2-15,0 0 0 0,2 2 0 16,-7-12 0-16,0 0-1 15,0 0 1-15,0 0-1 16,0 0-2-16,0 0 0 16,0 0 1-16,0 0-2 15,6 0 1-15,-2-5 0 16,-1 3 0-16,44-45-1 0,-7 5 3 16,-18 22 0-16,3 2-1 15,5-2 1-15,2 1-1 16,2-3 1-16,7 3 0 15,1-2 0-15,4 0-3 16,7 0 1-16,-1 3-1 0,6-1 1 16,4-1 0-16,5 5 0 15,0-2 0-15,4 2 0 16,4 2 0-16,2-2 0 0,1 5 0 16,0 0 0-16,5 2 1 15,4 4-1-15,-2 0 0 16,2 1 0-16,1 0 0 15,4 3 0-15,3 0 0 0,0 0 0 16,2 3 0-16,-3 0 0 16,3 1 1-16,2 0-1 15,-2 4 0-15,8-2 0 16,-6 1 0-16,2 0 1 16,2 1-1-16,1-1 0 0,2 0-1 15,2 4 1-15,-2-6 0 16,4 2 1-16,-1 1-1 15,-2-3-1-15,4 2 1 16,1 0 0-16,3-2 1 0,-4 2-2 16,4-1 2-16,2-4-1 15,2 3 0-15,-2 0 0 16,5 1 0-16,-4-2 1 16,4 1-1-16,2 0 0 0,-2-3 0 15,2 3-2-15,1 0 1 16,2-2 1-16,-3-1 0 15,1 4-3-15,-4-4 3 16,4 0 0-16,-1 1 0 16,-2 2-1-16,-6-3 0 0,1-2-1 15,0 2 0-15,0 1 2 16,-6 0-2-16,1-3-1 16,-2 3 1-16,-2-2 2 15,-3-1-1-15,-5 0 1 16,1 3-1-16,-7-3 3 15,1 0 0-15,-8 0-1 0,0-4 2 16,-8 1-2-16,1-5 1 16,-2 1 0-16,-8-3 0 15,-2 0-2-15,-3-2 0 0,-3-4 1 16,-7-1 0-16,-3-3 0 16,-3 3 1-16,-4-3 0 15,-5-2 0-15,-5 0 1 16,-1 0-1-16,-4-1 0 15,-2 2-1-15,-8-3-3 0,-1 5-3 16,-8 4-7-16,-4-2-32 16,-2 1-38-16,-5 2-1 15</inkml:trace>
  <inkml:trace contextRef="#ctx0" brushRef="#br3" timeOffset="-135746.65">8551 18056 423 0,'0'0'5'0,"0"0"3"15,0 0 1-15,0 0 2 16,0 0 1-16,0 0 0 16,0 0 1-16,0 0-1 15,0 0-6-15,0 0-6 0,0 0 0 16,0 0 0-16,0 0 0 16,0 0 0-16,0 0 0 15,0 8 0-15,-5-5 0 16,-30 53 0-16,32-34 0 15,1 3 0-15,-3 0 0 16,0 5 0-16,1-3 0 16,-1 2 0-16,0-2-9 15,-2 1-13-15,3-1-34 0,4-27-31 16,-4 25-1-16</inkml:trace>
  <inkml:trace contextRef="#ctx0" brushRef="#br3" timeOffset="-135280.74">8211 18126 322 0,'0'0'8'15,"0"0"4"-15,0 0 3 16,0 0 3-16,0 0 1 16,0 0 0-16,0 0 2 15,0-3-1-15,0-2-6 0,0 0-3 16,0 0-4-16,0 3 0 16,0-6-1-16,7-11-1 15,3 7 0-15,-3 1-3 16,31-16-2-16,-11 12 0 15,1 3 0-15,36-10 0 0,-29 12 0 16,5 0 0-16,-1 0 0 16,4 0 0-16,-6 0 0 15,2 0 0-15,1 0 0 16,-4 4 0-16,-4-5 0 16,0 4 0-16,-7 0 0 15,-1 1 0-15,-24 6 0 16,30-5 0-16,-30 5 0 0,11 0 0 15,-11 0 0-15,0 0 0 16,0 0 0-16,0 0-53 16,0 0-37-16</inkml:trace>
  <inkml:trace contextRef="#ctx0" brushRef="#br3" timeOffset="-132813.14">8750 18287 443 0,'0'0'4'0,"0"0"2"16,0 0 1-16,0 0 1 16,0 0 0-16,0 0 0 15,0 0 1-15,0 0 0 16,0 0-3-16,0 0-3 15,0 0-3-15,0-3 0 16,0-2 0-16,2 0 0 16,-2 0 0-16,23-22 0 0,-16 24 0 15,3 1 0-15,23-4 0 16,-14 6 0-16,-19 0 0 16,0 0 0-16,13 0-2 15,-3 4 1-15,-1 0 1 16,4 2-1-16,-13-6 0 15,3 10 1-15,-1-1-1 16,0 4 1-16,3 2 0 16,-5-15 0-16,-2 10 0 0,-3 0 0 15,0 2 0-15,-2 0 2 16,7-12-2-16,0 0 0 16,0 10 1-16,0 0-1 15,2 0 1-15,1 3-1 16,9-9 0-16,-3 1 2 0,2 1-2 15,1 1 0-15,-2-2 0 16,-2 1 0-16,4 2 0 16,-2 1 0-16,-10-9 0 15,-3 11 0-15,-4-1 0 16,2 2 0-16,-32 11 0 16,5-8 0-16,9-10 0 15,-4 2-8-15,2-2-5 16,-3 1-18-16,1-2-53 15,0 0-2-15</inkml:trace>
  <inkml:trace contextRef="#ctx0" brushRef="#br3" timeOffset="-132168.14">9142 17818 325 0,'0'0'6'15,"0"0"6"-15,0 0 3 0,0 0 3 16,0 0 2-16,0 0 0 16,0 0 2-16,0 0-1 15,0 0-6-15,0 0-4 0,0 0-4 16,0 0-2-16,0 0-4 15,0 0 0-15,0 0-1 16,0 0 0-16,0 0 0 16,0 0-1-16,-2 8 1 15,-5-3-2-15,4 0 2 16,-24 29 0-16,14-24 0 0,1 0-1 16,2 4 1-16,0-6-1 15,0 3 0-15,0-1 2 16,-3-1-1-16,13-9 1 15,0 0-1-15,0 0 0 16,0 0 1-16,0 0-1 16,3 3 1-16,2 0-1 15,-2-1 0-15,51 0 0 0,-24-4 1 16,-30 2-1-16,30-8 1 16,-3 1-1-16,-27 7-1 15,25-5-2-15,0-2-4 16,-25 7-8-16,0 0-44 15,0 0-25-15,0 0-3 0</inkml:trace>
  <inkml:trace contextRef="#ctx0" brushRef="#br3" timeOffset="-131946.64">9142 17818 416 0,'22'-1'7'0,"-22"1"2"15,0 0 3-15,0 0 0 16,0 0 2-16,0 0-1 16,0 0 2-16,0 0-2 15,0 0-13-15,0 0 0 16,0 1 0-16,0 4 0 0,8 52 0 16,-5-33 0-16,-1 2 0 15,3 46-45-15,-5-72-41 16,8 32-2-16</inkml:trace>
  <inkml:trace contextRef="#ctx0" brushRef="#br3" timeOffset="-129928.33">15555 17219 458 0,'0'0'4'0,"0"0"1"15,0 0 3-15,0 0 2 16,0 0 1-16,0 0-1 16,0 0-5-16,0 0-5 0,0 0 0 15,0 0 0-15,0 0 0 16,3 10 0-16,-3-10 0 0,10 7 0 16,0-7 0-16,-1 0 0 15,7 0 0-15,-4 0 0 16,3-2 0-16,-3-1 0 15,0-2 0-15,-3 3 0 16,-9 2 0-16,14-2 0 0,-14 2 0 16,0 0 0-16,0 0 0 15,-7 2 0-15,-3 8 0 16,10-10 0-16,-10 5 0 16,-2-1 0-16,-1 4 0 0,1-3 0 15,12-5 0-15,-10 7 0 16,10-7 0-1,0 0 0-15,5 0 0 0,7-7 0 16,6 2 0-16,-4-4 0 16,6 3 0-16,-8-4 0 15,4 6 0-15,-7-1 0 0,-9 5 0 16,0 0 0-16,0 0 0 16,-9 0 0-16,-3 7 0 15,12-7 0-15,-16 10 0 16,7-2 0-16,0-3 0 0,0 4-72 15,9-9-21-15</inkml:trace>
  <inkml:trace contextRef="#ctx0" brushRef="#br3" timeOffset="-105513.3">16077 16944 438 0,'0'0'6'16,"0"0"2"-16,0 0 1 15,0 0 2-15,0 0 1 0,0 0 0 16,0 0 0-16,0 0-9 16,0 0-3-16,0 15 0 15,0 5 0-15,0 2 0 0,-2 10 0 16,-3 3 0-16,2 5 0 16,1-21 0-16,0 3 0 15,-1 2 0-15,1 0 0 16,-2-4 0-16,2 2 0 15,0-5 0-15,-3 0 0 0,5-2 0 16,-3-2 0-16,-1-3 0 16,4-10 0-16,0 0 0 15,-10-10 0-15,7-15 0 16,0-15 0-16,3-9 0 0,0-8 0 16,3-3 0-16,5 11 0 15,-1 2 0-15,3 4 0 16,3 6 0-16,3 11 0 15,5 6 0-15,3 7 0 16,2 5 0-16,3 8 0 0,0 10 0 16,4 5 0-16,-6 6 0 15,1 0 0-15,-8 4 0 16,-8 5 0-16,-7 0 0 0,-5-3 0 16,-8 0 0-16,-8-5 0 15,-10-2 0-15,-1-3 0 16,-3-4 0-16,-2-3 0 15,5-2 0-15,-1-6 0 16,11-2 0-16,2 0 0 0,15 0 0 16,0 0 0-16,0-7 0 15,7 7 0-15,11 0 0 16,0 0 0-16,6 7 0 16,-2-1 0-16,4 8 0 0,-1 3 0 15,-1 2 0-15,-14-8 0 16,0 1 0-16,-1 1 0 15,2 4 0-15,-1-4 0 16,-1 1 0-16,-3-2 0 16,4 6-5-16,-8-3-55 0,3-3-28 15,0-4-2-15</inkml:trace>
  <inkml:trace contextRef="#ctx0" brushRef="#br3" timeOffset="-105146.34">16522 17086 445 0,'0'0'5'0,"0"0"2"16,-8 9 1-16,1-2 0 16,0 9 2-16,-3 1-1 15,2 4 2-15,1 4-3 16,2-12-8-16,3-1 0 15,-1 4 0-15,3-4 0 0,3 3 0 16,1-5 0-16,4-1 0 16,-1-4 0-16,18 5 0 15,5-10 0-15,2 0 0 0,-2-10 0 16,0-7 0-16,-5-5 0 16,-8-3 0-16,-17 3 0 15,-5 2 0-15,-12 1 0 16,-3-2 0-16,-2 6 0 0,-3 5 0 15,0 3 0-15,-3 2 0 16,11 5 0-16,-3 0-36 16,10 0-52-16,10 0-3 15</inkml:trace>
  <inkml:trace contextRef="#ctx0" brushRef="#br3" timeOffset="-104830.81">16842 16833 499 0,'0'0'3'0,"0"0"1"0,0 0 1 15,0 10-5-15,0 5 0 16,0 4 0-16,0 6 0 16,-4 7 0-16,-3 8 0 0,-2 4 0 15,0 6 0-15,4-28 0 16,0 6 0-16,-3-1 0 15,3 1 0-15,0-4 0 16,0 3 0-16,3 0 0 16,0-2 0-16,2-3 0 0,0 0 0 15,2-5 0-15,5 1 0 16,3-3 0-16,3-5 0 16,-1-3 0-16,1-2 0 0,1 1 0 15,-4-6-48-15,8 0-42 16,-11-6 1-16</inkml:trace>
  <inkml:trace contextRef="#ctx0" brushRef="#br3" timeOffset="-104480.48">16706 17045 467 0,'0'0'5'0,"0"0"1"0,0 0 1 15,0 0 2-15,0 0 1 16,15-2-3-16,3 2-7 16,1-2 0-16,11 2 0 15,-2 0 0-15,6 0 0 0,0 0 0 16,-4 0 0-16,-5 0 0 16,-4 0 0-16,-7 0 0 15,-3 0 0-15,-11 0 0 16,7 0 0-16,-7 0 0 0,0 0 0 15,0 0 0-15,0 0 0 16,-5 0 0-16,5 0 0 16,-13 2 0-16,13-2 0 15,-14 0 0-15,14 0 0 16,-11 0 0-16,11 0 0 0,-12 8-73 16,12-8-21-16</inkml:trace>
  <inkml:trace contextRef="#ctx0" brushRef="#br3" timeOffset="-103479.45">17116 17095 468 0,'0'0'5'0,"0"0"1"16,0 0 2-16,0 0 1 16,0 0-1-16,0 0-1 15,0 0-7-15,0 0 0 0,0 0 0 16,0 0 0-16,0 0 0 15,12 5 0-15,3-5 0 16,5 2 0-16,2 1 0 16,3 0 0-16,0-1 0 0,0 0 0 15,-5 4 0-15,-6-1 0 16,1-1 0-16,-5 4 0 16,-4 2 0-16,-6 0 0 0,-11 8 0 15,-3-4 0-15,4-4 0 16,0 2 0-16,-2 1 0 15,-1-1 0-15,-2-3 0 16,0 7 0-16,0-7 0 16,3 4 0-16,-3-3 0 0,5 0 0 15,0 0 0-15,2-1 0 16,8-9 0-16,-2 13 0 16,2-13 0-16,5 15 0 15,8-13 0-15,-1 2 0 0,6-4 0 16,-1 1 0-16,3-1 0 15,-1 0 0-15,-1 0 0 16,1 0 0-16,1 0 0 16,-2 0 0-16,-1 0 0 15,-4 0 0-15,-1 0 0 0,-1 3 0 16,-11-3 0-16,9 3 0 16,-9-3-89-16,0 0-2 15</inkml:trace>
  <inkml:trace contextRef="#ctx0" brushRef="#br3" timeOffset="-103144.53">17735 16738 482 0,'0'0'5'0,"0"0"1"0,0 0 2 16,0 0 0-16,0 0-6 16,0 8-2-16,-8 4 0 15,-2 13 0-15,-5 7 0 16,-5 13 0-16,1 7 0 0,-4 10 0 16,14-30 0-16,-4 10 0 15,3-3 0-15,3 5 0 16,-1 2 0-16,3-1 0 0,5 0 0 15,0-1 0-15,0-1 0 16,7 1 0-16,4-8 0 16,3 2 0-16,1-9 0 15,0-1-67-15,7-3-25 16</inkml:trace>
  <inkml:trace contextRef="#ctx0" brushRef="#br3" timeOffset="-102596.35">17936 16937 435 0,'0'0'7'0,"0"0"3"16,-10-10 3-16,10 10 0 15,0 0 0-15,-12-8 1 0,12 8-8 16,-18 10-6-16,11 5 0 15,-5 8 0-15,1 3 0 16,-3 7 0-16,1 2 0 16,3 6 0-16,3-3 0 0,4-16 0 15,1-3 0-15,2 2 0 16,2 1 0-16,6-4 0 16,-1-1 0-16,6-5 0 15,-1 0 0-15,2-4 0 16,-3-3 0-16,26-3 0 0,-2-7 0 15,-1-9 0-15,-4-16 0 16,-7-10 0-16,-9-4 0 16,-14-6 0-16,-10 3 0 15,-6 2 0-15,-7 3 0 0,-7 3 0 16,5 6 0-16,-7 4 0 16,7 11 0-16,0 4 0 15,8 9 0-15,-3 5 0 16,8 7 0-16,1 8 0 0,9 1 0 15,2 7 0-15,2 4 0 16,6 3 0-16,9-3 0 16,3 3 0-16,5-3 0 15,3-4 0-15,4-5 0 0,3-4 0 16,-1-2 0-16,-1-9 0 16,1 2 0-16,-11 0-55 15,2-5-38-15</inkml:trace>
  <inkml:trace contextRef="#ctx0" brushRef="#br3" timeOffset="-102128.58">18254 17055 475 0,'0'0'6'15,"0"0"1"-15,0 0 0 16,0 0 1-16,0 0 0 0,0 0-8 16,-13 3 0-16,13-3 0 15,-7 12 0-15,0 1 0 16,-1-1 0-16,4 3 0 15,-2 0 0-15,3 0 0 0,3 0 0 16,0-1 0-16,3-2 0 16,5 1 0-16,4-3 0 15,0 0 0-15,3 2 0 16,-3-4 0-16,-12-8 0 16,16 9 0-16,-4-1 0 0,-12-8 0 15,13 8 0-15,-13-8 0 16,10 9 0-16,-10-9 0 15,4 11 0-15,-4-11 0 16,0 9 0-16,0-9 0 16,-7 13 0-16,7-13 0 0,-18 10 0 15,9-10 0-15,-1 2-34 16,10-2-54-16,-20 0-1 16</inkml:trace>
  <inkml:trace contextRef="#ctx0" brushRef="#br3" timeOffset="-101941.77">18261 17021 470 0,'0'0'5'0,"0"0"1"16,0 0 1-16,0 0 2 0,10 0 1 16,0 0-6-16,2 0-4 15,2 0 0-15,5 0 0 16,-1 0 0-16,7 0 0 0,-6 5-48 15,3-8-41-15</inkml:trace>
  <inkml:trace contextRef="#ctx0" brushRef="#br3" timeOffset="-101597.18">18482 16667 469 0,'0'0'6'16,"0"0"2"-16,0 0 1 16,0 0 0-16,0 0 1 0,0 0-10 15,-2 12 0-15,7 1 0 16,10 8 0-16,4 7 0 0,3 7 0 16,11 4 0-16,-1 11 0 15,3 2 0-15,-3 3 0 16,2 4 0-16,-22-29 0 15,0 4 0-15,-8 2 0 16,2 2 0-16,-6 2 0 0,-2 5 0 16,-9-6 0-16,-1 4 0 15,-8-4 0-15,3 1 0 16,-6-3 0-16,3 0 0 16,-1-2 0-16,-1 4-31 0,3-16-62 15</inkml:trace>
  <inkml:trace contextRef="#ctx0" brushRef="#br3" timeOffset="-92996.1">19059 17130 492 0,'0'0'2'0,"0"0"1"0,0 0 1 15,7-7 1-15,-7 7 0 16,0 0-5-16,5-11 0 16,-5 11 0-16,0 0 0 0,0 0 0 15,11-2 0-15,-11 2-38 16,14 2-47-16,-14-2-4 0</inkml:trace>
  <inkml:trace contextRef="#ctx0" brushRef="#br3" timeOffset="-92395.22">19682 16924 449 0,'0'0'5'0,"0"0"2"16,0-9 3-16,0 9 1 0,0 0 0 15,-4-11 0-15,4 11-4 16,0 0-7-16,0 0 0 16,-5 18 0-16,2 4 0 15,1 8 0-15,-3 2 0 16,-1 13 0-16,4-23 0 15,-3 5 0-15,0 0 0 0,0 2 0 16,1 2 0-16,-7-1 0 16,6 0 0-16,-4-4-21 15,-7 2-65-15,11-3-3 16</inkml:trace>
  <inkml:trace contextRef="#ctx0" brushRef="#br3" timeOffset="-92063.64">19307 16892 410 0,'0'0'4'0,"0"0"3"15,0 0 1-15,3-11 1 16,-3 11 1-16,18-13 2 15,-2 0 0-15,7 1 1 0,9-4-3 16,5 1-2-16,11 1-2 16,4-1-4-16,0 0-2 15,5 3 0-15,-4-1 0 16,-4 6 0-16,-9 0 0 16,-10-1 0-16,-8 8 0 15,-7 0 0-15,-15 0 0 0,10 8 0 16,-13-1-14-16,3-7-70 15,-14 18-4-15</inkml:trace>
  <inkml:trace contextRef="#ctx0" brushRef="#br3" timeOffset="-91646.19">19732 17095 454 0,'0'0'5'16,"0"0"3"-16,-15-3 1 0,15 3 1 15,0 0 1-15,-12-9 0 16,12 9-8-16,0 0-3 16,0 0 0-16,6-8 0 15,13 8 0-15,0 11 0 16,6 1 0-16,3 5 0 15,2 8 0-15,-15-10 0 0,-3-1 0 16,2 4 0-16,-3 1 0 16,-6 1 0-16,-3 3 0 15,1-4 0-15,-3 1 0 0,-3-2 0 16,1-1 0-16,-5-7 0 16,-2 0 0-16,2-3 0 15,7-7 0-15,-14 0 0 16,-2-10 0-16,14-14 0 0,4-16 0 15,19-2 0-15,6 0 0 16,5 5 0-16,5 9 0 16,-7 9 0-16,5 13-23 15,4 2-63-15,-15 4-4 0</inkml:trace>
  <inkml:trace contextRef="#ctx0" brushRef="#br3" timeOffset="-90780.6">20192 17162 469 0,'0'0'5'16,"0"0"2"-16,0-7 2 16,0 7 1-16,0-15 1 0,0 15-11 15,-5-17 0-15,5 17 0 16,-8-11 0-16,8 11 0 16,-9 0 0-16,6 11 0 15,-2 1 0-15,3 2 0 0,0 6 0 16,-1 0 0-16,-3 0 0 15,6-10 0-15,0 0 0 16,0-10 0-16,0 14 0 16,0-14 0-16,0 0 0 0,16 13 0 15,-7-13 0-15,2-7 0 16,3-8 0-16,1-5 0 16,0-5 0-16,0-2 0 15,-2 5 0-15,-4 2 0 16,2 2 0-16,-4 8 0 0,-7 10 0 15,12-5 0-15,-9 10 0 16,-1 11 0-16,0-1 0 16,4 2 0-16,-1 2 0 15,2 3 0-15,3-4 0 0,0-5 0 16,2-1 0-16,3-2 0 16,3-8 0-16,0-2 0 15,3-7 0-15,-1-5 0 0,1-1 0 16,0-2 0-16,-3-5 0 15,-4 0 0-15,0 1 0 16,-7 7 0-16,-5-1 0 16,-2 3 0-16,0 10 0 0,-7-5 0 15,7 5 0-15,-16 10 0 16,9 0 0-16,5 3 0 16,-1 1 0-16,3 4 0 15,3-6 0-15,6 2 0 16,5-1 0-16,2-5 0 0,9-6 0 15,-2-2 0-15,4 0 0 16,1-7 0-16,-4-3 0 16,-1-4 0-16,-6-4 0 15,-5 3 0-15,-4-2 0 0,-8 2 0 16,-3 2 0-16,-6 1 0 16,-6 4 0-16,0 3 0 15,-8 3 0-15,9 2 0 0,-3 7 0 16,4 1 0-16,3 4 0 15,7 3 0-15,3 5 0 16,3-1 0-16,7 5 0 16,-5-16 0-16,3 8 0 15,2-4 0-15,-1 1 0 0,-2-1 0 16,1 3 0-16,2-3 0 16,-5 0 0-16,-3 1 0 15,-2-1 0-15,0 1 0 16,-9-4 0-16,-4 1 0 0,1-3 0 15,-5 4 0-15,-1-4 0 16,0 3 0-16,-4-5 0 16,5-5-69-16,-6 3-20 15</inkml:trace>
  <inkml:trace contextRef="#ctx0" brushRef="#br3" timeOffset="-89513.31">20955 17092 413 0,'0'0'8'0,"0"0"2"0,0 0 3 0,0 0 1 16,0 0 1-16,0 0 1 15,0 0 0-15,7 8-10 16,-7-8-6-16,0 0 0 0,17 0 0 16,-1-5 0-16,6 0 0 15,5 2 0-15,11-1 0 16,1-4 0-16,6 6 0 16,-3-3 0-16,-2 2 0 15,-5-1 0-15,-6 4 0 0,-8 0 0 16,-9 0 0-16,-12 0 0 15,7 9 0-15,-10 4 0 16,-9-1 0-16,-5 5 0 16,-7 8 0-16,-1 0 0 0,4-13 0 15,1 6 0-15,3-6 0 16,-5 6 0-16,1-6 0 16,2 5 0-16,1-5 0 15,1 1 0-15,4-1 0 0,1 1 0 16,8-3 0-16,4-10 0 15,2 12 0-15,8-6 0 16,9-5 0-16,5 2 0 16,0-3 0-16,5 0 0 0,1-3 0 15,5 2 0-15,-5-5 0 16,5 6 0-16,-5-5 0 16,3 0 0-16,-4 3 0 15,-2-3 0-15,-2 3 0 16,-7-1 0-16,-2 0 0 0,-5 3 0 15,-11 0 0-15,0 0 0 16,0 0 0-16,0 0 0 16,0 0 0-16,0 0 0 15,0 6-4-15,0-6-91 0,0 0-1 16</inkml:trace>
  <inkml:trace contextRef="#ctx0" brushRef="#br3" timeOffset="-79712.85">14049 8581 204 0,'0'0'7'0,"0"0"2"16,0 0 1-16,0 0 1 0,0 0 2 15,0 0 2-15,-7 10 1 16,7-10 1-16,0 0-6 16,-9 8 1-16,9-8-2 0,0 0-1 15,-8 14 0-15,8-14 0 16,0 0 0-16,-5 8 0 16,5-8 3-16,0 0-1 15,0 0 1-15,0 0 0 16,0-14 0-16,0 0 2 0,2-5-1 15,4-6-1-15,-4-7-2 16,3-11-2-16,-3-1 0 16,3-12-1-16,-2-10-7 15,-1-5 0-15,0-11 0 0,1-2 0 16,-1-8 0-16,-2-1 0 16,0 3 0-16,-2 0 0 15,-3 6 0-15,0 4 0 16,0 10 0-16,-2 5 0 0,-1 8 0 15,1 4 0-15,4 9 0 16,-4 7 0-16,5 7 0 16,-3 7 0-16,3 7 0 15,2 3 0-15,0 13 0 0,-4-10 0 16,4 10 0-16,0 0 0 16,0 0 0-16,0 0 0 15,0 0 0-15,0 5 0 0,0-5 0 16,0 0 0-16,0 10 0 15,0-10 0-15,0 0 0 16,4 10 0-16,-4-10 0 16,0 0 0-16,0 0 0 15,0 0 0-15,0 0 0 0,0 0 0 16,0 0 0-16,0 0 0 16,0 0 0-16,0 0 0 15,0 0 0-15,0 0 0 16,0 0 0-16,0 0 0 0,0 0 0 15,0 0 0-15,0 0 0 16,0 0 0-16,0 0 0 16,0 0 0-16,0 0 0 15,0 18 0-15,-4-6 0 0,-6 6 0 16,1-2 0-16,-7 9 0 16,4 0 0-16,-8 3 0 15,3-2 0-15,-3-3 0 0,6-3 0 16,1-2 0-16,3-4 0 15,3-4 0-15,7-10 0 16,0 0 0-16,0 0 0 16,0 0 0-16,12-20 0 0,3 2 0 15,0-4 0-15,5-5 0 16,-1-3 0-16,3-2 0 16,-1 3 0-16,-4-2 0 15,1 1 0-15,-6 6 0 16,1 4 0-16,-6 4 0 0,0 2 0 15,-7 14 0-15,0 0 0 16,12 0 0-16,-8 8 0 16,3 9 0-16,2 5 0 15,1 5 0-15,5 7 0 0,6-5 0 16,-2 5 0-16,6-3 0 16,2-5 0-16,8 7 0 15,-3-5-75-15,3-7-14 0</inkml:trace>
  <inkml:trace contextRef="#ctx0" brushRef="#br4" timeOffset="-75511.76">13998 7122 280 0,'0'0'6'0,"0"0"5"0,0 0 2 16,0 0 4-16,1-12 1 15,-1 12 2-15,0 0-1 16,0 0 0-16,0 0-6 16,0 0-3-16,4 14-3 0,1 4-2 15,-1 3-2-15,1 13 0 16,6-3 1-16,-4 12-1 15,3 3 0-15,-1 4-1 16,2 2-1-16,-4 7 1 0,3 1-1 16,-5 2-1-16,0 2 2 15,0 1-1-15,-3-3 1 16,-2 2 0-16,0-5 0 16,0 3 0-16,-4-2 1 0,-1-5-1 15,2-3 1-15,-2-1-2 16,2-1 1-16,-2-6-1 15,5-1 0-15,-4-6 1 16,4-5-2-16,0-2 1 0,0-6-1 16,0-2 0-16,0-4-1 15,0-3 1-15,0-2-1 16,0-4 0-16,0 1 1 0,0-10-1 16,2 10 1-16,-2-10 0 15,0 0 1-15,0 10-1 16,0-10 0-16,0 0 0 15,0 0 1-15,2 11-2 16,-2-11-1-16,0 0-2 0,0 0-3 16,0 0-5-16,-2-11-9 15,2 11-26-15,0-12-33 0,0 1-2 16</inkml:trace>
  <inkml:trace contextRef="#ctx0" brushRef="#br4" timeOffset="-74645.59">14052 7193 327 0,'0'0'7'0,"0"0"3"0,0 0 3 15,0 0 3-15,0 0 1 16,0 0 0-16,-7-7-1 0,7 7 1 16,-17 5-5-16,6 1-5 15,-1 6-1-15,-3 0-3 16,-2 5 0-16,-3 5 0 15,0 3 0-15,-2 3 0 16,2 1 0-16,-3 3-1 16,1 1 1-16,0-2-2 0,-1-1 1 15,9-5-1-15,-2-2 0 16,4-7 0-16,3 1-1 16,0-9 0-16,9-8 0 0,0 0 1 15,0 0 0-15,0 0 0 16,16-16 1-16,-2 0 0 15,3-3 0-15,9-9 1 16,-2 2-1-16,6-9 1 0,-3 3-3 16,6-3 0-16,-6 0 0 15,-2 1 0-15,0 2 0 16,-8-1 0-16,1 3 0 0,-9 5 0 16,2 3 0-16,-6 7 0 15,-3 2 0-15,-2 5 0 16,0 8 0-16,0 0 0 15,0 0 0-15,0 0 0 16,0 7 0-16,3 10 0 16,4 5 0-16,3 6 0 0,0 1 0 15,7 8 0-15,1 1 0 16,7 1 0-16,-3-2 0 16,2 3 0-16,4-10 0 0,-3 4 0 15,0-7 0-15,-2-2 0 16,-4-6 0-16,-1 2 0 15,-6-4 0-15,1-5 0 0,-6-2 0 16,-2 1 0-16,-5-11 0 16,0 0-54-16,9 4-35 15,-9-4-2-15</inkml:trace>
  <inkml:trace contextRef="#ctx0" brushRef="#br4" timeOffset="-74113.53">14065 6544 410 0,'0'0'6'16,"0"0"4"-16,0 0 2 16,2-9 3-16,-2 9 0 0,0 0 0 15,0 0 0-15,0 0-2 16,0 0-13-16,-9 18 0 15,-2 3 0-15,1 9 0 0,-7 0 0 16,5 4 0-16,-6 1 0 16,-2 3 0-16,3-9 0 15,-3 1 0-15,5-11 0 16,3 1-4-16,-3-10-27 16,3 0-53-16,12-10-4 0</inkml:trace>
  <inkml:trace contextRef="#ctx0" brushRef="#br4" timeOffset="-73894.55">13849 6564 400 0,'0'0'6'0,"0"0"3"0,0 0 0 16,0 0 0-16,0 0 3 16,0 0 1-16,12 13 0 15,3-1 1-15,2 6-5 0,8 4-4 16,4 5 1-16,4 1 0 15,4 1-6-15,6 3 0 16,-4-5 0-16,3 4 0 0,-1-6-13 16,-17 1-69-16,19-3-3 15</inkml:trace>
  <inkml:trace contextRef="#ctx0" brushRef="#br4" timeOffset="-72746.38">14139 8613 206 0,'0'0'8'0,"0"0"5"16,0 0 3-16,-10-6 5 0,10 6 0 15,0 0 3-15,-9-8 3 16,9 8 0-16,-11-6-5 16,11 6-6-16,0 0-4 0,0 0-3 15,0 0-3-15,0 0-1 16,13 3-2-16,2 0-1 15,10 1-2-15,12 0 3 16,6 0-1-16,8-2 0 16,9 1 1-16,4-3 0 15,9 0-1-15,-1 0 1 0,1 0-1 16,3 0 0-16,-2 0 0 16,-1 0 0-16,-4-3 0 15,0 3-1-15,-2 0-1 0,-2 0 1 16,-3 0-1-16,0 0 0 15,-7 0 0-15,-3 0 1 16,-7 3-1-16,-5-1 0 16,-5 1 0-16,-3 0 0 0,-5 1 0 15,-5-1 1-15,-4-3-1 16,-2 1 0-16,-5 2 1 16,-1-3 0-16,-10 0 0 15,10 0 0-15,-10 0 0 0,0 0 1 16,8-3-1-16,-8 3 1 15,0 0-1-15,0 0 0 16,9-4 0-16,-9 4-1 16,0 0-2-16,0 0-4 15,0 0-5-15,0 0-9 0,0 0-24 16,-4 0-37-16,4 0-2 16</inkml:trace>
  <inkml:trace contextRef="#ctx0" brushRef="#br4" timeOffset="-72280.32">15394 8443 309 0,'0'0'9'0,"0"0"4"16,-10 0 2-16,10 0 4 15,0 0-1-15,-13 0-1 16,13 0 1-16,0 0 0 0,0 0-7 15,16 7-3-15,1-3-3 16,5 4-2-16,8 2 2 16,1 0 0-16,10 0-2 15,-3-1 1-15,4-1-1 0,0 0-1 16,-2-3 0-16,-5-1-1 16,-6 1 0-16,-1-2 0 15,-9 0 0-15,-3-2 1 16,-7 5 0-16,-9-6-1 15,-2 14 1-15,-10 2 0 0,-1-2 0 16,-7 9 0-16,-5 1 1 16,-2 1-2-16,-8 5 0 15,-3-1 1-15,1 1-2 16,0 0 0-16,3-5 0 0,4-3 0 16,5-2 0-16,4-5 0 15,5-5 0-15,6-3 0 16,10-7 0-16,-6 10 0 0,6-10 0 15,0 0 0-15,0 0 0 16,0 8 0-16,0-8-8 16,16 4-21-16,-7-1-52 15,4 0-4-15</inkml:trace>
  <inkml:trace contextRef="#ctx0" brushRef="#br4" timeOffset="-71296.31">16015 8400 289 0,'0'0'8'0,"0"0"4"0,0 0 4 0,0 0 2 16,0 0-1-16,0 0 2 16,0 0 1-16,0 0 0 15,18 0-5-15,3 0-4 16,9-7-4-16,8 2 0 0,9-1 0 15,3 2-1-15,5 0 0 16,-1-2-2-16,-4 1-1 16,-3-1-1-16,-7 5 0 15,-8-5-1-15,-9 5 0 0,-6-2-1 16,-8 3 1-16,-9 0-1 16,0 0 1-16,3 10 0 15,-8 0 1-15,-7 2-1 16,-3 7 2-16,-7 2-1 0,-3 4-2 15,-7 4 1-15,-3 0-1 16,-5 4 0-16,-5-1 0 16,3 3 0-16,-3-4 0 0,6 2 0 15,2-8 1-15,2 0 0 16,8-8-1-16,4 0 0 16,5-4 1-16,8-6-1 15,10-7 0-15,-12 7 0 16,12-7 0-16,0 0 1 0,8 0-1 15,4-4 0-15,3-1 0 16,4 0 1-16,9 0-2 16,2-1 1-16,7 2 0 15,8 0 0-15,2-2 0 0,3 4 0 16,5-4 0-16,2 3 0 16,-3 2 0-16,1-2 0 15,-8 0 0-15,0 3 0 16,-9 0-1-16,-6 0-2 15,-4 6-7-15,-9-6-12 0,-1 1-58 16,-4 2-4-16</inkml:trace>
  <inkml:trace contextRef="#ctx0" brushRef="#br4" timeOffset="-70663.3">16905 8558 370 0,'0'0'7'0,"0"0"4"0,0 0 1 15,0 0 3-15,0 0-1 0,0 0 1 16,-11-4 0-16,11 4-1 16,0 0-5-16,-7 12-4 15,2 3-2-15,0 0-2 16,0 2-1-16,-2 5 1 0,-1-2 0 16,1-3 0-16,2 1-1 15,-2-3 1-15,2-2-1 16,0-6 0-16,5-7 0 0,-3 12 0 15,3-12 1-15,0 0-1 16,8 6 0-16,-8-6 1 16,14 0-1-16,-1 0 1 15,2 0-1-15,3 0 0 0,-4 0 0 16,6 0 0-16,-3 0 0 16,1 4 0-16,-1 0 0 15,3 2 0-15,-5 1 0 16,0 1 0-16,-3-1 0 15,-2 2-1-15,0-1 2 0,-5 2-1 16,-5-10 0-16,5 18 1 16,-5-9-1-16,0-1 1 15,-8 2 0-15,-2-3 0 16,1 3-1-16,-6 0 1 0,-3-2 0 16,-1 2 0-16,-1-3-1 15,-3 0 1-15,4 3-1 16,-4-2-1-16,0-1 0 15,4-2-2-15,1 0-2 0,6-3-4 16,-3-2-14-16,3 0-57 16,12 0-4-16</inkml:trace>
  <inkml:trace contextRef="#ctx0" brushRef="#br4" timeOffset="-70430.76">17006 8583 419 0,'0'0'5'0,"0"0"2"0,8-2 2 0,2-1 0 16,0 1 1-16,5-2 1 15,2 0-1-15,8 2 1 16,2-1-4-16,-2-2-4 15,5 5-6-15,-5-2-13 16,-1 2-63-16,-1 0-5 0</inkml:trace>
  <inkml:trace contextRef="#ctx0" brushRef="#br4" timeOffset="-69263.39">14028 8657 301 0,'0'0'6'0,"0"0"3"0,0 0 3 16,0 0-2-16,0 0 1 16,0 0 0-16,0 0 0 15,-6 11 1-15,4 6-6 16,-3 5-4-16,2 8-2 16,-4 7 2-16,0 8-1 0,-6 2 1 15,-2 5 0-15,0 2 0 16,-4 3 0-16,-4 1 2 15,-2-2-1-15,2 0 0 16,-6-4 0-16,5 1 0 0,-4-6-1 16,3-2 1-16,2-5-2 15,4-6 0-15,4-7 0 16,0-2-1-16,7-7 0 0,3-4 0 16,1-1 0-16,4-13 0 15,-3 9 0-15,3-9 1 16,0 0 0-16,0 0 1 15,0 0-2-15,0 0-1 0,0 0-3 16,0 0-5-16,0 0-10 16,0 0-25-16,0 0-30 15,0 0-5-15</inkml:trace>
  <inkml:trace contextRef="#ctx0" brushRef="#br4" timeOffset="-68830.72">13578 9474 378 0,'0'0'6'0,"0"0"0"15,0 0 0-15,0 0-1 16,0 0 1-16,0 0 0 16,0 0 0-16,0 11 1 0,0 7-5 15,4-2-1-15,-1 8 1 16,-1 0 0-16,1 1 0 16,-3 0-1-16,0-4 1 0,0-1-2 15,0-2 0-15,-3-4 1 16,1-3-1-16,2-11-1 15,0 12 1-15,0-12 1 0,0 0 0 16,10 0-1-16,2-6 2 16,6-2-1-16,2-5 2 15,5-2-1-15,4 0 1 16,1-3-1-16,0 4 0 0,-2-1-1 16,-3 3 0-16,-9-1-4 15,0 11-10-15,-16 2-37 16,12 0-28-16,-12 0-2 15</inkml:trace>
  <inkml:trace contextRef="#ctx0" brushRef="#br4" timeOffset="-68511.8">13516 9884 417 0,'0'0'4'0,"0"0"-1"16,0 0 0-16,0 0 1 15,7 4 0-15,-7-4 1 0,13 16 0 16,-4-4 1-16,3 1-4 15,4 4 0-15,1 0 0 16,0 1 0-16,4 0-1 16,-4-2-2-16,0-1-6 0,0 0-14 15,-1-3-57-15,-5-1-1 16</inkml:trace>
  <inkml:trace contextRef="#ctx0" brushRef="#br4" timeOffset="-68296.8">13819 9908 444 0,'0'0'2'0,"0"0"1"0,0 0 0 16,-7 10 2-16,-2 5-1 16,2 5 1-16,-2 5 1 15,-7 7-1-15,2 8-1 0,-7 7-1 16,-1 0-1-16,3 2-2 15,1 1-8-15,-7 14-70 16,13-20-4-16</inkml:trace>
  <inkml:trace contextRef="#ctx0" brushRef="#br4" timeOffset="-66380.77">21946 16713 400 0,'0'0'6'0,"0"0"2"0,8-12 3 0,-8 12 2 15,4-12 1-15,-4 12 1 16,5-13 0-16,-5 13 1 16,0 0-6-16,0 0-7 0,0 0-3 15,-2 16 0-15,-8 13 0 16,-5 6 0-16,-4 10 0 16,-2 9 0-16,-1 8 0 15,-2 5 0-15,13-30 0 16,1 3 0-16,3-1 0 15,-1 3 0-15,6-3 0 16,2 4 0-16,0-4 0 0,5 2 0 16,7-8 0-16,0 7 0 15,6-11 0-15,3 7 0 16,-2-11 0-16,1 5 0 0,3-9 0 16,-2 3 0-16,2-5 0 15,0-4 0-15,-4-3 0 16,-1-5 0-16,-1 2 0 15,0-5 0-15,-5-1 0 16,-4-2 0-16,2 2 0 0,-10-3 0 16,0 0 0-16,0 0 0 15,0 0 0-15,0 0-6 16,0 0-84-16,0 0-2 0</inkml:trace>
  <inkml:trace contextRef="#ctx0" brushRef="#br4" timeOffset="-64360.98">22368 16890 370 0,'0'0'7'0,"0"0"4"0,6-13 2 0,-6 13 2 0,5-7 2 16,-5 7 1-16,7-10-1 16,-7 10 1-16,0 0-5 15,5 5-4-15,-5 7-6 16,-7 9-3-16,-5 0 0 16,-4 7 0-16,-2 4 0 0,-1 0 0 15,-4 0 0-15,-2-2 0 16,-2-5 0-16,5-3 0 15,0-5 0-15,4-5 0 16,3-2 0-16,2-2 0 0,13-8 0 16,-12 6 0-16,12-6 0 15,0 0 0-15,0 0 0 16,16-4 0-16,-2 2 0 16,4-3 0-16,1-1 0 0,9 5 0 15,4-6 0-15,0 1 0 16,3 1 0-16,1-1 0 15,-8 5 0-15,0-2 0 16,-6 3 0-16,-1-4 0 0,-9 4 0 16,-12 0 0-16,7 0 0 15,-7 0 0-15,0 0 0 16,-5-3-21-16,-5 3-65 16,10 0-4-16</inkml:trace>
  <inkml:trace contextRef="#ctx0" brushRef="#br4" timeOffset="-63963.46">22776 16929 456 0,'0'0'4'0,"0"0"3"0,0 0 0 16,0 0 0-16,0 0 1 15,-4 0-1-15,4 0 1 16,-18 10-1-16,2-2-7 16,4 4 0-16,-2 1 0 0,-2 3 0 15,4 4 0-15,2 1 0 16,5-2 0-16,5 1 0 16,2-2 0-16,11-4 0 15,2 1 0-15,5-3 0 0,3-2 0 16,-2 1 0-16,7-3 0 15,-6 1 0-15,-1-1 0 16,-5-4 0-16,-2 3 0 0,-14-7 0 16,9 13 0-16,-9-13 0 15,-7 7 0-15,-6-2 0 16,-4-5 0-16,-6 5 0 16,-2-5-2-16,-4 3-29 15,-1-3-55-15,0 0-2 0</inkml:trace>
  <inkml:trace contextRef="#ctx0" brushRef="#br4" timeOffset="-63796.42">22761 16947 483 0,'0'0'4'0,"0"0"2"0,0 0 0 15,4-5 1-15,-4 5-2 16,14-8-5-16,-5 3 0 15,9 0 0-15,4 0 0 0,0-2 0 16,4 4-83-16,8-2-6 16</inkml:trace>
  <inkml:trace contextRef="#ctx0" brushRef="#br4" timeOffset="-63480.75">23058 16624 487 0,'0'0'3'0,"0"0"1"0,0 0 1 15,0 0 1-15,9 0 0 16,4 6-6-16,3 4 0 16,10 4 0-16,8 6 0 0,3 7 0 15,6 8 0-15,6 9 0 16,-4 3 0-16,-5 10 0 15,-10 6 0-15,-8 1 0 0,-22-30 0 16,0 4 0-16,-4-1 0 16,-14 2 0-16,-6 1 0 15,-2 3 0-15,-11-6 0 16,0 2 0-16,-5-7 0 16,1 5-29-16,-3-7-60 0,-1 2-4 15</inkml:trace>
  <inkml:trace contextRef="#ctx0" brushRef="#br4" timeOffset="-62113.34">23857 17080 511 0,'0'0'0'0,"0"0"0"0,0 0 0 16,-5-5 0-16,5 5 0 16,0 0 0-16,0 0 0 15,-5-13 0-15,5 13 0 0,0 0-25 16,0 0-63-16,0 0-3 16</inkml:trace>
  <inkml:trace contextRef="#ctx0" brushRef="#br4" timeOffset="-61528.79">24446 16463 439 0,'0'0'4'16,"0"0"2"-16,2-15 1 0,-2 15 0 16,0-12 1-16,0 12-1 15,-9-10 1-15,-4 8-1 16,-4 2-3-16,-3 10-2 16,-8 7-1-16,1 5-1 0,-3 6 0 15,2 8-1-15,2 4 1 16,6 2 1-16,7 6-1 15,5 2 1-15,8 1 0 16,5-1 0-16,8 6 0 0,7-1 1 16,0 2 0-16,-8-27-2 15,-2 5 0-15,0 1 0 16,0 7 0-16,0 0 1 16,-3 1-1-16,-4 2 0 0,-1 7 0 15,-2-4 2-15,0 6-2 16,-2-3 0-16,-3 0 0 15,0-3 0-15,-2 1 0 16,-1-3-2-16,-2 0 1 0,3-2 0 16,7-45 0-1,-8 34 1-15,-4 3 0 0,5-9 0 16,-1-2 1-16,8-26-1 16,-5 28 0-16,0-3 1 15,5-25-1-15,0 0 1 16,0 0-1-16,8 8 0 15,-1-1-1-15,37 5-1 16,-23-12-4-16,4 0-9 16,-1 0-51-16,6-5-18 15</inkml:trace>
  <inkml:trace contextRef="#ctx0" brushRef="#br4" timeOffset="-60978.55">24781 16558 350 0,'0'0'8'0,"0"0"4"0,0 0 3 16,0 0 1-16,0 0 1 16,-2-10 1-16,2 10 0 15,0 0 1-15,-15 4-8 16,7 6-3-16,-1 8-4 15,1 7 0-15,-2 0-2 0,5 4 0 16,3-1 0-16,2 3 0 16,2-6-1-16,8-2 1 15,3-9-2-15,6-1 0 16,1-8 0-16,5-5 0 16,-3 0 0-16,1-8 0 0,-3-6 0 15,-6-6 0-15,-1-5 0 16,-8-5 0-16,-3 3 0 15,-2-7 0-15,-9 0 0 16,-4 8 0-16,-6 1 0 0,-4 7 0 16,-2 7 0-16,-7 8 0 15,2 3 0-15,5 13-5 16,0 1-12-16,8 11-29 0,17 5-41 16,-7-4-2-16</inkml:trace>
  <inkml:trace contextRef="#ctx0" brushRef="#br4" timeOffset="-60496.92">24771 17021 420 0,'0'0'5'0,"0"0"3"0,0 0 1 16,0-10 0-16,0 10 0 16,-10 0 1-16,1 0-1 15,-2 2 2-15,1 8-6 0,1 3-2 16,2 2-1-16,1 2 0 15,2 1 0-15,4 1-1 16,12-4 0-16,2 0 0 0,7-2 0 16,-2-6 0-1,8-6 1-15,1 2-2 0,2-3 0 16,-3-4 0-16,-4-6 0 16,-4 0 0-16,-4-7 0 15,-3 1 0-15,-12-3 0 0,0-3 0 16,-12-1 0-16,-3 3 0 15,-7 0 0-15,-3 8 0 16,-5 2 0-16,3 6 0 16,-5 4 0-16,4 0-6 0,8 12-8 15,1 0-16-15,1 8-55 16,15 2-1-16</inkml:trace>
  <inkml:trace contextRef="#ctx0" brushRef="#br4" timeOffset="-60063.47">24777 17365 406 0,'0'0'6'0,"0"0"1"16,0 0 2-16,0 0 1 16,0 0-2-16,-13 0 2 15,13 0 0-15,-8 0 1 0,8 0-6 16,-9 12-2-16,9-12-1 16,-11 13-1-16,11-13 1 15,-7 16-1-15,7-5 0 16,0-4-1-16,2 6 1 0,6-2 0 15,0-5 0-15,1 2 1 16,1-3-1-16,5 0 1 16,-5-5 0-16,5 0 0 15,-3 0 0-15,-4-8-1 16,-1 0 0-16,-1-4 0 0,-6-1-1 16,0 2-2-16,0-3-2 15,-6 6-4-15,-4 0-4 16,1 1-11-16,-9 1-44 15,5 6-18-15</inkml:trace>
  <inkml:trace contextRef="#ctx0" brushRef="#br4" timeOffset="-59846.19">24844 17709 463 0,'0'0'4'0,"0"0"1"15,0 0 1-15,0 0 1 16,-5 10 0-16,5-10 1 16,0 0-1-16,0 0-3 0,-6 12-4 15,3-1 0-15,-1 1 0 16,-6 26 0-16,5-12-12 16,3-6-17-16,2 3-55 15,0-23-3-15</inkml:trace>
  <inkml:trace contextRef="#ctx0" brushRef="#br4" timeOffset="-59163.81">25023 16293 400 0,'0'0'4'0,"0"0"4"16,0-10 2-16,0 10 1 16,-3-10 2-16,3 10-1 15,0-11 2-15,0 11-1 16,7-7-3-16,3 7-4 0,8 0-2 15,2 0-2-15,9 3 0 16,1 7 0-16,2 2-2 16,0 6 0-16,-2 2 0 15,0 4 0-15,-7 8 0 0,-9 3 0 16,-3 7 0-16,-4 5 0 16,-7 5 0-16,0 4 0 15,-7 7 0-15,-1 1 0 0,-2 4 0 16,0 4 0-16,5-1 0 15,3-34 0-15,0 5 0 16,-1 3 0-16,3 2 0 16,-3 0 0-16,3 3 0 15,0-1 0-15,0 6 0 0,6-4 0 16,-4 2 0-16,3-1 0 16,-5 0 0-16,0 0 0 15,2 1 0-15,-2-7 0 16,0 3 0-16,0-4 0 15,0-5 0-15,0-40 0 0,0 34 0 16,0 2 0 0,-2-10 0-16,2 4 0 0,-3-9 0 15,1 3 0-15,2-24 0 16,-8 26 0-16,3-1 0 16,5-25 0-16,-2 20 0 15,-3 0 0-15,5-20 0 16,0 0 0-16,0 0 0 0,0 0 0 15,-12 10 0-15,-1 2 0 16,-30 13-9-16,24-17-72 16,-6-8-6-16</inkml:trace>
  <inkml:trace contextRef="#ctx0" brushRef="#br4" timeOffset="-57162.9">15754 17343 365 0,'0'0'3'0,"0"0"1"16,0 0 1-16,0 0 4 0,0 0 0 15,0 0 1-15,0 0 0 16,0 0 1-16,0 0-3 15,-4 0 0-15,4 0-2 16,-4 15-1-16,2 0 0 16,2-1-1-16,-2 4 0 15,2 1 0-15,0 6 1 0,0 0-1 16,4 2 1-16,2-2-2 16,4 5 0-16,2 0 0 15,1-4-1-15,4 4 0 0,8-2 0 16,0-9-1-16,5 1 0 15,7 0 0-15,2-7 0 16,6-6-1-16,4-2 0 16,4-3 1-16,2-2-1 0,2-2 0 15,3-5 0-15,2-1 0 16,5 0 0-16,0 0 0 16,-3-3 0-16,6 1 1 15,-3 0-1-15,0 5 1 0,-2-2-1 16,2 2 1-16,-5 3 0 15,5-1 0-15,-5 3-1 16,0 0 0-16,0 5 2 16,0 1-2-16,-2 5 0 15,-1 2 0-15,-1-1 0 0,-3 5 0 16,0-2 0-16,-6 3 0 16,1-1-3-16,-6 5 2 15,-1-5-1-15,-43-17 0 16,35 18 1-16,-1 2 1 15,-6-2 0-15,-1-2 1 16,-27-16 0-16,24 17 0 0,1 4 1 16,-25-21 0-16,0 0-2 15,0 0 2-15,0 0-2 16,0 0 0-16,0 0 0 16,0 0 0-16,30 7 0 15,-30-7 0-15,16-13 0 16,-7 3 0-16,3 1 0 0,4-4 0 15,4 4 0-15,-1-4 0 16,6 1 0-16,3-1 0 16,4 1 0-16,2-1 0 15,3 3 0-15,6 1 0 0,4-2 0 16,3 4 0-16,5 0 0 16,1 0 0-16,4 2 0 15,6 2 0-15,-2-2 0 0,5 2 0 16,3 3 0-16,3 0 0 15,-1 0 0-15,0 0 0 16,6 0 0-16,3 3 0 16,-7 0 0-16,9 2 0 15,-3-5 0-15,0 2 0 0,1 1 0 16,3-1 0-16,-5-2-2 16,4 0 1-16,0 0 1 15,0 0-2-15,-2 0 1 16,4 0 0-16,1 0 0 15,-4 0 0-15,4 0 0 0,-2 0 0 16,-4 2 0-16,0-2 1 16,3 5 0-16,-4-2-1 15,-3 2 1-15,-2-2 0 0,2 1-1 16,-4 4 0-16,-5-1 0 16,2-1-1-16,-4-2 1 15,-5 1 0-15,2 0-2 16,-5 0 0-16,2 0 1 0,-4-3 0 15,-3 1-1 1,3 5 2-16,-2-8-1 0,-3 2 1 16,0-2 1-16,3 0 1 15,-3 0 0-15,1 0 0 16,-2 0 0-16,4-2-2 16,-2-1 2-16,-2 0-1 0,2-2 0 15,-3 3-1-15,1-3 1 16,2 2-1-16,-3-1 0 15,1-2 0-15,-5 1 1 16,4-2-1-16,-4 2 1 0,0-5 1 16,-2 0 1-16,-2-2 1 15,-2 2 2-15,0-5 0 16,-3 0 1-16,0-2 0 16,-3-2-1-16,0-4 0 0,-4 0-5 15,2 0 0-15,-6-2 0 16,-1 0 0-16,-2 0 0 15,0 2 0-15,-4 1 0 16,-4 2-3-16,-3 0-21 0,-5 3-61 16,2 5-3-16</inkml:trace>
  <inkml:trace contextRef="#ctx0" brushRef="#br4" timeOffset="-56046.51">19385 18133 407 0,'0'0'7'16,"0"0"3"-16,0 0 2 15,0 0 1-15,0 0 2 0,0 0-1 16,0 0 1-16,0 0 0 16,0 0-12-16,0 0-3 15,0 0 0-15,0 0 0 16,0 0 0-16,0 0 0 16,0 4 0-16,-4 2 0 15,-10 51 0-15,9-34 0 16,-2 2 0-16,1 4 0 15,1-2 0-15,-2 2-19 0,0-1-35 16,2 2-34-16,-1-9 1 16</inkml:trace>
  <inkml:trace contextRef="#ctx0" brushRef="#br4" timeOffset="-55629.98">19017 18056 327 0,'0'0'9'16,"0"0"5"-16,0 0 1 15,0 0 5-15,0 0-2 16,0 0 1-16,0 0 2 15,0 0 2-15,0 0-9 0,0 0-3 16,0 0-2-16,0-2-1 16,5 2-5-16,52-15-3 15,-29 10 0-15,0-2 0 16,6 2 0-16,5-5 0 16,38-8 0-16,-34 13 0 15,-4 0 0-15,3 1 0 0,-2-2 0 16,-40 6 0-16,37-4 0 15,0-2 0-15,-8 4 0 16,2 0 0-16,-11 2 0 16,0-4 0-16,-20 4 0 15,0 0 0-15,0 0-19 16,0 0-68-16,0 0-3 16</inkml:trace>
  <inkml:trace contextRef="#ctx0" brushRef="#br4" timeOffset="-55163.57">19891 18248 429 0,'0'0'6'0,"0"0"2"0,0 0 3 0,0 0 1 15,0 0 0-15,0 0 0 16,0 0 0-16,0 0-3 16,0 0-9-16,0 0 0 15,0 0 0-15,0 0 0 16,-2 1 0-16,-3 5 0 0,0-5 0 16,-1 5 0-16,-26 24 0 15,18-20 0-15,2 2 0 16,-24 20 0-16,12-15 0 15,24-17 0-15,-23 18 0 16,1-1 0-16,22-17 0 16,0 0 0-16,0 0 0 15,0 0 0-15,0 0 0 0,0 0 0 16,0 0 0-16,0 0 0 16,1 0 0-16,5 0 0 15,56 0 0-15,-37-2 0 16,0-3 0-16,3 0 0 15,-3 0 0-15,-1 0-28 0,-24 5-56 16,25 0-3 0</inkml:trace>
  <inkml:trace contextRef="#ctx0" brushRef="#br4" timeOffset="-54879.34">19891 18248 406 0,'-7'7'8'15,"7"-7"4"-15,0 0 2 16,0 0 1-16,0 0 0 16,0 0 0-16,0 0 1 15,0 0-6-15,0 0-10 0,0 0 0 16,0 0 0-16,0 0 0 16,0 1 0-16,0 5 0 15,0 58 0-15,0-39 0 16,0 3 0-16,0-1 0 15,-2 7 0-15,-1 1 0 16,3-4 0-16,-2 2 0 16,-2-3 0-16,4 0-7 0,0-8-43 15,0 1-38-15,0-23 1 16</inkml:trace>
  <inkml:trace contextRef="#ctx0" brushRef="#br4" timeOffset="-54247.05">20165 17925 384 0,'0'0'8'0,"0"0"4"15,0 0 2-15,0 0 0 16,2-10 4-16,-2 10-2 15,0 0 2-15,0 0-1 16,-2-11-7-16,2 11-10 0,0 0 0 16,0 0 0-16,0 0 0 15,0 0 0-15,0 0 0 16,-10 0 0-16,-3 0 0 16,3 0 0-16,1 0 0 0,9 0 0 15,-8 8 0 1,0 0 0-16,1 2 0 0,-3 0 0 15,10 2 0-15,0 0 0 16,3 1 0-16,16 16 0 16,-1-8 0-16,-18-21 0 15,22 15 0-15,0-1 0 16,-22-14 0-16,23 15 0 0,0 0 0 16,-23-15 0-16,0 0 0 15,0 0 0-15,0 0 0 16,4 12 0-16,1-2 0 15,2 0 0-15,1 1 0 16,-16-7 0-16,-4-1 0 16,-1 2 0-16,-26 5 0 0,11-6 0 15,28-4-26-15,-25 0-58 16,1 0-4-16</inkml:trace>
  <inkml:trace contextRef="#ctx0" brushRef="#br4" timeOffset="-53897.12">20085 17870 376 0,'0'0'10'0,"0"0"5"0,0 0 1 0,0 0 2 15,0 0 1-15,0 0 0 0,0 0 2 16,0 0-4 0,0 0-17-16,0 0 0 0,15-4 0 15,-15 4 0-15,25 0 0 16,-25 0 0-16,35 0 0 15,-35 0 0-15,37 0 0 16,-37 0 0-16,20 0 0 0,2 0 0 16,23 4-86-16,-26-4-3 15</inkml:trace>
  <inkml:trace contextRef="#ctx0" brushRef="#br4" timeOffset="-50580.84">10019 3921 159 0,'0'0'5'0,"-12"-3"4"16,0 1 4-16,-3 2 1 16,-8 0 0-16,-1 0 2 0,-6 5-1 15,-2 6 0-15,-4 0-4 16,1 9-4-16,1-2-4 16,-1 7-2-16,3-1 0 0,2 9-1 15,0 0 0-15,5 0 0 16,1 7 0-16,4-2-1 15,7 1 0-15,3 0 0 16,5 4 0-16,5-7 0 16,3-1 0-16,9 2-2 0,6-5 3 15,12 1-1-15,4-6 2 16,12 0 0-16,3-6 1 16,10-5 0-16,-1-3-6 15,8-7-4-15,1-2-7 0,1-4-18 16,3-5-21-16,-5-10-10 15</inkml:trace>
  <inkml:trace contextRef="#ctx0" brushRef="#br4" timeOffset="1836.92">18395 12762 511 0,'0'0'0'0,"-13"0"0"0,13 0-67 0,-9 16-22 0</inkml:trace>
  <inkml:trace contextRef="#ctx0" brushRef="#br4" timeOffset="30736.3">21116 11353 365 0,'0'0'9'0,"0"0"3"16,0 0 1-16,0 0 1 15,0 0 1-15,0 0-1 16,0 0 1-16,-2 4-1 0,2-4-15 16,0 0-18-16,0 0-59 15,4 0-2-15</inkml:trace>
  <inkml:trace contextRef="#ctx0" brushRef="#br5" timeOffset="109019.59">7774 9443 41 0,'0'0'2'0,"7"13"0"0,0-1 1 0,3 5-1 0,5 3 2 16,2 5 0-16,3 5 1 16,3 9 1-16,4-5 1 15,1 11 0-15,2 5 1 0,4 4 1 16,-2 3 0-16,6 3 0 16,-4 2 1-16,11-1-1 15,-3 7 1-15,3-1-1 0,0 0 1 16,-3-1 0-16,8 1-1 15,-8 2-1-15,3 1-1 16,-8-4-1-16,0 4-1 16,0-3-2-16,-2-5-1 15,0 1 1-15,-3-3-1 0,1-2-4 16,-6-1-10-16,5-10-14 16,5 2-20-16,-9-9-12 15</inkml:trace>
  <inkml:trace contextRef="#ctx0" brushRef="#br5" timeOffset="110236.53">8668 9044 31 0,'5'13'2'0,"2"6"2"0,11 9 1 0,-4 9 2 16,12 7 2-16,-4 9 1 0,12 6 2 16,4 7 1-16,-1-1 1 15,2-5-3-15,-3 6-1 16,6-1 0-16,-7 2-1 15,6-3-2-15,-5 5 0 0,-7-1-3 16,4-4 0-16,0 5-1 16,-4-5-1-16,1-6 1 15,0 6-1-15,-6-2 0 0,8 0 1 16,-9-5-1-16,9 2 0 16,3 1 0-16,-8-4 1 15,8 1-1-15,-8-9-2 0,6-2 1 16,-6-1 0-16,5-4 0 15,-7-3 1-15,-4-5-2 16,-2 4 1-16,1-2 1 16,0-3 1-16,-3 0 0 15,-1-5 0-15,-4 4 1 0,2-6 0 16,-3 4-1-16,1-10 2 16,-5 1-3-16,4-2 0 15,-2 0 0-15,-2-4 0 16,-2-2 1-16,3-2-2 15,-8-10 1-15,8 13 1 0,-8-13 2 16,0 0 0-16,7 9 3 16,-7-9-3-16,0 0-10 15,0 0-35-15,0 0-17 0</inkml:trace>
  <inkml:trace contextRef="#ctx0" brushRef="#br5" timeOffset="111536.93">8770 11187 22 0,'0'0'3'0,"5"10"1"0,4 2 0 15,1 3 2-15,10 5 0 16,-2 2 0-16,7 8 0 0,2 2 1 15,-5 4-3-15,3-5 1 16,-3 8 2-16,4-5 2 16,-14 10 2-16,2-3 2 15,-1 3 1-15,-1 4 1 0,1-6 0 16,-1 5-1-16,1-5-4 16,-1 3-2-16,3-10-2 15,-2-1-1-15,-4-2-3 16,4-7-1-16,-1 0 0 15,-2-3 0-15,-2-2-2 0,-4-5 0 16,4 3-1-16,-3-6-1 16,0 3 0-16,-3-8 0 15,4 3-2-15,-6-10-1 16,3 12-2-16,-3-12 0 0,0 0-1 16,9 8 0-16,-9-8 0 15,10 0 1-15,-10 0 1 16,10 0 2-16,0-5 2 0,0 0 2 15,5-2 2-15,2 0-1 16,8-3 1-16,-2-1-1 16,9-2 1-16,-2 1 0 15,9-3 1-15,1 1-2 16,5-1 1-16,1-2-1 0,-3-5 0 16,6-1 0-16,-1 2 0 15,2-7 0-15,-3 3 1 16,-5-3-1-16,-2-2 0 0,0 1 0 15,-3 4 1-15,-7-5 2 16,2 4-1-16,-12-7 4 16,0 12 3-16,-8-10 2 15,-4 6 0-15,-6 0 0 16,-2 4 0-16,-5-4-1 0,-4 2-2 16,-2 6-6-16,-1-4-16 15,2 14-31-15,-3-3-10 16</inkml:trace>
  <inkml:trace contextRef="#ctx0" brushRef="#br5" timeOffset="112469.89">9646 12037 5 0,'16'20'14'0,"3"12"4"0,1 7 1 0,8 8 0 15,-3 8 1-15,2 2 2 16,-2 8-5-16,2-9-5 15,-5 4-6-15,-1-6-2 16,-7-7-2-16,4-2-5 0,-4-8-12 16,-3-5-11-16,1-4-17 15</inkml:trace>
  <inkml:trace contextRef="#ctx0" brushRef="#br5" timeOffset="112820.79">9788 11833 229 0,'0'0'5'16,"0"0"1"-16,0 0-2 15,0 0 3-15,0 0 1 16,5 6 2-16,2 13 1 16,4 6 1-16,6 14-3 0,3 4 0 15,5 11 2-15,0 8-2 16,8 0-2-16,-4 3-2 16,6-4 0-16,-5 2-1 0,2-9-3 15,-2-1-2-15,-6-7-4 16,-1-9-5-16,-6 0-9 15,0-7-12-15,-4-8-24 16,2 1-17-16</inkml:trace>
  <inkml:trace contextRef="#ctx0" brushRef="#br5" timeOffset="113720.48">9878 12755 4 0,'0'0'1'0,"14"-8"-1"0,7 1 1 16,-1-2 1-16,10-1 1 15,0-3 0-15,11-2 2 16,6 0 2-16,3 1 2 0,0 1 0 16,2 1 3-16,3 1 1 15,-5 2 2-15,7-1 1 16,-3 3-1-16,-6-1 0 0,2 1-1 16,-8 2-1-16,2 2 0 15,-1-2-4-15,-6 3-2 16,0 2-1-16,-7-3 0 15,0 0-1-15,-8 1-5 16,3 0-6-16,-8-3-12 0,1 5-24 16,-9-5-12-16</inkml:trace>
  <inkml:trace contextRef="#ctx0" brushRef="#br5" timeOffset="115069.16">9545 13030 100 0,'0'0'2'0,"0"0"2"0,-12 0-1 0,12 0 2 0,-21 13-1 15,12-6 4-15,-9 2 0 16,6 7 0-16,-8 0-1 16,8 2 0-16,-4 5-1 0,4 2-2 15,2 1 1-15,0 5 0 16,-2-2-1-16,2 6 3 15,2-5-1-15,1 9 2 0,0-9-2 16,2 7 1-16,2 1 2 16,3-1-3-16,0-4-1 15,3 0 0-15,0-1-3 16,4-4 1-16,-2-2-2 0,2-5 1 16,-2-6 0-16,3-3-1 15,-6-4-1-15,-2-8 0 16,10 10-1-16,-10-10-4 15,0 0-1-15,9-5-3 16,-6-3 0-16,-3-7-4 16,0 0 0-16,0-5-4 0,0 1-2 15,0-9 2-15,0-4 2 16,-5 0 2-16,0-3 1 16,3-2 2-16,-3 0 3 0,3-3 5 15,-1 0 1-15,3 1 3 16,0 5 0-16,0-7 3 15,0 5 1-15,5-5 2 16,2 2 1-16,9 0-1 0,-4 1 0 16,10-2-1-16,8-4 0 15,0 5-2-15,7-3-2 16,0 9 0-16,13-1-1 16,-6 7 0-16,8-1 2 0,-2 6-2 15,-2 9 1-15,9-1 1 16,-2 2-2-16,5 1 1 15,4 4-1-15,1 0 0 16,2 1-1-16,-1-1 2 16,1 4 0-16,-5-1 3 0,5-1 2 15,-9 2 1-15,-6 1 1 16,1-4 0-16,-2 5 1 0,-1-5 0 16,0 4-1-16,-5-6-3 15,2 4-3-15,-7-6-7 16,4 4-12-16,-15-3-20 15,4 4-24-15,-13 0-6 16</inkml:trace>
  <inkml:trace contextRef="#ctx0" brushRef="#br5" timeOffset="115704.57">9279 13662 107 0,'0'0'7'0,"5"12"5"0,3-2 2 0,8 5 1 15,-1 2 1-15,18 3 1 16,2 2 1-16,10 9 4 15,9-6-8-15,1 1-2 16,9 2-1-16,-2 1-2 16,11-2 2-16,-6 6 0 15,-2-4-3-15,4 8 0 0,-2 4-1 16,-5-5 0-16,0 4-1 16,-7-6-2-16,2 4 0 0,-13-9-2 15,-2 3 0-15,-1-7-3 16,-11-5-2-16,-3-2-7 15,-2-4-12-15,-8-9-27 16,2 4-20-16</inkml:trace>
  <inkml:trace contextRef="#ctx0" brushRef="#br5" timeOffset="116303.77">10961 12706 164 0,'0'0'2'0,"0"0"-1"0,0 0 3 0,0 0-2 0,0 0 4 15,0 0 1-15,3 5 1 16,-3-5 0-16,13 0-1 16,-4 0-1-16,-2 3 1 0,3 4 0 15,3 3-3-15,-1 4 1 16,1 11 1-16,-2 13 3 16,6 3 1-16,-3 13 1 0,0 7 3 15,-1 8 1 1,-1 2-2-16,1 11 1 0,-1-3-3 15,-2 0-3-15,3 1 0 16,-6-3-3-16,1 2 1 16,-4-2-4-16,2-6 1 15,-3 1-1-15,-3-2 0 0,0-8-1 16,0-3 0-16,0-2-2 16,0-9-2-16,-3-4-6 15,3-10-11-15,0 1-25 0,-2-10-27 16,2-7-5-16</inkml:trace>
  <inkml:trace contextRef="#ctx0" brushRef="#br5" timeOffset="116403.37">11195 14125 383 0,'0'0'0'0,"-10"12"-9"15,10-12-60-15,-10 15-3 16</inkml:trace>
  <inkml:trace contextRef="#ctx0" brushRef="#br5" timeOffset="150786.17">2751 13793 385 0,'0'0'6'0,"0"0"3"0,0 0 2 16,0 0 1-16,0 0 1 0,0 0 0 16,0 0 1-16,0 0 0 15,-2 7-5-15,2 11-3 16,0-1-2-16,0 6-1 15,2 3-1-15,2 6 0 16,-2 1 0-16,3 2-1 0,0-3 1 16,-1 0-2-16,1-2 0 15,0-3 0-15,1-5-1 16,-4 0-2-16,3-5-2 0,-5 0-3 16,0-9-7-16,0-8-13 15,5 16-52-15,-5-16-5 16</inkml:trace>
  <inkml:trace contextRef="#ctx0" brushRef="#br5" timeOffset="151069.14">2866 13739 410 0,'0'0'5'0,"0"0"2"16,0 0 2-16,0 0 2 15,9 0 0-15,-9 0 0 16,0 0 2-16,9 12 0 16,-7 3-3-16,3 9-3 15,-3 7-3-15,1 3-4 0,1 8 0 16,-1 0 0-16,-1 3 0 16,2-1 0-16,1-7 0 15,-1 0 0-15,-1-9 0 0,-2 0 0 16,5-12-7-16,1 1-18 15,-3 4-56-15,-4-21-8 16</inkml:trace>
  <inkml:trace contextRef="#ctx0" brushRef="#br5" timeOffset="151653.7">2551 14011 358 0,'0'0'7'0,"0"0"5"0,0 0 3 15,0 0 1-15,0 0 1 16,0 0 1-16,0 0 0 15,0 0 1-15,4 3-7 0,1 9-4 16,6 1-2-16,1 3-3 16,0 1-1-16,3 8-2 15,5 0 0-15,4 2 0 0,-1-4 0 16,2 2 0-16,0-6 0 16,-1 1 0-16,1-3 0 15,-2-1 0-15,0-4 0 0,-7-2 0 16,5-3 0-1,-7-2 0-15,-1-2 0 16,-1-3 0-16,1-3 0 0,-3-7 0 16,4-5 0-16,-1 1 0 15,2-11 0-15,0 0 0 16,2-2 0-16,-2-2 0 0,4 1 0 16,-1-2 0-16,-2 1 0 15,-4 4 0-15,0 0 0 16,-2 7 0-16,-2 1 0 0,-4 5 0 15,1 2 0-15,-5 10 0 16,5-10 0-16,-5 10 0 16,0 0 0-16,0 0 0 15,0 0 0-15,0 0 0 0,0 0 0 16,0 0 0-16,0 0 0 16,11 0 0-16,-11 0-70 15,9-2-25-15</inkml:trace>
  <inkml:trace contextRef="#ctx0" brushRef="#br5" timeOffset="153403.34">14323 13320 409 0,'0'0'5'0,"0"0"3"0,0 0 2 0,0 0 2 15,0 0 0-15,0 0 1 16,0 0 0-16,0 0 0 0,2 14-5 15,-2 4-3-15,0 5-2 16,0 4-3-16,0 5 0 16,0 5 0-16,0 3 0 15,3-4 0-15,2 2 0 16,-2-4 0-16,2-1 0 0,-1-6 0 16,1 1-2-16,-5-7-15 15,0-21-51-15,7 20-18 16</inkml:trace>
  <inkml:trace contextRef="#ctx0" brushRef="#br5" timeOffset="153653.54">14447 13255 452 0,'0'0'2'15,"0"0"1"-15,0 0 2 16,5 6 0-16,1 5 1 15,-2 7 0-15,4 10 1 0,-4 4 1 16,4 7-2-16,0 6-1 16,4 2-1-16,-2 5-2 15,-2-5-2-15,-1 2 0 16,0-6 0-16,3-4 0 16,-8-7-3-16,6 1-23 15,7-6-58-15,-15-8-3 0</inkml:trace>
  <inkml:trace contextRef="#ctx0" brushRef="#br5" timeOffset="154157.43">14082 13540 457 0,'0'0'4'15,"0"0"1"-15,0 0 1 16,0 0 2-16,0 0-1 0,0-10 0 16,0 10 2-16,0 0-1 15,10 13-8-15,4 4 0 16,0 3 0-16,5 8 0 16,4 1 0-16,6 8 0 15,4-4 0-15,1 3 0 0,3 1 0 16,-2-6 0-16,3 1 0 15,-3-10 0-15,-3 0 0 16,-2-5 0-16,-5 1 0 16,-3-8 0-16,-5-3 0 0,-5 1 0 15,-3-8 0-15,-9 0 0 16,16-13 0-16,-8-5 0 16,-4-7 0-16,5-6 0 0,3-8 0 15,3-4 0-15,4-7 0 16,2-1 0-16,4-1 0 15,-4 2 0-15,2 5 0 16,0 4 0-16,-7 5 0 0,2 10 0 16,-8 3 0-16,0 8 0 15,-5 3 0-15,-5 12 0 16,5-11 0-16,-5 11 0 16,0 0 0-16,0 0 0 15,0 0 0-15,5 9-38 0,4-5-57 16</inkml:trace>
  <inkml:trace contextRef="#ctx0" brushRef="#br5" timeOffset="155069.27">22018 13337 434 0,'0'0'4'0,"0"0"0"0,0 0 2 16,0 0-1-16,0 0 2 16,0 0 0-16,10 17 0 0,-8 1 0 15,-2 7-1-15,4 5-2 16,0 7-1-16,1 2 0 16,-1 5 0-16,4-1-1 15,0-4 0-15,0-4 1 16,1-2-4-16,-6-9-3 0,4-2-7 15,-1-7-13-15,-6-15-44 16,7 8-18-16</inkml:trace>
  <inkml:trace contextRef="#ctx0" brushRef="#br5" timeOffset="155286.32">22204 13293 390 0,'0'0'7'0,"0"0"2"0,0 0 3 15,0 0 0-15,0 0 0 0,0 0 2 16,0 0 0-16,0 19 0 16,0 3-6-16,0 9-3 15,2 3 0-15,1 3-2 0,0 8 1 16,2-1-2-16,3-1-2 16,-1-2 0-16,0-9 0 15,0 4-19-15,4-10-65 16,-4-2-2-16</inkml:trace>
  <inkml:trace contextRef="#ctx0" brushRef="#br5" timeOffset="155820.9">21864 13515 397 0,'0'0'7'16,"0"0"1"-16,0 0 2 16,0 0 1-16,0 0 1 0,0 0 0 15,0 0 1-15,0 0 2 16,10 0-7-16,0 7-1 16,2 7-2-16,6 5 1 0,1 1-6 15,6 5 0-15,5 2 0 16,0 3 0-16,2-3 0 15,3 3 0-15,-5-3 0 16,2-2 0-16,-4-2 0 0,-3-1 0 16,-3-6 0-16,-3 0 0 15,-5-4 0-15,0-2 0 16,-3-3 0-16,-11-7 0 16,12 2 0-16,-12-2 0 0,14-14 0 15,-6-6 0-15,-1-6 0 16,1-5 0-16,1-9 0 15,4-1 0-15,1 1 0 16,-3-6 0-16,1 7 0 0,0 2 0 16,1 11 0-16,-3 1 0 15,1 4 0-15,-4 6 0 16,-2 6 0-16,-5 9 0 16,1-10 0-16,-1 10 0 0,0 0 0 15,0 0 0-15,3 7 0 16,2 8 0-16,-5-15 0 15,0 25-83-15,3-8-9 16</inkml:trace>
  <inkml:trace contextRef="#ctx0" brushRef="#br5" timeOffset="156853.08">3070 16365 299 0,'0'0'6'0,"0"0"5"0,2-10 5 16,-2 10 2-16,3-10 3 15,-3 10 2-15,0-11 1 16,0 11 1-16,0 0-6 0,0-10-4 16,0 10-5-16,0 0-2 15,2 13-3-15,-2 5-1 0,4 1-2 16,-1 9-2-16,0 1 0 16,5 6 0-16,-6 0 0 15,3 4-1-15,-2-6 1 16,1-4-1-16,-1-4 0 15,-1-5-4-15,-2-3-3 0,0-7-3 16,0-10-7-16,0 0-8 16,7-10-25-16,2-7-36 15,-5-7-3-15</inkml:trace>
  <inkml:trace contextRef="#ctx0" brushRef="#br5" timeOffset="157053.52">3229 16248 405 0,'0'0'5'0,"0"0"2"15,0 0 2-15,0 0 1 16,9 6 0-16,-9-6 1 16,5 11 0-16,1 7 1 0,-6 1-4 15,5 6-3-15,-3 7-2 16,3 6 0-16,-3 1-1 16,3 1-1-16,0-4 0 0,1 2-4 15,-1-8-1-15,2-1-8 16,-5-8-12-16,6-7-60 15,-6-4-3-15</inkml:trace>
  <inkml:trace contextRef="#ctx0" brushRef="#br5" timeOffset="157636.7">2926 16451 327 0,'0'0'4'0,"0"0"4"16,0 0 2-16,0 0 3 15,0 0 2-15,0 0 1 16,0 0-1-16,0 0 1 16,0 0-4-16,0 0-3 0,0 0-2 15,4 5-2-15,7 5-1 16,1 3-1-16,6-1 1 16,3 5-1-16,2 1 0 0,5 6-1 15,-3-1 0-15,4 2-1 16,-5-4 0-16,1 0-1 15,1 1 1-15,-4-5 0 16,-3-4 0-16,-1-4 1 16,-2 1-1-16,-2-4 0 15,-2-5 1-15,1-1-1 0,-3 0 0 16,-1-12 1-16,4-2 0 16,-3-4-1-16,3-7 1 15,1-1 1-15,4-7-1 0,1-5 0 16,2 4 1-16,1-1 0 15,-2 3-3-15,0 3 0 16,0 1 0-16,-6 11 0 16,-2-1 0-16,-1 11 0 0,-11 7 0 15,7-10 0-15,-7 10 0 16,0 0 0-16,0 0-30 16,0 0-56-16,12 0-3 15</inkml:trace>
  <inkml:trace contextRef="#ctx0" brushRef="#br5" timeOffset="159103.29">18064 15948 431 0,'0'0'5'0,"0"0"3"0,0 0 2 16,4-10 2-16,-4 10 1 16,0 0 1-16,0 0-1 15,0 0-8-15,0 0-5 16,9 18 0-16,-4 2 0 16,-2 4 0-16,5 6 0 0,-1 5 0 15,0 6 0-15,3 2 0 16,-2-1 0-16,2-3 0 15,-6-4 0-15,1-5 0 16,0-5 0-16,-5-5 0 0,3-5-22 16,-3-15-66-16,0 0-4 15</inkml:trace>
  <inkml:trace contextRef="#ctx0" brushRef="#br5" timeOffset="159303.19">18259 15874 431 0,'0'0'4'16,"0"0"3"-16,0 0 1 0,0 0 2 16,9 3 1-16,-4 4 1 15,3 8 0-15,-3 4 1 16,2 11-10-16,3 1-3 0,-4 8 0 16,4-1 0-16,-3 3 0 15,0-4 0-15,-1-4 0 16,-1-4-4-16,-3 8-67 15,0-16-18-15</inkml:trace>
  <inkml:trace contextRef="#ctx0" brushRef="#br5" timeOffset="159853.16">17926 16112 371 0,'0'0'7'0,"0"0"5"16,0 0 1-16,0 0 3 15,0 0 0-15,-8-3 2 0,8 3 0 16,0 0 1-16,0 0-8 15,0 0-1-15,0 0-10 16,0 10 0-16,5 2 0 16,8 6 0-16,4 1 0 15,1 4 0-15,4-1 0 0,0 6 0 16,6-7 0-16,-1 0 0 16,3 1 0-16,-5-4 0 15,2-4 0-15,-5-2 0 16,1-2 0-16,-5-4 0 0,-4-2 0 15,-4 1 0-15,0-5 0 16,0 0 0-16,-1-5 0 16,0-5 0-16,-2-4 0 0,2-4 0 15,1-4 0-15,6-6 0 16,-2-3 0-16,9-2 0 16,-3-1 0-16,5 2 0 15,-1-3 0-15,1 4 0 16,-2 6 0-16,-1 4 0 0,-3 4 0 15,-3 4 0-15,-5 4 0 16,3 3 0-16,-14 6 0 16,0-10-85-16,0 10-9 15</inkml:trace>
  <inkml:trace contextRef="#ctx0" brushRef="#br5" timeOffset="-206043.77">2567 14199 265 0,'0'0'5'0,"0"0"4"0,0 0-1 16,0 0 3-16,-9 0-1 16,9 0 0-16,-7 10 2 15,-1 3-1-15,0 6-5 0,-6 9-2 16,-4 1-1-16,-4 13 0 16,0 1-1-16,-8 4 0 15,0-3 0-15,2 3 0 0,-1-7 2 16,-2 0-1-16,7-8 0 15,0-3-1-15,3-4 1 16,4-4 0-16,2-5-2 16,6-3 0-16,0 2-1 0,9-15-1 15,5 14 1-15,13-11 1 16,5 0 2-16,11-3 0 16,13-3 2-16,13-4 0 15,10-3 1-15,6-5-1 16,7 0 1-16,4 2-3 0,-6-1-6 15,4 9-19-15,-7 0-51 16,-14 0-4-16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25:54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7374 12245 110 0,'0'0'8'0,"0"0"5"0,0-12 7 16,0 12 3-16,0 0 4 16,0 0 2-16,0-11 1 15,0 11 2-15,0 0-5 16,0 0-5-16,0 0-5 0,0 0-2 16,0 0-2-16,-13 3-4 15,13-3-3-15,0 0 0 16,-12 8-3-16,12-8 0 0,-13 14-1 15,1-2-1-15,0 4 0 16,-9 3 0-16,-1 3-1 16,-3 3 0-16,-3 3 0 15,2 1 0-15,-12 4 0 0,3 0 0 16,0 0 0-16,-2 3 0 16,0-3-1-16,3 3 1 15,-5 1 0-15,5 0-1 16,2-2 1-16,-3-1-1 0,5 4 0 15,0-5 0-15,2 5 0 16,-3-3 0-16,6-3-1 16,1 0 1-16,1-2-1 15,3-1 1-15,-3 2-1 0,1-8 0 16,0 5 1-16,-1 2-1 16,2-2 1-16,-2 1-2 15,-5 1 1-15,3-1 0 16,-4-1 0-16,4-1 0 0,-3 0 0 15,2-2 1-15,1-3-1 16,0-2 1-16,4 0 1 16,2-2 1-16,-2-6-1 15,7 2 0-15,-1-3 2 0,3-2-2 16,1 1 0-16,2-2 1 16,9-8-1-16,-15 10 0 15,15-10 1-15,-10 10-1 16,10-10 0-16,-7 10 0 0,7-10 0 15,0 0 0-15,-5 9 0 16,5-9 0-16,0 0 0 16,0 0 0-16,0 0 1 0,0 0-1 15,0 0-2 1,0 0-3-16,0 0-5 0,0 0-10 16,0 0-23-16,-11 6-31 15,11-6-3-15</inkml:trace>
  <inkml:trace contextRef="#ctx0" brushRef="#br0" timeOffset="559.48">6121 13240 371 0,'0'0'5'0,"0"0"2"0,0 0 0 16,0 0 0-16,0 0 1 16,0 0 0-16,0 7 1 15,-2 4 0-15,2 9-5 16,-5-1-1-16,-3 11-1 15,0 2 0-15,-1 8 0 0,-4-3-1 16,1 3 0-16,-3-1-1 16,0-2 1-16,-5-2 0 15,8-6 0-15,-3-4-1 16,4-2 0-16,2-8 0 0,-1 0 0 16,5-7-1-16,5-8 0 15,0 0 1-15,0 0 1 16,13 0 1-16,1-5 0 15,4-3 2-15,5-4 1 0,6-3 1 16,4 0-1-16,1 1 0 16,1-3-1-16,0 6 0 15,-1-1-1-15,-1 2-1 16,-8-1-1-16,0 7 0 0,-9-2 0 16,0 4 0-16,-4 2 0 15,-12 0-1-15,10-2 1 16,-10 2-1-16,0 0-2 15,0 0-3-15,13-3-7 16,-13 3-30-16,9-16-42 0,2 2-2 16</inkml:trace>
  <inkml:trace contextRef="#ctx0" brushRef="#br0" timeOffset="1893.83">9145 8022 255 0,'0'0'4'15,"0"0"1"-15,0 0 1 0,0 0 2 16,0 0 0-16,-5-4-1 16,5 4 2-16,-13 0-1 15,13 0-3-15,-12 8-1 16,5-1-1-16,-6 1-1 0,-4 2-2 16,-1 2 1-16,-1 0 0 15,-4 6 0-15,-2-1 0 16,0 3 0-16,-7 0-1 15,0 2 1-15,-3 0 0 0,0 3 0 16,3-2-1-16,-3 1 1 16,3 1 0-16,-2-3-1 15,1 6 1-15,6-6 0 16,-3 3-1-16,3 0 1 16,-4 2-2-16,2 2 1 0,-1-1-2 15,0 4 0-15,0-7-1 16,3 7-1-16,-3-5-2 15,3 5 0-15,-1-7 0 0,-4 0 0 16,8 2-2-16,-4-2 2 16,3 0-1-16,-2-1-2 15,2 1 3-15,0-3-1 0,-3 3 2 16,7-2 1-16,-4-1 0 16,0-3 2-16,0 2 0 15,0-2 0-15,3-1-5 16,-3-1-1-16,0 0 0 0,2 1-1 15,4-1 0-15,-4-5-1 16,3 5-2-16,-2 3-2 16,5-4 1-16,-4 3 1 15,7-6-1-15,-4 5 2 16,4-7-2-16,2 4 1 0,-1-8 1 16,3 1-1-16,3-1-1 15,7-7-1-15,-16 10 1 16,16-10 0-16,-9 11 1 15</inkml:trace>
  <inkml:trace contextRef="#ctx0" brushRef="#br0" timeOffset="2492.55">7684 8947 396 0,'0'0'4'16,"0"0"-1"-16,0 0 0 16,0 8 0-16,-2 2 0 0,-6 5 1 15,-4 5 0-15,0 6 0 16,-4 10-4-16,2-2 1 15,-6 8-1-15,-1-2 1 16,0 2-1-16,3-2 0 0,0-3 0 16,-1-5 1-16,1-5-1 15,4-4 0-15,3-6-1 16,1-5 0-16,5-2 1 16,5-10 2-16,0 0 1 0,5 0 2 15,10-2 0-15,5-11 3 16,5 1 0-16,5 0 1 15,4-5-2-15,6-3-1 16,-2 2-1-16,-1 6-1 0,-2-3-1 16,-3 3-1-16,-7 3-1 15,-8 8-2-15,1-2-4 16,-6 6-18-16,13 1-57 16,-25-4-4-16</inkml:trace>
  <inkml:trace contextRef="#ctx0" brushRef="#br0" timeOffset="3509.37">13038 8105 289 0,'0'0'7'0,"0"0"1"0,0 0 1 16,0 0 1-16,-7 0 1 16,7 0-1-16,-13 5 1 0,7 3 2 15,-8-1-7-15,2 6-2 16,-8 0-1-16,1 11 1 15,-6-5-2-15,-2 11 0 16,-6-3 0-16,-4 9 1 16,-1-5-1-16,-6 7 0 0,-1-1 0 15,0 0-2-15,1 1 1 16,-1-2 0-16,1 4-1 16,1-3 0-16,3 0 0 0,1-2 0 15,4 2 1-15,-1-2 0 16,2-1-1-16,-1-1 1 15,0 1-1-15,3 1 0 16,2-3-2-16,0 0-1 16,-2-4-2-16,2 4-1 0,1-3 0 15,1-1-2-15,1-3 1 16,2-1-1-16,-4 3 3 16,1-2 1-16,3 0 1 0,-2 0 0 15,-2 0 2-15,5 0-1 16,-3 0 1-16,3-4 1 15,1-1-1-15,-2-3 0 16,5-1 1-16,3 1 0 0,2-2 0 16,0-3 0-16,2 1-1 15,1-4 1-15,0 1 0 16,4-2-1-16,8-8-5 16,-12 12-8-16,12-12-11 0,0 0-22 15,0 0-20-15</inkml:trace>
  <inkml:trace contextRef="#ctx0" brushRef="#br0" timeOffset="3942.41">11614 9188 385 0,'0'0'5'15,"0"0"1"-15,0 0 1 0,0 0-1 16,0 0 1-16,0 0 1 15,5 5-1-15,-5 7 2 16,0 3-6-16,0 8-1 16,-2 2 0-16,-3 6 1 0,-2-1-2 15,0 0 1-15,-2-1-2 16,1-1 1-16,2-6 0 16,1-3-1-16,3-6 0 0,-1-3 0 15,3-10 1-15,5 5 1 16,10-5 0-16,5-7 0 15,5-3 0-15,7-2 1 16,5-4-4-16,4 4-10 16,-2-3-66-16,-2 3-2 0</inkml:trace>
  <inkml:trace contextRef="#ctx0" brushRef="#br0" timeOffset="7476.02">5443 12894 360 0,'0'0'6'0,"0"0"3"0,0 0 2 0,-7 4 0 16,7-4 3-16,-13 4 0 15,13-4 0-15,-10 4 1 16,10-4-5-16,0 0-2 15,0 0-2-15,0 0-2 0,5-8 0 16,13-1-1-16,3-3 0 16,7-6 0-16,4 3-1 15,8-4 0-15,0 2 0 16,-1 4-1-16,-2 1 0 0,-4 4-1 16,-8 3 0-16,-3 5 0 15,-7 0 1-15,-2 10-1 16,-11 5 1-16,-2 2 0 15,-5 5 0-15,-10 6 0 0,-4 4 0 16,-9 2 1-16,-4 6-2 16,-6 0 0-16,-2-1 0 15,1-3 0-15,4-5-2 16,6-1 1-16,3-8 0 0,9-5 1 16,7-4-1-16,10-13 1 15,5 5 0-15,13-5 0 16,7-10 0-16,5-3 1 15,4-1 1-15,6-3 0 16,2 2-2-16,0-3 0 0,-2 4 0 16,-1 1 0-16,-4 3 0 15,-2 2 0-15,-9 1 0 16,-1 4 0-16,-5-1 0 0,-4 2 0 16,-4 2 0-16,-10 0 0 15,13 0 0-15,-13 0 0 16,0 0 0-16,0 0 0 15,0 0 0-15,0 0 0 0,0 0 0 16,0 0 0-16,0 0 0 16,0 0 0-16,0 0 0 15,0 0-7-15,0 0-35 16,0 0-44-16,0 0-3 0</inkml:trace>
  <inkml:trace contextRef="#ctx0" brushRef="#br0" timeOffset="7925.5">6058 12791 442 0,'0'0'4'0,"0"0"2"0,0 0 0 16,0 0 1-16,13 0 0 0,-13 0 0 16,13 14 0-16,-6 0 1 15,0 4-5-15,3 4-6 16,1 1-10-16,1-16-47 15,-2 20-23-15,0-7-3 16</inkml:trace>
  <inkml:trace contextRef="#ctx0" brushRef="#br0" timeOffset="8826.28">6724 8787 357 0,'0'0'8'0,"0"0"3"0,0 0 2 16,0 0 1-16,-9-5 0 0,9 5 0 15,0 0 1-15,0 0 1 16,0-10-7-16,9 7-3 15,9-2-1-15,5-2-2 16,4-3 0-16,8 0 0 0,12-2-1 16,-2 2-1-16,4 0 0 15,-4-2-1-15,-3 1 1 16,-7 9-1-16,-5 0 0 16,-10 4 0-16,-14 11 1 15,-6 4 0-15,-4 5 0 0,-10 8 1 16,-11 2-1-16,-3 5 1 15,-4 3 0-15,-3-4-1 16,1 4-1-16,0-7 1 0,8 1-1 16,3-9 0-16,8-5 0 15,5-5 0-15,8-8 0 16,2-7 0-16,20 0 0 16,4-7 0-16,6-5 0 0,2-6 1 15,6-4 1-15,2 0-2 16,-1-3 0-16,-2 5 0 15,-1 0 0-15,-4 3-4 16,-8-1-6-16,1 9-17 0,10 0-55 16,-22 3-4-16</inkml:trace>
  <inkml:trace contextRef="#ctx0" brushRef="#br0" timeOffset="9209.36">7366 8712 481 0,'0'0'3'0,"0"0"1"0,-12-12 1 0,12 12 0 16,-16-18 1-16,11 8 1 0,0-2-7 15,1-3 0-15,4 5 0 16,4-4 0-16,6 4 0 15,8 0 0-15,2 2 0 16,4 1 0-16,1 7 0 16,-2 0 0-16,0 2 0 0,-4 11 0 15,-6 4 0-15,-6 6 0 16,-7 1 0-16,-2 6 0 16,-8 1 0-16,-8 2 0 0,3-4 0 15,-2-1 0-15,5-3 0 16,4-5 0-16,5-5 0 15,6-9 0-15,10-6 0 16,11 0 0-16,14-11 0 0,8-9 0 16,17-2-14-16,14-6-71 15,8-9-2-15</inkml:trace>
  <inkml:trace contextRef="#ctx0" brushRef="#br0" timeOffset="10141.75">10947 10053 425 0,'0'0'4'0,"0"0"1"0,0 0 2 15,0 0 1-15,2-10 0 16,-2 10 1-16,12-13 1 16,0 3-1-16,4-3-2 0,9-1-2 15,2 2-2-15,10-4 0 16,5 2-1-16,3-4 0 15,7 1-1-15,-2 5 0 16,-2 2 1-16,-4 3-2 16,-7 2 0-16,-11 5 0 0,-7 5 0 15,-14 7 0-15,-10 7 0 16,-14 6 0-16,-2 6 0 16,-12 5 0-16,-6 1 0 15,-3 6 0-15,-3-4 0 0,5-5 0 16,3 2 0-16,10-9 0 15,2-4-2-15,9-7 2 16,12-6 0-16,4-10 0 16,10 0 0-16,12-1 2 0,5-10-2 15,8-3 0-15,8-4 0 16,1 0 0-16,1-2-3 16,4 3-7-16,-6-5-14 0,-1 7-58 15,-2 0-5-15</inkml:trace>
  <inkml:trace contextRef="#ctx0" brushRef="#br0" timeOffset="10592.8">11625 10015 489 0,'0'0'2'0,"0"0"2"15,0 0 0-15,0 0 0 16,-11-9 1-16,11 9-2 16,3-16-3-16,5 4 0 15,6-1 0-15,4 1 0 0,4 0 0 16,5 2 0-16,3 0 0 16,0 5 0-16,-5 5 0 15,-2 0 0-15,-2 2 0 16,-8 9 0-16,-8 3 0 0,-5 4 0 15,-2-1 0-15,-5 1 0 16,-4 1 0-16,0-4 0 16,0 2 0-16,1-2 0 15,3-1 0-15,4-6 0 0,3-8 0 16,5 13 0-16,8-9 0 16,0-1 0-16,11 0 0 15,-5-3 0-15,6 0 0 0,-2 0 0 16,-3 0 0-16,-3 2 0 15,-7 3 0-15,-10-5-2 16,0 18 2-16,-15-8-1 16,-12 5 0-16,-1 2-3 15,-11 0-11-15,-1-15-64 0,-5 18-6 16</inkml:trace>
  <inkml:trace contextRef="#ctx0" brushRef="#br0" timeOffset="158309.22">15787 8105 312 0,'0'0'4'0,"0"0"2"0,-11 5-1 15,11-5 1-15,-14 15 1 0,6-8 2 16,0 4 0-16,4 1 1 15,-4-2-4-15,8-10 1 16,0 14 2-16,0-14 1 16,5 7 1-16,-5-7 0 15,20 0 1-15,-10-4 0 16,3-3 0-16,-3-3 0 0,-1-4-2 16,-2 6-2-16,2-5-1 15,-9 3-2-15,0 10-1 0,0-13 0 16,-9 11-1-16,2 2-3 15,-5 2 0-15,2 4 0 16,-2-1 0-16,-1 2 0 16,3 3 0-16,3 0 0 15,7-10 0-15,-5 15 0 0,5-15 0 16,0 0 0-16,12 8 0 16,3-8 0-16,0-3 0 15,0-5 0-15,1-4 0 16,5-1 0-16,-5 3 0 0,-4-5 0 15,-5 7 0-15,-2-3 0 16,-5 11 0-16,-3-13 0 16,-4 13 0-16,-2 0 0 0,-5 0 0 15,0 6 0-15,-1 1 0 16,5 0 0-16,0 1 0 16,0-4 0-16,10-4 0 15,-7 13-3-15,7-13-2 0,0 0-2 16,0 8-2-16,0-8-4 15,15 0-5-15,-5 0-10 16,-1-3-21-16,-9 3-32 16,13-10-4-16</inkml:trace>
  <inkml:trace contextRef="#ctx0" brushRef="#br0" timeOffset="158925.98">15831 8120 346 0,'0'0'7'0,"0"0"1"0,0 0 3 16,0 0 2-16,0 0 1 16,0 0 0-16,-5 0 0 15,5 0 1-15,0 0-5 0,0 0-1 16,0 0-2-16,0 10 0 16,0-10 0-16,16 0-1 15,-9-5 0-15,0 0 1 16,3-2-1-16,-2-1-2 0,-3-2-4 15,0 0 0-15,-5 10 0 16,0-17 0-16,0 17 0 16,-10-5 0-16,-3 5 0 15,1 0 0-15,-1 5 0 0,-4 2 0 16,2 3 0-16,7 0 0 16,1 0 0-16,7-10 0 15,-2 13 0-15,2-13 0 16,0 10 0-16,12-10 0 15,-3 2 0-15,7-2 0 0,-4-2 0 16,1-4 0-16,1-1 0 16,-1-1 0-16,-3 4 0 15,-10 4 0-15,12-12 0 0,-12 12 0 16,0-10 0-16,0 10 0 16,-7-3 0-16,-3 3 0 15,0 3 0-15,-2 1-13 16,2 4-4-16,-1-2-8 0,11-6-12 15,-14 16-27-15,14-16-20 16,0 0-3-16</inkml:trace>
  <inkml:trace contextRef="#ctx0" brushRef="#br0" timeOffset="159976.44">15859 7967 329 0,'0'0'6'15,"0"0"5"-15,0 0 2 0,-3-13 3 16,3 13 2-16,-9-12 0 16,9 12 0-16,-23-13 0 15,7 8-5-15,0 5-4 0,-5 0-2 16,0 8-3-16,-4 4 0 16,-3 5-1-16,6 3-1 15,-3 5 0-15,3 2 0 16,2 1-1-16,6 2 1 15,5 1-1-15,2-2 1 0,7 2-1 16,0-4 1-16,7 3-1 16,6-6 1-16,4-4 0 15,8 0 0-15,5-7 0 16,0-1-2-16,7-4 0 0,2-8 0 16,2 0 0-16,3-5 0 15,-5-8 0-15,2 1 0 16,-9-6 0-16,-2-1 0 15,-5-6 0-15,-7 0 0 0,-1-8 0 16,-10 7 0-16,-5-9 0 16,-2 5 0-16,-7-2 0 15,-6 5 0-15,-1-1 0 0,-9 6 0 16,0 5 0-16,-5 2 0 16,2 5 0-16,-3 2 0 15,-6 6 0-15,3 2 0 16,-6 5 0-16,8 3 0 0,0 2 0 15,-2 5 0-15,8 1 0 16,-1 7 0-16,4-1 0 16,4 1 0-16,2 2 0 15,8 1 0-15,2 2 0 16,5 2 0-16,0-1 0 16,5 1 0-16,7-3 0 0,8 1 0 15,3-4 0-15,3-1 0 16,6-6 0-16,2-3 0 0,3-5 0 15,-3-7 0-15,6-2 0 16,-5-5 0-16,2-8 0 16,-6-5 0-16,1-6 0 15,-8-1 0-15,-4-7 0 0,-2-2 0 16,-9-8 0-16,-6-1 0 16,-3 2 0-16,-7-4 0 15,-6 3 0-15,-4 7 0 16,-8 2 0-16,-3 8 0 0,-4 7 0 15,-7 7 0-15,1 7 0 16,-4 4 0-16,0 7 0 16,-1 5 0-16,-1 9 0 15,7 0 0-15,4 12 0 0,6-4 0 16,9 11 0 0,6-6 0-16,12 6 0 0,2-4 0 15,15-1 0-15,6-2 0 16,4-8 0-16,8-3 0 0,4-7 0 15,-1-5 0-15,4-4 0 16,0-6 0-16,-1-10 0 16,1-5 0-16,-3-8 0 15,-7-4 0-15,1-2 0 16,-8-7 0-16,-5-3 0 0,-8-1 0 16,-7 0 0-16,-5-1 0 15,-8 3 0-15,-11 8 0 16,-8 4 0-16,-5 5 0 0,-7 7 0 15,-2 9 0-15,-4 5 0 16,0 7 0-16,1 9 0 16,3 8 0-16,7 10 0 15,4 1 0-15,18 4-48 0,7 11-39 16</inkml:trace>
  <inkml:trace contextRef="#ctx0" brushRef="#br0" timeOffset="161127.76">15856 7959 292 0,'0'0'7'16,"0"0"3"-16,-7-15 4 15,7 15 2-15,-13-16 0 0,1 6 2 16,-4-1 0-16,0 1 0 16,-2 6-6-16,-4 4-3 15,0 4-3-15,-4 9-2 16,1 5-2-16,4 6 1 0,-2 5-1 15,3 8 0-15,6 1 0 16,0 5-1-16,10-7 0 16,4 4 0-16,4-4 0 0,12-3-1 15,6-5 1-15,5-9 0 16,9-4 0-16,1-10-1 16,2-5 1-16,1-3 0 15,5-14-1-15,-3-2 2 16,-5-11-1-16,-7-3 2 0,-8-7 0 15,-6-7 0-15,-11 0 0 16,-5 0-1-16,-18 3 0 16,-7 2 0-16,-8 11-1 15,-8 13-1-15,-5 10 0 0,-3 9-1 16,4 23-10-16,-4 25-45 16,14-7-24-16,5 13-2 15</inkml:trace>
  <inkml:trace contextRef="#ctx0" brushRef="#br0" timeOffset="164592.48">13336 8115 282 0,'0'0'5'0,"0"0"3"16,0 0 3-16,0 0 2 15,0 0 2-15,0 0-1 16,0 0 1-16,-7-8 3 0,7 8-4 16,7 0-2-16,6 0-3 15,7 0-1-15,10 0-2 16,9 0 0-16,11 0 0 0,12 0-2 15,13 0-2-15,6-2 1 16,9-4-1-16,5 0 0 16,6-5 0-16,2 4 0 0,1-2 0 15,1-1 0-15,-10 3 1 16,1-4-1-16,-9 6 0 16,-11-2 0-16,-6 3-1 15,-15-2 1-15,-14 3 0 16,-11 1 0-16,-8 2 0 15,-8 0-1-15,-14 0 1 0,0 0 0 16,0 0-2-16,-15 5-4 16,7 1-10-16,-10 8-40 15,6-12-27-15,-5 3-3 0</inkml:trace>
  <inkml:trace contextRef="#ctx0" brushRef="#br0" timeOffset="173693.24">13324 8110 220 0,'0'0'4'0,"0"0"3"0,-7 0 4 16,7 0 3-16,-13-3 3 15,6 3 3-15,-3 0 2 16,-5 0 2-16,5-2-4 0,3 2-1 15,7 0-4-15,-13-2-4 16,13 2-2-16,0 0-1 16,5 0-2-16,13 0-1 15,9 2-1-15,5-2 0 0,15 0 0 16,10 0 0-16,8-2-1 16,10-2-1-16,6-4 0 15,4-1-1-15,2 2 0 16,-2 0-1-16,-1 2 1 0,-2-1 0 15,-4 2 0-15,-7 0 0 16,-6 4 0-16,-8-3 0 16,-4 3 0-16,-9-3-1 15,-10 3 1-15,-4 0-1 0,-12 0 1 16,-3 0-1-16,-15 0 1 16,0 0-2-16,-5 3 0 15,-11 0-1-15,-5 1-2 16,-4-1 0-16,-5-2-3 0,-5 3-1 15,-2-2-4-15,-6-2-1 16,-1 0-1-16,-6 3 0 16,-2-3-2-16,-2 0-3 15,-4 0 2-15,-6 2 1 0,4-2 4 16,-4 0 2-16,1 0 1 16,6 0 3-16,-5 0 2 15,5 3 3-15,2-3 2 16,8 0 2-16,-3 0 4 0,6 3 3 15,-1-3 2-15,5 0 1 16,5 0 1-16,8 0 0 16,2 0-2-16,8 0 0 15,6 0-3-15,2 0-3 0,9 0-1 16,7 0 0-16,0 1-1 16,14 2 1-16,4 0 0 15,9-2 1-15,6 2-1 16,12 0-1-16,3 0-1 0,7-3-1 15,3 0 0-15,4 0 0 16,0 0-2-16,2 0 1 16,-7 0-1-16,1 0 1 0,-8 2-1 15,-6 0 0-15,-8-2 1 16,-3 4-1-16,-8-4 0 16,-7 1 1-16,-8-1 1 15,-7 0 0-15,-10 0-1 16,0 0 1-16,0 0-1 0,0 0 1 15,-15-5-1-15,-4 3 0 16,-5 0-1-16,-7-4 0 16,-6 3 0-16,-8 2 0 15,-4 1 0-15,-9-3 0 0,-4 0-1 16,-2 3 1-16,-4 0 0 16,-2 0 0-16,3 0 0 15,7 0 0-15,6 3 0 16,7 0 0-16,7-3-1 0,13 1 0 15,9 5-1-15,18-6-3 16,18 7-23-16,24-2-49 16,23 0-2-16</inkml:trace>
  <inkml:trace contextRef="#ctx0" brushRef="#br0" timeOffset="190229.92">12944 8132 109 0,'0'0'6'0,"0"0"2"15,0 0-1-15,0 0 1 16,0 0 3-16,0 0 4 0,0 0 2 15,0 0 0-15,0 0-4 16,0 0-4-16,0 0 0 16,0 0 0-16,0 0-2 15,5 0-2-15,-5 0-2 0,20 0 0 16,-3 0 1-16,0 0 3 16,11 0 0-16,2 0-1 15,10-2 0-15,2-3-2 16,5 5 1-16,5-5-2 15,1 3-1-15,4-1-1 0,0-2-1 16,2 2 1-16,3 1 0 16,-5 0-1-16,10-2 0 15,3 0 1-15,-3 2-1 0,5 0 1 16,3-1-1-16,-3 0 0 16,0 0 0-16,3 2 0 15,-6 1-1-15,-4-3 0 16,1 0 0-16,1 2-1 0,-1-2 1 15,-6-2-1-15,-4 2 1 16,-1-3 0-16,-8 2-2 16,-2 0-2-16,-8 1-1 15,-7 0-5-15,-8 3-10 0,-4 0-13 16,-8-2-25-16,-10 2-7 16</inkml:trace>
  <inkml:trace contextRef="#ctx0" brushRef="#br0" timeOffset="190958.75">12932 8107 193 0,'0'0'4'15,"0"0"4"-15,0 0 2 16,0 0 3-16,0 0 1 15,0 0 0-15,0 0 1 0,0 0 0 16,0 0-2-16,4 0-4 16,7 0-1-16,3 0-2 15,7 0-1-15,9 0-1 0,-1 0-1 16,13 0-1 0,11 0 0-16,3 0 0 0,10 0-1 15,3 0 0-15,7-2 0 16,7 0-1-16,1-2 1 15,8 0 0-15,-2 2-1 0,4-3 1 16,1-1-1-16,-1 5 0 16,0-5 0-16,1 2 1 15,1 1-1-15,-6 1 0 16,0-1 0-16,-8 1 1 0,-6-2-1 16,0 3 0-16,-10 1 0 15,-6-3 1-15,-8 3-1 16,-7 0 0-16,-10-2 0 15,-3 0 0-15,-7 2 1 0,-8 0-2 16,-7 0-2-16,0 0-7 16,-10 0-17-16,0 0-38 15,0 0-6-15</inkml:trace>
  <inkml:trace contextRef="#ctx0" brushRef="#br0" timeOffset="191591.6">13014 8150 209 0,'0'0'2'0,"0"0"-1"0,0 0-2 15,0 0 2-15,0 0 1 0,0 0 4 16,0 0-1-16,12 0 3 16,0 0-1-16,11 0 2 15,-1 1 0-15,15 3 1 16,6-2-1-16,9 1-2 0,7-3 1 16,11 0-1-16,5 0-1 15,4 0 0-15,8-5 1 16,5 0 0-16,2 0-1 15,6 0-1-15,-3 0 0 0,5 0-1 16,-6 0 0-16,3 0-1 16,4 0 0-16,-11 0-1 15,-6 0 0-15,-1 0 0 16,-8 0 0-16,-2 1 0 16,-13-2-1-16,-7 2 2 0,-11-2-1 15,-8 5 1-15,-8-2 0 16,-7 3 1-16,-12 0-1 15,-9 0-2-15,0 0-6 16,-17 0-4-16,-5 0-7 0,-11 3-6 16,-5-2-8-16,-14 5-8 15,-4 1-8-15,-18-2-10 16,-4 1-7-16</inkml:trace>
  <inkml:trace contextRef="#ctx0" brushRef="#br0" timeOffset="191909.81">13141 8193 144 0,'0'0'8'0,"16"-4"7"0,9 4 3 16,12-3 2-16,11 2 3 15,17-2 0-15,9-3 0 16,18 2 2-16,5 0-10 0,7-3-3 16,3 1-3-16,0-2-2 15,-5 1-1-15,-3 2-1 16,-10 0 0-16,-6 0 0 16,-16 0 0-16,-12 3-1 15,-18 2 1-15,-10-3-4 0,-15 3-4 16,-12 0-16-16,-2 13-45 15,-15-11-7-15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23T14:26:43.2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13865 13216 234 0,'0'0'4'16,"0"0"3"-16,-12-2 4 16,12 2 4-16,0 0 3 0,0 0 2 15,0 0 1-15,-9 0 0 16,9 0-3-16,0 0-3 15,0 0-3-15,7 0-3 16,-7 0-1-16,17 0-3 16,-2 0 1-16,2 0-1 0,11 2 0 15,4-2 0-15,11 0 0 16,1 0-1-16,6 0 0 0,10 0-2 16,2 0-1-16,7 0 1 15,0 0-1-15,-2 0 0 16,9 0 0-16,-5 0-1 15,-7 0 1-15,5 0 0 16,-7 0 0-16,-8 0 1 0,-2 0 0 16,-8 0 1-16,-3-2-1 15,-9-1 1-15,-2 3 0 16,-14 0 2-16,3-3-1 16,-12 3 1-16,-7 0-1 0,0 0 1 15,9-2 0-15,-9 2 0 16,0 0-5-16,0 0 0 15,0 0 0-15,0 0 0 16,0 0 0-16,0 0 0 0,0 0 0 16,0 0 0-16,0 0 0 15,0 0 0-15,0 0 0 16,0 0 0-16,0 0 0 16,0 0 0-16,0 0-4 0,0 0-11 15,-4 0-18-15,4 0-52 16,0 0-2-16</inkml:trace>
  <inkml:trace contextRef="#ctx0" brushRef="#br0" timeOffset="1098.52">13812 14281 264 0,'0'0'6'0,"0"0"6"16,0 0 3-16,0 0 2 16,0 0 2-16,0 0 0 15,-11-4 2-15,11 4 1 0,0 0-8 16,0 0-3-16,0 0-3 16,11 0-1-16,-4 0-1 15,10 1 0-15,8 2 0 16,5-3 0-16,12 2 1 0,12-2-2 15,11 0 0-15,8 0-2 16,14-5-1-16,-4 0 0 16,9 1-1-16,0-1 0 15,0-3-1-15,-9 5 1 0,1-1-1 16,-7 1 0-16,-8 1 1 16,-9-1-1-16,-5 1 1 15,-12 2 0-15,-6 0 0 0,-10 0 1 16,-10 0 1-16,-4 0 0 15,-13 0-1-15,12 0 1 16,-12 0-1-16,-5 0 0 16,5 0 0-16,-13 0 0 15,13 0-2-15,-14 5-4 16,2-5-2-16,3 5-8 0,-5-1-34 16,14-4-36-16,-11 6-3 15</inkml:trace>
  <inkml:trace contextRef="#ctx0" brushRef="#br0" timeOffset="2131.94">14399 15423 351 0,'0'0'5'0,"0"0"4"16,0 0 3-16,0 0 2 16,0 0-1-16,0 0 1 0,0 0-1 15,0 0 1-15,0 0-4 16,0 0-3-16,9 0-1 15,0 6-2-15,7-2 1 16,5-1 1-16,9 4 1 0,11 0-1 16,8-2 0-16,3-2-1 15,13-1-1-15,4 0-4 16,8 1 0-16,2-3 0 0,4 0 0 16,-3-3 0-16,-1 1 0 15,1 0 0-15,-6-1 0 16,-6 3 0-16,-6-1 0 15,-6 1 0-15,-4 0 0 16,-10 0 0-16,-6 0 0 16,-12 0 0-16,-1 0 0 0,-10 0 0 15,-6 0 0-15,-7 0 0 16,0 0 0-16,0 0 0 0,0 0 0 16,0 0 0-1,0 0 0-15,0 0 0 0,0 0 0 16,0 0 0-16,0 0 0 15,0 0 0-15,0 0 0 16,-3 0 0-16,3 0 0 0,0 0 0 16,0 0 0-16,0 0 0 15,0 0 0-15,0 0 0 16,0 0 0-16,-10 1 0 0,10-1 0 16,0 0 0-16,0 0 0 15,-10 10 0-15,10-10 0 16,0 0-12-16,-2 8-76 15,2-8-1-15</inkml:trace>
  <inkml:trace contextRef="#ctx0" brushRef="#br0" timeOffset="11814.26">14566 12077 336 0,'0'0'8'0,"0"0"3"0,0 0 5 15,0-8 3-15,5-2 0 16,2-5 3-16,4-7 0 15,3-6 1-15,4-8-6 16,10-8-5-16,4-12-6 0,4-1-6 16,7-1 0-16,2-7 0 15,2 2 0-15,-2 4 0 16,-1 4 0-16,-9 8 0 0,1 13 0 16,-17 4 0-16,-1 10 0 15,-6 7 0-15,-12 13 0 16,5-10 0-16,-5 10 0 15,0 0 0-15,-5 3 0 0,-2 7 0 16,-1 2 0-16,0 3 0 16,-1 3 0-16,-1 7-7 15,-5 9-68-15,7-6-14 16</inkml:trace>
  <inkml:trace contextRef="#ctx0" brushRef="#br0" timeOffset="12264.88">14734 12019 322 0,'0'0'7'0,"0"0"5"0,0 0 3 0,0 0 3 16,0 0 3-16,0 0-1 16,0 0 3-16,9-10-1 15,-6 1-6-15,6-7-3 0,2-6-3 16,3-5-3-16,6-5-2 15,4-7-5-15,10-9 0 16,3-9 0-16,0-2 0 0,5-2 0 16,1-2 0-16,-6 4 0 15,0 4 0-15,-10 11 0 16,-7 8 0-16,-5 14 0 0,-6 5 0 16,-9 17 0-1,4-10 0-15,-4 10 0 0,-8 14 0 16,-4 4-10-16,-4-1-18 15,-1 9-56-15,2 6-3 0</inkml:trace>
  <inkml:trace contextRef="#ctx0" brushRef="#br0" timeOffset="12732.16">14635 11683 408 0,'0'0'7'16,"0"-11"2"-16,0 11 2 16,0-12 1-16,0 12 1 15,0-10 0-15,0 10 0 16,0 0-1-16,0 0-5 0,0 10-4 15,0 10 0-15,0 8-3 16,0 7 0-16,-4 0 0 16,-1 10 0-16,-2 3 0 0,-4-4 0 15,2-1 0-15,1-7 0 16,-1-4 0-16,1-6 0 16,5-4 0-16,1-7 0 0,2-15 0 15,7 7 0-15,8-9 0 16,6-8 0-16,9-8 0 15,4-1 0-15,6-9 0 16,6 3 0-16,0-4 0 16,-5 4 0-16,5 0 0 0,-13 3 0 15,-2 5 0-15,-6 5 0 16,-10 4 0-16,-6 5 0 16,-9 3 0-16,0 0 0 15,4 11-49-15,-4-3-36 0,-8 3-3 16</inkml:trace>
  <inkml:trace contextRef="#ctx0" brushRef="#br0" timeOffset="13848.65">15638 13350 221 0,'0'0'8'0,"0"0"3"16,0 0 3-16,4 0 4 16,-4 0 2-16,10-10 3 0,1 0 3 15,1-5 2-15,5-5-5 16,11-7-4-16,6-8-2 16,13-4-2-16,11-8-3 15,11-9-3-15,8-2-2 0,13-7-1 16,2 3-2-16,0-3-1 15,0 7-1-15,-5 0 0 16,-11 9-1-16,-9 7 0 16,-14 7 1-16,-14 8-1 0,-16 9 0 15,-6 5-3-15,-17 13-1 16,0 0-4-16,-12 3-5 16,-13 7-14-16,-8 0-53 0,-1 17-5 15</inkml:trace>
  <inkml:trace contextRef="#ctx0" brushRef="#br0" timeOffset="14265.72">15608 13458 325 0,'0'0'6'0,"0"0"2"0,0 0 4 16,7-5 2-16,3-2 4 16,3-3 0-16,7-7 1 15,10-8 2-15,4-4-6 16,11-11-1-16,9-5-4 0,11-2-2 15,7-5-1-15,3 0-1 16,-1-2-2-16,-2 4-2 16,-2 3 0-16,-8 8 0 0,-9 3-2 15,-12 10 0-15,-11 6 0 16,-7 7 0-16,-11 3 0 16,-12 10 0-16,0 0 0 15,0 0 0-15,0 0-2 0,-16 0-7 16,2 15-13-16,-11 0-61 15,0 3-4-15</inkml:trace>
  <inkml:trace contextRef="#ctx0" brushRef="#br0" timeOffset="14681.33">15752 12997 416 0,'0'0'4'0,"0"0"2"16,0 0 1-16,0 0 0 15,0 0 1-15,0 0 0 16,0 0-1-16,0 13 1 15,-8 7-3-15,-4 5-3 0,-6 4-2 16,-1 6 0-16,-1 3 0 16,-5 3 0-16,3-6 0 15,2 0-1-15,4-8 1 0,2 0-1 16,7-8 1-16,4-2-1 16,3-9 2-16,7-2 0 15,12-6 0-15,12 0 1 16,7-7 0-16,6-8 0 15,11-1 1-15,0 0-1 0,4-5 0 16,-2 4-1-16,-7 2-2 16,-8 5-7-16,-7 1-14 15,-20 9-59-15,0 0-2 16</inkml:trace>
  <inkml:trace contextRef="#ctx0" brushRef="#br0" timeOffset="15431.93">15479 14534 344 0,'0'0'7'0,"0"0"3"0,0 0 3 0,0 0 2 15,0 0 1-15,0 0 1 16,8-16 2-16,3 2 2 15,9-6-6-15,10-10-4 16,9-9-1-16,16-8-2 0,10-7-3 16,15-11-5-16,7-5 0 15,7-4 0-15,8 0 0 16,-5 2 0-16,-5 3 0 0,-10 6 0 16,-8 9 0-16,-12 8 0 15,-15 13 0-15,-14 11 0 16,-11 2 0-16,-4 8 0 15,-18 12 0-15,0 0 0 16,0 0 0-16,-18 12 0 0,1 0 0 16,-6 10-41-16,-4 1-45 15,-5 7-3-15</inkml:trace>
  <inkml:trace contextRef="#ctx0" brushRef="#br0" timeOffset="15832.03">15555 14552 309 0,'0'0'8'0,"0"0"5"16,0 0 2-16,13-9 3 16,-3 5 5-16,4-7 0 0,4-3 1 15,10-9 1-15,4-4-7 16,10-4-3-16,5-7-5 16,6-2-2-16,1-1-6 15,3 0-2-15,0-3 0 0,-2 6 0 16,-8 5 0-16,-5 0 0 15,-4 8 0-15,-13 5 0 16,-4 5 0-16,-5 3 0 16,-4 5 0-16,-12 7 0 0,0 0 0 15,0 0-2-15,-19 7-21 16,-4 5-63-16,3 3-2 16</inkml:trace>
  <inkml:trace contextRef="#ctx0" brushRef="#br0" timeOffset="16248.18">15504 14172 438 0,'0'0'3'0,"0"0"0"0,0 0 1 0,0 0 1 16,0 0 1-16,5 5 0 16,-3 12 1-16,-2 1 0 15,0 11-2-15,0 7-1 16,-7 5-1-16,-1 1 0 0,-2 6 0 15,-2-7-1-15,-4-3-1 16,0-4 0-16,3-7 0 16,1-7 0-16,0-5-1 15,8-2 1-15,4-13-1 0,4 2 1 16,17-2 0-16,14-9 0 16,8-9 0-16,19-1 0 15,10-5-1-15,6-2-2 16,10 3-12-16,-1 2-68 0,0 0-3 15</inkml:trace>
  <inkml:trace contextRef="#ctx0" brushRef="#br0" timeOffset="40314.72">16975 13625 421 0,'0'0'3'0,"0"0"2"0,10-6 1 16,-3 3 2-16,7-4 0 15,4 3 1-15,5-6-1 16,1 0 1-16,3 2-3 0,5 1-3 16,1 2-6-16,-4-2-9 15,4 1-21-15,-1 6-49 16,-12 0-3-16</inkml:trace>
  <inkml:trace contextRef="#ctx0" brushRef="#br0" timeOffset="40464.28">17014 13703 386 0,'0'0'6'0,"0"0"3"16,-13 11 1-16,13-11 1 16,0 0 0-16,-4 9 2 0,4-9 0 15,14 0 0-15,11-2-7 16,10-5-9-16,10-8-21 16,-8 0-55-16,28-5-4 15</inkml:trace>
  <inkml:trace contextRef="#ctx0" brushRef="#br0" timeOffset="41064.82">18579 12322 417 0,'0'0'6'0,"0"0"1"0,0-13 3 15,0 13 0-15,-2-10 0 16,2 10 0-16,-5-10 0 16,5 10 0-16,-5 8-5 15,5 14-3-15,-2 8-1 0,2 7-2 16,2 8 1-16,0 7 0 15,6 2 0-15,-4-2 0 16,8 0 0-16,-1-4 0 16,0-9 0-16,-4-5 0 15,0-6-1-15,-2-9 1 0,-3-3 0 16,-2-16-1-16,0 0 0 16,0 0 1-16,-5-23-1 15,-2-7 1-15,0-7 0 16,1-9 0-16,-3-9 0 0,4-7 0 15,-2-1 1-15,4 1 1 16,3 4 0-16,0 3 0 16,6 8 0-16,10 7 0 0,4 5-1 15,5 12 1-15,7 5-2 16,3 5 1-16,2 8-1 16,4 5 0-16,-7 11 0 15,-2 6 0-15,-4 5 0 0,-11 5 0 16,-13 5 0-16,-4 0 0 15,-4 1 0-15,-13-1-1 16,-8-2 0-16,-7-1-3 16,-1-7-2-16,1 3-7 0,0-7-15 15,-7-1-55-15,18-1-2 16</inkml:trace>
  <inkml:trace contextRef="#ctx0" brushRef="#br0" timeOffset="44214.98">18887 12574 431 0,'0'0'5'15,"6"-5"3"-15,-6 5 0 0,14-7 2 16,-4-1 0-16,1 6 1 16,2-3 0-16,3 2 0 15,-4 3-5-15,0 3-6 0,4 7 0 16,-4 2 0-16,-2 6 0 16,0 4 0-16,-3 0 0 15,-2 0 0-15,-5 1 0 16,0-2 0-16,-5-3 0 15,-4-2 0-15,-3-2 0 0,-4-4 0 16,2-3 0-16,-2-4 0 16,7 0 0-16,-4-3 0 15,7-10 0-15,5-3 0 0,2-7 0 16,11 1 0-16,2-4 0 16,4-2 0-16,-1 3 0 15,0 2 0-15,0 6 0 16,-4 3 0-16,-13 11 0 15,12 0 0-15,-12 8 0 0,0 7 0 16,-2 7 0-16,-3 3 0 16,5 3 0-16,0 1 0 15,0-2 0-15,0 0 0 16,10-4-3-16,3-6-5 0,10 0-20 16,16-7-55-16,-15 0-2 15</inkml:trace>
  <inkml:trace contextRef="#ctx0" brushRef="#br0" timeOffset="44819.23">18652 13359 444 0,'0'0'5'0,"0"0"1"0,0 0 0 16,0 0 1-16,0 0 0 15,0 0 0-15,0 0 0 0,-5 16 0 16,1 6-4-16,2 3-1 16,2 5-1-16,0 1 0 15,0 4 0-15,2-3 0 16,4 1 0-16,-3-7 0 16,-1-2-1-16,0-10-1 0,1-2 0 15,-3-12 0-15,0 0-1 16,0 0 1-16,-5-15-1 15,0-4 0-15,3-11 1 0,-4-7-1 16,1-10 2-16,3-3 0 16,-1-2 1-16,3 1 1 15,3 1 0-15,4 7 1 0,4 4 0 16,5 9 0-16,5 7 0 16,6 11-3-16,-2 4 0 15,7 8 0-15,-2 8 0 16,0 8 0-16,-6 3 0 0,-4 6 0 15,-4 5 0-15,-11-1-2 16,-5 3 0-16,-13 0-2 16,-4-1-3-16,-8-7-4 15,0 1-8-15,-3-15-14 16,-9 4-51-16,15-1 0 0</inkml:trace>
  <inkml:trace contextRef="#ctx0" brushRef="#br0" timeOffset="45247.95">18979 13384 393 0,'0'0'5'0,"0"0"2"16,-2 10 2-16,2-10 1 16,-10 15 0-16,8-5 0 0,-1 3 1 15,1-1-1-15,2-3-3 16,2 4-3-16,8-6-1 15,3 1-1-15,6-8 1 0,4 0-1 16,2 0 1-16,-4-10 1 16,4 0-1-16,-4-3 1 15,-5 1 0-15,-3 3 0 16,-5-2-1-16,-4 2-3 16,-4 9 0-16,0 0 0 0,0 0 0 15,0 7 0-15,0 11 0 16,0-2 0-16,3 4 0 15,-1 8 0-15,7-3 0 16,-5 1 0-16,4 2 0 0,-1-1 0 16,-1 0 0-16,-4-4 0 15,-2 2 0-15,-8-3 0 16,-4 0 0-16,-6-2 0 16,-1-3 0-16,-9-2 0 15,-2-2-16-15,-2-6-25 0,2 0-44 16,-1-4-2-16</inkml:trace>
  <inkml:trace contextRef="#ctx0" brushRef="#br0" timeOffset="45814.31">18795 14365 472 0,'0'0'3'0,"0"0"2"0,0 0 1 16,0 0 0-16,0 0 0 15,0 0 1-15,-2 15-1 0,2 5-6 16,0 7 0-16,2 8 0 15,2 5 0-15,-2 6 0 16,3 4 0-16,-3-1 0 16,1-1 0-16,-3-6 0 0,2-5 0 15,-2-7 0-15,0-7 0 16,0-9 0-16,0-4 0 16,0-10 0-16,-5-5 0 15,0-12 0-15,1-6 0 0,-2-14 0 16,-2-8 0-16,1-9 0 15,0-2 0-15,-1-6 0 16,5-1 0-16,3 8 0 16,0 1 0-16,5 13 0 0,8 3 0 15,2 10 0-15,5 11 0 16,3 5 0-16,1 4 0 16,3 8 0-16,0 0 0 15,0 10 0-15,-1 8 0 16,-6 1 0-16,-8 6 0 0,-7 6 0 15,-5-5 0-15,-5 4 0 16,-15-1 0-16,3-1 0 16,-10-6-2-16,-1 1-14 0,-4-9-23 15,7-1-46-15,6-1-1 16</inkml:trace>
  <inkml:trace contextRef="#ctx0" brushRef="#br0" timeOffset="46214.97">19064 14691 480 0,'0'0'4'0,"0"0"1"16,-10 0 2-16,10 0 0 0,0 0 1 15,0 0-8-15,0 0 0 16,0 0 0-16,0 0 0 16,15 0 0-16,2 0 0 15,8-1 0-15,8-2 0 0,-1 1 0 16,5 2 0-16,-5 0 0 16,-2 0 0-16,-2 2 0 15,-8 2 0-15,-6 4 0 16,-14 5 0-16,-5-1 0 0,-12 3 0 15,-3 0 0-15,-2 0 0 16,1 2 0-16,2-4 0 16,1-3 0-16,9-3 0 15,9-7 0-15,0 0 0 0,14 0 0 16,9-2 0-16,4-16-18 16,-10 1-68-16,24 0-3 15</inkml:trace>
  <inkml:trace contextRef="#ctx0" brushRef="#br0" timeOffset="46798.23">17228 12562 395 0,'0'0'7'0,"0"0"3"0,0 0 0 16,0 0 2-16,0 0 1 15,10-8 0-15,-1 6 1 16,7-3 0-16,1-1-7 0,8 2-2 15,5 1-2-15,4-1-2 16,3 1-3-16,6 3-8 16,-8 0-17-16,-5 3-54 15,7 1-4-15</inkml:trace>
  <inkml:trace contextRef="#ctx0" brushRef="#br0" timeOffset="46967.24">17210 12770 438 0,'0'0'1'0,"0"0"1"0,0 0 3 16,10 2 1-16,5-2 0 15,10 0 1-15,9-2 0 16,14-3-4-16,11 2-10 16,6-1-36-16,10-4-37 0,4 3-2 15</inkml:trace>
  <inkml:trace contextRef="#ctx0" brushRef="#br0" timeOffset="47798.69">17206 13486 256 0,'0'0'9'16,"-8"5"1"-16,8-5 7 16,-10 12 0-16,0-4 4 0,3-1 0 15,-9 3 2-15,7-2 1 16,-3-4-7-16,6 3-5 15,6-7-3-15,-12 13-2 16,12-13-2-16,-2 15 0 0,2-15-1 16,9 12 1-16,7-4 1 15,5-6 0-15,9 1 1 16,8-3 0-16,11 0-1 0,6-5 0 16,7-5-2-1,10 0-1-15,-2 0-1 0,-3 0 0 16,0-2-2-16,-7 5 0 15,-8 1 0-15,-11 1 0 16,-3 5-7-16,-18 0-9 16,-3-10-53-16,-17 10-17 0</inkml:trace>
  <inkml:trace contextRef="#ctx0" brushRef="#br0" timeOffset="48064.15">17121 13699 389 0,'0'0'5'0,"0"0"1"0,0 0 3 16,12-2 0-16,-2-1 3 16,5 0 1-16,10 1 2 15,2-3 0-15,10 5-3 16,9-5-2-16,5 0-2 0,9 0 0 15,7 0-8-15,3-2 0 16,1 0 0-16,1 1 0 16,-4 2 0-16,-9-2-2 15,-4 6-16-15,-10 13-50 16,-5-8-19-16</inkml:trace>
  <inkml:trace contextRef="#ctx0" brushRef="#br0" timeOffset="48665.63">17203 14608 445 0,'0'0'3'15,"0"0"1"-15,0 0 2 16,0 0 1-16,7 0 1 0,3 0 1 16,8 0 1-16,9-4 1 15,8-2-3-15,9 1-8 16,11-2 0-16,10 0 0 15,-1-1 0-15,3 1 0 0,1-1 0 16,-6 5-10-16,-13 11-64 16,-6-8-13-16</inkml:trace>
  <inkml:trace contextRef="#ctx0" brushRef="#br0" timeOffset="48831.99">17250 14823 479 0,'0'0'3'15,"-17"0"0"-15,17 0 2 16,0 0 0-16,0 0 2 0,12-7-1 16,15-3-3-16,18 0-3 15,23-7 0-15,13-3 0 16,18 2-9-16,18-4-74 16,0-6-4-16</inkml:trace>
  <inkml:trace contextRef="#ctx0" brushRef="#br0" timeOffset="49664.91">18510 11819 403 0,'0'0'4'0,"0"-10"2"0,-3 0 1 15,1-2 0-15,-3-3 1 0,-2 0 0 16,-9 1 0-16,-6-4 0 15,-8 11-3-15,-5 7-2 16,-9 4-1-16,-4 13 0 0,-1 13-1 16,-1 10 0-16,3 7-1 15,2 15 1-15,13 4-1 16,7 9 0-16,6 9-1 16,8 6 1-16,6 4 0 15,5 7-1-15,5 5 2 0,2 6 0 16,1 7-1-16,0 2 2 15,-1 8 0-15,-5 3 0 16,3 4 1-16,-5 5 2 16,-2 3-1-16,-3-1-1 0,0 4 1 15,-2-3 1-15,0-6-1 16,1 0-1-16,1-1-3 16,0-11 0-16,3-7 0 15,2-5 0-15,-3-9 0 0,3-10 0 16,-2-5 0-16,2-17 0 15,0-8 0-15,0-8 0 16,-2-14 0-16,-1-9 0 16,1-9 0-16,2-7 0 0,0-9 0 15,0-9 0-15,0 0 0 16,0 0 0-16,0 0 0 16,9 0 0-16,3 0 0 0,11-7 0 15,17-3 0-15,12 0 0 16,20 1 0-16,22-2 0 15,16-1 0-15,18 1 0 16,8-3-50-16,7 1-35 16,-1-4-4-16</inkml:trace>
  <inkml:trace contextRef="#ctx0" brushRef="#br0" timeOffset="50297.91">19245 11573 404 0,'0'0'2'0,"0"0"0"0,7-7 0 0,6-1 2 16,4 3 1-16,6 0 0 15,7 3 2-15,4 2 0 16,12 0-2-16,0 10 0 0,4 7-1 15,2 7 0-15,-4 12-1 16,-2 6-1-16,-5 12 1 16,-2 16 0-16,-11 12-1 15,-6 12 1-15,-5 12 0 0,-1 10-1 16,-2 11 0-16,-1 7 0 16,-1 7-1-16,2 0-1 15,4 5 2-15,5 1 0 16,-4-3 1-16,9-3 1 0,-3 2 0 15,2-4 0-15,-2-6-1 16,0-4 1-16,-3-5-1 16,0-8-3-16,-4-6 0 0,-1-6 0 15,-4-10 0 1,-3-10 0-16,-3-7 0 0,-5-9 0 16,-2-12 0-16,-7-7 0 15,-11-11 0-15,-6-6 0 16,-16-10 0-16,-12-7 0 0,-10-8 0 15,-15 1 0-15,-8-6 0 16,-13-2 0-16,0 3-15 16,-4 9-65-16,10-12-5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3B82EB1-B157-497A-B3B0-151FD3C30A73}" type="datetimeFigureOut">
              <a:rPr lang="en-CA"/>
              <a:pPr>
                <a:defRPr/>
              </a:pPr>
              <a:t>2025-08-23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12C65C7-A042-4799-86BB-627996430EC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268886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17895E2-9FCB-4111-942F-7A6951F58E0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493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5562256-33F3-400F-833D-1C6D9017A847}" type="slidenum">
              <a:rPr lang="en-CA" altLang="en-US" smtClean="0"/>
              <a:pPr/>
              <a:t>2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39001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581400"/>
            <a:ext cx="9144000" cy="2531943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3431366"/>
            <a:ext cx="180975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3"/>
            <a:ext cx="2133600" cy="42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3429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 dirty="0" err="1">
                <a:solidFill>
                  <a:srgbClr val="FFFFFF"/>
                </a:solidFill>
              </a:rPr>
              <a:t>Pilani</a:t>
            </a:r>
            <a:r>
              <a:rPr lang="en-US" altLang="en-US" sz="900" dirty="0">
                <a:solidFill>
                  <a:srgbClr val="FFFFFF"/>
                </a:solidFill>
              </a:rPr>
              <a:t>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028950" y="5410978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3801792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6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1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M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2133600" y="64770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274644"/>
            <a:ext cx="8518523" cy="943927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4801" y="1418278"/>
            <a:ext cx="8518524" cy="5058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>
          <a:xfrm>
            <a:off x="457200" y="6492881"/>
            <a:ext cx="2133600" cy="365125"/>
          </a:xfrm>
        </p:spPr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6629400" y="6492881"/>
            <a:ext cx="2133600" cy="365125"/>
          </a:xfrm>
        </p:spPr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124200" y="6492246"/>
            <a:ext cx="35052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  ZG561</a:t>
            </a:r>
            <a:r>
              <a:rPr lang="en-CA" dirty="0"/>
              <a:t>, MECHANISMS AND ROBOTICS</a:t>
            </a:r>
          </a:p>
        </p:txBody>
      </p:sp>
    </p:spTree>
    <p:extLst>
      <p:ext uri="{BB962C8B-B14F-4D97-AF65-F5344CB8AC3E}">
        <p14:creationId xmlns:p14="http://schemas.microsoft.com/office/powerpoint/2010/main" val="100312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6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1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6"/>
            <a:ext cx="4038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078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5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362205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9006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7423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6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600206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790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5739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026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DE923C3-CD8C-4738-95ED-94BC2E42DD6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DE  ZG561, MECHANISMS AND ROBOTICS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29D9082-6628-4ABA-973B-A62DDACA022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7" r:id="rId5"/>
    <p:sldLayoutId id="2147483708" r:id="rId6"/>
    <p:sldLayoutId id="2147483709" r:id="rId7"/>
    <p:sldLayoutId id="2147483696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892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783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675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566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8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4" Type="http://schemas.openxmlformats.org/officeDocument/2006/relationships/image" Target="../media/image45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customXml" Target="../ink/ink12.xml"/><Relationship Id="rId4" Type="http://schemas.openxmlformats.org/officeDocument/2006/relationships/image" Target="../media/image3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customXml" Target="../ink/ink1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1.png"/><Relationship Id="rId5" Type="http://schemas.openxmlformats.org/officeDocument/2006/relationships/customXml" Target="../ink/ink20.xml"/><Relationship Id="rId4" Type="http://schemas.openxmlformats.org/officeDocument/2006/relationships/image" Target="../media/image16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customXml" Target="../ink/ink22.xml"/><Relationship Id="rId4" Type="http://schemas.openxmlformats.org/officeDocument/2006/relationships/image" Target="../media/image17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Relationship Id="rId9" Type="http://schemas.openxmlformats.org/officeDocument/2006/relationships/image" Target="../media/image2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customXml" Target="../ink/ink24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customXml" Target="../ink/ink28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00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customXml" Target="../ink/ink3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14800" y="3581400"/>
            <a:ext cx="5029200" cy="1085850"/>
          </a:xfrm>
        </p:spPr>
        <p:txBody>
          <a:bodyPr/>
          <a:lstStyle/>
          <a:p>
            <a:pPr algn="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800" dirty="0"/>
              <a:t>Mechanisms and Robotics</a:t>
            </a:r>
            <a:br>
              <a:rPr lang="en-US" sz="2800" dirty="0"/>
            </a:br>
            <a:r>
              <a:rPr lang="en-US" sz="2800" dirty="0"/>
              <a:t>		</a:t>
            </a:r>
            <a:r>
              <a:rPr lang="en-IN" sz="2800" dirty="0"/>
              <a:t> DE / ES  ZG561</a:t>
            </a:r>
            <a:endParaRPr lang="en-US" sz="2800" dirty="0"/>
          </a:p>
        </p:txBody>
      </p:sp>
      <p:sp>
        <p:nvSpPr>
          <p:cNvPr id="15363" name="Content Placeholder 5"/>
          <p:cNvSpPr>
            <a:spLocks noGrp="1"/>
          </p:cNvSpPr>
          <p:nvPr>
            <p:ph sz="quarter" idx="13"/>
          </p:nvPr>
        </p:nvSpPr>
        <p:spPr>
          <a:xfrm>
            <a:off x="6701118" y="4742609"/>
            <a:ext cx="2438400" cy="4000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800" b="1" dirty="0">
                <a:solidFill>
                  <a:srgbClr val="FF0000"/>
                </a:solidFill>
              </a:rPr>
              <a:t>Lecture - 5</a:t>
            </a:r>
          </a:p>
        </p:txBody>
      </p:sp>
      <p:sp>
        <p:nvSpPr>
          <p:cNvPr id="4" name="Content Placeholder 5"/>
          <p:cNvSpPr txBox="1">
            <a:spLocks/>
          </p:cNvSpPr>
          <p:nvPr/>
        </p:nvSpPr>
        <p:spPr bwMode="auto">
          <a:xfrm>
            <a:off x="5382648" y="5457825"/>
            <a:ext cx="365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marL="0" indent="0" algn="r" rtl="0" fontAlgn="base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dirty="0"/>
              <a:t>Dr. Glynn John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Mechanical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381000" y="731814"/>
            <a:ext cx="6534150" cy="589360"/>
          </a:xfrm>
        </p:spPr>
        <p:txBody>
          <a:bodyPr>
            <a:noAutofit/>
          </a:bodyPr>
          <a:lstStyle/>
          <a:p>
            <a:r>
              <a:rPr lang="en-IN" sz="3200" dirty="0"/>
              <a:t>Forward kinematics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352800" y="6572250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1"/>
          </p:nvPr>
        </p:nvSpPr>
        <p:spPr bwMode="auto">
          <a:xfrm>
            <a:off x="8153400" y="6560344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99" indent="-214308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28" indent="-171446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20" indent="-171446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12" indent="-171446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03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795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686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577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52D7E5-A4BE-4329-ACDB-D2D986EBE08B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CA" altLang="en-US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sz="quarter" idx="1"/>
          </p:nvPr>
        </p:nvSpPr>
        <p:spPr>
          <a:xfrm>
            <a:off x="733425" y="1676400"/>
            <a:ext cx="5829300" cy="3505200"/>
          </a:xfrm>
        </p:spPr>
        <p:txBody>
          <a:bodyPr rtlCol="0">
            <a:normAutofit/>
          </a:bodyPr>
          <a:lstStyle/>
          <a:p>
            <a:pPr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Cylindrical Arm</a:t>
            </a:r>
          </a:p>
          <a:p>
            <a:pPr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Articulated Arm</a:t>
            </a:r>
          </a:p>
          <a:p>
            <a:pPr>
              <a:spcAft>
                <a:spcPts val="450"/>
              </a:spcAft>
              <a:buFont typeface="Wingdings" panose="05000000000000000000" pitchFamily="2" charset="2"/>
              <a:buChar char="Ø"/>
            </a:pPr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Articulated Arm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600200" cy="273844"/>
          </a:xfrm>
        </p:spPr>
        <p:txBody>
          <a:bodyPr/>
          <a:lstStyle/>
          <a:p>
            <a:pPr>
              <a:defRPr/>
            </a:pPr>
            <a:fld id="{C6C4E1A7-1E26-48BB-A733-6113B56E3E57}" type="datetime3">
              <a:rPr lang="en-CA" smtClean="0"/>
              <a:pPr>
                <a:defRPr/>
              </a:pPr>
              <a:t>23 August 2025</a:t>
            </a:fld>
            <a:endParaRPr lang="en-CA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Coordinate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86200" y="1369037"/>
            <a:ext cx="3874294" cy="4571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800" dirty="0"/>
              <a:t>Directions of Positive X Y Z axes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905000"/>
            <a:ext cx="3997508" cy="428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3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Coordinate Systems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5334000" y="2819400"/>
            <a:ext cx="36855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dirty="0"/>
              <a:t>Anticlockwise rotation is positive when seen from the opposite direction of the arrow head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2257516"/>
            <a:ext cx="4429743" cy="34437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1357" y="1625164"/>
            <a:ext cx="3920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lang="en-IN" dirty="0"/>
              <a:t>Directions of Positive X Y Z rotations</a:t>
            </a:r>
          </a:p>
        </p:txBody>
      </p:sp>
    </p:spTree>
    <p:extLst>
      <p:ext uri="{BB962C8B-B14F-4D97-AF65-F5344CB8AC3E}">
        <p14:creationId xmlns:p14="http://schemas.microsoft.com/office/powerpoint/2010/main" val="399776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457656"/>
            <a:ext cx="6343650" cy="628650"/>
          </a:xfrm>
        </p:spPr>
        <p:txBody>
          <a:bodyPr>
            <a:normAutofit/>
          </a:bodyPr>
          <a:lstStyle/>
          <a:p>
            <a:r>
              <a:rPr lang="en-IN" sz="2400" dirty="0"/>
              <a:t>Homogeneous Transformation Matrices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/>
              <p:cNvSpPr txBox="1">
                <a:spLocks/>
              </p:cNvSpPr>
              <p:nvPr/>
            </p:nvSpPr>
            <p:spPr bwMode="auto">
              <a:xfrm>
                <a:off x="4559390" y="2784294"/>
                <a:ext cx="3371850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79187" y="2569391"/>
                <a:ext cx="4495800" cy="167975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 bwMode="auto">
              <a:xfrm>
                <a:off x="4458540" y="4382899"/>
                <a:ext cx="3499598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4719" y="4700865"/>
                <a:ext cx="4666131" cy="16797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/>
              <p:cNvSpPr txBox="1">
                <a:spLocks/>
              </p:cNvSpPr>
              <p:nvPr/>
            </p:nvSpPr>
            <p:spPr bwMode="auto">
              <a:xfrm>
                <a:off x="996764" y="4400553"/>
                <a:ext cx="3524810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9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9018" y="4724403"/>
                <a:ext cx="4699747" cy="167975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473165" y="1855966"/>
            <a:ext cx="8172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Wingdings" panose="05000000000000000000" pitchFamily="2" charset="2"/>
              <a:buChar char="v"/>
            </a:pPr>
            <a:r>
              <a:rPr lang="en-IN" dirty="0"/>
              <a:t>When we want to describe a generalized transformation by a single matrix that combines the effects of translation and rotation, we define a vector by adding 1.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/>
              <p:cNvSpPr txBox="1">
                <a:spLocks/>
              </p:cNvSpPr>
              <p:nvPr/>
            </p:nvSpPr>
            <p:spPr bwMode="auto">
              <a:xfrm>
                <a:off x="1086689" y="2766637"/>
                <a:ext cx="3371850" cy="1137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7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8919" y="2545850"/>
                <a:ext cx="4495800" cy="15159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20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Homogeneous Transformation Matrices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/>
              <p:cNvSpPr txBox="1">
                <a:spLocks/>
              </p:cNvSpPr>
              <p:nvPr/>
            </p:nvSpPr>
            <p:spPr bwMode="auto">
              <a:xfrm>
                <a:off x="1885952" y="1828800"/>
                <a:ext cx="4094630" cy="11384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600" y="1295400"/>
                <a:ext cx="5459506" cy="151778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3"/>
              <p:cNvSpPr txBox="1">
                <a:spLocks/>
              </p:cNvSpPr>
              <p:nvPr/>
            </p:nvSpPr>
            <p:spPr bwMode="auto">
              <a:xfrm>
                <a:off x="1143003" y="3155209"/>
                <a:ext cx="3365126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063943"/>
                <a:ext cx="4486835" cy="145296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3"/>
              <p:cNvSpPr txBox="1">
                <a:spLocks/>
              </p:cNvSpPr>
              <p:nvPr/>
            </p:nvSpPr>
            <p:spPr bwMode="auto">
              <a:xfrm>
                <a:off x="1156450" y="4492344"/>
                <a:ext cx="3301253" cy="11088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2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30" y="4846792"/>
                <a:ext cx="4401670" cy="147829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3"/>
              <p:cNvSpPr txBox="1">
                <a:spLocks/>
              </p:cNvSpPr>
              <p:nvPr/>
            </p:nvSpPr>
            <p:spPr bwMode="auto">
              <a:xfrm>
                <a:off x="4689664" y="3122617"/>
                <a:ext cx="3301253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8883" y="3020488"/>
                <a:ext cx="4401670" cy="145296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05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2 </a:t>
            </a:r>
            <a:r>
              <a:rPr lang="en-IN" sz="3200" dirty="0" err="1"/>
              <a:t>dof</a:t>
            </a:r>
            <a:r>
              <a:rPr lang="en-IN" sz="3200" dirty="0"/>
              <a:t> manipulator – Forward Kinematics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52600"/>
            <a:ext cx="5676900" cy="3359635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6A5BF6-21B2-AB07-1E5A-AC155C9BD834}"/>
                  </a:ext>
                </a:extLst>
              </p14:cNvPr>
              <p14:cNvContentPartPr/>
              <p14:nvPr/>
            </p14:nvContentPartPr>
            <p14:xfrm>
              <a:off x="289080" y="1404720"/>
              <a:ext cx="8671680" cy="4918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6A5BF6-21B2-AB07-1E5A-AC155C9BD8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720" y="1395360"/>
                <a:ext cx="8690400" cy="493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045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2 </a:t>
            </a:r>
            <a:r>
              <a:rPr lang="en-IN" sz="3200" dirty="0" err="1"/>
              <a:t>dof</a:t>
            </a:r>
            <a:r>
              <a:rPr lang="en-IN" sz="3200" dirty="0"/>
              <a:t> manipulator – Forward Kinematics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52600"/>
            <a:ext cx="5676900" cy="3359635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BF9802-3A3F-242E-A766-9E0EB4DBC197}"/>
                  </a:ext>
                </a:extLst>
              </p14:cNvPr>
              <p14:cNvContentPartPr/>
              <p14:nvPr/>
            </p14:nvContentPartPr>
            <p14:xfrm>
              <a:off x="100440" y="1402560"/>
              <a:ext cx="6663600" cy="373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BF9802-3A3F-242E-A766-9E0EB4DBC1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080" y="1393200"/>
                <a:ext cx="6682320" cy="37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20BC81A-0919-9ACC-9A84-4C5B952B5913}"/>
                  </a:ext>
                </a:extLst>
              </p14:cNvPr>
              <p14:cNvContentPartPr/>
              <p14:nvPr/>
            </p14:nvContentPartPr>
            <p14:xfrm>
              <a:off x="2589120" y="1315080"/>
              <a:ext cx="6301080" cy="4793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20BC81A-0919-9ACC-9A84-4C5B952B59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9760" y="1305720"/>
                <a:ext cx="6319800" cy="48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F1EDB5E-849D-2EE3-16D4-30C55D255D8E}"/>
                  </a:ext>
                </a:extLst>
              </p14:cNvPr>
              <p14:cNvContentPartPr/>
              <p14:nvPr/>
            </p14:nvContentPartPr>
            <p14:xfrm>
              <a:off x="6199920" y="1827360"/>
              <a:ext cx="400320" cy="305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F1EDB5E-849D-2EE3-16D4-30C55D255D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90560" y="1818000"/>
                <a:ext cx="419040" cy="32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871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C710-DB12-B314-86EA-6ED7D8B5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F003B-5F95-935B-C636-D4DD6C5E7AD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A67B-AEC1-1E42-2F1B-3FC60A8A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1761F-CC6C-D78D-6F18-B82AC84E8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9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FCED4-68EB-2DDF-276B-2E24EF91B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24E541-AD6D-05E1-831A-6036A664AA9A}"/>
                  </a:ext>
                </a:extLst>
              </p14:cNvPr>
              <p14:cNvContentPartPr/>
              <p14:nvPr/>
            </p14:nvContentPartPr>
            <p14:xfrm>
              <a:off x="89640" y="539280"/>
              <a:ext cx="9056520" cy="6220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24E541-AD6D-05E1-831A-6036A664AA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80" y="529920"/>
                <a:ext cx="9075240" cy="623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932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6FC7-5E61-232F-9045-69946CBF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B7E18-BBD3-B27F-A61F-C16F48F3B59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61A99-CDDB-33F5-F7C9-4BE9B538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0319E-848D-6489-8AB8-AF83E53D83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10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D17F7-055E-4A59-B0DB-FC68126C4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17F1B04-C4FD-AE16-5366-52493A36103D}"/>
                  </a:ext>
                </a:extLst>
              </p14:cNvPr>
              <p14:cNvContentPartPr/>
              <p14:nvPr/>
            </p14:nvContentPartPr>
            <p14:xfrm>
              <a:off x="284923" y="-4648200"/>
              <a:ext cx="9056520" cy="6220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17F1B04-C4FD-AE16-5366-52493A3610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563" y="-4657560"/>
                <a:ext cx="9075240" cy="623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B688D4-8232-D8C5-05B6-3A6F24981E21}"/>
                  </a:ext>
                </a:extLst>
              </p14:cNvPr>
              <p14:cNvContentPartPr/>
              <p14:nvPr/>
            </p14:nvContentPartPr>
            <p14:xfrm>
              <a:off x="278640" y="1513080"/>
              <a:ext cx="8803080" cy="4926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B688D4-8232-D8C5-05B6-3A6F24981E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280" y="1503720"/>
                <a:ext cx="8821800" cy="49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0C1601-CBF7-1F48-BBD7-FCA1D37DB22B}"/>
                  </a:ext>
                </a:extLst>
              </p14:cNvPr>
              <p14:cNvContentPartPr/>
              <p14:nvPr/>
            </p14:nvContentPartPr>
            <p14:xfrm>
              <a:off x="7840440" y="4546080"/>
              <a:ext cx="1128600" cy="142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0C1601-CBF7-1F48-BBD7-FCA1D37DB2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31080" y="4536720"/>
                <a:ext cx="1147320" cy="1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32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 Link Coordinate Diagram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11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3" name="TextBox 2"/>
          <p:cNvSpPr txBox="1"/>
          <p:nvPr/>
        </p:nvSpPr>
        <p:spPr>
          <a:xfrm>
            <a:off x="742950" y="4357319"/>
            <a:ext cx="7488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Solution:</a:t>
            </a:r>
          </a:p>
          <a:p>
            <a:endParaRPr lang="en-IN" b="1" dirty="0"/>
          </a:p>
          <a:p>
            <a:r>
              <a:rPr lang="en-IN" dirty="0"/>
              <a:t>[</a:t>
            </a:r>
            <a:r>
              <a:rPr lang="en-IN" dirty="0" err="1"/>
              <a:t>x’,y’,z</a:t>
            </a:r>
            <a:r>
              <a:rPr lang="en-IN" dirty="0"/>
              <a:t>’] = </a:t>
            </a:r>
            <a:r>
              <a:rPr lang="en-IN" dirty="0" err="1"/>
              <a:t>Rotz</a:t>
            </a:r>
            <a:r>
              <a:rPr lang="en-IN" dirty="0"/>
              <a:t> (</a:t>
            </a:r>
            <a:r>
              <a:rPr lang="en-IN" b="1" dirty="0">
                <a:latin typeface="Symbol" panose="05050102010706020507" pitchFamily="18" charset="2"/>
              </a:rPr>
              <a:t>q</a:t>
            </a:r>
            <a:r>
              <a:rPr lang="en-IN" dirty="0"/>
              <a:t>1)*</a:t>
            </a:r>
            <a:r>
              <a:rPr lang="en-IN" dirty="0" err="1"/>
              <a:t>Transx</a:t>
            </a:r>
            <a:r>
              <a:rPr lang="en-IN" dirty="0"/>
              <a:t>(L1)*</a:t>
            </a:r>
            <a:r>
              <a:rPr lang="en-IN" dirty="0" err="1"/>
              <a:t>Rotz</a:t>
            </a:r>
            <a:r>
              <a:rPr lang="en-IN" dirty="0"/>
              <a:t>(90)* </a:t>
            </a:r>
            <a:r>
              <a:rPr lang="en-IN" dirty="0" err="1"/>
              <a:t>Rotx</a:t>
            </a:r>
            <a:r>
              <a:rPr lang="en-IN" dirty="0"/>
              <a:t>(90)* </a:t>
            </a:r>
            <a:r>
              <a:rPr lang="en-IN" dirty="0" err="1"/>
              <a:t>Transz</a:t>
            </a:r>
            <a:r>
              <a:rPr lang="en-IN" dirty="0"/>
              <a:t>(d2)* [0,0,0]’</a:t>
            </a:r>
            <a:endParaRPr lang="en-US" dirty="0"/>
          </a:p>
        </p:txBody>
      </p:sp>
      <p:pic>
        <p:nvPicPr>
          <p:cNvPr id="9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0150" y="2343151"/>
            <a:ext cx="6538813" cy="1779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3094920" y="3431520"/>
              <a:ext cx="11880" cy="39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2320" y="3418920"/>
                <a:ext cx="32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6CAE9CA-9A01-BD81-D3FF-C35069B98219}"/>
                  </a:ext>
                </a:extLst>
              </p14:cNvPr>
              <p14:cNvContentPartPr/>
              <p14:nvPr/>
            </p14:nvContentPartPr>
            <p14:xfrm>
              <a:off x="1798200" y="1048680"/>
              <a:ext cx="6810480" cy="4864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6CAE9CA-9A01-BD81-D3FF-C35069B982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8840" y="1039320"/>
                <a:ext cx="6829200" cy="488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90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D-H Parameters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12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093" y="4203148"/>
          <a:ext cx="6096000" cy="845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Link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baseline="0" dirty="0" err="1"/>
                        <a:t>i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/>
                        <a:t>θ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ym typeface="Symbol" panose="05050102010706020507" pitchFamily="18" charset="2"/>
                        </a:rPr>
                        <a:t>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Home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θ</a:t>
                      </a:r>
                      <a:r>
                        <a:rPr lang="en-IN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15" y="2171700"/>
            <a:ext cx="6198055" cy="1686762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320FBD-EC9A-8C5B-3577-9C0D2513ECA6}"/>
                  </a:ext>
                </a:extLst>
              </p14:cNvPr>
              <p14:cNvContentPartPr/>
              <p14:nvPr/>
            </p14:nvContentPartPr>
            <p14:xfrm>
              <a:off x="2739240" y="3957120"/>
              <a:ext cx="4259160" cy="132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320FBD-EC9A-8C5B-3577-9C0D2513EC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9880" y="3947760"/>
                <a:ext cx="4277880" cy="134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855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Forward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2"/>
              <p:cNvSpPr txBox="1">
                <a:spLocks/>
              </p:cNvSpPr>
              <p:nvPr/>
            </p:nvSpPr>
            <p:spPr>
              <a:xfrm>
                <a:off x="152400" y="1455908"/>
                <a:ext cx="8839196" cy="37241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891" indent="-342891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32" indent="-28574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2971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160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349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537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IN" sz="20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Solution: 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(</a:t>
                </a:r>
                <a:r>
                  <a:rPr lang="en-IN" sz="2000" b="1" dirty="0">
                    <a:solidFill>
                      <a:srgbClr val="FFC000"/>
                    </a:solidFill>
                    <a:latin typeface="Symbol" panose="05050102010706020507" pitchFamily="18" charset="2"/>
                    <a:cs typeface="Helvetica" panose="020B0604020202020204" pitchFamily="34" charset="0"/>
                  </a:rPr>
                  <a:t>q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1)*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Transx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(L1)*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(90)* 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Rotx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(90) </a:t>
                </a:r>
                <a:r>
                  <a:rPr lang="en-IN" sz="2000" dirty="0">
                    <a:solidFill>
                      <a:srgbClr val="0070C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* </a:t>
                </a:r>
                <a:r>
                  <a:rPr lang="en-IN" sz="2000" b="1" dirty="0" err="1">
                    <a:solidFill>
                      <a:srgbClr val="0070C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Transz</a:t>
                </a:r>
                <a:r>
                  <a:rPr lang="en-IN" sz="2000" b="1" dirty="0">
                    <a:solidFill>
                      <a:srgbClr val="0070C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(d1)</a:t>
                </a:r>
                <a:r>
                  <a:rPr lang="en-IN" sz="20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I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* [0,0,0]’</a:t>
                </a:r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r>
                  <a:rPr lang="en-I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matrices for joint transformation are given as</a:t>
                </a:r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IN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                             </m:t>
                      </m:r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r>
                  <a:rPr lang="en-I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transformation matrix for the robot is given as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214313" indent="-214313" eaLnBrk="1" hangingPunct="1"/>
                <a:endParaRPr lang="en-US" sz="2000" dirty="0"/>
              </a:p>
            </p:txBody>
          </p:sp>
        </mc:Choice>
        <mc:Fallback xmlns="">
          <p:sp>
            <p:nvSpPr>
              <p:cNvPr id="10" name="Tex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455908"/>
                <a:ext cx="8839196" cy="3724136"/>
              </a:xfrm>
              <a:prstGeom prst="rect">
                <a:avLst/>
              </a:prstGeom>
              <a:blipFill rotWithShape="0">
                <a:blip r:embed="rId2"/>
                <a:stretch>
                  <a:fillRect l="-690" t="-982" b="-291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 rot="5400000">
            <a:off x="3818259" y="-313059"/>
            <a:ext cx="193034" cy="44767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5400000">
            <a:off x="6963942" y="1629485"/>
            <a:ext cx="143330" cy="6413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638550" y="1980421"/>
                <a:ext cx="503599" cy="3885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50" y="1980421"/>
                <a:ext cx="503599" cy="388504"/>
              </a:xfrm>
              <a:prstGeom prst="rect">
                <a:avLst/>
              </a:prstGeom>
              <a:blipFill rotWithShape="0">
                <a:blip r:embed="rId3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825311" y="1987369"/>
                <a:ext cx="503599" cy="3871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311" y="1987369"/>
                <a:ext cx="503599" cy="387157"/>
              </a:xfrm>
              <a:prstGeom prst="rect">
                <a:avLst/>
              </a:prstGeom>
              <a:blipFill rotWithShape="0"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0EE3B7-CD70-C76C-9727-E6B05CD9C235}"/>
                  </a:ext>
                </a:extLst>
              </p14:cNvPr>
              <p14:cNvContentPartPr/>
              <p14:nvPr/>
            </p14:nvContentPartPr>
            <p14:xfrm>
              <a:off x="6758280" y="5417640"/>
              <a:ext cx="504000" cy="34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0EE3B7-CD70-C76C-9727-E6B05CD9C2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48920" y="5408280"/>
                <a:ext cx="522720" cy="3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888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Forward Kinematics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The Last column of the theta-r manipulator matrix is 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235" t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5B42E90-F9B6-4201-B5A0-29708A1B9115}"/>
                  </a:ext>
                </a:extLst>
              </p14:cNvPr>
              <p14:cNvContentPartPr/>
              <p14:nvPr/>
            </p14:nvContentPartPr>
            <p14:xfrm>
              <a:off x="2918160" y="2009160"/>
              <a:ext cx="1058040" cy="1186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5B42E90-F9B6-4201-B5A0-29708A1B91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8800" y="1999800"/>
                <a:ext cx="1076760" cy="12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4397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 Link Coordinate Diagram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3" name="TextBox 2"/>
          <p:cNvSpPr txBox="1"/>
          <p:nvPr/>
        </p:nvSpPr>
        <p:spPr>
          <a:xfrm>
            <a:off x="742950" y="4357319"/>
            <a:ext cx="7488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Solution:</a:t>
            </a:r>
          </a:p>
          <a:p>
            <a:endParaRPr lang="en-IN" b="1" dirty="0"/>
          </a:p>
          <a:p>
            <a:r>
              <a:rPr lang="en-IN" dirty="0"/>
              <a:t>[</a:t>
            </a:r>
            <a:r>
              <a:rPr lang="en-IN" dirty="0" err="1"/>
              <a:t>x’,y’,z</a:t>
            </a:r>
            <a:r>
              <a:rPr lang="en-IN" dirty="0"/>
              <a:t>’] = </a:t>
            </a:r>
            <a:r>
              <a:rPr lang="en-IN" dirty="0" err="1"/>
              <a:t>Rotz</a:t>
            </a:r>
            <a:r>
              <a:rPr lang="en-IN" dirty="0"/>
              <a:t> (</a:t>
            </a:r>
            <a:r>
              <a:rPr lang="en-IN" b="1" dirty="0">
                <a:latin typeface="Symbol" panose="05050102010706020507" pitchFamily="18" charset="2"/>
              </a:rPr>
              <a:t>q</a:t>
            </a:r>
            <a:r>
              <a:rPr lang="en-IN" dirty="0"/>
              <a:t>1)*</a:t>
            </a:r>
            <a:r>
              <a:rPr lang="en-IN" dirty="0" err="1"/>
              <a:t>Transx</a:t>
            </a:r>
            <a:r>
              <a:rPr lang="en-IN" dirty="0"/>
              <a:t>(L1)*</a:t>
            </a:r>
            <a:r>
              <a:rPr lang="en-IN" dirty="0" err="1"/>
              <a:t>Rotz</a:t>
            </a:r>
            <a:r>
              <a:rPr lang="en-IN" dirty="0"/>
              <a:t>(90)* </a:t>
            </a:r>
            <a:r>
              <a:rPr lang="en-IN" dirty="0" err="1"/>
              <a:t>Rotx</a:t>
            </a:r>
            <a:r>
              <a:rPr lang="en-IN" dirty="0"/>
              <a:t>(90)* </a:t>
            </a:r>
            <a:r>
              <a:rPr lang="en-IN" dirty="0" err="1"/>
              <a:t>Transz</a:t>
            </a:r>
            <a:r>
              <a:rPr lang="en-IN" dirty="0"/>
              <a:t>(d2)* [0,0,0]’</a:t>
            </a:r>
            <a:endParaRPr lang="en-US" dirty="0"/>
          </a:p>
        </p:txBody>
      </p:sp>
      <p:pic>
        <p:nvPicPr>
          <p:cNvPr id="9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0150" y="2343151"/>
            <a:ext cx="6538813" cy="1779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3094920" y="3431520"/>
              <a:ext cx="11880" cy="39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2320" y="3418920"/>
                <a:ext cx="3276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6715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D-H Parameters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592785"/>
              </p:ext>
            </p:extLst>
          </p:nvPr>
        </p:nvGraphicFramePr>
        <p:xfrm>
          <a:off x="1097093" y="4203148"/>
          <a:ext cx="6096000" cy="845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Link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baseline="0" dirty="0" err="1"/>
                        <a:t>i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/>
                        <a:t>θ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ym typeface="Symbol" panose="05050102010706020507" pitchFamily="18" charset="2"/>
                        </a:rPr>
                        <a:t>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Θ</a:t>
                      </a:r>
                      <a:r>
                        <a:rPr lang="en-IN" sz="1400" dirty="0"/>
                        <a:t>1, 90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15" y="2171700"/>
            <a:ext cx="6198055" cy="1686762"/>
          </a:xfrm>
        </p:spPr>
      </p:pic>
    </p:spTree>
    <p:extLst>
      <p:ext uri="{BB962C8B-B14F-4D97-AF65-F5344CB8AC3E}">
        <p14:creationId xmlns:p14="http://schemas.microsoft.com/office/powerpoint/2010/main" val="3536189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Forward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2"/>
              <p:cNvSpPr txBox="1">
                <a:spLocks/>
              </p:cNvSpPr>
              <p:nvPr/>
            </p:nvSpPr>
            <p:spPr>
              <a:xfrm>
                <a:off x="152400" y="1455908"/>
                <a:ext cx="8839196" cy="37241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891" indent="-342891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32" indent="-28574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2971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160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349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537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IN" sz="20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Solution: 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(</a:t>
                </a:r>
                <a:r>
                  <a:rPr lang="en-IN" sz="2000" b="1" dirty="0">
                    <a:solidFill>
                      <a:srgbClr val="FFC000"/>
                    </a:solidFill>
                    <a:latin typeface="Symbol" panose="05050102010706020507" pitchFamily="18" charset="2"/>
                    <a:cs typeface="Helvetica" panose="020B0604020202020204" pitchFamily="34" charset="0"/>
                  </a:rPr>
                  <a:t>q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1)*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Transx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(L1)*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(90)* </a:t>
                </a:r>
                <a:r>
                  <a:rPr lang="en-IN" sz="2000" b="1" dirty="0" err="1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Rotx</a:t>
                </a:r>
                <a:r>
                  <a:rPr lang="en-IN" sz="2000" b="1" dirty="0">
                    <a:solidFill>
                      <a:srgbClr val="FFC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(90) </a:t>
                </a:r>
                <a:r>
                  <a:rPr lang="en-IN" sz="2000" dirty="0">
                    <a:solidFill>
                      <a:srgbClr val="0070C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* </a:t>
                </a:r>
                <a:r>
                  <a:rPr lang="en-IN" sz="2000" b="1" dirty="0" err="1">
                    <a:solidFill>
                      <a:srgbClr val="0070C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Transz</a:t>
                </a:r>
                <a:r>
                  <a:rPr lang="en-IN" sz="2000" b="1" dirty="0">
                    <a:solidFill>
                      <a:srgbClr val="0070C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(d1)</a:t>
                </a:r>
                <a:r>
                  <a:rPr lang="en-IN" sz="20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I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* [0,0,0]’</a:t>
                </a:r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r>
                  <a:rPr lang="en-I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matrices for joint transformation are given as</a:t>
                </a:r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IN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                             </m:t>
                      </m:r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 eaLnBrk="1" hangingPunct="1">
                  <a:buNone/>
                </a:pPr>
                <a:endParaRPr lang="en-IN" sz="2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r>
                  <a:rPr lang="en-IN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transformation matrix for the robot is given as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I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214313" indent="-214313" eaLnBrk="1" hangingPunct="1"/>
                <a:endParaRPr lang="en-US" sz="2000" dirty="0"/>
              </a:p>
            </p:txBody>
          </p:sp>
        </mc:Choice>
        <mc:Fallback xmlns="">
          <p:sp>
            <p:nvSpPr>
              <p:cNvPr id="10" name="Tex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455908"/>
                <a:ext cx="8839196" cy="3724136"/>
              </a:xfrm>
              <a:prstGeom prst="rect">
                <a:avLst/>
              </a:prstGeom>
              <a:blipFill rotWithShape="0">
                <a:blip r:embed="rId2"/>
                <a:stretch>
                  <a:fillRect l="-690" t="-982" b="-291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 rot="5400000">
            <a:off x="3818259" y="-313059"/>
            <a:ext cx="193034" cy="44767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5400000">
            <a:off x="6963942" y="1629485"/>
            <a:ext cx="143330" cy="6413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638550" y="1980421"/>
                <a:ext cx="503599" cy="3885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50" y="1980421"/>
                <a:ext cx="503599" cy="388504"/>
              </a:xfrm>
              <a:prstGeom prst="rect">
                <a:avLst/>
              </a:prstGeom>
              <a:blipFill rotWithShape="0">
                <a:blip r:embed="rId3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825311" y="1987369"/>
                <a:ext cx="503599" cy="3871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311" y="1987369"/>
                <a:ext cx="503599" cy="387157"/>
              </a:xfrm>
              <a:prstGeom prst="rect">
                <a:avLst/>
              </a:prstGeom>
              <a:blipFill rotWithShape="0"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553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manipulator – Forward Kinematics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The Last column of the theta-r manipulator matrix is 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235" t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954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Cylindrical arm – Forward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19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6" y="1600200"/>
            <a:ext cx="4932948" cy="3657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B27367-5CC4-1441-FD21-E465B5828C55}"/>
                  </a:ext>
                </a:extLst>
              </p14:cNvPr>
              <p14:cNvContentPartPr/>
              <p14:nvPr/>
            </p14:nvContentPartPr>
            <p14:xfrm>
              <a:off x="161640" y="149760"/>
              <a:ext cx="8964720" cy="626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B27367-5CC4-1441-FD21-E465B5828C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280" y="140400"/>
                <a:ext cx="8983440" cy="628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737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Cylindrical arm – Forward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20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6" y="1600200"/>
            <a:ext cx="4932948" cy="3657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4BB5A39-235D-2DAC-F9E4-948D2C38AE8B}"/>
                  </a:ext>
                </a:extLst>
              </p14:cNvPr>
              <p14:cNvContentPartPr/>
              <p14:nvPr/>
            </p14:nvContentPartPr>
            <p14:xfrm>
              <a:off x="5139360" y="2473920"/>
              <a:ext cx="3624840" cy="3223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4BB5A39-235D-2DAC-F9E4-948D2C38AE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0000" y="2464560"/>
                <a:ext cx="3643560" cy="324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92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5E12-1F37-12D6-4A04-2DE120A3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FD3D-1C20-0F61-939F-B1C7448D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Cylindrical arm – Forward Kinematics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4D0B1-584F-4F20-86F6-DC0B73EC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ED07E-28CF-9742-8C3D-5C9C945A0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21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93070-87F0-7266-F4EE-2E3E2B0C79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9A8E2B-446B-7481-AF2A-58841F210F6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6" y="1600200"/>
            <a:ext cx="4932948" cy="3657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B4C453-A9E8-A863-D598-360CEEFCEAE5}"/>
                  </a:ext>
                </a:extLst>
              </p14:cNvPr>
              <p14:cNvContentPartPr/>
              <p14:nvPr/>
            </p14:nvContentPartPr>
            <p14:xfrm>
              <a:off x="140040" y="231120"/>
              <a:ext cx="9030240" cy="618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B4C453-A9E8-A863-D598-360CEEFCEA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680" y="221760"/>
                <a:ext cx="9048960" cy="62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9132B5-EE46-69ED-3528-100AD2F90172}"/>
                  </a:ext>
                </a:extLst>
              </p14:cNvPr>
              <p14:cNvContentPartPr/>
              <p14:nvPr/>
            </p14:nvContentPartPr>
            <p14:xfrm>
              <a:off x="1146600" y="303120"/>
              <a:ext cx="6790680" cy="4769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9132B5-EE46-69ED-3528-100AD2F901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7240" y="293760"/>
                <a:ext cx="6809400" cy="47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7013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22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801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533400"/>
            <a:ext cx="8518523" cy="685171"/>
          </a:xfrm>
        </p:spPr>
        <p:txBody>
          <a:bodyPr/>
          <a:lstStyle/>
          <a:p>
            <a:r>
              <a:rPr lang="en-IN" dirty="0"/>
              <a:t>Link Coordinate Diagram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33" y="1968295"/>
            <a:ext cx="4634618" cy="41277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86050" y="4809688"/>
            <a:ext cx="674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512720" y="2479320"/>
              <a:ext cx="366120" cy="1050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7320" y="2473920"/>
                <a:ext cx="378360" cy="10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9DD397-B684-FC5B-8908-B67050FF89D4}"/>
                  </a:ext>
                </a:extLst>
              </p14:cNvPr>
              <p14:cNvContentPartPr/>
              <p14:nvPr/>
            </p14:nvContentPartPr>
            <p14:xfrm>
              <a:off x="1554480" y="4431240"/>
              <a:ext cx="2642400" cy="812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9DD397-B684-FC5B-8908-B67050FF89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45120" y="4421880"/>
                <a:ext cx="2661120" cy="8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73C8F52-91CA-94AD-EC26-0CC1E8D9E0A3}"/>
                  </a:ext>
                </a:extLst>
              </p14:cNvPr>
              <p14:cNvContentPartPr/>
              <p14:nvPr/>
            </p14:nvContentPartPr>
            <p14:xfrm>
              <a:off x="1562040" y="2458080"/>
              <a:ext cx="2291400" cy="2116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73C8F52-91CA-94AD-EC26-0CC1E8D9E0A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52680" y="2448720"/>
                <a:ext cx="2310120" cy="213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8018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D-H Parameters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381000" y="1380070"/>
            <a:ext cx="8016717" cy="516520"/>
          </a:xfrm>
          <a:prstGeom prst="rect">
            <a:avLst/>
          </a:prstGeom>
        </p:spPr>
        <p:txBody>
          <a:bodyPr/>
          <a:lstStyle>
            <a:lvl1pPr marL="342891" indent="-342891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32" indent="-28574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2971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160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349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IN" sz="2000" b="1" dirty="0"/>
              <a:t>Solution: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381000" y="1865038"/>
            <a:ext cx="876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[</a:t>
            </a:r>
            <a:r>
              <a:rPr lang="en-IN" dirty="0" err="1"/>
              <a:t>x’,y’,z</a:t>
            </a:r>
            <a:r>
              <a:rPr lang="en-IN" dirty="0"/>
              <a:t>’] = [</a:t>
            </a:r>
            <a:r>
              <a:rPr lang="en-IN" dirty="0" err="1"/>
              <a:t>Rotz</a:t>
            </a:r>
            <a:r>
              <a:rPr lang="en-IN" dirty="0"/>
              <a:t>(</a:t>
            </a:r>
            <a:r>
              <a:rPr lang="en-IN" dirty="0">
                <a:latin typeface="Symbol" panose="05050102010706020507" pitchFamily="18" charset="2"/>
              </a:rPr>
              <a:t>q</a:t>
            </a:r>
            <a:r>
              <a:rPr lang="en-IN" dirty="0"/>
              <a:t>1).</a:t>
            </a:r>
            <a:r>
              <a:rPr lang="en-IN" dirty="0" err="1"/>
              <a:t>Transz</a:t>
            </a:r>
            <a:r>
              <a:rPr lang="en-IN" dirty="0"/>
              <a:t>(L1)].[</a:t>
            </a:r>
            <a:r>
              <a:rPr lang="en-IN" dirty="0" err="1"/>
              <a:t>Transz</a:t>
            </a:r>
            <a:r>
              <a:rPr lang="en-IN" dirty="0"/>
              <a:t>(d2).</a:t>
            </a:r>
            <a:r>
              <a:rPr lang="en-IN" dirty="0" err="1"/>
              <a:t>Rotx</a:t>
            </a:r>
            <a:r>
              <a:rPr lang="en-IN" dirty="0"/>
              <a:t>(-90).</a:t>
            </a:r>
            <a:r>
              <a:rPr lang="en-IN" dirty="0" err="1"/>
              <a:t>transz</a:t>
            </a:r>
            <a:r>
              <a:rPr lang="en-IN" dirty="0"/>
              <a:t>(L2)].</a:t>
            </a:r>
            <a:r>
              <a:rPr lang="en-IN" dirty="0" err="1"/>
              <a:t>Transz</a:t>
            </a:r>
            <a:r>
              <a:rPr lang="en-IN" dirty="0"/>
              <a:t>(d3).[0,0,0]’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5515"/>
              </p:ext>
            </p:extLst>
          </p:nvPr>
        </p:nvGraphicFramePr>
        <p:xfrm>
          <a:off x="1524000" y="4717181"/>
          <a:ext cx="6096000" cy="124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Link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baseline="0" dirty="0" err="1"/>
                        <a:t>i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/>
                        <a:t>θ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ym typeface="Symbol" panose="05050102010706020507" pitchFamily="18" charset="2"/>
                        </a:rPr>
                        <a:t>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dirty="0"/>
                        <a:t>θ</a:t>
                      </a:r>
                      <a:r>
                        <a:rPr lang="en-IN" sz="1600" dirty="0"/>
                        <a:t>1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L1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d2, L2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-90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d3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191839" y="2781770"/>
                <a:ext cx="3081293" cy="374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Rotz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39" y="2781770"/>
                <a:ext cx="3081293" cy="374205"/>
              </a:xfrm>
              <a:prstGeom prst="rect">
                <a:avLst/>
              </a:prstGeom>
              <a:blipFill rotWithShape="0">
                <a:blip r:embed="rId2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191839" y="3216157"/>
                <a:ext cx="4437561" cy="3728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 [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2).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Rotx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(−90).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39" y="3216157"/>
                <a:ext cx="4437561" cy="372859"/>
              </a:xfrm>
              <a:prstGeom prst="rect">
                <a:avLst/>
              </a:prstGeom>
              <a:blipFill rotWithShape="0">
                <a:blip r:embed="rId3"/>
                <a:stretch>
                  <a:fillRect t="-122951" r="-9341" b="-19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207719" y="3685178"/>
                <a:ext cx="1971116" cy="37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719" y="3685178"/>
                <a:ext cx="1971116" cy="374461"/>
              </a:xfrm>
              <a:prstGeom prst="rect">
                <a:avLst/>
              </a:prstGeom>
              <a:blipFill rotWithShape="0">
                <a:blip r:embed="rId4"/>
                <a:stretch>
                  <a:fillRect t="-116393" r="-25309" b="-186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04804" y="4343400"/>
            <a:ext cx="2590800" cy="37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D-H Parameters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CC6ABBF-0968-FE6E-AC48-122978C7B197}"/>
                  </a:ext>
                </a:extLst>
              </p14:cNvPr>
              <p14:cNvContentPartPr/>
              <p14:nvPr/>
            </p14:nvContentPartPr>
            <p14:xfrm>
              <a:off x="1521000" y="1817280"/>
              <a:ext cx="6717240" cy="2896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CC6ABBF-0968-FE6E-AC48-122978C7B1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1640" y="1807920"/>
                <a:ext cx="6735960" cy="291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723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D-H Parameters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13447" y="1352491"/>
            <a:ext cx="8397717" cy="433207"/>
          </a:xfrm>
          <a:prstGeom prst="rect">
            <a:avLst/>
          </a:prstGeom>
        </p:spPr>
        <p:txBody>
          <a:bodyPr/>
          <a:lstStyle>
            <a:lvl1pPr marL="342891" indent="-342891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32" indent="-28574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2971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160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349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IN" sz="2400" dirty="0"/>
              <a:t>Solution: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815846" y="1845880"/>
            <a:ext cx="79471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Solution: [</a:t>
            </a:r>
            <a:r>
              <a:rPr lang="en-IN" dirty="0" err="1"/>
              <a:t>x’,y’,z</a:t>
            </a:r>
            <a:r>
              <a:rPr lang="en-IN" dirty="0"/>
              <a:t>’] = [</a:t>
            </a:r>
            <a:r>
              <a:rPr lang="en-IN" dirty="0" err="1"/>
              <a:t>Rotz</a:t>
            </a:r>
            <a:r>
              <a:rPr lang="en-IN" dirty="0"/>
              <a:t>(</a:t>
            </a:r>
            <a:r>
              <a:rPr lang="en-IN" dirty="0">
                <a:latin typeface="Symbol" panose="05050102010706020507" pitchFamily="18" charset="2"/>
              </a:rPr>
              <a:t>q</a:t>
            </a:r>
            <a:r>
              <a:rPr lang="en-IN" dirty="0"/>
              <a:t>1).</a:t>
            </a:r>
            <a:r>
              <a:rPr lang="en-IN" dirty="0" err="1"/>
              <a:t>Transz</a:t>
            </a:r>
            <a:r>
              <a:rPr lang="en-IN" dirty="0"/>
              <a:t>(L1)].[</a:t>
            </a:r>
            <a:r>
              <a:rPr lang="en-IN" dirty="0" err="1"/>
              <a:t>Transz</a:t>
            </a:r>
            <a:r>
              <a:rPr lang="en-IN" dirty="0"/>
              <a:t>(d2).</a:t>
            </a:r>
            <a:r>
              <a:rPr lang="en-IN" dirty="0" err="1"/>
              <a:t>Rotx</a:t>
            </a:r>
            <a:r>
              <a:rPr lang="en-IN" dirty="0"/>
              <a:t>(-90).</a:t>
            </a:r>
            <a:r>
              <a:rPr lang="en-IN" dirty="0" err="1"/>
              <a:t>transz</a:t>
            </a:r>
            <a:r>
              <a:rPr lang="en-IN" dirty="0"/>
              <a:t>(L2)].</a:t>
            </a:r>
          </a:p>
          <a:p>
            <a:r>
              <a:rPr lang="en-IN" dirty="0" err="1"/>
              <a:t>Transz</a:t>
            </a:r>
            <a:r>
              <a:rPr lang="en-IN" dirty="0"/>
              <a:t>(d3).[0,0,0]’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987711" y="5203440"/>
                <a:ext cx="3030638" cy="972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[</a:t>
                </a:r>
                <a:r>
                  <a:rPr lang="en-IN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x’,y’,z</a:t>
                </a:r>
                <a:r>
                  <a:rPr lang="en-IN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’]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711" y="5203440"/>
                <a:ext cx="3030638" cy="972702"/>
              </a:xfrm>
              <a:prstGeom prst="rect">
                <a:avLst/>
              </a:prstGeom>
              <a:blipFill rotWithShape="0">
                <a:blip r:embed="rId2"/>
                <a:stretch>
                  <a:fillRect l="-1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57200" y="2787140"/>
                <a:ext cx="3081293" cy="374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Rotz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87140"/>
                <a:ext cx="3081293" cy="374205"/>
              </a:xfrm>
              <a:prstGeom prst="rect">
                <a:avLst/>
              </a:prstGeom>
              <a:blipFill rotWithShape="0">
                <a:blip r:embed="rId3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41320" y="3272874"/>
                <a:ext cx="4437561" cy="3728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 [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2).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Rotx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(−90).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20" y="3272874"/>
                <a:ext cx="4437561" cy="372859"/>
              </a:xfrm>
              <a:prstGeom prst="rect">
                <a:avLst/>
              </a:prstGeom>
              <a:blipFill rotWithShape="0">
                <a:blip r:embed="rId4"/>
                <a:stretch>
                  <a:fillRect t="-122951" r="-9478" b="-19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57200" y="3742569"/>
                <a:ext cx="1971116" cy="37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Transz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42569"/>
                <a:ext cx="1971116" cy="374461"/>
              </a:xfrm>
              <a:prstGeom prst="rect">
                <a:avLst/>
              </a:prstGeom>
              <a:blipFill rotWithShape="0">
                <a:blip r:embed="rId5"/>
                <a:stretch>
                  <a:fillRect t="-116393" r="-25387" b="-186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58830" y="4462312"/>
                <a:ext cx="1767856" cy="3761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30" y="4462312"/>
                <a:ext cx="1767856" cy="376193"/>
              </a:xfrm>
              <a:prstGeom prst="rect">
                <a:avLst/>
              </a:prstGeom>
              <a:blipFill rotWithShape="0">
                <a:blip r:embed="rId6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025730" y="2346498"/>
                <a:ext cx="2723823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730" y="2346498"/>
                <a:ext cx="2723823" cy="111280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153970" y="3655306"/>
                <a:ext cx="2467342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970" y="3655306"/>
                <a:ext cx="2467342" cy="111280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240532" y="4968751"/>
                <a:ext cx="2294218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532" y="4968751"/>
                <a:ext cx="2294218" cy="111280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774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457200"/>
            <a:ext cx="8518523" cy="761371"/>
          </a:xfrm>
        </p:spPr>
        <p:txBody>
          <a:bodyPr/>
          <a:lstStyle/>
          <a:p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Articulated Robot – Forward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12" y="1524000"/>
            <a:ext cx="8412588" cy="44232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440DB4-7285-C38D-6EA7-3C7B9B250A0C}"/>
                  </a:ext>
                </a:extLst>
              </p14:cNvPr>
              <p14:cNvContentPartPr/>
              <p14:nvPr/>
            </p14:nvContentPartPr>
            <p14:xfrm>
              <a:off x="98640" y="731520"/>
              <a:ext cx="9061560" cy="5858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440DB4-7285-C38D-6EA7-3C7B9B250A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80" y="722160"/>
                <a:ext cx="9080280" cy="58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333E0E-918D-73D7-ACA3-54DFE3A745B7}"/>
                  </a:ext>
                </a:extLst>
              </p14:cNvPr>
              <p14:cNvContentPartPr/>
              <p14:nvPr/>
            </p14:nvContentPartPr>
            <p14:xfrm>
              <a:off x="7669080" y="4232520"/>
              <a:ext cx="703080" cy="662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333E0E-918D-73D7-ACA3-54DFE3A745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9720" y="4223160"/>
                <a:ext cx="72180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637E60E-902F-C630-EB87-B29CD5A1DE53}"/>
                  </a:ext>
                </a:extLst>
              </p14:cNvPr>
              <p14:cNvContentPartPr/>
              <p14:nvPr/>
            </p14:nvContentPartPr>
            <p14:xfrm>
              <a:off x="45000" y="1049760"/>
              <a:ext cx="8102160" cy="4772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637E60E-902F-C630-EB87-B29CD5A1DE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640" y="1040400"/>
                <a:ext cx="8120880" cy="479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955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09004-56F7-2049-FF8D-7806FA74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839A-0D5F-045B-21E2-DE3716AE1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4" y="457200"/>
            <a:ext cx="8518523" cy="761371"/>
          </a:xfrm>
        </p:spPr>
        <p:txBody>
          <a:bodyPr/>
          <a:lstStyle/>
          <a:p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Articulated Robot – Forward Kinematics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7E47F-6684-07D7-8EC1-68325962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3BDC9-70E8-5BD5-749B-13E619F035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27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B4507-E986-567C-6542-CD7E1790C6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E0920D1-90AA-2CA5-1252-99BD90891CD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12" y="1524000"/>
            <a:ext cx="8412588" cy="44232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052292-AEF7-0997-EA09-D4A80E051028}"/>
                  </a:ext>
                </a:extLst>
              </p14:cNvPr>
              <p14:cNvContentPartPr/>
              <p14:nvPr/>
            </p14:nvContentPartPr>
            <p14:xfrm>
              <a:off x="1689120" y="155880"/>
              <a:ext cx="2454840" cy="512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052292-AEF7-0997-EA09-D4A80E0510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9760" y="146520"/>
                <a:ext cx="2473560" cy="513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4883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2687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685800"/>
            <a:ext cx="8518523" cy="532771"/>
          </a:xfrm>
        </p:spPr>
        <p:txBody>
          <a:bodyPr/>
          <a:lstStyle/>
          <a:p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Articulated Robot – Link Coordinate Diagram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29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2297800"/>
            <a:ext cx="5960224" cy="303620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696D22-D5C3-A2F0-8B3D-58F947F83D5B}"/>
                  </a:ext>
                </a:extLst>
              </p14:cNvPr>
              <p14:cNvContentPartPr/>
              <p14:nvPr/>
            </p14:nvContentPartPr>
            <p14:xfrm>
              <a:off x="5746680" y="355284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696D22-D5C3-A2F0-8B3D-58F947F83D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7320" y="354348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799D007-D373-2C1D-7DED-972D47CC636A}"/>
                  </a:ext>
                </a:extLst>
              </p14:cNvPr>
              <p14:cNvContentPartPr/>
              <p14:nvPr/>
            </p14:nvContentPartPr>
            <p14:xfrm>
              <a:off x="4322520" y="4149360"/>
              <a:ext cx="740160" cy="425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799D007-D373-2C1D-7DED-972D47CC63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13160" y="4140000"/>
                <a:ext cx="75888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3990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609600"/>
            <a:ext cx="8518523" cy="608971"/>
          </a:xfrm>
        </p:spPr>
        <p:txBody>
          <a:bodyPr/>
          <a:lstStyle/>
          <a:p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Articulated Robot – Forward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30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2"/>
              <p:cNvSpPr txBox="1">
                <a:spLocks/>
              </p:cNvSpPr>
              <p:nvPr/>
            </p:nvSpPr>
            <p:spPr>
              <a:xfrm>
                <a:off x="376604" y="2278294"/>
                <a:ext cx="8386396" cy="166178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891" indent="-342891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32" indent="-28574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2971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160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349" indent="-228594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537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IN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Solution</a:t>
                </a:r>
              </a:p>
              <a:p>
                <a:pPr eaLnBrk="1" hangingPunct="1"/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 = </a:t>
                </a:r>
                <a:r>
                  <a:rPr lang="en-US" sz="135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[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IN" sz="1350" dirty="0">
                    <a:latin typeface="Symbol" panose="05050102010706020507" pitchFamily="18" charset="2"/>
                  </a:rPr>
                  <a:t>q</a:t>
                </a:r>
                <a:r>
                  <a:rPr lang="en-IN" sz="1350" dirty="0"/>
                  <a:t>1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transz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(L1)*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(90)</a:t>
                </a:r>
                <a:r>
                  <a:rPr lang="en-US" sz="135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]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*</a:t>
                </a:r>
                <a:r>
                  <a:rPr lang="en-US" sz="1350" dirty="0">
                    <a:solidFill>
                      <a:srgbClr val="FF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[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IN" sz="1350" dirty="0">
                    <a:latin typeface="Symbol" panose="05050102010706020507" pitchFamily="18" charset="2"/>
                  </a:rPr>
                  <a:t>q</a:t>
                </a:r>
                <a:r>
                  <a:rPr lang="en-IN" sz="1350" dirty="0"/>
                  <a:t>2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transx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(L2)</a:t>
                </a:r>
                <a:r>
                  <a:rPr lang="en-US" sz="1350" dirty="0">
                    <a:solidFill>
                      <a:srgbClr val="FF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]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*</a:t>
                </a:r>
                <a:r>
                  <a:rPr lang="en-US" sz="1350" dirty="0">
                    <a:solidFill>
                      <a:srgbClr val="7030A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[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IN" sz="1350" dirty="0">
                    <a:latin typeface="Symbol" panose="05050102010706020507" pitchFamily="18" charset="2"/>
                  </a:rPr>
                  <a:t>q</a:t>
                </a:r>
                <a:r>
                  <a:rPr lang="en-IN" sz="1350" dirty="0"/>
                  <a:t>3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transx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(L3)*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(90)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(90)</a:t>
                </a:r>
                <a:r>
                  <a:rPr lang="en-US" sz="1350" dirty="0">
                    <a:solidFill>
                      <a:srgbClr val="7030A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]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*origin</a:t>
                </a:r>
              </a:p>
              <a:p>
                <a:pPr eaLnBrk="1" hangingPunct="1"/>
                <a:endParaRPr lang="en-IN" sz="135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IN" sz="1350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 = 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[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IN" sz="1350" dirty="0">
                    <a:latin typeface="Symbol" panose="05050102010706020507" pitchFamily="18" charset="2"/>
                  </a:rPr>
                  <a:t>q</a:t>
                </a:r>
                <a:r>
                  <a:rPr lang="en-IN" sz="1350" dirty="0"/>
                  <a:t>1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transz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(L1)*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(90)]</a:t>
                </a:r>
              </a:p>
              <a:p>
                <a:pPr eaLnBrk="1" hangingPunct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IN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IN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IN" sz="1350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 = 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[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IN" sz="1350" dirty="0">
                    <a:latin typeface="Symbol" panose="05050102010706020507" pitchFamily="18" charset="2"/>
                  </a:rPr>
                  <a:t>q</a:t>
                </a:r>
                <a:r>
                  <a:rPr lang="en-IN" sz="1350" dirty="0"/>
                  <a:t>2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transx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(L2)]</a:t>
                </a:r>
              </a:p>
              <a:p>
                <a:pPr eaLnBrk="1" hangingPunct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IN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𝟐</m:t>
                        </m:r>
                      </m:sub>
                      <m:sup>
                        <m:r>
                          <a:rPr lang="en-IN" sz="135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𝟑</m:t>
                        </m:r>
                      </m:sup>
                    </m:sSubSup>
                  </m:oMath>
                </a14:m>
                <a:r>
                  <a:rPr lang="en-IN" sz="1350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 = 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[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IN" sz="1350" dirty="0">
                    <a:latin typeface="Symbol" panose="05050102010706020507" pitchFamily="18" charset="2"/>
                  </a:rPr>
                  <a:t>q</a:t>
                </a:r>
                <a:r>
                  <a:rPr lang="en-IN" sz="1350" dirty="0"/>
                  <a:t>3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transx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(L3)*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rotz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(90)</a:t>
                </a:r>
                <a:r>
                  <a:rPr lang="en-US" sz="135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rotx</a:t>
                </a:r>
                <a:r>
                  <a:rPr lang="en-US" sz="135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(90)]</a:t>
                </a:r>
              </a:p>
              <a:p>
                <a:pPr eaLnBrk="1" hangingPunct="1"/>
                <a:endParaRPr lang="en-US" sz="1350" dirty="0"/>
              </a:p>
            </p:txBody>
          </p:sp>
        </mc:Choice>
        <mc:Fallback xmlns="">
          <p:sp>
            <p:nvSpPr>
              <p:cNvPr id="9" name="Tex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04" y="2278294"/>
                <a:ext cx="8386396" cy="1661785"/>
              </a:xfrm>
              <a:prstGeom prst="rect">
                <a:avLst/>
              </a:prstGeom>
              <a:blipFill rotWithShape="0">
                <a:blip r:embed="rId2"/>
                <a:stretch>
                  <a:fillRect l="-218" t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3"/>
          <p:cNvSpPr txBox="1">
            <a:spLocks/>
          </p:cNvSpPr>
          <p:nvPr/>
        </p:nvSpPr>
        <p:spPr>
          <a:xfrm>
            <a:off x="282392" y="1600200"/>
            <a:ext cx="8397717" cy="296465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891" indent="-342891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32" indent="-28574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2971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160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349" indent="-228594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IN" sz="2400" dirty="0"/>
              <a:t>3 </a:t>
            </a:r>
            <a:r>
              <a:rPr lang="en-IN" sz="2400" dirty="0" err="1"/>
              <a:t>dof</a:t>
            </a:r>
            <a:r>
              <a:rPr lang="en-IN" sz="2400" dirty="0"/>
              <a:t> Articulated manipulator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46929"/>
              </p:ext>
            </p:extLst>
          </p:nvPr>
        </p:nvGraphicFramePr>
        <p:xfrm>
          <a:off x="1545247" y="4304304"/>
          <a:ext cx="6096000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Link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baseline="0" dirty="0" err="1"/>
                        <a:t>i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/>
                        <a:t>θ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ym typeface="Symbol" panose="05050102010706020507" pitchFamily="18" charset="2"/>
                        </a:rPr>
                        <a:t>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θ</a:t>
                      </a:r>
                      <a:r>
                        <a:rPr lang="en-IN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θ</a:t>
                      </a:r>
                      <a:r>
                        <a:rPr lang="en-IN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θ</a:t>
                      </a:r>
                      <a:r>
                        <a:rPr lang="en-IN" sz="1400" dirty="0"/>
                        <a:t>3, 90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L3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E6717B-F02D-CFCE-0464-1852D2998E80}"/>
                  </a:ext>
                </a:extLst>
              </p14:cNvPr>
              <p14:cNvContentPartPr/>
              <p14:nvPr/>
            </p14:nvContentPartPr>
            <p14:xfrm>
              <a:off x="1167480" y="2840400"/>
              <a:ext cx="6465240" cy="3252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E6717B-F02D-CFCE-0464-1852D2998E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8120" y="2831040"/>
                <a:ext cx="6483960" cy="327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5777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 </a:t>
            </a:r>
            <a:r>
              <a:rPr lang="en-IN" dirty="0" err="1"/>
              <a:t>dof</a:t>
            </a:r>
            <a:r>
              <a:rPr lang="en-IN" dirty="0"/>
              <a:t> Articulated Robot – Forward Kinematics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31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3D94821-59F4-A406-802B-8F4041BC3CA6}"/>
                  </a:ext>
                </a:extLst>
              </p14:cNvPr>
              <p14:cNvContentPartPr/>
              <p14:nvPr/>
            </p14:nvContentPartPr>
            <p14:xfrm>
              <a:off x="817920" y="1368000"/>
              <a:ext cx="6363000" cy="3451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3D94821-59F4-A406-802B-8F4041BC3C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560" y="1358640"/>
                <a:ext cx="6381720" cy="347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2382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32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7676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609600"/>
            <a:ext cx="8518523" cy="608971"/>
          </a:xfrm>
        </p:spPr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438775" y="1676400"/>
            <a:ext cx="3143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L1 = 200mm, L2 = 250mm, L3 = 300mm, L4 = 150mm,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3707"/>
            <a:ext cx="4518501" cy="35292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1837FA-BC04-CBCD-22C4-ADBF59C8BC94}"/>
                  </a:ext>
                </a:extLst>
              </p14:cNvPr>
              <p14:cNvContentPartPr/>
              <p14:nvPr/>
            </p14:nvContentPartPr>
            <p14:xfrm>
              <a:off x="141840" y="1100520"/>
              <a:ext cx="9039960" cy="5611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1837FA-BC04-CBCD-22C4-ADBF59C8BC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480" y="1091160"/>
                <a:ext cx="9058680" cy="56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7996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1CD9-66EF-7BE0-0401-B4455751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13BE-EA3F-A340-0A2E-2761BB7F41F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9D12-0B9F-DFCB-BD56-54C0DF64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54483-99FF-B041-04D8-76C50D07D3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34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5E8D0-ED15-D0F7-9FBF-CA59E6DEC0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B12B1-B0CA-E1D3-569E-239DD5A06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057400"/>
            <a:ext cx="5677054" cy="44342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84C6A8B-1BB4-A8F2-9493-21CB61285010}"/>
                  </a:ext>
                </a:extLst>
              </p14:cNvPr>
              <p14:cNvContentPartPr/>
              <p14:nvPr/>
            </p14:nvContentPartPr>
            <p14:xfrm>
              <a:off x="1948680" y="2830680"/>
              <a:ext cx="3843000" cy="2102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84C6A8B-1BB4-A8F2-9493-21CB612850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9320" y="2821320"/>
                <a:ext cx="3861720" cy="21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01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A0433-925A-EBC9-09B4-AEB32142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647A-EAE4-9BC7-C6B1-0606C6B89B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7A20C-DBEC-66D0-31EE-84F59696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071E3-8104-1058-5468-DBFA6C6CC9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35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F6C39-839E-B5B9-5E31-8AFC55D3AF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393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dirty="0"/>
              <a:t>Solution: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 = [</a:t>
            </a:r>
            <a:r>
              <a:rPr lang="en-US" sz="1800" dirty="0" err="1"/>
              <a:t>rotz</a:t>
            </a:r>
            <a:r>
              <a:rPr lang="en-US" sz="1800" dirty="0"/>
              <a:t>(theta1)*</a:t>
            </a:r>
            <a:r>
              <a:rPr lang="en-US" sz="1800" dirty="0" err="1"/>
              <a:t>transz</a:t>
            </a:r>
            <a:r>
              <a:rPr lang="en-US" sz="1800" dirty="0"/>
              <a:t>(L1)*</a:t>
            </a:r>
            <a:r>
              <a:rPr lang="en-US" sz="1800" dirty="0" err="1"/>
              <a:t>rotx</a:t>
            </a:r>
            <a:r>
              <a:rPr lang="en-US" sz="1800" dirty="0"/>
              <a:t>(90)]*[</a:t>
            </a:r>
            <a:r>
              <a:rPr lang="en-US" sz="1800" dirty="0" err="1"/>
              <a:t>rotz</a:t>
            </a:r>
            <a:r>
              <a:rPr lang="en-US" sz="1800" dirty="0"/>
              <a:t>(theta2)*</a:t>
            </a:r>
            <a:r>
              <a:rPr lang="en-US" sz="1800" dirty="0" err="1"/>
              <a:t>transx</a:t>
            </a:r>
            <a:r>
              <a:rPr lang="en-US" sz="1800" dirty="0"/>
              <a:t>(L2)]*[</a:t>
            </a:r>
            <a:r>
              <a:rPr lang="en-US" sz="1800" dirty="0" err="1"/>
              <a:t>rotz</a:t>
            </a:r>
            <a:r>
              <a:rPr lang="en-US" sz="1800" dirty="0"/>
              <a:t>(theta3)*</a:t>
            </a:r>
            <a:r>
              <a:rPr lang="en-US" sz="1800" dirty="0" err="1"/>
              <a:t>transx</a:t>
            </a:r>
            <a:r>
              <a:rPr lang="en-US" sz="1800" dirty="0"/>
              <a:t>(L3)]*[</a:t>
            </a:r>
            <a:r>
              <a:rPr lang="en-US" sz="1800" dirty="0" err="1"/>
              <a:t>rotz</a:t>
            </a:r>
            <a:r>
              <a:rPr lang="en-US" sz="1800" dirty="0"/>
              <a:t>(theta4)*</a:t>
            </a:r>
            <a:r>
              <a:rPr lang="en-US" sz="1800" dirty="0" err="1"/>
              <a:t>rotz</a:t>
            </a:r>
            <a:r>
              <a:rPr lang="en-US" sz="1800" dirty="0"/>
              <a:t>(90)*</a:t>
            </a:r>
            <a:r>
              <a:rPr lang="en-US" sz="1800" dirty="0" err="1"/>
              <a:t>rotx</a:t>
            </a:r>
            <a:r>
              <a:rPr lang="en-US" sz="1800" dirty="0"/>
              <a:t>(90)]*[</a:t>
            </a:r>
            <a:r>
              <a:rPr lang="en-US" sz="1800" dirty="0" err="1"/>
              <a:t>rotz</a:t>
            </a:r>
            <a:r>
              <a:rPr lang="en-US" sz="1800" dirty="0"/>
              <a:t>(theta5)*</a:t>
            </a:r>
            <a:r>
              <a:rPr lang="en-US" sz="1800" dirty="0" err="1"/>
              <a:t>transz</a:t>
            </a:r>
            <a:r>
              <a:rPr lang="en-US" sz="1800" dirty="0"/>
              <a:t>(L5)]*origin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88661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002170"/>
              </p:ext>
            </p:extLst>
          </p:nvPr>
        </p:nvGraphicFramePr>
        <p:xfrm>
          <a:off x="1600200" y="3276600"/>
          <a:ext cx="5429248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9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6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Axis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θ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α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θ1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θ2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θ3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>
                          <a:effectLst/>
                        </a:rPr>
                        <a:t>θ</a:t>
                      </a:r>
                      <a:r>
                        <a:rPr lang="en-US" sz="2400" dirty="0">
                          <a:effectLst/>
                        </a:rPr>
                        <a:t>4, 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7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θ5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81473" y="1595492"/>
            <a:ext cx="85418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 = [</a:t>
            </a:r>
            <a:r>
              <a:rPr lang="en-US" sz="2000" dirty="0" err="1"/>
              <a:t>rotz</a:t>
            </a:r>
            <a:r>
              <a:rPr lang="en-US" sz="2000" dirty="0"/>
              <a:t>(theta1)*</a:t>
            </a:r>
            <a:r>
              <a:rPr lang="en-US" sz="2000" dirty="0" err="1"/>
              <a:t>transz</a:t>
            </a:r>
            <a:r>
              <a:rPr lang="en-US" sz="2000" dirty="0"/>
              <a:t>(L1)*</a:t>
            </a:r>
            <a:r>
              <a:rPr lang="en-US" sz="2000" dirty="0" err="1"/>
              <a:t>rotx</a:t>
            </a:r>
            <a:r>
              <a:rPr lang="en-US" sz="2000" dirty="0"/>
              <a:t>(90)]*[</a:t>
            </a:r>
            <a:r>
              <a:rPr lang="en-US" sz="2000" dirty="0" err="1"/>
              <a:t>rotz</a:t>
            </a:r>
            <a:r>
              <a:rPr lang="en-US" sz="2000" dirty="0"/>
              <a:t>(theta2)*</a:t>
            </a:r>
            <a:r>
              <a:rPr lang="en-US" sz="2000" dirty="0" err="1"/>
              <a:t>transx</a:t>
            </a:r>
            <a:r>
              <a:rPr lang="en-US" sz="2000" dirty="0"/>
              <a:t>(L2)]*[</a:t>
            </a:r>
            <a:r>
              <a:rPr lang="en-US" sz="2000" dirty="0" err="1"/>
              <a:t>rotz</a:t>
            </a:r>
            <a:r>
              <a:rPr lang="en-US" sz="2000" dirty="0"/>
              <a:t>(theta3)*</a:t>
            </a:r>
            <a:r>
              <a:rPr lang="en-US" sz="2000" dirty="0" err="1"/>
              <a:t>transx</a:t>
            </a:r>
            <a:r>
              <a:rPr lang="en-US" sz="2000" dirty="0"/>
              <a:t>(L3)]*[</a:t>
            </a:r>
            <a:r>
              <a:rPr lang="en-US" sz="2000" dirty="0" err="1"/>
              <a:t>rotz</a:t>
            </a:r>
            <a:r>
              <a:rPr lang="en-US" sz="2000" dirty="0"/>
              <a:t>(theta4)*</a:t>
            </a:r>
            <a:r>
              <a:rPr lang="en-US" sz="2000" dirty="0" err="1"/>
              <a:t>rotz</a:t>
            </a:r>
            <a:r>
              <a:rPr lang="en-US" sz="2000" dirty="0"/>
              <a:t>(90)*</a:t>
            </a:r>
            <a:r>
              <a:rPr lang="en-US" sz="2000" dirty="0" err="1"/>
              <a:t>rotx</a:t>
            </a:r>
            <a:r>
              <a:rPr lang="en-US" sz="2000" dirty="0"/>
              <a:t>(90)]*[</a:t>
            </a:r>
            <a:r>
              <a:rPr lang="en-US" sz="2000" dirty="0" err="1"/>
              <a:t>rotz</a:t>
            </a:r>
            <a:r>
              <a:rPr lang="en-US" sz="2000" dirty="0"/>
              <a:t>(theta5)*</a:t>
            </a:r>
            <a:r>
              <a:rPr lang="en-US" sz="2000" dirty="0" err="1"/>
              <a:t>transz</a:t>
            </a:r>
            <a:r>
              <a:rPr lang="en-US" sz="2000" dirty="0"/>
              <a:t>(L5)]*origin</a:t>
            </a:r>
          </a:p>
        </p:txBody>
      </p:sp>
    </p:spTree>
    <p:extLst>
      <p:ext uri="{BB962C8B-B14F-4D97-AF65-F5344CB8AC3E}">
        <p14:creationId xmlns:p14="http://schemas.microsoft.com/office/powerpoint/2010/main" val="1302000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" y="1828800"/>
            <a:ext cx="9026969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02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P = </a:t>
            </a:r>
          </a:p>
          <a:p>
            <a:pPr marL="0" indent="0">
              <a:buNone/>
            </a:pPr>
            <a:r>
              <a:rPr lang="en-US" sz="2000" dirty="0"/>
              <a:t>[</a:t>
            </a:r>
            <a:r>
              <a:rPr lang="en-US" sz="2000" dirty="0" err="1"/>
              <a:t>rotz</a:t>
            </a:r>
            <a:r>
              <a:rPr lang="en-US" sz="2000" dirty="0"/>
              <a:t>(theta1)*</a:t>
            </a:r>
            <a:r>
              <a:rPr lang="en-US" sz="2000" dirty="0" err="1"/>
              <a:t>transz</a:t>
            </a:r>
            <a:r>
              <a:rPr lang="en-US" sz="2000" dirty="0"/>
              <a:t>(L1)*</a:t>
            </a:r>
            <a:r>
              <a:rPr lang="en-US" sz="2000" dirty="0" err="1"/>
              <a:t>rotx</a:t>
            </a:r>
            <a:r>
              <a:rPr lang="en-US" sz="2000" dirty="0"/>
              <a:t>(90)]*</a:t>
            </a:r>
          </a:p>
          <a:p>
            <a:pPr marL="0" indent="0">
              <a:buNone/>
            </a:pPr>
            <a:r>
              <a:rPr lang="en-US" sz="2000" dirty="0"/>
              <a:t>[</a:t>
            </a:r>
            <a:r>
              <a:rPr lang="en-US" sz="2000" dirty="0" err="1"/>
              <a:t>rotz</a:t>
            </a:r>
            <a:r>
              <a:rPr lang="en-US" sz="2000" dirty="0"/>
              <a:t>(theta2)*</a:t>
            </a:r>
            <a:r>
              <a:rPr lang="en-US" sz="2000" dirty="0" err="1"/>
              <a:t>transx</a:t>
            </a:r>
            <a:r>
              <a:rPr lang="en-US" sz="2000" dirty="0"/>
              <a:t>(L2)]*</a:t>
            </a:r>
          </a:p>
          <a:p>
            <a:pPr marL="0" indent="0">
              <a:buNone/>
            </a:pPr>
            <a:r>
              <a:rPr lang="en-US" sz="2000" dirty="0"/>
              <a:t>[</a:t>
            </a:r>
            <a:r>
              <a:rPr lang="en-US" sz="2000" dirty="0" err="1"/>
              <a:t>rotz</a:t>
            </a:r>
            <a:r>
              <a:rPr lang="en-US" sz="2000" dirty="0"/>
              <a:t>(theta3)*</a:t>
            </a:r>
            <a:r>
              <a:rPr lang="en-US" sz="2000" dirty="0" err="1"/>
              <a:t>transx</a:t>
            </a:r>
            <a:r>
              <a:rPr lang="en-US" sz="2000" dirty="0"/>
              <a:t>(L3)]*</a:t>
            </a:r>
          </a:p>
          <a:p>
            <a:pPr marL="0" indent="0">
              <a:buNone/>
            </a:pPr>
            <a:r>
              <a:rPr lang="en-US" sz="2000" dirty="0"/>
              <a:t>[</a:t>
            </a:r>
            <a:r>
              <a:rPr lang="en-US" sz="2000" dirty="0" err="1"/>
              <a:t>rotz</a:t>
            </a:r>
            <a:r>
              <a:rPr lang="en-US" sz="2000" dirty="0"/>
              <a:t>(theta4)*</a:t>
            </a:r>
            <a:r>
              <a:rPr lang="en-US" sz="2000" dirty="0" err="1"/>
              <a:t>rotz</a:t>
            </a:r>
            <a:r>
              <a:rPr lang="en-US" sz="2000" dirty="0"/>
              <a:t>(90)*</a:t>
            </a:r>
            <a:r>
              <a:rPr lang="en-US" sz="2000" dirty="0" err="1"/>
              <a:t>rotx</a:t>
            </a:r>
            <a:r>
              <a:rPr lang="en-US" sz="2000" dirty="0"/>
              <a:t>(90)]*</a:t>
            </a:r>
          </a:p>
          <a:p>
            <a:pPr marL="0" indent="0">
              <a:buNone/>
            </a:pPr>
            <a:r>
              <a:rPr lang="en-US" sz="2000" dirty="0"/>
              <a:t>[</a:t>
            </a:r>
            <a:r>
              <a:rPr lang="en-US" sz="2000" dirty="0" err="1"/>
              <a:t>rotz</a:t>
            </a:r>
            <a:r>
              <a:rPr lang="en-US" sz="2000" dirty="0"/>
              <a:t>(theta5)*</a:t>
            </a:r>
            <a:r>
              <a:rPr lang="en-US" sz="2000" dirty="0" err="1"/>
              <a:t>transz</a:t>
            </a:r>
            <a:r>
              <a:rPr lang="en-US" sz="2000" dirty="0"/>
              <a:t>(L5)]*origin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39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5477" y="152400"/>
            <a:ext cx="8518523" cy="943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700" b="1" kern="1200" spc="-113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42892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685783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028675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371566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003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23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40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71550" y="2400300"/>
                <a:ext cx="6408677" cy="1318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IN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IN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begChr m:val="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sz="2400" b="0" i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endChr m:val="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400300"/>
                <a:ext cx="6408677" cy="1318438"/>
              </a:xfrm>
              <a:prstGeom prst="rect">
                <a:avLst/>
              </a:prstGeom>
              <a:blipFill rotWithShape="0">
                <a:blip r:embed="rId2"/>
                <a:stretch>
                  <a:fillRect l="-14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4" y="274644"/>
            <a:ext cx="8518523" cy="943927"/>
          </a:xfrm>
        </p:spPr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E6604C-1A41-FCAE-A7BA-C3F3B5FBAC19}"/>
                  </a:ext>
                </a:extLst>
              </p:cNvPr>
              <p:cNvSpPr txBox="1"/>
              <p:nvPr/>
            </p:nvSpPr>
            <p:spPr>
              <a:xfrm>
                <a:off x="971550" y="4299214"/>
                <a:ext cx="6000750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E6604C-1A41-FCAE-A7BA-C3F3B5FB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4299214"/>
                <a:ext cx="6000750" cy="1266180"/>
              </a:xfrm>
              <a:prstGeom prst="rect">
                <a:avLst/>
              </a:prstGeom>
              <a:blipFill>
                <a:blip r:embed="rId3"/>
                <a:stretch>
                  <a:fillRect l="-15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9A31FD-969D-9139-95BB-8C1FA920883C}"/>
                  </a:ext>
                </a:extLst>
              </p14:cNvPr>
              <p14:cNvContentPartPr/>
              <p14:nvPr/>
            </p14:nvContentPartPr>
            <p14:xfrm>
              <a:off x="4968360" y="4079880"/>
              <a:ext cx="2294640" cy="1490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9A31FD-969D-9139-95BB-8C1FA92088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9000" y="4070520"/>
                <a:ext cx="2313360" cy="150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9485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529828" y="381000"/>
            <a:ext cx="3512344" cy="68222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CA" altLang="en-US" dirty="0"/>
              <a:t>THANK YOU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276600" y="6572250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54276" name="Slide Number Placeholder 6"/>
          <p:cNvSpPr>
            <a:spLocks noGrp="1"/>
          </p:cNvSpPr>
          <p:nvPr>
            <p:ph type="sldNum" sz="quarter" idx="11"/>
          </p:nvPr>
        </p:nvSpPr>
        <p:spPr bwMode="auto">
          <a:xfrm>
            <a:off x="8229600" y="6585697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99" indent="-214308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28" indent="-171446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20" indent="-171446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12" indent="-171446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03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795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686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577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4EDCAC-E343-4FE9-BF44-C33D11AF0ACC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CA" altLang="en-US" sz="9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228600" y="6495069"/>
            <a:ext cx="1600200" cy="273844"/>
          </a:xfrm>
        </p:spPr>
        <p:txBody>
          <a:bodyPr/>
          <a:lstStyle/>
          <a:p>
            <a:pPr>
              <a:defRPr/>
            </a:pPr>
            <a:fld id="{40EA5804-23DC-4D99-893D-09E85DF15296}" type="datetime3">
              <a:rPr lang="en-CA" smtClean="0"/>
              <a:pPr>
                <a:defRPr/>
              </a:pPr>
              <a:t>23 August 2025</a:t>
            </a:fld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552240" y="1676400"/>
            <a:ext cx="83631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/>
              <a:t>References: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i="1" dirty="0"/>
              <a:t>Industrial Robotics Computer Interfacing and Control – Wesley E. Snyder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i="1" dirty="0"/>
              <a:t>Fundamentals of Robotics – Robert Schilling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defRPr/>
            </a:pPr>
            <a:endParaRPr lang="en-US" i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28" ma:contentTypeDescription="Create a new document." ma:contentTypeScope="" ma:versionID="78b03f7245bfd8d6632afa56fbe3838c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38b3980a6fa73308d099b3750ca5acec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_Collaboration_Space_Locked xmlns="62c752f1-bd77-4b32-bcd5-44afe1204fc4" xsi:nil="true"/>
    <Has_Teacher_Only_SectionGroup xmlns="62c752f1-bd77-4b32-bcd5-44afe1204fc4" xsi:nil="true"/>
    <Owner xmlns="62c752f1-bd77-4b32-bcd5-44afe1204fc4">
      <UserInfo>
        <DisplayName/>
        <AccountId xsi:nil="true"/>
        <AccountType/>
      </UserInfo>
    </Owner>
    <Students xmlns="62c752f1-bd77-4b32-bcd5-44afe1204fc4">
      <UserInfo>
        <DisplayName/>
        <AccountId xsi:nil="true"/>
        <AccountType/>
      </UserInfo>
    </Students>
    <Invited_Teachers xmlns="62c752f1-bd77-4b32-bcd5-44afe1204fc4" xsi:nil="true"/>
    <Invited_Students xmlns="62c752f1-bd77-4b32-bcd5-44afe1204fc4" xsi:nil="true"/>
    <CultureName xmlns="62c752f1-bd77-4b32-bcd5-44afe1204fc4" xsi:nil="true"/>
    <Distribution_Groups xmlns="62c752f1-bd77-4b32-bcd5-44afe1204fc4" xsi:nil="true"/>
    <TeamsChannelId xmlns="62c752f1-bd77-4b32-bcd5-44afe1204fc4" xsi:nil="true"/>
    <Math_Settings xmlns="62c752f1-bd77-4b32-bcd5-44afe1204fc4" xsi:nil="true"/>
    <Teachers xmlns="62c752f1-bd77-4b32-bcd5-44afe1204fc4">
      <UserInfo>
        <DisplayName/>
        <AccountId xsi:nil="true"/>
        <AccountType/>
      </UserInfo>
    </Teachers>
    <AppVersion xmlns="62c752f1-bd77-4b32-bcd5-44afe1204fc4" xsi:nil="true"/>
    <LMS_Mappings xmlns="62c752f1-bd77-4b32-bcd5-44afe1204fc4" xsi:nil="true"/>
    <Self_Registration_Enabled xmlns="62c752f1-bd77-4b32-bcd5-44afe1204fc4" xsi:nil="true"/>
    <FolderType xmlns="62c752f1-bd77-4b32-bcd5-44afe1204fc4" xsi:nil="true"/>
    <IsNotebookLocked xmlns="62c752f1-bd77-4b32-bcd5-44afe1204fc4" xsi:nil="true"/>
    <DefaultSectionNames xmlns="62c752f1-bd77-4b32-bcd5-44afe1204fc4" xsi:nil="true"/>
    <Teams_Channel_Section_Location xmlns="62c752f1-bd77-4b32-bcd5-44afe1204fc4" xsi:nil="true"/>
    <Templates xmlns="62c752f1-bd77-4b32-bcd5-44afe1204fc4" xsi:nil="true"/>
    <NotebookType xmlns="62c752f1-bd77-4b32-bcd5-44afe1204fc4" xsi:nil="true"/>
    <Student_Groups xmlns="62c752f1-bd77-4b32-bcd5-44afe1204fc4">
      <UserInfo>
        <DisplayName/>
        <AccountId xsi:nil="true"/>
        <AccountType/>
      </UserInfo>
    </Student_Groups>
  </documentManagement>
</p:properties>
</file>

<file path=customXml/itemProps1.xml><?xml version="1.0" encoding="utf-8"?>
<ds:datastoreItem xmlns:ds="http://schemas.openxmlformats.org/officeDocument/2006/customXml" ds:itemID="{03F62A79-881D-4ED1-A15B-C0AD1517F570}"/>
</file>

<file path=customXml/itemProps2.xml><?xml version="1.0" encoding="utf-8"?>
<ds:datastoreItem xmlns:ds="http://schemas.openxmlformats.org/officeDocument/2006/customXml" ds:itemID="{7B5B61D7-0A7F-4E21-BCE9-2BBB28ECB5EE}"/>
</file>

<file path=customXml/itemProps3.xml><?xml version="1.0" encoding="utf-8"?>
<ds:datastoreItem xmlns:ds="http://schemas.openxmlformats.org/officeDocument/2006/customXml" ds:itemID="{C4FF5C58-5D3B-4829-BFEF-BF759353B401}"/>
</file>

<file path=docProps/app.xml><?xml version="1.0" encoding="utf-8"?>
<Properties xmlns="http://schemas.openxmlformats.org/officeDocument/2006/extended-properties" xmlns:vt="http://schemas.openxmlformats.org/officeDocument/2006/docPropsVTypes">
  <TotalTime>8428</TotalTime>
  <Words>1285</Words>
  <Application>Microsoft Office PowerPoint</Application>
  <PresentationFormat>On-screen Show (4:3)</PresentationFormat>
  <Paragraphs>326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Cambria Math</vt:lpstr>
      <vt:lpstr>Helvetica</vt:lpstr>
      <vt:lpstr>Symbol</vt:lpstr>
      <vt:lpstr>Times New Roman</vt:lpstr>
      <vt:lpstr>Wingdings</vt:lpstr>
      <vt:lpstr>1_Office Theme</vt:lpstr>
      <vt:lpstr>Mechanisms and Robotics    DE / ES  ZG561</vt:lpstr>
      <vt:lpstr>Forward kinematics</vt:lpstr>
      <vt:lpstr>Coordinate Systems</vt:lpstr>
      <vt:lpstr>Coordinate Systems</vt:lpstr>
      <vt:lpstr>PowerPoint Presentation</vt:lpstr>
      <vt:lpstr>PowerPoint Presentation</vt:lpstr>
      <vt:lpstr>2 dof manipulator – Forward Kinematics</vt:lpstr>
      <vt:lpstr>2 dof manipulator – Forward Kinematics</vt:lpstr>
      <vt:lpstr>PowerPoint Presentation</vt:lpstr>
      <vt:lpstr>PowerPoint Presentation</vt:lpstr>
      <vt:lpstr>2 dof manipulator –  Link Coordinate Diagram</vt:lpstr>
      <vt:lpstr>2 dof manipulator – D-H Parameters</vt:lpstr>
      <vt:lpstr>2 dof manipulator – Forward Kinematics</vt:lpstr>
      <vt:lpstr>2 dof manipulator – Forward Kinematics</vt:lpstr>
      <vt:lpstr>2 dof manipulator –  Link Coordinate Diagram</vt:lpstr>
      <vt:lpstr>2 dof manipulator – D-H Parameters</vt:lpstr>
      <vt:lpstr>2 dof manipulator – Forward Kinematics</vt:lpstr>
      <vt:lpstr>2 dof manipulator – Forward Kinematics</vt:lpstr>
      <vt:lpstr>Cylindrical arm – Forward Kinematics</vt:lpstr>
      <vt:lpstr>Cylindrical arm – Forward Kinematics</vt:lpstr>
      <vt:lpstr>Cylindrical arm – Forward Kinematics</vt:lpstr>
      <vt:lpstr>PowerPoint Presentation</vt:lpstr>
      <vt:lpstr>Link Coordinate Diagram</vt:lpstr>
      <vt:lpstr>D-H Parameters</vt:lpstr>
      <vt:lpstr>D-H Parameters</vt:lpstr>
      <vt:lpstr>3 dof Articulated Robot – Forward Kinematics</vt:lpstr>
      <vt:lpstr>3 dof Articulated Robot – Forward Kinematics</vt:lpstr>
      <vt:lpstr>PowerPoint Presentation</vt:lpstr>
      <vt:lpstr>3 dof Articulated Robot – Link Coordinate Diagram</vt:lpstr>
      <vt:lpstr>3 dof Articulated Robot – Forward Kinematics</vt:lpstr>
      <vt:lpstr>3 dof Articulated Robot – Forward Kinematics</vt:lpstr>
      <vt:lpstr>PowerPoint Presentation</vt:lpstr>
      <vt:lpstr>5 dof manipulator</vt:lpstr>
      <vt:lpstr>PowerPoint Presentation</vt:lpstr>
      <vt:lpstr>PowerPoint Presentation</vt:lpstr>
      <vt:lpstr>5 dof manipulator</vt:lpstr>
      <vt:lpstr>5 dof manipulator</vt:lpstr>
      <vt:lpstr>5 dof manipulator</vt:lpstr>
      <vt:lpstr>PowerPoint Presentation</vt:lpstr>
      <vt:lpstr>5 dof manipulator</vt:lpstr>
      <vt:lpstr>THANK YOU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Mukund</dc:creator>
  <cp:lastModifiedBy>GLYNN JOHN .</cp:lastModifiedBy>
  <cp:revision>901</cp:revision>
  <dcterms:created xsi:type="dcterms:W3CDTF">2015-02-01T05:43:25Z</dcterms:created>
  <dcterms:modified xsi:type="dcterms:W3CDTF">2025-08-23T14:38:55Z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