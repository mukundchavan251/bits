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35.xml" ContentType="application/inkml+xml"/>
  <Override PartName="/ppt/theme/themeOverride2.xml" ContentType="application/vnd.openxmlformats-officedocument.themeOverr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2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ink/ink3.xml" ContentType="application/inkml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1"/>
  </p:notesMasterIdLst>
  <p:sldIdLst>
    <p:sldId id="344" r:id="rId2"/>
    <p:sldId id="257" r:id="rId3"/>
    <p:sldId id="417" r:id="rId4"/>
    <p:sldId id="393" r:id="rId5"/>
    <p:sldId id="390" r:id="rId6"/>
    <p:sldId id="392" r:id="rId7"/>
    <p:sldId id="418" r:id="rId8"/>
    <p:sldId id="424" r:id="rId9"/>
    <p:sldId id="425" r:id="rId10"/>
    <p:sldId id="394" r:id="rId11"/>
    <p:sldId id="395" r:id="rId12"/>
    <p:sldId id="396" r:id="rId13"/>
    <p:sldId id="397" r:id="rId14"/>
    <p:sldId id="398" r:id="rId15"/>
    <p:sldId id="399" r:id="rId16"/>
    <p:sldId id="422" r:id="rId17"/>
    <p:sldId id="400" r:id="rId18"/>
    <p:sldId id="401" r:id="rId19"/>
    <p:sldId id="402" r:id="rId20"/>
    <p:sldId id="403" r:id="rId21"/>
    <p:sldId id="404" r:id="rId22"/>
    <p:sldId id="423" r:id="rId23"/>
    <p:sldId id="405" r:id="rId24"/>
    <p:sldId id="406" r:id="rId25"/>
    <p:sldId id="407" r:id="rId26"/>
    <p:sldId id="408" r:id="rId27"/>
    <p:sldId id="421" r:id="rId28"/>
    <p:sldId id="416" r:id="rId29"/>
    <p:sldId id="283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0078CDF-2FEA-4058-856D-6598BF1CC413}">
          <p14:sldIdLst>
            <p14:sldId id="344"/>
            <p14:sldId id="257"/>
            <p14:sldId id="417"/>
            <p14:sldId id="393"/>
            <p14:sldId id="390"/>
            <p14:sldId id="392"/>
            <p14:sldId id="418"/>
            <p14:sldId id="424"/>
            <p14:sldId id="425"/>
            <p14:sldId id="394"/>
            <p14:sldId id="395"/>
            <p14:sldId id="396"/>
            <p14:sldId id="397"/>
            <p14:sldId id="398"/>
            <p14:sldId id="399"/>
            <p14:sldId id="422"/>
            <p14:sldId id="400"/>
            <p14:sldId id="401"/>
            <p14:sldId id="402"/>
            <p14:sldId id="403"/>
            <p14:sldId id="404"/>
            <p14:sldId id="423"/>
            <p14:sldId id="405"/>
            <p14:sldId id="406"/>
            <p14:sldId id="407"/>
            <p14:sldId id="408"/>
            <p14:sldId id="421"/>
            <p14:sldId id="416"/>
          </p14:sldIdLst>
        </p14:section>
        <p14:section name="Untitled Section" id="{F54E667D-FD10-44B9-94B5-B76204E64461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06" autoAdjust="0"/>
    <p:restoredTop sz="94660"/>
  </p:normalViewPr>
  <p:slideViewPr>
    <p:cSldViewPr>
      <p:cViewPr varScale="1">
        <p:scale>
          <a:sx n="82" d="100"/>
          <a:sy n="82" d="100"/>
        </p:scale>
        <p:origin x="14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2:26:19.6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10005 5967 148 0,'0'0'6'16,"0"0"3"-16,-5-10 2 15,5 10 3-15,0 0-1 0,0 0-2 16,-11-12-1-16,11 12 1 16,0 0-6-16,0 0-5 15,0 0-3-15,0 0 0 0,0 0 1 16,0 0 1-16,0 0 1 16,11 5 0-16,-11-5 2 15,12 7 0-15,-12-7 0 16,15 6 2-16,-5-4-1 0,-1 3 0 15,5-3-1-15,0 1 1 16,6 0 0-16,0-1-1 16,4 3 0-16,-1-4-1 15,5 3-1-15,-3-2 1 16,9 3 0-16,-9 1-1 0,5 1 0 16,-6-3 2-16,9 6-2 15,0-5 0-15,-1 0 1 16,5 0-2-16,-2 0 2 0,2-2 0 15,-3-1-1-15,9 1 0 16,-2-1 0-16,4-2 1 16,1 3-1-16,-2-3 1 15,6 2-1-15,-6 0 0 0,9-2 1 16,-6 3 0-16,0-3 0 16,3 0 0-16,-1 0-1 15,1 0 1-15,0 0 0 0,2 0 0 16,3 0 0-16,0-3 0 15,4 1-1-15,-4 0 2 16,5-1-1-16,-4-4 0 16,4-1-1-16,1 3 1 15,-7-5 1-15,8 8-1 0,0-9 0 16,0 10 1-16,2-6-1 16,-4 4-1-16,5 0 2 15,-6 1-2-15,6-1 1 16,-7 1-1-16,1-2 0 15,3 3 0-15,-2-2 0 0,2-1 0 16,0 1 0-16,-3 0 0 16,1-2 0-16,-3 5-1 0,3-2 2 15,-5 2-1-15,-6 0 0 16,4 0 0-16,-4 0 0 16,-2 0 0-16,8-2 0 15,-6 2 0-15,4 0 0 16,-6 0 0-16,5 0 0 0,-4 0 0 15,-2 0 0-15,0 0 0 16,-7 0-1-16,6 0 1 16,-8 0 0-16,5 0 0 15,-5 0 0-15,6 0 0 0,4 2 1 16,-4-2-1-16,1 0 0 16,0 2 0-16,6-2 2 15,-8 0-2-15,8 3 0 16,-4-1 0-16,-5 1 0 0,6 0 0 15,-6-3 0-15,5 2 0 16,-5-2 0-16,3 0 0 16,4 0 1-16,-4 0-2 15,4 0 1-15,-4-2 0 16,6-1 1-16,-3 3-1 0,0-3 0 16,-2-2 0-16,-4 5 0 15,5-2 2-15,-4 0-2 0,3-4 0 16,-3 4 0-16,8 0 0 15,-4-1 0-15,2 0 1 16,1-2-1-16,-3 1 0 16,4 0 0-16,-6-2 0 15,-2 1 0-15,-2-1 0 0,-5 2 1 16,0-3-1-16,-3-1 1 16,0-2 0-16,-5 3 1 15,6-6 0-15,-8 6-1 0,2-3 1 16,-3-2 1-16,1-1 0 15,3 1 1-15,-8 0 4 16,5-1 0-16,-8-2 0 16,3 2 4-16,-6-3 1 15,2 0-1-15,-6-2 1 0,-3 2-3 16,1-4-2-16,-3 0-1 16,0 0-2-16,2-2-2 15,-2 2-2-15,-1 0 0 0,0-2 1 16,1 2-1-16,-3-2 0 15,-2-1 1-15,0 1 0 16,0-2-2-16,0 1 0 16,-2-2 0-16,-7 0-1 0,2 4 1 15,-2-4-1-15,-1-3 0 16,-3 7 0-16,-1-4 1 16,-4 0 0-16,-7-2 0 15,3 2-1-15,-6-5 1 0,1 5-1 16,-8-2 0-16,1 2 1 15,-7 0-1-15,-1 1 0 16,1 1 1-16,-6 4-1 16,-2-1 0-16,-2 2 0 0,-4 1 0 15,-7 3 0-15,0-3 1 16,-5 4-1-16,0-3 0 16,-6 4 1-16,0 2 0 15,-1-2 0-15,-2 2 0 16,-2 3 0-16,2-3 0 0,-4 0-1 15,6-3 1-15,-9 6-1 16,4-2 0-16,-3 0 1 16,2 0-1-16,-1 2 1 15,-4-3-1-15,0 4 1 0,2 1 0 16,-5 1 0-16,1-1 0 16,-3 0 0-16,4 2 0 15,-4-2 0-15,1 5 0 0,2-3 0 16,0 1 0-16,0 0 0 15,2 2 1-15,1 0-1 16,2 0 0-16,-2 0 0 16,1 0 0-16,4 0 0 15,-3 0 0-15,0 0 0 0,-2-3 0 16,-1 3 0-16,0-2 0 16,4-1 0-16,-1 3 1 15,-1-2-1-15,2 2 0 16,1 0 0-16,0-3 0 0,1 3 0 15,2 0-1-15,3 0 1 16,-4 0-1-16,2 3 1 16,0-1 0-16,5 3-1 15,4-2 1-15,-2 4-1 0,4 1 1 16,3-3 0-16,-4 2 0 16,10 0-1-16,-4 3 2 15,6 3 0-15,-1-4 0 16,8 4-1-16,-1-3 1 0,4 0 0 15,6 5-1-15,-1-2 0 16,9-5-1-16,-3 5 0 16,6-3 0-16,2 3-1 15,3 1 0-15,2 1 0 0,2 0 0 16,4 2 1-16,-4 3-1 16,6 0 1-16,0 3 0 15,-1-2 0-15,6 4 1 16,-3 0-1-16,2 3 1 0,-2-1-1 15,1 0 1-15,-2 4 0 16,4 0 0-16,0 1-1 16,2 0 1-16,0 3-1 15,3 2 2-15,-2-2 0 16,4 2 0-16,0-1 0 0,0 2-1 16,0-3 0-16,0 3 1 15,0-1 0-15,0-8-1 16,0 3 0-16,0-2 1 0,0 0 0 15,0-3 0-15,0 2-2 16,-5-6-2-16,1 4-4 16,-1-7-6-16,0 2-13 0,3 3-33 15,-1-7-12-15</inkml:trace>
  <inkml:trace contextRef="#ctx0" brushRef="#br0" timeOffset="666.31">9471 5990 234 0,'0'0'7'15,"0"0"4"-15,0 0 3 16,0 0 2-16,-13-5 0 0,13 5-2 15,0 0 0-15,0 0-2 16,0 0-4-16,20-3-4 16,10 3-3-16,9 0-2 15,21 0 0-15,20-2 2 16,19 0 2-16,30-1-10 0,25 0-54 16,12-6-4-16</inkml:trace>
  <inkml:trace contextRef="#ctx0" brushRef="#br0" timeOffset="1799.57">9947 5851 262 0,'0'0'7'0,"0"0"4"16,0 0 4-16,0 0 1 0,0-10 4 16,0 10 1-16,0 0 1 15,-2-12-1-15,2 12-9 16,0 0-3-16,-5 7-4 16,5 10-5-16,3 21-14 0,1 6-57 15,9 13-3-15</inkml:trace>
  <inkml:trace contextRef="#ctx0" brushRef="#br0" timeOffset="4566.35">10147 7119 224 0,'0'0'6'0,"0"0"3"0,0 0 3 16,0 0 0-16,0 0 2 16,0 0-1-16,-4 8 2 0,4-8 1 15,0 0-4-15,0 0-4 16,0 0-2-16,0 0-1 15,0 0-1-15,0 0-1 16,6 0 1-16,-6 0-2 0,17 0-1 16,-6 0 2-16,3 0-2 15,1 2 1-15,5-2-1 16,2 0-1-16,3 3 1 16,3-3 0-16,-2 0-1 0,12 0 1 15,-1 0 0-15,5 0 0 16,3-3 0-16,2 1 0 15,8-3 0-15,2 0 1 16,5 2 0-16,5 0-1 16,-2-1 0-16,6 0 0 0,2 0 1 15,4 2-1-15,3-1 0 16,2 1 0-16,-1-1-1 16,4 0 1-16,2 2-1 0,3 1 0 15,4-3 0-15,0 0-1 16,3 2 1-16,2-5-1 15,-2 3 1-15,6-1-1 16,-4-1 0-16,1 0 1 0,1 0 0 16,4 0-1-16,-4 2 0 15,-4 1-3-15,10 0-3 16,-8-1-2-16,5 3-3 16,8 0-3-16,-2 3-4 0,-6-1-4 15,9 3 1-15,2-3 0 16,-2 4 3-16,6-6 3 15,-4 2 2-15,-7 0 5 16,7-2 7-16,2 0 3 16,-8 0 4-16,-4 0-1 0,-4-4 2 15,-6 1-1-15,-1 0 1 16,-7 1-3-16,-8-1-5 16,-6 3-9-16,-6-2-13 0,-10 2-9 15,-8 2-9-15,-4 6-14 16</inkml:trace>
  <inkml:trace contextRef="#ctx0" brushRef="#br0" timeOffset="5599.55">10338 7283 229 0,'0'0'2'0,"0"0"2"16,0 0 2-16,14-9 2 16,-14 9 0-16,18-14 2 15,-4 10 1-15,4-3 0 0,-1 1-1 16,8-1-2-16,0 4-2 16,5 3 0-16,5-2-1 15,2 2-2-15,8-3-1 0,7 3 1 16,5-2-2-16,5 0 1 15,2-1-1-15,12-2 1 16,-2 2-1-16,3-1 1 16,8 1-1-16,-1 0 0 0,5-1 1 15,3 4-1-15,0-2 0 16,2-2 0-16,6 2 0 16,5 2 0-16,-6-3-1 15,2 1 1-15,2 2-1 0,-2-2 1 16,9-1 0-16,1 1-1 15,-3 0 1-15,1 2-1 16,-2-3 1-16,-1 1-1 16,4-1 1-16,-1 1-1 0,-7-2 0 15,0 4 0-15,-5-2 0 16,-1 2 0-16,4 0 0 16,0 0 0-16,-6 0-1 15,1 0 1-15,-6 0 0 0,3 0-1 16,-2 0 1-16,-2 0-1 15,-1-2-1-15,-4-1 0 16,1 1-1-16,-2 2 1 0,-5-2-1 16,-5-1 0-16,-5 1-1 15,-3 2 2-15,-11-3 1 16,-10 3 1-16,-6 0 1 16,-7 0 0-16,-9 0 2 0,-5 3 2 15,-7-3 2-15,-9 0 1 16,0 0 1-16,0 0-1 15,0 12-1-15,-5-10-9 16,-4 0-61-16,-2 9-3 0</inkml:trace>
  <inkml:trace contextRef="#ctx0" brushRef="#br0" timeOffset="8932.2">10327 8375 189 0,'0'0'5'15,"0"0"1"-15,0 0 5 0,0 0 0 16,0 0 1-16,0 0 1 16,0 0 3-16,7 3-1 15,-7-3-4-15,21 0-1 16,-11 0-4-16,5-3-1 0,2 3-1 16,3-1-1-16,2-3-2 15,3 2 2-15,4 0-1 16,-3-1 0-16,11 0 0 15,-7 0 0-15,10 2-1 0,2-5 1 16,0 5 0 0,5-2-1-16,1 0 1 0,4 3-1 15,-3-2 0-15,6-1-1 16,0 3 2-16,-6 0-2 0,8 0 1 16,-2 0 0-16,5 0 0 15,0 0-1-15,4 0 1 16,-3 0 0-16,2-2-1 0,4 2 1 15,-2 0 0-15,-1 0 0 16,2 0 0-16,-4 0 0 16,7 5 1-16,-2-3 0 15,2 5-1-15,4-1 1 0,1-2-1 16,0-1 1-16,2 0-1 16,2-1 2-16,2 0-3 15,-2-2 3-15,3 0-2 16,2 0 0-16,1 0 0 0,-2 0 0 15,2 0 0-15,6 0 0 16,0 0 0-16,-2 0-1 16,0 0 1-16,4 0-2 15,-1 0 0-15,4 4-1 16,-3-3-1-16,5-1-1 0,0 3 0 16,-3-1 0-16,5 3-1 15,-4-2 2-15,6-1 0 16,2 1 1-16,-4-3 0 0,3 0 0 15,0 0 3-15,0 0 0 16,-4 0 1-16,10 0-1 16,-6-3 1-16,-3 1 1 15,4 2-1-15,-4 0 0 0,0 0 0 16,5 0-1-16,-6 0-1 16,-4 0 1-16,0 0-1 15,-6 2 0-15,2 1 1 16,-2 1-1-16,-6 2 0 0,0-4 0 15,-5 0 0 1,-2 1 0-16,-9-3 0 0,-1 3 0 16,-5-3 1-16,-3 0-1 15,-10 0 0-15,-5 0 0 16,-4 0 0-16,-11 0-2 0,0 0-5 16,-14 0-17-16,-4-8-36 15,-9 8-7-15</inkml:trace>
  <inkml:trace contextRef="#ctx0" brushRef="#br0" timeOffset="10282.7">10543 8451 129 0,'0'0'8'0,"0"0"4"0,9 6 3 0,-9-6 1 15,14 0 2-15,-7 0 0 16,11 3 1-16,-6-3 0 0,8 0-7 16,-2-3-5-16,6 3-1 15,8 0-3-15,-2-3 0 16,6 3-1-16,1 0 1 0,2-3 0 15,3 3 1-15,8 0-2 16,-2-1 2-16,-4-2-1 16,6 3 0-16,-1 0-1 15,4 0 1-15,-3 0-1 16,4 0 3-16,6 0-2 0,-1 0 1 16,6 0 1-16,-1 0-1 15,4 3 0-15,-1-2 0 16,5-1 0-16,0 0-1 15,0 3 0-15,2-3-2 0,2 3 1 16,-5-3-1-16,7 3 1 16,-4-1-1-16,2 0 0 15,2 2 1-15,-2-3-1 16,2 2 2-16,4-3-2 0,0 2 1 16,2-2-1-16,-1 2 0 15,0-2 0-15,5 3 0 16,-1-3-1-16,2 0 1 0,-2 0 0 15,5 0-1-15,0 0 0 16,-2 0 0-16,7 0 0 16,-8-3 0-16,3 1-1 15,-2 2 0-15,-2-2-1 16,2 2-1-16,-3-3 0 0,2 3 0 16,1 0-1-16,0 0 1 15,-3 0 0-15,0 0 1 16,-3 0 0-16,0-1 1 0,2 1 1 15,-2 0 0-15,-3 0 1 16,-3 0-1-16,1-4 0 16,-2 4 0-16,0 0 0 15,-5-2 0-15,-2 2 0 0,1-2 0 16,0-1 1-16,-2 0-1 16,0 3 0-16,-2 0-1 15,-2-3-1-15,2 3-1 16,1 0 0-16,-4 0-1 0,-7-1 1 15,5-2 0-15,-5 3-1 16,0-3 1-16,-2 2 2 16,-5 1 1-16,-6-3 0 15,-8 0 0-15,3 1-6 16,-15-3-25-16,4 5-29 0,-15 0-5 16</inkml:trace>
  <inkml:trace contextRef="#ctx0" brushRef="#br0" timeOffset="13916.31">11543 9725 211 0,'0'0'8'0,"0"0"0"15,0-10 1-15,0 10 4 16,0 0 0-16,0 0 0 0,12-9 2 16,-2 9 2-16,5 0-6 15,3 0-2-15,7 0-1 16,3 0-1-16,6 0-1 15,8 0-1-15,2 1 0 16,11 3-1-16,12-2-1 0,3 0 0 16,11-2-1-16,2 3 0 15,9 0 0-15,7-3-1 16,11 0 0-16,-2 3 0 0,5-3 0 16,6 0 1-16,3 1-1 15,9-1 1-15,5 3-1 16,4-3 0-16,1 3 0 15,6-3 0-15,7 0 0 0,-2-3-1 16,6 0 1-16,5 2 0 16,-4-5 0-16,2 1 0 15,0-2 0-15,0 2 0 16,2 0 0-16,-5-1 0 0,1 2 0 16,-6-1-1-16,0 5 1 15,-9-3-1-15,-5 3 0 16,-8 0 0-16,-6 0 1 0,-11 0-2 15,-4 3 1-15,-20 2 0 16,-9-1-1-16,-11 2 1 16,-11-1-1-16,-11 0 1 15,-16 0-1-15,-7-1-2 0,-11-4-4 16,-14 0-15-16,6 10-36 16,-14-7-12-16</inkml:trace>
  <inkml:trace contextRef="#ctx0" brushRef="#br0" timeOffset="14882.83">11694 9913 249 0,'0'0'4'0,"0"0"3"0,0 0 3 0,0 0 1 16,0 0 0-16,0 0 0 15,0 0 1-15,0 0 1 16,0 0-4-16,0 0-3 0,10-5-1 16,5 5-1-16,5 0 0 15,7 0-1-15,8 4 0 16,10-3 0-16,6 2 0 0,15-3-2 16,3 0 1-16,8 0-1 15,8 0 0-15,9-3 0 16,5 2 0-16,8-5 0 15,2 1 0-15,6 0-1 16,4 1 1-16,8-1 0 0,2-3 0 16,6 3-1-16,-4 0 1 15,5 0 1-15,6-2-1 16,3 1-1-16,3 2 1 0,-6-1 0 16,10 0 0-16,4 0 0 15,1-1 0-15,-1 5 0 16,3-2-1-16,1 0 0 15,-1 3 1-15,2 0-1 0,-7 0 1 16,0 3-1-16,-5 0 0 16,-2-2 0-16,-11-1 2 15,-4 0 2-15,-11 0 2 16,-6 0 2-16,-16 0 2 16,-12-1 1-16,-15-5 2 0,-12 5 2 15,-15-2-1-15,-15-2-2 16,-8 5-1-16,-9-3-3 0,-13 3-3 15,0 0-5 1,0 0 0-16,0 0 0 0,-11-3-3 16,-6 6-45-16,2 0-35 15,-7-1-2-15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2:26:49.26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3716 6134 379 0,'0'0'7'0,"0"0"1"15,0 0 1-15,0 0 1 0,-7-8 0 16,-1 8-1-16,-4 2 0 16,-4 11 1-16,-3 7-6 15,-4 11-3-15,3 9 0 16,-2 7-1-16,0 8 0 0,-1 4 0 16,9 4 1-16,3-4-1 15,4-2-1-15,7-6 0 16,0-3 0-16,9-16-1 15,5-1 0-15,2-12 1 16,9-12 1-16,0-7 0 0,5 0 1 16,-2-18 1-16,4-3 2 15,-5-12 1-15,1-1 0 16,-7-11 1-16,-3-4-1 16,-4-4 0-16,-3-4-1 0,-11 3 0 15,0 0-1-15,-7 6-1 16,-8 4 0-16,0 7-1 15,-3 9 1-15,-2 6-2 0,-1 10 0 16,-2 7 0-16,0 5 0 16,2 5-2-16,0 11 1 15,1 5-2-15,3 4 2 16,4 4-1-16,9 4 1 0,4 1-1 16,0 1 1-16,9-3 0 15,11-2-1-15,3-5-5 16,2-6-10-16,12-21-57 15,3 10-7-15</inkml:trace>
  <inkml:trace contextRef="#ctx0" brushRef="#br0" timeOffset="516.95">4163 6197 426 0,'0'0'6'0,"0"0"3"0,0-9 3 0,0 9-1 16,0 0 1-16,-7-7-2 16,7 7 1-16,-17 10 0 0,6 8-8 15,1 8-3-15,-3 6 0 16,0 8 0-16,5 5 0 15,0 1 0-15,0 4 0 16,8-3 0-16,0-6 0 16,0-3 0-16,11-5-2 0,-1-6 0 15,2-7 1-15,5-6-1 16,-2-6 1-16,3-6 1 16,1-4 0-16,4-8 1 0,-3-8 0 15,0-1 1-15,-2-8 0 16,1-8 0-16,-4-7-2 15,-5 1 0-15,-5-9 0 16,-5 2 0-16,0 4 0 0,-7 1 0 16,-4 5 0-16,-1 9 0 15,-3 6 0-15,0 6 0 16,-3 10 0-16,4 6 0 16,-1 1 0-16,0 8 0 15,0 9 0-15,8 4 0 0,-1 6 0 16,8 5 0-16,0 3-3 15,10 0-1-15,10-1-5 16,-1-6-11-16,14-7-60 0,2-3-3 16</inkml:trace>
  <inkml:trace contextRef="#ctx0" brushRef="#br0" timeOffset="1333.67">3868 6794 354 0,'0'0'7'16,"0"0"4"-16,0 0 3 0,0 0 1 15,0 0 1-15,0 0 0 16,0 0 0-16,0 6 1 15,0-6-7-15,-5 14-3 16,-1-3-4-16,-1 6-1 0,-3 0-1 16,-3 8 0-16,1 0-1 15,-4 2-1-15,0-2-5 16,9 2-11-16,-9-2-34 16,14-8-30-16,2-5-2 0</inkml:trace>
  <inkml:trace contextRef="#ctx0" brushRef="#br0" timeOffset="1850.23">4084 7013 427 0,'0'0'5'16,"0"0"1"-16,0 0 1 16,0 0-2-16,0 0 1 0,-11 7-1 15,6 5 0-15,-2 6 1 16,-2 1-6-16,-2 4-3 16,1 4-4-16,-2-2-8 15,6 0-30-15,-3 3-33 0,2-9-3 16</inkml:trace>
  <inkml:trace contextRef="#ctx0" brushRef="#br0" timeOffset="3133.67">4394 6770 345 0,'0'0'9'0,"0"0"5"16,0 0 3-16,0 0-1 0,0-10 1 16,0 10 1-16,3-13 0 15,-3 13 1-15,9-16-10 16,-9 16-3-16,16-18-3 16,-7 11-2-16,3 1 0 0,1 6 0 15,-1 0-2-15,4 3 1 16,-7 5-1-16,1 9 0 15,-4-3-1-15,-4 7 0 16,-2 4 0-16,-2-3 0 16,-6 0-1-16,-2 3 2 0,0-5-1 15,-3 0 0-15,4-6 1 16,4-3-1-16,5-11 0 16,-7 12 1-16,7-12 1 15,0 0-1-15,9 0 2 0,3-8-2 16,6-2-7-16,5 3-21 15,-1-4-48-15,5-1 0 16</inkml:trace>
  <inkml:trace contextRef="#ctx0" brushRef="#br0" timeOffset="3349.19">4777 6926 434 0,'0'0'0'0,"0"0"0"16,0 0 0-16,0 15 1 0,0-3 0 15,0 6 1-15,0 3-1 16,0 4 0-16,0 3 1 16,-3 5-8-16,-2-8-21 15,5 1-47-15,0-1-3 0</inkml:trace>
  <inkml:trace contextRef="#ctx0" brushRef="#br0" timeOffset="3916.11">5167 6222 434 0,'0'0'4'0,"0"0"2"16,0 0 0-16,-10-7 0 15,0 7 1-15,-2 0-1 16,-1 7 1-16,-4 11-1 0,-1 9-2 15,-4 10-2-15,4 11-1 16,1 3 0-16,5 9 0 16,0 2 0-16,6-5-1 15,6 0 0-15,6-10 0 0,8-8-1 16,4-11 0-16,9-11 0 16,3-7 1-16,0-10 0 15,5-8 1-15,-5-7 0 0,2-8 1 16,-2-11 1-16,-6-2 0 15,-4-11 0-15,-5-9 0 16,-7 0-1-16,-8-8 0 16,0 4 0-16,-8 3-2 15,-5 2 0-15,-3 14 0 0,-2 4 0 16,-3 17 0-16,0 8 0 16,-4 12 0-16,2 16 0 15,1 6 0-15,-1 13 0 16,8 5 0-16,3 7 0 15,8 3 0-15,4-1 0 0,12-1-2 16,3-4-3-16,12-1-8 16,1-14-17-16,-9-4-52 0,18-9-1 15</inkml:trace>
  <inkml:trace contextRef="#ctx0" brushRef="#br0" timeOffset="4483.13">5503 6574 426 0,'0'0'3'0,"0"0"1"15,0 0 2-15,0-10-1 16,0 10 1-16,2-7 0 0,-2 7 0 16,12-13 0-16,-1 5-4 15,1 7 0-15,0-2-3 16,3 3-2-16,-2 0-3 0,6 4-2 15,-12 7-2-15,6-1-3 16,-8 0 0-16,-2 7-2 16,-3 1 2-16,-3-1 1 15,-2-2 2-15,0 2 1 16,-3-2 3-16,4-3 2 0,1 3 0 16,3-8 0-16,0-7 2 15,3 13-1-15,-3-13 2 16,20 12 0-16,-8-9 1 0,6 0 0 15,-1 1 1-15,3-4 0 16,2 6 0-16,-2-5-1 16,-5 4 2-16,-5 1 0 0,-10-6 3 15,2 14 0-15,-4-3 0 16,-16-1 2-16,-9 2 1 16,2-1 0-16,-9 0-9 15,1-8-36-15,4 4-30 16,-4-3-3-16</inkml:trace>
  <inkml:trace contextRef="#ctx0" brushRef="#br0" timeOffset="5499.42">6752 6428 279 0,'0'0'5'0,"0"0"3"15,0 0 0-15,0 0 1 16,0 0 0-16,0 0 2 16,6-7 0-16,-6 7 1 15,19 0-5-15,-1 0-1 16,7 0 0-16,12 0-2 0,11 0 1 16,15 0-1-16,14 0 0 15,13-3-2-15,7 1 0 16,20-3 0-16,12 0-2 15,7-5 0-15,7-2 0 0,15-3-1 16,5 0 0-16,5-3 0 16,2-1 0-16,7-1 1 15,0 1-1-15,-3 1 1 16,-3 2 0-16,-10 0 0 16,-7 3 0-16,-12 1 0 0,-13 4 0 15,-19-2 0-15,-16 6-3 16,-17 1-10-16,-20 0-4 15,-20 1-32-15,-14 2-19 0</inkml:trace>
  <inkml:trace contextRef="#ctx0" brushRef="#br0" timeOffset="6132.03">7117 6725 162 0,'0'0'3'0,"0"0"1"0,0 0 3 15,0 0 3-15,0 0 1 16,13 0 3-16,-3 0-1 0,4 0 2 16,14 0-3-16,-1 0 0 15,16 0-3-15,6-4-2 16,16-1-2-16,14-5-1 15,9-3 3-15,8-2-1 0,13-4 2 16,6-1-1-16,9-2 2 16,11-1 0-16,1 1-1 15,0-3 1-15,9 3-2 16,4 7-2-16,-2-3-2 0,1 1 1 16,-6 2-2-16,-2 3 0 15,-9-2-1-15,-5 3 0 16,-11 4-1-16,-13 2 2 15,-15-3-1-15,-11 3 1 0,-11 0 1 16,-17 3-1-16,-12 0 3 16,-8-1 2-16,-10 3 3 15,-6 0 0-15,-12 0 0 16,0 0 0-16,0 0-2 16,-7-2 0-16,-4 2-2 0,-3 0-4 15,-1-3-5-15,-5 3-5 16,5 0-10-16,-2 0-19 15,-1 0-38-15,6-2-4 0</inkml:trace>
  <inkml:trace contextRef="#ctx0" brushRef="#br0" timeOffset="6517.7">9885 5903 381 0,'0'0'7'0,"0"0"1"0,0 0 0 15,0 0 0-15,0 0-1 16,0 0 0-16,0 0 0 0,0 0 0 16,10 10-5-16,5-6-1 15,8 7 0-15,9-1 0 16,10-1 2-16,11 4 0 15,4 2-1-15,5 2 0 16,2-5-1-16,-1 6 0 16,-6-1-1-16,-11 3-1 0,-6 2 1 15,-17 8 0-15,-10 2 2 16,-13 6 1-16,-16 9 0 16,-12 3 0-16,-11 4 1 15,-6 5 0-15,-9-2 0 0,-3 0-1 16,2-2 0-16,5-8-3 15,8-6-2-15,5-5-7 16,14-9-13-16,6-3-56 16,14-12-1-16</inkml:trace>
  <inkml:trace contextRef="#ctx0" brushRef="#br0" timeOffset="7383.19">11115 5859 414 0,'0'0'6'0,"0"0"3"0,0 0 2 0,-12-6 0 15,12 6-1-15,0 0 1 16,-8 8-1-16,6 9 1 16,2 8-7-16,0 6-2 0,2 5-3 15,4 5 0-15,6 5 1 16,-3 1-1-16,4-8-1 16,2-1 0-16,-2-10 1 15,-3-5 0-15,-1-8 2 0,-4-5 0 16,-5-10 0-16,0 0 0 15,0 0 0-15,-5-4 1 16,-7-11 0-16,1-10-1 0,-1-3 0 16,0-9 0-16,-3-7 0 15,5-3 0-15,1-6 0 16,1 2-1-16,5-2 1 16,3 6 0-16,3 3-1 0,7 9-1 15,9 10 0-15,9 5 0 16,4 11 1-16,3 6 0 15,-1 3 0-15,7 12 0 16,-6 8 0-16,-6 5 0 0,-4 3 0 16,-10 1 0-1,-10 3-1-15,-5 1 1 0,-10-9 1 16,-8 3-1-16,-8-7 0 16,-6-2 1-16,-7 0-1 15,2-10 0-15,3 1 0 0,-1-5-3 16,10 1-14-16,2 2-30 15,11-7-35-15,12 0 0 16</inkml:trace>
  <inkml:trace contextRef="#ctx0" brushRef="#br0" timeOffset="8886.2">11287 5435 244 0,'0'0'7'0,"-15"-10"1"15,0-5 2-15,-7 5 0 16,-8-2 0-16,-10 2 3 16,-10 5 0-16,-7 5 3 0,-10 11-4 15,-2 15-3-15,-4 17 0 16,1 11 2-16,1 20 0 15,6 10-3-15,5 15 0 16,15 0-3-16,18 10 0 16,15 3-2-16,14-5 0 0,23-4 0 15,17-8-3-15,18-14 1 16,15-9 0-16,8-12-1 16,9-19 1-16,9-8 0 0,0-16 1 15,3-17-1-15,3-12 2 16,0-15-1-16,-2-18 1 15,-6-10 0-15,-7-9 1 16,-5-13-1-16,-10-4 2 0,-15-11-1 16,-12-7-1-16,-16-8 0 15,-17-7 0-15,-17-2-1 16,-12-6-1-16,-18 6 0 16,-16 4 0-16,-16 17 1 0,-13 17 0 15,-17 21 0-15,-12 25 0 16,-16 25-1-16,-4 25 0 15,-11 31-5-15,-8 22-14 16,-14 31-58-16,27 20-2 16</inkml:trace>
  <inkml:trace contextRef="#ctx0" brushRef="#br0" timeOffset="11501.18">3587 5214 375 0,'0'0'5'0,"0"-10"3"15,0 10 1-15,0-15 2 16,0 15 0-16,0-14 0 0,0 14 0 16,0 0-1-16,-8 0-4 15,3 10-2-15,-5 14-2 16,-3 6-1-16,-3 7-2 16,-2 5 3-16,-4 6-1 0,-3-1 1 15,2-3 0-15,-4-4 1 16,4-1-1-16,-1-7-1 15,9-7 2-15,-2-5-2 16,6-5-1-16,9-5 0 0,2-10 0 16,7 3 1-16,11-3-1 15,5-10 0-15,7-4 0 16,4 3 0-16,6-7 0 16,1 1 1-16,5-3-1 0,-2 5-1 15,-1 1 0-15,-5-1-3 16,0 5-4-16,-10 2-11 15,-3-7-42-15,0 13-22 16</inkml:trace>
  <inkml:trace contextRef="#ctx0" brushRef="#br0" timeOffset="12000.44">3902 5425 391 0,'0'0'6'0,"0"0"2"0,0 0 0 15,0 0 0-15,0 0 1 16,0 10 0-16,0 5 0 16,-4 5 1-16,-5 4-7 0,4 1-5 15,-2 7-7 1,-2-2-16-16,-8 0-51 0,16-6-3 15</inkml:trace>
  <inkml:trace contextRef="#ctx0" brushRef="#br0" timeOffset="12249.29">4160 5482 426 0,'0'0'2'0,"0"0"1"15,0 0 4-15,0 7-3 16,0 6 3-16,-4 2 0 16,-4 7 0-16,1 0 0 15,-4 5-2-15,-1 2-4 0,-5 4-6 16,5-1-16-16,2-3-56 15,-1-4-4-15</inkml:trace>
  <inkml:trace contextRef="#ctx0" brushRef="#br0" timeOffset="12650.43">4404 5155 432 0,'0'0'4'0,"2"-7"2"0,-2 7 1 16,3-13 0-16,-3 13 0 15,5-10-1-15,-5 10 1 16,0 0 0-16,5 10-4 15,-5 12-1-15,0 6-2 0,0 4 1 16,-5 7-2-16,1 1 3 16,-2 2 0-16,-1-4 0 15,2-4-1-15,-3-8 0 16,3-1-1-16,5-7 1 0,0-8 0 16,0-10-1-16,15 8-1 15,0-8 1-15,7-3-1 16,3-5 0-16,3 0-2 0,-1-6-4 15,6 3-8-15,-4-6-19 16,-17 9-49-16,13-5 1 16</inkml:trace>
  <inkml:trace contextRef="#ctx0" brushRef="#br0" timeOffset="13353.22">4732 5318 350 0,'0'0'8'0,"0"0"5"15,0 0 2-15,0-9 0 0,0 9 1 16,0-16 0-16,3 9 1 16,1-3 0-16,4-2-8 15,0 4-3-15,2-1-4 16,-1 4 0-16,-2-1-1 16,4 6-1-16,-1 0 0 0,-6 8 0 15,4 7 0-15,-8-2 1 16,0 6-1-16,0 3 0 15,0 3 1-15,-4-4 0 16,0-2 0-16,2 1 0 0,0-5 0 16,2-3-1-16,-3-2 1 15,3-10 0-15,3 7-1 16,-3-7 0-16,20 0-3 16,-3 0-9-16,0 3-48 0,9-6-21 15,1-7-4-15</inkml:trace>
  <inkml:trace contextRef="#ctx0" brushRef="#br0" timeOffset="13532.51">5065 5346 402 0,'0'0'5'0,"0"0"2"16,-5 10 0-16,5-10-1 15,-5 17 2-15,2-2 0 0,-2 2 0 16,1 3 1-16,1 0-6 15,-1 5-1-15,1-3 0 16,3 0-1-16,0 3-11 16,-6-8-20-16,6 0-47 15,0-6-3-15</inkml:trace>
  <inkml:trace contextRef="#ctx0" brushRef="#br0" timeOffset="13833.25">5231 5123 425 0,'0'0'3'0,"0"0"0"15,0 0 2-15,0 0-2 0,0 0 0 16,0 0 1-16,5 7 0 16,-2 8 1-16,-3 1-2 15,0 5-2-15,0 4 0 16,0 2 1-16,0 3 0 0,0-3 0 15,0 0-2-15,-3-4 1 16,3-5-1-16,0-4 2 16,3-3-1-16,-3-11-1 15,13 11 3-15,-1-11-1 0,0 0 0 16,6-5-3-16,-4-5-5 16,6 3-28-16,-2 0-46 15,-1-3 1-15</inkml:trace>
  <inkml:trace contextRef="#ctx0" brushRef="#br0" timeOffset="14500.96">5519 5227 405 0,'0'0'6'0,"0"0"2"15,0 0 2-15,0-10 1 16,0 10 0-16,3-13-1 0,-3 13 1 16,8-18 0-16,-3 11-7 15,-5 7-2-15,17-14-1 16,-7 10-2-16,-3 3 0 15,3 1-1-15,-10 0-1 16,18 5 0-16,-18-5-1 0,7 14 0 16,-5-4 0-16,-2 0-1 15,0 0 2-15,0 0 0 16,0 0 1-16,-2-3 1 0,0 4-1 16,2-4 2-16,0-7-1 15,0 18 0-15,0-18 1 16,4 12 0-16,-4-12 0 0,18 9 0 15,-6-4 0-15,1 0 0 16,-1 1 1-16,3-2-1 16,-2-1 0-16,-4-1 1 15,1 3-1-15,-10-5 2 16,13 8 0-16,-13-8 0 0,0 11 1 16,-10-5 0-16,-5 5 0 15,-5-4 0-15,-4 3-1 16,-4 2-9-16,-6 7-40 15,4-11-31-15,-2 0-4 0</inkml:trace>
  <inkml:trace contextRef="#ctx0" brushRef="#br0" timeOffset="21200.15">11214 4748 396 0,'0'0'5'16,"0"0"2"-16,0 0 1 0,0 0 1 15,0 0-1-15,0 0 0 16,0 0 2-16,9 5 0 16,-9-5-5-16,14 18-2 15,-7-3-1-15,9-3-1 0,-2 3 1 16,1 2 1-16,5-5-2 16,-2 1 0-16,2-5 0 15,-6-4 1-15,4-4 1 0,-4 0 1 16,4-7 1-16,4-8 0 15,3-7 0-15,2-10 2 16,8-6-7-16,2-13 0 16,13-12 0-16,3-3 0 0,4-6 0 15,-1 0 0-15,6 4 0 16,-9 5 0-16,-8 11 0 16,-3 7 0-16,-10 13 0 15,-9 9 0-15,-9 9 0 16,-6 6 0-16,-8 8 0 0,0 0 0 15,0 0 0-15,0 0 0 16,0 0 0-16,0 0 0 16,0 0 0-16,0 0 0 15,0 0 0-15,0 0 0 0,0 0 0 16,0 0 0-16,17 8-64 16,-17-8-27-16</inkml:trace>
  <inkml:trace contextRef="#ctx0" brushRef="#br0" timeOffset="22683.42">7087 4429 387 0,'0'0'6'0,"0"0"2"15,5-15 4-15,-5 15 1 16,6-12 1-16,-6 12 0 0,2-13 0 16,-2 13-1-16,-8-10-4 15,-4 9-3-15,-11 1-4 16,-2 0-1-16,-3 4-1 0,-6 0 0 15,-1 2 0 1,5 1 0-16,-1-2 0 0,3 2 0 16,9-4 0-16,6 2-1 15,3-5 0-15,10 0-2 16,-9 5 1-16,9-5 0 0,7 12 0 16,0 0 0-16,6 4 1 15,-1 4 0-15,6 7 1 16,-1 4 0-16,1 5 0 15,0 1-1-15,1 2 2 0,-5 1 0 16,1 2-1-16,-3-7 0 16,4 3-4-16,-6-7-4 15,-6 4-6-15,-1-6-15 16,-6-1-51-16,3-1-2 0</inkml:trace>
  <inkml:trace contextRef="#ctx0" brushRef="#br0" timeOffset="22884.5">6754 4848 369 0,'0'0'7'0,"0"0"3"16,0-13 0-16,0 13 1 15,16-19-1-15,-4 6 0 0,8-2 1 16,2-2-3-16,11 5-11 15,1-6-16-15,6 6-57 16,-1 2-2-16</inkml:trace>
  <inkml:trace contextRef="#ctx0" brushRef="#br0" timeOffset="23583.34">7211 4722 389 0,'0'0'7'0,"0"0"4"16,0 0 2-16,-4-11 1 16,4 11 1-16,0 0-2 15,-12-4 1-15,12 4-1 0,0 4-6 16,-3 8-3-1,3 8-3-15,3-2 0 0,4 7-2 16,2 2 2-16,5-2-1 16,-2 0-1-16,1-6 1 15,1-4-2-15,-2-2 0 0,1-3 0 16,-3-6 1-16,-1-4 1 16,2 0 0-16,-6-7 1 0,2-6 0 15,-2 1 1-15,-1-7-1 16,0-1 1-16,1-3-1 15,-5 6-1-15,2 0 0 16,1 2-1-16,-3 5 0 16,0 10 0-16,0 0 0 0,14 0 0 15,-3 10 1-15,1 0-1 16,1 2 1-16,3 1 0 16,5-3 0-16,-2-2 0 15,1-4 0-15,0-2-1 0,0-2 1 16,-3 0 1-16,-2-2 0 15,0-2 0-15,-5-7 1 16,-3 1 0-16,-1-5-1 16,-1 1 0-16,-5-2 0 15,0 5-1-15,0-3-1 0,0 3-5 16,0 11-16-16,0 0-48 16,0 0-13-16</inkml:trace>
  <inkml:trace contextRef="#ctx0" brushRef="#br0" timeOffset="24033.3">7982 4667 400 0,'0'0'8'0,"0"0"1"0,-10-10 3 0,3 2 0 15,-6 1 0-15,-4 1 1 16,-2-1 0-16,-2 3 0 0,-1 2-8 15,-1 2-1-15,1 6-3 16,0 7-1-16,2 2 0 16,4 10 1-16,7 0-1 15,5 2 1-15,4-2-1 16,4-3 0-16,9 0 1 0,6-9 0 16,4-3 0-16,-1-10 0 15,2-6-2-15,1-8 1 16,-2-11 0-16,0-3 1 15,-4-9 0-15,-6-7-1 0,-6-5 0 16,-2-7 2-16,-5-2-2 16,-2 0 0-16,-6 1 0 15,-5 8 0-15,-1 2 0 0,-4 9 0 16,6 14 0-16,0 14 0 16,1 10 0-16,9 17 0 15,2 20 0-15,0 11 0 16,13 10 0-16,4 15 0 15,3 3-2-15,8 6-4 16,4 3-9-16,-3-6-14 0,-4-5-53 16,10 0-3-16</inkml:trace>
  <inkml:trace contextRef="#ctx0" brushRef="#br0" timeOffset="24387.38">7145 5293 371 0,'0'0'6'0,"-23"5"4"16,4 0 1-16,-2 3 1 0,-1-3 1 16,0 0 0-16,2 5 2 15,8-3 0-15,12-7-4 16,22 0-3-16,28 0-2 15,18-12-1-15,23-5 1 16,16-3-1-16,14-5-1 0,16-5-4 16,-1-1 0-16,4 3 0 15,-6-2 0-15,-15 8 0 16,-17 0 0-16,-13 5 0 0,-17 4 0 16,-22 3 0-16,-12 8 0 15,-16-4 0-15,-9 6 0 16,-13 0 0-16,0 0 0 15,-13 10 0-15,-4 3-32 16,1-5-54-16,2-4-4 0</inkml:trace>
  <inkml:trace contextRef="#ctx0" brushRef="#br0" timeOffset="29083.42">11130 10057 225 0,'0'0'6'0,"0"0"4"15,0 0 4-15,-8-12 4 16,8 12 1-16,0 0 1 16,-7-8-2-16,7 8 0 15,0 0-3-15,0 20-3 16,0 10-4-16,0 17-3 0,0 12-2 16,3 19 0-16,-1 15 2 15,3 19-1-15,-3 12 0 16,-2 13 2-16,0 2 0 0,0 9-1 15,-5-3 1-15,-2 7-1 16,-5-5 0-16,2-7 0 16,-2-4-1-16,2-8-3 15,-1-6 0-15,3-10-1 0,4-6 0 16,0-11 0-16,1-4-1 16,3-14 1-16,-2-8-1 15,2-10 1-15,-4-11-1 16,4-10 1-16,-2-12-1 0,-1-6-1 15,1-10-5-15,2-10-4 16,0 0-3-16,-7-10-3 16,4-4-5-16,-1-10-8 15,1 3-11-15,-5-9-4 0,6 0 2 16,-6-2-5-16,8 2-22 16,-2 1 5-16</inkml:trace>
  <inkml:trace contextRef="#ctx0" brushRef="#br0" timeOffset="30133.73">11198 9982 156 0,'0'0'6'0,"0"0"6"16,7-14 3-16,-2 4 3 15,4 1 3-15,2-7 1 16,1 1 0-16,1 1 1 0,1 2-5 15,2-1-6-15,1 1-3 16,3 2-3-16,5 4-1 16,1-1-2-16,4 5-1 15,8 2-1-15,-3 0 0 0,7 5-1 16,-3 7 1-16,6 3-1 16,-3 10 0-16,-5 2 1 15,6 5 0-15,-3 6 0 16,2 3 0-16,-4 4 1 0,3 5-1 15,1-3 1-15,-4 10 1 16,-1 2 1-16,1 5 1 16,-4 6 1-16,-9 4 3 15,5 5 0-15,-12 6 0 0,-4 6 1 16,-2 1 0-16,-3 2 1 16,-5 5-3-16,-1 1-1 15,-1-1-1-15,-2-1-2 16,5 2-2-16,-5-6 1 0,2 0-2 15,3-4-1-15,-2 1 1 16,0-4-1-16,-1-3 0 16,1-2 1-16,-3-5 0 0,2-4-1 15,-2-3 1-15,0-6-1 16,0-7 0-16,0-4-1 16,0-9-2-16,-2-10-2 15,2-4-3-15,-3-7-3 0,3-3-3 16,-2-8 0-16,2-12-1 15,0 12 0-15,0-12 0 16,0 0 5-16,0 0 5 16,0 0 5-16,0 0 6 15,0 0 4-15,-3-4 2 0,3 4 1 16,0 0 1-16,0 0-2 16,0 0-2-16,0 0-2 15,0 0-3-15,0 0-2 0,-5 7-3 16,5-7-2-16,0 7-6 15,0-7-12-15,0 0-54 16,2 15-2-16</inkml:trace>
  <inkml:trace contextRef="#ctx0" brushRef="#br0" timeOffset="34350.1">10643 12775 82 0,'0'0'3'0,"0"0"1"0,0 0 1 15,0 0-2-15,5 5 2 16,-5-5 0-16,0 0-2 0,0 0 1 16,10 4-3-16,-10-4-10 15,0 0-21-15,18 11-11 16</inkml:trace>
  <inkml:trace contextRef="#ctx0" brushRef="#br0" timeOffset="34732.57">10701 12760 147 0,'0'0'3'16,"0"0"2"-16,-11-7-1 0,11 7 0 15,0 0-3-15,0 0 0 16,0 0 0-16,0 0 2 16,0 0-6-16,7 0 1 0,11 0-1 15,0 0-6-15,14 0-8 16,3 0-17-16,9 2-9 15</inkml:trace>
  <inkml:trace contextRef="#ctx0" brushRef="#br0" timeOffset="34900.35">12432 12639 23 0,'0'0'-4'0,"0"0"-15"16</inkml:trace>
  <inkml:trace contextRef="#ctx0" brushRef="#br0" timeOffset="35849.41">10609 12641 163 0,'0'0'4'0,"0"0"3"0,5-5 5 16,-5 5 2-16,9-9 2 15,-9 9 4-15,18-16 1 16,-8 8 2-16,-1-1-3 15,4 2-4-15,7-3-1 0,0-1-4 16,1 2-3-16,8-1-2 16,-3 3-1-16,8 0-1 15,-6-1-3-15,8-1 2 0,-10 5-1 16,2 1 0-16,-5 2-1 16,-3-2 0-16,-6 3 1 15,-3 0 0-15,-11 0 2 16,9 0-1-16,-9 0 0 0,0 0 1 15,-15 10 1-15,3-3-1 16,0 4 0-16,-8-4 0 16,-3 3-1-16,0-1-1 15,-3 1-1-15,-1-2 0 16,-3 2 0-16,0 0-1 0,-2 0 0 16,2-1 0-16,0 3-1 15,0-1 0-15,4-2 0 16,2 1-1-16,7 0 0 0,2-2-1 15,3-1 0-15,1 1-1 16,11-8 0-16,-7 12 0 16,7-12 0-16,0 15 1 15,0-15 0-15,7 15 0 0,4-8 2 16,1 0 0-16,3 1 0 16,4-3 1-16,6-3 0 15,5 1 1-15,0-3 0 0,7 0 0 16,0 0-1-16,6 0 1 15,-1-3 1-15,1-1-2 16,-1 1 0-16,0 1-3 16,1-1-1-16,-2 3 0 15,4 0-3-15,-7 0-1 16,8 0-3-16,2 0-4 0,1-3-9 16,1 1-4-16,-2-3-7 15,3 4-14-15,-1-5-18 16</inkml:trace>
  <inkml:trace contextRef="#ctx0" brushRef="#br0" timeOffset="36016.96">11677 12708 67 0,'0'0'-18'0,"12"0"-17"0</inkml:trace>
  <inkml:trace contextRef="#ctx0" brushRef="#br0" timeOffset="36516.42">12325 12450 271 0,'0'0'9'16,"0"0"3"-16,0 0 2 0,0 0 2 15,0 0-1-15,-7-10 1 16,7 10 0-16,0 0 2 16,13-9-9-16,1 4-4 0,6 1-1 15,4 3-2-15,6 1 0 16,3 0 0-16,2 0-1 15,2 5-1-15,-4 2 0 0,-1 3-1 16,-10 0 0-16,-2 2 1 16,-5 1-1-16,-5 2 1 15,-5 0 1-15,-5-1 0 16,-8 4 0-16,-4-4 1 0,-6 4-1 16,-4-3 1-16,-6 1-1 15,-6-3 0-15,-3 2-1 16,-3-5 1-16,-7 0-2 15,2 0 0-15,-2-5-5 16,5-3-13-16,2-2-52 0,8 3-4 16</inkml:trace>
  <inkml:trace contextRef="#ctx0" brushRef="#br0" timeOffset="37033.3">10652 12780 331 0,'0'0'7'0,"0"0"3"0,0 0 2 16,0 0 3-16,0 0 1 0,0 0-1 16,0 0-1-16,0 0 1 15,-11 4-8-15,5 17-1 16,-1 6-3-16,0 13-2 16,2 7-1-16,-2 10 0 0,1 10 1 15,1 2 0-15,0 0-1 16,1-4 0-16,1-3 0 15,-2-5 0-15,1-8-2 16,-2-10-5-16,3-3-12 16,1-4-34-16,2-13-25 0,2-4-5 15</inkml:trace>
  <inkml:trace contextRef="#ctx0" brushRef="#br0" timeOffset="37450.51">12653 12569 410 0,'0'0'7'0,"0"0"1"0,0 0 2 15,0 0-1-15,0 0 0 0,8 0-1 16,-6 10 1-16,0 5 0 15,-2 10-6-15,0 7-3 16,-2 6 0-16,0 6 1 0,-1 7-1 16,1 4 0-16,-3 0-4 15,3-3-6-15,-1-8-25 16,-2 1-44-16,5-5-2 16</inkml:trace>
  <inkml:trace contextRef="#ctx0" brushRef="#br0" timeOffset="37932.33">10616 13464 346 0,'0'0'4'16,"0"0"-2"-16,0 0 1 16,0 0 1-16,12-11-1 15,6 11 1-15,1 0 2 16,19 3 0-16,9 2-3 0,10 2 3 15,17 6-1-15,9-5 0 16,13 4 0-16,12-8 0 16,9 2 0-16,7-3 1 15,5-3 0-15,2-6 0 0,3-4 2 16,1-2-2-16,1-6 1 16,-9-2 0-16,-5 0-1 15,-5-1-1-15,-10-2-2 16,-10-3 0-16,-14 1 0 0,-10 0 0 15,-16-3 0-15,-12 6 1 16,-13-3-1-16,-12 6 0 16,-13-1-2-16,-7-1-4 15,-4 1-10-15,-9-14-51 0,-9 15-17 16</inkml:trace>
  <inkml:trace contextRef="#ctx0" brushRef="#br0" timeOffset="38666.46">11187 9797 234 0,'0'0'6'15,"0"0"4"-15,0 0 3 16,0 0 3-16,0 0 0 0,0 0 0 16,6-7 3-16,3-1 0 15,12-2-3-15,7-7-1 16,23-6-3-16,13-8-3 15,18-9 0-15,22-8-1 0,18-8 0 16,18-6-3-16,19-9 0 16,8-7-1-16,13-6 0 15,10-3 0-15,8-4 1 16,4 1-1-16,-1-1-1 0,-8 4 1 16,-11 6 0-16,-8 6 0 15,-22 8-1-15,-23 11-1 16,-23 8-1-16,-24 10 1 0,-20 12 1 15,-17 4 0-15,-20 7-4 16,-12 5-3-16,-13 10-8 16,0 0-26-16,-18 7-39 15,-7 8-3-15</inkml:trace>
  <inkml:trace contextRef="#ctx0" brushRef="#br0" timeOffset="39233.69">12040 10585 253 0,'0'0'5'0,"9"-10"5"0,7 0 2 16,9-6 1-16,9-9 2 15,15-11 2-15,13-6 0 16,18-10 2-16,20-5-4 0,12-6-3 16,14-7-2-16,11-2-3 15,12-3 0-15,10 4-2 16,3-7-1-16,6 5-1 15,-1-2 0-15,-3 3 0 16,-5 5-1-16,-7 3 1 0,-10 10 0 16,-16 4-2-16,-19 8 1 15,-18 12 1-15,-24 5 1 16,-15 6 1-16,-16 8-1 0,-17 4-1 16,-17 7-5-16,0 0-5 15,0 0-13-15,-5 3-37 16,-4-1-20-16,-3-2-5 0</inkml:trace>
  <inkml:trace contextRef="#ctx0" brushRef="#br0" timeOffset="39699.64">14383 8400 337 0,'0'0'5'0,"0"0"1"0,0 0 2 16,0 0 1-16,0 0 0 15,7-5 1-15,6 5 1 16,8 0 0-16,13 5-3 16,5 2-3-16,10 11-1 0,8 4-1 15,3 7 1-15,5 12-2 16,-3 3-1-16,-5 11 0 0,-9 4-1 16,-11 3 1-16,-10 2 2 15,-10 1-3-15,-9-3 2 16,-8-5-1-16,-8 2 0 15,-11-7 0-15,-6 1-1 0,-5-11 1 16,-2-1-2-16,-5-4 0 16,-4-5-1-16,2-7-2 15,-1-2-1-15,3-6-7 16,-1-7-12-16,6-10-40 16,8 0-11-16</inkml:trace>
  <inkml:trace contextRef="#ctx0" brushRef="#br0" timeOffset="40216.66">14552 8332 201 0,'0'0'4'0,"0"0"2"0,0 0 2 15,6 0 0-15,5 4 1 0,4 3 4 16,7 3 1-16,7 5 0 15,15 2-3-15,2 11-1 0,14 3 0 16,9 9-2 0,18 5 1-16,14 4-2 0,10 1-2 15,11 4 0-15,15 1-1 16,4 2 1-16,6-2-1 16,4-5-1-16,3 6 0 15,-2-1 1-15,-5 2-3 0,-1-3 3 16,-7-1-3-16,-5 1 1 15,-10-6-1-15,-2 5 0 16,-23-8 0-16,-9-3-1 16,-10-5 1-16,-18-5-1 0,-18-2 1 15,-9-8-1-15,-10-2 1 16,-12-8-3-16,-4 1-9 16,-9-13-27-16,-2 10-28 0,-11-8-6 15</inkml:trace>
  <inkml:trace contextRef="#ctx0" brushRef="#br0" timeOffset="41083.54">14594 9416 206 0,'0'0'1'0,"0"0"1"0,0 0 1 16,0 0 1-16,0 0 5 0,9 5 4 15,5 2 0-15,4 3 2 16,13 5-1-16,7 7 1 16,6 0-3-16,13 11-2 15,5-1-2-15,12 10-3 0,9 3-2 16,4-1-1-16,2 6 0 15,11-3-1-15,-4 5 1 16,6-6-1-16,8 4 1 16,-2-7 1-16,0-2 1 15,1-1 1-15,-2-2 0 0,-3-4 0 16,1-1 1-16,-11-1-1 16,-7-5-1-16,-8 0 1 15,-6-2-3-15,-11-3-1 0,-6 0 0 16,-15-4 0-16,-9-1 0 15,-4-5 0-15,-14 1 0 16,-1-6 0-16,-13-7 3 0,12 12 1 16,-12-12 1-16,0 0 1 15,0 0 3-15,0 0 2 16,0 0-2-16,0 0 1 16,0 0-1-16,0 0-1 0,0 0-2 15,0 0-2-15,0 0-2 16,0 0-1-16,0 0-1 15,0 0-1-15,0 0 0 16,0 0 0-16,0 0-1 16,0 0 1-16,0 0-2 15,0 0 0-15,0 0-4 0,0 0-3 16,0 0-6-16,0 0-7 16,2-7-18-16,-2 7-41 15,3-7-2-15</inkml:trace>
  <inkml:trace contextRef="#ctx0" brushRef="#br0" timeOffset="41619.18">17409 9638 338 0,'0'0'3'0,"0"0"4"0,0 0 2 16,0 0 3-16,5-9 0 15,-5 9-1-15,0 0-1 0,0 0 1 16,-5 12-4-16,-7 8-4 16,0 9-2-16,-6 12-3 15,-5 8 1-15,-7 8 0 0,-2 5 1 16,0 4-1-16,-3 1 1 15,0-2 1-15,1-8-1 16,2 0 1-16,-1-12 0 16,8-1 0-16,0-7 0 0,5-6-1 15,1-5 0-15,6-3-2 16,1-6 0-16,2-2-1 16,2-6-2-16,1 1-4 0,7-10-2 15,-10 13-7-15,10-13-7 16,-12 0-24-16,12 0-23 15,0 0-4-15</inkml:trace>
  <inkml:trace contextRef="#ctx0" brushRef="#br0" timeOffset="42149.41">17180 10090 270 0,'0'0'5'0,"0"0"4"0,0 0 3 16,0 0-2-16,0 0-1 15,0 0-1-15,0 0-1 0,10 0 1 16,-10 0-5-16,20 17-4 16,-5 0-1-16,7 3-1 15,8-1 2-15,5 9 2 16,8-6-1-16,3 5 1 15,2-2 0-15,6 0-1 0,1-3 2 16,-7-2-1-16,1 2 1 16,-9-4 0-16,-3-1 1 15,-9-5 1-15,-6 1 1 16,-7-6 4-16,-8 4 4 0,-7-11 1 16,0 0 0-16,0 0 0 15,0 0 0-15,0 0-1 16,0 0-2-16,-7 0-4 0,7 0-4 15,-8-8-7-15,8 8-11 16,-7-17-33-16,7 17-31 16,-3-13-3-16</inkml:trace>
  <inkml:trace contextRef="#ctx0" brushRef="#br0" timeOffset="42950">18022 10253 311 0,'0'0'7'16,"0"0"5"-16,0 0 1 0,0 0 1 16,0 0 0-16,0 0 0 15,0 0 0-15,-14 10-1 16,4 8-6-16,-3 6-4 0,-1 5-1 15,-4 9-2-15,-5 4 0 16,2 0 1-16,3 3 0 16,-2-3 1-16,3-3-1 15,2-9-1-15,-1-5-1 16,8-5-2-16,2-5-1 0,1-5-1 16,5-10 0-16,0 0-3 15,0 0-1-15,0 0-1 16,11-15-2-16,-3-5-1 0,5-2-3 15,3-8-6-15,-2-3-2 16,4-4 1-16,1-2 6 16,-1 2 4-16,0-3 9 15,1 7 5-15,-4 4 9 16,0 4 9-16,-5 3 4 0,0 9 2 16,-3 4-2-16,-2-1-3 15,-5 10-3-15,11-11-3 16,-11 11-4-16,0 0-4 15,0 0-2-15,0 0-3 0,0 0 0 16,12 8-2-16,-5 2-1 16,6 5 1-16,1 2 0 15,7 6 2-15,4 4 0 16,7 0 0-16,5 3 0 0,0-6 0 16,2 4 0-16,2-3 0 15,1-3-1-15,-5-4 0 16,-5-3 0-16,-4-4 0 0,-6-3 0 15,-5-1 1-15,-9-1 0 16,-8-6 3-16,12 7 0 16,-12-7 1-16,0 0 2 15,0 0-3-15,0 0-2 16,0 0-6-16,-2-7-19 0,-10 1-52 16,12 6-1-16</inkml:trace>
  <inkml:trace contextRef="#ctx0" brushRef="#br0" timeOffset="43399.89">17762 10703 350 0,'0'0'4'0,"0"0"1"0,0 0 1 0,0 0 0 15,5 3 1-15,2 3 1 16,8 1 0-16,7 2 0 15,1 4-3-15,9-1-1 0,5 6-1 16,6 0-1-16,-4-1 0 16,3-3-1-16,1 1 0 15,-8 0 0-15,-3-3-1 16,-5-2 0-16,-4-2 0 16,-8-4 1-16,-6 2 1 0,-9-6 1 15,0 0 1-15,0 0-1 16,0 0-1-16,0 0-4 15,0 0-7-15,0 0-22 0,0 0-45 16,0 0-1-16</inkml:trace>
  <inkml:trace contextRef="#ctx0" brushRef="#br0" timeOffset="43817.38">18363 10799 408 0,'0'0'6'0,"0"0"1"0,0 0 1 16,0 0 1-16,0 0-2 15,-5 0 0-15,5 0 1 16,0 0-1-16,-12 4-4 16,12-4-4-16,-5 11 1 15,5-11-1-15,-2 14 0 0,2-14 1 16,0 12 0-16,0-12 0 16,9 7 1-16,-9-7 1 0,21 0-1 15,-12 0 2-15,-2-4 1 16,-7 4 0-16,16-12 1 15,-16 12 0-15,5-16-1 16,-5 16 0-16,-5-9 0 16,-6 6-1-16,2 3-2 0,-7 0 0 15,4 0-5-15,-2 0-10 16,3 3-67-16,11-3-2 16</inkml:trace>
  <inkml:trace contextRef="#ctx0" brushRef="#br0" timeOffset="45100.32">11460 12758 245 0,'0'0'7'0,"0"0"1"0,0 0 4 15,0 0 3-15,-7-8 1 16,7 8-1-16,0 0 1 0,0 0-2 16,0 0-5-16,0 0-4 15,0 0-2-15,0 0-2 16,7 5-1-16,9 2 0 16,1 1 0-16,10 2 2 0,5-3 0 15,11 1 0-15,6-6 0 16,6-2-1-16,0 0 1 15,5-6 0-15,2-1-1 16,-5-5 3-16,-3 0 1 0,-6-3 2 16,-9 5 3-16,-9-3 2 15,-3 5 0-15,-11-3 1 16,-9 1-1-16,-7 10-1 16,3-10-7-16,-3 10-21 0,16 0-59 15,-16 0-2-15</inkml:trace>
  <inkml:trace contextRef="#ctx0" brushRef="#br0" timeOffset="47632.96">8133 14543 292 0,'0'0'3'16,"0"0"-3"-16,0 0 1 16,0 0 0-16,8-7 0 15,7 7 1-15,5 0-1 0,7 3 0 16,8 4-1-16,5 3 0 16,12 5 1-16,5 7-1 15,11 3 0-15,3 7-1 0,6 9-1 16,18 2 0-16,4 9 0 15,12 3-1-15,4 8 2 16,16-2-2-16,11 8 1 16,8-2-4-16,6-3-4 15,10 6-4-15,6 2-2 0,7-3-3 16,12 3-6-16,-2-5-2 16,-5 2 1-16,7-5 5 15,6 3 5-15,-11-5 2 0,-10-5 5 16,-4 2 2-16,-13-1 6 15,-12-4 5-15,-14-3 1 16,-20-1 5-16,-22 0-1 16,-16-8 1-16,-16 1-4 15,-16-11-5-15,-21-3-1 0,-12-4-6 16,-10-7-3-16,-8-1 4 16,-9-7 8-16,-8-5 2 15,0-3 6-15,-6-2 5 16,0-10 3-16,1-3-18 0,18-3-36 15,-8-6-6-15</inkml:trace>
  <inkml:trace contextRef="#ctx0" brushRef="#br0" timeOffset="49566.57">7282 13072 75 0,'0'0'8'0,"23"-17"6"16,3-1 3-16,22-7-2 16,11-11 2-16,18-4-1 15,15-10-1-15,20-4 2 16,7-6-9-16,8 6-5 16,7-3-2-16,-8 5 2 0,-4 7 0 15,0-3 0-15,-12 15 1 16,-11-3-1-16,-2 10 0 15,-20 3 1-15,-15 6-1 16,-17 5 8-16,-6 5 2 16,-16 1 1-16,-3 3-1 0,-20 3-3 15,0 0-8-15,0 0-28 16,0 9-24-16,0-9-14 0</inkml:trace>
  <inkml:trace contextRef="#ctx0" brushRef="#br0" timeOffset="50386.52">13819 11933 315 0,'0'0'4'0,"0"0"3"0,0 0 0 16,0 0-1-16,0 0-3 0,0 0-2 15,0 0 0-15,0 0 0 16,14 7-3-16,14 6-2 16,9 4 0-16,15 13 0 0,13 2 2 15,24 20-6-15,15 7-15 16,16 8-20-16,17 10-5 15,10 5-1-15,9-4 4 16,10 5 8-16,4-10 11 0,3-3 12 16,4-15 20-16,2 7 16 15,-8-13 1-15,-4-2-1 16,-4-5-3-16,-11-2-4 16,-8 0-2-16,-19-5 2 0,-19-1-2 15,-16-7 4-15,-21-4 3 16,-17-6 1-16,-19-4-3 15,-11-1-10-15,-10 10-54 16,-12-22-12-16</inkml:trace>
  <inkml:trace contextRef="#ctx0" brushRef="#br0" timeOffset="51133.25">12844 16181 41 0,'0'0'15'0,"0"0"7"0,5-4 9 0,-5 4 2 15,18-4 2-15,-6-1 1 16,6-2 2-16,7-2-1 16,5-6-11-16,9-8-7 15,16-7-4-15,12-11-4 0,18-12 0 16,19-8-3-16,25-9 0 16,18-12-6-16,21-4-2 15,14-12 0-15,19 5-1 0,11-3-1 16,13-1 1-16,4-2 1 15,7-1 0-15,3 1 3 16,-3 3 0-16,-3 6 0 16,-8 4 0-16,-2 7-2 0,-15 4 0 15,-11 13-1-15,-21 5 1 16,-17 13-1-16,-25 4 0 16,-17 10 1-16,-27 6 1 15,-21 4 2-15,-19 5-1 16,-20 2-6-16,-11 8-14 0,-19 5-30 15,5-14-23-15,-8 4-6 16</inkml:trace>
  <inkml:trace contextRef="#ctx0" brushRef="#br0" timeOffset="53016.62">18382 11089 250 0,'0'0'7'0,"0"0"7"16,0 0 4-16,0-11 4 15,0 11 3-15,0-7 2 0,0 7 2 16,-4-10-1-16,4 10-7 16,0 0-7-16,0 0-4 15,-2 7-4-15,2 10-2 0,-3 4-2 16,3 3-2-16,0 1 0 15,3 7 1-15,-1-2 0 16,1-3-1-16,1-5 0 16,4 1-2-16,-6-9 0 0,4-1-2 15,-1-3 0-15,-5-10 1 16,2 7-1-16,-2-7 0 16,0 0-1-16,0-5 2 15,0-5 1-15,0-2 1 0,-5-5 0 16,0-6-1-16,0-4 0 15,-6 0 2-15,7-6 1 16,-5 5 1-16,0 2 0 16,2 1 1-16,0 3-1 15,2 8 1-15,3-2-1 0,-2 7 1 16,2 1-1-16,2 8-2 16,-3-15-1-16,3 15 1 15,0-10-2-15,0 10 1 0,16-10 0 16,-4 6-1-16,8-4 0 15,-3 0 2-15,6 1 0 16,4 0 0-16,1-4 0 16,-3 4 0-16,2 0 0 15,-5-1 0-15,3 1 0 0,-5 3-1 16,-1-5 1-16,1 4 0 16,-2 1 0-16,-3 1 0 15,0-4 0-15,0 4 0 0,-2-2 0 16,1-1 1-16,-4 5 0 15,-2-4-1-15,-1 3 1 16,-7 2 0-16,14-6-1 0,-14 6 1 16,0 0-1-16,11-5 0 15,-11 5 0-15,0 0 1 16,0 0-1-16,0 0 0 16,0 0 0-16,0 0 1 15,0 0-1-15,0 0 0 0,0 0 0 16,0 0 0-16,0 0-1 15,0 0 0-15,0 0 0 16,2 11 0-16,-2-3 0 16,0 10 0-16,3 2 0 15,-1 3 2-15,-2 7 1 0,3 2 0 16,-2 0 0-16,7 1 0 16,-5-4 0-16,3-4-1 15,-2 0 1-15,1-9-1 0,2 4 0 16,-2-6-1-16,0-3 1 15,1-1-1-15,-6-10-2 16,5 10 0-16,-5-10 0 0,0 0 0 16,2 10 0-16,-2-10 2 15,0 0-1-15,0 0 1 16,0 0 1-16,-5 0 1 16,5 0 0-16,-15-5-1 15,8 0-1-15,-5 3-1 0,-2-1-1 16,2 3-3-16,-5-2-8 15,2 2-8-15,-5 0-20 16,-5 0-21-16,6 5-14 16</inkml:trace>
  <inkml:trace contextRef="#ctx0" brushRef="#br0" timeOffset="53333.12">18461 11278 238 0,'0'0'5'0,"0"0"2"0,0 0-2 15,0 0 2-15,0 0-2 16,7-7 0-16,-7 7 1 16,0 0 0-16,9-5-5 15,-9 5-1-15,0 0-1 0,0 0-1 16,0 0 0-16,10 0-4 16,-10 0-5-16,0 0-6 15,0 0 0-15,0 0-7 16,0 0-9-16,0 0-6 15,0 0-3-15,0 0 12 0,8 0 15 16,-8 0 14-16,0 0 14 16,0 0 17-16,0 0 19 0,0 0 10 15,0 0-1-15,0 0-6 16,0 0-10-16,0 0-16 16,0 10-55-16,0-10-29 15,0 0-13-15</inkml:trace>
  <inkml:trace contextRef="#ctx0" brushRef="#br0" timeOffset="54999.99">11352 10382 298 0,'0'0'7'0,"7"-7"4"15,-7 7 4-15,7-11 2 16,-7 11 3-16,4-10 2 0,-4 10-2 16,0 0 0-16,0 0-6 15,0 0-5-15,-9 8-2 16,4 6-4-16,3 7-2 0,0-1-1 16,2 1-1-16,0 4 0 15,9-2 1-15,3-6-1 16,8-5 0-16,3-2 1 15,2-7 0-15,5-3 0 16,0-4 1-16,-2-9 1 0,-2-5 0 16,-4-1-1-16,-4-6 1 15,-6 0 0-15,-12 0 0 16,0 2 0-16,-18 4-1 16,-6 2 1-16,-5 2-2 15,-1 8 0-15,-5 7-1 0,-1 0-5 16,12 7-10-16,-3 18-45 15,11-11-19-15</inkml:trace>
  <inkml:trace contextRef="#ctx0" brushRef="#br0" timeOffset="55583.33">14336 8846 368 0,'0'0'5'0,"0"0"1"0,-13 0 2 0,6 5 0 16,-5 2 0-16,-1 3 0 15,1 3 0-15,-2 2 0 16,3-1-5-16,6 4-2 16,5-1 0-16,0-5-1 0,9 1 0 15,9-7 0-15,4 0 1 16,5-6 1-16,1-2 1 15,2-6-1-15,-1-7 1 16,-4 1 2-16,-2-4 0 16,-11-1 1-16,-8-1-1 0,-4 2-1 15,-9 6 0-15,-11 7-4 16,-7 5-14-16,-15 5-60 16,14 15-5-16</inkml:trace>
  <inkml:trace contextRef="#ctx0" brushRef="#br0" timeOffset="56785.76">18418 11189 267 0,'0'0'3'0,"0"0"1"15,0 0 3-15,0 0 1 0,0 10 2 16,0-10 0-16,-3 15 0 15,1-7 1-15,-3 2-3 16,3 0-1-16,-3-1-2 16,2-1-2-16,3-8 0 15,0 14 1-15,0-14 1 0,10 8 0 16,4-8-1-16,9 0 2 16,2 0 2-16,10-5 1 15,1 0 1-15,13-4-2 0,-3 0 0 16,4 2 0-16,-3 0-1 15,-2 2-1-15,-3 0-1 16,-5 0-1-16,-12 3-1 16,0-1 2-16,-13 1 1 15,-1 2-1-15,-11 0 1 0,0 0 0 16,-16 0-1-16,0 0 0 16,-9 2-2-16,-3 1-1 15,-4-1-2-15,-5 3 0 0,2 0-1 16,1 3 1-16,4-1-2 15,5-3 0-15,7 2-1 16,8-1 0-16,10-5-2 16,10 5-12-16,15-5-60 15,19 0-5-15</inkml:trace>
  <inkml:trace contextRef="#ctx0" brushRef="#br0" timeOffset="57599.93">16957 11450 169 0,'5'0'2'15,"7"0"3"-15,6 0 5 0,4 0 4 16,8 0 2-16,7 0 3 16,10-6 4-16,8 5 1 15,7-9-1-15,10-1-1 16,15-3-5-16,18-1-4 0,17-6-2 15,9 2-3-15,23-3-3 16,10-1-2-16,17 2-4 16,6-2-8-16,4 5-7 0,1 4-4 15,1 1-4-15,3 3-1 16,-10 2-1-16,-9 4-3 16,-5 1-9-16,-3 3-2 15,-13 0 4-15,-7 0 0 16,-20-1-11-16</inkml:trace>
  <inkml:trace contextRef="#ctx0" brushRef="#br0" timeOffset="57784.55">20348 11132 473 0,'0'0'2'0,"0"0"1"0,0 0 1 15,0 0-2-15,0 0 0 16,-2-10-4-16,7 8-9 16,2-3-64-16,13 0-6 15</inkml:trace>
  <inkml:trace contextRef="#ctx0" brushRef="#br0" timeOffset="58799.13">19208 10300 400 0,'0'0'6'0,"0"0"3"15,0 0 0-15,0 0 1 16,0 0 0-16,-7 0 0 0,7 0 0 15,-13 10-1 1,11 10-4-16,-1 0-3 0,1 6-2 16,2 5 0-16,0 0 1 15,5 7-1-15,2-3 1 16,3-3-1-16,2-5 0 0,-7-4-1 16,2-7 1-16,2 0 0 15,-7-9 0-15,-2-7 0 16,0 0 0-16,0-7 1 0,0-9-1 15,0-6 1-15,-5-5 1 16,3-8-1-16,-2-7 0 16,2 1 0-16,2-4 1 15,0 2 1-15,2 1-1 16,4 8 0-16,1 2 0 0,3 10-1 16,-1 6 1-16,7 9-1 15,4 7-1-15,0 12 0 16,5 8 0-16,0 12 0 15,3 6 1-15,3 3 0 0,-3 4-1 16,-1 3-1-16,-5 1-1 16,-2-4-2-16,0-4-5 15,-10-6-10-15,0-10-61 16,-2 2-4-16</inkml:trace>
  <inkml:trace contextRef="#ctx0" brushRef="#br0" timeOffset="58950.46">19311 10580 475 0,'0'0'2'0,"0"0"-1"0,0 0 0 15,0 0 0-15,12-2-4 16,2 19-63-16,16-19-13 0</inkml:trace>
  <inkml:trace contextRef="#ctx0" brushRef="#br0" timeOffset="61766.86">14246 5903 305 0,'0'0'8'0,"0"0"5"0,0 0 2 16,0 0 3-16,-8-7 2 15,8 7 0-15,0 0-1 0,0 0 1 16,-12 4-8-16,10 12-4 16,-1-2-3-16,3 9-3 15,-2 4-2-15,2 3 1 0,-3 4 0 16,3-1 0-16,0-1-1 16,0-3 1-16,0-1-1 15,0-9 1-15,0-1-1 16,0-6 0-16,0-12 1 0,0 7-1 15,0-7-1-15,-2-9 1 16,0-4 0-16,-2-3 0 16,-1-9 0-16,1-6 1 15,-4-3 0-15,4-1 0 0,-4 0 1 16,0 3 0-16,1 0 0 16,0 6 0-16,2 2 1 15,3 6-2-15,-2 7 0 16,4 1 0-16,0 10-1 0,8-8 0 15,4 8 0-15,4 0-1 16,8 5 1-16,6 0 0 16,4 0 0-16,7-2 0 15,5 0 1-15,5-3-1 16,-1 0 1-16,1 0-1 0,-3-3 0 16,-4-2 0-16,-3 0 0 15,-7 2 0-15,-6 1 0 16,-9-1 1-16,-4 3-1 0,-7 0 2 15,-8 0-1-15,0 0 2 16,9 0-1-16,-9 0 0 16,0 0 0-16,-7 0 0 15,7 0 0-15,-14 8-2 0,14-8 0 16,-18 13-1-16,10-1 1 16,-2 1-1-16,3 1 1 15,2 3-1-15,0 6 0 16,3 0 0-16,2 2 0 0,0 3 0 15,2 2 0-15,3-2 0 16,0 1 0-16,-1-4 1 16,5 2 0-16,-5-8 0 15,1-1-1-15,-1-1 0 0,-1-5 0 16,0-3 0-16,-3-9 1 16,0 12-1-16,0-12 1 15,0 0 0-15,-7 2-1 16,-3-2 2-16,-1 0-1 0,-1-2 0 15,-5-3 0-15,0-1 0 16,-3 5 0-16,-3-5 0 16,-1 1 0-16,-4 3 0 15,-1 0 0-15,-4 2 0 0,-1 0 0 16,-4 0 0-16,1 2 0 16,-1 5 0-16,1-1-1 15,3-2 1-15,4 4 0 16,0-1-2-16,7-1-4 15,6-2-4-15,1 0-4 0,16-4-12 16,-6 21-47-16,6-21-5 16</inkml:trace>
  <inkml:trace contextRef="#ctx0" brushRef="#br0" timeOffset="61932.2">14270 6242 388 0,'0'0'5'0,"0"0"2"0,-12-4 2 15,12 4 0-15,-14 0 0 16,14 0 2-16,-16-3-5 16,16 3-6-16,0 0-38 15,-2-10-35-15,7 5-3 16</inkml:trace>
  <inkml:trace contextRef="#ctx0" brushRef="#br0" timeOffset="63233.4">15066 5642 396 0,'0'0'7'0,"0"0"3"16,0-8 2-16,0 8 1 0,0-11 2 15,0 11 0-15,0-10-2 16,0 10 1-16,0 0-6 15,0 4-4-15,0 13-3 0,0-1 0 16,0 4-2-16,0 5 1 16,2 0 0-16,4 0 0 15,-1-3 0-15,-1-5 0 16,4 1 0-16,-6-9 0 0,-2-9 0 16,5 12 1-16,-5-12-1 15,0 0 2-15,0-9-2 16,-3-3 0-16,-5-6 0 0,7 1 0 15,-6-5 0-15,2-6 0 16,-1 3 0-16,4-4 0 16,-1 1 0-16,3 4 0 15,3-1 0-15,5 3 0 0,-1 5-2 16,7-1 1-16,7 6 0 16,-3 6 0-16,3 6 0 15,2 0 0-15,-3 3-1 16,2 7 1-16,-9 2-1 0,-1 3-1 15,-5 2 0-15,-5 1 0 16,-2-1 0-16,-2-3 0 16,-8 4 0-16,1 0 2 15,-2-4-1-15,-1-1 2 16,0 2-1-16,4-5-1 0,1-4 1 16,2 5 0-16,5-11 0 15,0 10 1-15,7-7-1 16,6-2 1-16,4 2 0 0,1-3 1 15,1 3 0-15,1 0 0 16,-2 1-1-16,-1 0 0 16,-2-3 1-16,-5 6 0 15,-10-7 0-15,5 13 0 0,-5-3 1 16,-12 0-1-16,-9 5 0 16,-4-2-1-16,-4 1-5 15,-6 3-14-15,-7 1-56 16,3-1-4-16</inkml:trace>
  <inkml:trace contextRef="#ctx0" brushRef="#br0" timeOffset="63837.52">13766 6503 307 0,'0'0'4'0,"0"0"2"16,0 0 3-16,-7 0-2 15,7 0-1-15,0 0 1 16,0 0 0-16,0 0 0 0,0 0-2 16,23 4-4-16,11-1-1 15,6-3 2-15,20 0 1 16,16-3 0-16,14-4-1 0,22-3-1 15,14 0 2-15,8-10 2 16,11 2 0-16,6-1 2 16,6 2-2-16,-8-3 1 15,-2 3-1-15,-13 2 1 16,-13 0-2-16,-17 5-5 0,-14 3-6 16,-22 4-8-16,-21 8-46 15,-20-2-11-15</inkml:trace>
  <inkml:trace contextRef="#ctx0" brushRef="#br0" timeOffset="64116.8">13920 6574 339 0,'0'0'2'16,"0"0"0"-16,0 0 1 15,18 0 3-15,6 0 3 16,22-7 3-16,16-3 3 16,30-5-1-16,22-8 0 0,25 1-1 15,24-5-1-15,12-1-7 16,13 4-33-16,-1 2-43 15,-3-1-4-15</inkml:trace>
  <inkml:trace contextRef="#ctx0" brushRef="#br0" timeOffset="67467.44">17190 11541 113 0,'0'0'3'0,"0"0"5"16,-14-15 5-16,3 8 2 16,-1 0 3-16,-7 2-1 15,3-5-1-15,-9 7 1 16,-5 1-3-16,5 2-6 0,-4 7-3 16,-1 6-2-16,-5 1-2 15,3 11-1-15,-5 7 1 16,4 0 1-16,4 6 0 15,-6 2 1-15,10 1 1 0,0-1-2 16,8 5 0-16,4-11 1 16,8 3-1-16,5-2-1 15,5 0 1-15,15-1 0 16,5-6-1-16,8 7 1 16,4-8 0-16,10 3 0 0,13-8 1 15,5 3 0-15,6-11 0 16,7 4 0-16,10-8-2 15,9-1-2-15,13-6-3 0,0 0-3 16,3-3 0-16,11-3 0 16,3-7 0-16,15 0 0 15,7 0 3-15,5-7 4 16,5 2 3-16,5 1 1 0,-2-2 1 16,-2 4-7-16,7 2-15 15,-17-2-24-15,-3 12-16 16</inkml:trace>
  <inkml:trace contextRef="#ctx0" brushRef="#br0" timeOffset="70283.48">19064 12066 48 0,'0'0'3'15,"20"3"3"-15,5 2 4 0,10-2-1 16,22-2 3-16,5 2 0 15,35-3 2-15,13 0 2 16,28 0 3-16,16-7 1 0,15-3-1 16,17-2 2-16,21-8-1 15,21 4-2-15,18-3 1 16,15 2-4-16,20-3-6 16,7 5-9-16,26 3-3 15,3 4-1-15,14 5-1 0,-8 3-1 16,7 0-2-16,-12 11-12 15,-3 1-12-15,-3 5-4 16,-24 4-2-16,-5-4 1 16,-32-1 4-16,-13 0 1 15,-39-1 3-15</inkml:trace>
  <inkml:trace contextRef="#ctx0" brushRef="#br0" timeOffset="70900.02">20155 11151 181 0,'0'0'9'0,"19"0"5"0,11 4 3 0,15 0 1 0,20-4 1 16,29 0 3-16,26 0 0 15,36-2 1-15,15-5-9 16,33-3-3-16,17-5-2 16,28 0-2-16,12 0 0 15,12 1-2-15,6 1 0 16,13 3 0-16,12-2-1 0,-12 5 0 16,7 1-1-16,-16 4 0 15,-7 2-1-15,-20 0 0 16,-23 0-2-16,-31 5-1 0,-29 2-3 15,-33 3-7-15,-36-2-11 16,-37-1-47-16,-24 3-5 16</inkml:trace>
  <inkml:trace contextRef="#ctx0" brushRef="#br0" timeOffset="72775.69">16052 11014 318 0,'0'0'1'0,"0"0"-3"15,0 0 1-15,0 0 1 0,11 10 2 16,8 2 2-16,13 5 0 16,11 8 2-16,22 4 0 15,17 7 2-15,15 0-2 0,7 4-4 16,10 0-3-16,0-3-4 15,-7 6-4-15,-5-10-6 16,-18 3-16-16,-14-1-34 16,-18-9-5-16</inkml:trace>
  <inkml:trace contextRef="#ctx0" brushRef="#br0" timeOffset="72916.34">16850 11403 411 0,'0'0'1'0,"-8"0"0"0,8 0-2 16,-11 0-6-16,11 0-10 16,-9-8-44-16,9 8-11 15</inkml:trace>
  <inkml:trace contextRef="#ctx0" brushRef="#br0" timeOffset="73649.33">20363 10511 184 0,'0'0'1'0,"13"0"-1"16,9 0 1-16,11 0-1 0,16 0 1 16,8-3 0-16,35-2 0 15,20-2 2-15,25-3-2 16,19 0 1-16,18-3-1 15,13-1 1-15,19-1 0 16,15-5 0-16,10 5 1 0,4-2-1 16,12 3 2-16,-1-7-2 15,12 4-1-15,6-3-13 16,-13 3-19-16,-8 5-4 0,-14-8 1 16,-13 5 10-16,-32-3 14 15,-23 1 6-15,-33-3 10 16,-29 3 20-16,-28 2 24 15,-18-2-1-15,-23 1-9 0,-18 4-22 16,-12-5-50-16,-10 14-17 16</inkml:trace>
  <inkml:trace contextRef="#ctx0" brushRef="#br0" timeOffset="74949.73">19993 10632 282 0,'0'0'2'0,"0"0"0"15,0 0 0-15,0 0 2 16,0 0 0-16,0 0 3 15,2 12 0-15,14-2 4 16,6 5-2-16,8 8 0 0,17 2 2 16,8 4-1-16,14 3 0 15,11 5-3-15,6-2 0 16,12-1-3-16,1 0-1 0,0-8-1 16,-9 1 0-16,-3-6 0 15,-11-5-1-15,-8-3-1 16,-14-1 1-16,-13-4 2 0,-11-3 1 15,-11-3-1-15,-10-2 0 16,-9 0-1-16,0 0 1 16,-12-2 0-16,0-3-4 15,-3 3-4-15,-4-1-10 16,1-2-28-16,0 5-30 0,-4 2-4 16</inkml:trace>
  <inkml:trace contextRef="#ctx0" brushRef="#br0" timeOffset="75051.03">20866 11122 337 0,'0'0'1'0,"0"0"-2"16,-9 6-7-16,5 3-43 15,4-9-14-15</inkml:trace>
  <inkml:trace contextRef="#ctx0" brushRef="#br0" timeOffset="76000.24">16087 11184 202 0,'0'0'3'0,"0"0"2"0,0 0 5 16,-12-9 2-16,12 9 3 15,-15-7 2-15,1 4-1 16,1 0 1-16,-5 3-4 0,1 3-1 16,-3 8-5-16,0 6-3 15,0 7-3-15,-2 5 0 16,2 12-2-16,3 0 0 16,4 11 0-16,8 2 0 0,5 11 0 15,5-2 1-15,10 0 0 16,8-3-1-16,6-6 1 15,2-1-1-15,6-8 1 0,-3-6 0 16,1-12-1-16,-5-5 0 16,0-4-2-16,-5-6-1 15,-4-5 0-15,-1-3-2 16,1 0-4-16,-9-4-5 16,0 0 1-16,-12 0 2 0,18 0-2 15,-18 0-11-15,0 0-8 16,0 0-6-16,0 0-1 15,0 0 3-15</inkml:trace>
  <inkml:trace contextRef="#ctx0" brushRef="#br0" timeOffset="76083.61">16236 11976 33 0,'0'0'6'15,"0"0"3"-15,0 0 0 0,0 0 1 16,8 7-2-16,-8-7-24 16,17 7-13-16</inkml:trace>
  <inkml:trace contextRef="#ctx0" brushRef="#br0" timeOffset="77236.25">16028 11043 194 0,'0'0'7'0,"0"0"4"0,0 0 4 16,-11-10 1-16,9-2 0 16,2 12 0-16,-5-20-1 15,5 8 0-15,3-3-6 0,9 0-5 16,5-5-3-16,13 7-1 15,5-4 0-15,10 1 0 16,8-2 0-16,18-2 0 0,11 0-1 16,7 0-4-16,6 4-3 15,4-5-5-15,-6 9 1 16,-2-1-2-16,-4 6-1 16,-20 4 0-16,-10 3 2 15,-14 0 4-15,-6 3-12 0,-14 4-32 16,6-2-2-16</inkml:trace>
  <inkml:trace contextRef="#ctx0" brushRef="#br0" timeOffset="77833.19">18947 10696 147 0,'0'0'1'16,"32"-12"-33"-16,6 4-14 15</inkml:trace>
  <inkml:trace contextRef="#ctx0" brushRef="#br0" timeOffset="122849.38">15996 11776 224 0,'0'0'7'0,"0"0"4"15,0 0 4-15,0 0 3 16,0 0 3-16,0 0 0 16,0 0 0-16,0 0-1 0,0 0-6 15,0 0-5-15,0 0-4 16,0 0-3-16,0 0-3 15,5 8-1-15,-1 2 1 16,6 2 0-16,8 1 2 0,3 5-1 16,4 1 1-16,10 1 0 15,3 1 1-15,6 4-1 16,4-2 0-16,4-2 0 16,5 4-1-16,-2-2 0 0,-3-3 1 15,-3-1-1-15,1 2 0 16,-8-6-1-16,-5-1 1 15,-7-1 0-15,-5-3 0 0,-7-3 1 16,-6 1-1-16,-2-6 2 16,-10-2 1-16,0 0 2 15,10 8 1-15,-10-8 0 16,0 0 0-16,0 0 0 16,0 0-4-16,0 0-12 0,0 0-59 15,0 0-3-15</inkml:trace>
  <inkml:trace contextRef="#ctx0" brushRef="#br0" timeOffset="131900.63">20776 5405 123 0,'0'0'1'0,"0"0"4"16,0-13 2-16,7 11 4 16,8-4 3-16,0 0 3 15,8-5 3-15,4 4 4 0,17 0 0 16,-2 0 0-1,11 2-2-15,9-2-3 16,7 1-1-16,11-4-4 0,7 3-2 16,13-1-2-16,-4 3-2 15,6 0-3-15,0 3 0 0,-2 0-2 16,-4 2-1-16,-11 2 0 16,-6 3-1-16,-10 2 0 15,-6 3-1-15,-11 3 1 0,-4-1-3 16,-11 3 3-16,-10 2-1 15,-2-2-1-15,-10 3 0 16,0-4 0-16,-8 1-1 16,-4 0-1-16,-3-1 0 15,0-1 0-15,-3-1 0 0,-4 4 1 16,-8-4-1-16,0 3 1 16,-3 0 0-16,-7-3 1 15,-1 5-1-15,-4-2 0 0,-8-2-1 16,-4-1-1-16,-6 3-1 15,-1-2-1-15,-6-1-1 16,0-2-2-16,-4 0 1 16,-3-1 1-16,-3 1 0 0,-2-2 1 15,2-1 2-15,-8-3 1 16,-2 2-1-16,-2-3 4 16,-1-1 0-16,0-2 0 15,2 0 2-15,0 0 0 0,6 0 1 16,3-2-1-16,7 2 0 15,0-5 1-15,6 5-1 16,7-5-1-16,0 2 1 16,7-1-1-16,0-1 0 15,8 2 1-15,2-2-1 0,0 0 1 16,10 0 2-16,-2 0 1 16,4-3 0-16,4 4 0 15,1-4 1-15,1 1 1 0,12 7-1 16,-11-14 0-16,11 3-3 15,0 4 1-15,0 7-3 16,18-18 2-16,0 8-2 16,1 0-2-16,2-2 1 15,11 2 0-15,-5 1 0 0,10-4 1 16,-4 1-1-16,11 1 0 16,-1 2 1-16,-1-4-1 15,5 3 0-15,-5 3 0 0,8-1 0 16,-10 5-2-16,0 2-7 15,-3-2-8-15,-8 3-20 16,-9 0-27-16,2 3-7 16</inkml:trace>
  <inkml:trace contextRef="#ctx0" brushRef="#br0" timeOffset="132583.51">20450 5660 272 0,'0'0'10'0,"0"0"1"15,0 0 0-15,0 0 1 0,0 0 2 16,0 0 1-16,7 18 1 16,2 4 3-16,0 17-7 15,6 8-3-15,0 18 0 16,5 9 1-16,2 12-3 0,-2 12 0 15,0-2-2-15,-8 6-2 16,0-11-2-16,-3 1 1 16,-7-10-2-16,-2-11 1 15,0-5-1-15,-8-15 0 0,1-7 0 16,2-6 0-16,-2-11-1 16,2-8-1-16,2-3-1 15,-5-7 1-15,8-9-5 0,-2 10 0 16,2-10 0-16,0 0-4 15,0 0 1-15,0 0 3 16,0 0 1-16,0 0 0 16,-10 8 3-16,10-8 2 0,0 0-1 15,0 0 4 1,0 0-2-16,0 0-14 0,0 0-23 16,0 0-30-16,0 0-3 15</inkml:trace>
  <inkml:trace contextRef="#ctx0" brushRef="#br0" timeOffset="133132">22338 5764 263 0,'0'0'9'15,"0"-11"6"-15,0 11 4 16,0-18 3-16,0 8 1 0,0 2 2 16,0-2 1-16,0 3-1 15,0 7-10-15,0 0-4 16,0 0-4-16,0 22-4 0,0 10 0 15,4 16-3 1,0 11-1-16,4 14 1 0,1 13 2 16,4 8-1-16,2 2-1 15,0 3 0-15,0-7 0 16,0-3 1-16,-4-12-1 0,0-8 0 16,-7-12 1-16,0-5-1 15,-4-12 0-15,0-8 0 16,0-13-3-16,-4-1-4 15,2-11-9-15,2-7-28 0,0 0-33 16,0 0-4-16</inkml:trace>
  <inkml:trace contextRef="#ctx0" brushRef="#br0" timeOffset="134289.24">20549 7078 296 0,'0'0'5'0,"0"0"2"15,0 0 0-15,0 0 1 16,0 0-3-16,0 0 1 0,0 4 1 16,0-4 1-16,13 12-5 15,-3-3-2-15,5 2 0 16,2 4 0-16,13 3 3 15,0 2-1-15,12 1 0 0,5 2 0 16,6-3 0-16,4 2-1 16,5-8 1-16,0 4-1 15,5-6 0-15,3-2 1 16,1-7-2-16,9-3 1 0,7 0-1 16,3-7 1-16,9-4 1 15,-2-3-1-15,10 3 0 16,0-3-1-16,-8 2 0 0,-2-1-2 15,-5 1-2-15,-8 2-4 16,-6 1-2-16,-11-4 1 16,-8 3-1-16,-10 3 4 15,-6-4 3-15,-10 4 4 0,-6-3 4 16,-8 5 4-16,-8-2 1 16,-11 7 0-16,10-10 0 15,-10 10-2-15,-5-10-3 16,5 10-2-16,-19-10-1 0,8 5-3 15,0-1-1-15,-1 2-5 16,3 0-8-16,-2-5-11 16,11 9-20-16,-12-12-18 15,12 12-9-15</inkml:trace>
  <inkml:trace contextRef="#ctx0" brushRef="#br0" timeOffset="134383.32">22547 7006 118 0,'0'0'20'16,"0"0"8"-16,-9-3 2 0,9 3 1 15,0 0-1-15,-8-3 0 16,8 3-1-16,-10 0-7 15,10 0-42-15,0 0-42 0,0 0-6 16</inkml:trace>
  <inkml:trace contextRef="#ctx0" brushRef="#br0" timeOffset="135533.03">21379 4295 264 0,'0'0'4'16,"0"0"0"-16,-9-7-3 0,9 7-1 15,0 0-1-15,-8 10 1 16,5 9-1-16,6 17 1 15,9 7-3-15,2 20-2 16,2 13-7-16,2 12-17 0,10 8-21 16,-9 1-9-16</inkml:trace>
  <inkml:trace contextRef="#ctx0" brushRef="#br0" timeOffset="135699.25">21554 5467 329 0,'0'0'2'0,"0"0"0"0,0 0-1 15,0 0-2-15,0 0-7 16,-10-3-12-16,10 3-15 16,0 0-29-16,-11-4-5 0</inkml:trace>
  <inkml:trace contextRef="#ctx0" brushRef="#br0" timeOffset="135816.74">21554 5467 334 0,'25'-14'-1'0,"-25"14"-34"0,0 0-29 16,-10 4-3-16</inkml:trace>
  <inkml:trace contextRef="#ctx0" brushRef="#br0" timeOffset="139532.59">20905 7967 305 0,'0'0'4'0,"0"0"-1"15,-9 0 1-15,0 2 2 16,-3 13 0-16,-8 9 3 16,-2 11 1-16,-5 10 1 15,-3 17 0-15,0 12-1 0,0 13 1 16,8 12-1-16,2 0-2 15,10 5-1-15,8-2-1 16,4-5-1-16,13-3-3 16,9-10 0-16,6-11 0 15,5-10-1-15,3-11 0 0,1-12-1 16,1-11 1-16,5-11-2 16,-5-14 2-16,0-8 0 15,0-16 1-15,-1-12-2 0,0-7 1 16,-1-17 0-16,-3-11 0 15,-3-12-1-15,-2-5 0 16,-3-8 0-16,-7-4 0 0,-5 2 1 16,-10 2 1-16,-5 4 1 15,-13 12-1-15,-6 14 2 16,-11 6-1-16,-10 10-1 16,-2 15 0-16,-2 6-1 15,-4 8-1-15,1 4-1 16,4 8 0-16,1 1-2 0,13 4-5 15,-1 0-6-15,9 8-9 16,7 0-26-16,3 5-26 16,11-1-5-16</inkml:trace>
  <inkml:trace contextRef="#ctx0" brushRef="#br0" timeOffset="139899.68">21050 7929 224 0,'0'0'4'16,"0"0"3"-16,4-1 8 0,13-5 3 15,8 2 2-15,17-3 1 16,13-1 2-16,23-2-1 16,13-1-1-16,18 1-5 15,11 1-6-15,14 3-4 0,5 2-3 16,3 4-1-16,-1 0 0 16,-4 0-1-16,-5 2-1 15,-10 6 1-15,-5-1 0 16,-23-5-2-16,-13 6-3 0,-19-3-3 15,-12 0-1-15,-22-1-8 16,-16 5-20-16,-19-1-37 16,-10 3-4-16</inkml:trace>
  <inkml:trace contextRef="#ctx0" brushRef="#br0" timeOffset="140336.74">20995 9317 252 0,'0'0'2'0,"0"0"2"16,4 0 4-16,6-5 6 15,8 2 3-15,5-2 1 16,6 0 2-16,16 3 0 0,7-3 0 16,17 2-2-16,11 1-4 15,7 2-5-15,7-2-4 16,8-1-2-16,7-3-1 0,6 5 0 15,2-5-2-15,-3 2 1 16,0 1-1-16,1 1 1 16,-9-1-1-16,-8 1 0 15,-10-2-3-15,-15 4-1 0,-13-1 0 16,-18 1-5-16,-15-5-12 16,-13 0-23-16,-14 5-26 15,0 0-5-15</inkml:trace>
  <inkml:trace contextRef="#ctx0" brushRef="#br0" timeOffset="141082.67">23400 8749 442 0,'0'0'1'0,"-7"25"-1"0,-2 0 0 0,0 5 1 16,-3 7-1-16,-6 3 0 16,-5 4 0-16,-4 7-1 15,0-3-1-15,-2-9 0 0,-4-1-1 16,1-7-1-16,-4 3-1 15,2-10 0-15,1-1-1 16,6-6 1-16,3-3-2 16,1-1 0-16,2-6 0 15,5 1-2-15,3-6 0 0,4-2-2 16,9 0-1-16,-16-2-8 16,16 2-22-16,-7-12-12 15,7-1-5-15</inkml:trace>
  <inkml:trace contextRef="#ctx0" brushRef="#br0" timeOffset="141167.42">22920 9205 149 0,'0'0'3'0,"0"0"1"16,0 0-1-16,0 0-4 16,0 0-21-16,0 0-23 15,-5-12 2-15</inkml:trace>
  <inkml:trace contextRef="#ctx0" brushRef="#br0" timeOffset="141616.51">22349 8299 455 0,'0'0'4'0,"9"-16"2"0,-2 7 1 15,-7 9 0-15,16-15 1 16,-16 15 1-16,0 0 1 15,0 17-5-15,-13 15-5 16,-17 10 0-16,-9 8 0 0,-5 7 0 16,-9 10 0-16,-4 2 0 15,2-5 0-15,1-3 0 16,1-7 0-16,12-5 0 0,-2-4 0 16,10-11 0-16,8-6 0 15,6-11-15-15,6-5-27 16,13-12-43-16,0 0-1 0</inkml:trace>
  <inkml:trace contextRef="#ctx0" brushRef="#br0" timeOffset="141850.09">21792 8462 464 0,'0'0'3'15,"0"0"1"-15,0 0-1 16,0 0 1-16,10 10 2 15,10 2 0-15,8 8 1 16,10 7 0-16,10 5-2 16,7 8-3-16,12 6-2 0,1-2 0 15,1 0 0-15,-2-2 0 16,-5-5 0-16,-7-4 0 16,-4-1-4-16,-10-13-36 0,-7-1-42 15,-1-8-2-15</inkml:trace>
  <inkml:trace contextRef="#ctx0" brushRef="#br0" timeOffset="142470.44">23012 7972 327 0,'0'0'8'0,"0"0"4"0,0 0 2 16,0-13 2-16,0 13 2 0,0 0-1 16,13-2 1-16,-6 2 1 15,13 15-7-15,-1 7-4 16,14 8-2-16,1 9-1 16,9 8-1-16,1 12 0 0,4 4 0 15,-1 6-3-15,-2 0 0 16,-8 1 0-16,-2-1 0 15,-10-4 0-15,-5-4-1 0,-10-6 1 16,-5-6-1-16,-5-4 1 16,-8-8 0-16,-1-7-1 15,-7-5 0-15,-2-8-1 16,4-3-2-16,0-3-4 16,-2-4-8-16,4-7-10 0,2 3-15 15,10-3-40-15,-12 4-2 16</inkml:trace>
  <inkml:trace contextRef="#ctx0" brushRef="#br0" timeOffset="146785.43">20358 5659 167 0,'0'0'4'0,"0"0"-2"0,0 0 1 16,0-9 0-16,0 9 2 15,18-12 1-15,-1 2 1 0,3-2 2 16,8-1 1-16,4-4 1 15,10-1 0-15,-5 1-4 16,10-3-12-16,-6 6-22 16,-2-1-24-16,6-1-5 15</inkml:trace>
  <inkml:trace contextRef="#ctx0" brushRef="#br0" timeOffset="150766.57">21432 6369 296 0,'0'0'10'15,"0"0"5"-15,0 0 2 16,0 0 3-16,0 0 5 0,0 0 0 15,0 0 2-15,0 0 0 16,0 0-8-16,0 0-5 16,0 0-3-16,0 0-6 15,0 0-5-15,7 12 0 0,-2 0 0 16,1 6 0-16,3-1 0 16,3 5 0-16,-1 0 0 15,6 3 0-15,-2-5 0 0,0-1 0 16,-2-1 0-1,-1-3 0-15,-3-5 0 0,-3-3 0 16,-6-7 0-16,14 11 0 16,-14-11 0-16,0 0 0 15,0 0 0-15,12-5 0 0,-6-8 0 16,1 1 0-16,5-8 0 16,9-8 0-16,1 1 0 15,13-12 0-15,0-3 0 0,7 0 0 16,-3 0 0-16,6 1 0 15,-5 8 0-15,-6-3 0 16,-4 14 0-16,-10 5 0 16,-5 6 0-16,-4 3 0 15,-11 8 0-15,0 0 0 0,0 0 0 16,0 0 0-16,0 0 0 16,0 0 0-16,0 0 0 15,0 0 0-15,0 0 0 16,0 0 0-16,0 0 0 0,0 0 0 15,0 0 0-15,0 0 0 16,-3 4-59-16,-3 6-35 16</inkml:trace>
  <inkml:trace contextRef="#ctx0" brushRef="#br0" timeOffset="154568.54">24013 6817 312 0,'0'0'4'16,"0"0"1"-16,-15-6 2 16,1 6 3-16,-7 0 1 0,0 8 1 15,-7 8 2-15,-4 3 0 16,-3 13-3-16,2 10-1 15,-1 11-2-15,6 6-2 16,4 5-2-16,6 9 0 16,9 0-2-16,2 2 0 15,11-3 0-15,11-1-1 0,10-4 1 16,7-2-2-16,12-11 1 16,9-4 0-16,4-11-1 15,5-8 1-15,0-14-1 0,5-8 0 16,-2-9 0-16,-1-9 1 15,-4-8-1-15,-5-8 0 16,-3-5 1-16,-5-10 0 16,-2-3 1-16,-10-3-1 0,-5-12 1 15,-3 2 0-15,-10-6-1 16,-5-2 0-16,-6 2 2 16,-6 0-1-16,-7 5 0 0,-11 7 0 15,-2 6 0-15,-10 4 1 16,0 8-1-16,-5 0 0 15,-4 7-1-15,-3 2 0 16,1 4-1-16,2 1 0 16,4 6 0-16,1-1-1 0,1 6-2 15,8 0-6-15,3 7-7 16,5 0-20-16,-1 2-42 16,18-2-3-16</inkml:trace>
  <inkml:trace contextRef="#ctx0" brushRef="#br0" timeOffset="155100.14">23509 6611 285 0,'0'0'7'16,"0"0"3"-16,0 0 3 16,0 0 2-16,-5-12-1 0,5 12 0 15,0 0 1-15,0 0 1 16,10 5-5-16,5 2-4 16,10 9-3-16,5 0 0 15,9 7-1-15,14-1 1 0,2 6 0 16,7 1-2-16,5-2 0 15,-1 5-1-15,4-1 0 16,-8-2 0-16,-5 1 0 16,-4-2-1-16,-9-4 0 0,-6 1 1 15,-12-8-2-15,-3 1 0 16,-8-8-3-16,-5-1-2 16,-10-9-6-16,0 0-36 15,0 0-25-15,0 0-5 16</inkml:trace>
  <inkml:trace contextRef="#ctx0" brushRef="#br0" timeOffset="155616.74">23422 6629 322 0,'0'0'7'0,"0"0"1"0,0 0-1 15,-10-6-1-15,10 6 1 16,-19 4 1-16,1 5 0 16,-5 9 0-16,-1 4-5 15,-6 5-2-15,-2 12 2 16,0 9-1-16,-6 1 1 0,8 9-1 15,-1-2 0-15,8 1-1 16,3 0 0-16,2-5 0 16,11 3 0-16,-2-5 0 15,9-7-1-15,4 0 1 16,5-6-1-16,4 1 1 0,7-6 0 16,-5-2-3-16,4-9-3 15,-3-1-3-15,2-2-12 16,-9-3-19-16,-2-5-33 0,1-3-3 15</inkml:trace>
  <inkml:trace contextRef="#ctx0" brushRef="#br0" timeOffset="155935.39">23057 7550 310 0,'0'0'0'0,"0"0"1"16,0 0 2-16,5 10 1 15,4-4 2-15,12 3 2 16,4 4 1-16,9 2 1 15,11 1 1-15,10 4 0 0,4 0-1 16,7 0-2-16,8 0-2 16,-5 3-5-16,-1-9-6 15,-2 6-12-15,-11-5-23 16,-8 0-31-16,0-1-6 0</inkml:trace>
  <inkml:trace contextRef="#ctx0" brushRef="#br0" timeOffset="156083.29">23850 7810 343 0,'0'0'4'0,"0"0"2"16,0 0 1-16,0 0 2 15,7 3-1-15,-7-3 0 16,0 0-3-16,0 0-6 16,0 0-31-16,19 5-38 0,-19-5-4 15</inkml:trace>
  <inkml:trace contextRef="#ctx0" brushRef="#br0" timeOffset="156616.74">24030 7127 438 0,'0'0'4'0,"0"0"1"16,0 0 1-16,-7-5 0 15,-5 5 1-15,-6 5 0 16,-9 7 0-16,-5 5 1 16,-5 8-4-16,-8 3-2 0,-2 6 1 15,-6 6-1-15,2 2 0 16,1-3 0-16,3-1-1 0,2-2-1 16,0-6-2-16,11 1-1 15,-2-9-6-15,14-8-10 16,0 1-32-16,6-8-32 15,16-7-2-15</inkml:trace>
  <inkml:trace contextRef="#ctx0" brushRef="#br0" timeOffset="156832.65">23368 7136 432 0,'0'0'6'0,"0"0"-2"0,0 0 1 15,0 0 2-15,0 3 2 16,12 12 0-16,13 0 1 16,14 13 1-16,14-1-4 15,11 9 0-15,16 7-3 0,10 4-4 16,4 5 0-16,3-5 0 16,2 0-80-16,-12-2-5 15</inkml:trace>
  <inkml:trace contextRef="#ctx0" brushRef="#br0" timeOffset="188650.02">18445 10703 321 0,'0'0'9'15,"0"0"3"-15,0 0 4 0,0 0 3 16,0 0 1-16,0 0 0 15,-9 0 2-15,9 0 0 16,-11-2-8-16,11 2-4 16,-12 0-2-16,12 0-4 0,-10 5 0 15,10-5-2-15,-10 13-1 16,2-4 0-16,5 0-1 16,2 0 0-16,1 1 0 15,0-2 0-15,0-8 1 0,12 10 0 16,-4-8 0-16,4-2 0 15,2 0 1-15,2-2-2 16,-2-8 0-16,2 2 0 0,-4-2 0 16,-2-3 0-16,-3 4 0 15,-4-3 0-15,-3 1 0 16,0 2 0-16,-10 1 0 16,-3 3 0-16,-1 5 0 15,-4 0 0-15,-1 3 0 0,1 4 0 16,0 3 0-16,1 3 0 15,8-1 0-15,-2-3 0 16,9 1 0-16,2 0 0 0,0-10 0 16,15 11 0-16,-4-11 0 15,8 0 0-15,-2-3 0 16,3-5 0-16,-3-2 0 16,-2 0 0-16,-3 3 0 15,-7-2 0-15,-5 9 0 0,0-16 0 16,0 16 0-16,-12-5 0 15,-2 3 0-15,1 2 0 16,-2 0 0-16,4 5-31 16,11-5-54-16,0 0-3 0</inkml:trace>
  <inkml:trace contextRef="#ctx0" brushRef="#br0" timeOffset="189450.15">18771 9604 201 0,'0'0'5'0,"0"0"5"16,0 0 5-16,0 0 5 0,7 8 3 15,-7-8 4-15,0 0 2 16,10 7 1-16,-10-7-1 16,0 0-6-16,0 0-3 15,2 14-4-15,-2-6-2 0,-2 12-3 16,-4 2-2-16,0 13-2 16,-7 7-1-16,-2 8-1 0,0 9-1 15,-2 3-1-15,-5 7-1 16,-1-1-2-16,1-2 2 15,4-4-2-15,-2-5 0 16,6-7 0-16,2-6 0 16,1-7 0-16,6-7-3 0,-2-6-1 15,2-6-4-15,3-6-5 16,2-12-7-16,0 13-10 16,0-13-48-16,-2-5-6 0</inkml:trace>
  <inkml:trace contextRef="#ctx0" brushRef="#br0" timeOffset="190025.87">18436 10362 390 0,'0'0'8'0,"0"0"2"15,0 0 3-15,0 0 0 0,0 0 0 16,0 0 1-16,0 0-2 15,0 0 1-15,2 6-7 16,-2 2-3-16,2 5-1 16,1 5-1-16,-1 4-1 0,1 3 1 15,-1 2 1-15,-2-2-1 16,2 0-1-16,1-3 0 16,-3 0 0-16,2-7 0 15,-2 0 0-15,0-5 0 0,0-10 0 16,0 11 0-16,0-11 1 15,0 0 1-15,18-4 0 16,-6-6 0-16,6-2 0 16,4-1-2-16,4-4 0 15,2 0 0-15,2-4 0 0,-5 4 0 16,-2 5 0-16,-3 0 0 16,-5 4 0-16,-2 1 0 15,-13 7 0-15,9-8 0 0,-9 8 0 16,0 0 0-16,0 0 0 15,0 0 0-15,0 0 0 16,-7 0-5-16,-11 3-79 16,18-3-3-16</inkml:trace>
  <inkml:trace contextRef="#ctx0" brushRef="#br0" timeOffset="193516.67">16894 10746 215 0,'0'0'8'16,"0"0"5"-16,0 0 6 0,0 0 3 15,3-8 0-15,-3 8 1 16,0 0-2-16,0 0-1 15,0 0-6-15,0 0-5 0,15 0-6 16,3 13-2-16,7 4-2 16,12 5-1-16,12 3 2 15,8 3 0-15,18 4-3 16,4 0-5-16,13 0 1 0,5 5-6 16,3-5-1-16,-1 6-2 15,0-6-6-15,-2 5-1 16,-5-2 1-16,-2 4 2 0,-6-4-12 15,1 3-14-15,-13-4-14 16</inkml:trace>
  <inkml:trace contextRef="#ctx0" brushRef="#br0" timeOffset="194350.12">16987 10766 245 0,'0'0'8'16,"0"0"3"-16,5-10 4 16,-5 10 4-16,2-13 1 0,-2 13 2 15,3-10 1-15,-3 10 1 16,0-14-8-16,0 14-5 15,0 0-7-15,0 0-2 0,0 0-2 16,20 2-2-16,1 8 0 16,7 2 0-16,9 6 0 15,8 2 2-15,10 5 1 16,5 0 0-16,4 4 0 16,-2-2 0-16,2 4-1 0,1-5 1 15,-5 4 1-15,-3-3 0 16,-2-2-1-16,-3 2 1 15,-2-7-1-15,-8 5 1 16,-5-8 0-16,-5 0-1 0,-2-2-1 16,-3-3 0-16,-5-2-1 15,-3 0-3-15,-7-2-2 16,0-2-4-16,-2-5-4 16,-10-1-8-16,10 3-20 0,-10-3-31 15,0 0-5-15</inkml:trace>
  <inkml:trace contextRef="#ctx0" brushRef="#br0" timeOffset="194550.3">17675 11064 402 0,'0'0'1'0,"0"0"0"0,0 0-1 15,7-3 0-15,6 3 0 16,-1 0 0-16,6 0 1 16,6 0-3-16,-2 3-7 0,6 1-11 15,2 6-36-15,-5-3-13 16</inkml:trace>
  <inkml:trace contextRef="#ctx0" brushRef="#br0" timeOffset="194966.13">16860 10689 249 0,'0'0'3'0,"0"0"1"16,8 0 2-16,-1 0 2 0,12 0 4 16,1 0 2-1,12 5 1-15,11 4 2 0,9 7-3 16,13-2 0-16,7 9 0 16,15-1-4-16,5 7-2 15,10 4-4-15,-3-3-1 0,3 1-1 16,-5 5 1-16,-2-6-1 15,-6-1 1-15,-5-1-1 16,-9-1 0-16,-11-5 0 0,-5 0 0 16,-9-5 0-16,-12-1-3 15,-5-4 0-15,-12-2-1 16,-5-5-5-16,-16-5-2 16,9 10-12-16,-14-10-49 15,5 0-3-15</inkml:trace>
  <inkml:trace contextRef="#ctx0" brushRef="#br0" timeOffset="195133.65">17868 11064 303 0,'0'0'-1'15,"0"0"0"-15,0 0 1 16,0 0 0-16,9 4 0 15,-9-4-4-15,19 5-23 0,-4 0-32 16,-5-1-3-16</inkml:trace>
  <inkml:trace contextRef="#ctx0" brushRef="#br0" timeOffset="195536.54">16845 10774 286 0,'0'0'7'16,"0"0"4"-16,0 0-1 15,0 0-2-15,0 0 1 16,5-3 0-16,10 6 2 0,7 12-1 15,13 2-5-15,15 5-2 16,12 10-1-16,20 2 3 16,17 9 0-16,18 1 1 15,4-1-2-15,11 4 0 0,0-3-3 16,-13 0-1-16,3-4-1 16,-17-2 0-16,-19-6-3 15,-16-5-2-15,-16-5-1 16,-13-4 2-16,-16-7 2 0,-8-2 3 15,-17-9 2-15,0 0 0 16,-10 8 1-16,-10-8 1 16,3 0-8-16,-8 0-59 15,7 0-4-15</inkml:trace>
  <inkml:trace contextRef="#ctx0" brushRef="#br0" timeOffset="197433.49">19454 13815 339 0,'0'0'0'0,"0"0"2"0,0 0 1 16,3 12 1-16,-1 4 4 15,0 3 4-15,-2 16 3 16,0 5-1-16,-7 17 3 16,0 7-1-16,-11 13 0 0,-2 4-1 15,-8 11-2-15,-4 8-4 16,-6 1-2-16,0 5 0 16,-10 1-1-16,1 2-2 0,-3-3 0 15,-5 6-4-15,6-10 0 16,-1-4 0-16,1-1 0 15,6-13 0-15,6-4 0 16,7-11 0-16,3-7 0 0,8-12 0 16,3-8-3-16,4-10-18 15,10-12-19-15,7-10-45 16,-5-10 0-16</inkml:trace>
  <inkml:trace contextRef="#ctx0" brushRef="#br0" timeOffset="198266.36">20485 13746 186 0,'0'0'8'0,"0"0"7"0,0 0 1 15,0 0 3-15,0 0 2 0,0 0 0 16,2-10 1-16,-2 10 2 15,0 0-8-15,0 0-4 16,0 0-2-16,0 0-3 16,0 0-1-16,0 0-1 15,8-3-1-15,-8 3 0 0,5 10 1 16,0 3 1-16,0 4 0 16,0 3 1-16,2 9-1 15,4 9 1-15,-2 4-1 16,7 8-1-16,-4 1-1 15,5 10-1-15,-2 0 0 0,3 1 0 16,-2 0-1-16,2-3 0 16,-1 1-1-16,3-4 1 15,-5-1 0-15,3-3 0 0,-1 0-1 16,0-2 0-16,-1 2 1 16,-2-8-1-16,4 4 0 15,-1-4-1-15,1-4 0 0,-2-1-3 16,2-4-2-16,0-4-3 15,-1-3-6-15,3 0-9 16,-1 2-54-16,-1-14-3 16</inkml:trace>
  <inkml:trace contextRef="#ctx0" brushRef="#br0" timeOffset="198883.35">20463 13058 289 0,'0'0'8'0,"0"0"1"0,0 0 0 15,0 0 1-15,0 0 1 16,-6 8 1-16,6 13 3 16,0 6 2-16,0 18-6 15,0 4-3-15,0 15 1 0,0 8 0 16,6 6-1-16,-3 1-1 16,1-5-3-16,1 1-1 15,1-9 0-15,3-2-1 16,1-9-4-16,-5-10-6 15,2-3-18-15,6-10-48 0,-3-8-2 16</inkml:trace>
  <inkml:trace contextRef="#ctx0" brushRef="#br0" timeOffset="199416.75">19390 13141 285 0,'0'0'2'0,"0"0"1"0,0 0 4 15,0 0 1-15,0 11 4 16,0 3 2-16,0 11 0 0,-3 7 0 16,-3 13 0-16,2 7-1 15,-1 7-3-15,0 3-2 16,3 5-4-16,-1-3 0 15,3-2-1-15,0-5-1 16,0-7 0-16,0-5-4 0,0-10-6 16,0-4-10-16,0-13-41 15,5 3-14-15</inkml:trace>
  <inkml:trace contextRef="#ctx0" brushRef="#br0" timeOffset="200233.67">20609 14110 247 0,'0'0'6'0,"2"15"5"0,4 0 0 16,-1 7 6-16,0 3-1 16,2 7 2-16,3 8 0 15,0 4 1-15,5-1-4 0,0 1-4 16,4 6-4-16,2-3-2 15,1 5-2-15,0-2 0 16,-2 6-1-16,3 1 1 16,-1 7 1-16,5 1 0 0,-2 8 1 15,7 0 1-15,6 7-1 16,6-1 2-16,7 3 0 16,5-1-1-16,8 3-1 15,2 1 0-15,1-1-1 0,2-2 0 16,-2-4-1-16,-3 1 0 15,1-2-1-15,-5-7 0 16,-5-3-1-16,-3-7 0 0,-5-8 0 16,-7-6-1-16,-5-8 0 15,-10-9-1-15,-6-5 0 16,-6-10-1-16,-6-2-2 16,-7-12-5-16,0 0-7 15,-4 5-22-15,-9-10-40 0,3-4-5 16</inkml:trace>
  <inkml:trace contextRef="#ctx0" brushRef="#br0" timeOffset="200983.63">16711 16672 213 0,'0'0'8'0,"0"0"2"0,15 2 3 16,10 0 2-16,4 1 0 15,24-1 3-15,21 1-2 16,20-3 2-16,23 3-8 0,30-1-3 16,19-2-2-16,34 0-2 15,21 0 0-15,25 0 0 16,16-2 2-16,32-1 1 15,19 0 0-15,20-2 1 0,17 1 0 16,15-1-1-16,8-3-3 16,4 3-4-16,-4-5-1 15,-15 6-1-15,-8-5-1 16,-31 8 1-16,-22-5-1 0,-35 5 1 16,-28 1 3-16,-36 0-1 15,-34 1-7-15,-29-1-24 16,-31 6-39-16,-35-6-1 15</inkml:trace>
  <inkml:trace contextRef="#ctx0" brushRef="#br0" timeOffset="201650.69">19611 16783 399 0,'0'0'5'0,"0"0"1"15,0 0 1-15,0 0 0 16,-3 4 2-16,-2 10 1 16,3 8 2-16,-4 10 0 0,1 7-3 15,3 14-2-15,2 4 1 16,0-20-2-16,0 1-1 16,0 3-2-16,5 4-1 0,-3-6 0 15,4 8-3-15,-4-5-1 16,3 2-2-16,-2 2-2 15,-1-6-8-15,3-4-12 16,-3 2-32-16,-2-11-25 0,0-3-2 16</inkml:trace>
  <inkml:trace contextRef="#ctx0" brushRef="#br0" timeOffset="202316.4">19531 16833 402 0,'0'0'1'0,"0"0"-1"0,5-15 0 16,5 8 1-16,0-3 0 15,8-4 2-15,9 3 0 16,10-2 0-16,5 1 0 0,13 4 1 16,14 3 0-16,11 3 0 15,14 2-1-15,9 0 0 16,15 0 0-16,2 2-2 0,6 1 0 15,6-1 1-15,0 1-2 16,0-3 1-16,-3 0-1 16,-8 0 0-16,-6 0 1 15,-9 0-1-15,-14 0 1 16,-17 0 1-16,-10 0 0 0,-16 0 1 16,-17 0 1-16,-7 0 1 15,-12 0 1-15,-13 0-1 16,0 0 0-16,3 10-1 0,-9 0 0 15,-4 3-1 1,-2 4-1-16,-6 2-1 0,2 9 0 16,-2 2 0-16,-2 1 0 15,3 7 0-15,1 1 1 16,1 6-1-16,6-1 1 0,3-22-2 16,2 6 0-16,1-3 0 15,-2 4 0-15,1 1-1 16,1 0 1-16,-2-1-1 15,0 4 1-15,2-3 0 16,-4 2 0-16,-3-3-1 0,0-1 1 16,-5-1-1-16,-2-2 0 15,-5-3 0-15,-3 0 0 16,-5-2 0-16,-5-5 0 0,-5 0 1 16,-9-8 0-16,-6 1-1 15,-7-3 1-15,-5-3 0 16,-11-2 0-16,-5 0 0 15,-7 0 0-15,-2-2 0 16,-7-3 1-16,-5 5-1 0,1-5 1 16,2 2-1-16,-2 1-1 15,4-3-4-15,10 2-13 16,-1-1-60-16,16-7-4 16</inkml:trace>
  <inkml:trace contextRef="#ctx0" brushRef="#br0" timeOffset="203116.64">20273 16575 271 0,'0'0'6'0,"0"0"4"0,0 0 4 16,0 5 3-16,0-5 4 15,0 0 0-15,0 0 5 16,-7-7-1-16,5-8-4 0,-5-3-4 15,2-10-4-15,-7-3-2 16,4-12-3-16,-4-3-1 16,-6-9-2-16,3-9-1 15,-2-3-1-15,2-5-1 0,-3-6 1 16,9 1-1-16,-2 0 0 16,6 2 0-16,0 6-2 15,3 12 0-15,-3 4 0 16,5 16 0-16,0 8 0 0,0 9 0 15,0 10 0-15,0 10 0 16,0 0 0-16,0-11 0 16,0 11 0-16,0 0 0 15,0 0 0-15,-2 6 0 0,2-6 0 16,-3 11 0-16,3-11 0 16,0 11-10-16,0-11-3 15,-2 10-5-15,2-10-7 16,0 0-15-16,-15 5-41 15,15-5-2-15</inkml:trace>
  <inkml:trace contextRef="#ctx0" brushRef="#br0" timeOffset="203249.88">20055 15537 353 0,'0'0'7'15,"0"0"4"-15,0 0 2 16,0 0 0-16,0 0 0 0,0 0 0 16,0 0-1-16,0 0-1 15,0 0-9-15,-5 10-17 16,0 1-40-16,5-11-21 0,-2 11-5 15</inkml:trace>
  <inkml:trace contextRef="#ctx0" brushRef="#br0" timeOffset="204168.37">19381 14695 196 0,'0'0'7'0,"0"0"5"0,0 0 6 15,6 0 3-15,-6 0 5 16,0 0 0-16,12 0 3 15,-12 0-2-15,0 0-6 16,0 0-7-16,0 0-5 16,5 7-2-16,-5 13-4 15,0 7-3-15,0 6-1 0,0 12 1 16,2 0 1-16,1 13 1 16,3 2-1-16,-4-1 0 15,0 0-1-15,1-5 1 0,-1-1-1 16,-2-6 0-16,0-5-1 15,0-5-3-15,0-5-5 16,-7-4-4-16,7-8-7 0,-6-5-1 16,6-3-8-16,0-5-30 15,0-7-16-15</inkml:trace>
  <inkml:trace contextRef="#ctx0" brushRef="#br0" timeOffset="205350.31">19307 14695 146 0,'0'0'5'16,"0"0"2"-16,0 0 2 15,0 0 2-15,8 7 1 0,-8-7 1 16,13 0 0-16,-4 0 2 16,7-3-5-16,0 1-1 15,8 0-3-15,5-2-2 16,6 4 1-16,9-1-3 0,4-4-1 15,4 3 0-15,2-6-2 16,8 5 1-16,0-4 0 16,3 0 0-16,0-1 0 15,2 3 1-15,-5 0-2 16,0 0 0-16,-4 0 0 0,-5 4 0 16,-5 1-1-16,-4-4-2 15,-14 4 1-15,-2 0 0 16,-11 0 1-16,-2 0 1 0,-8 0 2 15,-7 0 1-15,0 0-2 16,11 0 2-16,-11 0 0 16,0 0-1-16,0 0 0 15,0 0-2-15,0 0-1 0,0 0-1 16,0-10 2-16,0 10 0 16,0 0 0-16,0 0 2 15,0 0 1-15,0 0 3 16,0 0 3-16,0-7 1 15,0 7 3-15,0 0 2 0,0 0-1 16,0 0 2-16,0 0-4 16,0 0-2-16,0 0-4 15,0 0-1-15,0 0-2 16,7 10-2-16,-5 2 0 0,6 5 0 16,0 11 0-16,-1 5 2 15,3 6 1-15,0 7 3 16,0 2-3-16,2 4 1 0,-2-2-1 15,-2 1 2-15,-1-2-2 16,0-6-1-16,-2 2-1 16,1-11 0-16,-4 1 0 15,3-5-1-15,-5-5 0 0,0-6-1 16,0 1 0-16,0-7-1 16,0-4 0-16,0-9 0 15,-5 13 0-15,5-13-1 16,0 0 1-16,0 0 2 0,0 0 0 15,0 0 0 1,-8 3 1-16,8-3-1 0,0 0 1 16,0 0-1-16,0 0 0 15,0 0-1-15,0 0 1 16,0 0-1-16,-10-3-2 0,10 3-3 16,0 0-6-16,0 0-19 15,0 0-36-15,0 0-5 16</inkml:trace>
  <inkml:trace contextRef="#ctx0" brushRef="#br0" timeOffset="207219.62">19473 13025 253 0,'0'0'4'0,"0"0"3"16,0 0 3-16,-7-13 3 16,7 13 1-16,0 0 0 15,-2-9-1-15,2 9-1 16,0 0-2-16,0 7-3 16,0 13-3-16,2 5-2 0,-2 7-2 15,4 10 0-15,-1 2 2 16,3 9-1-16,-1 1 1 15,-3 6-1-15,3-6 1 16,-2-2-1-16,-1 0 1 16,-2-7-1-16,0-1 1 0,0-6-1 15,0-6-3-15,0-7-4 16,0-8-5-16,0-2-1 16,-2-6 0-16,2-9-11 0,-3 10-18 15,3-10-19-15,0-10-13 16</inkml:trace>
  <inkml:trace contextRef="#ctx0" brushRef="#br0" timeOffset="208049.77">19447 13069 220 0,'0'0'3'0,"0"0"2"0,7-3 1 16,-7 3 2-16,10-1 2 0,-4-5 1 15,15 5 0-15,4-7 2 16,3 3-3-16,9 0-2 15,2-2-2-15,11 2-1 16,-1 2-2-16,6-2 0 16,-2 3-2-16,-1 2 0 0,-3-3 0 15,-6 3-1-15,-1 0 0 16,-7 0 0-16,-3 0 0 16,-5 0 0-16,-9 0 1 15,-1 0 0-15,-10 0 1 0,6 0 1 16,-13 0 0-16,0 0 1 15,0 0 1-15,0 0-2 16,0 0 0-16,0 0-2 16,0 0-1-16,-7 7-2 0,7-7 0 15,-13 11-1-15,11-4 0 16,-6 8 0-16,6 2 1 16,-3 5 2-16,5 6 0 15,0 3 1-15,0 5 0 0,7 1 1 16,1 8-1-16,4-4 1 15,-2 1 0-15,2 1 0 16,1-1 1-16,-1 0 0 16,-2-2-1-16,1-3 0 0,-4-8-1 15,0 0 1-15,-2-4-1 16,-4 0 0-16,3-7 0 16,-4-3-1-16,0-3 2 15,0 0-2-15,0-4 0 0,0-8 1 16,-5 15 1-16,5-15-1 15,-5 10 0-15,5-10 0 16,0 0 0-16,0 0 1 0,0 0-1 16,0 0 1-16,-10 5-1 15,10-5 0-15,0 0 0 16,0 0 0-16,0 0 1 16,0 0-2-16,0 0 1 0,0 0-1 15,0 0 0-15,0 0 0 16,0 0-1-16,0 0-1 15,0 0 1-15,0 0 1 16,0 0-1-16,0 0-2 16,0 0-5-16,0 0-8 15,-7 0-26-15,7 0-26 0,0 0-5 16</inkml:trace>
  <inkml:trace contextRef="#ctx0" brushRef="#br0" timeOffset="208900.11">19636 12989 206 0,'0'0'9'0,"0"0"5"16,0 0 2-16,0 0 2 16,0 0 0-16,7-8 1 0,-7 8-1 15,12-5 3-15,1 5-9 16,1-4-3-16,9 4-3 16,2-1 0-16,10 1-1 15,4-3-2-15,9 1 1 0,-4 0-1 16,11-1-2-16,-5 0 0 15,2 1 0-15,-5-3-1 16,-3 5 1-16,-1-3-2 16,-13 3 1-16,-3 0-1 15,-10 0 0-15,1 0-1 16,-18 0 0-16,10 0 1 0,-10 0 1 16,0 13 0-16,0-3 1 15,-2 8 0-15,-1 1 1 16,1 8 1-16,-1 4-1 0,3 7 1 15,0 5-1-15,0 4 0 16,5 2 0-16,0-5 1 16,0 6-1-16,0-3 1 15,2 1 0-15,-1-4 0 0,1-2-1 16,-2-2 0-16,2-5 0 16,-2-3-1-16,3-5 0 15,-4 0-1-15,1-9 0 16,0-4-1-16,-2-4 2 0,-1 0-1 15,-2-10 2-15,0 0 1 16,2 8 2-16,-2-8 1 16,0 0 0-16,-4 0 0 15,4 0-1-15,-20 0 0 16,7 0-1-16,-6 0-2 0,-3 0-1 16,-8 0-2-16,-5 0 1 15,-8 0 0-15,-1 4-1 16,-6-1-1-16,-2 2-2 0,-3 2-3 15,-4-1-5-15,1 1-10 16,1-5-37-16,8 5-18 16,-1-1-5-16</inkml:trace>
  <inkml:trace contextRef="#ctx0" brushRef="#br0" timeOffset="209349.59">18689 12968 202 0,'0'0'5'0,"0"0"4"0,-10 0 3 16,10 0 1-16,0 0 1 0,0 0 1 16,0 0 2-16,0-4 2 15,12-2-3-15,18-1-3 16,18-3 0-16,16-3-2 15,20-1-1-15,30 2-1 0,26-8-1 16,24 4-2-16,12 2-3 16,23-1-2-16,7 3 0 15,6 3-1-15,1 2 1 16,-12 3-1-16,-12-1-2 0,-13 5-3 16,-9-3-7-16,-23 1-13 15,-15 7-43-15,-24-5-5 16</inkml:trace>
  <inkml:trace contextRef="#ctx0" brushRef="#br0" timeOffset="209516.23">20015 12862 439 0,'0'0'-7'0,"0"0"-8"15,0 0-25-15,10-3-35 16,10 3-3-16</inkml:trace>
  <inkml:trace contextRef="#ctx0" brushRef="#br0" timeOffset="211917.14">19218 12923 296 0,'0'0'7'16,"0"0"4"-16,0 0 4 0,0 0 0 16,0 0-1-16,0 0 1 15,0 0 0-15,-3 10 0 16,1 18-7-16,2 8-3 16,0 10-4-16,2 13 0 0,3 10 1 15,6 13 0-15,-2 2 1 16,3 1-1-16,-1-2 1 15,1 2-1-15,-5-6-2 16,-2-5 0-16,-2-3-3 0,2-11-8 16,-5-10-13-16,-5 0-48 15,5-10-5-15</inkml:trace>
  <inkml:trace contextRef="#ctx0" brushRef="#br0" timeOffset="212450.36">19310 13020 312 0,'0'0'9'0,"0"0"1"0,0 0 0 16,0 0 0-16,0 0 0 15,-3 13 3-15,3 9 2 16,-2 13-1-16,0 12-7 16,-1 14-3-16,1 12 2 15,-1 15 1-15,3 6 0 0,0 5-2 16,0-1-2-16,0-2 1 16,0-2-1-16,0-5 0 15,0-4-1-15,0-10-1 16,-2-9 0-16,-1-5-1 0,0-4 0 15,-2-12 0-15,-2-5 0 16,2-8 0-16,0-2 0 16,-3-9 0-16,1 0 0 0,-3-4 0 15,3-5 1-15,-6 4-1 16,4-7 1-16,-1 2-1 16,-3-4 1-16,6 0-1 15,0 4 1-15,-4-2-1 0,4 1 0 16,-3 5 0-16,3 0 0 15,-6 5 0-15,3 2 0 16,-3 3 1-16,-1 4-1 16,-4 1 1-16,1 5-1 0,-3-1-3 15,-5-3-9-15,3-2-40 16,0 3-25-16,-3-7-2 16</inkml:trace>
  <inkml:trace contextRef="#ctx0" brushRef="#br0" timeOffset="212882.12">20485 13114 170 0,'0'10'-9'0,"13"13"-39"0,-11 7-3 0</inkml:trace>
  <inkml:trace contextRef="#ctx0" brushRef="#br0" timeOffset="-213227.71">18709 10562 197 0,'0'0'6'0,"-9"-9"3"0,5 2 2 15,-1-8 1-15,-2-1 5 16,-6-3 2-16,1 1 3 15,0-6 0-15,-1-1-4 0,-4 5-3 16,-3 0-1-16,-8 7-1 16,-4-1-4-16,-5 9-3 15,-8 2-2-15,-7 6-1 16,-10 12 0-16,-8 7-1 16,-2 10 1-16,-2 8 1 0,-1 12 0 15,1 8 0-15,7 9 0 16,7 10 0-16,12 2 2 15,16 6 1-15,12-3-3 16,18-1 0-16,10-7 0 16,16-6 0-16,14-11 0 0,13-7-1 15,9-13-1-15,18-6 0 16,1-13-2-16,5-10 1 16,6-8-2-16,-3-9 1 0,5-11-1 15,-5-7 0-15,-1-8 0 16,-8-8 1-16,-7-1 1 15,-6-7 2-15,-8-3 1 0,-9-3 1 16,-6-4 0-16,-12-6 0 16,-8-7 0-16,-12-4 0 15,-10-6 2-15,-5-2-2 16,-15 2-1-16,-10 3-4 16,-9 4 0-16,-12 11 0 0,-7 14 0 15,-20 12 0-15,-4 10 0 16,-15 15 0-16,-4 13 0 15,-7 7 0-15,2 10 0 16,11 19-24-16,11 1-61 0,14 5-3 16</inkml:trace>
  <inkml:trace contextRef="#ctx0" brushRef="#br0" timeOffset="-210946.7">15068 5415 236 0,'0'0'6'0,"-10"-10"-1"15,-4 5 6-15,-6-3 0 16,-8 4 1-16,-4-4 0 16,-12 4 2-16,-6-2 2 0,-8 6-4 15,-8 14 1-15,-1-3-3 16,-13 9 1-16,1 1 0 15,-6 13 1-15,-5 0-2 0,1 13 1 16,-3 3-3-16,7 9 0 16,4 10 1-16,3 8-3 15,11 13 0-15,10 0 0 16,15 13-1-16,10-1-1 0,19-1-1 16,13-2 0-16,15-5 0 15,23-7 0-15,14-5 0 16,17-13-1-16,10-12 0 0,11-8 0 15,8-14 0-15,1-11 1 16,5-10-2-16,-3-14 1 16,3-8 0-16,1-14-1 15,3-11 0-15,-3-6 1 16,3-6 0-16,-5-4-1 16,0-3 0-16,-5 0 0 0,-12-8 0 15,-4 6 0-15,-15-8 0 16,-12 0-1-16,-8-5 0 15,-12-5 3-15,-11-5-3 16,-11-7 0-16,-10 0 0 0,-6-4 0 16,-17 7 0-16,-11-1 0 15,-12 8 0-15,-10 10 0 16,-13 4 0-16,-13 13 0 0,-10 8 0 16,-7 11 0-16,-11 6 0 15,-5 7 0-15,1 2 0 16,1 12 0-16,6-2 0 15,15 7 0-15,9 7 0 0,13 6 0 16,19 3 0-16,16 5 0 16,25 9-31-16,14 3-51 15,23-1-3-15</inkml:trace>
  <inkml:trace contextRef="#ctx0" brushRef="#br0" timeOffset="-210030.35">13938 6589 215 0,'0'0'7'0,"0"0"5"16,-13 5 5-16,4-5 2 16,-1 5 3-16,-1-2 2 15,11-3 0-15,-16 5-2 16,16-5-5-16,-11 0-5 16,11 0-3-16,20 7-4 0,10-7-2 15,20 0-1-15,15 0 1 16,24-3 0-16,17-6 0 15,21-4 0-15,13-9-1 0,3 2 0 16,11-10-1-16,-2 5-1 16,-10 0-2-16,-13 4-1 15,-12-2 0-15,-13 3-3 16,-12 6-4-16,-12 1-7 0,-16 6-15 16,-11 2-13-16,-19-3-12 15,-6 8-17-15</inkml:trace>
  <inkml:trace contextRef="#ctx0" brushRef="#br0" timeOffset="-209862.25">14952 6572 110 0,'0'0'-39'0,"10"0"0"16</inkml:trace>
  <inkml:trace contextRef="#ctx0" brushRef="#br0" timeOffset="-202742.87">14417 6319 338 0,'0'0'8'0,"0"0"5"16,3-8 3-16,-3 8 3 15,0 0 0-15,8-9 2 16,-8 9 1-16,0 0 0 0,7-10-8 16,-7 10-5-16,0 0-3 15,0 0-2-15,0 0-4 16,2 10 0-16,-2-3 0 15,3 3 0-15,2 0 0 16,2 0 0-16,1-2 0 0,6-1 0 16,2-5 0-16,-2-2 0 15,7-2 0-15,-5-4 0 16,0-6 0-16,1 3 0 0,-7-4 0 16,-5-2 0-16,-3 1 0 15,-2 1 0-15,-4 1 0 16,-12 5 0-16,-3 1 0 15,-1 3 0-15,-3 3 0 0,2 6 0 16,-5 5 0-16,4 3 0 16,2 0 0-16,8 6 0 15,2-5 0-15,4 3 0 16,6-8 0-16,7-1 0 0,6-6 0 16,10-3 0-16,2 0 0 15,3-10 0-15,0-2 0 16,0-3 0-16,-1-3 0 15,-4-2 0-15,-5 3 0 0,-11-1 0 16,0 6 0-16,-7-2 0 16,-7 3 0-16,-6 7 0 15,-6 4 0-15,-6 0 0 16,0 7 0-16,0 5 0 16,1 3 0-16,-2 3 0 0,9-1 0 15,0 0 0-15,9 1 0 16,5-8 0-16,3 2-18 0,0-12-30 15,18 9-37 1,-1-5-2-16</inkml:trace>
  <inkml:trace contextRef="#ctx0" brushRef="#br0" timeOffset="-202195.13">14539 6332 215 0,'0'0'7'0,"0"0"4"16,-12 2 6-16,12-2 2 0,-15 2 4 16,15-2 0-16,-17 3 3 15,17-3 1-15,-13 3-4 16,13-3-6-16,0 0-4 16,0 0-3-16,0 0-3 0,0 0-1 15,0 0-2-15,0 0-1 16,10 5 0-16,7-5-1 15,8-5 0-15,12-5 1 0,11-5-1 16,19-10 0-16,13-2 0 16,19-8-1-16,16-4 2 15,16-6-1-15,16-3 1 16,12-3 0-16,9 1 0 0,1 0 0 16,7 1-1-16,-4-1 1 15,-8 4-1-15,-14 8-1 16,-11-1 0-16,-23 9 0 15,-24 5-1-15,-24 8 1 16,-24 2 0-16,-25 5-1 0,-19 10 0 16,-4-3-2-16,-23 3-4 15,-3 6-14-15,-2 4-58 16,-3-3-4-16</inkml:trace>
  <inkml:trace contextRef="#ctx0" brushRef="#br0" timeOffset="-201429.64">15562 5219 417 0,'0'0'4'0,"0"0"1"0,0 0 1 15,0 0 0-15,0 0 1 16,0 0 1-16,11 10 0 16,-1 0 1-16,-1 0-3 0,2 5-2 15,6 2 0-15,3 0-1 16,-2 3 0-16,3-4-1 15,2-4 0-15,0 1 0 0,-4-5 0 16,-1-5 0-16,2 0 2 16,-3-6 0-16,1-8-1 15,7-7-3-15,-8-10 0 16,10-6 0-16,3-13 0 16,9-7 0-16,2-7 0 0,3 3 0 15,0-7 0-15,-4 7 0 16,3 7 0-16,-14 6 0 15,-1 14 0-15,-11 3 0 16,-4 15 0-16,-6 4 0 16,-7 9 0-16,5-11 0 0,-5 11 0 15,5 5 0-15,-5-5 0 16,5 15-82-16,-2-2-9 16</inkml:trace>
  <inkml:trace contextRef="#ctx0" brushRef="#br1" timeOffset="-194880.23">19236 10265 399 0,'0'0'7'15,"0"0"2"-15,0 0 3 0,0 0 0 16,0 0 0-16,0 0 1 16,-5 0-1-16,5 0 0 15,-4 16-6-15,4-2-3 16,-2 9-1-16,0 3-1 0,-1 6-1 16,3 6 1-16,-2 2 0 15,-1-1 0-15,1-1-1 16,0-4 1-16,-1-4-1 15,-2-6 0-15,3-4-1 0,-4-2 1 16,6-8 0-16,-2-1 0 16,2-9 1-16,0 0 0 15,0 0 0-15,0 0 0 16,0 0 0-16,-10-17 0 0,10 2 1 16,-2-7-2-16,2-5 0 15,0-6 0-15,0-5 0 16,5-3 0-16,-1-4 0 0,5 4 0 15,0-2 0-15,1 7 0 16,-1 0 0-16,4 7 0 16,-1 4 0-16,6 3 0 15,-1 7 0 1,1 0 0-16,0 8 0 0,1 5 0 0,1 2 0 16,-3 9 0-16,3 11 0 15,-2 8 0-15,-3 4 0 16,0 2 0-16,-1 6 0 15,-2-1 0-15,1 4 0 16,-1-4 0-16,-1 1 0 0,-4-6 0 16,5 1 0-16,-4-2 0 15,2-4 0-15,-5-2 0 0,2-2 0 16,-2-3 0-16,3 1 0 16,-5-5 0-16,4-6 0 15,-5 0 0-15,5-2-2 16,-7-10-18-16,11-3-49 0,-11 3-17 15</inkml:trace>
  <inkml:trace contextRef="#ctx0" brushRef="#br1" timeOffset="-194696.36">19248 10565 443 0,'0'0'1'16,"0"0"-1"-16,0 0 2 0,9-5-1 16,9 1-1-16,5-6-13 15,11 2-62-15,13-5 1 16</inkml:trace>
  <inkml:trace contextRef="#ctx0" brushRef="#br1" timeOffset="-191313.55">19615 10097 383 0,'0'0'4'0,"-14"-13"2"0,-4 4 1 15,-2-4 1-15,-10-2 2 16,-7 5 1-16,-10 1 0 16,-10 6 1-16,-5 8-3 0,-5 18-1 15,-6 14-3-15,-1 12 0 16,-1 16 0-16,8 12-2 16,10 4-1-16,13 8 0 15,21 3 0-15,13-6 0 0,18-2-1 16,21-7 0-16,22-10 0 15,6-6 0-15,12-15 1 16,8-9-1-16,5-12 0 16,3-10 0-16,2-10 0 15,-2-8 0-15,3-14-1 0,-1-10-1 16,-4-15 1-16,-7-8 0 16,-3-14-1-16,-11-8 2 15,-8-12-2-15,-11-8 3 16,-13-7 0-16,-18-3 1 0,-15 1-3 15,-22 7 0-15,-27 9 0 16,-22 16 0-16,-26 20 0 16,-19 16 0-16,-15 28 0 15,-10 18 0-15,2 34 0 0,13 14-79 16,9 17-6-16</inkml:trace>
  <inkml:trace contextRef="#ctx0" brushRef="#br1" timeOffset="-185546.59">4139 8517 418 0,'0'0'3'15,"0"0"0"-15,0 0 0 16,0 0 2-16,0 12 1 16,0 8-2-16,2-1 2 0,1 12 0 15,-3 5-3-15,4 4 0 16,4 4 0-16,-4-1-1 16,4 1 0-16,-3-4-1 0,0 0 0 15,0-6 0-15,0-4 0 16,0-4 0-16,-5-5 0 15,2-4 1-15,-2-9 2 16,0-8 0-16,0 0 1 0,0 0 1 16,-12 0 0-16,7-15 1 15,-5-7-3-15,0-6-4 16,0-5 0-16,-3-10 0 16,4-5 0-16,1 2 0 15,-1-2 0-15,1 2 0 0,5 3 0 16,1 4 0-16,2 6 0 15,2 6 0-15,5 2 0 16,6 8 0-16,-1 0 0 0,6 4 0 16,7 3 0-16,-1 5 0 15,4 5 0-15,2 0 0 16,0 8 0-16,-3 2 0 16,0 7 0-16,-7 1 0 0,-3 2 0 15,-3-3 0-15,-10 7 0 16,-4-6 0-16,-7 2 0 15,-8-4 0-15,-6 2 0 16,2-3 0-16,-8-2 0 0,-1-1 0 16,2-2 0-16,2-5 0 15,7 0 0-15,2-3 0 16,5 1 0-16,10-3 0 16,0 0-82-16,0 0-7 0</inkml:trace>
  <inkml:trace contextRef="#ctx0" brushRef="#br1" timeOffset="-184864.52">4342 8186 406 0,'0'0'4'0,"-7"-11"3"0,-6-3 1 0,-2 3 1 15,-7-4 1-15,-4 0-1 16,-6 2 1-16,-10 9 0 16,-4 4-3-16,-7 17-3 0,-6 14 0 15,-4 19-1-15,-3 15-2 16,1 15 2-16,3 11-1 16,12 10 1-16,10 4-1 15,20 3 0-15,15-1-1 0,17-8 0 16,23-5 1-16,13-9-1 15,16-11 1-15,1-8-2 16,10-13 0-16,1-8 0 0,2-13 0 16,-2-10 0-16,-2-14 0 15,2-8 0-15,-9-15 0 16,-1-13 0-16,-1-6 0 16,-5-13 0-16,-8-10 0 15,-5-16 0-15,-4-5 0 0,-9-12 0 16,-6-6 0-16,-8-6 0 15,-10 1 0-15,-10-3 0 16,-5 2 0-16,-15 11 0 0,-8 5 0 16,-9 13 0-16,-11 8 0 15,-5 14 0-15,-5 11 0 16,-15 8 0-16,-1 10 0 16,-6 11 0-16,-1 11 0 15,-1 11 0-15,-1 11 0 0,9 14 0 16,7 7 0-16,15 16 0 15,24 8-85-15,9-2-3 16</inkml:trace>
  <inkml:trace contextRef="#ctx0" brushRef="#br1" timeOffset="-183729.58">5935 8606 212 0,'0'0'3'0,"0"0"2"0,0 0 3 16,0 0 3-16,12 0 3 15,-2 0 3-15,5 0 3 16,3 0 2-16,6-3-2 16,11 1-1-16,7 0-2 15,8-4-1-15,15 1-4 0,7-2-3 16,12-6-2-16,8 1-1 16,10 0-1-16,4-6-1 15,14 1-1-15,6-5-1 0,4-1 0 16,6 2-1-16,6-2-1 15,2 3 0-15,5-5 0 16,-1 6 0-16,-2-1 0 0,0 0 0 16,-9 3 0-16,-8-1-1 15,-7 0 1-15,-10 6 0 16,-13 3 0-16,-7-1 0 16,-13 2 0-16,-11 3 0 0,-11 3 0 15,-13-4-2-15,-9 6 0 16,-12 0-2-16,-11 0-7 15,-12 0-12-15,0 0-42 16,-17 13-10-16</inkml:trace>
  <inkml:trace contextRef="#ctx0" brushRef="#br1" timeOffset="-182847.63">6052 8838 111 0,'0'0'9'0,"0"0"6"16,0 0 7-16,0 0 5 16,-8 0 5-16,8 0 3 15,0 0 0-15,0 0 2 0,-10-2-9 16,10 2-6-16,0 0-7 15,0 0-8-15,0 0-4 16,0 0-2-16,0 0-2 0,5 0-1 16,8 0 0-16,6 0 1 15,13 0 2-15,6 0 1 16,19-7 0-16,11-1 0 16,13-1 0-16,11-7 0 15,13-1 0-15,6 0-1 0,13-6 1 16,9 2-1-16,5-4 1 15,4 0-1-15,4 2 0 16,6 2 0-16,-3-2-1 16,3 3 2-16,-6 0 0 0,-1 0-1 15,-16 5 0-15,-5-2 1 16,-15 2 0-16,-12 3 1 16,-15 2 1-16,-15 2-1 15,-17 1 1-15,-13 1 3 0,-12 5 0 16,-8-2-1-16,-17 3 0 15,0 0-4-15,0 0-4 16,-5 0-13-16,-15 0-60 16,10 0-2-16</inkml:trace>
  <inkml:trace contextRef="#ctx0" brushRef="#br1" timeOffset="-179146.59">10057 8332 489 0,'0'0'1'0,"10"-4"0"0,2 0 0 0,1-7 1 0,6 1 0 15,-1-6 1-15,2-8 1 16,-1-2 0-16,2-7 0 0,-10-2-4 16,0-6 0-16,-6 1 0 15,-5-7 0-15,-5 0 0 16,-6 2 0-16,-5 6 0 16,-2 1 0-16,-1 11 0 0,-5 6 0 15,-2 4 0-15,3 13 0 16,1 4 0-16,2 4 0 15,2 13 0-15,6 2 0 16,5 3 0-16,7 6 0 16,2 1 0-16,10-2 0 0,11 3 0 15,2-3 0-15,10-5 0 16,4-4 0-16,9-1 0 16,-6-9-11-16,8-4-43 0,-6-1-30 15,-7 0 0-15</inkml:trace>
  <inkml:trace contextRef="#ctx0" brushRef="#br1" timeOffset="-178513.35">10032 7816 257 0,'0'0'9'0,"0"0"4"16,0 0 5-16,0 0 1 16,5-10 5-16,-5 10 1 15,0 0 3-15,7-13-1 0,-7 13-8 16,0 0-5-16,0 0-5 16,-5 0-2-16,-4 14-3 15,-7 7-3-15,2 4 0 0,-4 7 0 16,1 5 0-16,-3 8 0 15,6-1 1-15,3 1 0 16,6 4 0-16,5-9-1 16,2 1 1-16,12-5 0 0,2-7-1 15,12-1 1-15,2-8 0 16,4-8-1-16,3-2-3 16,1-7-4-16,4-1-9 0,-5-2-35 15,-2-2-30-15,-3-4-4 16</inkml:trace>
  <inkml:trace contextRef="#ctx0" brushRef="#br1" timeOffset="-178196.64">10444 8288 463 0,'0'0'5'0,"0"0"1"15,0 0 1-15,0 0-1 0,5 13 1 16,-5-1 0-16,-5 7 1 15,0 5-6-15,-7 0-2 16,-1 11 0-16,-1 0-5 16,3 2-28-16,2-2-48 15,-1-6-4-15</inkml:trace>
  <inkml:trace contextRef="#ctx0" brushRef="#br1" timeOffset="-177530.02">10872 7850 327 0,'0'0'9'0,"0"0"5"0,0 0 2 15,0 0 5-15,0-12-1 16,0 12 1-16,0 0 0 0,-5-10 0 15,5 10-10-15,-10 0-5 16,2 13-2-16,-2 6-3 16,3 7 0-16,-2 10-1 15,0 6 1-15,0 2 0 0,6 4 0 16,3 1 1-16,0-7 0 16,8-4-1-16,5-6 0 15,1-7 0-15,4-8-1 0,1-7 1 16,4-7 0-16,-1-3 0 15,0-13 0-15,-2-4 0 16,3-6 0-16,-6-7 1 16,-2-4-2-16,-3-8 0 15,-5-5 0-15,-1-6-2 16,-6-1 1-16,0-2 0 0,-11 3 1 16,-1 6 0-16,-3 5-1 15,-2 8 0-15,-3 11 1 16,1 11-1-16,-6 12 0 0,2 7 0 15,3 13-1-15,1 10 0 16,3 7 1-16,4 5 1 16,7 0 0-16,5 2 1 15,5 1 0-15,10-5-1 0,10-6 0 16,2-11-3-16,5-1-6 16,3-7-15-16,-8-8-56 15,13-2-3-15</inkml:trace>
  <inkml:trace contextRef="#ctx0" brushRef="#br1" timeOffset="-176863.28">10276 8301 438 0,'0'0'5'0,"0"0"2"15,0 0 2-15,0 0-1 16,0 0 0-16,0 0 0 0,0 0-1 16,-5 15 2-16,2 5-6 15,0 0-2-15,3 6-7 16,-2 2-10-16,2-8-46 0,5 14-19 15,5-9-3-15</inkml:trace>
  <inkml:trace contextRef="#ctx0" brushRef="#br1" timeOffset="-176313.14">11088 8229 421 0,'0'0'5'0,"0"0"2"15,0 0 0-15,0 0 0 16,2-10 1-16,-2 10-1 15,18-10 1-15,-6 8-1 16,1-4-4-16,-1 6-2 0,2 0-1 16,4 3 0-16,-2 4 0 15,-4 6 0-15,-7 2 0 16,-1 2 1-16,-4 3-1 0,0 3 0 16,-7-4 1-16,-2-1-1 15,-2 2 1-15,-1-8-1 16,2-2 1-16,2 0-1 0,8-10 0 15,-5 12 1-15,5-12-1 16,11 0 1-16,1 0 0 16,8-5-2-16,2-2-4 15,5 1-13-15,3-1-58 16,5-2-5-16</inkml:trace>
  <inkml:trace contextRef="#ctx0" brushRef="#br1" timeOffset="-176096.51">11540 8328 414 0,'0'0'2'0,"0"0"1"0,-4 15 0 15,1-8 0-15,-1 9 0 16,0-2 0-16,-1 6 1 15,5 0 0-15,-5 4-7 0,5 0-10 16,0-13-36-16,0 9-24 16,0-5-5-16</inkml:trace>
  <inkml:trace contextRef="#ctx0" brushRef="#br1" timeOffset="-175580.22">12010 7677 438 0,'0'0'4'15,"0"0"2"-15,0 0 0 0,0 0 0 16,0 0 0-16,0 0 0 15,-8 12-1-15,-1 8 2 16,-7 12-5-16,4 8-1 0,-3 7 0 16,1 7 0-16,3 3 1 15,4-2-1-15,4-3 1 16,3-5 0-16,5-8-1 16,8-10 0-16,4-8 0 0,1-9 0 15,3-7 0-15,4-5 0 16,1-10 0-16,-4-7 0 15,8-8 0-15,-8-4 0 16,3-8-1-16,-7-6 0 16,-2-7 0-16,-5-4-1 0,-6-2 1 15,-5-4 0-15,-3 5 0 16,-10 3 0-16,-3 8-1 16,-5 9 1-16,-4 13 0 15,-1 12 0-15,-2 10-1 0,-1 18 0 16,1 8 0-16,1 12 0 15,9 9 0-15,6 5 0 16,5 2-3-16,7 4-8 0,7-2-30 16,13-6-39-16,4-6 0 15</inkml:trace>
  <inkml:trace contextRef="#ctx0" brushRef="#br1" timeOffset="-175080.14">12357 8082 472 0,'0'0'4'0,"0"0"2"0,-12 0 0 16,12 0 1-16,-12-1 1 16,12 1 0-16,-13-7-8 15,13 7 0-15,-5-11 0 0,5 11 0 16,16-7 0-16,-2 7 0 15,1-3 0-15,0 3 0 16,-1 0-6-16,2 3-1 16,-6 4-2-16,-10-7 3 0,4 19 0 15,-4-6 2-15,-2-1 1 16,-5-1 0-16,0-1 2 16,-1 2 1-16,0-2 1 15,8-10 0-15,-10 11 0 0,10-11 1 16,0 14 0-16,0-14 1 15,0 7-1-15,0-7 0 16,12 7 1-16,-1-2-1 16,4 0-1-16,-2 0 1 0,6 0-1 15,1 3-1-15,-2-3 1 16,-1 2-1-16,1-2 0 16,-6 3 0-16,-8-3 1 15,-4-5 0-15,0 15 0 0,-4-8 1 16,-18 0 0-16,-1 0-1 15,-7 1 2-15,-2 2-2 16,-4-3-2-16,2 1-8 0,-3-6-28 16,9 6-42-16,1-3-4 15</inkml:trace>
  <inkml:trace contextRef="#ctx0" brushRef="#br1" timeOffset="-169163.01">9719 8744 265 0,'0'0'5'0,"0"0"4"0,0 0-1 15,0 0 0-15,0 0-2 16,0 0-3-16,0 0 0 15,0 0 1-15,3 7-4 16,-2 4-3-16,2 1 0 0,2 6 1 16,0 3 2-16,6 2 3 15,1 4 1-15,4-8 0 16,7 6 0-16,0-4 1 0,9-2 0 16,3-6 0-16,4-1 0 15,-1-8-1-15,9 2 1 16,-2-3-1-16,2-3-1 15,0-3 0-15,-5-3-1 0,4 0 0 16,-5-1 0-16,-1-1 0 16,-5 0-2-16,-3-1 0 15,0 3 0-15,-2-1 0 16,-3 2 0-16,3 1-2 0,-5 1 2 16,0 0-1-16,0 3 1 15,-3 0 0-15,5 3 0 16,-2 2 1-16,3 2 1 15,-3-2-2-15,0 3 0 16,-1 1 0-16,1-1 0 0,-2 0 0 16,-5 1 1-16,-2-5-2 15,-4 5 1-15,-1-1 0 16,-11-8-2-16,12 8 2 16,-12-8 0-16,0 0 0 0,0 0 2 15,5 11 3-15,-5-11 0 16,0 0 4-16,0 0 0 15,0 0 2-15,0 0-1 0,0 0-1 16,0-5-1-16,0 5-1 16,2-17-1-16,4 7-3 15,0-5-2-15,2-3-1 16,2 1 0-16,10-3 0 0,-2 1-1 16,10-1 1-16,-2-2-1 15,6 2 0-15,6 3 0 16,-1-1 1-16,3 3-1 15,5 0 0-15,-1 2 1 16,6 5 0-16,2-3-1 0,-2 4 1 16,3 4 0-16,0 0-1 15,-2 3 1-15,-1 3 0 16,-4 1 0-16,-3 2 0 16,1-1 0-16,-4 1-1 0,0-2 1 15,-3 0 1-15,-2-1-1 16,-3-3 0-16,5 0 0 15,-8 0 0-15,7-5 1 0,-4-1-1 16,6-2 1-16,-6-2-1 16,6 0 1-16,-4-4-1 15,-2 6 0-15,1-5 1 16,-1 1 0-16,-2-1 0 16,-3 1 2-16,-4 0-1 0,-2-3 2 15,-3 2 1-15,-3 1 1 16,-2-1 1-16,-1-2 1 15,-2 3 0-15,-2 2 0 16,-4 0 0-16,1 1-2 0,-5 9-6 16,3-13 0-16,-3 13 0 15,0 0 0-15,0 0 0 16,0 0 0-16,0-12-25 16,0 12-57-16,0 0-5 0</inkml:trace>
  <inkml:trace contextRef="#ctx0" brushRef="#br1" timeOffset="-168197.51">8740 8075 309 0,'0'0'1'15,"0"0"0"-15,0 0 1 16,0 0 0-16,5 10 1 0,0 0 3 16,5 0 0-16,0 3 0 15,7-1 1-15,8 3 0 16,2 0 0-16,8-6-1 16,-1 1 2-16,7-3-2 0,-2 0 1 15,1-6-1-15,-6 4-2 16,-4-5 1-16,-5 2-2 15,-4-2 1-15,-7 0-1 16,-3 3 1-16,-11-3 0 0,4 15 2 16,-7-2 0-16,-4 2 0 15,-8 10 1-15,-5 4 0 16,-1 6 0-16,-9 4-2 16,-5 6-2-16,-3 3 1 0,-4-2-1 15,3-2-1 1,-2 1 1-16,7-7-2 0,1-4 0 15,8-8 1-15,4-2-1 16,3-10-1-16,11-2-1 0,7-12-6 16,-10 16-12-16,10-16-58 15,0 0-2-15</inkml:trace>
  <inkml:trace contextRef="#ctx0" brushRef="#br1" timeOffset="-165429.83">6052 7934 451 0,'0'0'3'0,"0"0"2"15,0 0-1-15,0 0 0 16,0 0 0-16,0 0 0 15,0 10 1-15,0 5 0 16,0 5-3-16,2 2-1 0,2 5 0 16,-1 2 0-16,2 5-3 15,-2-10-6-15,4-1-10 16,-5 14-54-16,6-23-10 0</inkml:trace>
  <inkml:trace contextRef="#ctx0" brushRef="#br1" timeOffset="-165213.46">5857 7972 393 0,'0'0'3'0,"0"0"2"16,3-13 1-16,2 3 2 0,8-3 0 15,1-1 2-15,9-5 0 16,4-4 1-16,7 0-3 15,1 4-2-15,6 1-4 16,1 8-12-16,-5 0-33 16,0 10-36-16,-10 10-3 0</inkml:trace>
  <inkml:trace contextRef="#ctx0" brushRef="#br1" timeOffset="-165030.03">5905 8343 405 0,'0'0'2'16,"0"0"1"-16,0 0 1 0,14-7 2 16,2 2 0-16,6-8 1 15,5 3 1-15,5-1-1 16,9-7 0-16,0 5-8 16,2-4-17-16,-16 5-58 15,11 1-1-15</inkml:trace>
  <inkml:trace contextRef="#ctx0" brushRef="#br1" timeOffset="-164614.08">6312 8091 463 0,'0'0'1'0,"0"0"0"15,0 0-2-15,0 0 1 16,0 0 0-16,0 4 0 16,3 6 0-16,-1 0 0 15,3 3 0-15,3 2 0 0,-1-1 1 16,-2-2-1-16,5-2 0 16,-5-3 1-16,-5-7 0 15,8 11 1-15,-8-11 0 16,0 0 0-16,5-8 1 0,-5-2-2 15,2-4 1-15,0-1 0 16,0-5-1-16,4 3-1 16,-4-1-1-16,0 4 1 15,4 1-2-15,-6 13 1 16,10-11 0-16,-10 11 0 0,12 4 0 16,-12-4 1-16,14 17-1 15,-3-4 1-15,4-1 1 16,-3-2-4-16,4 2-7 0,-4-2-14 15,-12-10-56-15,20 12 1 16</inkml:trace>
  <inkml:trace contextRef="#ctx0" brushRef="#br1" timeOffset="-164280.12">6551 8046 449 0,'0'0'4'0,"0"0"1"0,0 0 0 16,0 0-1-16,0 0 1 16,5 0 0-16,-5 0 0 15,14 7 0-15,-3-3-3 16,1 5-2-16,3 0 1 0,2 1 0 16,3 4 0-16,-3-6-1 15,3 3 1-15,-4-4 0 16,-2 0-1-16,-2-1 1 15,1-1 0-15,-13-5 0 0,15 0 1 16,-15 0 0-16,6-13 0 16,-6 3 0-16,0-3 0 15,0-3-1-15,0-1 0 16,-4-1-2-16,2 3-2 0,2 2-5 16,-6 3-15-16,6-7-58 15,0 17-4-15</inkml:trace>
  <inkml:trace contextRef="#ctx0" brushRef="#br1" timeOffset="-163964.71">6816 8026 401 0,'0'0'4'16,"0"0"0"-16,0 0 1 0,0 0 0 15,0 10 1-15,0-10 1 16,0 0 0-16,4 10 1 15,-4-10-2-15,12 3-2 0,-3-3 1 16,4 0-1-16,2 0 0 16,-2-3 0-16,-1-2 0 15,-3 0-1-15,-9 5 0 16,11-12-1-16,-11 12-1 16,0 0-1-16,-11-8 0 0,2 8-1 15,-1 2-2-15,0 6 0 16,0-1-1-16,5 3-1 15,3 0-2-15,2 0-5 16,0-10-8-16,19 11-19 16,-1-7-39-16,7-4-3 0</inkml:trace>
  <inkml:trace contextRef="#ctx0" brushRef="#br1" timeOffset="-163196.54">7075 7981 405 0,'0'0'4'0,"0"0"2"16,0 0 0-16,0 0 1 15,0 0-1-15,-2-9-2 16,2 9 1-16,0 0 0 0,5-8-4 16,-5 8-2-16,20-3 0 15,-10 3-1-15,4 0 0 16,1 8-1-16,0-1 1 16,-2 1-2-16,1-1 0 0,-3 1 1 15,-11-8-1-15,8 12 2 16,-8-12 2-16,4 11 2 15,-4-11 2-15,0 0 1 16,0 0 1-16,0 0-4 16,0 0 0-16,0-6-4 15,5-4-5-15,8-2-2 0,4-1-1 16,3-4-1-16,-1 0 2 16,4-2 4-16,-3 1 5 15,-6 1 5-15,-1 4 4 0,-8 3 2 16,-5 10 0-16,0-13 0 15,0 13 0-15,-13-2-4 16,6 2-4-16,0 8-3 0,-3-1 1 16,1 5-2-16,3-1 0 15,6 3 0-15,0 1 0 16,0-1 0-16,4 2 0 16,7-4 1-16,-1 0-1 0,4-4 0 15,2 2 0-15,-2-3 0 16,4-2 0-16,-6 0-1 15,1 0 0-15,-6-3-1 16,-7-2 2-16,0 0 0 0,5 10 1 16,-5-10 0-16,-7 5 0 15,7-5 0-15,-12 5 1 16,12-5 0-16,-17 3 0 16,17-3-1-16,0 0 0 15,0 0-1-15,0 0 0 0,0-8 0 16,11-1 1-16,4-2 0 15,2-1 0-15,6-5 0 16,2 0 1-16,0-6 1 16,2 1 0-16,1 3 2 0,-7-4 1 15,0 3 1-15,-5 5 1 16,-3 2-1-16,-8 5-1 16,-5 8-1-16,0 0-1 0,0 0-1 15,-12 4-1-15,2 9-2 16,2 1-1-16,1 6 1 15,5 2-1-15,2 0 2 16,5-2 1-16,11-2 0 0,7-8 0 16,14-3-4-16,8-9-30 15,15-11-46-15,9-2-2 16</inkml:trace>
  <inkml:trace contextRef="#ctx0" brushRef="#br1" timeOffset="-159779.83">11140 9857 240 0,'0'0'5'0,"0"0"0"16,0 0 0-16,0 7 2 0,-5 5 0 15,3 11 1-15,-4 2-1 16,1 12 1-16,3 2-8 16,2 4-29-16,0 11-31 15,7-2-3-15</inkml:trace>
  <inkml:trace contextRef="#ctx0" brushRef="#br1" timeOffset="-151096.53">3767 7820 313 0,'0'0'6'16,"0"0"5"-16,-4-7 1 0,4 7 2 16,0 0 2-16,-3-13-1 15,3 13-1-15,0 0 0 16,0 0-6-16,0 0-4 0,7 6-2 15,4 6-3-15,-1 0 1 16,8 1 0-16,-2 4 0 16,2-5 0-16,5 2 1 15,-2-3-1-15,0-1 0 0,-1-6 1 16,2-1 1-16,-2-3 0 16,0-7 2-16,2-10 0 15,3-3 2-15,2-7 1 16,3-10 1-16,5-6 0 0,2-4 0 15,3-2-1-15,0 0 0 16,-6-2 0-16,3 5-2 16,-4 6 1-16,-6 8-6 15,-7 5 0-15,-8 7 0 0,-1 10 0 16,-4 0 0-16,-7 10 0 16,0 0 0-16,5-10 0 15,-5 10 0-15,0 0 0 16,0 0 0-16,0 0 0 0,0 0 0 15,-2 7 0-15,2-7-8 16,-8 15-78-16,6-5-2 16</inkml:trace>
  <inkml:trace contextRef="#ctx0" brushRef="#br1" timeOffset="-142711.21">6933 7422 348 0,'0'0'5'0,"0"0"1"15,0 0 0-15,0 0 2 0,5 0-1 16,-5 0 2-16,11 2-2 16,-11-2 1-16,14 14-4 15,2-3-2-15,-2 1 0 16,1-1-1-16,5-2 1 0,0 1-1 15,2-5 2-15,0-5 1 16,3-10 2-16,0-8 1 16,7-6 2-16,5-18 0 15,9-6 1-15,2-9-1 0,4-2-1 16,4-2-1-16,-4 1-2 16,0 6-1-16,-9 8-1 15,-8 13-2-15,-10 5 0 0,-11 10-1 16,-4 8-3-16,-10 10-1 15,0 0-3-15,0 0-6 16,8 8-17-16,4 2-52 16,-12 0 0-16</inkml:trace>
  <inkml:trace contextRef="#ctx0" brushRef="#br1" timeOffset="-136780.27">19976 9678 360 0,'0'0'3'0,"-15"-12"2"0,-5 4-1 0,-9 1 1 15,-14 0 2-15,-15 1-1 16,-18 9 0-16,-16 14 0 16,-15 18-1-16,-7 22-1 15,-5 18 0-15,-3 21-1 16,7 20 0-16,16 23 0 0,17 13-4 15,22 3-1-15,23 6-1 16,20-5 0-16,28-12 1 16,27-10-1-16,24-18 1 0,18-21 1 15,19-27 4-15,14-15 2 16,13-29 1-16,15-15 2 0,1-19 1 16,5-23-2-16,0-20 1 15,-4-16-1-15,-5-20-1 16,-12-15-2-16,-15-12 0 15,-13-16-2-15,-24-9 0 0,-19-5 1 16,-25-3 2-16,-25 9 1 16,-23 11 0-16,-31 15 0 15,-29 20 1-15,-21 27-7 16,-30 22 0-16,-15 23 0 16,-10 19 0-16,-3 6 0 0,8 14 0 15,13 8 0-15,16-3 0 16,24-2 0-16,23 0 0 15,26-8 0-15,15-2 0 16,14-5 0-16,18-5 0 0,0 0 0 16,0 0 0-16,0 0 0 15,0 0 0-15,0 0 0 16,0 0 0-16,0 0 0 0,0 0 0 16,0 0 0-16,0 0 0 15,0 0 0-15,0 0 0 16,0 0 0-16,0 0 0 15,0 0 0-15,0 0 0 16,0 0 0-16,0 0 0 0,0 0-13 16,0 0-2-16,0 0-2 15,0 0-1-15,0 0-1 16,0 0-2-16,0 0-6 16,-10 8-6-16,10-8-13 0,0 0-27 15,-9 4-2-15</inkml:trace>
  <inkml:trace contextRef="#ctx0" brushRef="#br1" timeOffset="-135930.03">14762 5204 322 0,'-9'-5'3'0,"-10"-8"2"0,-15 2 0 16,-12-4 1-16,-9 0 1 15,-15 5 0-15,-12 5 1 16,-15 7 0-16,-2 27-2 16,-2 21-2-16,3 28 4 0,6 25 0 15,8 32 0-15,7 13 0 16,19 20 0-16,14 3-1 16,24 0-1-16,20-4 0 0,27-19-3 15,28-17-2-15,22-21 1 16,28-29 1-16,24-19 0 15,17-23 3-15,18-21 0 16,13-18 1-16,0-25-1 0,-2-19 1 16,-1-24 0-16,-11-15-1 15,-13-16 0-15,-18-23-1 16,-22-12-2-16,-23-15-3 16,-25-7 0-16,-23-7 0 0,-27 0 0 15,-21 6 0-15,-33 9 0 16,-25 19 0-16,-25 20 0 15,-30 26 0-15,-25 25 0 16,-29 25 0-16,-11 24 0 16,-14 18 0-16,2 26 0 0,2 7 0 15,22 18-50-15,25 7-34 16,29-3-3-16</inkml:trace>
  <inkml:trace contextRef="#ctx0" brushRef="#br1" timeOffset="-134429.73">13143 3956 335 0,'0'0'0'0,"-10"12"-1"0,2 4 1 15,-2-2-1-15,1 16 0 16,-7 5 0-16,4 11 2 15,-1 7 0-15,9 1 1 16,4 3 2-16,4-5-1 16,12 5 2-16,9-18 1 0,7-1 0 15,12-13 0-15,16-13 2 16,5-12-1-16,7-5 3 16,5-14 0-16,5-14 2 15,-3-7 0-15,1-9 2 0,-11-10 0 16,-11-4 0-16,-14-8-1 15,-14-4-1-15,-12-4-3 16,-18 2 0-16,-12 5-7 16,-21 6-2-16,-14 12 0 15,-15 13 0-15,-13 24 0 0,-12 17 0 16,-2 30-11-16,-3 19-72 16,-3 13-2-16</inkml:trace>
  <inkml:trace contextRef="#ctx0" brushRef="#br1" timeOffset="-108447.3">11065 10820 100 0,'0'0'8'0,"0"0"2"15,0 0 6-15,0 0 2 0,0 0 4 16,0 0 1-16,0 0 0 15,0 0-1-15,0 0-9 16,0 5-3-16,0-5-7 16,0 0-3-16,0 0-2 0,0 0-2 15,16 10 0-15,-7-5 1 16,4 5 2-16,4-3 1 16,3 6 1-16,-1-3 1 0,9 4 0 15,-4-4-1-15,7 5 2 16,1 0-2-16,3 0 0 15,5 7 1-15,-3-4 0 16,5 5 0-16,1-4 0 0,4 3 0 16,-8-4 1-16,9 6-1 15,-6-7 0-15,-2 3-1 16,4-1 0-16,-4 5-1 16,5-5 1-16,-3 4 0 0,6-3 0 15,3 2 0-15,-1 2-1 16,2-4 1-16,0 5 0 15,6-3-1-15,-6 3 2 16,5 0-2-16,-4 1 1 0,-2-1-1 16,7 3 2-16,-4 0-1 15,4 2-1-15,1 4-1 16,0-4-2-16,4 8 3 16,-3-9-3-16,4 11-1 0,1-9 1 15,-8 4-2-15,8-3 1 16,2 1 1-16,-1-4 0 15,1 0-1-15,-1 2-1 16,3-4 0-16,-4 2-5 0,4-5-1 16,-7 2-1-16,-4-3 1 15,6 1-2-15,-2-7 1 16,-5 6 1-16,1-5 2 16,-7 1 6-16,2-5 0 15,-9 3 3-15,4-6 3 0,-16 1-2 16,-5 6 1-16,-4-11 1 15,-6 6 0-15,-7-5 1 16,-2 0 2-16,-8-8-1 0,7 13-10 16,-7-13-21-16,0 0-21 15,0 0-3-15</inkml:trace>
  <inkml:trace contextRef="#ctx0" brushRef="#br1" timeOffset="-107096.66">12074 10486 96 0,'0'0'6'0,"0"0"6"15,0 0 2-15,11 0 1 16,-11 0 3-16,14 0-1 16,-4 2 1-16,5 3-1 0,4 1-3 15,2 1-7-15,1 0-1 16,3 4-3-16,5 0-2 0,3 4 1 16,-4-3-1-16,8 4 1 15,0-1-1-15,5-1 0 16,-4 4 0-16,9 0 1 15,6-4-1-15,1 3 0 16,3-2 1-16,0 2-1 16,5 1 0-16,0-1 1 0,3-2-2 15,-3 7 1-15,-2-1-1 16,5-2 0-16,-3 3 1 16,7 3 0-16,-2-6 0 0,0 9-1 15,3-1 1-15,-6-2 1 16,4 5-1-16,-1-8 1 15,-10 10 0-15,5-7-1 16,-2 8 1-16,-3-7 0 0,0 1-1 16,-3 1 0-16,4-1-1 15,-6-2 1-15,6 2 0 16,-9 0 0-16,-2-4 0 16,0 1-1-16,-4 0 1 0,1-1 0 15,0-2-1-15,2-3 1 16,-7 3-1-16,-2-4 1 15,4-2-1-15,-11 3 0 16,4-6 0-16,-11 0 0 16,-4-2 0-16,-1 0-1 0,-4-3 1 15,-3 1-1-15,-1-2 1 16,-10-6 0-16,12 6 0 16,-12-6 1-16,0 0 0 0,10 8 0 15,-10-8 1-15,0 0 2 16,0 0 0-16,0 0 0 15,0 0 1-15,0 0 0 16,0 0-1-16,0 0 2 0,0 0-3 16,0 0 1-16,0 0-2 15,0 0 0-15,0 0-1 16,0 0-1-16,0 0 0 0,0 0 0 16,0 0-1-16,0 0 0 15,0 0-2-15,0 0-2 16,0 0-5-16,0 0-3 15,0 0-8-15,0 0-11 16,0 0-11-16,0 0-3 0,-6 2-4 16,6-2-2-16</inkml:trace>
  <inkml:trace contextRef="#ctx0" brushRef="#br1" timeOffset="-106397.15">14746 11558 144 0,'0'0'11'0,"0"0"5"0,0 6 5 0,0-6 1 0,0 0 3 15,0 0 1-15,-3 9 1 16,3-9 0-16,0 0-8 16,0 0-6-16,0 0-4 15,0 0-3-15,0 0-2 0,0 0-3 16,0 0-3-16,0 0-1 16,0 0 0-16,0 0 1 15,3 8 0-15,-3-8 0 0,12 10 2 16,-12-10 1-16,13 15-1 15,-4-3 1-15,-2-2-1 16,1 5 0-16,0-5 0 0,1 5 0 16,-1-3 0-16,-4 5 0 15,2-5 0-15,-1 1 0 16,-3 2 1-16,3-1-1 16,-2 2 1-16,-1-1 0 15,-2 2-1-15,2 0 1 0,-2 4-1 16,0-5 2-16,0 7-2 15,-4-6 0-15,1 4 1 16,-2-2-1-16,-2-5 2 16,-1 4-2-16,-2 0 1 15,-2-4-1-15,2-2 1 0,-14 16-1 16,11-13 0 0,-2-3 1-16,0 1-1 15,0-1 0-15,0-3 1 0,-2 1 0 16,-3 0-1-16,2 3 1 15,-1-5-1-15,1 0 1 16,-5 1 0-16,-1-1-1 16,-1-1 1-16,0 0-1 0,-3 0 0 15,1 1 1-15,-5-1-1 16,5 1 0-16,-3-1 1 16,-2-2-1-16,4 3 0 15,-2-3 1-15,2 2-1 0,-2-2 0 16,0 2 1-16,2-4-1 15,-1 1 0-15,8-1 2 16,-1 1-2-16,2-4 0 16,3 3 1-16,5-3 0 15,1 0 0-15,11 0 0 0,-10 0 1 16,10 0-2-16,0 0-3 16,0 0-7-16,0 0-9 15,0 0-17-15,0 0-32 0,8-7-6 16</inkml:trace>
  <inkml:trace contextRef="#ctx0" brushRef="#br1" timeOffset="-103463.58">16698 10328 277 0,'0'0'6'0,"0"0"3"16,0 0 1-16,0 0-2 15,0 0-1-15,0 0 2 0,0 0 0 16,0 0 1-16,5 12-4 16,6 5-2-16,1 10 0 15,5 3 0-15,3 10 4 16,5 2-1-16,3 5-1 0,6 0-1 15,-2 2-2-15,3 1-1 16,0-1 1-16,0 2-2 16,0-9 1-16,-8 2-1 0,1 0 1 15,-4-6 0-15,-2 1 0 16,-4-11 0-16,-4 1 0 16,-1-9-1-16,-3 0-1 15,-5-7 0-15,2-4-2 0,-7-9 0 16,2 7-4-16,-2-7-7 15,0 0-5-15,0 0-6 16,0-4-10-16,0 4-14 16,-4-12-23-16,4 12-6 15</inkml:trace>
  <inkml:trace contextRef="#ctx0" brushRef="#br1" timeOffset="-103313.33">17098 10947 120 0,'0'0'1'16,"0"0"-2"-16,0 0-19 15,0 7-22-15,0-7 1 0</inkml:trace>
  <inkml:trace contextRef="#ctx0" brushRef="#br1" timeOffset="-99713.12">14554 11447 54 0,'0'0'3'16,"0"0"2"-16,0 0 3 16,10 0 2-16,-10 0 1 0,14 0 4 15,-5-3-4-15,3 2 3 16,1-5-3-16,1 2-2 16,9-4-3-16,-2 3-2 15,7-7-1-15,4 1-1 0,6-1 1 16,-1-1-2-16,7-2 0 15,4-2-1-15,1-1-2 16,6 2-1-16,5-3-1 16,0-2-2-16,2 1 1 15,1 0 1-15,5 1-2 0,2-6 1 16,0 5 3-16,-6-2-1 16,10 2 3-16,4-2-1 15,-4-1 1-15,3-1 0 0,0 4-6 16,3-5-1-16,0 8-1 15,-6-5-3-15,2 4 2 16,-5-2 0-16,3 5-1 16,-7 2 1-16,-3-4 4 0,1 3 4 15,-5-3 2-15,-3 1 4 16,-7 3 1-16,-6-5 3 16,-1 2 3-16,-11 2 4 15,1-1 3-15,-11 3 4 0,-3 0 0 16,-3 1 1-16,-4 2-2 15,-5 1-1-15,-7 8-4 16,8-10-8-16,-8 10-17 16,0 0-19-16,0 0-30 15,-3 0-5-15</inkml:trace>
  <inkml:trace contextRef="#ctx0" brushRef="#br1" timeOffset="-98696.41">14291 12352 142 0,'0'0'2'16,"0"0"3"-16,0 0 2 16,4-3 1-16,-4 3 4 15,13-3-1-15,-4 3 3 0,2-2 0 16,6-1-1-16,0-4-1 16,11 5-2-16,2-8-3 15,10 0 1-15,7 0-3 0,3-5 0 16,10-6-1-16,2 5-1 15,5-6 0-15,7 2-2 16,-4-3 1-16,9 2-1 16,8-4 0-16,3 2 1 15,2 1-2-15,4-3 1 0,3 3-1 16,6-3 2-16,7 3-2 16,-3-6 1-16,-2 3-1 15,5-2-1-15,-11 3-1 0,7-4 1 16,3 1 1-16,-4 2-2 15,-10-4 1-15,2 4 0 16,-4 0 1-16,-1 0 1 16,3-4 2-16,-10 6-2 0,-5-4 1 15,-4 8 0-15,-2-4-1 16,-14 5 1-16,-2 1-1 16,-16 5 1-16,-9 7 3 15,-10-3 3-15,-8 5 2 0,-4-1 0 16,-13 4 0-16,7-3 0 15,-7 3-1-15,0 0-1 16,0 0-7-16,0 0-7 16,-5 0-8-16,5 0-10 0,-12 3-25 15,3-1-20-15,9-2-5 16</inkml:trace>
  <inkml:trace contextRef="#ctx0" brushRef="#br1" timeOffset="-97713.3">16974 10746 149 0,'0'0'12'0,"0"0"5"0,5-3 6 0,-5 3 4 0,0 0 3 16,10-6 2-16,-10 6 2 15,0 0-1-15,8-9-7 0,-8 9-9 16,0 0-5-16,0 0-2 16,7 15-3-16,0 6-2 15,4 8-3-15,1 3 1 0,3 13-2 16,2 4 4-16,6 8 0 15,4 0 0-15,-4 3 0 16,3-3 0-16,-1 2 1 16,-3-2-1-16,4-2 1 15,-4-4-2-15,-2-3-1 0,-6 0 0 16,4-7-2-16,-7-4 0 16,-4-5 0-16,0-4-1 15,-5-6 0-15,1-5-1 16,-1-2 1-16,-2-7-1 0,0-8 0 15,0 0-2-15,0 0-6 16,0 0-8-16,3-18-54 16,-1 8-9-16</inkml:trace>
  <inkml:trace contextRef="#ctx0" brushRef="#br1" timeOffset="-96813.36">17089 11112 214 0,'0'0'6'0,"0"0"4"0,0 0 3 16,0 0 3-16,0 0 2 0,0 0 1 15,0 0 1-15,0 0 2 16,0 0-4-16,9-9-1 16,2 6-2-16,1-4-3 15,6-1-2-15,3-2-1 16,9 0 0-16,2-4-3 0,3-1-2 15,2-3-1-15,6 3-1 16,-6-1-1-16,6-2 1 16,-7 0-1-16,2 4 1 0,-6 1 1 15,0 1 1-15,-4 1 0 16,-3 0 0-16,-2 3 1 16,-9 1-1-16,-2 2 0 15,-5 3 1-15,-7 2-1 0,11-8-1 16,-11 8 0-16,0 0-1 15,0 0-1-15,0 0 0 16,0 0-1-16,0 0 1 16,0 0-2-16,0 0 1 15,0 0 0-15,0 0-1 0,0 0 1 16,0 0 0-16,0 0-1 16,0 0 1-16,0 0-1 15,0 0 1-15,0 0-1 16,0 0 1-16,0 0 0 0,0 0-1 15,0 0 0-15,0 0-1 16,9 0-1-16,-9 0-4 16,0 0-5-16,0 0-10 15,0 0-38-15,11 8-22 0,-11-8-4 16</inkml:trace>
  <inkml:trace contextRef="#ctx0" brushRef="#br1" timeOffset="-95960.46">17578 10629 330 0,'0'0'7'0,"0"0"5"0,0 0 2 16,0 0 4-16,0 0 0 15,0-10-1-15,0 10 0 16,0 0 0-16,0 0-7 0,5 10-5 15,2 5-2-15,-2 8-2 16,8 9 0-16,-1 2-1 16,3 7 2-16,0 0-1 0,3 1 0 15,-2 1 0-15,0-4 1 16,-2-4 0-16,-1-6 0 16,-3-1 0-16,0-6 0 15,-2-2-1-15,-3-8 1 0,-1 3 0 16,-4-15-3-16,3 12 1 15,-3-12-2-15,0 0-4 16,0 0-5-16,2-6-8 16,-2-7-21-16,-5-7-38 0,3 0-4 15</inkml:trace>
  <inkml:trace contextRef="#ctx0" brushRef="#br1" timeOffset="-95547.61">17571 10733 216 0,'0'0'4'0,"0"0"1"16,-11-5 3-16,11 5 5 15,0 0 4-15,-5-9 3 16,5 9 2-16,0 0 1 0,0-10-2 16,0 10-2-16,0 0-3 15,3-8-4-15,-3 8-2 16,20-5-3-16,-3-2-1 0,6 0-1 15,4-3 0-15,8-5 0 16,8 1 1-16,3-4-1 16,8-2-1-16,7-3-1 15,3 1 0-15,1-3-1 16,4 3-1-16,-2 0 0 0,-1-3 0 16,-4 5-1-16,-9 0-1 15,-5 6 1-15,-6-1 0 16,-10 2 1-16,-4 5 0 0,-10 1 2 15,-6 2 0-15,-3 3 0 16,-9 2-1-16,0 0 0 16,0 0-2-16,0 0-3 15,0 0-4-15,-2 7-7 0,-8 0-17 16,-4 1-49-16,3 5-1 16</inkml:trace>
  <inkml:trace contextRef="#ctx0" brushRef="#br1" timeOffset="-94880.42">17742 11122 207 0,'0'0'5'0,"0"0"2"0,0 0 1 16,0 0 3-16,0 0 1 15,0 10 1-15,0-10 1 16,5 11-1-16,-5-11-2 0,5 14-2 16,-5-14-3-16,8 18 0 15,-6-11-2-15,3 4-1 16,-5-11-1-16,7 14 0 15,-7-14 0-15,11 12 0 16,-11-12 1-16,7 10 3 0,-7-10 2 16,14 5 1-16,-3-5 3 15,3 0 1-15,4-8 1 16,4 1 1-16,8-3-1 0,2-2-2 16,11-6-1-16,1-2-1 15,13 1-1-15,3-3-2 16,5-3 0-16,1-3-2 15,5 4-1-15,-4-3-1 0,-3 2 0 16,-9 5 0-16,-8 0 1 16,-13 8-2-16,-6-1-2 15,-10 7 0-15,-6 0 0 16,-12 6 0-16,0 0 0 0,0 0 0 16,0 0 0-16,0 0 0 15,0 0 0-15,0 0-20 16,-10 14-63-16,8-3-3 15</inkml:trace>
  <inkml:trace contextRef="#ctx0" brushRef="#br1" timeOffset="-92644.97">14276 11809 422 0,'0'0'5'0,"0"0"1"0,0 0 1 15,-6-6 0-15,6 6 0 16,-16 0 1-16,6 6-1 16,-8 1 1-16,4 5-5 0,-4 3-2 15,3 3 0-15,0 2 0 16,3-1-1-16,4 3 0 16,1-1 0-16,7 1-1 0,0-4 1 15,7-1 0-15,7-8 0 16,2 1 0-16,4-7 2 15,2-3 1-15,6-3 1 16,-4-7 2-16,-1 1 0 16,2-8 2-16,-5-4-8 0,-3-1 0 15,-8 0 0-15,-5 0 0 16,-8-3 0-16,-5 2 0 16,-8 6 0-16,-6 5 0 0,1 9 0 15,-11 6-63-15,6 6-25 16</inkml:trace>
  <inkml:trace contextRef="#ctx0" brushRef="#br1" timeOffset="-88613.22">13978 8457 18 0,'0'0'7'0,"0"0"3"0,0 0 3 0,0 0 3 16,0 0 4-16,0 0 5 16,-10 0 0-16,10 0 0 15,0 0-4-15,0 0-3 16,-11-6-3-16,11 6-4 0,0 0-5 15,0 0-3-15,0 0 0 16,0 0 0-16,16-14-1 16,3 3-1-16,6-2 1 0,10-7-1 15,10-5 4-15,8-5-3 16,13-7 0-16,6-2-1 16,15-12-1-16,8 5 0 15,13-12 0-15,5-6 0 16,11-3 1-16,7-5 1 0,9-2 2 15,4 0-1-15,0-3 0 16,3 1 1-16,-3-2 3 16,-4 9-1-16,-2-2-1 15,-14 1 2-15,-4 5-2 0,-7 3 0 16,-10 8 0-16,-19 6 0 16,-12 12 1-16,-9 3 1 15,-22 8-1-15,-6 11-2 0,-17 4-1 16,-18 10-2-16,0 0-8 15,0 6-25-15,-13 5-32 16,-4 4-7-16</inkml:trace>
  <inkml:trace contextRef="#ctx0" brushRef="#br1" timeOffset="-87813.48">15076 7944 308 0,'0'0'4'16,"0"0"1"-16,5-5 2 15,-5 5-2-15,0 0 1 0,10-3 1 16,-1 3 1-16,7 0 1 16,-4 8-3-16,8 5-1 15,0 4-1-15,6 3 1 16,4 10 2-16,6 2-3 15,-6 5 0-15,0 0 0 0,-6 5 0 16,-1-3-1-16,-6 6 1 16,-7-2-1-16,-5-4 1 15,-5 1-2-15,-5 2 1 16,-9 0-1-16,-4-5 1 0,-3 1-1 16,-4-3-1-16,1-1 1 15,-1-5-2-15,3-4 2 16,1-7-1-16,7-3 0 0,2-7 2 15,12-8-2-15,-15 14 1 16,15-14 0-16,0 0-3 16,0 0-2-16,0 0-5 15,0-10-10-15,0 0-36 0,0 0-20 16,0-3-6-16</inkml:trace>
  <inkml:trace contextRef="#ctx0" brushRef="#br1" timeOffset="-85596.75">11527 10310 269 0,'0'0'5'0,"0"0"5"0,0 0 2 16,-12 2 2-16,12-2 2 0,0 0-1 15,-7 6-1-15,7-6 1 16,0 0-6-16,0 0-1 16,19 4-5-16,6-1-2 0,16-3-1 15,5 0 0-15,14 0 1 16,9-3 1-16,16-1-1 15,10-4 0-15,6 1 0 16,4-1 0-16,6-2 0 0,6 0 0 16,3 0 0-16,1 1 0 15,-4-1-1-15,0 4 0 16,-3 2-2-16,-2 1 0 16,-8 3 0-16,-4 0-1 15,-8 3-2-15,-8 4 0 0,-6 0-3 16,-9-1 1-16,-9 3-2 15,-19-3-2-15,0-2-2 16,-17-1 0-16,-6 0-24 0,-6 3-27 16,-12-6-6-16</inkml:trace>
  <inkml:trace contextRef="#ctx0" brushRef="#br1" timeOffset="-84845.76">11540 10350 204 0,'0'0'0'0,"0"0"2"0,0-13 5 16,0 13 3-16,17-12 5 16,1 2 0-16,5-8 3 15,11 2 1-15,3-8 2 0,18-7-2 16,3-4-3-16,13-9-3 15,12-3-2-15,4-10-3 16,9 0-1-16,4-5-2 16,1 0 0-16,7 4-2 15,-2 1 0-15,-9 6-1 0,-1 1 0 16,-8 8 0-16,-8 7-1 16,-14 6-1-16,-3 4 1 15,-19 5-1-15,-4 5 1 0,-15 5 0 16,-5 3 0-16,-7 4-1 15,-13 3-2-15,0 0-6 16,0 0-9-16,-11 3-32 0,11-3-22 16,-19 17-6-16</inkml:trace>
  <inkml:trace contextRef="#ctx0" brushRef="#br1" timeOffset="-84430.18">12536 9757 328 0,'0'0'5'0,"0"0"2"15,0 0 1-15,11-4 2 16,-11 4 0-16,22 7 0 16,-5 3 2-16,0 2-2 15,8 7-4-15,0 2-2 0,3 6-1 16,-6-2-1-16,2 5 0 16,-3 2-1-16,-6 0 1 15,-3 0-1-15,-5-2 1 0,-7 2 1 16,-2 0 2-16,-10-2-1 15,-6 0 1-15,-2-5 0 16,-4 0 0-16,-4-3 1 16,3-5 0-16,0-3-2 0,8-3-2 15,0-4-7-15,-1-7-31 16,18 0-42-16,0 0-1 16</inkml:trace>
  <inkml:trace contextRef="#ctx0" brushRef="#br1" timeOffset="-83047.43">11543 10483 174 0,'0'0'8'0,"0"0"3"0,0 0 2 16,-3-9 4-16,3 9 1 0,0 0 0 16,-2-11 1-16,2 11-4 15,0 0-7-15,0 0-3 16,0 0-4-16,5 3-1 0,4 9-2 15,7 3-1 1,3 7 0-16,6 6 2 0,7-1 2 16,5 6-1-16,6 1 1 15,4 3 0-15,1 1 0 16,9 1 0-16,0-4 0 0,5 3 0 16,0-5 1-16,0 4-2 15,1 1 2-15,-1-3 0 16,-3 1-1-16,-5-3-1 15,-4 2-1-15,0-8-1 0,-13 3-2 16,5-7-1-16,-7 1-3 16,-8-6-5-16,-2-4-4 15,-7-2-5-15,2-5 2 16,-20-7 1-16,17 16-26 0,-17-16-14 16</inkml:trace>
  <inkml:trace contextRef="#ctx0" brushRef="#br1" timeOffset="-82279.86">12308 10499 152 0,'0'0'6'0,"0"0"3"0,0-8 3 15,0 8 3-15,-2-10 2 16,2 10 3-16,-3-18 2 16,3 18 2-16,0-12-4 0,0 12-3 15,-4-13 0-15,4 13-3 16,0 0-3-16,0-6-4 15,0 6-4-15,0 0-1 16,0 0-4-16,4 10 1 0,-1 2-2 16,2 8 0-16,2 5 1 15,0 1 1-15,4 11 3 16,-2 1-1-16,1 1 1 0,-2 1-1 16,-3 0 2-16,-3-3-3 15,-2 0 4-15,-5-5-2 16,-3 3 1-16,-4-5 0 15,-6-2-1-15,-1-4 3 16,-3 1-2-16,-1-3 0 0,4-5 0 16,1-5-1-16,1 3 1 15,4-9 0-15,3 1-1 16,10-7-4-16,-9 0-8 16,9 0-29-16,0 0-32 15,7-13-3-15</inkml:trace>
  <inkml:trace contextRef="#ctx0" brushRef="#br1" timeOffset="-62479.92">13456 10751 135 0,'0'0'5'0,"0"0"5"16,0 0 5-16,-3-13 7 15,3 13 4-15,0 0 2 16,0-10 0-16,0 10 0 15,0 0-6-15,0 0-2 0,0 0-3 16,0 0-4-16,12 13-4 16,1 2 0-16,-1 3 0 15,11 7 0-15,2 1 2 16,7 11-2-16,3 5 0 16,7 3 0-16,3 9-1 0,7 4 0 15,3 3-1-15,7 10 0 16,0 0-2-16,5 1 1 15,1 4-3-15,1 1 0 16,7 2-1-16,0-2 1 0,0 3-1 16,2-2 1-16,-2-3-1 15,6 0 0-15,-5-6 1 16,3 0-1-16,0-4 0 16,-8-6-2-16,-1-2 0 0,-4-5 0 15,-5-3 0-15,-9-4 0 16,-3-10 0-16,-11-3 0 15,-6-8 0-15,-8 0 0 0,-5-10 0 16,-8-2 0-16,-3-5 0 16,-9-7 0-16,0 0 0 15,11 6 0-15,-11-6 0 16,0 0 0-16,0 0 0 16,0 0 0-16,0-10 0 0,0 10 0 15,-8-18 0-15,3 8 0 16,-6-4 0-16,5 2 0 15,-9-1-31-15,-2-2-55 16,-1 0-3-16</inkml:trace>
  <inkml:trace contextRef="#ctx0" brushRef="#br1" timeOffset="-61729.25">15146 10657 221 0,'0'0'6'0,"0"0"5"0,2-8 3 0,-2 8 5 15,10-12 2-15,-10 12 4 16,4-11 2-16,-4 11 1 16,6-8-5-16,-6 8-6 0,0 0-4 15,0 0-4-15,-8 7-3 16,-4 7-3-16,-2 9-2 15,-7 9 0-15,-6 11 0 16,-3 10 0-16,-9 14 3 16,-12 13 2-16,-3 14 0 0,-6 7 1 15,-9 13 0-15,-8 5 0 16,-10 8 1-16,-5-1-1 16,-2 0-1-16,-6-4 0 0,-5-4-6 15,6-6 0-15,0-3 0 16,5-7 0-16,2-8 0 15,7-5 0-15,5-10 0 16,8-4 0-16,10-11 0 0,5-10 0 16,10-11 0-16,9-7 0 15,11-11 0-15,8-5 0 16,3-4 0-16,7-12 0 16,9-4 0-16,0 0 0 0,0 0 0 15,0 0 0-15,0 0 0 16,-8-10 0-16,8 10 0 15,0-18 0-15,0 6 0 16,0-5-41-16,8 2-44 0,4 0-2 16</inkml:trace>
  <inkml:trace contextRef="#ctx0" brushRef="#br1" timeOffset="-41830.01">9354 7702 67 0,'0'0'3'0,"0"0"1"15,7-10 2-15,-5 0 1 0,11-3 1 16,-3-2 3-16,17-4-1 16,3-6 2-16,5-3-2 15,9-1 2-15,6 0 0 16,10-2 0-16,2-1 0 0,12-2-1 15,1 4 1-15,9-3-2 16,8 4-1-16,3-6-3 16,14 9 0-16,1-5-3 15,14 6 0-15,10 0 1 0,6 4-2 16,-2 3 0-16,11 3 0 16,1 5-1-16,1 0 0 15,-1 5 0-15,-2 1 0 0,-4 4 1 16,-8 0-2-16,2 1 1 15,-12 10 1-15,-6-1-1 16,-6 7 1-16,11 1 1 16,-17 6 0-16,-3 6 1 0,-1-1-1 15,0 9-1-15,-4-1-1 16,0 5 0-16,-6 2 0 16,-12 6-1-16,-5 2-1 15,-8-2 0-15,-9 6 0 16,-13-1 0-16,-12 4 0 0,-7 1 1 15,-19 2 0-15,-4 2 2 16,-5-4 0-16,-10 4 1 16,-8-2 2-16,-6 1 2 15,-5-2-2-15,-7-2 1 0,-8 3-1 16,-6 3 0-16,-13-4-1 16,-3 4 0-16,-9-3-2 15,-7 0 0-15,-7-2 0 16,-6-3-2-16,-4-3 2 15,-11-8-1-15,2 0 0 0,-9-6 0 16,-5-1 0-16,-7-4-1 16,-5-3 0-16,-6-2 0 15,-2-6 0-15,-6 1 0 0,-4-4-1 16,-2-4 1-16,0-8-1 16,-2 1 1-16,2-5 0 15,-4-2 0-15,4-3 0 0,6 0 0 16,1-5 1-16,5-3-1 15,6-2 0-15,7 0 1 16,-1-7 0-16,12-2 1 16,3-2-1-16,10-6 1 15,11-3-1-15,5-2 1 0,9-10-1 16,11-2 0-16,7-3 0 16,12-6 0-16,10-8 0 15,3-5 1-15,19-5-1 16,11-3 0-16,7-10-1 0,17 0 0 15,10-8-2-15,10 3 1 16,16-5-2-16,9 2 0 16,5 0 0-16,6 3 1 0,16 2 0 15,3 6 2-15,12 2 0 16,2-4 2-16,21 11 0 16,5-2 1-16,15 5 0 15,10 5 0-15,6 5 0 0,8 4 0 16,13 7-2-16,2 11 1 15,4 5 1-15,-1 16-2 16,4 3 0-16,1 9-3 16,-4 8-8-16,-12 9-22 15,-6 8-35-15,-6 6-4 0</inkml:trace>
  <inkml:trace contextRef="#ctx0" brushRef="#br1" timeOffset="-37880.36">15722 1999 350 0,'0'0'5'0,"0"0"5"0,0 0 0 16,0-10 3-16,0 10-1 15,0 0 1-15,-10-12-1 16,10 12 1-16,-12 0-5 16,2 5-4-16,2 2-3 0,1 5 0 15,-1-2-1-15,4 5-1 16,-1 0 1-16,5-3-1 16,0 1 0-16,7-3 1 15,3-3 0-15,3-5 0 0,-1-2 1 16,4 0 0-16,0-8 1 15,2 0 0-15,-4-8 1 16,-2 1 0-16,-1-2 1 0,-6 3-1 16,-3-2 0-16,-2 2 0 15,-7 4-2-15,-4 2 0 16,-3 3 0-16,2 5-2 16,-6 0 0-16,0 5 0 0,4 0 0 15,4 2-1-15,10-7 0 16,-13 16 1-16,13-16 1 15,0 0-1-15,7 7 1 16,4-7 0-16,3-5 1 0,2-5 0 16,-2 2 0-16,1-1 0 15,-2-1 1-15,-6 2-2 16,-7 8 1-16,0 0-3 16,0 0-2-16,-7 0-7 15,-6 0-8-15,3 10-30 0,3 3-32 16,0 2-3-16</inkml:trace>
  <inkml:trace contextRef="#ctx0" brushRef="#br1" timeOffset="-36897.16">13366 3176 140 0,'0'0'3'0,"0"0"4"0,0 0 2 16,0 0 5-16,0 0 1 15,10-7 1-15,-10 7 2 16,18-11 0-16,-3 4-2 16,4-6-3-16,4 1-2 0,7-7-2 15,5-1-1-15,6-5 0 16,9-8 0-16,13-1 1 16,3-6-2-16,14-5-1 15,2-2 0-15,12-2-2 0,1-2-1 16,9-5-1-16,5 0-3 15,-1-1 0-15,-2 4 0 16,1-4-1-16,0 3-1 0,2 1-1 16,-2-1 0-16,-5 7 1 15,-5 0 0-15,-5 6 1 16,-7-2 0-16,-6 6-1 16,-12 2 4-16,-8 6 0 15,-13 6 0-15,-4 3 0 16,-13 3 1-16,-4 2 0 0,-10 5 1 15,-5 3 1-15,-10 7 0 16,12-8 0-16,-12 8 1 16,0 0-1-16,0 0 0 15,0 0-2-15,0 0 0 0,0 0-1 16,0 0-1-16,0 0 0 16,0 0-3-16,-4 5-5 15,4-5-8-15,-10 8-31 0,10-8-22 16</inkml:trace>
  <inkml:trace contextRef="#ctx0" brushRef="#br1" timeOffset="-36080.14">13379 3131 304 0,'0'0'8'0,"0"0"4"0,0 0 0 15,0 0 2-15,0 0 1 16,0 0 1-16,-13 0-1 16,13 0 0-16,-9 7-7 15,1 1-5-15,3 4 0 0,2 1-3 16,1 1 1-16,2-1-2 16,0-1 1-16,2 1 0 15,6-4 0-15,2-1 1 16,0-6 0-16,3-2 1 15,1-4 0-15,-1-7 3 16,2 3 0-16,-8-6 2 0,3 0-1 16,-7-1 0-16,-1 2 1 15,-2 3-2-15,0 10-1 16,-15-12-2-16,3 9-1 0,-4 3-1 16,4 0 0-16,-6 8-1 15,6 2-1-15,0 0-2 16,2-3-1-16,3 5-2 0,2-2-4 15,5-10-4-15,0 10-6 16,0-10-9-16,9 2-14 16,-9-2-15-16,21-2-19 15</inkml:trace>
  <inkml:trace contextRef="#ctx0" brushRef="#br1" timeOffset="-35646.68">13324 2916 267 0,'0'0'7'0,"-14"-6"4"0,6 4 2 0,-12 2 1 16,0 2 3-16,-2 7 0 16,-3-1 2-16,-8 9 0 0,4 4-7 15,1 14-3-15,6-1-2 16,0 9-2-16,6 3-2 15,4 2-1-15,8 4-1 0,4-4 0 16,9 0 0-16,7-5 0 16,13-7-1-16,1-8 1 15,10-6-1-15,4-10 0 16,1-6 2-16,3-6 1 0,3-6 1 16,2-11 2-16,-6-5 2 15,0-5 0-15,-8-10 2 16,-4-1 1-16,-7-4-1 15,-5-5 0-15,-16 1-1 0,-7-5-6 16,-7 1-3-16,-19 4 0 16,-6 5 0-16,-13 8 0 15,-4 10 0-15,-8 10 0 16,-3 12 0-16,3 5 0 0,-1 16 0 16,7 7-25-16,10 6-58 15,14 6-3-15</inkml:trace>
  <inkml:trace contextRef="#ctx0" brushRef="#br1" timeOffset="-33163.28">13334 1883 343 0,'0'0'5'0,"0"0"3"16,0 0 2-16,-10-10 1 16,10 10 0-16,0-10 0 15,0 10 0-15,12-8 0 16,1 8-4-16,4 0-4 0,4 10-1 15,1 8-1-15,0 6 0 16,-2 1-1-16,-2 7 1 16,-1 0-1-16,-13 4 0 15,-1-2 2-15,-3-6-2 0,-7-2 2 16,-5-4-1-16,-4 1 0 16,2-8 1-16,-2-3 0 15,0-2 0-15,3-7 0 0,1-3-1 16,12 0 1-16,-8-20-2 15,8 0 1-15,9-5 0 16,2-7-1-16,6-7 0 16,3-4 1-16,0-1-1 15,2 4 2-15,-5 3 0 0,-1 2 0 16,-4 13-1-16,-5 1 0 16,-7 21-1-16,8-8 1 15,-8 8-1-15,0 7-1 0,0 11 0 16,-2 1 0-16,2 3 0 15,0 3 0-15,2 3 1 16,3-2 0-16,5 1 1 16,3-2-1-16,3-9 2 0,7-4-1 15,1-5 1-15,-1-7-3 16,7 0-3-16,-3-7-10 16,5-18-48-16,-2 10-17 0</inkml:trace>
  <inkml:trace contextRef="#ctx0" brushRef="#br1" timeOffset="-32194.34">13736 1583 249 0,'0'0'6'0,"0"0"4"0,0 0 3 15,0 0 2-15,0 0 3 16,0 0 3-16,0 0 1 15,0 0 2-15,0 0-5 0,14-10-3 16,-2 7-2-16,0-2-3 16,2 1-1-16,4-2-3 15,4-1 0-15,-4 3-1 16,4-2-1-16,-2-1 0 0,0 2 0 16,2 0 0-16,1-3 0 15,-6 3-1-15,0 0-1 16,-1-2 0-16,-4 5-1 15,-12 2-1-15,13-3 0 0,-13 3-1 16,0 0-2 0,0 0-4-16,-6 7-9 0,6-7-57 15,-7 25-11-15</inkml:trace>
  <inkml:trace contextRef="#ctx0" brushRef="#br1" timeOffset="-31497.53">14362 2952 413 0,'0'0'5'0,"0"0"2"15,0 0 0-15,0 0 1 16,0 0 0-16,-2 8 0 16,-1 2 0-16,1 2 0 0,0 6-4 15,-1-1-2-15,3 3 0 16,0 0-1-16,5-6 0 16,2 4 0-16,9-6 1 15,2-2 0-15,1-5 0 0,8-5 2 16,3-2 0-16,0-8 1 15,0-5 0-15,0-1-1 16,-3-3-4-16,-2-1 0 16,-6 3 0-16,-6 0 0 15,-5 5 0-15,-1 1 0 0,-7 11 0 16,5-10 0-16,-5 10 0 16,0 0 0-16,2 12 0 0,4 1 0 15,1 5 0-15,3 1 0 16,-3 4 0-16,3 2 0 15,2-1 0-15,2 3 0 16,-5-2 0-16,-2-1 0 16,-4 0 0-16,-3-5 0 0,-5-1 0 15,-5-2 0-15,-8 0 0 16,-4-4 0-16,-2-2 0 16,-6 0 0-16,-2-5 0 15,-2-3 0-15,2-2 0 0,2-2-12 16,6-3-24-16,14-5-46 15,-2-5-2-15</inkml:trace>
  <inkml:trace contextRef="#ctx0" brushRef="#br1" timeOffset="-31164.56">14822 2802 445 0,'0'0'5'0,"0"0"3"16,-2-6 3-16,2 6 2 15,0 0 1-15,-12-2 1 0,12 2-15 16,0 0 0-16,-3-10 0 16,3 10 0-16,15-10 0 15,2 0 0-15,9-2 0 16,3-1 0-16,-1 1 0 0,6 0 0 15,-4-1 0-15,-2 1 0 16,-7 2 0-16,0 5 0 16,-12 0 0-16,-9 5 0 15,0 0 0-15,0 0 0 16,0 0 0-16,0 0 0 0,0 0-7 16,-7 0-81-16,7 0-3 15</inkml:trace>
  <inkml:trace contextRef="#ctx0" brushRef="#br1" timeOffset="-29859.22">17551 2496 438 0,'0'0'3'0,"2"-12"4"16,0 5 2-16,1-3 1 0,-3 0 1 15,5 3 0-15,-3-3-1 16,-2 10 2-16,0 0-12 15,0 23 0-15,-7 8 0 16,0 12 0-16,-3 6 0 16,2 6 0-16,-2 6 0 0,3 1 0 15,2-2 0-15,3-8 0 16,2-8 0-16,7-4 0 16,5-8 0-16,3-4 0 0,5-6 0 15,0-5 0-15,5-5 0 16,0-6 0-16,2-4 0 15,-3-2-4-15,2-6-41 0,-4-3-38 16,-5-9-4-16</inkml:trace>
  <inkml:trace contextRef="#ctx0" brushRef="#br1" timeOffset="-29680.44">17444 2878 404 0,'0'0'8'0,"0"0"3"16,-10-5 2-16,10 5 1 15,-10-4 0-15,10 4 0 16,-2-8 0-16,2 8 0 0,12-12-9 16,7 7-5-16,9-3-8 15,12 4-20-15,8-2-52 16,1 1-2-16</inkml:trace>
  <inkml:trace contextRef="#ctx0" brushRef="#br1" timeOffset="-28097.02">18020 2866 450 0,'0'0'3'15,"0"0"2"-15,0-10 1 16,0 10 0-16,-10-15 0 0,1 7-1 16,-10 4 2-16,0-1-2 15,-5 2-2-15,-4 3-2 16,-2 8-1-16,1 2-3 0,4 4 1 15,2 4-1-15,11 2 1 16,2-1 0-16,10-2-1 16,5 0 1-16,7-6 1 0,8-3 1 15,5-6 0-15,2-2 1 16,5-2 0-16,-2-9 1 16,0-1 2-16,0-2 0 15,-10-2 0-15,0 0 1 16,-8-2-1-16,-2 3 0 15,-4 0-1-15,-4 5-3 0,-2 0 0 16,0 10 0-16,0 0-3 16,0 0 1-16,0 7-1 15,0 9-1-15,5-2 1 16,2 4 0-16,0-1 1 0,4-2-1 16,-4-2 1-16,5-4 0 15,-1 0 2-15,1-8 0 16,-3-1 0-16,7-1 2 0,-9-10-1 15,5 1 1-15,1-3 1 16,-1-1-1-16,-1-1 0 16,1 3-1-16,-3-1 1 15,2 3-2-15,-11 10 0 0,14-10-1 16,-14 10 0-16,12 0-1 16,-12 0 1-16,11 15-2 15,-6-8 0-15,-1 6 2 16,4-6-1-16,2 1 1 15,0-3 0-15,-1-2 0 0,2-3 2 16,6 0 1-16,1-6 0 16,1-4 0-16,-1-5-1 15,2 1 1-15,-1-3 0 16,-1 1 0-16,-1 2-2 0,-4 1 0 16,-6 8 0-16,-7 5-1 15,0 0 0-15,10 0 1 16,-10 10-1-16,0 0 0 15,0 2-4-15,0-12-7 0,2 10-45 16,4 0-22-16,-6-10 0 16</inkml:trace>
  <inkml:trace contextRef="#ctx0" brushRef="#br1" timeOffset="-27910.94">18415 2407 433 0,'0'0'6'0,"0"0"2"16,0 0 1-16,0 0-1 16,-2-9 1-16,2 9 0 15,0 0 0-15,14-13-2 16,-1 8-13-16,17-6-51 0,0 8-25 16,9-3 0-16</inkml:trace>
  <inkml:trace contextRef="#ctx0" brushRef="#br1" timeOffset="-27763.23">18788 2282 373 0,'0'0'3'0,"0"0"0"16,-3 9 2-16,3 1-1 16,0 5 1-16,3 7-1 0,-1-2-12 15,7-2-56-15,5 11-5 16</inkml:trace>
  <inkml:trace contextRef="#ctx0" brushRef="#br1" timeOffset="-27214.51">19325 2341 453 0,'0'0'5'0,"0"0"1"15,0 0 0-15,0-10-1 16,0 10 1-16,0 0-1 16,0 0-1-16,0 0 0 15,0 0-4-15,0 0-1 0,0 13 0 16,3-5 0-16,6 3 0 16,-2 2 2-16,6-4 0 15,4 0 1-15,-1-8 0 0,0 2 0 16,5-3 0-16,-4 0 0 15,-2-8 2-15,3 1-1 16,-6-3-1-16,-3 0-2 16,0 3 0-16,-5-3 0 15,-4 10 0-15,3-15 0 0,-3 15 0 16,0 0 0-16,0 0 0 16,0 0 0-16,-3 17 0 15,1-2 0-15,2 2 0 0,0 5 0 16,0 6 0-16,0 5 0 15,0-2 0-15,0 2 0 16,7-2 0-16,-7-1-8 16,5 3-17-16,-5-3-54 15,0-6-3-15</inkml:trace>
  <inkml:trace contextRef="#ctx0" brushRef="#br1" timeOffset="-26946.89">18960 2784 387 0,'0'0'6'0,"0"0"1"16,0 0 0-16,0 0 3 15,0 0 1-15,0 0 1 16,9 3 2-16,12-3 0 0,13-3-4 16,8-2-1-16,11-5 1 15,9 0-2-15,7-3-2 16,6 5-6-16,-3-3 0 0,-3 1 0 15,-4 0 0-15,-10 3 0 16,-8 2 0-16,-12-2 0 16,-10 7 0-16,-11-3-28 15,-14 3-54-15,0 0-2 0</inkml:trace>
  <inkml:trace contextRef="#ctx0" brushRef="#br1" timeOffset="-26413.5">19277 2960 447 0,'0'0'4'0,"0"0"3"15,0 0 0-15,3-12 2 16,-3 12 0-16,10-10 0 0,3 2 0 16,1 4 1-16,6-2-10 15,3 6 0-15,-2 3 0 16,4 4 0-16,1 7 0 16,-9 2 0-16,-2 1 0 0,-9 2 0 15,-6 2 0-15,0-1 0 16,-11 0 0-16,-4-4 0 15,-2-2 0-15,-4-5 0 0,2-1 0 16,-1-4 0-16,8-4 0 16,-1 0 0-16,3-7 0 15,8-3 0-15,2-4 0 16,10-4 0-16,5-4 0 0,-1-1 0 16,9-1 0-16,2 1 0 15,-1 1 0-15,-6 4 0 16,2 7 0-16,-8 3 0 15,-5 6 0-15,-7 2 0 16,5 10 0-16,-5 1 0 0,0 6 0 16,0-1 0-16,0 3 0 15,4 2 0-15,0-4 0 16,8 0 0-16,6-5-6 0,4-4-14 16,3-3-59-16,10-5-4 15</inkml:trace>
  <inkml:trace contextRef="#ctx0" brushRef="#br1" timeOffset="-26113.16">19854 2326 444 0,'0'0'4'0,"0"0"2"0,-13-15 1 16,13 15 0-16,-12-12 0 0,12 12 1 15,-9-10 0-15,9 10 1 16,0 0-4-16,4 22-2 15,13 5 0-15,12 11-3 16,2 9 0-16,4 9 0 16,3 6 0-16,-4 5 0 0,-1 2 0 15,-11 0 0-15,-7-1 0 16,-15-4 0-16,-10-2 0 16,-20 0 0-16,-7-5 0 0,-11-2 0 15,-9-6 0-15,-3-2 0 16,-9-5-4-16,0-6-9 15,-6-12-14-15,3-9-47 16,0-3-10-16</inkml:trace>
  <inkml:trace contextRef="#ctx0" brushRef="#br1" timeOffset="-25813.46">19163 2328 391 0,'0'0'5'15,"0"0"0"-15,-7-2 1 0,-3 4-1 16,-5 11 2-16,-2 9 1 16,-6 15 1-16,-9 9 2 15,0 22-3-15,-5 9-1 0,2 12-1 16,5 10 0-16,5 8 0 15,5 2 0-15,15-10-2 16,12-2-2-16,16-9-1 16,12-10 0-16,12-12-3 0,11-12-8 15,16-18-68-15,10-10-3 16</inkml:trace>
  <inkml:trace contextRef="#ctx0" brushRef="#br1" timeOffset="1204.18">17047 2784 203 0,'0'0'2'0,"-21"-2"2"0,6-6 1 16,-2 1 8-16,-2-8 3 15,4-5 3-15,4-5-2 16,-1-9 0-16,14-12-4 0,23 5 0 16,15-8-4-16,17 0-5 15,16-7-5-15,18 0-1 16,21 1 1-16,19-2 1 16,19 2 3-16,6 3 0 0,23 3 2 15,10-3 1-15,15 7 2 16,17 13-1-16,-3 12 1 15,6 13-2-15,-2 12-2 16,-1 17-1-16,-16 18-2 16,-5 14 0-16,-21 13 1 0,-16 12 0 15,-18 8 0-15,-23 5 1 16,-21 6-1-16,-16 2 0 16,-28 2 0-16,-27 7 0 0,-30-3 0 15,-23-2 0 1,-34 0 2-16,-30-5-2 0,-37-2 3 15,-28 2 1-15,-27-10 0 16,-22-10 0-16,-20-6 0 16,-22-7-2-16,-16-7-1 15,-9-12 2-15,-5-14-2 0,-1-16 1 16,3-17-1-16,13-15 0 16,15-21 2-16,26-22 1 0,23-19-1 15,35-27 0-15,35-15-1 16,32-14 0-16,38-16-1 15,39-12-2-15,32-8-2 16,43 1-3-16,44-5 0 0,35 8 0 16,42 12 1-16,35 15 0 15,35 16-1-15,-116 73-7 16,24-1-29-16,154-21-39 16,27 21-2-16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2:34:25.051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FFC000"/>
    </inkml:brush>
    <inkml:brush xml:id="br5">
      <inkml:brushProperty name="width" value="0.05292" units="cm"/>
      <inkml:brushProperty name="height" value="0.05292" units="cm"/>
      <inkml:brushProperty name="color" value="#0070C0"/>
    </inkml:brush>
    <inkml:brush xml:id="br6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8593 12185 127 0,'0'0'1'0,"0"0"1"0,0-7 3 0,0 7 3 0,0 0 4 16,13-7 2-16,-13 7 1 16,19-6 2-16,-3 6 1 15,3 0-2-15,-1 0-1 16,9 0-5-16,-2 0-1 15,12 0-1-15,3 0-3 0,5 0-1 16,9 0-1-16,1 0 0 16,7 0 0-16,3-1-1 15,4-2-1-15,4-2 0 16,-7 2 0-16,11-3-1 0,1 5 1 16,-2-2-1-16,6-1 0 15,1 1 1-15,-2 0-1 16,6-2 0-16,5 3 0 0,-5-1 1 15,5-2-1-15,0 3 0 16,-2 0-1-16,4-1 1 16,-2 3-1-16,0 0 0 15,2 0 1-15,1 0-1 0,-6 3 0 16,-2 1 1-16,1 1 0 16,3 0-1-16,6 0 1 15,-7 3 0-15,-3-3 0 16,1 0-1-16,0 0 1 15,1-3 0-15,-2 1-1 0,-4 0 1 16,0-3 0-16,-3 0-2 16,3 0 2-16,-7 0 0 15,-1 0 0-15,-3-3 0 0,-3 3 0 16,-2-3 0-16,-6 3 0 16,0-2 0-16,-4 2 2 15,-2 0-2-15,0-3 0 16,-6 3 1-16,1 0-1 0,-3-2 0 15,-2 2 1-15,-5-4-1 16,0 3 0-16,0-2 0 16,-11 1 1-16,6 2 0 15,-7-2 0-15,-1 2 0 0,0 0-1 16,-7 0 2-16,2 0-2 16,-10 0 1-16,1 0-1 15,-13 0 0-15,20 0 0 16,-20 0 1-16,0 0-1 0,0 0 0 15,0 0-1-15,0 0-6 16,0 0-11-16,0 0-23 16,0 0-21-16,0 0-3 15</inkml:trace>
  <inkml:trace contextRef="#ctx0" brushRef="#br0" timeOffset="416.07">13088 11990 368 0,'0'0'4'16,"0"0"1"-16,0 0 2 0,0 0-2 15,0 0-1 1,0 0 0-16,0 0 0 0,0 0 1 16,5 4-3-16,5 3 0 15,0 0-1-15,4 1 1 16,9 2 0-16,2 1 2 0,7 1 0 16,1-2-1-16,1 0-1 15,-1 2 0-15,1-4-1 16,-6-1 1-16,-6 3 1 15,-7 2 3-15,-9 1-1 0,-9 3 3 16,-18 5 0-16,-8 1 1 16,-10 3 1-16,-9 5-2 15,4 0-2-15,-9-1-3 16,1-1-9-16,15-7-35 0,4 2-39 16,16-10-3-16</inkml:trace>
  <inkml:trace contextRef="#ctx0" brushRef="#br0" timeOffset="2116.34">8546 12151 210 0,'0'0'6'0,"0"0"5"15,0 0 4-15,0 0 2 16,3-8 6-16,-3 8 2 0,0 0 2 16,2-15 2-16,-2 15-2 15,0-10-5-15,0 0-3 16,2-4-1-16,1 1-4 0,-3-9-2 15,2 2-3-15,-2-7-1 16,3-2-1-16,2-11-2 16,-1-3-1-16,0-1-1 15,1-11-3-15,0-2 0 16,-1-7 0-16,1-2 0 0,-2-4 0 16,-3-2 0-16,0 0 0 15,0-2 0-15,0-1 0 16,0-1 0-16,-3-6 0 15,3-3 0-15,0 1 0 0,3-8 0 16,-1 1 0-16,3-3 0 16,-2 4 0-16,0-1 0 15,-3 7 0-15,0 7 0 16,-6 5 0-16,-1 10 0 0,-1 10 0 16,-1 9 0-16,-2 7 0 15,1 11 0-15,3 3 0 16,0 10 0-16,4 2 0 0,3 10 0 15,0 0 0-15,0 0 0 16,-8 7-27-16,8 8-57 16,3 10-5-16</inkml:trace>
  <inkml:trace contextRef="#ctx0" brushRef="#br0" timeOffset="2949.79">8576 12304 232 0,'0'0'9'16,"0"0"3"-16,0 0 5 16,0 0 2-16,0 0 3 15,0 0 1-15,0 0 0 16,-2-7 3-16,2 7-10 0,0 0-3 16,-13 2-4-16,13-2-3 15,-20 17-3-15,5 1 0 16,-3 0-1-16,-3 6-1 15,-7 6 1-15,-4 4-1 0,-11 9 1 16,-3-1-1-16,-9 12 0 16,-10 1 0-16,-4 7 1 15,-11 4 0-15,-7 4-1 16,-5 4 1-16,-5 1 0 0,-2 3-1 16,-5 4 0-16,-1-2 0 15,-6 4-1-15,6-2-1 16,-6-3 1-16,6 1 0 0,5-7 0 15,1-1 1-15,10-5-1 16,4-7 1-16,11-6 1 16,3-7-1-16,14-9 0 15,11-6 0-15,9-3-1 0,7-11-4 16,12-3-2-16,1-11-3 16,17-4-5-16,-15 3-9 15,15-3-35-15,4-3-21 16,-4 3-3-16</inkml:trace>
  <inkml:trace contextRef="#ctx0" brushRef="#br0" timeOffset="3449.74">6459 13662 402 0,'0'0'2'0,"0"0"1"0,0 0-1 15,-2 4 1-15,-1 12 1 16,-5 1 0-16,-2 5 2 0,-4 8 0 16,-4 8 0-16,-7 3 0 15,-2 1 0-15,-3 5 0 16,-5-7 0-16,3-1 1 15,-3-1-2-15,5-10 0 16,5-7 0-16,4-4 0 0,5-4-1 16,4-8 0-16,12-5-1 15,-10 5-1-15,10-5 1 16,8-3-1-16,6-1-1 0,7-2 0 16,4 2 1-16,7 1-2 15,10-2 0-15,0 2 0 16,8 3 0-16,-4 0 0 15,0 3 0-15,-2 5 0 16,-4-4 0-16,-3 4 0 0,-9-3 0 16,-3 3 0-16,-8-4 0 15,-2 0 0-15,-5 0 0 16,-10-4 0-16,7 4 0 16,-7-4 0-16,0 0 0 0,0 0 0 15,0 0-28 1,11 6-58-16,-11-6-2 0</inkml:trace>
  <inkml:trace contextRef="#ctx0" brushRef="#br0" timeOffset="4916.21">8558 9993 387 0,'0'0'7'0,"0"0"4"0,0 0 1 15,0 0 2-15,0 0 0 0,0 0 0 16,0 0 0-16,0 0 0 16,-17 7-7-16,0 11-4 15,-1 4-2-15,-1 6 0 16,-9 4-2-16,1 2 1 16,2 1 0-16,-3 0 0 0,6-6-1 15,5 1 1-15,-1-11 0 16,6-4 0-16,5-2-1 15,7-13 1-15,0 0 0 16,0 0 1-16,0-7 0 16,9-11 1-16,7-4 0 0,1-8 1 15,5-2 1-15,3-6-2 16,3 1-2-16,-4 1 0 16,1-1 0-16,-5 6 0 0,-3 5 0 15,1 5 0-15,-9 7 0 16,-1 4 0-16,-8 10 0 15,10-5 0-15,-10 5 0 0,10 17 0 16,3 1 0-16,-1 7 0 16,5 6 0-16,5 4 0 15,11 2 0-15,-1 1 0 16,11-6 0-16,8-10-24 16,-3 3-63-16,4-13-4 0</inkml:trace>
  <inkml:trace contextRef="#ctx0" brushRef="#br0" timeOffset="8116.07">13046 12750 356 0,'0'0'5'15,"0"0"6"-15,0 0 2 0,0 0 2 16,0 0 1-16,0-11 2 16,0 11 1-16,0 0-1 15,0 0-4-15,0 0-4 16,0 0-3-16,7 8-2 0,3 7-1 16,3 3-4-16,6 2 0 15,1 5 0-15,6-1 0 16,3 4 0-16,1-2 0 15,2-3 0-15,-4-3 0 16,2 0 0-16,-6-8 0 0,1 0 0 16,-5-2 0-16,-6-4 0 15,1 0 0-15,-4-3 0 16,-11-3 0-16,13 5 0 16,-13-5 0-16,0 0 0 0,0 0 0 15,0 0 0-15,0 0 0 16,0 0 0-16,0 0 0 15,0 0 0-15,0 0 0 0,0 0-3 16,16 0-83-16,-16 0-3 16</inkml:trace>
  <inkml:trace contextRef="#ctx0" brushRef="#br0" timeOffset="8716.64">13297 12728 347 0,'0'0'7'0,"0"0"4"0,0 0 5 0,2-10 1 16,-2 10 2-16,3-12 2 15,-3 12-1-15,5-9 1 16,-5 9-6-16,0 0-5 16,0 0-3-16,0 0-7 0,-10 14 0 15,-5 8 0-15,-2 7 0 16,-6 9 0-16,-7 6 0 15,-5 3 0-15,-1 5 0 16,-2-2 0-16,-2-3 0 0,5-3 0 16,3-9 0-16,5-5 0 15,5-6 0-15,7-6 0 16,3-6 0-16,12-12 0 16,-11 11 0-16,11-11 0 15,0 0 0-15,0 0 0 0,0 0 0 16,5 0-13-16,-5 0-20 15,15-16-51-15,-5 9 1 16</inkml:trace>
  <inkml:trace contextRef="#ctx0" brushRef="#br0" timeOffset="9632.7">8324 9113 411 0,'0'0'6'0,"0"0"2"0,0 0 2 16,0 0 1-16,0 0 0 15,0 0-1-15,0 0 2 16,0 0 0-16,0 8-5 16,9-1-3-16,3 3-2 0,3 1-1 15,7 3 1-15,0 1 0 16,3 0 0-16,3-1-2 15,-3 4 0-15,-6-5 0 16,4-1 0-16,-6-5-2 0,-2 5-7 16,-3-6-12-16,-1-5-59 15,-11-1-5-15</inkml:trace>
  <inkml:trace contextRef="#ctx0" brushRef="#br0" timeOffset="9849.87">8561 9051 398 0,'0'0'7'16,"0"0"3"-16,0 0 3 15,0 0 0-15,0 0 0 0,0 0 1 16,7 11 0-16,-5 1 0 16,-2 8-6-16,0 4-4 15,0 7-1-15,0 2-3 0,0 7 0 16,0 3-3-16,-2-7-11 15,2-18-62-15,0 17-8 16</inkml:trace>
  <inkml:trace contextRef="#ctx0" brushRef="#br0" timeOffset="10948.49">5552 14524 411 0,'0'0'6'0,"0"0"2"0,0 0 3 15,0 0 1-15,0 0 0 16,0 0 2-16,0 0-1 0,0 0 1 16,0 0-4-16,10-8-10 15,5 6 0-15,5-3 0 16,2 3 0-16,5-1 0 0,3 1 0 15,5-3 0-15,0 5 0 16,0 0 0-16,-5 0 0 16,-1 0 0-16,-7 0 0 15,-2 2 0-15,-4 1 0 0,-7 2 0 16,-9-5 0-16,10 11 0 16,-10 2 0-16,-7-1 0 15,-8 6 0-15,-5 2 0 16,-5 3 0-16,-8 2 0 0,2-2 0 15,-6 5 0-15,7-6 0 16,-3-2 0-16,8 2 0 16,5-7 0-16,11-5 0 15,1-2 0-15,8-8 0 16,0 0 0-16,17 5 0 0,6-5 0 16,2-3 0-16,7-4 0 15,5-1 0-15,5-2 0 16,6 3 0-16,-1-3 0 0,0 0 0 15,-5 2 0-15,-4 4 0 16,-3-2 0-16,-10 5 0 16,-6 1 0-16,-4 0 0 15,-15 0 0-15,12 0 0 0,-12 0 0 16,0 0 0-16,0 0 0 16,0 0 0-16,0 0 0 15,0 0 0-15,0 0 0 16,0 0-46-16,0 0-46 0</inkml:trace>
  <inkml:trace contextRef="#ctx0" brushRef="#br0" timeOffset="17366.46">13628 13012 375 0,'0'0'8'0,"0"0"1"0,0 0 2 15,0 0 2-15,0 0 1 16,0 0 1-16,1-9-1 16,-1 9 0-16,0 0-6 0,-4 5-3 15,-2 5-3-15,2 2-1 16,-4 3-2-16,6 2 0 15,2 4 0-15,0-2 0 16,5-2 0-16,4 1 0 0,7-6 1 16,1-2 0-16,5-8 0 15,1-2 1-15,2 0 1 16,-3-8 1-16,-2-1 2 16,-5-6 0-16,-3-2 1 0,-4-1 0 15,-8 1-6-15,-11-1 0 16,-3 4 0-16,-6 4 0 15,-10 3 0-15,3 7 0 0,-5 0 0 16,4 15-4-16,1 0-80 16,9 2-3-16</inkml:trace>
  <inkml:trace contextRef="#ctx0" brushRef="#br0" timeOffset="18816.63">8328 9087 250 0,'0'0'8'0,"0"0"5"0,0 0 4 16,0 0 4-16,-4 4 3 15,4-4 0-15,0 0 4 0,0 0-2 16,0 0-7-16,0 0-5 16,0 0-4-16,0 13-4 15,0-13-1-15,9 9-3 16,-2 2 0-16,5 1-2 16,3 1 1-16,2 4 0 0,3-1-1 15,1 2 1-15,-2-3-1 16,1 0 0-16,-2 0 1 15,-1-5-1-15,-5-3 0 16,3-1 1-16,-5-2-1 0,-10-4 1 16,13 4 0-16,-13-4 1 15,0 0 0-15,0 0-2 16,0 0-2-16,0 0-3 0,0 0-7 16,0 0-15-16,-18-7-52 15,18 7-3-15</inkml:trace>
  <inkml:trace contextRef="#ctx0" brushRef="#br0" timeOffset="19166.4">8566 9059 380 0,'0'0'8'0,"0"0"0"0,0 0 1 15,0 0 1-15,-5 8 0 16,2-1 0-16,-2 7 0 16,3 9 0-16,0 2-5 0,-3 5-2 15,-1 7-1-15,1 5 0 16,-2 0 0-16,0 0-1 16,-4 0 1-16,4-5-1 0,0-2 0 15,0-4 0-15,2-8-1 16,-3-5 1-16,5-7-1 15,1 0 1-15,2-11 1 0,0 7 0 16,0-7 0-16,0 0 0 16,0 0 0-16,0-4-1 15,0 4-1-15,2-18-4 16,2 8-8-16,0-2-17 16,-8 0-51-16,4-1-1 0</inkml:trace>
  <inkml:trace contextRef="#ctx0" brushRef="#br0" timeOffset="19583.03">8683 9371 391 0,'0'0'6'0,"0"0"3"0,0 0 0 16,0 0 0-16,0 0 1 15,0 3-1-15,0-3 1 16,-10 14-1-16,5-3-6 16,2-2-2-16,0 4-1 0,3-2 0 15,0 0-1-15,3-1 1 16,-3-10 1-16,13 10 0 15,-1-8 0-15,1-2 2 16,1 0 0-16,-1-8 2 0,-1 0 1 16,-2-5 1-16,3 3 1 15,-8-8-1-15,-3 6-3 16,-2-1-4-16,-7 4 0 16,-6 1 0-16,-4 5 0 15,-1 3 0-15,-4 3-6 0,2 10-76 16,5-1-4-16</inkml:trace>
  <inkml:trace contextRef="#ctx0" brushRef="#br0" timeOffset="20700.09">6330 14716 358 0,'0'0'8'0,"0"0"5"15,0 0 2-15,0 0 0 16,0 0 1-16,0 0 1 16,0 0 0-16,0 6 0 0,0-6-8 15,-8 15-5-15,3 0-2 16,3-1-2-16,-1 6 0 16,3 3-1-16,0-1 0 0,5 1 0 15,6-5 0-15,3-2 0 16,1-4 1-16,-2-4 0 15,3-6 1-15,2-2 1 0,-2-6 1 16,-4-2 0-16,-3-8 2 16,2 2 1-16,-6-4-1 15,-1-1-5-15,-4-1 0 16,-4 2 0-16,-7 4 0 16,-7 3 0-16,4 7 0 0,-8 4 0 15,0 7 0-15,-4 3 0 16,6 10-86-16,11-1-3 15</inkml:trace>
  <inkml:trace contextRef="#ctx0" brushRef="#br0" timeOffset="42532.5">1040 15909 433 0,'0'0'5'16,"0"0"1"-16,0 0 3 15,0 0 0-15,0 0-1 0,0 0 1 16,0 0-1-16,-10 4 1 15,10 14-4-15,0 5-3 16,5 3-1-16,-3 9-1 0,3 6 1 16,0 5 0-16,0 1-1 15,0-3 1-15,0-1-1 16,-3-6-1-16,1-5 1 16,2-6-1-16,-5-2 1 15,0-10 0-15,0-4-1 0,0-10 1 16,0 0-1-16,-10 0 1 15,8-10 0-15,-4-7 0 16,-1-5 1-16,2-8-1 16,0-8 1-16,-5-1 0 15,3-11 0-15,-5 1 0 0,2-5 0 16,-1-1 1-16,4 2-2 16,-2 7 0-16,3 2 0 15,6 3 0-15,0 8 0 0,6 3 0 16,5 7 0-16,10 3 0 15,3 7 0-15,9 9 0 16,4 1 0-16,0 3 0 0,3 7 0 16,0 10 0-16,-3 4 0 15,0 3 0-15,-7 4 0 16,-7 1 0-16,-4 2 0 16,-11-1 0-16,-3-6 0 0,-5 3 0 15,-11-2 0-15,-5-6 0 16,-7-1 0-16,-7-3 0 15,0 0 0-15,-4-5 0 16,-1-3 0-16,3-4 0 16,4-2 0-16,3-1 0 0,6 0 0 15,6-1 0-15,13 1-6 16,-10-10-24-16,0 2-55 16,20 1-4-16</inkml:trace>
  <inkml:trace contextRef="#ctx0" brushRef="#br0" timeOffset="42832.43">1557 16052 490 0,'0'0'3'0,"0"0"1"0,0 0 1 0,0 0 0 15,5-4-1-15,-5 4-4 16,9-5 0-16,1-1 0 0,3 6 0 16,1-2 0-16,1 2 0 15,0 0 0-15,3 0 0 16,-1 0-14-16,-17 0-72 0,11 2-3 15</inkml:trace>
  <inkml:trace contextRef="#ctx0" brushRef="#br0" timeOffset="42982.66">1522 16184 450 0,'0'0'3'0,"0"0"2"16,0 0 1-16,0 9 2 15,0-9 1-15,15 8 1 16,5-5-1-16,7-3 2 0,12-6-11 15,17 1-15 1,8-9-67-16,6-4-4 0</inkml:trace>
  <inkml:trace contextRef="#ctx0" brushRef="#br1" timeOffset="49382.31">8330 11541 90 0,'0'0'6'0,"0"0"5"15,0 0 3-15,0 0 3 16,0-10 4-16,0 10 2 16,0 0 4-16,0 0-1 15,0 0-3-15,0 0-3 0,0 0-3 16,0 0-5-16,0 0-2 15,0 0-1-15,0 0-3 16,0 0 0-16,0 0-1 0,5-3 0 16,-5 3 0-16,10-2 0 15,-10 2 2-15,12-5-1 16,-12 5-1-16,15-2 0 16,-5 2 0-16,2-5-2 15,-2 5 0-15,6-2-1 0,-4 2 0 16,8-3-1-16,-1 3-1 15,4 0 1-15,4 0-1 16,1 0 0-16,2 0 1 16,0 0-1-16,2 0 1 0,0 0-1 15,3 0 0-15,2 0 1 16,2 0-1-16,4 0 1 16,-1 0-1-16,0 0 0 15,3 0 0-15,-1-2 1 0,4-1-1 16,-6 3 1-16,1-5-1 15,1 3 0-15,-2-1 0 16,3 1 1-16,-3 2-1 0,1-3 1 16,-4 3-1-16,9-2 0 15,-4 2 1-15,1 0-1 16,5-3 1-16,0 3-1 16,1-2 1-16,4-1 0 15,0 0-1-15,0 1 1 0,-1 0-1 16,6-2 1-16,-1-2-1 15,1 3 1-15,0 2-1 16,-1-3 0-16,3 1 0 16,-2 2 0-16,2 1 1 15,-2-3-1-15,0 3 1 0,4 0-1 16,-2 0 0-16,3 0 1 16,-1 0-1-16,3 0 1 15,-1 0-1-15,-2 0 0 0,3 3 0 16,-5-3 0-16,-2 1 0 15,2 2 0-15,-2 2 1 16,-1-2-1-16,1-3 0 16,-4 6 0-16,4-5 0 0,-3-1 0 15,1 3 0-15,-3-3-1 16,-1 2 1-16,-2-2-1 16,-1 2 0-16,3-2 1 0,-5 0 0 15,1 0-1-15,0 0 1 16,-1 0 0-16,-4-2 0 15,5 0 0-15,-5 2-1 16,-1-3 1-16,-4 2 0 16,2-5 0-16,-5 6-1 15,1-3 1-15,-9 2-1 0,4 1 1 16,-8-4-1-16,0 4 0 16,-5 0 0-16,-3 0 0 15,-2 0 0-15,-5 0 1 0,-10 0 0 16,12 0 0-16,-12 0 1 15,0 0-1-15,0 0 1 16,0 0-5-16,0 0-6 16,0 0-29-16,0 0-30 0,0 0-5 15</inkml:trace>
  <inkml:trace contextRef="#ctx0" brushRef="#br1" timeOffset="51700.95">8295 11571 143 0,'0'0'7'0,"0"0"5"16,0 0 5-16,0 0 2 15,3 5 5-15,-3-5-1 0,0 0 2 16,0 0 2-16,0 0-7 16,0 0-2-16,0 0-5 15,0 0-2-15,0 0-2 0,0 0-3 16,-8 0-1-16,8 0 0 15,-12 2-2-15,0 1-2 16,1-1 1-16,-1 4-1 16,-3 1 0-16,-2 3-1 0,1 2 1 15,0 3 0-15,-2-1 0 16,3 4 1-16,0-3 0 16,-4 5 0-16,1-5 1 15,2 3 1-15,2-2-1 0,-1-1 1 16,-2-1-1-1,-1 2 0-15,4 2 0 0,-2-4 0 16,2 3-1-16,2 1 0 16,-6-1 1-16,6 1-2 15,-1 1 2-15,1-1-3 0,-1-4 1 16,1 1 0-16,-2 6-1 16,8-7 1-16,-4 1-1 15,3 2 0-15,-2 1 0 0,2-3 0 16,0 1 0-16,0 0 0 15,0 1 0-15,-2 0 1 16,2 1-1-16,0-3 0 16,2-1 0-16,-1 0-1 0,2-3 1 15,-1 4 0-15,1-2 0 16,3 0-1-16,1 1 1 16,0 3-1-16,0-5 1 15,-2 6 0-15,2-4 0 0,0 4-1 16,0-6 1-16,0 4 0 15,2-5 0-15,-1 5 0 16,3-2 0-16,-2-1 0 16,3-1 0-16,-3 0 1 15,4 4-1-15,-1-4 0 0,0 3 0 16,2-3 1-16,-2 2-1 16,3-1 0-16,2 2 0 15,-1-2 0-15,-2 1 0 0,4-1 0 16,-1 1 0-16,-3 2 1 15,6-2-2-15,-3 4 1 16,-3-1 1-16,6-2-1 0,-4 3 0 16,1-1 0-16,3-2 0 15,1-1 0-15,2 4 0 16,-2-3 0-16,4 0 1 16,-1-3-1-16,1 2 1 0,2 2-1 15,-3 0 0-15,1 0 1 16,1-1 0-16,4-1-1 15,-3 2 1-15,-1-2-1 16,6-2 1-16,3 1 0 16,-1-3-1-16,5 0 1 15,-2 0-1-15,5-3 1 0,2-2-1 16,-3 2 1-16,2 0 0 16,1-4-1-16,0 3 1 15,3-4 0-15,-3 2-1 0,1-1 1 16,1 2-1-16,3-3 1 15,1 1-1-15,-1 0 1 16,3-3-1-16,2 2 0 16,-2 1 1-16,2-3-1 0,3 0 1 15,-1 0-1-15,1 0 0 16,0 0 1-16,-1 0-1 16,1 0 1-16,5 0-1 0,-3 0 0 15,3 0 1-15,-1 0-1 16,1 0 0-16,2 0 1 15,-3-3-1-15,6 3 0 16,-5-2 1-16,2 2-1 16,1 0 1-16,4 0-1 0,-6 0 0 15,4 0 0-15,-1-3 0 16,1 3 0-16,-3 0 1 16,3-3-1-16,-3 1 0 15,1 0 0-15,-1 2 1 0,-1 0-1 16,1-3 0-16,1 3 0 15,2-3 1-15,2 3-1 16,-3-2 0-16,3 0 0 0,1 2 0 16,-1-2 0-16,0-1 0 15,0 0 0-15,2-1 1 16,-2-2-1-16,3 5 1 16,-1-7-1-16,2 3 0 15,-1-3 1-15,1 4-1 0,-1-4 0 16,-1 3 0-16,-1-3 0 15,-1 1 0-15,0-1 1 16,-3 3-1-16,4 1 0 16,-9-4 0-16,1 6 0 0,-6-4-1 15,-1 5 1-15,-4-5 0 16,-3 1-1-16,-2 5 1 16,-4-5-1-16,-8 5 1 15,3-2-1-15,-5 0 0 0,-6 2 1 16,-1 0 0-16,-6 0 0 15,1 0 0-15,-3 0 0 16,-10 0 0-16,10 0 0 0,-10 0 1 16,0 0 0-16,0 0 0 15,0 0 0-15,0 0 1 16,0 0-1-16,0 0 0 16,0 0 1-16,0 0-1 0,0 0 1 15,0 0 0 1,0 0-1-16,0 0 1 0,0 0-1 15,0 0 1-15,0 0-1 16,0 0 0-16,0 0-1 16,0 0 0-16,0 0 1 15,7 0-1-15,-7 0 0 0,0 0 1 16,0 0-1-16,0 0 1 16,0 0 0-16,13-5 0 15,-13 5 0-15,17-3 0 0,-5 1 0 16,3-1-1-16,3 0 1 15,-4 1-1-15,2 2 1 16,1-2-1-16,-4 2 0 16,1 0 1-16,-3 0-1 0,-2 0 0 15,-9 0 0-15,15 0 0 16,-15 0 0-16,10 2 0 16,-10-2-1-16,0 0-2 0,0 0-5 15,0 0-16-15,20 0-56 16,-20 0-3-16</inkml:trace>
  <inkml:trace contextRef="#ctx0" brushRef="#br1" timeOffset="55750.69">12520 11430 142 0,'0'0'6'16,"0"0"5"-16,0 0 4 0,0 0 4 16,4 0 2-16,-4 0 1 15,0 0 4-15,0 0-1 16,0 0-3-16,0 0-3 15,0 0-5-15,0 0-3 0,0 0-2 16,0 0-2-16,0 0-1 16,0 0-1-16,0 0 2 15,12 0-1-15,-4 0 0 16,5 0 1-16,3 0 1 0,5 0 1 16,1 0-1-16,6 0-1 15,2-4-2-15,-1 4-1 16,4-4 0-16,-1 4 0 15,3 0-1-15,-8-2-1 16,0 2 0-16,-3 0 0 0,-3 0-1 16,-6 0 0-16,-5 0 0 15,-10 0-1-15,9 2 1 16,-9-2 1-16,0 0 0 0,0 0 1 16,0 0 0-16,0 0 1 15,0 0-1-15,0 0 1 16,0 0 0-16,0 0 0 15,0 0-1-15,0 0 0 0,0 0-1 16,0 0 0-16,0 0-1 16,0 0 0-16,0 0 1 15,0 0-2-15,0 0 0 16,0 0 0-16,0 0 0 0,0 0 0 16,0 0 0-16,0 0 0 15,0 0 0-15,0 0 0 16,0 0 0-16,0 0 0 0,0 0 0 15,0 0-2 1,0 8-4-16,0-8-10 0,0 0-64 16,0 0-2-16</inkml:trace>
  <inkml:trace contextRef="#ctx0" brushRef="#br1" timeOffset="56598.57">12766 12822 307 0,'0'0'6'0,"0"0"3"0,0 0 1 16,0 0 1-16,-6 3 1 16,6-3 2-16,0 0 3 15,6 7-1-15,3-5-3 16,6-2-3-16,2 3-1 0,4-1 0 16,3 0-2-16,3 1 0 15,4-3-2-15,3 3 0 16,1-3-1-16,0 2-1 15,0-2 0-15,-3 0 0 0,0 0 0 16,-4 0-1-16,-3-2 1 16,-9 2-1-16,0 0 0 15,-7 0-1-15,-9 0 1 16,8 0 0-16,-8 0 0 0,0 0-1 16,0 0 1-16,0 0-1 15,0 0-2-15,0 0-2 16,-3 7-6-16,3-7-15 15,-17 0-56-15,17 0-3 0</inkml:trace>
  <inkml:trace contextRef="#ctx0" brushRef="#br1" timeOffset="57433.98">13003 11578 241 0,'0'0'9'0,"-2"-7"7"0,2 7 5 16,-3-18 3-16,1 11 4 15,0-5 1-15,-3 2 2 0,2 0 1 16,3 10-8-16,-7-10-7 16,7 10-5-16,0 0-4 15,-8 5-2-15,6 12-3 16,2 13-2-16,0 10-1 0,4 11 0 16,5 14-1-16,0 5 2 15,3 6-1-15,1 6 0 16,2-3 0-16,3-4 1 15,-6-4 0-15,1-1-1 0,-1-8 1 16,0-6-1-16,-7-3 0 16,0-9 0-16,0-1 0 15,0-9-1-15,-3-4 1 16,1-5 0-16,-1-5 0 0,0-6 0 16,1-3 0-16,-3-2 0 15,0-9 0-15,3 10 0 16,-3-10 0-16,0 0 0 15,0 0 0-15,0 0 0 16,0 0 0-16,0 0 0 0,0 0-1 16,0 0 0-16,0 0 0 15,0 0 0-15,0 0-2 16,0 0-2-16,0 0-4 0,0 0-6 16,0 0-11-16,0 0-32 15,0-5-23-15,0 5-3 16</inkml:trace>
  <inkml:trace contextRef="#ctx0" brushRef="#br1" timeOffset="57982.73">13106 12696 340 0,'0'0'7'0,"0"0"2"15,0 0 3-15,0 0-1 16,0 0 2-16,0 5-1 0,0-5 0 16,0 13 1-16,2-5-6 15,-2 3-4-15,3 1-2 16,1 1-6-16,-1-1-7 15,-1-2-21-15,11 1-43 16,-13-11 0-16</inkml:trace>
  <inkml:trace contextRef="#ctx0" brushRef="#br1" timeOffset="65333.59">20522 2682 409 0,'0'0'6'0,"0"0"3"16,-7-12 2-16,7 12 0 15,-15-5 1-15,5 3 0 16,-7 2 0-16,-1 7 1 0,-1 11-6 15,-4 4-2-15,0 7-3 16,4 11 0-16,1 0-2 16,1 7-2-16,7-3 2 15,5 6-1-15,5-6 0 16,0 1 0-16,10-5 1 0,7-6 1 16,3-4 0-16,7-10 0 15,3-9 1-15,2-11-2 16,9-7 0-16,-6-12 0 15,2-11 0-15,-3-7 0 0,-4-5 0 16,-7-7 0-16,-9-3 0 16,-6-2 0-16,-8-1 0 15,-8 0 0-15,-9 9 0 0,-8 6 0 16,-2 5 0-16,-8 10 0 16,-2 10 0-16,2 11 0 15,-3 4 0-15,4 8 0 16,4 10 0-16,5 2 0 15,8 3 0-15,7 4 0 0,5-3 0 16,8 6 0-16,9-5 0 16,5 0 0-16,10-5 0 15,3-1 0-15,5-6 0 16,5-3 0-16,-5-3 0 0,2-4 0 16,-5 0 0-16,0-3 0 15,-9 0 0-15,-3-6-2 16,-5 4-82-16,-8 2-2 0</inkml:trace>
  <inkml:trace contextRef="#ctx0" brushRef="#br1" timeOffset="65649.91">21004 2856 422 0,'0'0'6'0,"0"0"4"15,0 0 3-15,0 0 1 16,0 0 0-16,0 0 1 15,0 0 0-15,0 0-13 16,21-5-2-16,-9 3 0 0,5 2 0 16,3-3 0-16,5 3 0 15,-3-2 0-15,3 2-84 16,-1 0-1-16</inkml:trace>
  <inkml:trace contextRef="#ctx0" brushRef="#br1" timeOffset="65817.64">20987 2945 414 0,'0'0'6'0,"0"0"2"16,0 0 2-16,0 0 1 15,0 0 1-15,5 5 1 16,7-5 0-16,9 0 1 16,4 0-6-16,9 0-6 15,8-6-8-15,6 2-26 0,6-1-48 16,-2-3-4-16</inkml:trace>
  <inkml:trace contextRef="#ctx0" brushRef="#br1" timeOffset="66550">21057 2891 337 0,'0'0'6'0,"0"0"5"16,0 0 3-16,-10 0 4 15,10 0 0-15,0 0 0 16,-10 0 1-16,10 0 1 0,0 0-5 15,13 0-5-15,6 3-1 16,8-3-2-16,10 0 0 16,6 0-5-16,14 0-2 15,3 0 0-15,2 0 0 0,8-6 0 16,-6 4 0-16,1-6 0 16,-13 3 0-16,-5 1 0 15,-13 1 0-15,-4 0 0 0,-10 1 0 16,-10-1 0-16,-10 3 0 15,0 0 0-15,0 0 0 16,-18-2 0-16,6 2 0 16,-5 0 0-16,0 0 0 15,0 2 0-15,-1-2 0 16,4 0 0-16,-4 0 0 0,8 0 0 16,-1 0-11-16,-8 0-75 15,19 0-2-15</inkml:trace>
  <inkml:trace contextRef="#ctx0" brushRef="#br1" timeOffset="66899.77">21598 2738 379 0,'0'0'9'16,"0"0"2"-16,0 0 3 0,0 0 1 15,0 0 2-15,0 0 1 16,0 0 1-16,8 0 1 0,-8 0-11 15,22 1-9-15,-4 2 0 16,7 0 0-16,7 1 0 16,0-1 0-16,5-1 0 15,0 3 0-15,4 0 0 16,-7 0 0-16,-4 3 0 0,-6 2 0 16,-6-1 0-16,-11 9 0 15,-7 1 0-15,-5 1 0 16,-11 3 0-16,-7 3 0 15,0-1 0-15,-2 3 0 0,-2-6 0 16,5 1 0-16,2-6 0 16,6 3 0-16,1-8 0 15,5-2 0-15,8-10 0 16,0 0-85-16,0 0-2 0</inkml:trace>
  <inkml:trace contextRef="#ctx0" brushRef="#br1" timeOffset="67249.47">22259 2717 464 0,'0'0'5'16,"0"0"2"-16,0 0 2 16,0 0-1-16,0 0 0 0,-9 3 2 15,0 4-10-15,-3 8 0 16,0 2 0-16,-1 8 0 15,6-2 0-15,2 2 0 0,3-4 0 16,4 2 0-16,8-5 0 16,8-4 0-16,6-3 0 15,8-7 0-15,0-4 0 16,6-4 0-16,2-7 0 16,-5-3 0-16,-6-9 0 0,-4-4 0 15,-8-3 0-15,-13-2 0 16,-10-4 0-16,-13 10 0 15,-14-2 0-15,-9 13 0 16,-10 8 0-16,2-15-31 0,-7 29-54 16,2 15-3-16</inkml:trace>
  <inkml:trace contextRef="#ctx0" brushRef="#br1" timeOffset="70698.92">20453 3874 334 0,'0'0'9'0,"0"0"4"15,2-10 3-15,-2 10 1 16,0-12 1-16,0 12 0 0,-10-14 0 15,-2 8 1-15,-3 2-9 16,-3 4-4-16,-4 0-3 16,0 10-1-16,-6 4-2 15,6 5 0-15,0 4-1 16,2 4 1-16,5 0-1 0,5 3 1 16,3-2-1-16,7-2 1 15,0-3 0-15,8-5 1 16,11-3-1-16,1-8 1 0,4-3 1 15,4-4 0-15,-1-4 2 16,1-12 0-16,-1 0 0 16,-4-12 1-16,-2-6-1 15,-5-4 0-15,-4-9-4 16,-4-5 0-16,-6-2 0 0,-2-4 0 16,0 2 0-16,-8 1 0 15,1 8 0-15,-3 7 0 16,0 13 0-16,3 5 0 15,-1 9 0-15,8 13 0 0,0 0 0 16,-7 23 0-16,5 1 0 16,2 8 0-16,5 6 0 15,2 6 0-15,2 4 0 16,7-1 0-16,4 0 0 16,-1-4 0-16,4-4 0 0,4-2-5 15,-2-13-13-15,5-6-37 16,0 2-29-16,-1-5-1 0</inkml:trace>
  <inkml:trace contextRef="#ctx0" brushRef="#br1" timeOffset="71649.41">20942 3869 272 0,'0'0'9'0,"0"0"6"0,0 0 1 16,0 0 4-16,0 0 1 15,0 0 1-15,-2-10 2 16,2 10-1-16,0-7-7 16,0 7-7-16,7-14-1 0,1 5-3 15,4 0-1-15,5 2-1 16,3-3-1-16,1-1 0 15,-2 4 0-15,8-1 0 0,-4 1-1 16,-1 2 0 0,4 3 0-16,-7 2 0 0,1 0-1 15,0 0 0-15,-1 4 1 16,-3 2-1-16,1 3 0 16,1-1 0-16,-4 2 1 15,6 0-1-15,0 0 0 16,-3-2 1-16,6-4 0 0,0 3-1 15,-4-4 1-15,3 0-1 16,1-3 1-16,-4 0 0 16,1-3 0-16,-2-4-1 0,-3 1 2 15,-1-3-1-15,-1 2 1 16,-3-6-1-16,-3-2 1 16,-1 3 0-16,-1-4 1 0,-3 1-1 15,0 4 0-15,-2-3 0 16,0 3-1-16,0 11 1 15,0-13-2-15,0 13 0 16,0 0-2-16,0 0-1 16,0 0-2-16,0 0-7 0,-4 10-9 15,4-10-41-15,0 14-20 16,-3 0-2-16</inkml:trace>
  <inkml:trace contextRef="#ctx0" brushRef="#br1" timeOffset="72266.53">21057 4032 323 0,'0'0'5'0,"0"0"3"15,0 0 3-15,0 0 0 0,-3-15 2 16,3 15 2-16,5-11-1 15,-5 11 1-15,15-15-4 16,-2 8-4-16,-1-1-1 16,5 5-2-16,0-2 0 15,-1 5 0-15,1-2-2 0,3 2-1 16,0 0 0-16,-1 2-1 16,-1 3 1-16,2 0-1 0,-3 2 0 15,1 0 0-15,-1-1 0 16,1 2 1-16,-2-1-1 15,2-3 0-15,3 2 1 16,-2-6 1-16,-1 0-1 16,4 0 2-16,0 0 0 15,-2-6 0-15,3-1 1 0,-4 0 0 16,-1-1 1-16,-4-2-1 16,-1-2 1-16,-3 2-2 15,-1-2 1-15,-3-1-1 0,-3 3-1 16,-3 0 0-16,0 10-1 15,0-14-1-15,0 14-1 16,0 0-2-16,-6-6-4 16,6 6-7-16,0 0-20 0,3 6-48 15,-3-6 0-15</inkml:trace>
  <inkml:trace contextRef="#ctx0" brushRef="#br1" timeOffset="72682.78">22120 3709 361 0,'0'0'5'0,"0"0"3"15,-12-8 3-15,2 5 0 16,-5 1 1-16,0 2 0 15,-3 0 1-15,-2 5 0 0,3 7-4 16,-1 6-4-16,6 2-1 16,3 4-2-16,4 4-1 15,5-2 0-15,5 2 0 0,7-3 0 16,6-3 0-16,6-3 0 16,1-6 0-16,5-6 1 15,4-4-1-15,1-3 1 16,3-5 0-16,-3-8 0 0,-5-1 0 15,-3-11 1-15,-8 0 0 16,-3-1 0-16,-12-8-1 16,-6 3 0-16,-11-1 0 15,-9 0 0-15,-7 4-1 16,-6 8-1-16,-8 7 0 0,-1 8-6 16,1 10-19-16,-1 11-54 15,7 4-5-15</inkml:trace>
  <inkml:trace contextRef="#ctx0" brushRef="#br1" timeOffset="76582.35">13061 11906 150 0,'0'0'9'0,"0"0"4"0,0 0 5 16,0 0 5-16,-5-10 2 16,5 10 1-16,-7-7 0 15,7 7 1-15,-16-6-7 16,16 6-6-16,-9-2-4 0,9 2-2 16,-10 0-3-16,10 0-2 15,-2 9 0-15,2-9 3 16,6 13-1-16,9-8 1 0,8 2 0 15,7-2 0-15,11-3 0 16,9 1 0-16,13-3-2 16,4 0-2-16,10 0 0 15,4 0-1-15,9-3 0 0,4-1-1 16,3 0 1-16,1-2-1 16,1 4 0-16,-2-1 0 15,0-3 1-15,-3 5-1 16,-2-5 0-16,-7 2 1 15,-3 1-1-15,-8-2 1 0,-9 3 0 16,-3-2 1-16,-15 4-2 16,-5-1 0-16,-12 1 1 15,-7 0 0-15,-9 0-1 16,-7 0 1-16,-7 0-1 0,11 5 0 16,-11-5-2-16,0 0-3 15,0 0-7-15,-7 5-13 16,-6-5-48-16,13 0-4 0</inkml:trace>
  <inkml:trace contextRef="#ctx0" brushRef="#br1" timeOffset="77332.87">13103 12371 241 0,'0'0'5'0,"0"0"6"0,0 0 3 16,0 0 3-16,0 0 2 0,0 0 1 15,-8-2-1 1,8 2 0-16,0 0-4 0,0 0-3 16,8 0-5-16,2 0-3 15,4 0-1-15,12 0 0 16,3 0 0-16,14 0 0 0,4 0 1 16,10-3-1-16,10 1 1 15,2-3-1-15,11 2 0 16,3 0 0-16,-2 2 0 0,6-5-1 15,3 4 0-15,-3-1-1 16,0 1 0-16,-3 0 0 16,-2-1 0-16,-2 1 1 15,-3 2-1-15,-6-5 0 16,-3 5 1-16,-8-3-1 0,-7 3 1 16,-2-2 0-16,-9 2-1 15,-10 0 0-15,-7 0 1 16,-7 0-1-16,-1 0 2 0,-17 0 0 15,10 0 0-15,-10 0 0 16,0 0 1-16,0 0-1 16,0 0 1-16,0 0-1 15,0 0-1-15,0 0-1 0,0 0-1 16,-6-6-4-16,6 6-2 16,0 0-6-16,0 0-5 15,-4-9-7-15,4 9-10 16,0-16-26-16,0 16-20 0,2-9-3 15</inkml:trace>
  <inkml:trace contextRef="#ctx0" brushRef="#br1" timeOffset="77865.91">14872 11701 311 0,'0'0'7'0,"0"0"4"0,0 0 3 16,0-11 2-16,0 11 4 0,0 0 1 16,-2-15 0-16,2 15-2 15,0 0-6-15,0 0-2 16,-7 5-4-16,7 16-2 0,-5 7-3 16,5 10 0-16,-4 7-1 15,4 9 1-15,0 8 0 16,4 1-1-16,1-1 0 15,4-1 0-15,1-4-1 0,0-6 1 16,-2-4 0-16,-1-7-1 16,2-5 1-16,0-6-1 15,-7-4 0-15,3-7 0 16,-3-6 0-16,1 0-2 0,-3-12 1 16,2 10-1-16,-2-10-1 15,0 0-2-15,0 0-2 16,0 0-1-16,-7-4-4 15,7 4-4-15,-7-20-9 0,-2 2-34 16,9-1-18-16,-4 1-3 16</inkml:trace>
  <inkml:trace contextRef="#ctx0" brushRef="#br1" timeOffset="78318.71">14771 11593 296 0,'0'0'6'0,"0"0"4"0,0 0 4 0,0 0 0 16,0 0 3-16,0 0 2 16,9-10 1-16,1 10 0 15,3 0-6-15,6 0-4 16,6 0-2-16,12 0-2 16,4 3-1-16,10-3-2 0,6 0-1 15,5 3 0-15,9-3-1 16,-4 0 1-16,2 0-1 15,-4-3 0-15,-6 3 0 16,-6 0 0-16,-9 0 1 0,-12 0-1 16,-4 0 0-16,-13 0 0 15,-5 0 0-15,-10 0 1 16,0 0-1-16,0 0-1 16,0 0-1-16,0 0-2 0,0 0-6 15,-5 11-13-15,-11 10-48 16,4-6-9-16</inkml:trace>
  <inkml:trace contextRef="#ctx0" brushRef="#br1" timeOffset="78849.64">14824 12522 242 0,'0'0'10'16,"0"0"5"-16,0 0 2 16,0 0 3-16,0 0 0 0,0 0 1 15,0 0 4-15,6 5 0 16,-6-5-8-16,19 0-4 16,-1 0-2-16,7 0-2 0,5 0-1 15,7 0 0-15,8-2-2 16,7-1-1-16,3-3-1 15,5 2 0-15,-3 0 0 16,3 1-2-16,-4 1 0 0,-8-1 0 16,-7 3-1-16,-8 0 0 15,-8 0-1-15,-5 0 0 16,-8 0 0-16,-12 0 1 16,11 0-1-16,-11 0 1 15,0 0-1-15,0 0-1 0,0 0-3 16,0 0-2-16,-6 0-8 15,6 0-33-15,-10-5-34 16,10 5-2-16</inkml:trace>
  <inkml:trace contextRef="#ctx0" brushRef="#br1" timeOffset="79416.03">15704 12004 411 0,'0'0'4'0,"0"0"2"0,0 0 2 16,0 0 1-16,0 0-1 16,0 0 2-16,-9-3-1 0,9 3 0 15,-7 8-3-15,7-8-3 16,-13 15-1-16,8-2-2 16,2 2 0-16,1-3 0 15,2-2 1-15,0 0-1 16,0-10 1-16,17 12 0 0,-7-10 1 15,0-2 1-15,2 0 0 16,-1-2 1-16,-4-5 0 16,-2-4-1-16,0 2 1 0,-5-3-4 15,-3-1 0-15,-4 1 0 16,-11 2 0-16,1 7 0 16,-3-2 0-16,1 5 0 15,-1 0 0-15,-1 2 0 0,7 4 0 16,1 1-2-16,13-7 0 15,-7 15 1-15,7-15 0 16,2 9-1-16,7-3 0 16,5-3 0-16,-2-1-3 0,6-2-4 15,-10 0-7-15,9 0-18 16,-8 2-46-16,-9-2-1 16</inkml:trace>
  <inkml:trace contextRef="#ctx0" brushRef="#br1" timeOffset="79966.34">15031 12520 333 0,'0'0'7'0,"0"0"3"16,0 0 3-16,0 0 2 16,0 0 2-16,7-5-1 0,-7 5 0 15,0 0 0-15,11-3-5 16,-2 3-3-16,7 0-2 16,8 0-2-16,6 3 0 15,8-3 0-15,8 0 0 16,5 0 0-16,8 0-1 0,3-6 0 15,-4 5 0-15,0-4 0 16,-3 2-1-16,-7-2-1 16,-6 3 1-16,-10-1 0 15,-9 3 0-15,-7 0 0 0,-7-3-2 16,-9 3 0-16,0 0 0 16,0 0 0-16,0 0 0 15,-5 0 0-15,5 0 0 0,-18 0 0 16,18 0 0-16,-20 0-29 15,8-2-54-15,12 2-4 16</inkml:trace>
  <inkml:trace contextRef="#ctx0" brushRef="#br1" timeOffset="81382.74">14830 11558 381 0,'0'0'7'0,"0"0"1"15,0 0 0-15,0 0 1 16,0 0 0-16,3 15 1 16,-3-2-1-16,0 7 0 0,0 13-5 15,0 0-2-15,0 14 0 16,2 8 0-16,3 4 0 16,4 4-1-16,-4-1 1 0,6-1 0 15,-4-2-1-15,-3-4 1 16,2-3-2-16,-6-7 1 15,0-6-2-15,0-6-1 16,0-3-3-16,0-9-4 16,-6-3-10-16,6-18-47 0,-1 12-11 15</inkml:trace>
  <inkml:trace contextRef="#ctx0" brushRef="#br1" timeOffset="87366.63">8678 12212 13 0,'0'0'1'0,"0"0"1"16,0 0 0-16,0 0 2 16,0 0 1-16,0 0 4 15,0 0 0-15,0 0 4 0,-7-12 2 16,7 12 1-16,0 0 6 16,-11-10 2-16,11 10 3 15,0 0 0-15,-7-9 3 16,7 9 0-16,0 0 1 0,0 0-1 15,-5-10-1-15,5 10-3 16,0 0 1-16,-2-10-5 16,2 10-3-16,0 0-2 0,-8-10-4 15,8 10-2-15,-10 0-3 16,10 0-3-16,-15 10-2 16,8-3-2-16,-1 3 0 15,3 2 0-15,3 1-1 0,-1-1 1 16,3-2 0-16,8 2 0 15,5-2 1-15,1-5 0 16,1-2 1-16,7-3 1 16,-4-3 0-16,5-2-4 0,-4-5 0 15,-1-2 0-15,-6-1 0 16,1 1 0-16,-6 1 0 16,-7-3 0-16,0 3 0 15,-10-2 0-15,-5 5 0 16,0 1 0-16,-5 4 0 0,-4 3 0 15,3 0 0-15,-6 8 0 16,7 2 0-16,0 3 0 16,8 1 0-16,2 1 0 0,2 0 0 15,8 2 0-15,0-5 0 16,11 1 0-16,1-4 0 16,6-3 0-16,1-5 0 15,6-1 0-15,0-1 0 0,0-6 0 16,-6-6 0-16,1 3 0 15,-5-7 0-15,0 2 0 16,-10 1 0-16,-5-3 0 0,-7 6 0 16,-9-3 0-16,0 8 0 15,-7 1 0-15,-2 5 0 16,0 0 0-16,-2 7 0 16,2 3 0-16,5 2 0 15,1 1 0-15,6 2 0 0,5-3 0 16,4-2 0-16,4 0 0 15,0-10 0-15,12 15 0 16,6-14 0-16,-1-1 0 16,0 0 0-16,4-4 0 15,0 0 0-15,-3-4 0 0,-5-2 0 16,-4 0 0-16,-6 2 0 16,-3 8 0-16,-8-14 0 15,-4 9 0-15,-6 5 0 0,-1 0 0 16,1 0 0-16,1 5 0 15,4 5 0-15,6 0-27 16,7-1-60-16,10-6-3 0</inkml:trace>
  <inkml:trace contextRef="#ctx0" brushRef="#br1" timeOffset="89049.79">8596 11945 204 0,'0'0'9'0,"0"0"3"0,-3-12 7 15,1 1 3-15,-3 3 0 16,3-6 2-16,-6 4 0 16,-5 1-1-16,-4 0-6 15,0 8-3-15,-6 2-7 16,-1 10-4-16,-1 9-1 0,-3 2-2 16,1 8 0-16,4 5-1 15,4 1 0-15,6 4 0 16,6 0-1-16,7 0 1 0,5-1 0 15,13-4 0-15,6-3 1 16,5-5 1-16,10-7 0 16,0 0 1-16,5-7 0 15,2-4 0-15,-2-9 1 16,1 0 0-16,-3-9 0 0,-3-4 0 16,-1-4 1-16,-5-1 1 15,-9-7 1-15,-4-4 0 16,-2-4 0-16,-9 0 0 0,-9-8 1 15,-4-1-1-15,-12-2 0 16,-5 4-1-16,-7 3-1 16,-9 2-1-16,-6 7-1 15,4 12 0-15,-4 6-2 0,-1 10-1 16,4 7-5-16,0 11-9 16,5-8-60-16,13 19-6 15</inkml:trace>
  <inkml:trace contextRef="#ctx0" brushRef="#br1" timeOffset="90499.62">8561 12044 236 0,'0'0'8'0,"-3"-10"5"15,3 10 4-15,0-12 5 16,0 12 0-16,0-18 3 0,-2 11 1 16,-1 0 0-16,3 7-7 15,-9-7-5-15,-2 7-4 16,-1 0-6-16,-5 8-1 15,2 10-3-15,-3 2 0 0,2 8-1 16,-2 4 1-16,3 7-1 16,5 4 0-16,5-4 1 15,5 3 0-15,0-5 0 16,9 1 1-16,7-6 0 0,9-5 0 16,0-5 0-16,-1-8 1 15,8-3 1-15,4-5-1 16,-4-6 1-16,3 0 0 0,-3-11 0 15,0-3 1-15,1-4-1 16,-4-5 0-16,-4 2 0 16,-5-12 0-16,-5 1 0 15,-8-3 0-15,-7-2 0 16,-2-3 1-16,-11 1-1 0,-9-1 0 16,-3 6 0-16,-7 1-1 15,-5 12 0-15,2 3 0 16,-5 4-1-16,0 13 0 0,5 2-2 15,-1 10-2-15,8 6-6 16,6 3-14-16,4 9-57 16,10 2-3-16</inkml:trace>
  <inkml:trace contextRef="#ctx0" brushRef="#br1" timeOffset="98298.99">2576 15758 387 0,'0'0'6'0,"0"0"3"16,4-15 3-16,-4 15 2 16,8-13 1-16,-8 13 2 15,7-15 0-15,-7 15 0 0,0 0-6 16,9 3-5-16,-9 16-6 16,0 12 0-16,0 3 0 15,0 13 0-15,4 6 0 0,-4 3 0 16,0 1 0-16,0 1 0 15,0-7 0-15,2-7 0 16,-2-4 0-16,0-11 0 16,0-4 0-16,0-7 0 15,0-5 0-15,0-13 0 0,0 0 0 16,-6-6 0-16,3-10 0 16,-3-7 0-16,1-7 0 15,-2-7 0-15,0-10 0 0,2 0 0 16,1-5 0-16,0 0 0 15,4 0 0-15,0 2 0 16,10 6 0-16,-3 5 0 16,10 9 0-16,-1 2 0 0,6 9 0 15,2 6 0-15,1 6 0 16,5 7 0-16,-5 3 0 16,3 5 0-16,-3 9 0 15,-4 2 0-15,-5 6 0 0,-4-3 0 16,-6 5 0-16,-6-2 0 15,-6 2 0-15,-6-2 0 16,-8-6 0-16,-5 4 0 16,0-6 0-16,-4-2 0 15,4-5 0-15,2-3 0 0,6-1 0 16,2-4 0-16,15-2 0 16,-12 0 0-16,12 0 0 15,12 0 0-15,3 0 0 0,4 2 0 16,4 3 0-1,4 2 0-15,2 4 0 0,5 1 0 16,-5 2 0-16,-4 4 0 16,-1 5 0-16,-3-7 0 15,-1 7 0-15,-6-3 0 0,-3-1-12 16,-4-1-18-16,-12-6-55 16,8 1-2-16</inkml:trace>
  <inkml:trace contextRef="#ctx0" brushRef="#br1" timeOffset="98636.32">3100 15993 444 0,'0'0'3'0,"0"0"0"0,0 0 1 16,-13 9 1-16,6 1 0 15,-3 3 1-15,-1 7 1 16,-1 0-1-16,3 5-2 15,-2 2 0-15,6-1-1 0,5-1-1 16,0-5-1-16,13-4 1 16,4-7-1-16,3-9 0 15,8 0 0-15,-3-5 0 16,1-10 1-16,2-1 0 0,-6-5 0 16,-1-1 0-16,-7 0-2 15,-7-3 0-15,-7 0 0 16,-7 0 0-16,-10 6 0 0,-3-1 0 15,-7 5 0-15,-3 5 0 16,2 3 0-16,-2 3-10 16,11 8-17-16,-1 1-37 15,10 3-22-15,10-8-5 16</inkml:trace>
  <inkml:trace contextRef="#ctx0" brushRef="#br1" timeOffset="98932.98">3383 15774 495 0,'0'0'3'0,"0"0"2"16,0 0 1-16,0 0-4 15,0 0-2-15,0 0 0 16,0 0 0-16,-7 17 0 16,4 8 0-16,-3 6 0 0,2 8 0 15,1 4 0-15,-2 7 0 16,3-2 0-16,0-1 0 15,2-4 0-15,2-6 0 0,5-7 0 16,4-6 0-16,3-3 0 16,-2-9 0-16,6-5 0 15,2-4 0-15,0-3 0 16,2-5 0-16,-4-8 0 16,1-7-65-16,-3 5-24 0,-7-4 0 15</inkml:trace>
  <inkml:trace contextRef="#ctx0" brushRef="#br1" timeOffset="99099.92">3284 15987 471 0,'0'0'1'0,"0"0"0"16,0 0 2-16,5 0 0 16,7-1 0-16,3-2 1 0,8-1 0 15,3 1-2-15,9-2-5 16,3-5-21-16,-13 3-57 15,19 1-3-15</inkml:trace>
  <inkml:trace contextRef="#ctx0" brushRef="#br1" timeOffset="99599.76">3783 16052 428 0,'0'0'6'0,"0"0"2"0,0 0 3 16,-12-7 1-16,12 7 1 15,-13-2 1-15,13 2 1 16,-10-8-11-16,10 8-4 0,0 0 0 15,-5-8 0-15,5 8 0 16,17-9 0-16,1 1 0 16,7 0 0-16,5-1 0 15,2 3 0-15,1-1 0 0,1 7 0 16,-4 0 0-16,-3 0 0 16,-10 7 0-16,-1 6 0 15,-11 2 0-15,-5 7 0 16,-10 3 0-16,-8 3 0 15,-7 6 0-15,-7 1 0 16,0-3 0-16,-3 6 0 0,0-12 0 16,10-1 0-16,-2-5 0 15,12-2 0-15,5-9 0 16,10-9 0-16,0 13 0 0,15-13 0 16,10 0 0-16,3-3 0 15,4-4 0-15,3 0 0 16,6-4 0-16,-4-1 0 0,9 2-3 15,0-5-85-15,-13 1-1 16</inkml:trace>
  <inkml:trace contextRef="#ctx0" brushRef="#br1" timeOffset="99932.75">4443 15705 453 0,'0'0'5'0,"0"0"2"0,0 0 2 0,-2-12 0 16,2 12 2-16,-12-7-1 0,12 7-3 16,-19 1-7-16,6 16 0 15,-5 8 0-15,1 11 0 16,-1 5 0-16,1 12 0 15,2 4 0-15,8 3 0 0,2-1 0 16,5-2 0-16,7-6 0 16,5-6 0-16,8-4 0 15,3-12 0-15,5-2 0 16,-1-10 0-16,8-4 0 0,-8-4-61 16,8-9-28-16,-1-14-1 15</inkml:trace>
  <inkml:trace contextRef="#ctx0" brushRef="#br1" timeOffset="100366.41">4627 15802 467 0,'0'0'3'0,"0"0"1"16,0 0 1-16,-12 0 0 15,12 0 1-15,-18 7 0 0,11 6 1 16,-5 7 1-16,-1 2-8 15,1 10 0-15,5 5 0 16,-1 6 0-16,5-1 0 16,3-1 0-16,0-1 0 0,11-5 0 15,3-8 0-15,7-7 0 16,-1-8 0-16,4-9 0 16,3-3 0-16,-2-10 0 0,0-8 0 15,0-3 0-15,-5-7 0 16,-5-1 0-16,-8-5 0 15,-2-2 0-15,-5-1 0 16,-7-3 0-16,-9-1 0 16,0 6 0-16,-7 2 0 15,0 5 0-15,2 7 0 0,1 9 0 16,-1 7 0-16,7 5 0 16,-2 13 0-16,12 8 0 15,1 8 0-15,3 2 0 0,5 6 0 16,10 0 0-16,5-2 0 15,10-4 0-15,2-8 0 16,5-3 0-16,1-9-85 0,4-5-3 16</inkml:trace>
  <inkml:trace contextRef="#ctx0" brushRef="#br1" timeOffset="100565.66">4995 15913 493 0,'0'0'2'0,"0"0"1"0,-10 3-1 0,10-3 1 16,-4 13 0-16,-1 1-1 16,2 1 1-16,3 3-3 0,0-1 0 15,8 5 0-15,-1 3 0 16,2-3 0-16,5 3 0 16,-7-6-7-16,8 6-33 15,2-7-45-15,-12 1-2 16</inkml:trace>
  <inkml:trace contextRef="#ctx0" brushRef="#br1" timeOffset="100916.21">5068 15505 484 0,'0'0'2'0,"0"0"2"0,0 0 0 16,0 0 1-16,5 0 1 16,-5 0 0-16,9 10-6 15,-2 2 0-15,6 2 0 0,7 11 0 16,2 6 0-16,6 6 0 16,2 5 0-16,4 7 0 15,-1 3 0-15,-4 2 0 16,-8 7 0-16,-9-5 0 15,-8 6 0-15,-8-2 0 0,-16-1 0 16,-9-2 0-16,-10-2 0 16,-2-3 0-16,1-8 0 15,-3-2 0-15,6-12 0 16,10-10-41-16,5-1-49 0,7-11-2 16</inkml:trace>
  <inkml:trace contextRef="#ctx0" brushRef="#br1" timeOffset="103383.02">5614 15899 498 0,'0'0'3'0,"0"0"1"15,0 0 0-15,0 0-2 0,0-11-2 16,0 11 0-16,0 0 0 16,0-7-73-16,0 7-13 15</inkml:trace>
  <inkml:trace contextRef="#ctx0" brushRef="#br2" timeOffset="109633.25">12998 12041 403 0,'0'0'8'0,"0"0"2"0,0-9 3 0,0 9 2 15,-2-13 1-15,2 13 1 16,-5-11 2-16,5 11-9 0,-5-11-10 16,5 11 0-16,-13-3 0 15,13 3 0-15,-12 10 0 16,8 2 0-16,1 6 0 15,-2 1 0-15,0 5 0 0,2 0 0 16,3 1 0-16,3-4 0 16,2 0 0-16,7-4 0 15,6-7 0-15,-1-2 0 16,5-6 0-16,4-2 0 16,-5-2 0-16,4-6 0 0,-7-4 0 15,1-3 0-15,-5-2 0 16,-10-1 0-16,-4 1 0 15,-2-8 0-15,-8 8 0 16,-5-5 0-16,-5 2 0 0,-10 7 0 16,3 3 0-16,-2 5 0 15,-4 5 0-15,3 5 0 16,1 5 0-16,1 8 0 16,5 2 0-16,6 4 0 0,5-4 0 15,7 5 0-15,5-4 0 16,9-3 0-16,6-2 0 15,7-4 0-15,7-5 0 16,5-4 0-16,1-3 0 0,2-8 0 16,-4-2 0-16,-8-4 0 15,-1-1 0-15,-7-2 0 16,-7-4 0-16,-8-1 0 16,-4 4 0-16,-10-1 0 0,-3 1 0 15,-15 3 0-15,6 8 0 16,-8 2 0-16,-1 5 0 15,-2 5 0-15,8 5 0 0,0 2 0 16,9 6 0-16,3-3 0 16,13 5 0-16,9-3-85 15,5-2-7-15</inkml:trace>
  <inkml:trace contextRef="#ctx0" brushRef="#br2" timeOffset="110432.67">13053 12108 322 0,'0'0'8'0,"0"0"2"0,0 0 3 16,0 0 4-16,-9 0 3 15,9 0 0-15,0 0 0 16,0 0 1-16,-8 6-8 15,8-6-3-15,0 0 1 0,0 0-4 16,15 7 0-16,8-5-1 16,6 1 0-16,11-1-6 15,7-2 0-15,10 0 0 16,6 0 0-16,3-5 0 16,2 0 0-16,-1 1 0 0,-3-4 0 15,-2 3 0-15,0 0 0 16,-2-2 0-16,-7 2 0 15,-2-2 0-15,-6-1 0 16,-8 3 0-16,-4 0 0 0,-8-1 0 16,-8 5 0-16,-4 1 0 15,-13 0 0-15,12 0 0 16,-12 0 0-16,0 0 0 16,0 0 0-16,0 0 0 0,0 0 0 15,0 0 0-15,0 0 0 16,0 0 0-16,0 0 0 15,0 0 0-15,0 0 0 16,0 0 0-16,0 0 0 0,0 0 0 16,0 0 0-16,0 0 0 15,0 0 0-15,-10 0 0 16,10 0 0-16,0 0 0 0,-7 1 0 16,7-1 0-16,-11 4-17 15,11-4-71-15,0 0-2 16</inkml:trace>
  <inkml:trace contextRef="#ctx0" brushRef="#br2" timeOffset="110965.57">13816 11925 424 0,'0'0'7'0,"0"0"2"15,0 0 2-15,0 0 1 16,0 0 1-16,0-5 0 16,0 5 0-16,0 0-4 0,10 0-9 15,-10 0 0-15,20 8 0 16,-5-3 0-16,5 2 0 15,3 3 0-15,6 0 0 16,0-4 0-16,5 4 0 16,-5-2 0-16,-2-1 0 0,0 2 0 15,-7-1 0-15,1-4 0 16,-9 3 0-16,-3-4 0 16,-9-3 0-16,11 17 0 0,-11-4 0 15,-8 1 0-15,-4 1 0 16,-6 7 0-16,-6 3 0 15,-4 5 0-15,-4-3 0 16,-2 0 0-16,-5 1 0 0,7-3 0 16,2-1 0-16,9-9 0 15,-2 3 0-15,10-8 0 16,3-3 0-16,10-7 0 16,0 0 0-16,0 0 0 0,0 0 0 15,0 0 0-15,0 0 0 16,0 0 0-16,10 7 0 15,8-7-71-15,-3-2-20 16</inkml:trace>
  <inkml:trace contextRef="#ctx0" brushRef="#br2" timeOffset="116582.63">12941 12161 241 0,'0'0'8'0,"0"0"3"0,0 0 4 16,0 0 2-16,0 0 2 0,0-8 2 15,0 8 0-15,0 0 1 16,0 0-6-16,0 0-6 16,0 0-3-16,0 0-3 15,0 0-5-15,0 0-5 0,0 0-10 16,0 0-55-16,0 0-2 15</inkml:trace>
  <inkml:trace contextRef="#ctx0" brushRef="#br2" timeOffset="131149.78">13999 11581 133 0,'0'0'0'0,"0"0"0"0,0-8 0 16,0 8 4-16,0 0 3 15,0 0 3-15,0 0-1 0,0 0-1 16,0 0 1-16,0 0-3 16,0 0-12-16,0 0-18 15,0 3-19-15,0-3-8 16</inkml:trace>
  <inkml:trace contextRef="#ctx0" brushRef="#br2" timeOffset="131782.87">13999 11581 267 0,'9'34'10'15,"-9"-34"5"-15,0 0 6 0,0 0 4 16,0 0 2 0,-10-4 3-16,10 4 0 0,0 0 1 15,0 0-7-15,-11 3-7 16,11-3-3-16,0 0-14 16,0 0 0-16,9 1 0 0,0-1 0 15,8 0 0-15,6 0 0 16,6 0 0-16,3-4 0 15,6 1 0-15,2-4 0 16,0 2 0-16,-3 0 0 16,-3 0 0-16,-4 2 0 0,-5 1 0 15,-4 2 0-15,-5 0 0 16,-5 0 0-16,-11 0 0 16,10 5 0-16,-10-5 0 0,-3 20 0 15,-6-11 0-15,-7 7 0 16,-4-2 0-16,-7 1 0 15,2 5 0-15,-9-3 0 16,2 4 0-16,-4-5 0 16,4 4 0-16,2-2 0 0,2-3 0 15,7-1 0-15,3-3 0 16,3-2 0-16,5-4 0 16,10-5 0-16,-10 11 0 0,10-11 0 15,0 0 0-15,18 0 0 16,-4 0 0-16,7-4 0 15,4-1 0-15,1 3 0 16,7-3 0-16,0 3 0 16,1-5 0-16,-4 4 0 0,-2-3 0 15,-2 4 0-15,-3-3 0 16,-1 5 0-16,-7-2 0 16,-2 2 0-16,-4 0 0 0,-9 0 0 15,12 0 0-15,-12 0 0 16,0 0 0-16,11 0 0 15,-11 0 0-15,0 0 0 16,0 0 0-16,0 0 0 0,0 0 0 16,0 0 0-16,0 0 0 15,0 0 0-15,0 0-58 16,0 0-37-16</inkml:trace>
  <inkml:trace contextRef="#ctx0" brushRef="#br2" timeOffset="140499.63">6106 15698 489 0,'0'0'3'0,"0"0"1"0,0 0 1 0,0 0 1 15,0 0-2-15,0 0-4 16,0 0 0-16,0 13 0 16,0 9 0-16,0 3 0 15,0 4 0-15,0 11 0 16,0-3 0-16,0 5 0 0,4-2 0 15,-4-6 0-15,6 1 0 16,-6-10-16-16,5-9-45 16,-2 1-26-16,-1-9-2 15</inkml:trace>
  <inkml:trace contextRef="#ctx0" brushRef="#br2" timeOffset="140716.79">5823 15643 468 0,'0'0'4'0,"0"0"-1"0,-6-9 2 16,6 9 1-16,3-16 1 15,4 7 1-15,9-7 0 0,6 5-6 16,11-7-2-16,6 6 0 16,5 0 0-16,7 2 0 15,1 4 0-15,-1 2 0 16,7 4 0-16,-10 17-53 15,-4-7-33-15,-5 5-4 0</inkml:trace>
  <inkml:trace contextRef="#ctx0" brushRef="#br2" timeOffset="141048.5">6335 15896 480 0,'0'0'3'16,"0"0"1"-16,0 0 1 15,0 0 1-15,7 0 0 0,-7 0 1 16,15 3-7-16,-2-3 0 16,-4 3 0-16,9 1 0 15,-1 3 0-15,1 3 0 16,2 3 0-16,-3 2 0 0,-2 2 0 16,0-2 0-16,-6-2 0 15,-1 3 0-15,-3-5 0 16,-2-4 0-16,-3-7 0 15,0 0 0-15,0 0 0 16,0 0 0-16,-8-10 0 0,4-5 0 16,-2 0 0-16,3-2 0 15,3 0 0-15,0-1 0 16,3-2 0-16,7 8 0 0,2-6-24 16,-5 4-60-16,19 4-4 15</inkml:trace>
  <inkml:trace contextRef="#ctx0" brushRef="#br2" timeOffset="141899.82">6958 15842 424 0,'0'0'5'0,"0"0"1"15,0 0 2-15,-5 0 2 16,-2 0 1-16,-6 0 0 16,-4 2 1-16,-5 3 0 0,-6 0-4 15,1 5-4-15,-1 3-4 16,3 2 0-16,4 2 0 15,2-3 0-15,6 6 0 16,2-1 0-16,11-2 0 16,0-3 0-16,6-2 0 15,3-7 0-15,6-3 0 0,0-2 0 16,2-4 0-16,1-8 0 16,0 2 0-16,-2-8 0 15,2 1 0-15,-3-1 0 0,-2 1 0 16,-6 0 0-16,0 4 0 15,-4 4 0-15,-3 9 0 16,4-13 0-16,-4 13 0 16,0 0 0-16,9 10 0 0,-5 2 0 15,1 1 0-15,5-3 0 16,-1 4 0-16,4 1 0 16,-1-7 0-16,9-3 0 15,-7 0 0-15,6-5 0 0,-2-5 0 16,1-3 0-16,2-4 0 15,-7-3 0-15,4 1 0 16,-4-4 0-16,2-2 0 16,-7 5 0-16,0 0 0 15,-2 5 0-15,-5 1 0 0,-2 9 0 16,0 0 0-16,0 0 0 16,-7 1 0-16,1 10 0 15,4 1-3-15,-1 3 1 0,0 3 0 16,3-2-1-16,3-2 1 15,2-3 0-15,6-1 1 16,3-4 0-16,2-2 0 16,-2-4 1-16,4 0 1 0,-4-4 1 15,2-7 0-15,-4 4 1 16,-3 0 0-16,-3-1 0 16,-3-2 0-16,-3 10-3 15,0-12 0-15,0 12 0 0,-11-10 0 16,1 8 0-16,1 2 0 15,-4 5 0-15,3 2 0 16,3 0-5-16,0 5 2 16,1 1 0-16,6-1 0 0,0 3-1 15,6 0 0-15,3-5-2 16,1 0-1-16,3 1 1 16,-1-3 0-16,-2 5 0 15,-2-5 1-15,-8-8 1 0,2 17 2 16,-2-17 1-16,-13 15 3 15,-1-10 0-15,-6-1 1 16,-1 2 0-16,0-5 0 16,3-1-1-16,-1 0-3 0,7 0-7 15,1 0-33-15,11 0-38 16,-7-16-2-16</inkml:trace>
  <inkml:trace contextRef="#ctx0" brushRef="#br2" timeOffset="142749.85">7510 15785 460 0,'0'0'4'0,"0"0"2"0,0 0 2 15,0 0 0-15,0 0 1 16,0 0-1-16,7-5 0 0,-7 5-8 16,13-3 0-16,-3 3 0 15,8 4 0-15,-2 6 0 16,5 1 0-16,-2 6 0 15,-1 1 0-15,-4-1 0 0,-3 6 0 16,-4-4 0-16,-7 1 0 16,-5 0 0-16,-4-5 0 15,-4 0 0-15,-2-5 0 16,0-3 0-16,3-4 0 0,-4-3 0 16,9 0 0-16,5-13 0 15,2-4 0-15,0-6 0 16,12-6 0-16,8-1 0 15,2-2 0-15,0 2 0 0,1 3 0 16,-1 7 0-16,-1 3 0 16,-7 6 0-16,-4 9 0 15,-10 2 0-15,13 10 0 16,-11 3 0-16,1 6 0 0,-1-1 0 16,3 6 0-16,2 1 0 15,-1-1 0-15,6 0 0 16,0-5 0-16,6-1 0 15,2-4 0-15,4-3 0 0,3-7 0 16,6-1 0-16,1-6 0 16,9-17-66-16,-1 5-22 15</inkml:trace>
  <inkml:trace contextRef="#ctx0" brushRef="#br2" timeOffset="143150.6">8350 15490 488 0,'0'0'3'0,"0"0"2"0,0 0 2 0,0 0-1 0,0 0-4 15,0 10-2-15,-5 10 0 16,-7 7 0-16,-9 13 0 16,-1 9 0-16,-2 13 0 0,-4 8 0 15,1 6 0-15,2 1 0 16,9 0 0-16,9-2 0 15,7-11 0-15,7-5 0 16,14-9 0-16,9-9 0 0,7-10 0 16,8-4 0-16,4-16-10 15,6-2-78-15,2-9-2 16</inkml:trace>
  <inkml:trace contextRef="#ctx0" brushRef="#br2" timeOffset="143766.84">8660 15687 427 0,'0'0'6'0,"0"0"3"0,0 0 3 16,0 0 0-16,0-8 1 15,0 8 0-15,0 0 1 0,-10 7-9 16,3 5-5-16,-3 2 0 16,-5 9 0-16,-3 4 0 15,-1 1 0-15,-4 4 0 0,1-5 0 16,0 3 0-16,2-3 0 15,1-7 0-15,8-3 0 16,2-2 0-16,0-5 0 16,9-10 0-16,0 11 0 15,11-7 0-15,3-4 0 0,7 0 0 16,4 0 0-16,7-3 0 16,0-1 0-16,3-4 0 15,2 2 0-15,-4 2 0 16,-2-3 0-16,-6 4 0 0,-2 1 0 15,-6 2 0-15,-5 0 0 16,-12 0 0-16,10 5 0 16,-10-5 0-16,0 0-40 0,0 10-46 15,0-10-4-15</inkml:trace>
  <inkml:trace contextRef="#ctx0" brushRef="#br2" timeOffset="144082.95">8993 15844 463 0,'0'0'3'0,"0"0"3"0,0 0 2 16,0 0 1-16,0 0 1 0,0 0 2 15,0 0-12-15,0 0 0 16,0 0 0-16,3 10 0 16,-3-10 0-16,0 20 0 15,-3-2 0-15,-2-1 0 16,1 7 0-16,-1 1 0 0,-1 0 0 16,4 0 0-16,-3-8 0 15,5 3 0-15,-5-10 0 16,5-10-41-16,7 4-48 0,-7-4-3 15</inkml:trace>
  <inkml:trace contextRef="#ctx0" brushRef="#br2" timeOffset="144382.42">9117 15426 484 0,'0'0'5'16,"0"0"1"-16,0 0 2 15,-7-3 0-15,7 3-8 16,0 0 0-16,0 0 0 0,0 0 0 16,5 10 0-16,13 11 0 15,9 0 0-15,6 12 0 16,4 11 0-16,2 8 0 0,-2 12 0 16,-7 11 0-16,-5 4 0 15,-15 5 0-15,-10 0 0 16,-10 0 0-16,-17-4 0 15,-8-4 0-15,-12-11 0 0,4-8 0 16,-3-15 0-16,5-5-16 16,22-12-73-16,-13-15-3 15</inkml:trace>
  <inkml:trace contextRef="#ctx0" brushRef="#br2" timeOffset="144598.59">9550 16030 511 0,'0'0'0'16,"-5"0"0"-16,5 0 0 15,0 0 0-15,0 0 0 0,0 0 0 16,0 0 0-16,-15-12 0 15,18 2-70-15,-1-5-25 16</inkml:trace>
  <inkml:trace contextRef="#ctx0" brushRef="#br3" timeOffset="151817.51">13130 12098 262 0,'0'0'5'0,"0"0"7"0,0 0 4 16,-10-4 2-16,10 4 4 16,0 0 1-16,-9-5 5 0,9 5-2 15,0 0-3 1,0 0-5-16,-8-2-3 0,8 2-3 15,0 0-2-15,-15 0-2 16,15 0-2-16,-12 2-1 16,12-2-3-16,-11 5-2 0,11-5 0 15,0 0 0-15,0 0 0 16,-4 9 0-16,4-9 0 0,15 3 0 16,4 2 0-16,1-2 0 15,6-1 0-15,10-2 0 16,2 0 0-16,5 0 0 15,3 0 0-15,2 0 0 16,-4-5 0-16,4 2 0 0,-4 1 0 16,-4-1 0-16,-8 3 0 15,-5 0 0-15,-4 0 0 16,-5 0 0-16,-9 0 0 16,-9 0 0-16,12 3 0 0,-12-3 0 15,0 0 0-15,0 0 0 16,0 0 0-16,0 0 0 15,0 0 0-15,0 0 0 16,0 0 0-16,0 0 0 16,0 0 0-16,0 0 0 0,0 0 0 15,0 0 0-15,0 0 0 16,0 0 0-16,-7-8 0 0,7 8 0 16,-9-2 0-16,9 2 0 15,-14 0-71-15,14 0-22 16</inkml:trace>
  <inkml:trace contextRef="#ctx0" brushRef="#br3" timeOffset="152349.62">13516 11915 420 0,'0'0'6'0,"0"0"3"0,0 0 1 16,-10-9 2-16,10 9 1 16,0 0 1-16,-13-9 1 0,13 9-3 15,0 0-12-15,0 0 0 16,-3 9 0-16,3-9 0 16,8 16 0-16,2-3 0 15,5-1 0-15,3 3 0 0,1 3 0 16,6-7 0-16,2 2 0 15,1 2 0-15,2-5 0 16,-5-2 0-16,-3 2 0 16,0-4 0-16,-4 0 0 0,-6-1 0 15,-2 0 0-15,-10-5 0 16,12 9 0-16,-12-9 0 16,-3 13 0-16,-6-1 0 0,-4 3 0 15,-1 3 0-15,-6 2 0 16,-6 2 0-16,2 0 0 15,-4 0 0-15,7 1 0 16,3-6 0-16,-2 3 0 0,7-3 0 16,1-4 0-16,5-1 0 15,1-2 0-15,6-10 0 16,-4 12 0-16,4-12 0 16,0 0 0-16,0 0 0 15,-3 7 0-15,3-7 0 0,0 0 0 16,0 0 0-16,0 0 0 15,5 3 0-15,-5-3-75 16,13 0-17-16</inkml:trace>
  <inkml:trace contextRef="#ctx0" brushRef="#br3" timeOffset="152966.07">13943 12480 468 0,'0'0'5'0,"0"0"2"16,0 0 3-16,0-10 0 16,0 10 1-16,0 0-11 15,0 0 0-15,-10-5 0 0,10 5 0 16,-17 13 0-16,5 2 0 15,-1 0 0-15,-2 7 0 16,-5 2 0-16,0 1 0 16,3-2 0-16,1-2 0 0,0 0 0 15,3-4 0-15,3-2 0 16,3-5 0-16,7-10 0 16,-13 11 0-16,13-11 0 15,0 0 0-15,-8 0-24 0,8 0-17 16,8 0-45-16,-8 0 0 15</inkml:trace>
  <inkml:trace contextRef="#ctx0" brushRef="#br3" timeOffset="153766.6">13729 12508 349 0,'0'0'6'0,"0"0"5"0,0 0 3 15,0 0 4-15,0 0 0 16,0-11 2-16,0 11 1 16,0 0 1-16,0 0-5 0,0 0-4 15,0 0-11-15,0 0-2 16,0 0 0-16,0 0 0 16,0 0 0-16,10 8 0 15,1 2 0-15,1 2 0 0,5 2 0 16,7 2 0-16,6 4 0 15,0-3 0-15,0 0 0 16,0 0 0-16,0-1 0 0,-5 1 0 16,-4-7 0-1,-5 2 0-15,-1-4 0 0,-5-2 0 16,-10-6 0-16,12 11 0 16,-12-11 0-16,0 0 0 15,0 0 0-15,0 0 0 16,0 0 0-16,0 0 0 0,0 0 0 15,0 0 0-15,0 0 0 16,0 0 0-16,0 0 0 16,0 0 0-16,6-15-35 15,-6 15-53-15,0-12-4 0</inkml:trace>
  <inkml:trace contextRef="#ctx0" brushRef="#br3" timeOffset="155034.75">12982 12101 361 0,'0'0'9'0,"0"0"2"0,0 0 4 16,0 0 1-16,0 0 1 0,0 0 2 15,-9-5 1-15,9 5-1 16,0 0-7-16,-12 0-3 16,12 0-6-16,-12 7-3 15,-1 4 0-15,-1 1 0 0,-4 5 0 16,-5 1 0-16,-6 6 0 15,-4 3 0-15,-4 2 0 16,0 5 0-16,-5-2 0 16,2 0 0-16,-5 0 0 0,6-2 0 15,-1-5 0-15,7-1 0 16,6-4 0-16,0-3 0 16,7-4 0-16,5-4 0 15,5-2 0-15,1-1 0 0,9-6 0 16,-11 5 0-16,11-5 0 15,0 0 0-15,0 0 0 16,0 0 0-16,0 0 0 16,0 0 0-16,0 0 0 15,0 0 0-15,0 0 0 0,0 0-11 16,0 0-13-16,6 0-57 16,-6 0-4-16</inkml:trace>
  <inkml:trace contextRef="#ctx0" brushRef="#br3" timeOffset="155549.07">12333 12334 445 0,'0'0'5'0,"0"0"3"16,0 0 1-16,0-10 3 15,0 10 0-15,0 0 2 0,0-12-8 16,0 12-6-16,0 0 0 16,0 0 0-16,-13 15 0 15,11 2 0-15,-5 1 0 0,-5 6 0 16,3 6 0-16,-3-3 0 15,-1 2 0-15,-1-4 0 16,-2-2 0-16,7-3 0 16,-3-6 0-16,4-4 0 15,8-10 0-15,-10 15 0 0,10-15 0 16,0 0 0-16,13 8 0 16,1-8 0-16,4-3 0 15,6 1 0-15,9-6 0 0,2 3 0 16,7-5 0-16,-2 1 0 15,0 0 0-15,-5 5 0 16,-1 0 0-16,-9-2 0 16,-1 4 0-16,-8 2 0 0,-7 0 0 15,-9 0 0-15,11 9 0 16,-11-9 0-16,0 10 0 16,0-10-60-16,0 0-28 0</inkml:trace>
  <inkml:trace contextRef="#ctx0" brushRef="#br3" timeOffset="156433.04">12032 12747 441 0,'0'0'5'0,"0"0"2"0,-7-2 1 16,7 2 3-16,0 0 0 16,-11 0 1-16,11 0 0 15,0 0-8-15,0 0-4 0,0 0 0 16,14 0 0-16,2 0 0 16,2 0 0-16,10 0 0 15,4 0 0-15,3 0 0 16,-1 0 0-16,3 0 0 0,-5 0 0 15,-2-2 0-15,-5 2 0 16,-7 0 0-16,-6 0 0 16,-12 0 0-16,5 15 0 0,-7-5 0 15,-10 5 0-15,-6 4 0 16,-7 4 0-16,-8 1 0 16,-1 4 0-16,-3-3 0 15,-3 1 0-15,2-3 0 0,6-3 0 16,2-5 0-1,13-4 0-15,-1-2 0 0,9-5 0 16,9-4 0-16,0 0 0 16,12 5 0-16,11-5 0 15,-4-3 0-15,12-1 0 0,-2-1 0 16,13-1 0-16,-5-1 0 16,6 6 0-16,-3-7 0 15,-6 5 0-15,2 1 0 16,-7 2 0-16,-2 0 0 0,-9 0 0 15,-3 0 0-15,-3 0 0 16,-12 0 0-16,15 0 0 16,-15 0 0-16,0 0 0 15,0 0 0-15,0 0 0 0,0 0 0 16,0 0 0-16,0 0 0 16,14-4 0-16,-14 4-87 15,11-14-6-15</inkml:trace>
  <inkml:trace contextRef="#ctx0" brushRef="#br3" timeOffset="157699.96">12964 12059 299 0,'0'0'8'0,"0"0"2"15,0 0 4-15,0 0 1 0,0 0 4 16,0-7 2-16,0 7 1 16,0 0 1-16,0 0-6 15,0 0-3-15,0 0-1 0,0 0-3 16,0 0-1-16,0 0-2 15,0 0-1-15,0 0-2 16,0 0-4-16,-3-15 0 16,1 7 0-16,2-5 0 15,-2-2 0-15,2-2 0 0,-5-5 0 16,2-5 0-16,-5-2 0 16,1-6 0-16,-3-5 0 15,0-7 0-15,-2-3 0 16,2-9 0-16,-3-5 0 0,1-1 0 15,-3-5 0-15,3 6 0 16,2-2 0-16,-1 9 0 16,2 2 0-16,2 10 0 15,-1 7 0-15,6 9 0 0,-4 5 0 16,4 7 0-16,2 4 0 16,0 13 0-16,-3-12 0 15,3 12 0-15,0 0 0 0,0 0 0 16,0 0 0-16,0 0 0 15,0 0 0-15,0 0 0 16,0 0 0-16,0 0 0 16,0 0 0-16,0 0 0 15,0 0 0-15,0 0 0 0,0 0 0 16,0 0 0-16,0 0 0 16,0 0 0-16,0 0 0 15,0 0 0-15,0 0 0 0,0 0 0 16,0 0 0-16,0-10 0 15,0 10 0-15,0 0 0 16,0 0 0-16,-2-7 0 16,2 7 0-16,0 0 0 15,0 0 0-15,0 0 0 0,-12 4 0 16,1 6 0-16,-3 2 0 16,-4 5 0-16,1 1 0 15,-5 2 0-15,1 0 0 16,-3-3 0-16,6-2 0 0,4-3 0 15,1-2 0 1,13-10 0-16,-14 10 0 0,14-10 0 16,0 0 0-16,0 0 0 15,0-15 0-15,9 2 0 0,1 2 0 16,0-7 0-16,5-1 0 16,0-2 0-16,2 3 0 15,-1 0 0-15,-4 3 0 0,0 5 0 16,-4-3 0-16,-8 13 0 15,14-9 0-15,-14 9 0 16,10 0 0-16,-10 0 0 16,18 19 0-16,-6-9 0 15,3 5 0-15,5-1 0 0,0 4 0 16,0-3 0-16,2-2 0 16,0-4 0-16,-2 1 0 15,5-6 0-15,-5 21 0 0,-3-25-85 16,8-4-7-16</inkml:trace>
  <inkml:trace contextRef="#ctx0" brushRef="#br3" timeOffset="158551.69">12872 10717 430 0,'0'0'4'0,"0"0"3"0,0 0 1 16,0 0 2-16,0 0 2 15,0 0-1-15,0 0 2 0,2 4-1 16,-2-4-8-16,0 0-4 15,0 0 0-15,0 0 0 16,0 0 0-16,0 0 0 16,0 0 0-16,0 0 0 15,0 0 0-15,0 0 0 0,0 0 0 16,0 0 0-16,0 0 0 16,0 0 0-16,0 0 0 15,0 0 0-15,0 0 0 16,0 0 0-16,0 0 0 0,0 0 0 15,0 0 0-15,0 0 0 16,0 0 0-16,0 0 0 16,0 0 0-16,0 0 0 15,0 0 0-15,0 0 0 0,0 0 0 16,0 0 0-16,0 0 0 16,0 0 0-16,7 12 0 15,-4-2 0-15,3 0 0 0,1 3 0 16,0 2 0-16,3 3 0 15,3-3 0-15,-1-5 0 16,3-2 0-16,-3 3 0 16,8-7 0-16,-8-1 0 15,6-3 0-15,-1 0 0 0,1-10 0 16,-4 2 0-16,2-6 0 16,-2 2 0-16,-6-5 0 15,2-1 0-15,-5-2 0 0,-3 6 0 16,-2-2 0-16,0 4 0 15,0 2 0-15,0 10 0 16,0-12 0-16,0 12 0 16,0 0 0-16,0 0 0 15,-7 14 0-15,5-3 0 0,2 5 0 16,0 2 0-16,4 4 0 16,1 3 0-16,8 0 0 15,-3-3 0-15,4 3 0 16,-1-6 0-16,-1-2 0 0,1 0 0 15,-3-3 0-15,-3-4 0 16,0-1 0-16,-7 2 0 16,-2-2 0-16,-8-2 0 15,-10 4 0-15,1-1 0 0,-8-3 0 16,-1 3 0-16,-2-2 0 16,8 4 0-16,5-2-79 15,1-5-11-15</inkml:trace>
  <inkml:trace contextRef="#ctx0" brushRef="#br3" timeOffset="160033.39">9910 15621 485 0,'0'0'4'0,"0"0"1"16,0 0 2-16,-5-10 0 16,5 10-4-16,0 0-3 15,-4 7 0-15,1 6 0 16,3 10 0-16,0 4 0 0,3 3 0 15,1 7 0-15,1 2 0 16,2 1 0-16,1-3 0 16,0-5 0-16,-1-5 0 15,-2-2 0-15,0-7 0 0,-3-5 0 16,-2-13 0-16,0 0 0 16,0 0 0-16,-2-8 0 15,-3-7 0-15,0-8 0 0,-1-4 0 16,5-5 0-16,-5-5 0 15,6-5 0-15,0-1 0 16,0 2 0-16,6-2 0 16,4 4 0-16,4 7 0 15,4 4 0-15,4 8 0 16,6 8 0-16,2 9 0 0,0 3 0 16,-1 10 0-16,-2 5 0 15,-2 8 0-15,-7 1 0 16,-9 4 0-16,-9 1 0 0,-4 1 0 15,-8-8 0-15,-14 3 0 16,1-3 0-16,-7-4 0 16,5-3 0-16,-3-4 0 15,7-1 0-15,6-4 0 0,2-1 0 16,15-5 0-16,0 12 0 16,5-9 0-16,13 4 0 15,2-2 0-15,7 8 0 0,2-1 0 16,1 1 0-16,6-1 0 15,-6 0 0-15,2 5 0 16,-6-2 0-16,-1 5 0 16,-7-5 0-16,5-8-53 15,-9 11-33-15,-4-6-3 16</inkml:trace>
  <inkml:trace contextRef="#ctx0" brushRef="#br3" timeOffset="160353.07">10522 15805 470 0,'0'0'4'0,"0"0"0"0,-11 0 1 0,4 1 1 16,-4 8 1-16,-6 0 0 0,3 4 1 16,-4 2-8-16,-1 5 0 15,3-4 0-15,7 5 0 16,4-4 0-16,5 0 0 15,5-4 0-15,9-7 0 16,9-2 0-16,4-4 0 0,6-5 0 16,-1-5 0-16,0-5 0 15,0-5 0-15,-4 3 0 16,-8-3 0-16,-6-3 0 16,-9 1 0-16,-5 3 0 0,-12-5 0 15,-10 10 0-15,-4-1 0 16,-3 3 0-16,-1 5 0 15,0 7 0-15,6 0 0 0,6-6-75 16,6 9-16-16</inkml:trace>
  <inkml:trace contextRef="#ctx0" brushRef="#br3" timeOffset="160816.26">10747 15740 484 0,'0'0'4'0,"0"0"2"16,0 0 0-16,0 0 2 16,0-10-5-16,0 10-3 15,3-9 0-15,-3 9 0 0,5-10 0 16,-5 10 0-16,17-7 0 15,-2 4 0-15,3 0 0 16,7 3 0-16,-4-2 0 0,9 2 0 16,-2 0 0-16,2 2 0 15,-5 4 0-15,-3-2 0 16,-7 3 0-16,-5 3 0 16,-7 8 0-16,-6-1 0 15,-10 4 0-15,-4 3 0 0,-10 5 0 16,0-4 0-16,-7 4 0 15,3-4 0-15,6 0 0 16,2-7 0-16,7-1 0 16,2-7 0-16,14-10 0 0,0 13 0 15,9-13 0-15,12 0 0 16,0 0 0-16,8-9 0 16,4 1 0-16,4 2 0 15,-1-11 0-15,5-3-60 0,-4 5-32 16</inkml:trace>
  <inkml:trace contextRef="#ctx0" brushRef="#br3" timeOffset="161116.38">11336 15530 474 0,'0'0'5'0,"0"0"1"15,11-15 2-15,-11 15 2 0,7-13-2 16,-7 13-8-16,0 0 0 16,0 0 0-16,-2 6 0 15,-14 20 0-15,2 6 0 16,-4 16 0-16,-1 4 0 0,3 7 0 16,4 1 0-16,4 2 0 15,8-5 0-15,2-7 0 16,16-6 0-16,5-7 0 15,4-7 0-15,10-5 0 0,-2-13 0 16,5-8-73-16,2-4-19 16</inkml:trace>
  <inkml:trace contextRef="#ctx0" brushRef="#br3" timeOffset="161485.38">11699 15593 477 0,'0'0'4'15,"-12"-6"3"-15,2 1 0 0,0-3 1 16,-6 0 0-16,0 4-8 16,-9 1 0-16,0 2 0 15,0 2 0-15,3 9 0 16,-1 5 0-16,-2 3 0 16,8 4 0-16,4-3 0 0,6 4 0 15,7-3 0-15,3-5 0 16,10-4 0-16,3-5 0 15,12-3 0-15,-3-3 0 0,5-9 0 16,-3 2 0-16,1-5 0 16,-7-2 0-16,-3 3 0 15,-6-1 0-15,-5 4 0 16,-7 8 0-16,11-7 0 0,-11 7 0 16,0 10 0-16,-5 7 0 15,3 1 0-15,-2 7 0 16,2 1 0-16,0 5 0 15,-1-4 0-15,6 0 0 0,-1-2-50 16,6-8-38-16,4-2-3 16</inkml:trace>
  <inkml:trace contextRef="#ctx0" brushRef="#br3" timeOffset="161782.62">11913 15648 478 0,'0'0'3'15,"0"0"1"-15,-13 0-1 16,13 0 1-16,-12 13 0 0,5-3 0 16,-3 5 0-16,2 4 0 15,3-1-1-15,5 2-3 16,0-1 0-16,7-4 0 16,9-1 0-16,0-3 0 0,7-8 0 15,2-2 0-15,-2-2 0 16,2-5 0-16,-4-3 0 15,2-4 0-15,-8 1 0 16,-2-5 0-16,-4 2 0 0,-9-3 0 16,-7 7 0-16,-11-7 0 15,-1 5 0-15,-13 1 0 16,2-8-76-16,-5 15-14 16</inkml:trace>
  <inkml:trace contextRef="#ctx0" brushRef="#br3" timeOffset="162050.72">12136 15373 507 0,'0'0'4'0,"0"0"-4"16,16-2 0-16,-7 2 0 16,9 5 0-16,4 2 0 15,5 6 0-15,5 2 0 16,1 10 0-16,1 1 0 0,-1 7 0 15,-6 5 0-15,-7 1 0 16,-8 5 0-16,-9 3 0 16,-6 2 0-16,-11-1 0 15,-9-2 0-15,-4 0 0 0,-5-5 0 16,2-1 0-16,-3-7 0 16,12-3 0-16,-4-3-54 15,5-13-37-15</inkml:trace>
  <inkml:trace contextRef="#ctx0" brushRef="#br3" timeOffset="162218.63">12641 15705 508 0,'0'0'3'16,"0"0"-3"-16,0 0 0 0,0 0 0 15,8-9 0-15,-8 9 0 16,0 0 0-16,0-13-19 15,0 13-65-15,0 0-3 0</inkml:trace>
  <inkml:trace contextRef="#ctx0" brushRef="#br3" timeOffset="162765.9">12969 15465 511 0,'0'0'0'0,"0"0"0"15,-8 0 0-15,8 0 0 0,0 0 0 16,-7 15 0-16,2 0 0 16,0 6 0-16,0 4 0 15,2 8 0-15,3 2 0 16,-4 4 0-16,4-1 0 16,-3-1 0-16,3-8 0 0,0-1 0 15,0-9 0-15,3-6 0 16,-3-13 0-16,0 0 0 15,0 0 0-15,-8-10 0 16,4-11 0-16,-7-2 0 16,1-5 0-16,-2-6 0 0,4-4 0 15,3-4 0-15,0 0 0 16,5-2 0-16,0 1 0 16,5 4 0-16,8 2 0 0,4 7 0 15,3 5 0-15,8 8 0 16,2 7 0-16,2 10 0 15,0 5 0-15,-4 7 0 0,1 10 0 16,-12 3 0-16,-7 5 0 16,-4 1 0-16,-9 0 0 15,-7 0 0-15,-5-3 0 16,-5-3 0-16,-3-1 0 16,7-3 0-16,-2-6 0 15,3-1 0-15,8-3 0 0,1-2 0 16,6 1 0-16,0-10 0 15,11 14 0-15,3-5 0 16,7-1 0-16,-1-4 0 0,12 3 0 16,-10-1 0-16,0-2-84 15,10 0-5-15</inkml:trace>
  <inkml:trace contextRef="#ctx0" brushRef="#br3" timeOffset="163066.4">13371 15589 477 0,'0'0'5'0,"-7"-5"1"16,7 5 1-16,-15 0 0 16,5 0 0-16,-5 0-5 0,0 7-2 15,3 4 0-15,-3 1 0 16,7 3 0-16,4 4 0 16,4-1 0-16,0-1 0 15,12 1 0-15,10-8 0 16,-2 0 0-16,8-6 0 0,-1-4 0 15,6 0 0-15,-4-2 0 16,-2-10 0-16,-5-1 0 16,-1-2 0-16,-9 0 0 15,-7-2 0-15,-8 0 0 0,-6-1 0 16,-7-1 0-16,-1 4 0 16,-5-1 0-16,2 8 0 15,3-1 0-15,2-6-81 0,5 11-8 16</inkml:trace>
  <inkml:trace contextRef="#ctx0" brushRef="#br3" timeOffset="163303.9">13722 15349 511 0,'0'0'0'16,"0"0"0"-16,-2 7 0 15,-1 5 0-15,-3 8 0 16,1 4 0-16,-4 7 0 0,-1 9 0 15,5 1 0-15,-5 1 0 16,8 1 0-16,-1-1 0 16,3-2 0-16,5-6 0 15,7-1 0-15,6-10 0 16,4-2 0-16,6-4 0 0,2-7 0 16,-6-10-14-16,6 0-74 15,-1-10-2-15</inkml:trace>
  <inkml:trace contextRef="#ctx0" brushRef="#br3" timeOffset="163465.68">13667 15572 511 0,'0'0'0'16,"0"0"0"-16,0 0 0 0,0 0 0 16,12 0 0-16,4 0 0 15,6-6 0-15,11 4 0 16,-1-4 0-16,19 2-30 0,-3-3-54 15,4-3-4-15</inkml:trace>
  <inkml:trace contextRef="#ctx0" brushRef="#br3" timeOffset="163950.75">14129 15558 511 0,'0'0'0'0,"0"0"0"0,-7-4 0 15,7 4 0-15,0 0 0 16,0 0 0-16,-11-13 0 0,11 13 0 16,0 0 0-16,0 0 0 15,9 0 0-15,-9 0 0 16,14 11 0-16,-4-4 0 16,3 6 0-16,-4 2 0 0,-1 0 0 15,-3 4 0-15,-5-2 0 16,0 1 0-16,-5-1 0 15,-3-3 0-15,-4 0 0 16,-1-4 0-16,4-6 0 16,-1-1 0-16,10-3 0 0,-16-3 0 15,16-4 0-15,0-5 0 16,5-8 0-16,6-5 0 16,1 1 0-16,8-6 0 15,0-1 0-15,0 6 0 0,0 4 0 16,-6 1 0-16,4 5 0 15,-8 10 0-15,-10 5 0 16,7 5 0-16,-5 10 0 0,-2 5 0 16,0 1 0-16,5 7 0 15,-1 5 0-15,1-1 0 16,7-3 0-16,1-1 0 16,0-7 0-16,11-3 0 0,1-3 0 15,-1-15 0-15,3 0-77 16,10-10-14-16</inkml:trace>
  <inkml:trace contextRef="#ctx0" brushRef="#br3" timeOffset="164199.62">14741 15212 498 0,'0'0'4'0,"0"0"1"0,0 0-1 16,0 0-4-16,-7 6 0 0,7-6 0 15,-14 23 0-15,10-2 0 16,-6 8 0-16,-1 9 0 16,2 6 0-16,-3 9 0 0,-1 1 0 15,6 6 0-15,7-7 0 16,0 2 0-16,2-7 0 16,12-7 0-16,7-8 0 15,4-8-16-15,5-11-72 0,4-8-4 16</inkml:trace>
  <inkml:trace contextRef="#ctx0" brushRef="#br3" timeOffset="164566.5">14969 15418 484 0,'0'0'4'0,"0"0"2"0,-12-10 0 16,1 6 2-16,-1-2-5 15,0 1-3-15,-6 5 0 16,-2 0 0-16,-1 5 0 15,0 8 0-15,1 5 0 0,1 3 0 16,1 2 0-16,8 2 0 16,3 0 0-16,7-7 0 15,0 3 0-15,12-9 0 16,3-2 0-16,7-7 0 16,3-3 0-16,0-10 0 0,0-3 0 15,-3-4 0-15,1 3 0 16,-6-4 0-16,-5 3 0 0,-2 2 0 15,-4 3 0-15,-6 10 0 16,0 0 0-16,0 0 0 16,2 13 0-16,-2 2 0 15,0 10 0-15,0-1 0 16,0 6 0-16,3 2 0 16,2-5 0-16,2 1 0 0,-7-1-40 15,13-13-47-15,-1-3-5 16</inkml:trace>
  <inkml:trace contextRef="#ctx0" brushRef="#br3" timeOffset="164883.13">15217 15418 505 0,'0'0'3'16,"0"0"0"-16,-9 0-3 0,9 0 0 15,-21 12 0-15,12 1 0 16,-3 4 0-16,-1 0 0 15,6 4 0-15,2 1 0 16,2-2 0-16,3-2 0 16,8-4 0-16,6-4 0 15,4-3 0-15,2-5 0 0,6-2 0 16,-4-4 0-16,4-6 0 16,-3-3 0-16,-6 1 0 15,-7-6 0-15,-5 0 0 0,-5 2 0 16,-7 1 0-16,-11 0 0 15,-2 3 0-15,-4 2 0 16,-4 5 0-16,-4-2 0 0,5 4-82 16,9 0-8-16</inkml:trace>
  <inkml:trace contextRef="#ctx0" brushRef="#br3" timeOffset="165084.1">15575 15111 475 0,'0'0'4'0,"0"0"0"16,0 0 2-16,0 0 0 16,0 0 0-16,15 5 1 15,-4 10-4-15,3 5-3 0,4 9 0 16,-1 11 0-16,3 5 0 16,-2 6 0-16,-4 4 0 0,-7 0 0 15,-4 2 0-15,-11-6-3 16,-6 2-38-16,-16-11-43 15,-5-3-3-15</inkml:trace>
  <inkml:trace contextRef="#ctx0" brushRef="#br3" timeOffset="167899.56">12596 12566 345 0,'0'0'6'0,"0"0"3"16,0 0 2-16,0 0 2 0,5 0 2 16,-5 0 0-16,0 0 1 15,0 0 2-15,10 0-6 16,-10 0-1-16,0 0-2 16,12 0 0-16,-12 0-3 0,16 3 1 15,-6-3-1-15,2 3-3 16,-3-3-3-16,4 0 0 15,2 0 0-15,-2 0 0 16,-1-3 0-16,3-2 0 0,-2 0 0 16,2-2 0-16,-1-1 0 15,-4 1 0-15,0 0 0 16,0-1 0-16,-5-2 0 16,2 3 0-16,-1-3 0 0,-4 0 0 15,0-3 0-15,1-1 0 16,-1-1 0-16,1 0 0 15,-1 1 0-15,0-4 0 16,-2 0 0-16,0 4 0 0,0 2 0 16,0-3 0-16,-2 2 0 15,-3-2 0-15,3 3 0 16,-3-1 0-16,0 1 0 16,-1-1 0-16,2 1 0 15,-4 0 0-15,1-3 0 0,-3 5 0 16,0-3 0-16,0 1 0 15,0 2 0-15,0-1 0 16,-2 0 0-16,1 1 0 16,2 3 0-16,-3-1 0 0,-1-2 0 15,3 6 0-15,1-4 0 16,-2 3 0-16,-1 0 0 0,0-2 0 16,1 5 0-16,1-4 0 15,3 3 0-15,-6-1 0 16,1-1 0-16,2 2 0 15,-2 1 0-15,2 0 0 16,-3 2 0-16,4-3 0 16,-3 3 0-16,-4 0 0 0,4 0 0 15,-1 0 0-15,-1 3 0 16,-2-1 0-16,4 3 0 16,0 0 0-16,-3-1 0 0,3 5 0 15,1-5 0-15,1 6 0 16,1 0 0-16,-2-3 0 15,5 3 0-15,0 1 0 16,1-4 0-16,1 3 0 16,-1-2 0-16,-1 0 0 0,6-8 0 15,-7 17 0-15,7-17 0 16,-3 11 0-16,3-11 0 16,-4 8 0-16,4-8 0 0,0 0 0 15,0 0 0-15,0 0 0 16,0 0 0-16,0 0 0 15,0 0 0-15,0 0 0 0,0 0 0 16,0-5 0-16,0 5 0 16,2-18 0-16,5 8-23 15,9-4-67-15,-9-4-2 16</inkml:trace>
  <inkml:trace contextRef="#ctx0" brushRef="#br3" timeOffset="168332.75">12318 11953 420 0,'0'0'6'0,"0"0"3"16,0 0 3-16,0 0 2 15,0 0 0-15,0 0 2 0,0 0 0 16,0 7-12-16,0-7-4 15,0 0 0-15,-5 12 0 16,0-1 0-16,0 0 0 0,-5 7 0 16,0 2 0-16,1 5 0 15,-7-1 0-15,4-4 0 16,-3 5 0-16,3-5 0 16,-1-5 0-16,3-4 0 0,10-11 0 15,-10 17 0-15,10-17 0 16,0 0 0-16,0 0 0 15,8 0 0-15,7 0 0 16,2-6 0-16,3 1 0 0,8-1 0 16,-3 2 0-16,9 0 0 15,-2 1 0-15,-4 0 0 16,-4 3 0-16,-1 0 0 16,-1 0 0-16,-10 6 0 15,1-5 0-15,-6 5 0 16,-7-6 0-16,15 10 0 0,-15 2-55 15,0-12-33-15</inkml:trace>
  <inkml:trace contextRef="#ctx0" brushRef="#br4" timeOffset="171916.61">12711 10847 373 0,'0'0'6'0,"0"0"3"0,0 0 1 15,0 0 2-15,-8-4 1 16,8 4 2-16,0 0 0 16,0 0 0-16,0 0-4 0,0 0-2 15,-10 2-2-15,10-2-1 16,0 0-1-16,0 0 0 15,0 0-5-15,0 0 0 0,0 0 0 16,0-5 0-16,0-4 0 16,0-8 0-16,0-4 0 15,0-8 0-15,0 2 0 16,0-11 0-16,-3-2 0 16,1-4 0-16,-3-1 0 0,3-4 0 15,-3-1 0-15,-3 0 0 16,3 4 0-16,0 3 0 15,0 1 0-15,1 9 0 16,-1 7 0-16,5 6 0 16,-3 8 0-16,3 0 0 0,0 12 0 15,0-8 0-15,0 8 0 16,0 0 0-16,0 0 0 16,0 0 0-16,0 0 0 0,0 0 0 15,0 0 0-15,0 0 0 16,0 0 0-16,0 0 0 15,0 0 0-15,0 0 0 0,0 0 0 16,0 0 0-16,0 0 0 16,0 0 0-16,0 0 0 15,-6 4 0-15,6-4 0 16,-7 16 0-16,2-4 0 16,-2 3 0-16,-3 2 0 0,-5 5 0 15,-3 0 0 1,-1 1 0-16,1 1 0 0,-4-4 0 15,2 2 0-15,3-4 0 16,2-3 0-16,2-5 0 16,4 0 0-16,9-10 0 0,-10 8 0 15,10-8 0-15,0 0 0 16,2-8 0-16,8-4 0 16,0-1 0-16,3-4 0 0,1-2 0 15,1-6 0-15,1 2 0 16,3-4 0-16,-4 5 0 15,0-3 0-15,-1 5 0 16,-5 0 0-16,0 7 0 0,-4 1 0 16,-5 12 0-16,5-12 0 15,-5 12 0-15,0 0 0 16,0 0 0-16,0 0 0 0,0 0 0 16,10 7 0-16,-3 8 0 15,3-2 0-15,1 7 0 16,6 2 0-16,1 3 0 15,-2-3 0-15,2 3 0 16,1-3 0-16,-3-5 0 16,1 2 0-16,-2-6 0 0,0 2 0 15,-2-7 0-15,-4 1 0 16,-9-9 0-16,13 11 0 16,-13-11 0-16,0 0 0 0,7 5 0 15,-7-5 0-15,0 0 0 16,0 0 0-16,0 0 0 15,0 0 0-15,-4-5 0 0,4 5 0 16,-9-8 0-16,9 8 0 16,0 0 0-16,-9-7 0 15,9 7 0-15,0 0 0 16,12 4 0-16,-2-1-81 0,7 2-16 16</inkml:trace>
  <inkml:trace contextRef="#ctx0" brushRef="#br4" timeOffset="173015.53">12603 9854 414 0,'0'0'7'0,"0"0"3"0,0 0 1 16,-2-7 3-16,2 7 1 16,-3-12 0-16,3 12 1 0,0-16-7 15,0 16-9-15,11-12 0 16,-2 5 0-16,4 4 0 15,5 3 0-15,1 0 0 16,1 7 0-16,3 7 0 16,-4-3 0-16,-1 11 0 0,-6 1 0 15,-2 2 0-15,-7 2 0 16,-3 0 0-16,-3 1 0 16,-7-6 0-16,0-3 0 0,-2-1 0 15,1-8 0-15,2 2 0 16,9-12 0-16,-15 3 0 15,15-3 0-15,0-12 0 16,0-4 0-16,3-3 0 0,6-6 0 16,-4-3 0-16,5 1 0 15,-2 1 0-15,-1 2 0 16,-1 8 0-16,0 1 0 16,-3 7 0-16,-3 8 0 0,0 0 0 15,6 5 0-15,-2 8 0 16,1 7 0-16,2-1 0 15,6 6 0-15,2 2 0 16,5-3 0-16,5 4 0 16,4-8 0-16,11-3 0 0,-3-2-21 15,16-12-67-15,7-3-3 16</inkml:trace>
  <inkml:trace contextRef="#ctx0" brushRef="#br4" timeOffset="174883.05">12805 12044 20 0,'0'0'4'16,"0"0"-1"-16,0 0 13 16,0 0 9-16,0 0 5 0,0 0 10 15,10 3 4-15,-10-3 4 16,0 0-3-16,0 0 4 16,0 0-11-16,0 0-5 0,0 0-6 15,0 0-5-15,0 0-3 16,0 0-5-16,2 6-2 15,-2-6-3-15,0 0-2 16,0 0-1-16,-7 6-6 0,7-6 0 16,-12 3 0-16,12-3 0 15,-18 2 0-15,6 0 0 16,-1 1 0-16,-2 2 0 16,0-2 0-16,-2-2 0 0,-1 2 0 15,-2 3 0-15,-1-4 0 16,0 0 0-16,-1 3 0 15,0 0 0-15,-5-3 0 16,2 3 0-16,-5 1 0 0,0-2 0 16,-2 4 0-16,-1-1 0 15,-1-1 0-15,-1-2 0 16,0 4 0-16,-3-3 0 16,8 0 0-16,-2-2 0 0,2-2 0 15,6 2 0-15,-3 0 0 16,4-3 0-16,1 0 0 15,2 0 0-15,3 0 0 16,-4 0 0-16,4-3 0 0,2 0 0 16,-2 3 0-1,-1-1 0-15,2 1 0 0,-2 0 0 16,0 0 0-16,1 0 0 16,-3 0 0-16,1 1 0 15,-3-1 0-15,3 3 0 0,2 0 0 16,2-3 0-16,0 0 0 15,-1 1 0-15,7-1 0 16,-3 0 0-16,12 0 0 16,-13 3 0-16,13-3 0 0,-17 0 0 15,17 0 0-15,-12 3 0 16,12-3 0-16,-12 0 0 16,12 0 0-16,-14 3 0 0,14-3 0 15,0 0 0-15,0 0 0 16,0 0 0-16,0 0 0 15,0 0 0-15,0 0 0 16,0 0 0-16,0 0 0 0,0 0-18 16,0 0-69-16,11-9-3 15</inkml:trace>
  <inkml:trace contextRef="#ctx0" brushRef="#br4" timeOffset="175416.47">11747 12034 416 0,'0'0'7'16,"0"0"2"-16,0-8 3 0,0 8 2 15,0 0 2-15,0-7 0 16,0 7 1-16,0 0-13 16,0 0-4-16,0 0 0 15,0 0 0-15,-11 7 0 0,6 4 0 16,-4 4 0-16,-4-1 0 15,-2 1 0-15,0 2 0 16,-2 3 0-16,2-5 0 0,-5-1 0 16,0 0 0-16,2-3 0 15,4-2 0-15,2-1 0 16,-1-4 0-16,3-2 0 16,10-2 0-16,-11 2 0 15,11-2 0-15,0 0 0 0,0 0 0 16,0 0 0-16,0 0 0 15,0 0 0-15,0 0 0 16,7 6 0-16,2-1 0 16,3-1 0-16,8 4 0 15,1 2 0-15,4 0 0 0,3-3 0 16,-2 5 0-16,3-5 0 16,-1 4 0-16,-6-6 0 15,-1 2 0-15,-4-5 0 0,-5 4 0 16,-4-4 0-16,-8-2 0 15,12 5 0-15,-12-5 0 16,0 0 0-16,0 0 0 0,0 0 0 16,0 0 0-16,0 0 0 15,0 0 0-15,0 0-20 16,-5 3-67-16,5-3-5 16</inkml:trace>
  <inkml:trace contextRef="#ctx0" brushRef="#br4" timeOffset="176549.91">11023 12121 398 0,'0'0'8'0,"0"0"4"0,0 0 2 15,-5-3 1-15,5 3 1 0,0 0 0 16,0 0 0-16,0 0 0 16,0 0-16-16,5 0 0 15,5 8 0-15,-2-1 0 0,7 3 0 16,2 0 0-16,-2 2 0 15,3 1 0-15,-2-2 0 16,2-5 0-16,-6 4 0 16,6-3 0-16,-6 1 0 15,1-3 0-15,-3-2 0 0,-10-3 0 16,9 7 0-16,-9-7 0 16,0 0 0-16,0 0 0 15,0 0 0-15,0 0 0 0,0 0 0 16,0 0 0-16,0 0 0 15,0 0 0-15,0 0 0 16,0 0 0-16,0 0 0 0,0 0 0 16,0 0 0-16,0 0 0 15,0 0 0-15,0 0 0 16,0 0 0-16,0 0 0 16,0 0 0-16,0 0 0 0,0 0 0 15,0 0 0-15,0 0 0 16,0 0 0-16,0 0 0 15,0 0 0-15,0 0 0 16,0 0 0-16,0 0 0 16,0 0 0-16,0 0 0 0,0 0 0 15,0 0 0-15,0 0 0 16,0 0 0-16,0 0 0 16,0 0 0-16,0 0 0 15,0 0 0-15,0 0 0 0,0 0 0 16,0 0 0-16,0 0 0 15,0 0 0-15,0 0 0 16,0 0 0-16,0 0 0 0,0 0 0 16,0 0 0-16,0 0 0 15,0 0 0-15,0 0 0 16,0 0 0-16,0 0 0 16,0 0 0-16,0 0 0 0,0 0 0 15,0 0 0-15,0 0 0 16,0 0 0-16,0 0 0 15,0 0 0-15,0 0 0 16,0 0 0-16,0 0 0 16,0 0 0-16,0 0 0 0,0 0 0 15,0 0 0-15,0 0 0 16,0 0 0-16,0 0-16 16,-12-2-70-16,12 2-5 15</inkml:trace>
  <inkml:trace contextRef="#ctx0" brushRef="#br4" timeOffset="176933.03">11292 12022 447 0,'0'0'6'0,"0"0"3"0,0 0 2 0,0 0 2 16,0 0 1-16,0 0-3 16,5-8-11-16,-5 8 0 15,0 0 0-15,0 0 0 0,-8 18 0 16,0 3 0-16,-1 7 0 16,-3 2 0-16,-4 10 0 15,2 2 0-15,-5 0 0 0,6-2 0 16,-3-3 0-16,4-5 0 15,-1-7 0-15,6-3 0 16,2-5 0-16,0-7 0 16,3 0 0-16,2-10 0 15,-3 11 0-15,3-11 0 0,0 0 0 16,0 0 0-16,0 0 0 16,0 0 0-16,0 0 0 15,0-17-36-15,0 17-52 0</inkml:trace>
  <inkml:trace contextRef="#ctx0" brushRef="#br5" timeOffset="184015.67">12387 10404 386 0,'0'0'5'15,"0"-10"3"-15,0 10 2 16,0-12 1-16,0 12 2 16,-7-14 1-16,2 3 0 15,5 11 1-15,-12-13-5 0,0 12-3 16,4 1-2-16,-4 0-1 16,-4 1-2-16,-1 6 0 15,2 4-1-15,-5 3 0 0,3 2 0 16,-6 1-1-16,6 0 2 15,-3 6-2-15,5-1 0 16,1 0 0-16,0 0 0 16,2 3-2-16,3-3 2 0,4 3-1 15,-1-3 1-15,4-2 0 16,2 0-1-16,0-2 1 16,8 2-1-16,-1-6 1 15,5 2 0-15,1-2-1 0,2-4 1 16,3 2 0-16,3-4 0 15,2-1-1-15,2-1 1 16,5-2 0-16,0-4 0 0,4 0 0 16,1 0 0-16,0 0-1 15,2 0 0-15,1-2 0 16,1 0-1-16,-2-1 0 16,3-2 0-16,-2 3-1 15,-1-1 0-15,2 3 1 0,-2-5-2 16,1 2 0-16,-3 1-3 15,2-3 0-15,0 2-3 16,0-3 1-16,1-3-1 16,-1 5 0-16,0-7 1 15,-2 4 2-15,-3-3 1 0,3 3 3 16,-5-3 2-16,0 3 1 16,-3-3 0-16,-4 2 2 0,-1-2 1 15,-2 0 2-15,-5 1 0 16,2 2 2-16,-7-4 0 15,2 1 2-15,0 0-1 16,-1-2 0-16,-4 2 0 0,3-2 0 16,1-3-1-16,-7 2-1 15,4 1 0-15,-4 0-1 16,-1-3 0-16,2 0 0 16,-5 0 0-16,0 3-3 15,0-6-2-15,0 6 0 0,-5-3 0 16,0 3 0-16,-2-3 0 15,-3 5 0-15,0-5 0 16,2 5 0-16,-1 1 0 16,-2-1 0-16,1-1 0 15,1 1 0-15,-2 3 0 0,2-1 0 16,-1 0 0-16,2 2 0 16,1-1 0-16,7 7 0 15,-17-12 0-15,17 12 0 0,-16-9 0 16,16 9 0-16,-9-7 0 15,9 7 0-15,0 0 0 16,-10-5 0-16,10 5 0 16,0 0 0-16,0 0 0 0,0 0 0 15,0 0 0-15,0 0 0 16,0 0 0-16,0 0 0 16,0 0 0-16,0 0 0 15,-8-7 0-15,8 7 0 0,0 0 0 16,0 0 0-16,0 0 0 15,0 0 0-15,0 0 0 16,0 0 0-16,0 0 0 16,0 0 0-16,0 0 0 15,0 0 0-15,0 0 0 0,0 0 0 16,-5 7 0-16,5 3 0 16,0 2 0-16,-2 3 0 15,-1 1 0-15,3 3 0 0,-5-4 0 16,5 2 0-16,-3-5 0 15,2 1 0-15,1-13 0 16,-6 15 0-16,6-15 0 0,-3 10 0 16,3-10 0-16,0 0 0 15,0 0 0-15,0 0 0 16,0 0 0-16,-4-13 0 16,4 6 0-16,-3-8 0 15,3 0 0-15,0-2 0 0,-2-3 0 16,-1 0 0-16,3 6 0 15,-2-4 0-15,2 6 0 16,0 2 0-16,0 10 0 0,-2-13 0 16,2 13 0-16,0 0 0 15,0 0 0-15,0 0 0 16,0 0 0-16,0 0 0 16,0 0 0-16,0 0 0 15,9 0 0-15,1 0 0 0,3 3 0 16,-1-1 0-16,6 1 0 15,4-3 0-15,-2 0 0 16,2 0 0-16,1-3 0 0,-2 1 0 16,-3-3 0-16,3 3 0 15,-7-3 0-15,-4 2 0 16,-2 0 0-16,-8 3 0 16,9-2 0-16,-9 2 0 0,0 0 0 15,0 0 0-15,0 0 0 16,0 0 0-16,0 0 0 15,0 0 0-15,0 0 0 16,0 0 0-16,0 0 0 16,-4 2 0-16,4-2-22 0,0 0-69 15,0 0-3-15</inkml:trace>
  <inkml:trace contextRef="#ctx0" brushRef="#br5" timeOffset="186199.9">14300 11526 274 0,'0'0'7'0,"0"-9"4"0,0 1 1 0,0-2 5 16,0-5 1-16,0 0 2 15,-2-4 2-15,-1-5 2 0,-1 8-5 16,-1-4-4-16,-2 2-3 16,-4 3-3-16,-1 1-2 15,-2 2-2-15,-9 2-1 16,3 7-1-16,-13 1-1 16,-1 4-1-16,-6 8 0 0,-3 8 1 15,-3 1 0-15,-4 9 0 16,-3 4 0-16,4 5 1 15,-1 5-2-15,6 2 1 16,-2 4-1-16,12 1 0 16,2 1 0-16,6 2 0 0,2 2 0 15,9 6-1-15,5-1 1 16,6 1 0-16,4-3 1 16,0 2-1-16,4-2-1 0,8-2 2 15,6-5-2-15,1-6 2 16,7-5-2-16,3-9 0 15,6-3 0-15,6-7 0 0,0-7 0 16,4-4 0-16,5-3 0 16,2-6 0-16,-3-3 0 15,4-7 0-15,-3-5 0 16,-1 0 0-16,1-7 0 16,-1-3 0-16,1 1 0 0,-5-9 0 15,0 0 0-15,-3 0 0 16,-2-5 0-16,-5-4 0 15,-5-3 0-15,-5-1 0 16,-1-7 0-16,-11-3 0 0,-4-7 0 16,-4 1 0-16,-3 1 0 15,-4-1 0-15,-5 2 0 16,-5 6 0-16,-6 2 0 16,-2 7 0-16,-4 2 0 0,-1 12 0 15,-3-2 0-15,-4 11 0 16,-4 0 0-16,-1 7 0 15,-5 5 0-15,-2 8 0 0,-8 2 0 16,2 5 0-16,-8 5 0 16,2 5 0-16,1 4 0 15,5 3 0-15,1-1 0 16,11-3 0-16,6 0 0 0,8 0 0 16,3-4 0-16,17 2 0 15,1-4-32-15,15-7-54 16,11-5-4-16</inkml:trace>
  <inkml:trace contextRef="#ctx0" brushRef="#br2" timeOffset="190300.03">12293 12693 129 0,'0'0'9'0,"0"0"7"15,0 0 3-15,0 0 6 0,0-10 2 16,0 10 4-16,0 0 1 15,0 0 2-15,0-10-7 16,0 10-3-16,0 0-4 16,0 0-4-16,0 0-3 0,-12-7-2 15,12 7-3-15,-10 0-2 16,10 0-1-16,-18 12-2 16,9-1-1-16,-7 1-1 0,2 5 0 15,-4 4 0-15,-5 2 0 16,-1 5 0-16,-6 1 1 15,-4 4-1-15,-7 4 1 16,-1-3-1-16,-3 4 1 0,-1-2-1 16,-5 2 0-16,0-4 0 15,1 1-1-15,2 0 0 16,6-8 0-16,0 1 0 16,8-6 0-16,6 1 0 15,1-7 0-15,7-3 0 16,3-1 0-16,1-5 1 0,7 1-1 15,9-8 0-15,-16 10 0 16,16-10 0-16,0 0-1 16,0 0 1-16,-7 5-1 15,7-5 0-15,0 0-2 0,0 0-5 16,0 0-7-16,0 0-15 16,7 0-48-16,-7 0-2 15</inkml:trace>
  <inkml:trace contextRef="#ctx0" brushRef="#br2" timeOffset="190800.08">11488 13153 408 0,'0'0'7'0,"0"0"2"0,-3-12 2 16,3 12 2-16,-2-12 2 0,2 12 0 15,-5-15 1-15,5 15 1 16,-5-7-17-16,5 7 0 16,-8 2 0-16,1 8 0 0,0 8 0 15,-5 2 0-15,-5 4 0 16,0 6 0-16,1 2 0 16,-5 0 0-16,2-2 0 15,-1-2 0-15,0-3 0 16,5-6 0-16,0-5 0 0,5-3 0 15,10-11 0-15,-9 12 0 16,9-12 0-16,0 0 0 16,9-3 0-16,7-1 0 15,5-4 0-15,4 0 0 0,3-1 0 16,4 2 0-16,3-3 0 16,-1 3 0-16,1 1 0 15,-3 1 0-15,-4 2 0 0,-3 0 0 16,-5 3 0-16,-3-1 0 15,-7 1 0-15,0 0 0 16,-10 0 0-16,0 0 0 16,0 0 0-16,0 0 0 0,0 0 0 15,0 0 0-15,0 0 0 16,-7 4 0-16,7-4-9 16,2 10-77-16,-9-6-3 15</inkml:trace>
  <inkml:trace contextRef="#ctx0" brushRef="#br2" timeOffset="191699.79">11065 13525 404 0,'0'0'6'15,"0"0"3"-15,0 0 0 0,0 0 1 0,0 8 0 16,0-8 1-16,-5 14 0 16,5-1 0-16,0-1-6 15,0 3-2-15,0 3-1 16,9-1 0-16,3-2 0 0,2 0-1 16,6-1 1-16,5-6 0 15,0 0 0-15,3-6 1 16,2 0 1-16,-6-2-2 0,3-2-2 15,-7-3 0-15,1-2 0 16,-9 1 0-16,-3-3 0 16,-9 9 0-16,13-16 0 15,-13 16 0-15,3-16 0 16,-3 16 0-16,0-13 0 0,0 13 0 16,-3-7 0-16,3 7 0 15,0 0 0-15,0 0 0 16,0 0 0-16,0 0 0 15,-10-5 0-15,10 5 0 0,0 0 0 16,0 0 0-16,0 0 0 16,0 0 0-16,0 0 0 15,0 0 0-15,0 0 0 16,0 0 0-16,0 0 0 0,0 0 0 16,0 0 0-16,0 0 0 15,0-10 0-15,0 10 0 16,0 0 0-16,2-10 0 0,-2 10 0 15,2-10 0-15,-2 10 0 16,6-8 0-16,-6 8 0 16,3-12 0-16,-3 12 0 15,2-10 0-15,-2 10 0 16,0 0 0-16,0-10 0 0,0 10 0 16,0 0 0-16,0 0 0 15,0 0 0-15,0 0 0 16,0 0 0-16,0 0 0 15,0 0 0-15,0 0 0 0,0 0 0 16,0 0 0-16,0 0 0 16,0 0 0-16,0 0 0 15,0 0 0-15,0 0 0 16,0 0 0-16,0 0 0 0,0 0 0 16,-11 0 0-16,11 0-2 15,-9 20-81-15,9-20-9 16</inkml:trace>
  <inkml:trace contextRef="#ctx0" brushRef="#br2" timeOffset="192199.66">11046 13514 363 0,'0'0'8'16,"0"0"2"-16,0 0 5 0,0 0 0 15,0 0 2-15,0 0 1 16,0 0 1-16,0 0 0 15,-11-3-7-15,11 3-2 16,0 0-5-16,-2 11-5 0,2 0 0 16,2 3 0-16,7-1 0 15,-1 4 0-15,9 3 0 16,-1-1 0-16,2 2 0 16,4-1 0-16,-2-3 0 0,5-2 0 15,0-2 0-15,-3-1 0 16,-4-5 0-16,-2 3 0 15,0-8 0-15,-7 6 0 16,2-8 0-16,-11 0 0 16,10 2 0-16,-10-2 0 0,0 0 0 15,0 0 0-15,0 0 0 16,0 0 0-16,2-4 0 16,-2 4 0-16,0-11 0 0,0 11-2 15,0 0-84-15,-2-12-4 16</inkml:trace>
  <inkml:trace contextRef="#ctx0" brushRef="#br2" timeOffset="192516.67">11448 13515 432 0,'0'0'6'0,"0"0"2"15,0 0 3-15,-4-1 1 0,4 1 0 16,-16 0 1-16,9 7 0 15,-3 5-9-15,0 7-4 16,-2 6 0-16,-4 6 0 16,-1 1 0-16,0 7 0 15,2 1 0-15,-3-1 0 0,4 0 0 16,-2-1 0-16,2-5 0 16,3-4 0-16,2-4 0 15,4-6 0-15,0-3 0 16,0-4 0-16,3-3 0 0,2-9 0 15,0 0 0-15,-2 8 0 16,2-8 0-16,0 0 0 16,0-4 0-16,0 4-4 0,2-13-64 15,3-4-21-15,2-8-2 16</inkml:trace>
  <inkml:trace contextRef="#ctx0" brushRef="#br2" timeOffset="192732.75">11352 13625 440 0,'0'0'5'0,"0"0"2"16,0 0 1-16,0 0 2 16,0 0 0-16,-9 12 1 15,2 1 0-15,-5 11-2 16,-3 1-9-16,0 9 0 16,-5 9 0-16,1 2 0 0,-4 4 0 15,5-3 0-15,-1 2 0 16,1-9 0-16,4-3 0 0,1-4 0 15,3-13 0-15,10-7-38 16,0-2-48-16,0-10-2 16</inkml:trace>
  <inkml:trace contextRef="#ctx0" brushRef="#br2" timeOffset="194432.94">12564 9790 415 0,'0'0'7'0,"0"0"2"16,0 0 2-16,5-8 2 15,-5 8 0-15,7-10 0 0,-7 10 1 16,13-7 2-16,-4 2-16 15,4 5 0-15,-1 0 0 16,6 2 0-16,-1 4 0 0,3 4 0 16,0-1 0-16,-3 5 0 15,1 4 0-15,-6 2 0 16,0-2 0-16,-3 4 0 16,-5-2 0-16,-4 2 0 15,0 3 0-15,-10-3 0 0,-2 0 0 16,-3 0 0-16,-5-2 0 15,-3 1 0-15,7-5 0 16,-5-1 0-16,3-2 0 16,4-9 0-16,4 4 0 0,0-8 0 15,10 0 0-15,0 0 0 16,-7-8 0-16,7 1 0 16,7-8 0-16,3-2 0 0,2-8 0 15,9 0 0 1,0-6 0-16,4-1 0 0,0-1 0 15,0 1 0-15,-2 2 0 16,-4 1 0-16,-1 4 0 16,-6 5 0-16,-2 5 0 0,-4 0 0 15,-4 5 0-15,-2 10 0 16,2-9 0-16,-2 9 0 16,0 0 0-16,0 0 0 0,-2 12 0 15,-6 5 0-15,3 3 0 16,0 4 0-16,-2 7 0 15,2-2 0-15,3 3 0 16,2-4 0-16,2-1 0 0,8-4 0 16,2-4 0-16,3-5 0 15,7-3 0-15,0-4 0 16,-1-4 0-16,4-1 0 16,-5-2 0-16,2-12-66 15,-5 9-22-15</inkml:trace>
  <inkml:trace contextRef="#ctx0" brushRef="#br2" timeOffset="194915.81">12623 10263 346 0,'0'0'8'0,"0"0"4"16,0 0 6-16,8-6 0 15,-8 6 2-15,0 0 2 16,10-7 0-16,-10 7 1 16,0 0-8-16,0 0-8 15,10 6-7-15,-8 6 0 0,1 5 0 16,-3 5 0-16,5 5 0 16,-5 3 0-16,4 5 0 15,-1 3 0-15,3-1 0 0,-4-3 0 16,3 7 0-16,-3-12 0 15,1 0 0-15,-1-2 0 16,0-4 0-16,-2-6 0 16,0-2 0-16,0-3 0 0,0-12-5 15,0 12-5-15,0-12-5 16,0 0-8-16,0 0-35 16,-9-7-25-16,6-3-1 0</inkml:trace>
  <inkml:trace contextRef="#ctx0" brushRef="#br2" timeOffset="195332.62">12649 10275 381 0,'0'0'8'0,"0"0"3"16,0 0 2-16,0 0 1 16,0-10 1-16,0 10 0 15,0 0 0-15,0 0-1 16,-14 3-5-16,7 10-6 0,-5-1-1 15,-1 2-2-15,-1 7 0 16,-2-2 1-16,-3 3 0 16,1-4 0-16,4-1 0 0,-2-4 1 15,4-4 0-15,5 2 1 16,7-11-3-16,-13 1 0 16,13-1 0-16,0-6 0 15,3-5 0-15,5-3 0 16,1-1 0-16,1-2 0 0,6-1 0 15,-4 1 0-15,0-1 0 16,1 6 0-16,-1 2 0 16,-5 3 0-16,3 4 0 15,-2 3 0-15,4 3 0 0,0 4 0 16,3 5 0-16,5 1 0 16,1 6 0-16,3 5 0 15,1-8 0-15,7 7 0 0,-2-9-4 16,-5 2-80-16,12-4-2 15</inkml:trace>
  <inkml:trace contextRef="#ctx0" brushRef="#br2" timeOffset="196251.7">15976 15368 511 0,'0'0'0'0,"0"0"0"0,0 0 0 0,0 0 0 16,-5-12-3-16,5 12-80 16,0-10-3-16</inkml:trace>
  <inkml:trace contextRef="#ctx0" brushRef="#br2" timeOffset="197766.08">2597 16377 390 0,'0'0'5'0,"0"0"3"0,-12-10 3 16,12 10 1-16,-14-12 2 0,3 5 0 16,3-1 2-16,-1-1-1 15,9 9-5-15,-10-7-4 16,10 7-1-16,-10 13-3 0,10 5-1 16,0 8-1-16,0 10-1 15,7 6-1-15,4 7 1 16,6 3 1-16,8 5 1 15,5-2-1-15,9-4 1 16,11 2 0-16,5-6 0 16,10-2 1-16,11-9-2 0,11-1 0 15,8-6 0-15,14-4 0 16,11-10 0-16,9-2 0 16,9-8 0-16,9-5 0 0,10-5 0 15,6-5 0-15,7-8 0 16,7 1 0-16,-2-3 0 15,9-2 0-15,-2 0 0 0,6 0 0 16,-1 0 0-16,-4 2 0 16,4 5 0-16,-6 5 0 15,-2 2 0-15,-9 5 0 16,-4 3 0-16,-14 11 0 16,-8 6 0-16,-15 5 0 0,-14 8 0 15,-16 2 0-15,-16 3 0 16,-10 2 0-16,-11 3 0 15,-15-3 0-15,-4-2 0 16,-13-3 0-16,-3-5 0 16,-8-2 0-16,-1-5 0 0,-6-6 0 15,-1-4 0-15,-11-10 0 16,17 11 0-16,-10-11 0 0,4-8 0 16,3-5 0-16,1-7 0 15,9-5 0-15,6-8 0 16,6-3 0-16,8-6 0 15,9 1 0-15,9-4 0 16,7-2 0-16,11 2 0 16,1 1 0-16,14 1 0 0,1 1 0 15,12 5 0-15,4 0 0 16,4 2 0-16,11 4 0 16,7 6 0-16,7-3 0 0,6 6 0 15,7 0 0-15,5 8 0 16,3 3 0-16,5 3 0 15,1 6 0-15,-1-1 0 16,4 3 0-16,1 0 0 16,0 5 0-16,1 3 0 0,0-1 0 15,5 3 0-15,0 1 0 16,6-3 0-16,-3 5 0 16,3-1 0-16,5 1 0 0,1 2-3 15,1 1 1-15,0 1 1 16,0-6-2-16,0 4 1 15,1-5 1-15,-3-2-1 16,2-1 1-16,-5-7 2 16,1-5 1-16,-3-5 0 0,-5-2 0 15,-8-5 0-15,0-1 0 16,-9-4 2-16,-6 0-4 16,-7-3 0-16,-9-2 0 0,-10-3 0 15,-2-2 0-15,-16-4 0 16,-8-1 0-16,-9-2 0 15,-15-3 0-15,-14 3 0 0,-11-1 0 16,-15 0 0-16,-8 6 0 16,-20-1-9-16,-6-4-55 15,-12 11-22-15</inkml:trace>
  <inkml:trace contextRef="#ctx0" brushRef="#br2" timeOffset="198282.91">9476 17130 492 0,'0'0'3'0,"0"0"1"0,-8-3 0 16,8 3 0-16,0 0 0 15,0 0-4-15,-10 13 0 0,10 6 0 16,0-5 0-1,0 2 0-15,2 4 0 0,1 2 0 16,-3 6 0-16,2-1 0 16,-2 0 0-16,0 3 0 15,0 0-5-15,-2-1-10 16,-1-7-42-16,-4 8-27 0,2-7-1 16</inkml:trace>
  <inkml:trace contextRef="#ctx0" brushRef="#br2" timeOffset="198499.82">9021 17247 475 0,'0'0'3'0,"-10"-5"1"15,10 5 0-15,-8-16 1 16,8 4-1-16,0-5 2 0,13-6-1 16,7-3 0-16,9-4-5 15,14-2 0-15,6 0 0 16,8-4 0-16,8 4 0 15,0 5 0-15,2 5 0 16,-2 2 0-16,-1 9-8 16,-11 4-18-16,-12 7-58 0,4 0-2 15</inkml:trace>
  <inkml:trace contextRef="#ctx0" brushRef="#br2" timeOffset="198900.74">9800 17400 474 0,'0'0'0'15,"0"0"0"-15,0 0 0 0,0 0 0 16,-7 2 0-16,7-2 1 16,0 0 0-16,-7 10 0 15,7-10 0-15,-2 12 1 16,2-12 1-16,0 16-1 0,0-16 2 15,0 14-1-15,0-14 1 16,9 13 1-16,-2-11-1 16,7 1 2-16,-2-3-6 0,1 0 0 15,1 0 0-15,1-8 0 16,-1 0 0-16,-1 0 0 16,5-17 0-16,0-6 0 15,-9-6 0-15,-9 5 0 16,-13-3 0-16,-11 10 0 0,-3 11 0 15,-6 1 0-15,6 11 0 16,-1 2 0-16,8 0 0 16,8 5 0-16,12-5-13 15,-7 12-73-15,7-12-2 16</inkml:trace>
  <inkml:trace contextRef="#ctx0" brushRef="#br2" timeOffset="199099.67">10243 16833 511 0,'0'0'0'0,"0"0"0"16,0 0 0-16,0 0 0 0,0 0 0 16,3 15 0-16,-1 5 0 15,3 4 0-15,2 13 0 16,-2 10 0-16,3 6 0 15,-5-21 0-15,-1 9-46 0,2-6-41 16</inkml:trace>
  <inkml:trace contextRef="#ctx0" brushRef="#br2" timeOffset="199998.46">16668 16023 511 0,'0'0'0'0,"0"0"0"15,0 0 0-15,0-5 0 16,0 5 0-16,0 0 0 0,-2-13 0 16,2 4-47-16,0-1-44 15</inkml:trace>
  <inkml:trace contextRef="#ctx0" brushRef="#br6" timeOffset="204866.42">15695 12049 200 0,'0'0'5'0,"0"0"5"0,5 0 6 16,-5 0 2-16,0 0 4 16,9 0 3-16,-9 0 1 15,0 0 0-15,0 0-3 16,11 0-3-16,-11 0-6 0,0 0-4 15,0 0-3-15,0 0-2 16,12-2-3-16,-12 2 0 16,14 0 0-16,-1 0-1 15,2 0 0-15,5-3 2 16,3 3-2-16,7 0 0 0,2-3 1 16,5 1-1-16,2 0 1 15,7-1 0-15,-1 1 0 16,6-1-1-16,2 0 0 15,2-1 0-15,6 1 0 0,1 3-1 16,2-5 1-16,4 3-1 16,-4-1 1-16,1 2-1 15,0-3 1-15,-3 1-1 16,-2 3 0-16,-5 0 0 0,-4 0 0 16,-1 0 0-16,-8 0 0 15,-2 0 0-15,-5 3 0 0,-5 1 0 16,-8-3 1-16,-2-1 0 15,-8 0 3-15,-2 3-1 16,-10-3 2-16,8 0 1 16,-8 0-1-16,0 0 1 15,0 0 0-15,0 0-2 0,0 0 0 16,0 0-2-16,0 0 0 16,0 0-1-16,0 0 0 15,0 0-1-15,0 0 0 16,0 0-2-16,0 0-1 0,0 0-3 15,0 0-5-15,0 0-11 16,0-11-52-16,0 11-9 16</inkml:trace>
  <inkml:trace contextRef="#ctx0" brushRef="#br6" timeOffset="205348.77">17051 11886 349 0,'0'0'8'0,"0"0"3"0,0 0 2 16,0 0 3-16,-10-10 1 0,10 10 0 15,0 0 1-15,0 0 0 16,0 0-7-16,0 0-1 16,0 0-3-16,6-4-1 15,6 4-1-15,3 4 0 16,7-2-5-16,3 1 0 0,7 2 0 16,0-1 0-16,1 2 0 15,-6 1 0-15,-2-2 0 16,-5 5 0-16,-5 2 0 0,-6 1 0 15,-4 4 0-15,-7 6 0 16,-13-5 0-16,0 10 0 16,-7 2 0-16,-5 0 0 15,-3-1 0-15,-5-1 0 16,5-3 0-16,3-3 0 0,0-5 0 16,6-2 0-16,9-5 0 15,3-4 0-15,9-6 0 16,0 0 0-16,0 0 0 0,0 0 0 15,4 9-15-15,4-9-69 16,4-3-2-16</inkml:trace>
  <inkml:trace contextRef="#ctx0" brushRef="#br6" timeOffset="206082.75">17675 11947 421 0,'0'0'7'0,"0"0"3"0,0 0 0 15,-11 0 3-15,11 0 1 16,0 0 1-16,-12 0 1 0,12 0-11 16,-7-4-5-16,7 4 0 15,0 0 0-15,10-3 0 16,3 3 0-16,3 0 0 15,5-3 0-15,6 3 0 0,1 0 0 16,4 0 0-16,-2 0 0 16,-3 0 0-16,1 3 0 15,-7 2 0-15,-1 0 0 16,-8 3 0-16,-12-8 0 0,11 18 0 16,-11-3 0-16,-13 3 0 15,-4 2 0-15,-5 3 0 16,-6-1 0-16,-4 0 0 15,0 0 0-15,-3-1 0 16,3-2 0-16,4-6 0 0,3-1 0 16,5-2 0-16,8-3 0 15,5-2 0-15,7-5 0 16,5 7 0-16,7-4 0 0,8 0 0 16,7-1 0-16,8-2 0 15,2 2 0-15,8-2 0 16,0 0 0-16,5 0 0 15,-4-2 0-15,2 2 0 0,-6-5 0 16,-7 2 0-16,-6 3 0 16,-6-2 0-16,-3 2 0 15,-10-2 0-15,-10 2 0 16,0 0 0-16,0 0 0 0,0 0 0 16,0 0 0-16,0 0 0 15,0 0 0-15,0 0 0 16,0 0-15-16,0 0-76 15,0 0-4-15</inkml:trace>
  <inkml:trace contextRef="#ctx0" brushRef="#br6" timeOffset="207851.85">15645 12022 232 0,'0'0'12'0,"0"0"6"16,0 0 1-16,0 0 4 15,0 0 2-15,-7-8 2 0,7 8 4 16,0-17 0-16,0 4-9 16,0-5-5-16,2-3-1 15,-2-4-3-15,2-9-2 16,-2-4-2-16,0-9-4 16,0-5-5-16,-2-4 0 0,-3-12 0 15,-2-1 0-15,-1-5 0 16,-2 2 0-16,3 1 0 15,-2 3 0-15,0 6 0 16,2 4 0-16,0 13 0 16,2 7 0-16,1 6 0 0,0 4 0 15,4 12 0-15,-3 0 0 16,3 7 0-16,0 9 0 16,0-10 0-16,0 10 0 0,0 0 0 15,0 0 0-15,0 0 0 16,0 0 0-16,0 0 0 15,0 0 0-15,0 0 0 0,0 0 0 16,0 0 0-16,0 0 0 16,0 0 0-16,0 0 0 15,0 0 0-15,0 0 0 16,0 0 0-16,0 0 0 0,0 0 0 16,0 0 0-16,0 0 0 15,0 0 0-15,0 0 0 16,0 0 0-16,0 0 0 15,0 0 0-15,0 0 0 16,0 0 0-16,0 0 0 16,-12 14 0-16,3 2 0 0,-4-4 0 15,-4 7 0-15,-1 4 0 16,-2 1 0-16,-4 0 0 16,3 2 0-16,1-4 0 0,1-2 0 15,4-1 0-15,0-2 0 16,4-6 0-16,11-11 0 15,-13 15 0-15,13-15 0 0,0 0 0 16,0 0 0-16,0 0 0 16,4-12 0-16,3-2 0 15,6-4 0-15,-1-6 0 16,4 1 0-16,3-7 0 0,-1 0 0 16,-2 3 0-16,2 0 0 15,-3 2 0-15,-2 3 0 16,-1 4 0-16,-5 3 0 15,1 7 0-15,-8 8 0 16,7-12 0-16,-7 12 0 16,0 0 0-16,15 12 0 0,-7 1 0 15,2 2 0-15,2 2 0 16,3 1 0-16,4 1 0 0,-3-1 0 16,4-1 0-16,-3-2 0 15,1-2 0-15,-2-3 0 16,-3-2 0-16,4 3 0 15,1 4-69-15,-8-15-20 0</inkml:trace>
  <inkml:trace contextRef="#ctx0" brushRef="#br6" timeOffset="208549.41">15498 10587 423 0,'0'0'6'0,"0"0"3"16,-5-9 1-16,5 9 1 0,-6-13 1 15,6 13 0-15,0-15 1 16,0 15-1-16,9-15-9 15,4 12-3-15,3 3 0 16,5 0 0-16,-5 11 0 0,7 2 0 16,-5 3 0-16,-1 2 0 15,1 4 0-15,-10 0 0 16,-2 1 0-16,-4-4 0 16,-2 4 0-16,-4-5 0 0,-4-2 0 15,-1-6 0-15,-4 3 0 16,3-5 0-16,3-6 0 15,7-2 0-15,-16-2 0 16,14-9 0-16,2-4 0 0,0-6 0 16,5-7 0-16,6-2 0 15,-2-3 0-15,1 2 0 16,3 4 0-16,-4-1 0 16,-1 6 0-16,-4 7 0 0,0 8 0 15,-4 7 0-15,0 0 0 16,5 15 0-16,-5 5 0 15,2 2 0-15,3 5 0 16,2 2 0-16,4 5 0 0,1-5 0 16,8-2 0-16,-1 0 0 15,9-7 0-15,-1-5 0 16,10-2 0-16,-7-6-32 16,9 1-52-16,2-7-3 0</inkml:trace>
  <inkml:trace contextRef="#ctx0" brushRef="#br6" timeOffset="209232.98">15645 12096 362 0,'0'0'7'0,"0"0"3"0,0 0 1 16,0 0 0-16,0 0-1 15,0 0 1-15,-7 12 1 16,-1 6-1-16,-5 3-5 16,-1 10-4-16,-6 6 0 15,-5 7-1-15,-5 9 1 0,-5 4 0 16,0 2 0-16,-4 6 0 15,-4-4 0-15,1 4 0 16,-4-3 1-16,-4-3-1 0,2 1-1 16,4-1 0-16,-2-7 0 15,2-2 0-15,7-8-1 16,2-5 0-16,5-8-1 16,8-4 0-16,4-7 0 15,8-6 0-15,3-2 0 0,7-10 0 16,0 0-1-16,0 0-1 15,0 0-4-15,0 0-8 16,0-7-23-16,5-4-40 0,2 2-3 16</inkml:trace>
  <inkml:trace contextRef="#ctx0" brushRef="#br6" timeOffset="209732.8">14920 12891 434 0,'0'0'5'0,"0"0"3"15,0 0 1-15,0 0 0 0,0 0 1 16,-6 3-1-16,1 6 1 15,0 4 0-15,-2 4-5 16,-2 6-3-16,-4 2-2 16,1 4 0-16,-4 1 0 0,-1-1 0 15,2-1 0-15,0-1 0 16,0-7 0-16,5-3 0 16,1-5 0-16,1-2 0 15,8-10 0-15,-5 15 0 0,5-15 0 16,9 5 0-16,7-5 0 15,-2 0 0-15,9 0 0 16,2-2 0-16,2-3 0 0,1-2 0 16,-1 1 0-16,-3 0 0 15,1 0 0-15,-7 1 0 16,-3 0 0-16,0 5 0 16,-15 0 0-16,12-2 0 15,-12 2 0-15,0 0 0 0,0 0 0 16,0 0 0-16,0 0 0 15,0 0-3-15,0 0-35 16,7 0-45-16,-7 0-3 16</inkml:trace>
  <inkml:trace contextRef="#ctx0" brushRef="#br6" timeOffset="210632.88">14608 13471 417 0,'0'0'5'0,"0"0"2"16,0 0 2-16,0 0 1 15,0 0 0-15,0 0-1 0,0 0 1 16,-2 7-1-16,2 6-3 16,0-3-4-16,6 4-1 15,1 4 0-15,3-1-1 0,5-2 1 16,-3-5 0-16,11 0 0 15,-4-5 0-15,3-5 0 16,4 0 0-16,-4-7 0 16,0-1 2-16,-4-2 2 15,-2-3-5-15,-3 1 0 0,-5 2 0 16,-4-2 0-16,-1 5 0 16,-3 7 0-16,0-13 0 15,0 13 0-15,0 0 0 0,0 0 0 16,-10 5 0-16,10 6 0 15,0 3 0-15,3 5 0 16,4 2 0-16,-1 1 0 16,6 0 0-16,0 0 0 15,-2 1 0-15,0-1 0 0,-3-2 0 16,-4 0 0-16,-3 0 0 16,-3-3 0-16,-9 0 0 15,-3-1 0-15,-9-5 0 0,-1 3 0 16,-8-3 0-16,4 1 0 15,-8-4 0-15,7-1 0 16,0-4 0-16,10 2 0 16,-5-5-44-16,13 0-44 15,3-10-1-15</inkml:trace>
  <inkml:trace contextRef="#ctx0" brushRef="#br6" timeOffset="213365.87">17411 15240 456 0,'0'0'6'0,"0"0"2"0,0 0 2 16,0 0 1-16,0 0 2 16,6-10-6-16,-6 10-7 0,0 0 0 15,0 5 0-15,2 12 0 16,1 8 0-16,-1 10 0 16,0 2 0-16,1 5 0 15,-3 7 0-15,5 4 0 0,-3-6 0 16,-2 0 0-16,0-7 0 15,0-4 0-15,-2-3 0 16,-1-11-32-16,1-3-57 0,-5-6-3 16</inkml:trace>
  <inkml:trace contextRef="#ctx0" brushRef="#br6" timeOffset="213665.71">17049 15165 459 0,'0'0'4'0,"0"0"3"16,-8-11 0-16,8 11 2 15,0-13 0-15,0 13 1 16,3-15-4-16,6 5-6 0,12 0 0 16,8 0 0-16,14-2 0 15,9-4 0-15,10 7 0 16,10-7 0-16,2 5 0 0,6-2 0 15,-1 3 0-15,-11 5 0 16,-6 3 0-16,-10-1 0 16,-10 3 0-16,-12 5 0 15,-8 3 0-15,-7 2 0 0,-5 5 0 16,-10 0-20-16,-5 1-69 16,-7 9-2-16</inkml:trace>
  <inkml:trace contextRef="#ctx0" brushRef="#br6" timeOffset="-213961.93">17712 15540 476 0,'0'0'4'0,"0"0"1"0,0 0 3 15,-5-10 0-15,5 10 2 16,0 0-10-16,0 0 0 16,0-7 0-16,0 7 0 0,12 4 0 15,4 6 0-15,-2 5 0 16,6-1 0-16,3 7 0 16,-4 1 0-16,6 0 0 0,-7-2 0 15,-4 0 0-15,-3-5 0 16,-6 0 0-16,-5-8 0 15,0-7 0-15,-5 7 0 16,5-7 0-16,-18-3 0 0,11-4 0 16,0-11 0-16,1 2 0 15,4-7 0-15,2-1 0 16,8-1 0-16,1-2 0 16,6 7 0-16,5 1 0 0,3 6 0 15,2 1 0-15,5 6 0 16,2 4 0-16,-2 2-3 15,3 0-11-15,3 2 1 16,-1 4 1-16,-3-4 3 0,0 0 5 16,-8-2 6-16,-3 0 4 15,-9 0 3-15,-2-4 2 16,-10 4 0-16,0-10 1 16,-14 5-8-16,-4 2-4 0,-5 0 0 15,-1 3 0-15,-3 3 0 16,-3 5 0-16,2 2 0 15,1 5 0-15,7-4 0 16,3 7 0-16,6 2 0 0,9-1 0 16,2-4 0-16,8 0 0 15,9-2 0-15,3-6 0 16,3 0 0-16,3-7 0 16,2 0 0-16,-1-2 0 0,-2-8 0 15,-1 1 0-15,-3-7 0 16,-6-2 0-16,-3-1 0 15,-6 4 0-15,-4 0 0 16,0 4 0-16,-2 1 0 16,0 10 0-16,-4-11 0 0,4 11 0 15,-9 8 0-15,9 2 0 16,0 0 0-16,3 2 0 0,3 0 0 16,1 1 0-1,2-3 0-15,7-6 0 0,1-4 0 16,3 0 0-16,3-9 0 15,3-7 0-15,-1-1 0 16,5-2 0-16,-3-6 0 0,-2 0 0 16,-2 0 0-16,-11 3 0 15,-2 5 0-15,-8-1 0 16,2 6 0-16,-4 12 0 16,0 0 0-16,-12-3 0 0,12 3 0 15,-4 10 0-15,2 3 0 16,2-1 0-16,0 3 0 15,6 0 0-15,6-3 0 0,4-2 0 16,2-3 0 0,4-1 0-16,3-6 0 0,-3 0 0 15,6-8 0-15,-5-2 0 16,-4-1 0-16,-4-7 0 16,-3 0 0-16,-5 4 0 15,-7-2 0-15,0 1 0 0,-9 3 0 16,-1 3 0-16,-5 3 0 15,-2 1 0-15,4 5 0 16,-4 0 0-16,4 8 0 0,3 2 0 16,6 4 0-16,4 1 0 15,0 3 0-15,4-1 0 16,11 3 0-16,3-3 0 16,2 0 0-16,4 1 0 0,-4 2 0 15,3-5 0-15,-6-1 0 16,-2 0 0-16,-8 0 0 15,-7-2 0-15,-2 1 0 16,-10-1 0-16,-7-5 0 0,-5 1 0 16,-3-1 0-16,-4-2 0 15,2 0 0-15,1-5 0 16,7 2-25-16,10-2-58 16,-1-5-3-16</inkml:trace>
  <inkml:trace contextRef="#ctx0" brushRef="#br6" timeOffset="-213578.36">19041 15408 501 0,'0'0'4'0,"0"0"2"0,0 0-6 15,-12 3 0-15,12-3 0 0,0 0 0 16,-12 0 0-16,12 0 0 15,0 0 0-15,0 0 0 16,14-7 0-16,4 4 0 16,-1 3 0-16,11 0 0 15,-1 0 0-15,0 0 0 16,-1 7 0-16,-5 6 0 0,-3-1 0 16,-13 9 0-16,-5-7 0 15,-5 8 0-15,-18 3 0 16,4 0 0-16,-8-1 0 0,-1 3 0 15,1-4 0-15,4-1 0 16,6-4 0-16,4-4 0 16,13-1 0-16,3-3 0 15,15-5 0-15,4-3 0 0,13-2 0 16,7 0 0-16,5-12 0 16,13-8-38-16,5 8-51 15</inkml:trace>
  <inkml:trace contextRef="#ctx0" brushRef="#br6" timeOffset="-212546.71">19747 14893 422 0,'0'0'6'0,"0"0"4"0,-3-10 0 16,3 10 1-16,0 0 1 16,-12-7 0-16,12 7 0 0,-21 10 0 15,8 14-8-15,-7 11-4 16,-1 10 0-16,-3 14 0 15,-3 8 0-15,4 7 0 0,1 2 0 16,7 1 0-16,8-2 0 16,7-6 0-16,5-4 0 15,14-8 0-15,13-8 0 16,9-2 0-16,8-12 0 16,6-1 0-16,4-6 0 0,3-3 0 15,5-5 0-15,-9-8-25 16,-3 3-59-16,-3-5-4 15</inkml:trace>
  <inkml:trace contextRef="#ctx0" brushRef="#br6" timeOffset="-211380.37">20167 15426 449 0,'0'0'4'16,"0"0"3"-16,0-10 1 0,0 10 2 15,0-10 1-15,0 10-1 16,0-13 2-16,0 13-12 16,-18-7 0-16,4 7 0 15,-4 2 0-15,-4 6 0 0,0 4 0 16,-6 9 0-16,1 4 0 16,2-2 0-16,6 8 0 15,1-2 0-15,8 0 0 16,8-2 0-16,2-2 0 0,9-5 0 15,3-7 0-15,11-6 0 16,0-7 0-16,4-7 0 16,3-10 0-16,-3-6 0 0,1-6 0 15,-4-12 0-15,1 0 0 16,-8-5 0-16,-2-7 0 16,-8-2 0-16,-1 0 0 15,-6 1 0-15,-6 4 0 16,-1 6 0-16,-2 9 0 0,-1 6 0 15,2 11 0-15,-2 6 0 16,10 12 0-16,-15 15 0 16,10 9 0-16,5 17 0 15,0 2 0-15,0 10 0 0,0 6 0 16,8 3 0-16,-1-2 0 16,8-6 0-16,0-6 0 15,-3-7 0-15,4-3 0 16,-4-14 0-16,0 1 0 0,-2-7 0 15,2-1 0-15,-12-17 0 16,11 12-85-16,-11-12-5 16</inkml:trace>
  <inkml:trace contextRef="#ctx0" brushRef="#br6" timeOffset="-210813.57">20450 15454 488 0,'0'0'4'0,"0"0"1"15,0 0 3-15,-5-14-2 16,5 14-6-16,0-11 0 15,0 11 0-15,3-18 0 16,2 8 0-16,5 2 0 0,2 1 0 16,8 4 0-16,-3 3 0 15,-1 0 0-15,-2 5 0 16,2 8 0-16,-7 2 0 16,-4 5 0-16,-5-1 0 0,-7 6 0 15,-9 0 0-15,0 3 0 16,-2-3 0-16,-2-4 0 15,0-1 0-15,2-3 0 0,6-2 0 16,5-3 0-16,5-1 0 16,2-11 0-16,5 4 0 15,9-4 0-15,6-4 0 16,10-7 0-16,2-1 0 0,8-3 0 16,-6-4 0-16,9-14-69 15,-3 9-20-15</inkml:trace>
  <inkml:trace contextRef="#ctx0" brushRef="#br6" timeOffset="-210510.11">20731 14896 500 0,'0'0'4'0,"0"0"1"16,0 0-3-16,0 0-2 16,-10-10 0-16,10 10 0 15,0 7 0-15,5 5 0 0,10 13 0 16,2 7 0-16,11 5 0 15,6 16 0-15,3 3 0 16,4 8 0-16,1 1 0 0,-10 2 0 16,0 0 0-16,-11-2 0 15,-14-1 0-15,-7-5 0 16,-7 3 0-16,-14-7 0 16,-9-2 0-16,-2-8 0 15,-3-3 0-15,1-6 0 0,2-7 0 16,2-8 0-16,5-7 0 15,0-12-3-15,10-4-83 16,15 2-4-16</inkml:trace>
  <inkml:trace contextRef="#ctx0" brushRef="#br6" timeOffset="-209730.22">21921 14702 466 0,'0'0'3'0,"0"0"2"16,0-11 1-16,0 11 0 16,0-8 1-16,0 8-1 15,-15-13 1-15,3 11-2 0,-8 4-5 16,-8 11 0-16,2 3 0 16,-4 9 0-16,0 8 0 15,-1 9 0-15,7 5 0 0,6 7 0 16,8 8 0-16,8 5 0 15,2 5 0-15,0 2 0 16,10 6 0-16,5 1 0 16,-5 6 0-16,-3 2 0 15,1 1 0-15,-4 6 0 16,2-3 0-16,-6 8 0 0,0-3 0 16,-6 2 0-16,2-2 0 15,-4-3 0-15,3 1 0 16,-2-4 0-16,0-5 0 0,1-3 0 15,-1-8 0-15,5-4 0 16,-4-7 0-16,4-8 0 16,0-13 0-16,0-7 0 15,-1-7 0-15,1-10 0 0,2-5 0 16,0-15 0-16,-3 10 0 16,3-10 0-16,0 0 0 15,0 0 0-15,8-3 0 16,4-1 0-16,5-2 0 0,5-1 0 15,11 0 0-15,4-3 0 16,12 0 0-16,6 0 0 16,3-3 0-16,6 8 0 15,-2-7-17-15,0 5-69 0,0-6-4 16</inkml:trace>
  <inkml:trace contextRef="#ctx0" brushRef="#br6" timeOffset="-209229.18">22346 14876 444 0,'0'0'4'0,"0"0"3"15,0 0 1-15,0 0 1 16,0 0 0-16,0 0 1 0,0 0 0 16,-4 7 0-16,-5 6-10 15,0 6 0-15,-3 1 0 16,1 7 0-16,2 1 0 15,1 1 0-15,4 1 0 0,4-8 0 16,4 0 0-16,8-9 0 16,6-3 0-16,6-8 0 15,1-2 0-15,0-7 0 16,0-11 0-16,-2-4 0 0,-4-2 0 16,-3-7 0-16,-9-2 0 15,-7 0 0-15,-7 1 0 16,-14 2 0-16,-1 5 0 15,-8 8 0-15,-5 7 0 0,1 10 0 16,-3 7 0-16,0 13 0 16,7 7 0-16,7 10-9 15,16 6-76-15,-6 1-2 16</inkml:trace>
  <inkml:trace contextRef="#ctx0" brushRef="#br6" timeOffset="-208813.79">22292 15572 500 0,'0'0'2'0,"0"0"1"0,-10-3 1 0,10 3-2 16,-13-3-2-16,1 3 0 15,-1 0 0-15,-2 8 0 16,-2 5 0-16,-3 2 0 0,3 4 0 16,2 3 0-16,2 3 0 15,6 0 0-15,7-6 0 16,5-1 0-16,13-5 0 16,7-6 0-16,1-2 0 15,6-5 0-15,6-7 0 0,-5-6 0 16,-4-7 0-16,1-2 0 15,-10-5 0-15,-5-3 0 16,-8-4 0-16,-7-4 0 0,-5 8 0 16,-12 1 0-16,-3 9 0 15,-2 3 0-15,-8 11 0 16,-2 6 0-16,-1 11 0 16,3 9 0-16,3 11-13 0,17 3-73 15,-7-1-3-15</inkml:trace>
  <inkml:trace contextRef="#ctx0" brushRef="#br6" timeOffset="-208448.32">22271 15993 485 0,'0'0'4'16,"0"0"-1"-16,-12 0 2 0,5 3 1 15,-6-3-1-15,-1 9-2 16,-7 1-3-16,-1 5 0 16,3 0 0-16,-2 5 0 0,5 2 0 15,2 0 0-15,5 3 0 16,6 0 0-16,6-3 0 16,9-2 0-16,6-3 0 15,7-2 0-15,1-7 0 0,4-3 0 16,0-5 0-16,2-5 0 15,-7-6 0-15,-5-6 0 16,-5 0 0-16,-9-6 0 16,-6 2 0-16,-6-4 0 0,-9 4 0 15,-5 2 0-15,1 6 0 16,-11 4 0-16,5 9 0 16,-7 2-41-16,4 11-46 15,3 1-4-15</inkml:trace>
  <inkml:trace contextRef="#ctx0" brushRef="#br6" timeOffset="-207914.09">22282 16508 511 0,'0'0'0'0,"0"0"0"0,0 0 0 0,0 0 0 15,0 0 0-15,2 13 0 16,1 3 0-16,-2 7 0 16,-1 4 0-16,0 3 0 0,0 5 0 15,0 0 0-15,0 4 0 16,-4-11 0-16,-11 1-79 15,13-11-9-15</inkml:trace>
  <inkml:trace contextRef="#ctx0" brushRef="#br6" timeOffset="-207281.18">22793 14593 407 0,'0'0'6'0,"0"0"3"15,0 0 2-15,0 0 2 16,0 0 0-16,0-10 2 0,0 10-1 16,7-4 1-16,6 1-7 15,4 3-8-15,11 0 0 16,4 0 0-16,8 0 0 16,2 7 0-16,0 3 0 15,-1 8 0-15,-7 6 0 0,-6 11 0 16,-10 7 0-16,-6 15 0 15,-12 5 0-15,0 12 0 16,-9 11 0-16,-5 9 0 16,-4 5 0-16,4 2 0 0,-7 6 0 15,12 0 0-15,2 1 0 16,2-2 0-16,5 1 0 16,8-8 0-16,14 1 0 15,2-4 0-15,10-2 0 0,0-4 0 16,3-4 0-16,2-7 0 15,-4-6 0-15,-3-4 0 16,-5-7 0-16,-6-8 0 16,-12-9 0-16,-6 0 0 0,-6-8 0 15,-11-8 0-15,-11-4 0 16,-7-3 0-16,-11-2 0 16,-15-3 0-16,0-2 0 0,-15-3 0 15,-6 1 0-15,-8 2 0 16,-3-5 0-16,3 7 0 15,7-6-71-15,-1-10-19 16</inkml:trace>
  <inkml:trace contextRef="#ctx0" brushRef="#br6" timeOffset="-205896.84">17342 16010 360 0,'0'0'5'0,"0"0"2"16,-5-10 1-16,5 10 4 16,-10-4 0-16,10 4 1 0,-18 0 1 15,9 0 1-15,2 16-4 16,-2 2-1-16,7 11-3 15,2 6-1-15,0 10-2 16,5 4-1-16,10 6 0 0,6 0-1 16,3-4-1-16,8-1 1 15,6-7-1-15,11-4 0 16,3-12 0-16,6-2 1 16,4-10-1-16,5-5 0 0,-1-3 0 15,4-4 0-15,-2-3 0 16,-4-3 0-16,-2-4-1 15,1-3 0-15,-6-1 0 16,-3 3 1-16,-2-3-1 0,-2 4 0 16,-1-3 0-16,-1 7 0 15,-1 1 1-15,0 2 0 16,0 2-1-16,3 5 2 16,0 4-2-16,-1 2 0 0,1 4 0 15,-3-1 0-15,-4 5-2 16,-6 1 2-16,-2-4 0 15,-10 3 0-15,-5-1 0 16,-6-3 0-16,-6-1 0 16,-4-4 2-16,0-4-2 0,-4-8 0 15,0 0 0-15,0 0 0 16,0 0 0-16,2-11 0 16,3-3 0-16,2-9 0 15,5-2 0-15,6-7 0 0,7-3 0 16,5-5 0-16,7 1 0 15,7 4 0-15,9-4 0 16,4 7 0-16,8-1 0 0,1 8 0 16,7 6 0-16,4 2 0 15,5 4 0-15,3 5 0 16,1 8 0-16,3 0 0 16,1 6 0-16,-3 4 0 0,0 5 0 15,-10-3 0-15,-4 2 0 16,-9-3 0-16,-7-4 0 15,-10 0 0-15,-5-7 0 16,-2 0 0-16,-3-10 0 16,4-5 0-16,3-7 0 0,3-3 0 15,1-7 0-15,1 0 0 16,1-5 0-16,0 3 0 16,-11 4 0-16,-4 2 0 15,-10 7 0-15,-5 4 0 0,-8 4 0 16,-2 7 0-16,-10 6-38 15,-7 8-49-15,-8 3-3 16</inkml:trace>
  <inkml:trace contextRef="#ctx0" brushRef="#br6" timeOffset="-205530.35">19006 17279 511 0,'0'0'0'0,"-7"-11"0"15,7 11 0-15,-2-7 0 0,2 7 0 16,0 0 0-16,0 0 0 16,2 7 0-16,1 4 0 15,1 3 0-15,1 4 0 16,1 1 0-16,1 1 0 0,-2 7 0 16,2-2 0-16,-2 0 0 15,1 4 0-15,-1-6-68 16,-3 4-18-16,1-2-2 15</inkml:trace>
  <inkml:trace contextRef="#ctx0" brushRef="#br6" timeOffset="-205330.31">18763 17296 438 0,'-3'-8'7'0,"-1"-1"3"16,-1-9 2-16,2-1 1 15,1-1 1-15,0-5 0 16,2 1-11-16,2-4-3 0,15 6 0 15,5-1 0-15,13 6 0 16,5-1 0-16,12 4 0 16,8-1 0-16,7 5 0 15,3 0 0-15,-1 2 0 0,-2 6 0 16,-5 2 0-16,-12 15-59 16,-8-10-30-16</inkml:trace>
  <inkml:trace contextRef="#ctx0" brushRef="#br6" timeOffset="-205113.78">19369 17298 492 0,'0'0'2'0,"0"0"1"0,0 0 0 15,0 0 2-15,8 15-1 16,-4-5-2-16,2 0-2 15,-1 2 0-15,2 5 0 16,-2 1 0-16,2 0 0 0,4 1 0 16,-6 6-67-16,4-8-18 15</inkml:trace>
  <inkml:trace contextRef="#ctx0" brushRef="#br6" timeOffset="-204764.02">19864 16884 507 0,'0'0'4'0,"-7"-14"-4"16,2 4 0-16,2 0 0 0,-2-5 0 16,2 1 0-16,-2-2 0 15,1-2 0-15,4 7 0 16,0-2 0-16,4 6 0 0,9 2 0 15,-5 0 0-15,4 5 0 16,3 5 0-16,-3 7 0 16,4 8 0-16,-4 2 0 15,-8 6 0-15,-4 7 0 0,-4-1 0 16,-11 3 0-16,-5-2 0 16,-3-3 0-16,-2 3 0 15,1-8 0-15,9-3 0 16,10-1 0-16,10-7 0 15,29-5 0-15,26-5 0 0,27-14 0 16,25-5-41-16,27-12-50 16</inkml:trace>
  <inkml:trace contextRef="#ctx0" brushRef="#br6" timeOffset="-195547.76">20078 16577 321 0,'0'0'4'0,"-18"-15"3"16,1 3 3-16,-11-1 2 16,-1-3 4-16,-11-4 1 15,-10 0 1-15,-10-2 0 0,3 9-3 16,-11 5-4-16,-3 6-1 15,-6 4-4-15,-9 16-2 16,-10 12-3-16,-5 10 1 16,-8 11-1-16,-5 14 0 15,-2 6 0-15,2 14 0 0,8 1 0 16,53-36 0-16,2 4 1 16,8 1-1-16,-4 7-1 15,13 0 0-15,4 5-1 16,7-3-1-16,8 3-1 0,12-2 0 15,3 2 0 1,18-6-3-16,10 1 0 0,11-2-1 16,16-6-3-16,10-4 0 15,11-3 0-15,14-8 1 16,12-11 0-16,5-11 3 0,12-7 2 16,3-10 4-16,2-15 4 15,3-12 4-15,-3-8 3 16,55-21 2-16,39-66 2 15,-34-14 0-15,-39-11-1 16,-44-4-1-16,-39-2-2 16,-39 19 0-16,-25 12-7 0,-28 26-4 15,-18 7 0-15,-21 12 0 16,-23 10 0-16,-20 17 0 16,-22 20 0-16,-23 18 0 0,-18 20 0 15,-20 26-52-15,-4 23-34 16,-2 18-2-16</inkml:trace>
  <inkml:trace contextRef="#ctx0" brushRef="#br6" timeOffset="-190546.87">20386 5536 441 0,'0'0'6'15,"0"-14"3"-15,2 3 2 0,0 2 1 16,1-1 1-16,-1 0-1 15,3 2-5-15,-5 8-7 16,0 0 0-16,0 10 0 16,0 13 0-16,-5 9 0 15,5 2 0-15,-2 9 0 0,-1 4 0 16,3 0 0-16,0 0 0 16,0-6 0-16,5 0 0 15,-5-12 0-15,0-6-71 16,3-1-16-16</inkml:trace>
  <inkml:trace contextRef="#ctx0" brushRef="#br6" timeOffset="-190313.88">20015 5486 415 0,'0'0'5'0,"-4"-7"3"15,4 7 2-15,-10-18 0 16,10 7 1-16,0-4 0 0,0 0-1 15,7 0 2-15,10-2-6 16,13 2-1-16,8 1-2 16,9 3-1-16,10 1-1 15,5 3 1-15,7-1-2 0,-2 6 0 16,-2 2 0-16,-3 0-5 16,-12 7-8-16,-5 3-34 15,-12 8-34-15,-14 4-3 16</inkml:trace>
  <inkml:trace contextRef="#ctx0" brushRef="#br6" timeOffset="-189946.07">20726 5729 427 0,'0'0'2'0,"0"0"3"16,0 0 0-16,-5 6 1 15,5-6-1-15,-12 10 1 0,4-1 1 16,1 1 0-16,0 3-2 16,2 2-2-16,2-3 0 15,3 6 1-15,0-4 0 16,10-4 0-16,2 0 1 0,3-5 0 16,8-3 0-16,-4-2-2 15,6-2-3-15,-2-8 0 16,-4-2 0-16,-3-5 0 15,-2-1 0-15,-6-4 0 0,-5-3 0 16,-3 3 0-16,-6-2 0 16,-4 8 0-16,-4-1 0 15,-6 2 0-15,2 5 0 16,-4 7 0-16,-1 1 0 0,6 2-36 16,17 0-49-16,-18 11-2 15</inkml:trace>
  <inkml:trace contextRef="#ctx0" brushRef="#br6" timeOffset="-189730.37">20962 5227 472 0,'0'0'4'0,"0"0"2"0,0-10 0 16,0 10-1-16,0 0-1 15,0 0 1-15,0 0 0 16,-4 19-1-16,1 4-4 0,3 4 0 16,0 8-7-16,0 3-9 15,0 3-64-15,0-1-3 16</inkml:trace>
  <inkml:trace contextRef="#ctx0" brushRef="#br6" timeOffset="-189497.13">21417 5682 511 0,'0'0'0'0,"0"0"0"0,-8 0 0 16,8 0 0-16,0 0 0 15,-7-9 0-15,7 9 0 16,0 0 0-16,0-10-13 16,0 10-74-16,10 0-2 0</inkml:trace>
  <inkml:trace contextRef="#ctx0" brushRef="#br6" timeOffset="-189243.56">21834 5425 511 0,'0'0'0'0,"0"0"0"16,0 0 0-16,0 0 0 16,-5 7 0-16,5 6 0 15,-2 6 0-15,0 3 0 0,2 9 0 16,-3 3 0-16,3 8 0 15,-2-1 0-15,2 0 0 16,-3-1 0-16,3 2 0 16,-5-13-46-16,2 1-38 15,-2-7-2-15</inkml:trace>
  <inkml:trace contextRef="#ctx0" brushRef="#br6" timeOffset="-188963.66">21586 5410 446 0,'0'0'5'15,"0"-10"0"-15,0 10 2 16,2-12 0-16,5 2 1 0,6-1 1 16,7 0 1-16,7 1 0 15,5 0-6-15,10 0-4 16,4 2 0-16,4 1 0 15,-6 2 0-15,1 2 0 0,-5 3 0 16,-8 0 0-16,-9 0 0 16,-7 0 0-16,-5 6-7 15,-11-6-21-15,2 7-56 16,-2-7-3-16</inkml:trace>
  <inkml:trace contextRef="#ctx0" brushRef="#br6" timeOffset="-188645.74">22167 5745 494 0,'0'0'2'0,"0"0"3"0,0 0 0 15,0 0 0-15,0 0-5 16,0 0 0-16,0 0 0 0,-4 4 0 16,4 4 0-16,-3 4 0 15,1 3 0-15,-2 3 0 16,4 2 0-16,-4-6 0 15,4-2-44-15,0 1-38 0,2-3-4 16</inkml:trace>
  <inkml:trace contextRef="#ctx0" brushRef="#br6" timeOffset="-188246.99">22363 5328 447 0,'0'0'5'0,"0"0"3"15,-7-15 2-15,7 15 1 0,-2-20 1 16,2 8 0-16,0-3-6 16,2-2-6-16,7 2 0 15,7 3 0-15,3 1 0 0,6 4 0 16,0 6 0-16,3 1 0 15,-3 4 0-15,0 6 0 16,-8 7 0-16,-2 5 0 0,-12 3 0 16,-3 3 0-16,-5 4 0 15,-11-6 0-15,-1 5 0 16,-5-6 0-16,2-3 0 16,-1-3 0-16,5-4 0 0,0-5 0 15,16-10 0-15,-2 13 0 16,8-11 0-16,10 1 0 15,7-3 0-15,5 0 0 16,1 0 0-16,4-5 0 0,-21-3-64 16,25 6-24-16</inkml:trace>
  <inkml:trace contextRef="#ctx0" brushRef="#br6" timeOffset="-187914.27">23030 5638 477 0,'0'0'4'0,"0"0"2"15,0-7 3-15,0 7 0 0,2-14-3 16,-2 14-6-16,12-14 0 16,1 4 0-16,6 3 0 15,6-3 0-15,5 5 0 0,2-2 0 16,1 4-78-16,5 3-9 15</inkml:trace>
  <inkml:trace contextRef="#ctx0" brushRef="#br6" timeOffset="-187763.87">23012 5710 445 0,'0'0'1'0,"0"0"4"16,0 0 3-16,8 1 1 15,4-1 0-15,6 0 0 16,3 0 1-16,12 0-2 15,7-4-7-15,9 4-35 16,4-2-46-16,-4 2-4 0</inkml:trace>
  <inkml:trace contextRef="#ctx0" brushRef="#br6" timeOffset="-187363.98">23977 5450 488 0,'0'0'4'0,"0"0"2"15,0 0 2-15,0 0-3 16,0-10-5-16,0 10 0 0,0 0 0 16,2 7 0-16,0 7 0 15,-2 7 0-15,3 4 0 16,-3 7 0-16,5 2 0 0,-1 6 0 15,1 0 0-15,-2-3 0 16,5-2 0-16,-8-3-39 16,2-7-46-16,-2-5-3 15</inkml:trace>
  <inkml:trace contextRef="#ctx0" brushRef="#br6" timeOffset="-187146.83">23621 5384 464 0,'0'0'2'0,"0"0"2"0,9-8 1 15,-9 8 1-15,21-13 1 16,-1 6 1-16,1-1 0 0,13-2-1 16,8 3-7-16,2 2 0 15,6 0 0-15,5 5 0 16,-1 0 0-16,1 7-37 15,-5 3-48-15,-11 3-2 0</inkml:trace>
  <inkml:trace contextRef="#ctx0" brushRef="#br6" timeOffset="-186780.64">24276 5692 506 0,'0'0'1'0,"0"0"-1"15,0 0 1-15,-14 0-1 0,6 6 1 16,8-6-1-16,-19 13 0 16,11 1 0-16,4-3 0 15,-2 7 0-15,6 0 0 0,6-4 2 16,6 4-2-16,3-8 0 15,4-2 0-15,4-4 0 16,-1-4 0-16,-2-4 0 0,2-9 0 16,-4-2 0-16,-3-2 0 15,-3-3 0-15,-9-2 0 16,-1-2 0-16,-4 3 0 16,-9 1 0-16,-1 3 0 0,-8 2 0 15,-2 2 0-15,2 9-24 16,10 0-61-16,-12 3-4 15</inkml:trace>
  <inkml:trace contextRef="#ctx0" brushRef="#br6" timeOffset="-186381.02">24448 5219 463 0,'0'0'4'0,"0"0"2"16,-2-12 1-16,-1 2 0 15,3-1 0-15,0 0 0 0,8-3 0 16,-1 1-4-16,11 0-3 16,4 3 0-16,0 5 0 15,3 2 0-15,0 3 0 16,3 8 0-16,-9 2 0 0,-1 8 0 15,-9 1 0-15,-3 1 0 16,-6 2 0-16,0 0 0 16,-8 1 0-16,-4-1 0 15,-4-5 0-15,2 1 0 16,-4-3 0-16,4 0 0 0,1-8 0 16,3 3 0-16,10-10 0 15,0 13 0-15,0-13 0 16,23 8 0-16,2-8 0 0,2 4 0 15,8-4 0-15,4 0-8 16,-4 7-66-16,4-4-12 16</inkml:trace>
  <inkml:trace contextRef="#ctx0" brushRef="#br6" timeOffset="-185880.65">23777 6084 441 0,'0'0'5'0,"0"0"2"0,7 2 2 15,9-2 0-15,14 0 1 16,9 0 2-16,14 0 0 15,14 0-6-15,17 0-6 0,8 0 0 16,7-2 0-16,3-1 0 16,-5 1 0-16,3 0 0 15,-13-2 0-15,-8 3 0 16,-19-2 0-16,-10-2 0 0,-13 5 0 16,-12-3 0-16,-25 3 0 15,0 0 0-15,-25 8 0 16,-12-4 0-16,-19 7 0 0,-5-1 0 15,-14 2 0 1,-9 3 0-16,-1-2 0 0,-4 1 0 16,4 4 0-16,4-3 0 15,13-4 0-15,11 0 0 16,10 1 0-16,22-5 0 0,25-7 0 16,4 13 0-16,42-10 0 15,18-3 0-15,21-6 0 16,14 2 0-16,13-7 0 15,4 4 0-15,1-6 0 0,0 1-41 16,-15 2-45-16,-17 1-5 16</inkml:trace>
  <inkml:trace contextRef="#ctx0" brushRef="#br6" timeOffset="-181063.98">24632 4957 230 0,'0'0'8'0,"-5"-15"4"0,-5 2 3 0,-5-5 4 16,-5-1 1-16,-7-6 1 15,-3 3-1-15,-12 0 1 16,-5 8-6-16,-8 11-4 0,-12 6-6 16,-10 16-2-16,-14 18-1 15,-2 12 0-15,-6 21 1 16,-5 12 0-16,4 13 3 16,8 13 0-16,10 7 1 0,20-2 2 15,22 6-3 1,21-3 0-16,21-5 0 0,23-12 0 15,22-9-2-15,17-16 1 16,19-13-2-16,13-15 0 16,17-17 0-16,11-17-1 0,12-12 0 15,8-10 0-15,3-17-1 16,-6-9 1-16,1-19 0 16,-13-7 0-16,-16-12 0 0,-17-7-1 15,-24-14 1-15,-22-8 1 16,-20-2-2-16,-18-7-1 15,-22-4 1-15,-20 4 0 16,-15 3 1-16,-17 13-1 0,-14 14 1 16,-21 14-2-16,-15 30 2 15,-15 20-2-15,-13 23 0 16,-14 35 0-16,-5 32-9 16,1 23-30-16,13 35-41 0,23 19-4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2:38:56.3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21601 11249 290 0,'0'0'9'0,"0"0"3"15,-13 0 6-15,13 0 1 16,0 0 2-16,-9-3 2 15,9 3 0-15,0 0 1 16,16-17-7-16,17 10-3 16,10-8-4-16,14-3-2 0,15-3-1 15,8-2 0-15,6 0-2 16,1 4-1-16,-5-3-4 16,-11 6 0-16,-8 4 0 0,-15 2 0 15,-19 3 0-15,-7 7 0 16,-11 0 0-16,-11 0 0 15,-18 17 0-15,-10 1 0 16,-13 4 0-16,-17 5 0 0,-11 4 0 16,-13 7 0-16,-13 2 0 15,-1-3 0-15,-4 0 0 16,11-1 0-16,11-5 0 0,14-8 0 16,17-1 0-16,12-4 0 15,18-8 0-15,17-10 0 16,9 8 0-16,21-8 0 15,11-1 0-15,12-6 0 16,18-3 0-16,12-8 0 0,12-2 0 16,10 3 0-16,-4-4 0 15,-4 7 0-15,-7-1 0 16,-19 3 0-16,-16 4 0 0,-14 6 0 16,-17 2 0-16,-24 0 0 15,0 10 0-15,-19 2 0 16,-14 6 0-16,-10 0 0 15,-14 3 0-15,-13 2 0 0,-8 3 0 16,-7-2 0-16,0-6 0 16,11 3 0-16,10-9 0 15,11-2 0-15,19-3 0 16,16-5 0-16,18-2 0 0,30-7 0 16,15-2 0-16,11-4 0 15,15-4 0-15,7-1 0 16,7-2 0-16,-5 6 0 15,-11-1 0-15,-10 3 0 16,-11 2 0-16,-16 7 0 0,-19 3 0 16,-13 0 0-16,-13 7 0 15,-11 6 0-15,-16 11-52 16,-5-11-37-16</inkml:trace>
  <inkml:trace contextRef="#ctx0" brushRef="#br0" timeOffset="850.55">13190 11434 405 0,'0'0'7'0,"0"0"4"16,0 0 1-16,10-4 1 15,-10 4 1-15,0 0 0 16,0 0 1-16,7 7 0 0,-7 7-10 16,-4 4-5-16,-4 5 0 15,-2 6 0-15,-2 3 0 16,-4 6 0-16,0-1 0 15,-2-3 0-15,3 1 0 16,0-7 0-16,3 1-18 0,-1-1-41 16,10-14-25-16,3-14-2 15</inkml:trace>
  <inkml:trace contextRef="#ctx0" brushRef="#br0" timeOffset="1350.74">13465 11165 445 0,'0'0'5'0,"0"0"2"16,-4-14 0-16,4 14 1 16,-15-8 0-16,5 2 1 15,-5 1 0-15,-3 1 0 0,2 4-5 16,-5 0-4-16,-1 4 0 15,0 7 0-15,-1 1 0 16,-2 2 0-16,9 6 0 16,0 0 0-16,6-3 0 0,3 3 0 15,7-4 0-15,3-2 0 16,6-3 0-16,9-9 0 16,1-2 0-16,9 0 0 0,-6-11 0 15,6-1 0-15,-4-3 0 16,-4-4 0-16,-2 1 0 15,-4-3 0-15,-1 3 0 16,-5 2 0-16,-4 7 0 0,-4-4 0 16,0 13 0-16,0 0 0 15,0 0 0-15,0 18 0 16,-2 3 0-16,0 7 0 16,-1 5 0-16,-2 3 0 0,5 2 0 15,-3-2 0-15,1-1 0 16,2-2 0-16,0-4 0 15,0-4 0-15,2-5 0 16,-2-5 0-16,3-2-14 16,2 1-64-16,-5-14-9 0</inkml:trace>
  <inkml:trace contextRef="#ctx0" brushRef="#br0" timeOffset="1683.97">13637 11184 411 0,'0'0'7'16,"0"0"1"-16,0 0 2 16,-4-5 0-16,4 5 0 15,-18 8 1-15,8 2 0 0,0 7 1 16,-3 3-7-16,4 5-2 16,2 3 0-16,1-1-1 0,3-2-1 15,3-4 1-15,9-3-1 16,3-6 0-16,0-5 2 15,8-7-3-15,3 0 0 16,-2-10 0-16,4-5 0 16,0-4 0-16,-2-3 0 0,-4-6 0 15,-3-2 0-15,-12-4 0 16,-4 4 0-16,-7-3 0 16,-11 7 0-16,-9 6 0 15,-3 8 0-15,-7 4 0 0,5 13 0 16,-8 27-66-16,12-14-20 15</inkml:trace>
  <inkml:trace contextRef="#ctx0" brushRef="#br0" timeOffset="2883.96">21250 10231 322 0,'0'0'5'0,"-9"0"1"15,-4 0 2-15,-2 0 2 16,-7 0 4-16,1 5 1 15,-5 2 2-15,-2-1 1 16,6 1-3-16,2-2-2 0,5-1-2 16,8 2 0-16,7-6-1 15,12 3-2-15,23-3-1 16,22-6-1-16,25-1 0 16,20-4-1-16,24 1-1 15,19-2-4-15,16 2 0 0,-2 3 0 16,0 2 0-16,-15 5 0 15,-17 0 0-15,-17 5 0 16,-29 2 0-16,-15 3 0 0,-26 0 0 16,-18 2 0-16,-22 1 0 15,-23 5 0-15,-28-4 0 16,-20 6 0-16,-26 2 0 16,-22 3 0-16,-25 2 0 15,-13 3 0-15,-11 0 0 0,-2-1 0 16,11-1 0-16,22-6 0 15,24-1 0-15,23-8 0 16,35 0 0-16,38-8 0 0,34-5 0 16,38-5 0-16,27-8 0 15,17-3 0-15,18-6 0 16,10-3 0-16,0-3 0 16,-10 1 0-16,-13 4 0 15,-28 3 0-15,-16 6 0 0,-21 3 0 16,-18 4 0-16,-21 7 0 15,-33 10 0-15,-11 0 0 16,-18 8 0-16,-11-4 0 0,-6 9 0 16,-10-4 0-16,-1 1 0 15,8-7 0-15,15-3-17 16,7-3-68-16,21-12-3 16</inkml:trace>
  <inkml:trace contextRef="#ctx0" brushRef="#br0" timeOffset="3134.15">21402 9359 453 0,'0'0'7'0,"-14"-10"2"0,14 10 0 0,-14-12-1 16,14 12 0-16,-7 14 0 16,10 21 1-16,6 22-9 15,14 35 0-15,16 31 0 0,9 41 0 16,9 32 0-16,13 26 0 15,1 26 0-15,9 7 0 16,-1 5 0-16,4-7 0 16,-1-5 0-16,-3-18 0 15,-6-14 0-15,-7-27 0 0,1-19 0 16,-12-32 0-16,-18-8-50 16,9-26-43-16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4-08-31T08:22:14.48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20627 7840 505 0,'0'0'0'16,"0"0"0"-16,0 0 1 15,0 0-1-15,0-10 0 0,0 10-1 16,0 0-2-16,0 10-6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2-23T08:31:42.7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21131 8920 418 0,'0'0'6'0,"0"0"2"15,0 0 3-15,0 0 0 0,0 0 2 16,0 0-1-16,0 0 0 16,0 0 1-16,0 0-6 15,0 0-7-15,0 8 0 0,2 2 0 16,7-1 0-16,0 4 0 15,6 2 0-15,-2 0 0 16,6-1 0-16,-1-1 0 16,-1-4 0-16,3 2 0 0,-2-4 0 15,-4-4 0-15,1-3 0 16,0-3 0-16,3-9 0 16,-2-8 0-16,7-12 0 15,2-8 0-15,5-18 0 16,9-11 0-16,4-19 0 0,9-12 0 15,0-8 0-15,6-6 0 16,0 8 0-16,-5 2 0 16,-6 16 0-16,-10 16 0 0,-7 18 0 15,-9 17 0-15,-9 13 0 16,-5 10 0-16,-7 14 0 16,2-11 0-16,-2 11 0 15,0 0 0-15,-2 10 0 16,-5 5 0-16,-1 1 0 0,1 11 0 15,-11 20-35-15,4-12-55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2:39:03.2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8170 7263 377 0,'0'0'8'0,"0"0"1"0,0 0 3 16,0 0 2-16,0 0 0 15,6-5 1-15,-6 5 0 16,22-8 0-16,-4 7-5 0,4-5-4 16,6 4-3-16,4-1-1 15,5 1-3-15,-2 2-8 16,4 0-21-16,1 7-51 15,-7-1-1-15</inkml:trace>
  <inkml:trace contextRef="#ctx0" brushRef="#br0" timeOffset="183.82">8181 7458 401 0,'0'0'3'0,"0"0"3"0,0 0 3 15,12-2 1-15,8-2 1 16,8-4 0-16,11-2 1 16,11-2-5-16,7-3-30 0,13 5-51 15,4-2-4-15</inkml:trace>
  <inkml:trace contextRef="#ctx0" brushRef="#br0" timeOffset="2733.44">9600 5909 353 0,'0'0'6'16,"0"0"4"-16,2-13 0 15,-2 13 2-15,0-18-1 16,-5 8 1-16,-2-2 1 0,-6 2-1 16,-7 0-5-16,1 0-4 15,-7 3 0-15,-1 4-1 16,0 3-1-16,-1 0-1 16,1 3 0-16,5 1 0 0,0 7-1 15,7 1 1-15,-3 3-1 16,9 5 0-16,3-1 0 15,3 9 0-15,3 9 0 0,6 1 1 16,3 8 0-16,4 9 0 16,0 2 1-16,-1 12-1 15,-2 3 0-15,3-1 1 16,-1 6 0-16,-4 2 0 0,4 3 0 16,-7-2 0-16,2-1 0 15,1-2 1-15,-3 2 0 16,0 1 0-16,0-1 1 15,-3 3 0-15,5 4 0 16,-2-1 1-16,3 4-1 0,-3 0 0 16,-1 0 0-16,-1-2 0 15,-3-3 0-15,0-5 0 16,0-5 0-16,-3-4 0 0,-3-6 0 16,1-5 0-16,-3-6 0 15,0-4 0-15,4 1-3 16,-1-6 0-16,2 1 0 15,-1-3 0-15,-2 0 0 16,1 0 0-16,0-2 0 0,-2-1 0 16,0-1 0-16,-4-6 0 15,4-2 0-15,0-5 0 16,-1-6 0-16,3-2 0 0,0-3 0 16,5-14 0-16,-5 11 0 15,5-11 0-15,0 0 0 16,0 0 0-16,0 0 0 15,0 0 0-15,0 0 0 16,0 0 0-16,0 0 0 0,0 0 0 16,0 0 0-16,2 5 0 15,8-5 0-15,3-2 0 16,10-1 0-16,4-2 0 0,2-1 0 16,16 0 0-16,2-2 0 15,8 4 0-15,2-3 0 16,8 4 0-16,-6-2 0 15,3 2 0-15,-2 3 0 0,-10-2 0 16,-3 2 0-16,-13 0 0 16,-4 0 0-16,-9 0 0 15,-7 0 0-15,-14 0 0 16,11 0 0-16,-11 0 0 0,-8 5 0 16,-2-5 0-16,-2 0 0 15,1 0-30-15,-1-5-55 16,-2-5-5-16</inkml:trace>
  <inkml:trace contextRef="#ctx0" brushRef="#br0" timeOffset="3433.09">9945 5992 431 0,'0'0'7'16,"0"0"0"-16,-5-10 4 0,5 10 0 15,-2-10 0-15,2 10-1 16,0 0 1-16,0 0 1 15,-5 8-12-15,5 9 0 16,0 6 0-16,5 6 0 0,2 3 0 16,0 3 0-16,4 0 0 15,-2-2 0-15,1-4 0 16,1-4 0-16,-4-9 0 16,0-1 0-16,-5-5 0 0,-2-10 0 15,0 0 0-15,0 0 0 16,-4-12 0-16,-4-2 0 15,-2-9 0-15,3-7 0 16,-3-3 0-16,0-3 0 0,2-6 0 16,6 5 0-16,2-1 0 15,2 4 0-15,9 4 0 16,1 5 0-16,6 10 0 16,3 5 0-16,2 8 0 0,0 2 0 15,-2 11 0-15,-1 0 0 16,-2 9 0-16,-8 7 0 15,-5-2 0-15,-5 3 0 16,0-1 0-16,-11-1 0 16,-3-1 0-16,-6-7-6 0,5-3-77 15,3-3-2-15</inkml:trace>
  <inkml:trace contextRef="#ctx0" brushRef="#br0" timeOffset="3899.79">10265 6084 468 0,'0'0'5'0,"0"0"2"16,0 0 1-16,0 0 1 16,0 0 0-16,11-12-4 15,-11 12-5-15,12-5 0 0,-3 5 0 16,4 0 0-16,-1 5 0 15,4 4 0-15,1 4 0 16,-2 2 0-16,-3-1 0 16,-5 6 0-16,-1-2 0 0,-6-1 0 15,-6-3 0-15,-1-1 0 16,-5-3 0-16,-6-3 0 16,0-4 0-16,6-3 0 15,0-3 0-15,3-6 0 0,3-7 0 16,3-3 0-16,3-8 0 15,11-3 0-15,-1 0 0 16,4 0 0-16,-1 3 0 16,4 3 0-16,-4 6 0 0,-1 4 0 15,-12 14 0-15,13 0 0 16,-13 7 0-16,0 11 0 16,0 1 0-16,0 6 0 15,0 0 0-15,2 1 0 0,3-1 0 16,2 0 0-16,3-7 0 15,6 0 0-15,4-11 0 16,4 5-8-16,11-6-75 16,-6-6-4-16</inkml:trace>
  <inkml:trace contextRef="#ctx0" brushRef="#br0" timeOffset="4800.3">9915 6941 431 0,'0'0'5'0,"0"0"2"16,0 0-1-16,0 0 0 15,0 5 1-15,0 5-1 0,0 5 1 16,0 2-1-16,0 1-4 15,2 4-2-15,1 3 1 16,-1 0-1-16,3 0 0 16,-1-6 0-16,-2-2 1 15,-1-4-1-15,3-4 3 0,-4-9-1 16,0 0 0-16,0 0 1 16,0-5-1-16,-5-9 2 15,-1-4 0-15,-1-7 0 0,0-5-2 16,-3-1-2-16,5-7 0 15,-1-1 0-15,6 0 0 16,0 1 0-16,3 1 0 16,7 7 0-16,7 3 0 0,1 4 0 15,7 9 0-15,3 8 0 16,1 4 0-16,1 2 0 16,-3 8 0-16,-2 6 0 15,-3 7 0-15,-10 1 0 0,-7 0 0 16,-5 3 0-16,-7-5 0 15,-7 5 0-15,-7-9 0 16,-1 4 0-16,0-7-5 16,-1 2-27-16,11-7-51 0,-1-1-3 15</inkml:trace>
  <inkml:trace contextRef="#ctx0" brushRef="#br0" timeOffset="5233.25">10260 6953 427 0,'0'0'5'0,"0"0"1"0,-2 10 0 0,2-10 1 16,-3 12 1-16,3-12 0 16,0 13 1-16,0-13 1 15,8 11-4-15,2-10-1 0,2-1 0 16,6-1 0-16,-1-6-1 15,3-1-4-15,0-2 0 16,-3-3 0-16,1-2 0 16,-6 3 0-16,-5 1 0 0,-2 1 0 15,-5 1 0-15,0 9 0 16,0-10 0-16,0 10 0 16,0 0 0-16,-5 15 0 15,5-1 0-15,0 4 0 16,5 4 0-16,1 3 0 0,1 4 0 15,5-1 0-15,1 2 0 16,-6-2 0-16,3 1 0 16,-3-5 0-16,-3 4 0 15,-4-6 0-15,-11 0 0 0,-6-1 0 16,-8-7 0-16,-5 1 0 16,-7-8 0-16,-1 0-48 15,1-2-38-15,0-5-1 16</inkml:trace>
  <inkml:trace contextRef="#ctx0" brushRef="#br0" timeOffset="5866.61">9965 7863 469 0,'0'0'3'0,"0"0"1"0,0 0-1 0,0 0 1 16,-13 5 0-16,11 7 1 15,-3 1-1-15,3 5 1 16,2 10-2-16,0 0-1 0,0 4-1 16,0 5 1-16,0-2 0 15,0-1-2-15,2-1 0 16,-2-2 0-16,0-6 0 0,0-2 0 15,0-8 0-15,0-3 0 16,0-12 0-16,0 0 0 16,-12 0 0-16,10-7 0 15,-2-8 0-15,-1-8 0 0,3-4 0 16,2-10 0-16,0-3 0 16,0-6 0-16,5-2 0 15,3 4 0-15,-1 1 0 0,5 4 0 16,1 7 0-16,-1 7 0 15,0 10 0-15,1 5 0 16,2 8 0-16,-2 2 0 16,-2 5 0-16,3 6 0 15,-7 6 0-15,0 0 0 0,-4 2 0 16,-3 1 0-16,-3 3 0 16,-9-4 0-16,-1 3 0 15,-4-7-15-15,4-7-60 16,-1 4-10-16</inkml:trace>
  <inkml:trace contextRef="#ctx0" brushRef="#br0" timeOffset="6283.06">10143 8091 470 0,'0'0'5'0,"0"0"0"0,0 0 3 0,-9 0-1 16,9 0 1-16,0 0 0 15,0 0-8-15,0 0 0 16,17-9 0-16,0 5 0 0,8-3 0 16,3 2 0-16,2-4 0 15,-3 5 0-15,1 2 0 16,-7 0 0-16,-1 2 0 15,-4 4 0-15,-14 6 0 0,-2 2 0 16,-13 8 0-16,-8 0 0 16,-2 5 0-16,-7 3 0 15,-2-2 0-15,0 4 0 16,-1-5 0-16,6-2 0 0,2-4 0 16,10-4 0-16,7-5 0 15,8-10 0-15,11 8 0 16,8-11 0-16,11-5 0 0,2-4 0 15,11-2 0-15,-4-11 0 16,12-3-45-16,-5 3-42 16,-1-2-3-16</inkml:trace>
  <inkml:trace contextRef="#ctx0" brushRef="#br0" timeOffset="7083.63">10524 5732 344 0,'0'0'9'0,"7"-4"3"0,3-2 2 16,8-1 1-16,2-3 0 15,6 0 2-15,10 0 0 16,4 3 0-16,-1-1-9 0,4 8-2 16,-1 0-1-16,-8 15-2 15,1 5 1-15,-5 11-1 16,-7 10 0-16,-7 8-1 15,-3 13 1-15,-3 7 0 0,-6 10 0 16,-1 16 0-16,-3 4-1 16,4 10 1-16,-4 8-3 15,0 4 0-15,2 5 0 16,-2 3 0-16,2 2 0 16,1-2 0-16,-1-3 0 0,3-2 0 15,2-3 0-15,-2-2 0 16,8-9 0-16,-1-6 0 15,1-3 0-15,2-1 0 0,0-6 0 16,-1-9 0-16,-2 1 0 16,1-7 0-16,-5-5 0 15,-1-10 0-15,-2-5 0 16,-2-9 0-16,-3-10 0 0,0-8 0 16,0-7 0-16,0-9 0 15,-3-2 0-15,-5-4 0 16,1-3 0-16,-5-2 0 15,-3 1 0-15,-4-2 0 0,-9 0 0 16,1 2 0-16,-10 1 0 16,-9 1 0-16,-4 2 0 15,-4 0 0-15,-5-1 0 16,-1 3 0-16,0-1 0 0,12 3 0 16,14-3-71-16,-1-9-18 15</inkml:trace>
  <inkml:trace contextRef="#ctx0" brushRef="#br0" timeOffset="21400.17">11444 6052 282 0,'0'0'8'0,"0"0"4"0,-5-13 3 0,5 13 4 16,-8-7 2-16,8 7 0 16,0 0 1-16,-10-12-1 15,10 12-8-15,0 0-3 0,0 4-4 16,0-4-2-16,20 12-2 15,-1-1 0-15,14-4 0 16,7 0 0-16,8-1 1 16,15-4-1-16,4 1 0 0,8-3-1 15,4 0 1-15,8-3-1 16,1-2 0-16,3 2 0 16,1-1 0-16,3-1 0 0,-3-3 1 15,-8 3-1-15,-2 0 0 16,-7 0 1-16,-11 0-1 15,-11 1 0-15,-11 4 1 16,-12-3-2-16,-8 3 1 16,-7 0 0-16,-15 0 0 0,10 0 1 15,-10 0-1-15,0 0 0 16,0 0 1-16,0 0-1 16,0 0 0-16,0 0 0 15,0 0-1-15,-3 0 1 0,3 0-2 16,0 0-3-16,0 0-3 15,0 0-3-15,0 0-11 16,0 0-19-16,0 0-40 16,-3 5-3-16</inkml:trace>
  <inkml:trace contextRef="#ctx0" brushRef="#br0" timeOffset="21749.9">13150 5881 323 0,'0'0'10'15,"0"0"4"-15,0 0 4 16,0 0 2-16,0 0-2 0,7 0 1 16,-7 0 0-16,0 7 1 15,0 3-10-15,0 2-4 16,0 3-4-16,-2 5 0 16,2 0-3-16,-2-3-2 15,2 4-8-15,0-7-10 16,0-2-29-16,4 1-29 0,-4-13-3 15</inkml:trace>
  <inkml:trace contextRef="#ctx0" brushRef="#br0" timeOffset="22116.97">13299 5698 332 0,'0'0'6'16,"0"0"3"-16,-17-13 1 15,5 8 4-15,-9 3 2 16,4-1-2-16,-12 6 2 0,-4 4 0 15,-4 13-6-15,5 10-2 16,-1 4-1-16,6 11-2 16,4 2-2-16,11 2 0 15,7 4-1-15,5-6 0 0,11-3 0 16,10-4-1-16,7-8 0 16,9-5 1-16,3-7 0 15,4-8 0-15,6-5 1 0,-5-7 0 16,7-1 0-16,-5-12 1 15,3-6 0-15,-11-6 1 16,0-8-1-16,-13-4-2 16,-3-7-2-16,-10-4 0 15,-11-4 0-15,-7 0 0 16,-13 6 0-16,-9 3 0 0,-10 11 0 16,-8 10 0-16,-7 8 0 15,-3 14 0-15,-2 9-8 16,13 16-19-16,-2 4-53 0,5 6-3 15</inkml:trace>
  <inkml:trace contextRef="#ctx0" brushRef="#br0" timeOffset="22700.16">11433 6968 303 0,'0'0'6'0,"0"0"0"0,0 0 3 16,0 0 4-16,0 0 2 15,8 7 2-15,4-4 3 16,8-3-1-16,13 3-3 0,9-3 0 15,12 0 0 1,16-3-5-16,14-1-2 0,13-2 0 16,5-1-2-16,12-3-1 15,6-3 0-15,2 1-2 16,-1-1-1-16,-1 2-3 0,-9-3 0 16,-11 5 0-16,-6 2 0 15,-19-1 0-15,-16 3 0 16,-19 5 0-16,-10-2 0 0,-13 2 0 15,-17 0 0-15,0 0 0 16,0 0 0-16,-13 2 0 16,-3 0 0-16,3 4 0 15,-2-6-10-15,6 2-35 16,0 3-39-16,9-5-3 0</inkml:trace>
  <inkml:trace contextRef="#ctx0" brushRef="#br0" timeOffset="23400.05">13339 6861 408 0,'0'0'7'0,"-7"-7"2"0,7 7 3 0,-8-15 1 15,6 4 0-15,2-3 1 16,0 0 1-16,2-6 0 0,10 7-10 16,6-1-5-16,4 3 0 15,1 4 0-15,2 3 0 16,0 4 0-16,-5 0 0 0,1 10 0 16,0 2 0-16,-9 2 0 15,-7 9 0-15,-5-2 0 16,0 7 0-16,-12 0 0 0,-6-1 0 15,-4 2 0-15,-3-4 0 16,2 1 0-16,-2-8 0 16,4 3 0-16,3-9 0 15,6-5 0-15,12-7 0 16,0 0 0-16,0 0 0 0,19 3 0 16,4-6 0-16,9-4 0 15,3-1 0-15,4 0 0 16,4-2 0-16,-1-1 0 15,1 4 0-15,-13-3-12 16,-1 5-32-16,4 2-40 0,-19 1-2 16</inkml:trace>
  <inkml:trace contextRef="#ctx0" brushRef="#br0" timeOffset="23966.46">13570 6664 332 0,'0'0'7'0,"-7"-10"2"0,-3 4 2 0,-2 1 3 0,-4 1 1 16,-5-1 0-16,-5 5 1 15,-6 0 0-15,-2 7-5 16,-9 13-3-16,-2 5-1 16,-2 10-1-16,5 7-2 0,-3 6 0 15,0 8 0-15,11 0-1 16,11 2-1-16,4-1 1 15,15-3-1-15,7-4 0 16,17-6 1-16,10-6-1 0,9-9 0 16,11-4 0-16,5-8 0 15,7-7 1-15,5-8-1 16,5-4-1-16,-2-11 0 0,0-4 1 16,-3-8-2-16,-3-4 0 15,-7-8 0-15,-10-3 0 16,-9-5 0-16,-14-4 0 15,-11-2 0-15,-10-5 0 16,-13 5 0-16,-15 1 0 0,-12 8 0 16,-11 2 0-16,-4 11 0 15,-5 7 0-15,-1 11 0 16,-3 6 0-16,9 5 0 16,1 13 0-16,14 9-18 0,18 3-65 15,-2 2-2-15</inkml:trace>
  <inkml:trace contextRef="#ctx0" brushRef="#br0" timeOffset="25169.03">11287 8194 281 0,'0'0'7'0,"0"0"5"0,-11 0 1 16,11 0 3-16,0 0-1 0,-9 0 1 16,9 0 2-16,0 0 2 15,0 0-7-15,9 13-2 16,12-9-3-16,9 2 0 16,13-1 0-16,15-5 0 0,22 0-1 15,14-3-1-15,15-5 0 16,15-2-1-16,6-2 0 15,11-1-1-15,1-2 0 16,-1 4-1-16,-6-1-1 0,-8-1 0 16,-10 3 0-16,-13 2 0 15,-15 4-1-15,-17-4-1 16,-15 6 1-16,-14 0 0 16,-13 2 1-16,-11 0 0 0,-19 0 0 15,0 0-2-15,0 0 0 16,-5 0 0-16,-4 0 0 15,9 0 0-15,-15 2 0 16,15-2 0-16,-12 0-11 0,12 0-10 16,0 0-32-16,0 0-31 15,0 0-2-15</inkml:trace>
  <inkml:trace contextRef="#ctx0" brushRef="#br0" timeOffset="28169.24">13444 8043 442 0,'0'0'4'0,"0"0"3"0,0-10 0 16,0 10 2-16,7-15 0 0,-7 15 0 16,14-17 0-16,-3 10 1 15,3 1-5-15,2-1-5 16,1 5 0-16,-2 2 0 15,2 0 0-15,-2 5 0 16,-3 2 0-16,1 3 0 0,-5 2 0 16,1 1 0-16,-6 2 0 15,-3-3-3-15,-3 1 2 16,-4 2 0-16,-3-3 1 0,-3 0 0 16,-1 1 0-16,-1-6 0 15,3 3 0-15,-1-2-1 16,13-8 1-16,-10 14-1 15,10-14 1-15,0 11 0 16,0-11 0-16,15 7 0 0,2-3 1 16,1 3 0-16,1 0 0 15,1-1-1-15,2 2 1 16,-6-1-1-16,1 1 0 0,-5 2 1 16,-4 0-1-16,-8-3 2 15,0 3-2-15,-15 0 0 16,-3 0 0-16,-6-2 0 15,-6-4 0-15,-2 4-2 16,-3-6-2-16,0-2-1 0,3 0-7 16,-1-2-12-16,4-6-56 15,3 0-3-15</inkml:trace>
  <inkml:trace contextRef="#ctx0" brushRef="#br0" timeOffset="28600">13533 7845 427 0,'0'0'2'15,"0"0"1"-15,-13-2 3 16,-3 2-2-16,-7 4 4 0,-9 12 1 16,-5 3 1-16,-14 9 0 15,0 9 0-15,3 7-2 16,-2 11 0-16,8 4-2 15,8 4-6-15,9-5 0 16,17 4 0-16,8-4 0 16,17-7 0-16,13-1 0 0,12-13 0 15,10-4 0-15,8-12 0 16,0-5 0-16,7-12 0 16,-3-4 0-16,1-9 0 15,-3-6 0-15,-5-10 0 0,-4-10 0 16,-9-4 0-16,-4-8 0 15,-12-5 0-15,-9-8 0 16,-11-7 0-16,-11 1 0 0,-16-2 0 16,-14 4 0-16,-17 10 0 15,-12 7 0-15,-9 12 0 16,-17 15 0-16,-4 20 0 0,-2 5 0 16,2 28-3-16,10 3-80 15,12 11-2-15</inkml:trace>
  <inkml:trace contextRef="#ctx0" brushRef="#br0" timeOffset="37216.83">3427 10458 393 0,'0'0'7'16,"0"0"3"-16,-12-12 2 0,12 12 1 16,-9-17 2-16,0 7 0 15,4-2 2-15,-2-3-1 16,5-1-6-16,2 4-7 16,0-2-3-16,7 1 0 0,3 1 0 15,5 2 0-15,1 5 0 16,0 0 0-16,5 3 0 15,-5 2 0-15,5 2 0 0,-5 8 0 16,-2 0 0-16,-5 2 0 16,4 2 0-16,-8 4 0 15,-3 5 0-15,-2-3 0 16,-2 2 0-16,-9 0 0 16,-3 3 0-16,-4-3 0 0,-4 0 0 15,-5 3 0-15,0-5 0 16,-1-3 0-16,5-1 0 15,4-4 0-15,1-5 0 16,6 0 0-16,12-7 0 0,0 0 0 16,0 0 0-16,17 0 0 15,6-7 0-15,2 0 0 16,7-3 0-16,0 0 0 0,10 0 0 16,-5 3 0-16,1-3 0 15,-3 2 0-15,-7 4 0 16,-3 1 0-16,-10 0 0 15,-2 2 0-15,-13 1 0 0,16 0 0 16,-16 0 0-16,0 0 0 16,0 0 0-16,0 0 0 15,0 0 0-15,0 0 0 16,0 0 0-16,-10 0 0 16,10 0-24-16,0 0-61 0,0 0-3 15</inkml:trace>
  <inkml:trace contextRef="#ctx0" brushRef="#br0" timeOffset="37770.19">3459 10114 399 0,'0'0'5'0,"-12"-10"1"0,-2 3 2 16,-6-3 1-16,-5 2 2 0,-8 1-1 16,-4 4 1-16,-6 3 0 15,-1 7-5-15,2 14-1 16,-3 11-2-16,3 8-1 16,5 9 0-16,5 7 0 0,3 4-1 15,5 5 0-15,11-1 0 16,6 4 0-16,7-4 1 15,16-2-1-15,9-7 0 16,7-3 0-16,12-2 0 16,6-11 0-16,8-8 1 0,4-3 0 15,2-14 0-15,5-6 0 16,1-8 0-16,7-8-2 16,-5-11 0-16,6-12 0 15,-9 0 0-15,0-8 0 0,-7-6 0 16,-7-4 0-16,-11-4 0 15,-10-3 0-15,-10-1 0 16,-15-6 0-16,-9-1 0 0,-4 2 0 16,-18-2 0-16,-10 2 0 15,-9 5 0-15,-8 7 0 16,-6 5 0-16,-7 9 0 16,-5 8 0-16,-6 6 0 0,2 11 0 15,1 7 0-15,4 4 0 16,2 10 0-16,13 8 0 15,6 4-3-15,14 7-32 16,17 7-50-16,7-3-3 0</inkml:trace>
  <inkml:trace contextRef="#ctx0" brushRef="#br0" timeOffset="38634.48">2665 11132 293 0,'0'0'7'0,"0"0"3"15,0 0 4-15,0 0 0 0,0 0 1 16,0 0 2-16,0 0-1 15,0 0 0-15,0 0-5 16,0 0-4-16,7-2-3 0,5 2-1 16,9 0 0-16,6 0-1 15,10 0 1-15,13 0 0 16,12 0-1-16,12-5 0 16,11-2 0-16,9-4 0 0,12-3 0 15,5-1 0-15,10-2 0 16,1-3-1-16,5 0 0 15,-5 2 0-15,-1 2 0 16,-4 0 0-16,-8 2-1 16,-6 6-1-16,-15 3 2 15,-13 0-1-15,-13 5 0 0,-15 0 0 16,-15 0 1-16,-8 0 1 16,-9 3 0-16,-15-3 0 15,0 0 1-15,-11 7-1 0,-1-5 0 16,-4-2-3-16,4 3-8 15,-8-6-22-15,3 1-49 16,4 0-1-16</inkml:trace>
  <inkml:trace contextRef="#ctx0" brushRef="#br0" timeOffset="39166.86">3549 11519 470 0,'0'0'5'0,"0"0"1"16,0 0 1-16,0 0 1 15,0 0-1-15,0 0 1 0,0 0-8 16,0 9 0-16,0 4 0 16,0 4 0-16,-2 6 0 15,2-1 0-15,0 3 0 0,0 0 0 16,0-6 0-16,0 4 0 15,0-9 0-15,0-1-3 16,0-13-22-16,0 0-47 16,0 0-13-16</inkml:trace>
  <inkml:trace contextRef="#ctx0" brushRef="#br0" timeOffset="39632.94">3440 11350 404 0,'0'0'6'0,"-9"-7"1"0,-4 3 2 16,3 1 1-16,-6-2 1 16,-3 2 0-16,-1 3 1 15,-11 5 1-15,7 12-6 16,-6 8-1-16,0 12-1 0,5 9-2 16,1 8 0-16,-2 7-1 15,7 5 0-15,7 3-2 16,5-3 0-16,7 3 0 0,5-4 0 15,7-7 0-15,13-5 0 16,5-3 0-16,9-11 0 16,6-4 0-16,4-13 0 15,9-6 0-15,1-12 0 0,6-6 0 16,-3-13 0-16,-2-10 0 16,-3-4 0-16,-2-8 0 15,-8-8 0-15,-5 0 0 16,-9-5 0-16,-12-6 0 15,-5-4 0-15,-9-2 0 0,-7-2 0 16,-17 0 0-16,-8-1 0 16,-10 3 0-16,-10 5 0 15,-4 10 0-15,-8 7 0 0,-3 11 0 16,0 12 0-16,1 9 0 16,6 8 0-16,7 5 0 15,7 10 0-15,7 6 0 16,13 4 0-16,8-2 0 0,11 7-77 15,13-4-11-15</inkml:trace>
  <inkml:trace contextRef="#ctx0" brushRef="#br0" timeOffset="40950.14">5554 10814 133 0,'0'0'2'0,"0"0"0"16,0 0 1-16,0 0-2 0,0 0 0 15,0 0 0-15,0 1 0 16,0-1 1-16,0 0 0 16,0 0 5-16,0 0 5 15,0 0 5-15,0 0 2 0,0 0 6 16,0 0 1-16,0 0 2 16,0 0-2-16,0 0-4 15,0 0-3-15,0 0 0 0,0 0-2 16,0 0-4-16,-5 3-2 15,5-3 1-15,0 0-1 16,-9 0 0-16,9 0-1 16,0 0 0-16,0 0-3 0,0 0 0 15,0 0 0-15,0 0 0 16,12 0-2-16,5 0 1 16,11 0-2-16,4 0 1 15,3 0-5-15,4-3 0 16,2 2 0-16,-4-3 0 15,-3 0 0-15,-6 4 0 0,-6-3 0 16,-7 3 0-16,-3 0 0 16,-12 0 0-16,13 0 0 15,-13 0-2-15,0 0-38 0,-2 4-45 16,2-4-4-16</inkml:trace>
  <inkml:trace contextRef="#ctx0" brushRef="#br0" timeOffset="41283.21">5522 11003 394 0,'0'0'5'0,"0"0"2"0,0 0 2 16,0 0 3-16,8 0 1 16,2 0 2-16,7 0 0 15,5-2 1-15,8 0-3 16,5-3-1-16,7 0-12 0,3-3 0 15,5-2 0-15,-4 3 0 16,0 0 0-16,-4-1 0 16,-10 3 0-16,-3 0 0 15,-8 3 0-15,-7 2 0 16,-3 0 0-16,-11 0 0 0,0 0 0 16,0 0 0-16,0 0 0 15,0 0 0-15,0 0 0 16,-6 2 0-16,6-2 0 15,-17 3 0-15,8-3 0 0,0 2 0 16,-5 8-66-16,1-10-23 16</inkml:trace>
  <inkml:trace contextRef="#ctx0" brushRef="#br0" timeOffset="41683.21">5865 10560 467 0,'0'0'4'0,"0"0"1"16,0 0 1-16,0 0 1 0,0 0-1 16,0 0 1-16,8 10 0 15,-8-10-5-15,17 15-2 16,3-5 0-16,5 4 0 15,7 2 0-15,5 2 0 16,8-2 0-16,2 1 0 0,3 3 0 16,-3 3 0-16,-4-4 0 15,-4 1 0-15,-7 0 0 16,-7 8 0-16,-8-3 0 16,-12 4 0-16,-5 5 0 0,-2 1 0 15,-15 5 0-15,-11-1 0 16,-1 6 0-16,-8 2 0 15,-4-2 0-15,2-3 0 0,-3-3 0 16,1-1 0-16,12-6 0 16,0-6 0-16,11-2 0 15,3-6 0-15,15-18-42 16,0 0-48-16</inkml:trace>
  <inkml:trace contextRef="#ctx0" brushRef="#br0" timeOffset="57216.68">8273 10100 341 0,'0'0'8'16,"0"0"5"-16,0 0 3 0,0 0 3 16,12-7-2-16,-12 7 1 15,0 0-1-15,7-3 1 16,-7 3-8-16,6 7-5 0,-4 5-3 16,1 5-1-16,-3 6-1 15,0-1 1-15,0 6 0 16,-8 1 0-16,-2 0 0 15,-9 1 0-15,-1-2 1 16,-8 0 0-16,3-3 0 0,-5-4 1 16,3-1-2-16,-3-3 1 15,8-5-1-15,2-1 0 16,5-6 0-16,5-3-1 0,10-2 0 16,0 0-1-16,0 0 2 15,10 0-2-15,10-5 1 16,5 0 0-16,7 1 0 15,3-4 0-15,7 3 0 0,-2-3 0 16,2 4 0-16,-5 1 0 16,-7 1 0-16,0-1 0 15,-10 3-1-15,-2 0-2 16,-9 3-5-16,-1 2-7 0,-8-5-19 16,4 15-49-16,-4-15 0 15</inkml:trace>
  <inkml:trace contextRef="#ctx0" brushRef="#br0" timeOffset="57450.17">8586 10330 448 0,'0'0'5'0,"0"0"1"0,0 0 0 16,0 0-1-16,0 0 1 15,5 10 0-15,-3 0 0 16,1 4 1-16,-1 1-5 16,3 3-1-16,1 4-2 0,-2 3-2 15,1-3-6-15,5 5-18 16,15-7-55-16,-18-2-2 16</inkml:trace>
  <inkml:trace contextRef="#ctx0" brushRef="#br0" timeOffset="57650.09">8864 10218 486 0,'0'0'2'0,"0"0"1"16,10 0-1-16,-10 0-1 0,8 6 1 15,-3 3 0-15,-3 4 0 16,5 6 0-16,-4 6-2 15,-1 0-4-15,3 3-8 16,0 1-34-16,-2 0-37 0,2-4-1 16</inkml:trace>
  <inkml:trace contextRef="#ctx0" brushRef="#br0" timeOffset="57816.57">8800 10337 434 0,'0'0'4'0,"0"0"-1"16,0 0 0-16,7-7 1 16,5 2 0-16,6 2 0 15,4 1-3-15,6-6-16 16,-7 6-62-16,20 2-2 0</inkml:trace>
  <inkml:trace contextRef="#ctx0" brushRef="#br0" timeOffset="58233.37">9453 10199 413 0,'0'0'5'0,"0"0"1"16,-14-8 2-16,0 5 1 0,-2 3-1 16,-7 0 1-16,0 3 0 15,1 5-1-15,-2 4-4 16,1 5-2-16,5-2-1 0,6 7-1 15,7-2-1-15,5 0 0 16,5-3 0-16,5-2 0 16,10-5 0-16,0-3 1 15,2-7 0-15,3-3 0 16,0-5 1-16,2-7 0 0,-4-10 2 16,-6-3-1-16,-2-7 1 15,-3-1 0-15,-4-6 0 16,-6-6 1-16,-2 2 0 15,0-2-1-15,-8 6 1 0,-1 2-1 16,-1 8-3-16,0 8 0 16,5 6 0-16,5 18 0 15,-12 0 0-15,12 23 0 16,0 6 0-16,3 11 0 0,6 7-7 16,-2 3-5-16,14 6-36 15,-2-2-36-15,1 1-1 16</inkml:trace>
  <inkml:trace contextRef="#ctx0" brushRef="#br0" timeOffset="58584.31">9726 10216 449 0,'0'0'4'0,"-4"-10"2"0,-1 0 1 15,2 1 1-15,-2-4 1 16,2 1 0-16,3-3 0 15,0 0 1-15,3 5-10 0,7 0 0 16,2 5 0-16,4-1 0 16,-4 6 0-16,2 3 0 15,-1 5 0-15,-3 4 0 16,-3 1 0-16,-1 7 0 16,-6-3 0-16,-3 5 0 0,-5 0 0 15,3-2 0-15,-7-1 0 16,2 2 0-16,-5-6 0 15,6-1 0-15,-2-3 0 16,6 1 0-16,5-12 0 0,-2 13 0 16,2-13 0-16,9 8 0 15,9-2 0-15,1-6 0 16,9 0-6-16,2-6-21 16,10 2-55-16,4 0-3 0</inkml:trace>
  <inkml:trace contextRef="#ctx0" brushRef="#br0" timeOffset="59066.82">10628 10010 424 0,'0'0'7'0,"0"-10"1"15,0 10 2-15,0-12-1 16,0 12 2-16,-12-10-1 16,-4 7 0-16,-3 3 1 15,-3 11-7-15,-6 6-2 0,-2 8-2 16,3 2 0-16,4 5 0 15,4 3 0-15,9-3 0 16,7 2 0-16,11-4 0 0,9-5 0 16,13-3-1-16,7-5-3 15,8-4-5-15,-1-11-15 16,-1-2-58-16,11 0-2 16</inkml:trace>
  <inkml:trace contextRef="#ctx0" brushRef="#br0" timeOffset="60750.04">10554 10000 394 0,'0'0'5'0,"0"0"1"0,0 0 2 16,0 0 0-16,-5-12 0 15,5 12 1-15,-15-2 0 0,5 2 0 16,-5 0-4-16,-1 4-2 16,2 6-1-16,-3 2 0 15,-1 1-1-15,-1 2-1 16,1 2 0-16,4 2-1 0,1-1 1 16,3 0 0-16,5 2 0 15,5-1 1-15,5-1 0 16,7 0 0-16,8-1 1 15,0-3 1-15,9-1 1 0,1-1-1 16,3 2 0-16,2-3-1 16,-3 2 1-16,-2-4-1 15,0 1 0-15,-6 2-1 0,1 1-1 16,-9-4 1-16,-2 1-1 16,-1 3 2-16,-6-2 0 15,-2 0 0-15,-5-1 1 16,0 2-1-16,-12-1 1 0,-1-2-3 15,-4 2 0-15,-8-5 0 16,-1 5 0-16,-5-6 0 16,-1-1 0-16,-1 0 0 15,1-3 0-15,1-1 0 16,5 0 0-16,3 0 0 0,1-5 0 16,9 1 0-16,4-1 0 15,9 5-2-15,-5-17-25 16,5 17-56-16,5-18-5 15</inkml:trace>
  <inkml:trace contextRef="#ctx0" brushRef="#br0" timeOffset="60966.86">10887 10132 485 0,'0'0'4'0,"0"0"-1"16,0 0 1-16,0 0 0 0,0 0 0 16,0 10 0-16,0-1-1 15,0 7-3-15,2 4 0 16,2 1 0-16,2 2-3 0,-1-1-13 16,4-22-48-16,5 18-21 15,-5-2-2-15</inkml:trace>
  <inkml:trace contextRef="#ctx0" brushRef="#br0" timeOffset="61332.67">11090 10129 453 0,'0'0'5'0,"0"0"1"0,0 0 0 16,0 0 0-1,0 0 0-15,-5 13 1 0,3-4-1 16,0 3 0-16,-1 4-4 15,3 1-1-15,0 5-1 16,0-2 0-16,0-1 0 16,3-1 1-16,1-3-1 0,-4-5 1 15,0-10 0-15,5 10 1 16,-5-10 0-16,7-5-2 16,-3-5 0-16,-2-4 0 0,5-4 0 15,3-2 0-15,0-2 0 16,0 2 0-16,0 0 0 15,-3 6 0-15,6 1 0 16,-6 10 0-16,-7 3 0 0,16 0 0 16,-9 12 0-16,-2 4 0 15,1 1 0-15,2 3 0 16,0-3-7-16,4 3-17 16,0-2-59-16,6-4-3 0</inkml:trace>
  <inkml:trace contextRef="#ctx0" brushRef="#br0" timeOffset="61751.01">11533 9965 466 0,'0'0'3'0,"0"0"1"16,0 0 1-16,0 0-1 15,-11 3 0-15,7 4 0 0,-4 6 1 16,-1 6-1-16,-7 4-3 15,7 9-1-15,-2 3 0 16,6-3 0-16,1 2 0 16,4-1 0-16,4-3-1 0,9-7 1 15,4-4 1-15,6-6-1 16,0-9 1-16,4-4 0 16,-1-4 1-16,-3-9 0 15,2-9 0-15,-5 0 1 0,-5-9-3 16,-6 1 0-16,-1-7 0 15,-5 1 0-15,-6-4 0 16,-5 5 0-16,-4 1 0 0,-6 4 0 16,-1 8 0-16,-3 6 0 15,-1 9 0-15,1 7 0 16,2 12 0-16,8 11 0 16,1 4 0-16,9 8 0 0,2 2 0 15,13 2 0-15,6-1-6 16,16-1-11-16,1 10-54 15,8-20-13-15</inkml:trace>
  <inkml:trace contextRef="#ctx0" brushRef="#br0" timeOffset="62432.92">7763 10831 228 0,'0'0'6'0,"0"0"4"0,0 0 3 15,11 6 4-15,-2 0 4 16,14-2 0-16,9 2 4 16,10-2 0-16,20-4-3 15,18 0-5-15,17 0-3 16,17-4-2-16,25-6-5 0,13-1-1 15,22-1-3-15,15-5 0 16,9-3-1-16,13 1 1 16,13-2 2-16,5 2 0 0,4-4 1 15,6 6 0-15,0-3 1 16,-4 5-1-16,-6 3 0 16,-13 0-1-16,-15 5-2 15,-13-2-1-15,-18 5-1 0,-25 2 0 16,-24-1 0-16,-24 3-1 15,-20 0 2-15,-22 0-2 16,-16 0 0-16,-16 0-2 16,-11 3-4-16,-12-3-13 15,-12 2-62-15,-3-2-3 0</inkml:trace>
  <inkml:trace contextRef="#ctx0" brushRef="#br0" timeOffset="63133.61">8618 11036 464 0,'0'0'4'0,"0"0"1"0,0 0 1 16,0 0 0-16,0 0-1 15,0 0 1-15,0 0 0 0,3 15 0 16,-6 2-3-16,-4 8-3 16,-4 2 0-16,-1 4 0 15,-2 5 0-15,-7-4 0 0,1-2 0 16,-2-3 0-16,3-7 0 15,-2 0 0-15,5-5 0 16,0-7 0-16,6-1 0 16,10-7 0-16,-15 4 0 0,15-4 0 15,6-3 0-15,8-1 0 16,9-3 0-16,4-1 0 16,6 1 0-16,6-3 0 15,3-3 0-15,6 6 0 16,-8-1 0-16,9-16-63 0,-9 18-20 15,-8 4-3-15</inkml:trace>
  <inkml:trace contextRef="#ctx0" brushRef="#br0" timeOffset="63317.42">8988 11168 467 0,'0'0'5'16,"0"0"0"-16,0 0 1 15,0 0-1-15,0 0 1 0,0 8 0 16,0 5 0-16,3 2-1 16,2 5-5-16,-3-2 0 15,5 6 0-15,4 1-16 0,-2 0-65 16,4-2-3-16</inkml:trace>
  <inkml:trace contextRef="#ctx0" brushRef="#br0" timeOffset="63516.67">9336 11095 471 0,'0'0'5'15,"0"0"2"-15,0 0 0 16,0 0-1-16,0 0 1 16,2 11-1-16,-2-2-4 0,0 4-2 15,0 2 0-15,3 1 0 16,0 4 0-16,0 8-14 15,-3-3-68-15,2-6-3 16</inkml:trace>
  <inkml:trace contextRef="#ctx0" brushRef="#br0" timeOffset="63649.94">9239 11151 426 0,'0'0'2'0,"0"0"-1"16,0 0-1-16,6-1 0 15,-6 1-1-15,24-3-13 16,-9 15-54-16,9-12-6 0</inkml:trace>
  <inkml:trace contextRef="#ctx0" brushRef="#br0" timeOffset="64050.43">9714 11093 433 0,'0'0'5'16,"0"0"0"-16,0 0 3 0,-10 0 0 15,-2 0 1-15,-4 0 1 16,-3 0 0-16,1 5-1 16,-7 3-3-16,4 1-2 0,-2 6 0 15,5 0-4-15,6 2 0 16,2 0 0-16,7 1 0 16,3-3 0-16,0-3-2 15,11-2 2-15,1-2-1 0,2-8 1 16,4 0-1-16,-3-5 2 15,2-8 0-15,-1-2 1 16,-4-5-2-16,-2-4 0 0,-3-1 0 16,-2-3 0-16,0-2 0 15,-5 4 0-15,0 1 0 16,-2 0 0-16,-3 6 0 16,2 3 0-16,-1 7 0 15,4 9 0-15,-3 5 0 0,3 9 0 16,0 8 0-16,5 8 0 15,5 1 0-15,-1 3 0 16,4 0 0-16,4 3-4 16,-1-9-19-16,-12-1-59 0,14-2-4 15</inkml:trace>
  <inkml:trace contextRef="#ctx0" brushRef="#br0" timeOffset="64600.04">9816 11207 462 0,'0'0'5'0,"0"0"0"0,0 0 2 15,0-14 0-15,0 14 0 0,0-14 1 16,0 14 0-16,14-11-6 16,-5 2-2-16,0 7 0 15,3 0 0-15,1 2 0 0,-4 2 0 16,-1 6 0-16,0 2 0 15,-3-1 0-15,-5 6 0 16,0 0 0-16,0-3 0 16,-2 4 0-16,-4-5 0 15,1 2 0-15,5-3 0 0,0-10 0 16,0 13 0-16,0-13 0 16,15 2 0-16,-3-2-25 15,4-4-57-15,3-5-4 0</inkml:trace>
  <inkml:trace contextRef="#ctx0" brushRef="#br0" timeOffset="64833.2">10123 10914 470 0,'0'0'3'0,"0"0"0"16,0 0 1-16,0 0-1 15,0 0 0-15,8 0 1 16,-8 0 0-16,20 18 0 0,-3-3-3 15,4 5 2-15,4 5-1 16,-4 1 1-16,2 9 1 16,-8 1-4-16,-6 5 0 15,-9 1 0-15,-9 3 0 0,-16-3 0 16,-12 2-13-16,-13-7-20 16,0 3-49-16,-9-5-3 15</inkml:trace>
  <inkml:trace contextRef="#ctx0" brushRef="#br0" timeOffset="65250.12">8168 10929 360 0,'0'0'8'0,"0"0"0"16,0 0 4-16,-12 8 0 15,5-1 1-15,-6 13 1 16,1 5 2-16,-6 7 1 0,4 12-6 16,-3 9-1-16,8 5-2 15,7 8-1-15,2-2-1 16,11 2-1-16,13-4-1 0,13-2-4 16,8-10 0-16,9-8 0 15,11-13 0-15,7-9-9 16,11-10-35-16,6-10-38 15,5-6-2-15</inkml:trace>
  <inkml:trace contextRef="#ctx0" brushRef="#br0" timeOffset="65716.53">9975 9847 406 0,'0'0'6'0,"0"0"2"0,0 0 0 16,0 0 2-16,0 0-1 0,0 0 2 16,5 7 0-1,2 8 1-15,6 8-6 0,-1 3-2 16,1 12 0-16,3 2-1 15,0 9-1-15,-4 3 0 0,0 0-1 16,-6 0 0-16,-6 3 1 16,-6-4-1-16,-8-1-1 15,-9-3-1-15,-4-2-1 16,-10-3-4-16,-3-2-5 16,-8-6-20-16,4-4-52 0,-4-6-3 15</inkml:trace>
  <inkml:trace contextRef="#ctx0" brushRef="#br0" timeOffset="66183.08">7915 10018 397 0,'0'0'5'0,"0"0"1"0,0 0 1 15,0 0 0-15,-10 0 0 0,3 12 0 16,-6 8 1-16,-1 14 0 15,-2 11-4-15,-1 9-1 16,2 16-1-16,3 5 1 0,12 6 0 16,7 3-1-16,21 1-4 15,11-6-9-15,18-3-67 16,15-3-1-16</inkml:trace>
  <inkml:trace contextRef="#ctx0" brushRef="#br0" timeOffset="66683.48">10731 11046 421 0,'0'0'4'0,"0"0"2"0,-11-5 2 16,-1 5 1-16,-6 0 1 16,-4 2 1-16,-5 6 0 15,0-1 1-15,-3 10-4 0,5 1-2 16,2 4-1-16,6 3-5 15,9 3 0-15,8-3 0 16,6-1 0-16,11-4 0 0,10-1-11 16,1-2-37-16,11-9-34 15,6-2-2-15</inkml:trace>
  <inkml:trace contextRef="#ctx0" brushRef="#br0" timeOffset="66966.7">10924 11081 426 0,'0'0'4'0,"0"0"1"0,-18 8 1 16,9 1 0-16,-3 3 1 0,-1 0 0 15,3 3 0-15,-1-1 0 16,4 4-2-16,7-3-3 16,11-2 0-16,6-1 0 15,8-2-1-15,5-7 1 0,-1-1 0 16,6-2-1-16,-3-5 2 15,-3-5-1-15,0 0 1 16,-9-5 0-16,-8 0 0 16,-7 1 0-16,-5-1-1 15,-8 0-2-15,-7 2 0 0,-2 4 0 16,-5 1-4-16,1 8-7 16,0 0-11-16,3-2-45 15,6 4-16-15</inkml:trace>
  <inkml:trace contextRef="#ctx0" brushRef="#br0" timeOffset="67283.31">11343 11081 434 0,'0'0'4'0,"0"0"0"0,0 0 2 16,-9-8 0-16,-1 8 0 15,-3 0 1-15,-1 0-1 16,-2 2 1-16,2 5-5 0,-4 4 0 15,6-1-1-15,2-1-1 16,8 4 0-16,2-1-1 16,0 2 1-16,7 0-1 0,5 0 0 15,4 0 0-15,0-3 1 16,0-1-1-16,-2 0 0 16,-1-5 0-16,-3 3 0 15,-10-8 1-15,10 7-1 16,-10-7 2-16,0 0-1 0,-15 12 0 15,0-9-1-15,-2 0-2 16,-1 1-9-16,-7-1-26 16,-5-1-40-16,16-2-2 15</inkml:trace>
  <inkml:trace contextRef="#ctx0" brushRef="#br0" timeOffset="68083.46">11617 11003 430 0,'0'0'5'0,"0"0"2"16,0 0 2-16,-5-4-1 16,5 4 0-16,-10 0 0 15,1 9 2-15,-3 7 0 16,4 6-5-16,-5 3-2 0,1 10-1 16,2-1 0-16,1 5 0 15,5-1 0-15,4-6-2 16,8 2 0-16,4-9 0 0,6-2 0 15,0-8 0-15,8-8 0 16,2-4 0-16,-3-3 0 16,0-9 0-16,-1 1 0 15,-4-10 0-15,-6-2 0 16,-1-3 0-16,-3-4 0 0,-10 0 0 16,0-4 0-16,-10 0 0 15,-3 4 0-15,-3 2 0 16,-5 4 0-16,-4 5 0 0,4 8 0 15,-2 8 0 1,0 3 0-16,4 10 0 0,5 6 0 16,10 3 0-16,4 6 0 15,4-3 0-15,15-3 0 16,8 0 0-16,8-7 0 0,7-3-4 16,1-9-79-16,13-6-2 15</inkml:trace>
  <inkml:trace contextRef="#ctx0" brushRef="#br0" timeOffset="68350.14">12658 10351 485 0,'0'0'3'0,"0"0"1"0,0 0 1 16,10 0-1-16,-10 0 2 15,20-1-2-15,-5-2-4 16,2 3 0-16,1-4 0 0,7 4-19 16,2 0-64-16,-7 0-2 15</inkml:trace>
  <inkml:trace contextRef="#ctx0" brushRef="#br0" timeOffset="68483.6">12674 10478 428 0,'0'0'4'0,"0"0"2"15,0 0-2-15,0 0 3 16,0 0 1-16,4 8 0 16,8-3-1-16,6-5-9 0,12 0-72 15,2 0-4-15</inkml:trace>
  <inkml:trace contextRef="#ctx0" brushRef="#br0" timeOffset="69066.64">13645 9753 482 0,'0'0'4'15,"0"0"2"-15,0 0 0 0,0 0 0 16,0 0-1-16,0 9-3 15,0 7-2-15,0 0 0 16,4 5 0-16,7 8 0 16,-1 1 0-16,2 4 0 15,3 1 0-15,-3-4 0 0,3-2 0 16,-5-7 0-16,0-7 0 16,-4-2 0-16,-6-13 0 15,0 0 0-15,0 0 0 0,-14-6 0 16,2-6 0-16,-3-8 0 15,1-5 0-15,-2-4 0 16,2-8 0-16,3 0 0 0,6-3 0 16,5-6 0-16,5 5 0 15,11 2 0-15,1 4 0 16,5 5 0-16,8 7 0 16,2 3 0-16,0 11 0 15,1 6 0-15,2 3 0 0,-11 11 0 16,1 3 0-16,-9 9 0 15,-9 4 0-15,-9 3 0 16,-11-1 0-16,-7 4 0 0,0-4 0 16,-7 0 0-16,-1-1 0 15,1-3-17-15,0 0-65 16,10-11-2-16</inkml:trace>
  <inkml:trace contextRef="#ctx0" brushRef="#br0" timeOffset="69450.17">14074 9825 450 0,'0'0'3'0,"0"0"1"0,0 0 1 0,-7 1-1 16,7-1 1-16,-9 13-1 15,9-3 1-15,0-2 0 16,0 4-3-16,4-2 0 0,8-1 0 15,4-3 0-15,3-1 0 16,1-5 0-16,3 0 1 16,-4-5 0-16,-1-5 0 0,-4 0 2 15,-1-2-5-15,-3 1 0 16,-5 2 0-16,0-1 0 16,-5 10 0-16,0-13 0 15,0 13 0-15,0 0 0 0,-5 10 0 16,2 3 0-16,-1 4 0 15,-1 3 0-15,2 5 0 16,-1 0 0-16,-5 2 0 16,5-2 0-16,-6 0 0 0,0-1 0 15,-3-4 0-15,-1 2-6 16,-4-1-19-16,6-5-57 16,-13 1-3-16</inkml:trace>
  <inkml:trace contextRef="#ctx0" brushRef="#br0" timeOffset="69816.78">13270 10397 424 0,'0'0'2'0,"0"0"0"0,0 0 3 0,0 0 3 15,9 0 0-15,9-3 1 16,7 3 1-16,12-5 1 16,7 3-1-16,18-3 0 15,9-1-3-15,10-1-2 0,4 2-5 16,4-2 0-16,3 0 0 16,-2 0 0-16,-1-2 0 15,-10 5 0-15,-6-4 0 0,-11 4 0 16,-13-2 0-16,-12 4 0 15,-9-1 0-15,-10 3 0 16,-9-2 0-16,-9 2 0 16,0 0 0-16,0 0 0 15,-7 0 0-15,7 0-12 0,-5 5-74 16,-8 0-3-16</inkml:trace>
  <inkml:trace contextRef="#ctx0" brushRef="#br0" timeOffset="70335.75">13776 10684 480 0,'0'0'2'0,"0"0"0"16,0 0 1-16,0 0-1 0,0 0 1 15,-5 15 0-15,5 3 0 16,0 3 0-16,3 9-1 16,5 5-1-16,1 2 0 15,3 3 0-15,1-1 0 16,2-1 1-16,-7-6 0 0,6-7-2 16,-6-3 0-16,-4-7 0 15,-1-2 0-15,-3-13 0 16,0 0 0-16,-10 0 0 0,1-11 0 15,-4-3 0-15,3-9 0 16,-2 1 0-16,-3-10 0 16,4-4 0-16,7-6 0 15,-1-2 0-15,5 0 0 0,8-3 0 16,1 4 0-16,11 4 0 16,0 4 0-16,5 6 0 15,0 8 0-15,0 9 0 16,5 7 0-16,-5 5 0 15,-1 5 0-15,-4 5 0 0,-5 7 0 16,-3 5 0-16,-7 2 0 16,-5 0 0-16,-5 1 0 15,-7 2 0-15,-5-3 0 16,-9-3 0-16,4 4-35 0,5-7-48 16,-8-1-3-16</inkml:trace>
  <inkml:trace contextRef="#ctx0" brushRef="#br0" timeOffset="70766.39">14144 10825 483 0,'0'0'4'0,"0"0"2"16,0 0 0-16,0 0 1 15,0 0-2-15,0-7-5 16,0 7 0-16,18-4 0 15,-4 4 0-15,1 0 0 0,6 0 0 16,-5 4 0-16,7 6 0 16,-9 2 0-16,0 5 0 15,-7 1 0-15,-7 1 0 16,0-1 0-16,-7 2 0 0,-7-5 0 16,3 0 0-16,-1-3 0 15,-2-5 0-15,2-1 0 16,4-6 0-16,8 0 0 15,-9-9 0-15,9-2 0 0,2-5 0 16,5-6 0-16,4 0 0 16,3-5 0-16,7 0 0 15,-5 2 0-15,5 3 0 16,-4 5 0-16,0 6 0 0,-1 7 0 16,-4 4 0-16,-3 12 0 15,2 2 0-15,-4 1 0 16,5 2-3-16,-5 1-50 0,6 0-31 15,-1-10-3 1</inkml:trace>
  <inkml:trace contextRef="#ctx0" brushRef="#br0" timeOffset="74467.5">7478 10644 108 0,'0'0'9'0,"0"0"5"16,0 0 5-16,0 0 4 15,0 0 2-15,0 0 1 16,0 0-1-16,0 0-2 0,0 0-6 16,0 0-4-16,0 0-4 15,12 0-1-15,6 0-1 16,4-1 0-16,15-8 1 15,16-3 1-15,11-5 0 16,18-8 1-16,12-5-2 0,21-12 0 16,6-3 0-16,13-1 1 15,11-9 0-15,4 3 0 16,0-2-1-16,5-1 2 16,-8 3-3-16,1 0 1 0,-5 8-2 15,-6 3-1-15,-12 4-1 16,-7 5-1-16,-9 2 0 15,-14 9 0-15,-8 1-2 16,-16 2 1-16,-10 8-1 0,-18 1 0 16,-7 0-1-16,-10 5 2 15,-11 1-1-15,-3 3 0 16,-11 0 1-16,0 0-1 0,0 0 1 16,0 0 0-16,0 0-1 15,0 0 1-15,0 0-1 16,0 0 0-16,-7 6 0 15,7-6-1-15,0 0 2 16,-14 4-2-16,14-4 1 0,0 0 0 16,-7 3 0-16,7-3-1 15,0 0-2-15,0 0-4 16,0 0-10-16,-13 22-45 16,13-22-22-16,-5 10-2 0</inkml:trace>
  <inkml:trace contextRef="#ctx0" brushRef="#br0" timeOffset="75416.46">7997 11697 268 0,'0'0'7'0,"0"0"4"0,0 0 3 15,0 0 0-15,0 0 2 16,0 0 1-16,0-10 1 0,10 6 0 16,7-4-6-16,8-5-4 15,13 4-2-15,11-11-1 16,13-2-1-16,18-6-1 16,9-4 1-16,15-2 1 15,11-7-1-15,9 5 0 0,0-7 1 16,8 2 0-16,3 1 0 15,-9 2 0-15,1 2 0 16,-8 3-1-16,-5 3-1 0,-9 1 0 16,-11 7 0-16,-7 0-1 15,-15 5 1-15,-10 1-1 16,-12 7 1-16,-13-2-1 16,-9 6 0-16,-9 0 0 15,-9 3-1-15,-10 2 1 0,0 0-1 16,0 0-1-16,0 0 1 15,0 0-1-15,0 0-2 16,-2 10-5-16,-6 3-16 16,8-4-56-16,-15 0-3 0</inkml:trace>
  <inkml:trace contextRef="#ctx0" brushRef="#br0" timeOffset="77433.74">15690 10290 383 0,'0'0'7'0,"0"0"3"0,0 0 2 16,0 0 2-16,0 0 0 0,7 0 1 15,-7 0 0-15,10 0 0 16,3-3-5-16,1-2-4 15,6 1-2-15,5 0-2 16,4-5 0-16,10 5 0 0,-2-1-4 16,-3-2-5-16,3 7-11 15,-9 7-49-15,-6-6-16 16</inkml:trace>
  <inkml:trace contextRef="#ctx0" brushRef="#br0" timeOffset="77583.7">15640 10438 371 0,'0'0'4'0,"0"0"2"16,0 0 4-16,6 4 1 15,8-4 0-15,8 0 1 16,5 0 1-16,10-4-9 0,4-5-22 16,3 1-55-16,6-1-3 15</inkml:trace>
  <inkml:trace contextRef="#ctx0" brushRef="#br0" timeOffset="77917.69">15998 10122 444 0,'0'0'5'16,"0"0"3"-16,-10-8 1 0,10 8 0 15,0 0 0-15,0 0 1 16,0 0 0-16,0 0-3 15,15-2-7-15,7 4 0 16,11 10 0-16,2 1 0 16,4 5 0-16,5 4 0 0,-1 5 0 15,-1 0 0-15,-7 5 0 16,-6 3 0-16,-8-1 0 16,-9 1 0-16,-12 3 0 15,-3-1 0-15,-11 0 0 0,-11 0 0 16,0-2 0-16,-7-3 0 15,-1-2 0-15,1-6 0 16,5 1 0-16,-3-7 0 16,15-1 0-16,-2-7-18 0,-11 0-68 15,28-10-3-15</inkml:trace>
  <inkml:trace contextRef="#ctx0" brushRef="#br0" timeOffset="78583.13">17146 10030 444 0,'0'0'6'16,"0"0"2"-16,0 0 2 0,0 0 1 15,5-10 0-15,-5 10 1 16,0 0-3-16,-5 12-9 16,0 6 0-16,-6 11 0 15,2 6 0-15,-1 8 0 0,-3 4 0 16,4 5 0-16,1-1 0 15,4-4 0-15,4-2 0 16,2-6 0-16,8-1 0 16,7-11 0-16,3-5 0 0,5-4 0 15,4-8 0-15,3-3 0 16,-1-7 0-16,3 0-20 16,8-3-66-16,-22-8-2 15</inkml:trace>
  <inkml:trace contextRef="#ctx0" brushRef="#br0" timeOffset="79299.72">17084 10285 469 0,'0'0'4'15,"0"0"2"-15,0 0 1 0,0 0 0 16,0 0 0-16,0 0-1 16,7-3-1-16,8 2-5 15,5-5 0-15,9 6 0 16,6-4 0-16,10 4-7 0,2-6-7 15,8 4-6-15,0-4-3 16,-3 5 0-16,-5-6 5 16,-8-2 10-16,-4 2 6 15,-12 0 6-15,-5-1 6 0,-18 8 7 16,4-12 2-16,-13 10 1 16,-9 2-3-16,-2 0-7 15,-7 4-3-15,-4 6-2 16,5 5-2-16,0 2 0 0,4 4-3 15,8 1 0-15,6 0 0 16,5 3 0-16,6-6 0 16,7 1 0-16,5-5 0 0,3-2 0 15,1-3 0-15,3-6 0 16,1-4 0-16,-3-2 0 16,-1-5 0-16,-1-6 0 15,-3-2 0-15,-5 0 0 16,0-4 0-16,-3 1 0 0,-2 1 0 15,0 2 0-15,-5 2 0 16,0 13 0-16,0-12 0 16,0 12 0-16,2 7 0 15,2 4 0-15,-4 3 0 0,2 1 0 16,5 3 0-16,0-4 0 16,-2 0 0-16,3-3 0 15,-8-11 0-15,15 13 0 16,-6-11 0-16,2-2 0 0,-4-7 0 15,3-1 0-15,3-3 0 16,-1-6 0-16,3 0 0 16,0 3 0-16,-3-3 0 0,3 4 0 15,-5 1 0-15,1 2 0 16,-3 5 0-16,-8 5 0 16,13 0 0-16,-13 0 0 15,11 18 0-15,-9-4 0 0,5 1 0 16,1 0 0-16,-1 4 0 15,3-1 0-15,0-4 0 16,2 2 0-16,-1-4 0 16,3-2-5-16,4-3-33 15,1-2-45-15,4-5-3 0</inkml:trace>
  <inkml:trace contextRef="#ctx0" brushRef="#br0" timeOffset="80033.53">18206 10183 394 0,'0'0'7'0,"0"0"4"15,0 0 2-15,3-12 2 16,-3 12 2-16,2-9 1 0,-2 9 1 16,4-11-2-16,-4 11-17 15,0 0 0-15,-9 0 0 0,0 12 0 16,-1 8 0-16,-3 5 0 16,1 3 0-16,5 4 0 15,-6 5 0-15,8-2 0 16,5-6 0-16,0 1 0 15,5-5 0-15,5-3 0 16,2-5 0-16,3-4 0 0,5-8 0 16,-2-3 0-16,1-2 0 15,6-5 0-15,-5-7 0 16,0-3 0-16,-2-2 0 0,-2-8 0 16,-5 0 0-16,-1-8 0 15,-3 0 0-15,-7-4 0 16,0-1 0-16,-10 1 0 0,-4 0 0 15,-6 7 0-15,-3 3 0 16,-2 12 0-16,-2 0 0 16,2 9 0-16,0 6 0 15,2 6 0-15,7 6 0 16,3 6 0-16,1 4 0 0,7 1 0 16,5 3 0-16,2-1 0 15,13 0 0-15,3-2 0 16,3-5 0-16,7-5 0 0,-1-3 0 15,5-2 0-15,-2-6 0 16,2-2 0-16,-4-2 0 16,-5-3 0-16,-6 0 0 15,-2 0 0-15,-6 0 0 16,-9 5 0-16,11-7 0 0,-11 7 0 16,0 0 0-16,0 0 0 15,0 0 0-15,-8-7 0 16,8 7 0-16,0 0 0 15,-12-6 0-15,12 6 0 0,-7-2 0 16,7 2-77-16,0 0-15 16</inkml:trace>
  <inkml:trace contextRef="#ctx0" brushRef="#br0" timeOffset="80283.7">18833 10169 499 0,'0'0'3'0,"0"0"1"0,0 0 1 15,0 0-5-15,0 0 0 16,0 0 0-16,5-2 0 15,9 2 0-15,4 0 0 0,-3 0 0 16,12 2 0-16,14-2-82 16,-15 2-6-16</inkml:trace>
  <inkml:trace contextRef="#ctx0" brushRef="#br0" timeOffset="80420.34">18803 10325 411 0,'0'0'4'0,"0"0"1"16,8 0 2-16,6 0 0 16,6 0 0-16,8 3-10 0,4-3-67 15,7 0-1-15</inkml:trace>
  <inkml:trace contextRef="#ctx0" brushRef="#br0" timeOffset="81033.03">19836 9505 474 0,'0'0'5'0,"0"0"2"16,0 0 1-16,0 0 1 15,0 0-1-15,0 0-8 0,0 0 0 16,0 0 0-16,0 14 0 16,0 10 0-16,0 5 0 15,3 6 0-15,2 4 0 0,0 5 0 16,3-3 0-16,-1-2 0 15,-2-8 0-15,-1-6 0 16,2-7 0-16,-1-5 0 16,-5-13 0-16,0 0 0 0,0 0 0 15,-11-8 0-15,4-6 0 16,0-11 0-16,0 2 0 16,-6-11 0-16,3-4 0 15,5-3 0-15,3-4 0 0,2 0 0 16,0-2 0-16,2 5 0 15,10 4 0-15,4 9 0 16,2 2 0-16,3 14 0 0,12 6 0 16,-1 7 0-16,2 7 0 15,1 8 0-15,0 10 0 16,-5 3 0-16,-8 1 0 16,-4 4 0-16,-11-1 0 15,-7 0 0-15,-7-5 0 0,-11-3 0 16,-7-6 0-16,-2-3 0 15,-8-3 0-15,5-2 0 16,-2-10-17-16,-5 8-67 16,17-8-3-16</inkml:trace>
  <inkml:trace contextRef="#ctx0" brushRef="#br0" timeOffset="81416.83">20229 9629 453 0,'0'0'2'0,"0"0"0"16,0 0 1-16,0 0 0 16,-7 8 1-16,7-8-1 15,-8 14 1-15,8-2 0 0,0-1-1 16,3-2 0-16,7 4 0 16,2-6 0-16,8 1 0 15,0-6 0-15,4-2 1 16,-1 0 1-16,-1-6 1 0,-2-5-6 15,-2 1 0-15,-9-2 0 16,-4-1 0-16,-1-2 0 16,-4 2 0-16,0 4 0 0,-4-2 0 15,4 11 0-15,0 0 0 16,-10 0 0-16,6 6 0 16,4 8 0-16,0 4 0 15,-3 5 0-15,3 2 0 16,0 1 0-16,0 4 0 0,0-3 0 15,0-2 0-15,-2 3 0 16,-5-9 0-16,-2 6 0 16,-5-8-29-16,-6 3-55 15,1-5-3-15</inkml:trace>
  <inkml:trace contextRef="#ctx0" brushRef="#br0" timeOffset="81700.06">19526 10124 438 0,'0'0'4'0,"0"0"3"16,13 0 1-16,0 0 2 15,13 0 0-15,9-2 2 0,9-3 0 16,16-3-2-16,12 0-10 16,8 4 0-16,9-6 0 15,10 2 0-15,-1 1 0 16,4 3 0-16,-3-2 0 0,-10 1 0 15,-4 3 0-15,-16-3 0 16,-9 2 0-16,-18 1 0 16,-10 0 0-16,-12 2 0 15,-20 0 0-15,10 0-18 0,-10 0-70 16,-17 0-2-16</inkml:trace>
  <inkml:trace contextRef="#ctx0" brushRef="#br0" timeOffset="82216.98">19921 10424 472 0,'0'0'5'0,"0"0"0"16,0 0 0-16,0 0 1 15,0 0-1-15,0 0 1 16,-5 18 1-16,5-2-7 0,8 9 0 16,-1 5 0-16,6 6 0 15,1 0 0-15,-3 1 0 16,3 0 0-16,-4-2 0 0,-2-3 0 16,-1-7 0-16,-4-5 0 15,-3-2 0-15,0-8 0 16,0-10 0-16,-16 7 0 0,4-7 0 15,-2-3 0-15,-4-7 0 16,0-7 0-16,4-3 0 16,-4-8 0-16,8-4 0 15,1-2 0-15,6-3 0 16,3-3 0-16,5 1 0 16,9-4 0-16,9 6 0 0,4 8 0 15,6 1 0-15,4 11 0 16,2 1 0-16,-1 9 0 15,-1 7 0-15,-2 6 0 0,-7 3 0 16,-6 4 0-16,-7 7 0 16,-11 0 0-16,-4 1 0 15,-7 2 0-15,-11-1 0 16,-1-1 0-16,-6-2 0 0,-5-2 0 16,8 3 0-16,-12 7-80 15,16-15-8-15</inkml:trace>
  <inkml:trace contextRef="#ctx0" brushRef="#br0" timeOffset="82683.14">20324 10538 471 0,'0'0'4'0,"0"0"4"0,0 0 1 15,0 0 1-15,0 0-1 16,9-6-9-16,-9 6 0 15,0 0 0-15,11-4 0 16,-11 4 0-16,14 0 0 0,-1 7 0 16,-1 1 0-16,-2 2 0 15,3 7 0-15,-3-2 0 16,-3 3 0-16,-5 1 0 16,-2 2 0-16,-5-2 0 0,-7-2 0 15,-1 0 0-15,-1-7 0 16,-2 3 0-16,2-8 0 15,2-1 0-15,4-4 0 16,8 0 0-16,-10-11 0 0,10-5 0 16,5 2 0-16,5-9 0 15,7 2 0-15,1-4 0 16,-1 2 0-16,3 0 0 0,-3 7 0 16,1 0 0-16,-4 7 0 15,-5 6 0-15,-9 3 0 16,9 18 0-16,-9-4 0 15,6 8 0-15,0 1 0 16,2 4 0-16,4 3 0 0,3 0 0 16,-2-5-13-16,1 1-74 15,11-3-2-15</inkml:trace>
  <inkml:trace contextRef="#ctx0" brushRef="#br0" timeOffset="83917.08">16845 11947 407 0,'0'0'7'0,"0"0"4"0,0 0 3 0,10-12 2 0,-10 12 1 16,5-10 1-16,-5 10 1 15,3-7-17-15,-3 7-2 16,0 0 0-16,-13 15 0 16,1 10 0-16,-4 4 0 0,2 6 0 15,-4 7 0-15,1 2 0 16,4 6 0-16,6-5 0 0,5-3 0 16,2-5 0-16,4-7 0 15,9-5 0-15,7-9 0 16,0-3 0-16,3-6 0 15,3-7 0-15,4-2 0 16,0-10 0-16,-1-6 0 0,-1-9 0 16,-3 0 0-16,-2-8 0 15,-9-5 0-15,-1-4 0 16,-9-6 0-16,-4 1 0 0,0-1 0 16,-12 1 0-16,-3 4 0 15,-7 6 0-15,-3 6 0 16,-5 13 0-16,1 8 0 15,-4 12 0-15,1 2 0 16,2 16 0-16,6 5 0 0,3 3 0 16,7 6 0-16,6 1 0 15,8 2 0-15,8-6 0 16,9-1 0-16,8-6 0 16,5-2 0-16,7-8 0 0,2-2 0 15,2-5 0-15,-2-5 0 16,1 0 0-16,-6-2 0 15,-1-4 0-15,-11-1 0 16,1 4 0-16,-11-4-31 0,3 3-55 16,-5-2-4-16</inkml:trace>
  <inkml:trace contextRef="#ctx0" brushRef="#br0" timeOffset="84150.01">17327 12101 511 0,'0'0'0'0,"0"0"0"0,5 0 0 0,-5 0 0 0,15-5 0 15,-2 3 0-15,1-1 0 16,4 1 0-16,-4-3 0 15,9 5 0-15,-5-6 0 16,-18 6-77-16,21 0-12 0</inkml:trace>
  <inkml:trace contextRef="#ctx0" brushRef="#br0" timeOffset="84300.08">17369 12208 433 0,'0'0'5'0,"0"0"2"16,0 0 3-16,0 0 1 15,10 10 1-15,3-8-1 16,4-2 1-16,8 0-2 16,7 2-16-16,-5 1-72 0,19-3-4 15</inkml:trace>
  <inkml:trace contextRef="#ctx0" brushRef="#br0" timeOffset="85666.88">18132 11774 471 0,'0'0'4'16,"7"-12"2"-16,3 1 2 0,-4 3 1 15,1-2 1-15,-2 2-7 16,-5 8-3-16,12-3 0 16,-10 10 0-16,4 18 0 15,-6 5 0-15,0 12 0 0,5 0 0 16,0 10 0-16,0-6 0 15,4 7 0-15,-1-10 0 16,4-4 0-16,-4-7-9 0,-11-4-76 16,6-4-4-16</inkml:trace>
  <inkml:trace contextRef="#ctx0" brushRef="#br0" timeOffset="86350.08">18127 12087 438 0,'0'0'4'0,"-4"-13"3"16,-2 5 2-16,1-1 2 15,0-1-1-15,3 0 1 16,-1-3-1-16,3 3 1 16,10 5-11-16,8-3 0 0,12 7 0 15,2-2 0-15,7 0-12 16,9 0 0-16,6-4-2 16,-2 6 0-16,-1-10 1 15,-2 5 5-15,-11-2 5 16,-6-3 7-16,-8 1 4 0,-10 3 4 15,-14 7 1-15,0-12 1 16,-6 9 0-16,-9 3-3 16,-4 5-11-16,-4 5 0 15,0 5 0-15,1 0 0 0,2 8 0 16,5-5 0-16,5 0 0 16,8 4 0-16,2-4 0 15,2-3 0-15,10-2 0 0,1-9 0 16,4 1 0-16,1-5 0 15,1-2 0-15,-3-5 0 16,2-6 0-16,-2-2 0 16,-4-3 0-16,0-1 0 15,-1 1 0-15,-4-2 0 0,-1 6 0 16,-1-1 0-16,-3 5 0 16,-2 10 0-16,0 0 0 15,0 0 0-15,7 13 0 0,-4-1 0 16,-1 5 0-16,3 0 0 15,3-2 0-15,-3 3 0 16,2-3 0-16,0-8 0 16,-7-7 0-16,18 10 0 15,-8-10 0-15,1-5 0 0,-2-6 0 16,3-1 0-16,1-3 0 16,-1-2 0-16,6 2 0 15,-4-4 0-15,0 4 0 16,-2 0 0-16,-3 3 0 0,4 4 0 15,-13 8 0-15,12-3 0 16,-12 3 0-16,12 11 0 16,-6-1 0-16,-1 5 0 15,2-1 0-15,0 4 0 0,6-4 0 16,-6 1 0-16,3-2 0 16,3-6 0-16,-1 6-9 0,-2 1-73 15,5-11-4-15</inkml:trace>
  <inkml:trace contextRef="#ctx0" brushRef="#br0" timeOffset="86583.29">19011 11729 492 0,'0'0'4'0,"0"0"1"0,0 0 0 16,0 0 0-16,8-7-5 16,-8 7 0-16,15-4 0 15,-2 1 0-15,-6 3 0 16,8 0 0-16,-2 0-14 0,5 0-69 16,1 0-4-16</inkml:trace>
  <inkml:trace contextRef="#ctx0" brushRef="#br0" timeOffset="86750.91">19238 11586 433 0,'0'0'6'0,"0"0"2"15,0 0 0-15,-5 3 2 16,5-3 0-16,-8 14 2 16,6 1-2-16,-1 2 1 0,3 3-8 15,0 0-3-15,0 6 0 16,3-2 0-16,5 5-17 15,-3-7-64-15,2-2-2 0</inkml:trace>
  <inkml:trace contextRef="#ctx0" brushRef="#br0" timeOffset="87621.22">19829 11405 425 0,'0'0'7'0,"0"0"4"0,0-12 1 0,0 12 2 16,0 0 0-16,0-11 0 15,0 11 0-15,0 8-14 16,0 7 0-16,0 6 0 0,0 4 0 16,0 6 0-16,0 4 0 15,0-1 0-15,5-2 0 16,-3 0 0-16,1-7 0 15,-1-5 0-15,1-2 0 0,-3-6 0 16,0-12 0-16,0 0 0 16,-8 0 0-16,1-7 0 15,-2-6 0-15,0-4 0 16,0-5 0-16,2-6 0 0,1-4 0 16,4-2 0-16,2-2 0 15,5-3 0-15,0 3 0 16,5 3 0-16,3 5 0 15,3 2 0-15,2 8 0 16,1 3 0-16,-1 10 0 0,5 5 0 16,-1 5 0-16,0 10 0 15,-6 3 0-15,-4 3 0 16,-5 6 0-16,-7 1 0 16,-3 0 0-16,-9-2 0 0,-3-1 0 15,-7-5 0-15,2-3 0 16,-3-7-13-16,-9 2-70 15,18-1-4-15</inkml:trace>
  <inkml:trace contextRef="#ctx0" brushRef="#br0" timeOffset="88017.06">20093 11474 436 0,'0'0'3'0,"0"0"2"0,0 0 1 15,0 10 0-15,0-10 1 16,0 15 1-16,2-7 0 0,3 2 0 16,2 1-2-16,1 0-1 15,2-6-1-15,2 2 0 16,6-5-1-16,1 1-1 16,2-3-2-16,1-8 0 15,-5 1 0-15,-2-3 0 0,0-2 0 16,-2 2 0-16,-6-2 0 15,-2-1 0-15,-5 13 0 16,2-15 0-16,-2 15 0 0,0 0 0 16,0 0 0-16,0 0 0 15,-2 18 0-15,0-1 0 16,-1 3 0-16,3 4 0 16,-2 4 0-16,-1-1 0 0,1 3 0 15,-2-5 0-15,0 0 0 16,-4-3 0-16,4-5-50 15,-6 0-36-15,-5-5-2 16</inkml:trace>
  <inkml:trace contextRef="#ctx0" brushRef="#br0" timeOffset="88266.43">19595 11922 443 0,'0'0'4'0,"6"0"3"16,4 0 1-16,9 0 2 16,8-2 1-16,11-3 2 0,9-2-1 15,13-1-9-15,8-2-3 16,8 6 0-16,1-4 0 16,5 1 0-16,-8 2 0 15,-1 3 0-15,-13 2 0 0,-7 0 0 16,-18 0 0-16,-2 2-9 15,-13 3-78-15,-20-5-2 16</inkml:trace>
  <inkml:trace contextRef="#ctx0" brushRef="#br0" timeOffset="88766.72">19963 12096 483 0,'0'0'3'16,"0"0"0"-16,0 0 1 15,-10 12 1-15,3-2 0 0,7 3 1 16,-5 2-4-16,5 4-2 16,0 6 0-16,0 3 0 15,5 1 0-15,2-1 0 16,1 1 0-16,0 1 0 0,-3-5 0 15,2-6 0-15,-5-1 0 16,1-3 0-16,-3-8 0 16,0-7 0-16,0 0 0 15,0 0 0-15,-8 3 0 0,1-6 0 16,1-9 0-16,-1-5 0 16,2-6 0-16,3-2 0 15,-3-4 0-15,5-4 0 16,0 1 0-16,10-3 0 0,-1 4 0 15,2 3 0-15,1 6 0 16,6 2 0-16,-4 5 0 16,4 6 0-16,1 6 0 15,-6 3 0-15,-2 3 0 0,3 4 0 16,-4 5 0-16,-5 5 0 16,-5 1 0-16,0 2 0 15,-3 0 0-15,-9-4 0 0,2 5 0 16,-5-9 0-16,2 3-12 15,11-5-73-15,-10-3-1 16</inkml:trace>
  <inkml:trace contextRef="#ctx0" brushRef="#br0" timeOffset="89250.05">20214 12228 473 0,'0'0'4'0,"0"0"3"0,0 0 1 0,0 0 2 16,0 0-1-16,10 0-9 15,-10 0 0-15,15-6 0 16,-15 6 0-16,15-2 0 0,-5 2 0 16,3 0 0-16,-3 2 0 15,-1 6 0-15,1 2 0 16,-4 2 0-16,-2 1 0 15,1 4 0-15,-5-5 0 0,-5 6 0 16,-2-8 0-16,-3 5 0 16,0-6 0-16,-2-2 0 15,1-1 0-15,2-3 0 0,9-3 0 16,-10 0 0-16,10 0 0 16,0-18 0-16,5 2 0 15,4-3 0-15,7-1 0 16,-2-3 0-16,4 4 0 0,-3 2 0 15,-3 2 0-15,3 3 0 16,-5 4 0-16,-10 8 0 16,10 0 0-16,-10 10 0 15,0 5 0-15,3 0 0 0,-1 2 0 16,3 3 0-16,0-1 0 16,4 2 0-16,4-6 0 15,7 2 0-15,0-8-16 16,12-6-70-16,5-3-4 15</inkml:trace>
  <inkml:trace contextRef="#ctx0" brushRef="#br0" timeOffset="90199.98">16179 11450 368 0,'0'0'8'0,"0"0"4"0,0-7 1 16,0 7 1-16,0 0 0 15,0 0 0-15,0 0 2 16,0 16 0-16,0 22-7 0,0 11-4 16,0 16-1-16,0 19-1 15,0 10 2-15,3 13-1 16,-1-2-1-16,1 8 0 15,-3-9-3-15,0 0 0 0,0-8 0 16,0-6 0-16,-8-11 0 16,0-8 0-16,-1-8 0 15,-3-14 0-15,-1-7 0 16,6-13-7-16,1-11-17 0,12-13-59 16,-6-5-2-16</inkml:trace>
  <inkml:trace contextRef="#ctx0" brushRef="#br0" timeOffset="91148.93">16045 11468 188 0,'0'0'6'0,"0"0"4"0,18-4 5 0,-6 2 2 16,8-1 2-16,5-5 0 0,7 1 0 16,8 0 0-16,15-4-4 15,7 5-5-15,7-4-5 16,13 0-1-16,10-3-3 16,10 1 1-16,12 1-2 0,12-6 1 15,9 3-1-15,1-3-1 16,18 2-1-16,4 1-2 15,5-4 0-15,3 0 0 0,6 4-1 16,2 1 1-16,4-4 0 16,4 3 0-16,0-3 3 15,-6 0 0-15,8 3 0 16,5-3 2-16,-8-1-1 0,-4 1 1 16,-9-3 1-16,4 5 2 15,-13 0-3-15,0-4 0 16,-12 3 0-16,-8 4 1 15,-10 3-1-15,-5-4-1 16,-17 8 1-16,-10-2-1 16,-15 2 3-16,-8 5 1 0,-9 0 0 15,-17 0 1-15,-7 0 0 16,-8 0 1-16,-8 0-1 0,-7 0 1 16,-9 0-2-16,1 0 0 15,-10 0-1-15,0 0 1 16,0 0 0-16,0 0-1 15,0 0 1-15,0 0 1 0,0 0 1 16,0 0 2-16,-7 2-1 16,7-2 2-16,0 0 0 15,0 0-2-15,0 0 0 16,0 0-2-16,0 0-1 0,0 0-2 16,0 0-1-16,-3 12 0 15,-4 6 2-15,-1 9 0 16,-2 15 1-16,-3 12 0 15,1 13 2-15,0 16 1 16,-1 12 0-16,6 7 0 0,4 10-2 16,3 0-5-16,8 6 0 15,5-1 0-15,1-9 0 16,4-3 0-16,-1-8 0 16,-4-9 0-16,-1-11 0 0,-5-12 0 15,-1-14 0-15,-6-8 0 16,0-11 0-16,-8-9 0 15,0-7 0-15,-1-11 0 16,2 6-10-16,7-11-75 0,-18-3-1 16</inkml:trace>
  <inkml:trace contextRef="#ctx0" brushRef="#br0" timeOffset="92033.24">15936 13152 255 0,'0'0'2'0,"10"0"1"16,4 1 4-16,9 3 1 15,7-2 4-15,11 3 2 0,7-3-1 16,19 3 1-16,8-3-1 15,11 2-1-15,9-4-3 16,14-4-1-16,4-3-3 0,16-2-2 16,12-1 2-16,8-8 1 15,16 1 1-15,8-4 1 16,11 5 0-16,10-1 0 0,12-1 1 16,0 3 0-16,6 2-3 15,-1 4-1-15,3-4-2 16,2 6-2-16,0 0 0 15,-6-1-1-15,4 1 0 16,-7-3 1-16,-6 0-1 16,-5-3 1-16,-12 6 0 0,-15-5 2 15,-14 1 1-15,-19-1 1 16,-19 3 1-16,-18-2 1 16,-17 4 2-16,-19-3 1 0,-19 5 0 15,-14 0-10-15,-10 0 0 16,-8 5 0-16,-12 0 0 15,10-2 0-15,-10 2 0 16,0 0 0-16,-5-5 0 0,2-6-54 16,3 11-34-16</inkml:trace>
  <inkml:trace contextRef="#ctx0" brushRef="#br0" timeOffset="104966.85">5202 14127 435 0,'0'0'5'0,"0"0"3"16,0 0 1-16,0 0 0 15,0 0 1-15,0 0-2 16,-15 3-1-16,7 8 1 0,-4 6-5 16,-1 4-2-16,1 9-2 15,-5 7 0-15,2 8 0 16,3 0 1-16,3 2 1 15,2 3 0-15,7-6-1 16,0-3 0-16,7-6 0 0,6-5 1 16,7-8-1-16,2-6 0 15,3-8 0-15,5-8 0 16,2-4 1-16,3-10-1 0,-3-6 1 16,3-5 0-16,-3-5 1 15,1-4 1-15,-8-4-3 16,-3-4 0-16,-7-3 0 15,-5 1 0-15,-7-6 0 16,-3 3 0-16,-8 0 0 0,-7-1 0 16,-5 9 0-16,-2 2 0 15,-5 5 0-15,-3 10 0 16,0 7 0-16,0 5 0 0,-2 10 0 16,4 8 0-16,-1 6 0 15,4 6 0-15,8 5 0 16,-1 2 0-16,8 3 0 15,7-3 0-15,6 1 0 16,12-2 0-16,3-5 0 16,7-1 0-16,4-6 0 0,9-1 0 15,-4-6 0-15,6 0 0 16,0-7 0-16,0 0 0 16,-1-2 0-16,-4-3 0 0,-5 0 0 15,-5 0 0-15,-3 2 0 16,-12-1 0-16,-2 4 0 15,-8 0 0-15,0 0 0 0,0 0 0 16,0 0 0-16,0 0 0 16,-8-3 0-16,8 3 0 15,-15 0 0-15,15 0 0 16,-15 0 0-16,15 0 0 16,-10 0-21-16,0 0-66 15,10 0-4-15</inkml:trace>
  <inkml:trace contextRef="#ctx0" brushRef="#br0" timeOffset="105566.57">6168 14330 332 0,'0'0'7'0,"0"0"3"0,0 0 4 15,0 0 3-15,0 0 2 16,0-9 0-16,0 9 1 16,0 0 0-16,0 0-6 15,0 0-4-15,0 0-3 0,0 0-3 16,0 0-1-16,10-5-1 15,0 3-1-15,8 2 0 16,3-3-1-16,12-2 1 0,2 0 1 16,10 0 0-16,5 0-1 15,1-5 0-15,4 6 0 16,0-2 0-16,-3-1 1 16,-2 4-2-16,-5-2 0 15,-1 1 0-15,-7 1 0 0,-2 0 0 16,-8 3 0-16,-2-2 0 15,-7-1 0-15,-3 3 0 16,-6-2 0-16,-9 2 0 16,0 0 0-16,0 0 0 0,0 0 0 15,-5 0-13-15,5 0-16 16,-9 7-55-16,-7-4-3 16</inkml:trace>
  <inkml:trace contextRef="#ctx0" brushRef="#br0" timeOffset="105949.97">6404 14343 414 0,'0'0'3'0,"0"0"3"15,0 0 1-15,0 0 1 0,0 0 0 16,0 0 1-16,7 10 2 15,-7-10 0-15,17 2-3 16,1 1-1-16,5-1-2 16,4-2 0-16,8 0 1 15,4 0-3-15,7 0-3 0,0 0 0 16,2-5 0-16,0 0 0 16,-4 1 0-16,-5-2 0 15,-4 2 0-15,-8 1 0 16,-4 0 0-16,-11-1 0 0,1 4 0 15,-13 0 0-15,0 0 0 16,0 0 0-16,0 0 0 16,0 0 0-16,-7 0 0 15,7 0 0-15,-20 0-20 0,10-3-66 16,-3 3-3-16</inkml:trace>
  <inkml:trace contextRef="#ctx0" brushRef="#br0" timeOffset="106350.42">6841 14031 442 0,'0'0'5'16,"0"0"2"-16,0 0 1 0,0 0 1 15,0 0-1-15,3 0 2 16,-3 0 0-16,15 5 0 15,-3 0-8-15,4 0-2 0,2 2 0 16,8 4 0-16,1-3 0 16,8 5 0-16,0 2 0 15,3-3 0-15,-1 1 0 16,-3 2 0-16,-1 0 0 0,-5 2 0 16,-1 2 0-16,-11 2 0 15,-7 3 0-15,-7 4 0 16,-8-1 0-16,-8 5 0 15,-9 0 0-15,-4 3 0 16,-3-3 0-16,-5 4 0 0,5-7 0 16,0-2 0-16,3-5 0 15,5-5 0-15,7-2 0 16,3-4 0-16,12-11 0 16,-13 12 0-16,13-12 0 0,0 0-26 15,18 0-60-15,-9-8-4 16</inkml:trace>
  <inkml:trace contextRef="#ctx0" brushRef="#br0" timeOffset="106983.37">8367 14080 462 0,'0'0'4'0,"0"0"3"0,0 0 1 15,0 0 1-15,-2-9 0 16,2 9 0-16,0 0-6 0,0 0-3 16,0 9 0-16,0 4 0 15,0 4 0-15,2 0 0 16,1 5 0-16,-1-2 0 16,3 8 0-16,-3-9 0 15,6 4-3-15,-5-9-28 0,-3-1-53 16,2-1-4-16</inkml:trace>
  <inkml:trace contextRef="#ctx0" brushRef="#br0" timeOffset="107500.24">8404 13827 394 0,'0'0'6'0,"0"0"2"16,0 0 3-16,-10-13 2 15,10 13 0-15,-12-11 2 0,2 8 0 16,-5 0 0-16,-2 3-5 16,-1 11-3-16,-6 8-3 15,-1 9-4-15,-2 8 0 0,-3 7 0 16,7 9 0-16,-2 3 0 15,11 1 0-15,4 2 0 16,4-4 0-16,9 1 0 16,10-8 0-16,7 0 0 15,9-10 0-15,6-2 0 0,7-7 0 16,2-9 0-16,9-7 0 16,-1-7 0-16,1-5 0 15,-4-5 0-15,1-10 0 16,-3-7 0-16,-4-3 0 15,-9-7 0-15,1-5 0 0,-10-5 0 16,-8-3 0-16,-7-7 0 16,-5-1 0-16,-8-1 0 15,-12-3 0-15,-7 4 0 0,-7 3 0 16,-4 10 0-16,-7 2 0 16,-2 16 0-16,-3 5 0 15,1 15 0-15,2 2 0 0,4 17 0 16,6 13-65-16,10-2-23 15</inkml:trace>
  <inkml:trace contextRef="#ctx0" brushRef="#br0" timeOffset="111216.87">10191 13964 418 0,'0'0'5'0,"0"0"3"15,0 0 3-15,0 0 2 16,0 0 0-16,7-7 2 15,-7 7 0-15,0 0-2 0,0 0-13 16,0 0 0 0,0 0 0-16,2 4 0 0,-2 9 0 15,0 2 0-15,-4 7 0 16,-1 6 0-16,-5-2 0 0,-5 9 0 16,0 0 0-16,-2-1 0 15,0-1 0-15,-6-3 0 16,3-3 0-16,-2-5 0 15,4-5 0-15,3-1 0 0,1-2 0 16,2-3 0-16,1-4 0 16,11-7 0-16,-14 9 0 15,14-9 0-15,0 0 0 16,-11 9 0-16,11-9 0 0,0 0 0 16,0 0 0-16,0 0 0 15,0 0 0-15,0 0 0 16,13 0 0-16,1 0 0 15,7 0 0-15,4-4 0 16,2-1 0-16,5 3 0 0,5-1 0 16,3 3 0-16,-6-3 0 15,5 2 0-15,-7 1 0 16,-6 0 0-16,-1 0 0 0,-4 0 0 16,-4 0 0-16,-7 0 0 15,-10 0 0-15,10 0 0 16,-10 0 0-16,0 0 0 15,0 0 0-15,0 0 0 16,0 0 0-16,0 0 0 0,0 0 0 16,0 0 0-16,-8 4 0 15,8-4 0-15,0 0 0 16,-7 3 0-16,7-3 0 16,0 0-22-16,0 0-66 0,0 0-4 15</inkml:trace>
  <inkml:trace contextRef="#ctx0" brushRef="#br0" timeOffset="111950.18">10641 14169 472 0,'0'0'4'0,"0"0"2"15,0 0 2-15,0 0 0 16,5-7 1-16,-5 7-5 16,0 0-4-16,0 0 0 15,5 12 0-15,-5 3 0 0,0 3 0 16,0 4 0-16,0 5 0 15,0 0 0-15,0 4 0 16,0-2 0-16,0-4 0 0,0 0 0 16,1-3 0-16,-1-7 0 15,3 2 0-15,-3-10 0 16,0-7-47-16,8 10-39 16,-8-10-4-16</inkml:trace>
  <inkml:trace contextRef="#ctx0" brushRef="#br0" timeOffset="112183.79">10936 14080 462 0,'0'0'3'16,"0"0"3"-16,3-9 2 0,-3 9 1 16,0 0 1-16,8-10 0 15,-8 10-7-15,0 0-3 16,5 11 0-16,-3 7 0 15,0 2 0-15,-2 5 0 0,5 2 0 16,-2 5 0-16,1-4 0 16,1-1 0-16,3-3 0 15,-3-4-29-15,-10-2-56 16,5-3-4-16</inkml:trace>
  <inkml:trace contextRef="#ctx0" brushRef="#br0" timeOffset="112400.02">10752 14179 448 0,'0'0'3'0,"0"0"0"16,7-2 1-16,-7 2 3 16,18-8 0-16,0 5 0 0,1 2 1 15,6-5 0-15,5 5-2 16,2-2-1-16,3-3-3 15,6 6-8-15,-7 0-14 0,-12 0-61 16,16 0-5-16</inkml:trace>
  <inkml:trace contextRef="#ctx0" brushRef="#br0" timeOffset="113016.41">11522 14135 476 0,'0'0'4'16,"0"0"1"-16,0 0 1 15,-4-15 0-15,4 15 2 16,-15-8-2-16,0 4-6 0,3-2 0 16,-8 6 0-16,-1 0 0 15,2 6 0-15,-4 4 0 16,3 2 0-16,3 3 0 16,2 2 0-16,5 5 0 0,8 1 0 15,2-3 0-15,2-3 0 16,10 0 0-16,4-5 0 15,6-4 0-15,0-6 0 16,6-2 0-16,-3 0 0 16,0-6 0-16,4-7 0 0,-6-2 0 15,-4-5 0-15,-1-2 0 16,-7-8 0-16,1-2 0 16,-7-3 0-16,-3-7 0 0,-2 0 0 15,-11-2 0-15,2-1 0 16,-3 2 0-16,-4 9 0 15,4 1 0-15,-1 11 0 16,6 7 0-16,7 15 0 16,-10-1 0-16,10 12 0 0,0 14 0 15,5 5 0-15,2 9 0 16,4 6 0-16,1 5 0 16,0 2 0-16,4-4 0 15,0-4 0-15,2-5 0 0,0-2 0 16,-1 0 0-16,-4-10 0 15,4 3 0-15,-8-5-40 0,9-3-46 16,-3-7-3-16</inkml:trace>
  <inkml:trace contextRef="#ctx0" brushRef="#br0" timeOffset="113416.84">11747 14209 496 0,'0'0'4'16,"0"0"0"-16,0 0 3 15,2-7-7-15,-2 7 0 0,5-15 0 16,0 5 0-16,4-1 0 16,0 4 0-16,3-3 0 15,5 6 0-15,-1-1 0 0,6 5 0 16,-3 0 0-16,1 1 0 15,-3 10 0-15,-2 2 0 16,-3 5 0-16,-3 1 0 16,-7 1 0-16,-2 2 0 0,-2 0 0 15,-7 1 0-15,0-4 0 16,-3 3 0-16,3-5 0 16,0 0 0-16,4-6 0 15,3-3 0-15,2-8 0 0,0 12 0 16,0-12 0-16,16 0 0 15,-2 0 0-15,0-2 0 16,9-1 0-16,-6-10 0 16,11-6-51-16,-7 7-39 15</inkml:trace>
  <inkml:trace contextRef="#ctx0" brushRef="#br0" timeOffset="113733.69">12000 13669 462 0,'0'0'4'0,"0"0"2"15,0 0 0-15,0 0 2 16,2-7 0-16,-2 7 1 0,17 0-1 16,-1 7-8-16,6 10 0 15,2 8 0-15,6 10 0 16,6 8 0-16,-4 11 0 0,0 5 0 15,-4 3 0-15,-7 7 0 16,-5-5 0-16,-9 4 0 16,-7-4 0-16,-2-2 0 15,-14-3 0-15,-3-4 0 0,-11-2 0 16,-4-7 0-16,-9-4 0 16,-2-5 0-16,-7-2 0 15,-5-1-64-15,-5-14-26 16</inkml:trace>
  <inkml:trace contextRef="#ctx0" brushRef="#br0" timeOffset="114299.65">9816 13699 405 0,'0'0'2'0,"0"0"2"0,-16 0 0 16,2 0 2-16,-6 10 1 16,-5 4 3-16,-7 11-2 15,-6 10 3-15,-1 9 0 16,0 12-2-16,3 10-1 0,4 8-2 16,10 5 0-16,4 3-1 15,13 3-2-15,5-7 0 16,18-3 0-16,9-6-3 15,11-12 0-15,11-7 0 16,10-8 0-16,14-10 0 0,6-9-3 16,23-9-36-16,3-1-42 15,12-6-5-15</inkml:trace>
  <inkml:trace contextRef="#ctx0" brushRef="#br0" timeOffset="114799.95">12805 13969 438 0,'0'0'4'16,"0"0"4"-16,-2-12 2 0,2 12 0 16,-10-10 1-16,2 4 1 15,-4 6-1-15,-4 0-4 16,-3 11-7-16,-4 6 0 16,-2 3 0-16,0 12 0 15,4 0 0-15,0 5 0 0,7 0 0 16,3-2 0-16,9 0 0 15,4-10 0-15,14-1 0 16,1-6 0-16,13-5 0 16,-1-9-35-16,8-2-49 0,4-2-4 15</inkml:trace>
  <inkml:trace contextRef="#ctx0" brushRef="#br0" timeOffset="115116.72">13009 14036 432 0,'0'0'6'16,"-11"0"-1"-16,11 0 2 16,-14 10 2-16,-1-3 0 15,3 4 1-15,-1 3 0 0,-2 1-1 16,6 2-4-16,6-2-1 16,0 1-1-16,3 2-1 15,10-3-2-15,5-2 0 0,3-3 0 16,11-5 0-16,-3-3 0 15,3-2 0-15,-2 0 0 16,6-2 0-16,-14-6 0 16,6 1 0-16,-7-6 0 15,-6 4 0-15,-7-7 0 16,-5 2 0-16,-3-1 0 0,-6 0 0 16,-6 0 0-16,-8 3 0 15,4 5 0-15,-9-3-8 16,-2 10-78-16,13 0-2 0</inkml:trace>
  <inkml:trace contextRef="#ctx0" brushRef="#br0" timeOffset="115500.8">13533 13941 455 0,'0'0'4'16,"0"0"1"-16,0 0 1 0,-10-4 1 15,3 4 1-15,-9-3 0 16,-1 3 0-16,-5 0 0 16,-3 3-6-16,1 7-2 15,-1-3 0-15,-1 5 0 16,9 4 0-16,2-4 0 16,8 5 0-16,5-2 0 0,4 0 0 15,12-1 0-15,7 2 0 16,1-4 0-16,8 2 0 15,2 1 0-15,-5-2 0 16,0-1 0-16,-2 0 0 0,-4 1 0 16,-7-3 0-16,-6 2 0 15,-5-2 0-15,-9 0 0 16,-1 0 0-16,-10 0 0 0,-3 0 0 16,-8-3 0-16,1 1 0 15,-3-4 0-15,2-1 0 16,4 2 0-16,2-5-20 15,-3-2-63-15,25 2-3 16</inkml:trace>
  <inkml:trace contextRef="#ctx0" brushRef="#br0" timeOffset="116016.62">13814 13916 501 0,'0'0'4'15,"0"0"2"-15,0 0-6 16,0 0 0-16,0 0 0 0,2-7 0 16,-2 7 0-16,0 0 0 15,-13 10 0-15,6 5 0 16,-5 8 0-16,-1 4 0 16,1 7 0-16,3 1 0 0,-2 2 0 15,6-2 0-15,3-2 0 16,2-4 0-16,7-4 0 15,6-8 0-15,6-7 0 16,1-3 0-16,5-7 0 0,3 0 0 16,-1-7 0-16,-3-5 0 15,-1-8 0-15,0-3 0 16,-9 1 0-16,-3-7 0 16,-7-4 0-16,-4-3 0 15,-8 0 0-15,-7-6 0 0,1 8 0 16,-11 1 0-16,0 1 0 15,-7 7 0-15,5 10 0 16,-3 5 0-16,2 6 0 16,3 6 0-16,6 8 0 0,3 5 0 15,5 5 0-15,6 4 0 16,5 1 0-16,7 3 0 16,5 1 0-16,8-4 0 0,8 0 0 15,-1-6 0-15,5-3 0 16,3-2 0-16,0-10-9 15,-8-3-78-15,7-1-2 16</inkml:trace>
  <inkml:trace contextRef="#ctx0" brushRef="#br0" timeOffset="116216.66">14157 14003 503 0,'0'0'2'0,"0"0"1"15,0 0 0-15,0 0-3 16,0 15 0-16,0-2 0 16,5 2 0-16,-1 4 0 15,4 5 0-15,-3-1 0 0,3 5 0 16,-4-3 0-16,4 4 0 16,-8 9-64-16,7-17-25 15</inkml:trace>
  <inkml:trace contextRef="#ctx0" brushRef="#br0" timeOffset="116483.36">14635 13870 511 0,'0'0'0'16,"0"0"0"-16,0 0 0 16,14 0 0-16,-7 0 0 15,7 0 0-15,7 0 0 16,-1-5 0-16,7 2 0 0,6 3 0 16,-4-7 0-16,8-1-22 15,1 6-67-15,-6-3-3 16</inkml:trace>
  <inkml:trace contextRef="#ctx0" brushRef="#br0" timeOffset="116633">14760 14043 472 0,'0'0'3'16,"0"0"4"-16,0 0 0 0,11 10 1 16,1-8 1-16,5-2-4 15,7 3-5-15,4-3 0 16,8 0 0-16,3-3 0 15,0-1-70-15,7-8-17 16</inkml:trace>
  <inkml:trace contextRef="#ctx0" brushRef="#br0" timeOffset="117266.81">15928 13666 478 0,'0'0'4'0,"0"0"2"16,5-9 2-16,-5 9 3 0,3-10-7 15,-3 10-4-15,0 0 0 16,0 0 0-16,0 0 0 16,2 19 0-16,-2 4 0 15,0 7 0-15,0 7 0 0,0 3 0 16,3 4 0-16,2-1 0 15,-1-4 0-15,4-9 0 16,-2 2 0-16,3-13 0 16,-2-1 0-16,-2-11 0 0,-5-7 0 15,0 0 0-15,0-7 0 16,-7-11 0-16,-3-1 0 16,-3-11 0-16,1-2 0 15,-3-7 0-15,3-4 0 0,0-4 0 16,4 0 0-16,3 0 0 15,2 0 0-15,3 7 0 16,5 3 0-16,6 5 0 16,6 10 0-16,5 6 0 0,3 9 0 15,5 7 0-15,0 3 0 16,0 10 0-16,-1 3 0 16,-7 9 0-16,-7 0 0 15,-7 7 0-15,-8-3 0 16,0 4 0-16,-18-4 0 0,-1-1 0 15,-11-6 0-15,5-2-57 16,-5-3-32-16</inkml:trace>
  <inkml:trace contextRef="#ctx0" brushRef="#br0" timeOffset="117767.07">16296 13835 511 0,'0'0'0'0,"0"0"0"0,0-5 0 15,0 5 0-15,0-9 0 0,0 9 0 16,0-13 0-16,0 13 0 16,17-12 0-16,-7 12 0 15,6 0 0-15,-2 0 0 16,6 7 0-16,-5 4 0 15,2 2 0-15,-7 7 0 0,-3-2 0 16,-7 4 0-16,-2 0 0 16,-10-2 0-16,-6 0 0 15,1 0 0-15,-5-7 0 0,-1-1 0 16,4-8 0-16,6 1 0 16,0-5 0-16,13 0 0 15,-7-7 0-15,10-3 0 16,6-7 0-16,12-5 0 0,0-1 0 15,7-4 0-15,-1 0 0 16,3 2 0-16,-5 1 0 16,-2 6 0-16,-6 4 0 15,-7 8 0-15,-10 6 0 16,10 6 0-16,-10 5 0 0,0 7 0 16,0 4 0-16,2 0 0 15,3 3 0-15,5 2 0 16,5-2 0-16,5-5 0 15,7 3 0-15,3-9-29 0,8-8-59 16,6-6-3-16</inkml:trace>
  <inkml:trace contextRef="#ctx0" brushRef="#br0" timeOffset="123234.69">11302 15515 391 0,'0'0'7'0,"4"-10"3"0,-4 10 2 15,5-18 2-15,1 8 2 16,-1-2 2-16,0 2 0 15,2-2 2-15,-7 12-15 0,5-14-5 16,-5 14 0-16,0 0 0 16,0 4 0-16,0 11 0 15,-10 5 0-15,-2-1 0 0,-6 6 0 16,-2 3 0-16,1-2 0 16,-6 1 0-16,4-4 0 15,-6-1 0-15,8-4 0 16,-2-3 0-16,4 0 0 0,2-5 0 15,1-1 0-15,3-3 0 16,11-6 0-16,-14 10 0 16,14-10 0-16,0 0 0 15,0 0 0-15,0 0 0 0,14 8 0 16,4-8 0-16,7 0 0 16,7-4 0-16,5 2 0 15,5-6 0-15,3 4 0 16,2-2 0-16,-2-1 0 15,-4 5 0-15,-3-7 0 0,-5 8 0 16,-4-2 0-16,-11 1 0 16,-1 2 0-16,-4 0 0 15,-13 0 0-15,11 0 0 0,-11 0 0 16,0 0 0-16,0 0 0 16,0 5 0-16,0-5 0 15,0 0 0-15,-8 15-20 16,8-15-66-16,0 0-4 15</inkml:trace>
  <inkml:trace contextRef="#ctx0" brushRef="#br0" timeOffset="123533.72">11822 15582 501 0,'0'0'4'0,"0"0"2"16,0 0-6-16,0 0 0 15,-3-5 0-15,3 5 0 16,0 0 0-16,0 7 0 16,0 6 0-16,0 4 0 0,2 3 0 15,-1 2 0-15,3 5 0 16,-2 1 0-16,5-4 0 15,-7 1 0-15,9-4 0 0,-9 22-45 16,4-28-44-16,-1-7-3 16</inkml:trace>
  <inkml:trace contextRef="#ctx0" brushRef="#br0" timeOffset="123733.38">12244 15480 501 0,'0'0'3'0,"0"0"0"0,0 0 1 16,0 0-4-16,9 0 0 15,-9 0 0-15,0 15 0 16,0 0 0-16,0 5 0 16,-2 2 0-16,-1 0 0 0,1 10 0 15,-5-4 0-15,7-1-84 16,0-2-4-16</inkml:trace>
  <inkml:trace contextRef="#ctx0" brushRef="#br0" timeOffset="123932.88">12077 15584 471 0,'0'0'2'0,"0"0"2"16,0 0 0-16,10-7 1 15,2 4 0-15,3 1 0 16,7-4-1-16,8 4-2 16,-2-3-10-16,9-14-52 15,6 19-22-15,-4 0-3 0</inkml:trace>
  <inkml:trace contextRef="#ctx0" brushRef="#br0" timeOffset="124382.84">12743 15547 462 0,'0'0'4'0,"0"0"1"0,-3-7 2 15,3 7 1-15,-13-10 0 16,1 4 1-16,-5 2-1 0,-3-1-8 16,-2 2 0-16,-3 3 0 15,0 4 0-15,1 4 0 16,1 5 0-16,3 2 0 0,8-1 0 15,5 7 0-15,4-2 0 16,3 2 0-16,7-5 0 16,10-1 0-16,3-5 0 15,5-5 0-15,3-5 0 16,-1-2 0-16,0-11 0 0,3-4 0 16,-8-6 0-16,1-4 0 15,-6-5 0-15,-2-3 0 16,-3-4 0-16,-4 0 0 15,-8-6 0-15,0 3 0 16,0-1 0-16,-5 6 0 0,-3 6 0 16,1 6 0-16,2 7 0 15,-2 8 0-15,7 10 0 0,-12 13 0 16,12 12 0-16,0 4 0 16,0 11 0-16,6 4 0 15,5 8 0-15,-2 0 0 16,7 0 0-16,-2-7 0 0,7 1-68 15,0-5-23-15</inkml:trace>
  <inkml:trace contextRef="#ctx0" brushRef="#br0" timeOffset="124750.12">13098 15544 470 0,'0'0'5'0,"0"0"2"0,-10-10 1 15,10 10 3-15,-14-14-1 16,5 4-10-16,5 2 0 0,-4-1 0 16,4-1 0-16,4 10 0 15,0-13 0-15,4 11 0 16,8 2 0-16,9 0 0 0,1 5 0 16,-3 2 0-16,7 6 0 15,-4 2 0-15,-5 4 0 16,-6 3 0-16,-4 3 0 15,-7 3 0-15,-7-3 0 0,-6 2 0 16,-7 0 0-16,3-3 0 16,-3-4 0-16,5-5 0 15,0 0 0-15,7-5 0 16,8-10 0-16,-7 9 0 0,7-9 0 16,13 0 0-16,1 0 0 15,12-4 0-15,3-8 0 16,-4-9-54-16,17 7-35 15</inkml:trace>
  <inkml:trace contextRef="#ctx0" brushRef="#br0" timeOffset="124932.95">13784 15430 511 0,'0'0'0'0,"0"0"0"0,0 0 0 16,0 0 0-16,0 0 0 15,12 0 0-15,-12 0 0 16,20-1 0-16,-5-2 0 16,5 0 0-16,-3 1-20 0,10-8-67 15,3 0-3-15</inkml:trace>
  <inkml:trace contextRef="#ctx0" brushRef="#br0" timeOffset="125085.92">13808 15520 493 0,'0'0'2'0,"0"0"0"16,0 0 2-16,0 0 0 16,0 0 2-16,18 7-6 0,0-7 0 15,9-3 0-15,10 2 0 16,8-17-15-16,14 6-67 16,8-6-4-16</inkml:trace>
  <inkml:trace contextRef="#ctx0" brushRef="#br0" timeOffset="125599.78">15004 14863 500 0,'0'0'3'0,"0"0"2"15,-3-9-2-15,3 9-3 16,-2-11 0-16,2 11 0 15,0 0 0-15,0 0 0 0,-12 5 0 16,12 15 0-16,-3 5 0 16,3 4 0-16,0 9 0 15,0 1 0-15,5 3 0 0,2-4 0 16,1-1 0-16,5-10 0 16,-4-2 0-16,-2-8 0 15,-2-2 0-15,-5-15 0 16,0 0 0-16,0 0 0 15,0-7 0-15,0-7 0 16,-9-10 0-16,1 0 0 0,-1-9 0 16,-2-1 0-16,2-6 0 15,4-1 0-15,0-2 0 16,5-4 0-16,0 5 0 0,10 2 0 16,2 6 0-16,5 6 0 15,4 6 0-15,3 4 0 16,1 8 0-16,5 10 0 0,-3 0 0 15,-2 13 0-15,-4 4 0 16,2 6 0-16,-12-1 0 16,-4 10 0-16,-7-5 0 15,-7 6 0-15,-6-3 0 0,-12 1 0 16,6-3 0-16,-6 0 0 16,-3-9 0-16,14 1-49 15,-7-3-38-15,6-4-3 16</inkml:trace>
  <inkml:trace contextRef="#ctx0" brushRef="#br0" timeOffset="126116.69">15334 15032 481 0,'0'0'5'0,"0"0"1"0,-6-8 1 15,6 8 2-15,-1-15-6 16,-1 8-3-16,2-4 0 16,0 3 0-16,0 8 0 0,19-17 0 15,-9 13 0-15,5 4 0 16,3 0 0-16,-1 3 0 16,0 4 0-16,-5 4 0 0,1 3 0 15,-3 3 0-15,-8 1 0 16,-2-1 0-16,0 0 0 15,-4-4 0-15,-6 1 0 16,2-6 0-16,1-1 0 16,7-7 0-16,-15 5 0 0,15-5 0 15,-9-5 0-15,9-5 0 16,3-4 0-16,6-4 0 16,3-5 0-16,3-1 0 0,7-4 0 15,-4 3 0-15,4 6 0 16,-3-1 0-16,-3 6 0 15,-4 6 0-15,-12 8 0 16,13 3 0-16,-11 9 0 0,-2 5 0 16,0 6 0-16,0 1 0 15,0 4 0-15,3 1 0 16,1-2 0-16,6-2 0 16,3-2 0-16,2-3 0 0,5-1 0 15,-1-3 0-15,8-2 0 16,1-1-81-16,-3-9-9 15</inkml:trace>
  <inkml:trace contextRef="#ctx0" brushRef="#br0" timeOffset="126533.48">14557 15510 380 0,'0'0'7'0,"-18"0"2"0,6 0 2 0,-1 2 1 15,1-2 2-15,0 3-1 16,-2-3 2-16,5 1 0 16,9-1-4-16,7 4-2 15,14-4-2-15,9 0-1 16,11-4-4-16,12 0-2 0,19-3 0 15,8-3 0-15,16 0 0 16,6 0 0-16,12 3 0 16,8-1 0-16,7 2 0 15,0-5 0-15,0 4 0 0,-1 1 0 16,-6 2 0-16,-11-1 0 16,-10 0 0-16,-11 0 0 15,-20 0 0-15,-13 5 0 0,-17 0 0 16,-10-2 0-16,-13 2 0 15,-17 0 0-15,0 0 0 16,-12 4 0-16,-1 4-15 16,1-6-73-16,-13 1-4 0</inkml:trace>
  <inkml:trace contextRef="#ctx0" brushRef="#br0" timeOffset="126933.54">14946 15809 464 0,'0'0'5'0,"0"0"1"0,-5-10 1 0,5 10 1 16,-16-9 1-16,3 4 0 15,-2 1-6-15,-6 4-3 16,-3 0 0-16,0 10 0 0,-6 4 0 16,3 8 0-16,-1 0 0 15,2 6 0-15,4 1 0 16,6 1 0-16,3 0 0 15,8-6 0-15,5 4 0 0,13-6 0 16,6-6 0-16,8 1 0 16,11-13 0-16,14 3-7 15,10-7-79-15,-6-10-3 16</inkml:trace>
  <inkml:trace contextRef="#ctx0" brushRef="#br0" timeOffset="127232.94">15208 15877 442 0,'0'0'5'0,"-14"2"1"0,3 3 3 16,1 3 0-16,-3-1 0 15,-1 3 0-15,-4 2 0 16,6 5 1-16,2-4-7 16,4 2-3-16,12-5 0 0,4 0 0 15,8-3 0-15,6-2 0 16,3-3 0-16,8-2 0 15,3 0 0-15,-6-7 0 16,-2 0 0-16,-6-3 0 16,-4 0 0-16,-4-2 0 0,-9-1 0 15,-7-2 0-15,-3 0 0 16,-12 3 0-16,0-1 0 16,-5 1 0-16,2 6 0 15,-3-3 0-15,3 9-18 0,11 0-68 16,-3 3-4-16</inkml:trace>
  <inkml:trace contextRef="#ctx0" brushRef="#br0" timeOffset="127599.89">15592 15806 464 0,'0'0'4'0,"0"0"1"15,0 0 1-15,0 0 0 0,-5-4 1 16,-4 4 0-1,-1 0-1-15,-5 3 0 0,-2 1-6 16,-1 6 0-16,-2 0 0 16,3 3 0-16,4 1 0 15,3 4 0-15,3 0 0 0,7-4 0 16,3 3 0-16,6-2 0 16,7 1 0-16,5-2 0 15,7-2 0-15,-3 1 0 0,5-4 0 16,-5 4 0-16,0-5 0 15,-6-1 0-15,-4 0 0 16,-15-7 0-16,8 11 0 16,-8-11 0-16,-12 8 0 15,-6-2 0-15,-5-3 0 0,-1 2 0 16,-3-2 0-16,4-2 0 16,0-1-5-16,7 0-21 15,16 0-56-15,0 0-3 16</inkml:trace>
  <inkml:trace contextRef="#ctx0" brushRef="#br0" timeOffset="128466.7">16013 15712 465 0,'0'0'5'0,"0"0"2"16,0 0 2-16,0 0 0 15,0 0 1-15,0 0-4 16,0 0-6-16,0 0 0 0,-17 11 0 16,9 3 0-16,-2 11 0 15,0 0 0-15,0 10 0 16,5-3 0-16,2 7 0 0,3-3 0 16,5-3 0-16,8-2 0 15,7-9 0-15,0-2 0 16,5-7 0-16,2-6 0 15,-3-6 0-15,4-2 0 16,-6-9 0-16,3-10 0 16,-8 0 0-16,-4-6 0 0,-1-2 0 15,-9-7 0-15,-3 0 0 16,-5-4 0-16,-10-1 0 16,0 3 0-16,-10 2 0 0,3 3 0 15,-5 7 0-15,-1 8 0 16,-1 7 0-16,-1 7 0 15,7 6 0-15,-4 12 0 16,5 5 0-16,4 4 0 0,6 1 0 16,4 3 0-16,8 1 0 15,6 0 0-15,8-1 0 16,14-5 0-16,2-6 0 0,9-2 0 16,9-12 0-16,1-3-72 15,8 0-17-15</inkml:trace>
  <inkml:trace contextRef="#ctx0" brushRef="#br0" timeOffset="128649.92">16420 15834 511 0,'0'0'0'0,"0"0"0"0,-5 10 0 0,3 0 0 0,2 8 0 16,0-2 0-16,0 7 0 15,0 7 0-15,7 5 0 16,-7 1-32-16,5-3-54 16,3-5-4-16</inkml:trace>
  <inkml:trace contextRef="#ctx0" brushRef="#br0" timeOffset="129783.35">17578 15249 465 0,'0'0'3'16,"0"0"2"-16,0 0 2 16,0 0 1-16,7 3 1 0,-7-3 1 15,0 0-6-15,13 3-4 16,-3-3 0-16,4 3 0 16,2-3 0-16,9 0 0 15,5 0 0-15,2 0 0 0,5 0 0 16,2-3 0-16,-4-3 0 15,2 5 0-15,-7-6 0 16,0-1-32-16,-5 5-56 16,-14-2-4-16</inkml:trace>
  <inkml:trace contextRef="#ctx0" brushRef="#br0" timeOffset="129982.78">17571 15356 469 0,'0'0'3'0,"0"0"1"0,0 0 1 15,0 0 2-15,-2 12 2 16,2-12 1-16,7 8-6 16,5-5-4-16,8-1 0 0,10-2 0 15,4 0 0-15,11 0 0 16,0-2 0-16,8-1 0 16,-4-5 0-16,3 6 0 15,-10-5 0-15,1-3-60 16,-11 2-29-16</inkml:trace>
  <inkml:trace contextRef="#ctx0" brushRef="#br0" timeOffset="130366.68">17978 15079 491 0,'0'0'4'16,"0"0"2"-16,0 0 2 15,0 0-6-15,0 0-2 0,0 0 0 16,0 0 0-16,0 0 0 16,0 0 0-16,20 5 0 15,2 4 0-15,8 2 0 16,5 1 0-16,10 1 0 0,-1 1 0 16,4 4 0-16,-4 0 0 15,-3-2 0-15,-7 4 0 16,-6 2 0-16,-9 0 0 0,-14 6 0 15,-5 1 0-15,-8 1 0 16,-12 3 0-16,-4-1 0 16,-8 5 0-16,2-5 0 15,-2-2 0-15,2-6 0 16,5 0 0-16,4-8 0 16,10 1 0-16,0-9 0 0,11 2 0 15,0-10-26-15,6 2-64 16,8-4-2-16</inkml:trace>
  <inkml:trace contextRef="#ctx0" brushRef="#br0" timeOffset="131183.5">19360 15084 431 0,'0'0'7'0,"0"0"3"0,2-16 3 15,-2 16 2-15,0-16 1 16,0 5 0-16,0-1-13 0,0-1-3 16,-7 5 0-16,-4-3 0 15,-3 5 0-15,-6 2 0 16,3 4 0-16,-6 0 0 0,-2 7 0 16,-2 7 0-16,-1 0 0 15,3 5 0-15,6 6 0 16,-1-3 0-16,5 6 0 15,11-3 0-15,0-1 0 16,8-2 0-16,8-4 0 0,10-5 0 16,0-6 0-16,8-5 0 15,4-2 0-15,4-9 0 16,-3-4 0-16,2-7 0 16,-7-3 0-16,2-6 0 0,-9-6 0 15,-4-4 0-15,-8-8 0 16,-4-3 0-16,-7-7 0 15,-2 0 0-15,-8-2 0 16,-5 3 0-16,-6 6 0 16,2 2 0-16,-1 14 0 0,3 6 0 15,4 11 0-15,-1 9 0 16,5 12 0-16,5 15 0 16,0 11 0-16,4 9 0 15,4 6 0-15,6 7 0 0,0 10 0 16,4-5 0-16,2 2 0 15,4-4 0-15,1-6 0 16,5 0 0-16,-6-6 0 0,1-3 0 16,2-6 0-16,-3-9 0 15,8 0-6-15,-1-8-84 16,-5-4-3-16</inkml:trace>
  <inkml:trace contextRef="#ctx0" brushRef="#br0" timeOffset="131699.85">19797 15116 484 0,'0'0'5'0,"-8"-3"1"15,8 3 3-15,-10-7-2 16,10 7-7-16,-14-13 0 0,14 13 0 15,-16-16 0-15,16 16 0 16,0-18 0-16,0 11 0 16,6-4 0-16,4 4 0 15,4 0 0-15,6-1 0 0,3 5 0 16,4 3 0-16,-3 0 0 16,-1 0 0-16,2 11 0 15,-10-1 0-15,0 5 0 0,-13 1 0 16,-2 4 0-16,-7 5 0 15,-11-1 0-15,2 4 0 16,-12 0 0-16,5-1 0 16,-4-2 0-16,4-5 0 15,1-1 0-15,5-4 0 0,2-2 0 16,7-7 0-16,8-6 0 16,-2 14 0-16,2-14 0 15,10 4 0-15,5-4 0 16,2 0 0-16,5 0 0 0,3-2 0 15,3 0 0-15,-1-3 0 16,1-4 0-16,-1 5 0 16,3-3 0-16,-8-1 0 15,0-2 0-15,-1 8 0 0,-9-1-55 16,1-9-38-16</inkml:trace>
  <inkml:trace contextRef="#ctx0" brushRef="#br0" timeOffset="131933.54">20299 14991 500 0,'0'0'3'0,"0"0"2"0,0 0-2 15,7 3-3-15,-7-3 0 16,10 0 0-16,-10 0 0 15,17 0 0-15,-4 0 0 16,2 0 0-16,0 0 0 0,7 0 0 16,0 0 0-16,6 3 0 15,-8 8-40-15,7-11-50 16</inkml:trace>
  <inkml:trace contextRef="#ctx0" brushRef="#br0" timeOffset="132082.92">20299 15118 477 0,'0'0'3'0,"0"0"1"16,0 0 1-16,0 0 2 16,0 0 1-16,0 0-1 0,13 8-7 15,3-8 0-15,12 0 0 16,4-5 0-16,13-8-33 16,7 3-50-16,3-4-6 15</inkml:trace>
  <inkml:trace contextRef="#ctx0" brushRef="#br0" timeOffset="132666.04">21349 14183 498 0,'0'0'4'16,"0"0"0"-16,0 0 1 16,0 0-5-16,0 0 0 0,0 0 0 15,0 0 0-15,0 14 0 16,0 1 0-16,0 12 0 16,0 5 0-16,0 3 0 15,3 9 0-15,0 1 0 0,4 0 0 16,1-3 0-16,-1-3 0 15,0-7 0-15,-3-4 0 16,-2-8 0-16,0-6 0 16,-2-4 0-16,0-10 0 15,0 0 0-15,0 0 0 0,-8-10 0 16,3-7 0-16,0-5 0 16,-2-11 0-16,-2-1 0 15,0-6 0-15,5-5 0 0,1-4 0 16,3-3 0-16,3 2 0 15,7-1 0-15,5 3 0 16,3 7 0-16,-2 5 0 0,9 7 0 16,0 12 0-16,3 7 0 15,2 8 0-15,0 6 0 16,-6 17 0-16,1 4 0 16,-8 1 0-16,-2 8 0 15,-8 1 0-15,-7 3 0 16,-2-4 0-16,-13-1 0 0,0-4 0 15,-7-4 0-15,0-3 0 16,-1-2 0-16,-2-8 0 16,3 3-33-16,12-7-53 15,-5-8-2-15</inkml:trace>
  <inkml:trace contextRef="#ctx0" brushRef="#br0" timeOffset="133219.76">21767 14402 476 0,'0'0'5'0,"0"0"2"0,0 0 2 0,5 0 2 16,-5 0-8-16,0 0-3 15,12-7 0-15,-12 7 0 16,8-15 0-16,-8 15 0 0,12-12 0 15,-2 9 0-15,3 2 0 16,-1 1 0-16,3 1 0 16,-3 9 0-16,4 2 0 15,-6 1 0-15,-1 7 0 16,-6-3 0-16,-1 4 0 0,-4-2 0 16,-6 1 0-16,-4-3 0 15,-3-3 0-15,0-1 0 16,-3-2 0-16,7-7 0 0,-2 1 0 15,13-5 0-15,-12-5 0 16,12 5 0-16,0-20 0 16,7 5 0-16,6-4 0 15,3-4 0-15,7-7 0 16,0 3 0-16,1-2 0 0,-1 4 0 16,2 3 0-16,-10 2 0 15,-1 5 0-15,-4 7 0 16,-10 8 0-16,5 8 0 15,-5 9 0-15,-3 1 0 0,-1 6 0 16,1 6 0-16,-2 3 0 16,5-2 0-16,0 2 0 15,5-2 0-15,2-3 0 16,9-1 0-16,-2-5 0 0,11 2 0 16,-2-6-73-16,0-7-17 15</inkml:trace>
  <inkml:trace contextRef="#ctx0" brushRef="#br0" timeOffset="133683.34">20825 14950 356 0,'0'0'4'0,"0"0"1"0,0 0 6 16,0 0 4-16,5 2 1 0,-5-2 1 15,23 0 3-15,-6 0 1 16,11-2-2-16,9-1-2 15,10-4-7-15,12 0-10 16,14-4 0-16,6 2 0 0,11 0 0 16,11-2 0-16,6-2 0 15,8 1 0-15,1 2 0 16,6 0 0-16,0 0 0 16,-3 3 0-16,-2-1 0 0,-11 1 0 15,-1 2 0-15,-20 3 0 16,-11-1 0-16,-16 3 0 15,-14 0 0-15,-14 0 0 16,-10 0 0-16,-8 0 0 16,-12 0 0-16,0 0 0 0,-12 0 0 15,12 0-14-15,-16 3-75 16,-3-3-4-16</inkml:trace>
  <inkml:trace contextRef="#ctx0" brushRef="#br0" timeOffset="134116.95">21170 15283 460 0,'0'0'3'0,"0"0"1"0,0-11 2 15,0 11 0-15,-4-10 0 0,-8 7 1 16,0 2 0-16,-6 1 1 15,-10 1-4-15,3 12-4 16,-9 4 0-16,1 8 0 16,-1 0 0-16,6 4 0 0,1 1 0 15,10 1 0-15,6-2 0 16,11-4 0-16,9-3 0 16,7-3 0-16,12-6 0 15,4-3 0-15,6-5-15 0,6-5-68 16,5-5-2-16</inkml:trace>
  <inkml:trace contextRef="#ctx0" brushRef="#br0" timeOffset="134416.01">21362 15416 439 0,'0'0'4'0,"0"0"1"16,-10 0 1-16,10 0 2 15,-17 7 1-15,7-1-1 16,-3 2 1-16,4 5 0 15,2-1-3-15,1 1-2 0,6-1 0 16,3 1-4-16,9-3 0 16,5-4 0-16,6 2 0 15,2-5 0-15,5-3 0 16,-5 0 0-16,4 0 0 0,-4-4 0 16,-5-4 0-16,-5 1 0 15,-8-3 0-15,-2-3 0 16,-5 1 0-16,-9-1 0 0,-7-1 0 15,-6-2 0-15,2 7 0 16,-3-1 0-16,4 5 0 16,-6 0-25-16,7-3-55 15,11 8-9-15</inkml:trace>
  <inkml:trace contextRef="#ctx0" brushRef="#br0" timeOffset="134783.5">21717 15334 453 0,'0'0'5'0,"0"0"2"16,0 0 1-16,0 0 0 0,-5-10 1 16,5 10 0-16,-22-2 1 15,7 2-8-15,0 0-2 16,-4 0 0-16,-4 7 0 16,3-2 0-16,1 4 0 0,3 2 0 15,4 1 0-15,5 1 0 16,1-1 0-16,6 1 0 15,8 1 0-15,2-2 0 16,8 4 0-16,3-4 0 0,2-2 0 16,2 2 0-16,0 1 0 15,-1-4 0-15,-1 4 0 16,-9-4 0-16,4 0 0 0,-10-1 0 16,-3 3 0-16,-5-4 0 15,-5 3 0-15,-8 0 0 16,-1-2 0-16,-6-2 0 15,-3 3 0-15,1-5 0 16,2 1 0-16,-3-5-31 0,1 0-53 16,12-2-4-16</inkml:trace>
  <inkml:trace contextRef="#ctx0" brushRef="#br0" timeOffset="135266.76">22075 15202 481 0,'0'0'4'0,"0"0"2"16,0 0 1-16,0-12 0 16,0 12-1-16,-9-3-6 0,1 3 0 15,-4 6 0-15,-4 9 0 16,-1 4 0-16,-5 6 0 16,0 7 0-16,7 2 0 0,-3 4 0 15,3 2 0-15,8-3 0 16,2-2 0-16,5-3 0 15,5-2 0-15,10-13 0 16,2-2 0-16,3-5 0 16,2-3 0-16,3-7 0 0,0 0 0 15,0-13 0-15,-1-1 0 16,-6-8 0-16,-1-6 0 16,-1 1 0-16,-12-11 0 15,4 2 0-15,-8-4 0 0,-5 1 0 16,-7 1 0-16,-6 3 0 15,-7 9 0-15,-2 3 0 16,0 10 0-16,-3 6 0 16,0 7 0-16,0 13 0 0,3 4 0 15,7 8 0-15,8 2 0 16,5 5 0-16,7 1 0 16,2-4 0-16,12 3 0 15,7-8 0-15,8-3 0 0,1-4 0 16,5-5 0-16,0-9 0 15,2-6-72-15,-3 1-16 16</inkml:trace>
  <inkml:trace contextRef="#ctx0" brushRef="#br0" timeOffset="135716.99">22356 15440 408 0,'0'0'8'0,"0"0"3"16,0 0 4-16,0 0 2 15,0 0 1-15,0 0 1 16,0 0-4-16,5 0-15 0,-5 0 0 15,0 15 0-15,0-2 0 16,0 4 0-16,0 0 0 16,0 4 0-16,0-3 0 15,-3 3 0-15,3-4 0 0,0-3 0 16,0-3 0-16,3 1 0 16,8-10-88-16,-11-2-2 15</inkml:trace>
  <inkml:trace contextRef="#ctx0" brushRef="#br0" timeOffset="136650.01">23080 14779 395 0,'0'0'8'16,"0"0"3"-16,0 0 3 15,0 0 2-15,0 0 2 0,-9-5 0 16,9 5 2-16,0 0-9 16,0 0-11-16,0 0 0 15,0 0 0-15,0 0 0 16,0 0 0-16,21-2 0 0,-3 2 0 16,10-3 0-16,6 0 0 15,-2-1 0-15,12-4 0 16,-4 6 0-16,2-6 0 15,-4 3 0-15,-9 0 0 16,-1 0 0-16,-9 3 0 0,-4-1 0 16,-5 1 0-16,-10 2 0 15,11-3 0-15,-11 3 0 16,0 0 0-16,0 0 0 0,0 0 0 16,0 0 0-16,0 0 0 15,0 0 0-15,0 0 0 16,0 0 0-16,0 0 0 15,-6-3 0-15,6 3-25 16,0 0-67-16,0-11-2 0</inkml:trace>
  <inkml:trace contextRef="#ctx0" brushRef="#br0" timeOffset="137051.25">23885 14474 481 0,'0'0'5'0,"0"0"2"0,9 0 3 0,-9 0-2 0,0 0-8 15,12 0 0-15,-12 0 0 16,0 0 0-16,0 13 0 16,0 2 0-16,-9 4 0 0,-3 3 0 15,-1 8 0-15,-7 1 0 16,2 4 0-16,-2-2 0 15,-1-3 0-15,-4-3 0 16,3-2 0-16,7-5 0 0,-1-8 0 16,6 1 0-16,10-13 0 15,-13 12 0-15,13-12 0 16,0 0 0-16,13 3 0 16,-1-3 0-16,9 0 0 0,4 0 0 15,2-5 0-15,5 2 0 16,6-1 0-16,-4 1 0 15,1-3 0-15,-3 4 0 16,-9-3 0-16,2 3 0 16,-13-3 0-16,3-2-21 0,-15 7-68 15,10-8-4-15</inkml:trace>
  <inkml:trace contextRef="#ctx0" brushRef="#br0" timeOffset="137283.19">24279 14650 501 0,'0'0'4'0,"0"0"2"15,0 0-6-15,0 0 0 0,10 8 0 16,-10-8 0-16,3 12 0 16,-3 1 0-16,-5-1 0 15,0 8 0-15,-3 2 0 16,1 7 0-16,0 1 0 0,1 3 0 15,4-4 0-15,2 6 0 16,-5-8-15-16,5-2-75 16,0-5-3-16</inkml:trace>
  <inkml:trace contextRef="#ctx0" brushRef="#br0" timeOffset="137900.17">18659 14289 449 0,'0'0'5'0,"0"0"-1"16,0 0 1-16,0 0 1 15,0 9 1-15,0 16 1 16,-3 16 1-16,1 10 1 16,0 18-4-16,2 13-4 0,-3 17-2 15,3 8 0-15,0 7 0 16,0-1 0-16,0-1 0 0,5-5 0 16,-3-9 0-16,1-3 0 15,-3-11 0-15,0-7 0 16,0-11 0-16,0-8 0 15,0-11 0-15,-5-13-9 0,5-5-31 16,0-8-45-16,-2-11-3 16</inkml:trace>
  <inkml:trace contextRef="#ctx0" brushRef="#br0" timeOffset="139749.82">18661 13986 384 0,'0'0'5'0,"0"0"2"16,0 0 1-16,0 0 0 0,0 0 1 15,-5-8 0-15,5 8 0 16,10-7 0-16,8 5-3 16,1-3-2-16,13-2-1 0,9 2 0 15,8 0 0-15,11-3 0 16,10 1 0-16,11-3 0 15,11-3-1-15,16-2 0 16,5-2 0-16,17 0-1 16,11-3 0-16,13 1 0 15,5-2-1-15,11 1 1 0,4 1-1 16,4 1 0-16,1-2-1 16,-2 4 1-16,-1 0 0 15,-5 2 1-15,6-1 1 0,-6 0-1 16,0 2 1-16,-2 4 0 15,1-1 1-15,-4 0-1 16,-2 2 1-16,0 1-1 16,-7 0-1-16,-3-1 1 0,-5 3 0 15,-2 3-1-15,-6-6 1 16,-6 6-2-16,-6-6 0 16,0-2 0-16,-5 3 0 15,-7 2 0-15,-3-5 0 0,-5 3 0 16,-7-1 0-16,-2 3 0 15,-11-2 0-15,-5 2 0 16,-11 0 0-16,-9 0 0 16,-9 0 0-16,-10 2 0 0,-13 1 0 15,-8 0 0-15,-9 2 0 16,-4-3 0-16,-11 3 0 16,12-3 0-16,-12 3 0 15,12-5 0-15,-12 5 0 0,13-1 0 16,-3-3 0-16,-3 0 0 15,-7 4 0-15,15-3 0 16,-15 3 0-16,10-2 0 16,-10 2 0-16,0 0 0 0,0 0 0 15,0 0 0-15,0 0 0 16,7 0 0-16,-7 0 0 16,0 0 0-16,0 0 0 15,0 14 0-15,0-1 0 0,6 4 0 16,1 11 0-16,-2 7 0 15,0 12 0-15,2 7 0 16,-1 18 0-16,-6 9 0 16,0 13 0-16,-13 14 0 0,3 8 0 15,-8 5 0-15,1 8 0 16,0 0 0-16,0-1 0 16,4-4 0-16,5-5 0 15,1-4 0-15,5-10 0 0,-1-8 0 16,3-5 0-16,0-8 0 15,0-5 0-15,3-4 0 16,-1-6 0-16,3-5 0 16,0-1 0-16,0-6 0 0,-3-9 0 15,3 0 0-15,1-8 0 16,-1-1 0-16,-3-9 0 16,0-3 0-16,-2-2 0 15,0-7 0-15,3-5 0 0,-3 1 0 16,0-4 0-16,0-10 0 15,0 0 0-15,0 10 0 16,0-10 0-16,0 0 0 16,0 0 0-16,0 0 0 0,0 0 0 15,-5 4 0-15,5-4 0 16,-13 8 0-16,1-6 0 16,-8 0 0-16,2 4 0 15,-6-4 0-15,-8 1 0 0,-10-3 0 16,-6 0 0-16,-7 0 0 15,-9 0 0-15,-13 0 0 16,-8 0 0-16,-11 0 0 16,-9-3 0-16,-11 1 0 15,-4 2 0-15,-11 0 0 0,-4 0 0 16,-4 0 0-16,0 2 0 16,0 3 0-16,-3 3 0 15,2-1 0-15,2 1 0 16,-4-1 0-16,-2-2 0 0,0 2 0 15,-8 0 0-15,-4-2 0 16,-8 1 0-16,-5-1 0 16,0 2 0-16,0-2 0 0,0 3 0 15,5 1 0-15,7-1 0 16,5 1 0-16,9 2 0 16,6-1 0-16,-2 0 0 15,7 0 0-15,-2 2 0 0,0-2 0 16,-1 2 0-16,6-2 0 15,-1 2 0-15,12-2 0 16,1 1 0-16,8-3 0 16,10 1 0-16,9-5 0 0,8 1 0 15,13 0 0-15,2 0 0 16,10-2 0-16,7-1 0 16,8 1 0-16,7-1 0 15,3-2 0-15,4 3 0 0,8-3 0 16,6 0 0-16,1 0 0 15,5 0 0-15,8 0 0 16,0 0 0-16,-9 0 0 16,9 0 0-16,0 0 0 15,0 0 0-15,0 0 0 0,0 0 0 16,0-5 0-16,0 5 0 16,0-13 0-16,0 13 0 0,0-20 0 15,0 3 0 1,2-1 0-16,1-6 0 0,1-8 0 15,-1-3 0-15,4-12 0 16,6-5 0-16,-3-2 0 16,2-3 0-16,8-4 0 15,-2 5 0-15,-1 4 0 0,0 10 0 16,0 7 0-16,-4 10 0 16,-1 6 0-16,-5 7 0 15,-7 12 0-15,0 0 0 16,11-6 0-16,-1-1-55 0,4 4-38 15</inkml:trace>
  <inkml:trace contextRef="#ctx0" brushRef="#br0" timeOffset="144866.67">23668 15161 297 0,'0'0'9'0,"0"0"4"0,0 0 4 15,0 0 3-15,0 0 2 16,0 0 2-16,0 0 0 16,0 0 2-16,0 0-7 0,3 1-4 15,9-1-4-15,6 0-2 16,7 0-4-16,12 0-5 15,2 0 0-15,9-1 0 0,8-5 0 16,1 2 0-16,3-1 0 16,-3-4 0-16,1 8 0 15,-14-6 0-15,-3 4 0 16,-10-2 0-16,-3 2 0 16,-11 3 0-16,-7 0 0 15,-10 0 0-15,0 0 0 0,-5 0 0 16,-7 0 0-16,-11 0 0 15,-4 5 0-15,-8 1 0 16,-9 1 0-16,-9 3 0 16,-9-1 0-16,-2 1 0 0,-1 4 0 15,-7-3 0-15,7-1 0 16,3-2 0-16,8-1 0 16,6 1 0-16,14-6 0 0,9 3 0 15,8 0 0-15,17-5 0 16,0 0 0-16,12 13 0 15,15-12 0-15,10 2 0 16,11-3 0-16,6 0 0 16,8 0 0-16,6-3 0 15,-1-1 0-15,0 0 0 0,-8-2 0 16,-8 4 0-16,-7-4 0 16,-12 4 0-16,-7 0 0 15,-13-1 0-15,-12 3 0 0,0 7-49 16,-10-4-38-16</inkml:trace>
  <inkml:trace contextRef="#ctx0" brushRef="#br0" timeOffset="148333.75">18689 14018 337 0,'0'0'7'0,"0"0"5"0,0 0 3 0,0 0 1 15,0 0 1-15,0 0 0 16,0 0 0-16,0 0 2 0,2 10-6 16,-2 13-6-16,-2 9-2 15,-5 5-2-15,-4 9 0 16,4 10-2-16,-3 3-6 0,10-14-71 16,0 16-5-16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2:43:04.07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6616 4686 308 0,'0'0'6'0,"0"0"5"0,0 0 0 16,0 0-1-16,0 0 1 16,0 0 2-16,0 0 2 0,9 13 1 15,-6 11-4-15,1 12-4 16,5 11-2-16,0 7 1 15,7 15 0-15,0 11-1 16,5 12-1-16,0 11 1 0,4 6 0 16,-2 13 2-16,0 9 0 15,-4 6 1-15,-5 8 1 16,2 10 0-16,-6 1-8 16,0 7-2-16,-3 5 0 15,0 6 0-15,2 1 0 0,0 6 0 16,0 5 0-16,5 0 0 15,0 0 0-15,4 4 0 16,-1 1 0-16,6 0 0 0,-6-3 0 16,5 0 0-1,-2-4 0-15,5-6 0 0,-8 1 0 16,3-14 0-16,-2-6 0 16,-2-6 0-16,-2-9 0 0,-4-13 0 15,2-4 0-15,-8-11 0 16,0-9 0-16,1-11 0 15,-5-7 0-15,0-11 0 16,0-9 0-16,0-8 0 0,0-8 0 16,0-9 0-16,0-7 0 15,0 4 0-15,12-14-91 16,-15-8-1-16</inkml:trace>
  <inkml:trace contextRef="#ctx0" brushRef="#br0" timeOffset="1131.5">2721 7999 321 0,'0'0'4'0,"0"0"2"15,13-5 0-15,-1 2 2 16,1 0 1-16,12 3 0 16,4-2 1-16,14 0 1 15,10 2-5-15,9-3-1 0,14 1-1 16,9-3-2-16,14 0 0 15,9 0 0-15,12-2-1 16,15 2 0-16,6-3 0 16,8 3 0-16,14-2 0 0,5-1 0 15,11-2-1-15,8 0 0 16,4 3 1-16,10-5 0 16,6 2-1-16,16-2 1 0,-4-1 0 15,9 1-1-15,6-1 1 16,4 1-1-16,8-1 0 15,0-1 0-15,6-1 0 16,-2 0 0-16,6 0-1 0,0 3 1 16,0-4 0-16,0 7 0 15,-3-6 0-15,-7 3-1 16,0-1 0-16,-5 3-1 16,-7-5 1-16,-6 4-1 15,-14 1 0-15,-7-3 0 0,-11 5 0 16,-10-1 1-16,-14 1 0 15,-16 3 1-15,-15 0 0 16,-14 1 0-16,-17-2 0 0,-14 3 0 16,-18-1-5-16,-16 1-10 15,-18 2-33-15,-11-3-22 16,-13 4-5-16</inkml:trace>
  <inkml:trace contextRef="#ctx0" brushRef="#br0" timeOffset="2547.36">6581 4816 235 0,'0'0'6'0,"0"0"3"15,0 0 3-15,0 0 0 0,0 0 4 16,-5-7 2-16,5 7 2 15,-2-11 1-15,-2-1-4 16,4 2-2-16,-2-5-1 16,-1 1-1-16,3-7-2 15,-2-3 0-15,0-4-1 0,2-4-2 16,-5-3 2-16,5-2 0 16,-5-10-1-16,0-4 0 15,-1-4-2-15,-1-8 0 16,-2 0-1-16,1-2-1 0,0-2-5 15,-1-3 0 1,-1 9 0-16,3-1 0 0,-4 8 0 16,4 4 0-16,0 8 0 15,2 7 0-15,-1 7 0 0,1 6 0 16,3 8 0-16,-1 6 0 16,3 8 0-16,0 0 0 15,0 0-2-15,8 10-22 0,5 8-59 16,1 4-3-16</inkml:trace>
  <inkml:trace contextRef="#ctx0" brushRef="#br0" timeOffset="3515.05">7177 10713 285 0,'0'0'7'0,"0"0"5"16,0 0 3-16,0 0 3 15,-3-7 3-15,3 7 2 16,0 0 3-16,-2-10-1 0,2 10-6 15,0 0-4-15,0 0-5 16,0 0-3-16,0 0-3 16,0 10-2-16,2 10-2 15,1 3-1-15,2 11 0 0,-1 8 0 16,2 8 3-16,-3 9 0 16,4 3 0-16,-5 0 0 15,1 2 0-15,-3 1 0 16,2-3 1-16,-2 0-1 0,0-5-1 15,0-3 1-15,0-7-1 16,-2-2 0-16,2-8-3 16,-3-5-2-16,3-4-5 15,0-11-5-15,0-5-13 16,10-7-54-16,-10-5-3 0</inkml:trace>
  <inkml:trace contextRef="#ctx0" brushRef="#br0" timeOffset="4336.07">2330 8091 326 0,'0'0'7'0,"0"0"3"0,0 0 4 15,-5-13 2-15,5 13 2 0,0 0-1 16,-8-10 0 0,8 10-1-16,0 0-7 0,0 0-2 15,10-7-4-15,9 3 0 16,16 3-2-16,10-2 0 15,22-4 1-15,16-1-4 0,25 1-11 16,5 4-50-16,29-9-17 16</inkml:trace>
  <inkml:trace contextRef="#ctx0" brushRef="#br0" timeOffset="5331.57">11503 7628 176 0,'0'0'1'15,"0"0"0"-15,0 0 1 0,0 0 0 16,0 0 2-16,-8-10 2 16,8 10 0-16,0 0 2 15,0 0 0-15,0 0-1 16,-10-5 0-16,10 5-1 0,0 0 2 16,0 0-3-16,0 0 0 15,0 0-1-15,0 0 0 16,0 0 3-16,0 0 0 15,0 0 1-15,8-8-1 16,2 6 1-16,2-1-1 0,2-5 0 16,5 6 0-16,1-3 0 15,1 2-2-15,-3-1-1 0,0 1-1 16,-1 0-1-16,-4 1 0 16,-6 2-2-16,-7 0-1 15,0 0 1-15,0 0-4 16,7 5-8-16,-7-5-20 15,-14 10-33-15,14-10-4 0</inkml:trace>
  <inkml:trace contextRef="#ctx0" brushRef="#br0" timeOffset="5697.46">11485 7592 274 0,'0'0'5'0,"0"0"-1"0,0 0 0 15,0 0 2-15,0 0 4 16,0 0 4-16,0 0 3 0,16-4 1 16,3 1 0-16,11 0-1 15,5 1 1-15,12-3-1 16,2 2-3-16,13-3-4 15,1-3-3-15,0 2-1 0,-5-1-2 16,-4 4 0-16,-3-2-2 16,-9 5-1-16,-12-5-1 15,-7 5 1-15,-7 1 0 16,-7 0 0-16,-9 0 0 0,0 0 0 16,0 0-1-16,0 0-2 15,0 0-2-15,0 0-4 16,0 0-9-16,0 0-21 15,0 0-41-15,-9 0-3 0</inkml:trace>
  <inkml:trace contextRef="#ctx0" brushRef="#br0" timeOffset="6082.63">12069 7350 400 0,'0'0'7'0,"0"0"1"0,-12-10 3 15,12 10 1-15,-8-8 0 16,8 8 0-16,-7-7 1 16,7 7-1-16,0 0-6 0,5 0-2 15,10 3-1 1,8 7-2-16,1 2-1 0,6-1 1 15,2 10-1-15,0-1 1 16,-2 0-1-16,-3 5 1 0,-6-4 0 16,-9 10 1-16,-10-2 0 15,-4 3 0-15,-13 0-2 16,-10 4 0-16,0-5 0 16,-7 2 0-16,0-6 0 0,-1 1 0 15,1-7 0-15,7-1 0 16,6-2 0-16,4-8-3 15,10 2-22-15,5-12-59 16,7 10-2-16</inkml:trace>
  <inkml:trace contextRef="#ctx0" brushRef="#br0" timeOffset="6857.64">12635 7402 434 0,'0'0'6'0,"0"0"2"15,0 0 2-15,-2-10 0 16,2 10 1-16,2-14-1 16,-2 14 1-16,23-17 0 15,-3 13-11-15,5 4 0 0,5 0 0 16,3 10 0-16,1 2 0 15,-4 8 0-15,-3 3 0 16,-7 4 0-16,-7 0 0 16,-11 3 0-16,-2-4 0 0,-13 2 0 15,-4-3 0-15,-10-3 0 16,-1-4 0-16,-2-7 0 16,3 0 0-16,2-5 0 0,3-6 0 15,9-9 0-15,6-3 0 16,7-7 0-16,5-9 0 15,15-4 0-15,5-5 0 16,5-1 0-16,5 4 0 16,-1-1 0-16,-1 8 0 0,-6 5 0 15,-9 6 0-15,-1 12 0 16,-17 4 0-16,9 7 0 16,-9 7 0-16,0 7 0 15,0 1 0-15,0 5 0 0,5 0 0 16,11 1 0-16,6-3 0 15,8-4 0-15,7-4 0 16,15 1-13-16,27-10-70 16,-12-5-2-16</inkml:trace>
  <inkml:trace contextRef="#ctx0" brushRef="#br0" timeOffset="7780.84">6330 3752 368 0,'0'0'6'0,"0"-10"5"0,2 2 1 15,1-3 2-15,-1-2 2 16,-2-1 2-16,3 2 0 16,-3-4 0-16,0 16-6 0,0 0-5 15,0 10-1-15,-8 15-3 16,-2 6-1-16,3 8-2 16,-5 2 0-16,-1 7 0 15,1-3 0-15,2-4 0 16,2-1 0-16,-2-11 0 0,1-1 0 15,4-8 0-15,-1-7 0 16,6-13 0-16,0 0 0 16,0 0 0-16,-5-21 0 15,5-4 0-15,5-9 0 0,3-5 0 16,-1-6 0-16,3-2 0 16,3 0 0-16,-3 7 0 15,-1 2 0-15,2 9 0 0,-4 9 0 16,0 11 0-1,-7 9 0-15,18 0 0 0,-6 4 0 16,3 11 0-16,2 5 0 16,4 5 0-16,4 0 0 15,1 2 0-15,4 2 0 0,2-4 0 16,-5-2 0-16,8-2 0 16,-7-7-16-16,-15-5-68 15,17-4-2-15</inkml:trace>
  <inkml:trace contextRef="#ctx0" brushRef="#br0" timeOffset="8364.65">6178 3010 411 0,'0'0'6'16,"0"0"3"-16,0 0 3 0,0 0-3 16,0 0 2-16,0 0 0 15,0 0 0-15,8 3 0 16,-8-3-5-16,14 19-2 0,-3-5-2 15,5 4-1-15,2 1 2 16,3-1-1-16,-2 0 0 16,6-4-2-16,0-3 0 15,-3-2 0-15,0-6 0 16,1-3 0-16,-5 0-4 0,-2-12 0 16,0-6 0-16,-7-7 0 15,-1 1 0-15,-4-7 2 16,-1-1 2-16,-3 0 2 0,0 5 1 15,-3-1 2-15,-1 9 0 16,-1 2 2-16,0 4-7 16,5 13 0-16,0 0 0 15,0 0 0-15,-2 8 0 0,6 8 0 16,4 9 0-16,5 8 0 16,-1 3 0-16,0 5 0 15,-2 1 0-15,0 0 0 16,-3-2 0-16,-5 0 0 0,-2-9 0 15,-11 4 0-15,-7-6 0 16,-6-1 0-16,-6-6 0 16,-2 5-17-16,-6-4-66 15,3-3-1-15</inkml:trace>
  <inkml:trace contextRef="#ctx0" brushRef="#br0" timeOffset="9258.7">10057 4198 466 0,'0'0'5'0,"0"0"2"16,0-7 1-16,0 7 0 16,0 0 0-16,0 0 1 0,0 0-9 15,-8 16 0-15,5 0 0 16,1 7 0-16,-1 7 0 15,1-1 0-15,2 8 0 16,0-5 0-16,0 3 0 0,2-8 0 16,6-9-58-16,-2 6-27 15,-4-6-2-15</inkml:trace>
  <inkml:trace contextRef="#ctx0" brushRef="#br0" timeOffset="9499.81">9766 4182 483 0,'0'0'3'0,"0"0"1"0,0 0 1 16,0 0 0-16,0 0 0 15,0 0 1-15,5-3-6 0,10-3 0 16,8-1 0-16,9 0 0 15,9 0 0-15,10-1 0 16,0 1 0-16,9 2 0 16,-5-3 0-16,0 8-13 15,-11 5-70-15,-9 8-4 0</inkml:trace>
  <inkml:trace contextRef="#ctx0" brushRef="#br0" timeOffset="9681.84">9835 4576 373 0,'0'0'8'0,"0"0"5"16,0 9 1-16,0-9 3 16,11 7 1-16,1-4 1 15,8-3 1-15,10 0 0 16,7-7-11-16,13-5-9 0,4-4 0 16,8-2 0-16,0-3 0 15,13 9 0-15,10-4-85 16,-23 5-1-16</inkml:trace>
  <inkml:trace contextRef="#ctx0" brushRef="#br0" timeOffset="10431.75">3318 4635 455 0,'0'0'3'0,"0"0"1"16,0 0 0-16,0 0-1 16,0 0 1-16,0 14 1 0,0 1-1 15,0 7 2-15,3 1-4 16,-2 4 0-16,5 3 0 16,-1 0-4-16,3-3-6 0,-6-5-14 15,-2-2-59-15,10-5-1 16</inkml:trace>
  <inkml:trace contextRef="#ctx0" brushRef="#br0" timeOffset="10615.98">3413 4620 393 0,'0'0'6'0,"0"0"1"16,0 0-1-16,0 0 2 15,0 5 0-15,5 5 0 0,2 2 0 16,-1 8 2-16,1 2-6 15,2 3-1-15,1 4-3 16,3-1-9-16,-3 4-29 0,3-7-40 16,-4-2-2-16</inkml:trace>
  <inkml:trace contextRef="#ctx0" brushRef="#br0" timeOffset="10831.66">3045 4588 428 0,'0'0'4'0,"0"0"0"0,2-18 2 16,10 7 1-16,4-10 1 16,11-1 1-16,8-8 0 15,9 1 0-15,9-4-3 16,4 5-2-16,5 6-3 0,-2 2-7 15,-1 16-15-15,-4 4-59 16,-10 11-4-16</inkml:trace>
  <inkml:trace contextRef="#ctx0" brushRef="#br0" timeOffset="11015.97">3176 5150 443 0,'0'0'4'0,"0"0"2"0,9 5 1 15,5-5 1-15,9-5 1 16,11-7 0-16,13-6 1 16,10-7-1-16,18-4-5 15,11-3-11-15,4-11-23 16,10 9-52-16,7-1-3 0</inkml:trace>
  <inkml:trace contextRef="#ctx0" brushRef="#br0" timeOffset="11782.75">3281 10803 468 0,'0'0'4'0,"0"0"0"15,0 0 0-15,0 3 1 16,0 6-1-16,0 4 1 0,3 2-1 16,-3 4 1-16,2 1-4 15,1 7 0-15,1 1-1 16,1-1 0-16,2-4-4 0,2 2-7 16,-1-9-22-16,3 2-50 15,-1-6-1-15</inkml:trace>
  <inkml:trace contextRef="#ctx0" brushRef="#br0" timeOffset="11981.61">3440 10799 456 0,'0'0'4'16,"0"0"2"-16,0 0 0 16,0 0 0-16,3 4 0 0,-3-4 1 15,4 21 0-15,1-5 1 16,0 4-5-16,1 2-1 15,1 5-2-15,0 1 0 16,0 2-3-16,6-1-10 16,-8-7-30-16,5 1-40 0,-1-6-3 15</inkml:trace>
  <inkml:trace contextRef="#ctx0" brushRef="#br0" timeOffset="12199.49">3597 10789 472 0,'0'0'4'15,"0"0"0"-15,0 0 1 0,0 0 0 16,0 4 0-16,0 9 1 16,4-1-1-16,-1 7 0 15,2 6-5-15,-1 3 0 16,2 1 0-16,-1-4-12 0,2-12-48 15,-2 14-26-15,-1-8 0 16</inkml:trace>
  <inkml:trace contextRef="#ctx0" brushRef="#br0" timeOffset="12481.62">2997 10657 468 0,'0'0'3'15,"0"0"1"-15,0-14 1 0,6 3 0 16,6-3 2-16,11-4 0 16,4-4 0-16,17-3-2 15,9 0-5-15,4 0 0 16,10 0 0-16,2 3 0 15,9 4 0-15,-6 6 0 0,-3 7 0 16,-12 5-15-16,-4 8-69 16,-14 9-3-16</inkml:trace>
  <inkml:trace contextRef="#ctx0" brushRef="#br0" timeOffset="12665.22">3040 11497 453 0,'0'0'4'0,"0"0"1"0,0 0 3 16,7-3 0-16,11-7 1 15,17-2 1-15,4-9 0 16,21-5-6-16,12-4-4 0,12-8 0 16,16 3-14-16,19 0-69 15,-4-8-3-15</inkml:trace>
  <inkml:trace contextRef="#ctx0" brushRef="#br0" timeOffset="13298.72">10397 10466 467 0,'0'0'5'0,"0"0"0"16,0 0 1-16,0 0 0 0,0 0 1 16,0 0-1-16,0 15 1 15,0 0-5-15,5 4-2 16,-2 4 0-16,4 4 0 16,0 1 0-16,1 1 0 0,2-4-12 15,2-10-47-15,1 7-27 16,-3-5 0-16</inkml:trace>
  <inkml:trace contextRef="#ctx0" brushRef="#br0" timeOffset="13617.21">10566 10496 477 0,'0'0'5'0,"0"0"1"16,0 0 1-16,0 0-1 0,0 0 0 15,2 7-2-15,-2-7-4 16,9 18 0-16,-5-7 0 15,4 6 0-15,1-4 0 16,4 7 0-16,2 1 0 16,0-2 0-16,4-4 0 0,-3-1 0 15,-2-1 0-15,-1-3 0 16,-3-8 0-16,-10-2 0 16,12 0 0-16,-10-7 0 15,2-8 0-15,-4-7 0 0,0-3 0 16,-4-7 0-16,2-11 0 15,-3 4 0-15,0-3 0 16,0 3 0-16,1 3 0 0,1 10 0 16,-5 1 0-16,8 10-40 15,0 15-46-15,0 0-3 16</inkml:trace>
  <inkml:trace contextRef="#ctx0" brushRef="#br0" timeOffset="13965.29">10211 10307 444 0,'0'0'6'0,"0"0"2"0,0 0 1 16,0 0 1-16,0-10 1 15,7 0 0-15,3 1 1 0,13-8-12 16,4-4 0-16,17 2 0 16,14-1 0-16,6 0 0 15,11 2 0-15,4 9 0 0,1-1 0 16,-1 10 0-1,-9 0 0-15,-5 5-45 0,-21 13-43 16,-12 3-2-16</inkml:trace>
  <inkml:trace contextRef="#ctx0" brushRef="#br0" timeOffset="14131.5">10209 10918 468 0,'0'0'4'0,"-20"14"1"16,10-2-1-16,-3 3 3 0,3 0 0 15,3 0 1-15,9-3 0 16,13-5-8-16,22-7 0 16,25-7 0-16,18-13 0 15,24 1 0-15,3-14-30 16,15 1-55-16,7-3-4 0</inkml:trace>
  <inkml:trace contextRef="#ctx0" brushRef="#br0" timeOffset="18514.25">6884 7761 134 0,'0'0'6'0,"0"0"3"16,0 0 4-16,0 0 3 0,5 7 2 15,-5-7 2-15,0 0 3 16,0 0 0-16,0 0-4 16,0 0-4-16,0 0-3 15,0 0-3-15,0 0 0 0,0 0-4 16,0 0-2-16,0 0 0 15,0 0-1-15,0 0-1 16,0 0 0-16,0 0 0 0,0 0 0 16,0 0 2-16,10 6 1 15,-10-6 0-15,0 0 1 16,13-3 1-16,-13 3-2 16,16-13 1-16,0 4-1 15,3-2-1-15,5-3 1 0,2-1-2 16,4-2 0-16,7-1 1 15,-2-3 0-15,8-4 1 16,3-6 0-16,7-3 0 16,9-5 0-16,5-7 0 0,15-3 0 15,8-8-1-15,11-5 0 16,8-2-1-16,13-5 0 16,10-5 0-16,7-1-1 15,3-5 0-15,7 1 0 0,5-2 0 16,5-4 0-16,0 4 1 15,2-6-2-15,-2 2 0 16,1 1 0-16,0 0 1 0,-1 2 0 16,-6 3-1-16,-2 5 1 15,-7 2-1-15,-7 6 0 16,-13 3 1-16,-4 6-1 16,-12 4-1-16,-13 9 0 0,-8 7 1 15,-16-1-1-15,-3 12 1 16,-19 1 0-16,-6 6 2 15,-13 6 2-15,-6 1 1 16,-11 7-1-16,-3-1 1 16,-10 6-1-16,0 0 1 0,0 0-2 15,-5 6-6-15,5-6-8 16,-18 17-27-16,9-10-40 16,-3 3-1-16</inkml:trace>
  <inkml:trace contextRef="#ctx0" brushRef="#br0" timeOffset="20165.43">8089 7122 282 0,'0'0'6'16,"0"0"5"-16,0 0 3 0,0 0 4 16,-5-11 1-16,5 11 3 15,0 0 1-15,0 0-2 16,-6-8-5-16,6 8-4 16,0 0-3-16,0 0-4 0,6 7-1 15,-6-7-3-15,15 14 0 16,-2-4 0-16,1 3 0 15,1-1 0-15,0 1 0 0,3 3 0 16,-1-1 0-16,1 3 0 16,-4 2 0-16,4-1 1 15,-4-1-1-15,-1 4 0 16,-1 0 0-16,0 0 0 16,-1 1 0-16,-6 2-1 0,-1-3 1 15,0 2-1-15,2 1 0 16,-6-2 0-16,2 2 1 15,-2-4-1-15,0 0 1 16,-2 1 0-16,-4-2 0 16,2-2-1-16,0 1 1 0,-1-4 0 15,-3 2-1-15,0-2 1 16,1 0 0-16,-2-5-1 16,4 2 1-16,5-12 0 0,-16 15 0 15,16-15 0-15,-9 10 0 16,9-10 1-16,0 0-1 15,0 0 0-15,0 0 1 16,0 0-1-16,0 0 1 0,0 0-1 16,0 0 0-16,0 0 1 15,0 0-1-15,0 0 0 16,-8 0-2-16,8 0-4 0,0 0-6 16,0-5-25-16,0 5-46 15,0-17-3-15</inkml:trace>
  <inkml:trace contextRef="#ctx0" brushRef="#br0" timeOffset="21007.19">8546 7174 336 0,'0'0'9'0,"0"0"3"0,0 0 4 0,-5 0 0 16,5 0 1-16,0 0-1 15,-12 7 1-15,4 3-1 16,1 2-7-16,-1 3-4 16,1 5-2-16,2 5-2 0,-2 0 0 15,4 4 1-15,1-4-1 16,2 2 0-16,5-2 0 16,2-8 0-16,3 1 0 0,3-3 0 15,1-7 0-15,4-4 1 16,1-4-1-16,-1 0 2 15,2-2-1-15,2-5 0 16,-2-6 1-16,3-2 0 0,-8 0 1 16,4-3 0-16,-7-4 0 15,1-2-4-15,-5 1 0 16,-6-3 0-16,-2 1 0 16,-2-3 0-16,-8 3 0 0,-3 3 0 15,1-2 0-15,-6 6 0 16,1 3 0-16,-3 3 0 15,2 4 0-15,1 4 0 16,2 1 0-16,-2 3 0 0,2 3 0 16,0 4 0-16,0 5 0 15,3 1 0-15,2 1 0 16,0 7 0-16,2-5 0 16,6 2 0-16,0-1 0 0,2-2 0 15,2 2 0-15,3-3 0 16,4-3 0-16,4-1 0 15,2-2 0-15,0-4 0 16,4-1 0-16,4-3 0 16,-3-3 0-16,5-1 0 0,-1-4 0 15,-1-2 0-15,-3 3 0 16,0-4 0-16,-5 4 0 16,-3 3 0-16,-1-2 0 0,-11 6 0 15,9-7 0-15,-9 7 0 16,0 0 0-16,0 0 0 15,0 0 0-15,0 0 0 16,0 0 0-16,0 0 0 0,0 0 0 16,0 0 0-16,0 0 0 15,0 0 0-15,0 0 0 16,-7 15-71-16,7-15-20 16</inkml:trace>
  <inkml:trace contextRef="#ctx0" brushRef="#br0" timeOffset="22608.01">8071 7132 321 0,'0'0'7'16,"0"0"3"-16,0 0 3 16,0 0 4-16,0 0 3 0,-7-3 0 15,7 3 1 1,0 0 1-16,0 0-7 0,0 0-3 15,-10 3-4-15,8 7-2 16,2 2-3-16,-3 3-1 16,0 7 0-16,1-2-1 0,-3 5 0 15,0 2 1-15,0-2-2 16,0 0 1-16,1-3 0 16,-2-4 0-16,1-4-1 15,3-2 0-15,-3-2 0 0,5-10 0 16,0 0 2-16,0 10 1 15,0-10-3-15,0 0 0 16,0-10 0-16,5 0 0 0,0-2 0 16,-1-2 0-16,4-4 0 15,0 0 0-15,-1-4 0 16,-2 1 0-16,3 0 0 16,-3-1 0-16,0 0 0 0,-3 4 0 15,0-1 0-15,1 1 0 16,-3 6 0-16,0-1 0 15,0 3 0-15,0 10 0 16,0-15 0-16,0 15 0 0,0 0 0 16,0-12 0-16,0 12 0 15,0 0 0-15,0 0 0 16,0 0 0-16,0 0 0 0,0 0 0 16,0 0 0-16,0 0 0 15,0 0 0-15,0 0 0 16,0 0 0-16,0 0 0 15,0 0 0-15,0 0 0 0,0 0 0 16,0 0 0-16,0 0 0 16,0 0 0-16,0 0 0 15,5 0 0-15,-5 0 0 16,18 7 0-16,-6-2 0 16,3 2 0-16,4-1 0 0,0 4 0 15,5-5 0 1,-2 2 0-16,-2 1 0 0,3 1 0 15,-3-2 0-15,-1-1 0 16,-4 2 0-16,-3-4 0 0,0 3 0 16,-12-7 0-16,16 9 0 15,-16-9 0-15,0 0 0 16,10 4 0-16,-10-4 0 0,0 0 0 16,0 0 0-16,0 0 0 15,0 0 0-15,0 0 0 16,0 0 0-16,0 0 0 15,-8-4 0-15,8 4 0 16,0 0 0-16,0 0 0 0,0 0 0 16,0 0-53-16,0 0-40 15</inkml:trace>
  <inkml:trace contextRef="#ctx0" brushRef="#br0" timeOffset="23914.39">11933 7531 283 0,'0'0'4'16,"0"0"4"-16,5-7-1 15,-5 7 0-15,0 0 1 16,12-3 0-16,-12 3 1 0,10-3-1 16,0 3-3-16,5 0-2 15,5 0-1-15,10 0 0 16,9 0 1-16,11 0 0 15,12 0 0-15,12-2-1 16,11-1 2-16,14-2-2 16,9 0 1-16,8-5-1 0,14 3-1 15,8-5 1-15,7-1-1 16,9 1 0-16,7-3-1 0,6-2 2 16,9 2-2-16,-2 5 0 15,3-4 0-15,-6 5-2 16,-2 1 2-16,-3 4-1 15,-9 0 1-15,-8 1-1 16,-9 3 1-16,-11-3 0 0,-8-2 0 16,-14 1 0-16,-10-4 1 15,-8-2-1-15,-16 0 0 16,-17-5 1-16,-11 5 1 0,-10-4-5 16,-12 6-5-16,-7-5-13 15,-13 4-29-15,-3 9-21 16</inkml:trace>
  <inkml:trace contextRef="#ctx0" brushRef="#br0" timeOffset="24498.51">16266 7152 342 0,'0'0'7'0,"0"0"3"0,-5-10 3 0,5 10 1 16,-10-13 1-1,10 13 0-15,-17-10 2 0,2 8-1 16,-3 2-5-16,-4 0-4 16,0 10-2-16,-3 5-2 0,0 2-1 15,5 5 0-15,3 6-1 16,7-1 0-16,4 3 0 15,10-4-1-15,10 2 2 16,11-6-1-16,8-3 0 0,6-2 1 16,9-6-1-16,1-3 0 15,6-6 1-15,0-2 1 16,-9-7-1-16,0-6 2 16,-12-2 1-16,-4-7 0 0,-13-3-5 15,-9-7 0-15,-8 0 0 16,-13-5 0-16,-11 2 0 15,-9 1 0-15,-7 4 0 16,-6 7 0-16,-9 7 0 0,-3 7 0 16,-1 9 0-16,9 9 0 15,10 7-78-15,10 0-9 16</inkml:trace>
  <inkml:trace contextRef="#ctx0" brushRef="#br0" timeOffset="26914.9">11076 5527 352 0,'0'0'7'16,"0"0"3"-16,0 0 2 0,0 0 1 16,0 0 0-16,0 0 1 15,0 0 0-15,-7 7 0 16,7-7-6-16,-9 13-3 15,9-13-1-15,-2 14-1 16,2-4-1-16,0-10 1 16,0 17 0-16,0-17 1 0,15 5 1 15,-7-5 1-15,4 0 0 16,-2-7 0-16,2-3 1 16,-5-2-7-16,4-1 0 0,-9 1 0 15,1 2 0-15,-3-5 0 16,-5 5 0-16,5 10 0 15,-18-10 0-15,6 8 0 16,-3 2 0-16,0 2 0 0,2 1 0 16,-1 4 0-16,3 0 0 15,11-7 0-15,-7 18 0 16,7-18 0-16,2 10 0 0,9-10 0 16,0 0 0-16,8 0 0 15,0-5 0-15,-1-2 0 16,1-1 0-16,-6 0 0 15,-1 1 0-15,-12 7 0 0,13-12 0 16,-13 12 0-16,0 0 0 16,-15-6 0-16,3 6 0 15,-1 6 0-15,-2-1 0 16,2 2 0-16,1 3 0 16,5 0-21-16,0 0-29 15,7-10-36-15,0 13 0 0</inkml:trace>
  <inkml:trace contextRef="#ctx0" brushRef="#br0" timeOffset="27381.2">11071 5269 405 0,'0'0'5'0,"-11"-5"1"0,-1 5 3 0,-3 0 1 0,-7 0 1 16,-3 8 0-16,-2 1 1 15,-3 6 0-15,-2 10-4 16,4 5-1-16,-2 7-1 16,10 7-1-16,3 3-1 15,8 8-4-15,5-1 0 16,4 0 0-16,13-4 0 0,4-3 0 15,11-2 0-15,6-7 0 16,7-9 0-16,5-9 0 16,7-5 0-16,-1-13 0 15,2-2 0-15,-1-10 0 0,4-7 0 16,-7-10 0-16,-1-9 0 16,-4-3 0-16,-10-5 0 15,-7-8 0-15,-12 0 0 0,-3-8 0 16,-13-2 0-16,-15 3 0 15,-15 2 0-15,-9 5 0 16,-16 7 0-16,-12 13 0 0,-7 15 0 16,-4 17 0-16,-9 12 0 15,8 22 0-15,-1 14 0 16,11 21-52-16,9 15-36 16</inkml:trace>
  <inkml:trace contextRef="#ctx0" brushRef="#br0" timeOffset="30300.61">6914 7749 148 0,'0'0'7'0,"0"0"2"16,5 2 3-16,-5-2 4 15,0 0 3-15,0 0 2 16,9 7 3-16,-9-7 3 16,0 0-5-16,0 0-2 15,0 0-2-15,0 0-4 0,0 0-1 16,7 5-4-16,-7-5-3 16,0 0-2-16,0 0-3 15,0 0-1-15,0 0-1 16,0 0 0-16,0 0 1 15,0 0-1-15,0 0 0 0,0 0 0 16,0 0 0-16,0 0-2 16,0 0 0-16,0 0 0 15,0 0 0-15,0 0 0 0,0 0 0 16,0 0 2-16,0 0-2 16,0 0 3-16,0 0 1 15,0 0 1-15,0 0-1 0,0 0 1 16,0 0 1-16,0 0-1 15,0 0 1-15,0 0-2 16,0 0 1-16,0 0-1 16,0 0 0-16,0 0-1 0,0 0 0 15,-2 11-1-15,2-11 1 16,0 0-1-16,0 0 1 16,0 0 0-16,5 0 2 0,-5 0 1 15,0 0 1-15,11-6 1 16,-11 6 1-16,0 0 1 15,0 0-1-15,0 0 0 16,0 0-1-16,0 0 0 16,0 0-2-16,0 0-1 0,0 0 0 15,0 0-1-15,0 0 1 16,0 0-2-16,0 0 0 16,0 0 0-16,0 0-3 15,-5 0-9-15,5 0-32 0,0 0-31 16,0 0-4-16</inkml:trace>
  <inkml:trace contextRef="#ctx0" brushRef="#br0" timeOffset="31411.72">6859 7402 231 0,'0'0'7'16,"0"0"2"-16,-11-8 4 16,11 8 4-16,-7-9 3 15,7 9-1-15,-13-11 2 0,5 6 0 16,-1 3-4-16,0 2-3 16,-7 2-4-16,0 7-4 15,-5 2-2-15,0 2-2 16,0 4 0-16,-1 11-2 0,-1-3 1 15,2 6-1-15,3 4 0 16,-2 2-1-16,3 1 1 16,5 3 0-16,-1 2 0 15,3 1 0-15,5-2 0 0,3 3 1 16,2-3-1-16,5-1 0 16,4 0 0-16,7-7 1 15,0 2 0-15,7-9-1 0,0-2 1 16,9-4 0-16,0-6-1 15,3-3 1-15,0-4 0 16,4-6-1-16,-4-2 0 16,5-2 0-16,-3-6-1 0,-2 1 0 15,2-5 0-15,-5-3-1 16,3-2 1-16,-5 2-1 16,0-3 1-16,-4-2 0 15,0 1 1-15,-1-1 1 16,-2-2 1-16,-2-6 1 15,-5 2 1-15,-2-5 0 0,-3 0 1 16,1-4 0-16,-7-5 0 16,-3 1 0-16,-2 1 0 0,-5 3 1 15,-4 0 0-15,-2 4-1 16,-3 0 1-16,-4 6 0 16,1 6 0-16,-1-1-1 15,-1 5 0-15,-1 3-2 0,-1 0 0 16,0 2-1-16,-4 2 0 15,2 3 0-15,-4 1-1 16,-1-1 0-16,1 5 0 0,3 0-1 16,-1 0 2-16,2 0-4 15,2 5 2-15,5 2-2 16,1 3-3-16,3 2-6 16,-2-2-12-16,10 2-57 15,4 1-4-15</inkml:trace>
  <inkml:trace contextRef="#ctx0" brushRef="#br1" timeOffset="37215.67">6839 7392 283 0,'0'0'4'0,"0"0"2"16,0 0 3-16,0 0 0 15,0 0 1-15,-7-10 0 16,7 10 0-16,0 0 1 15,7-10-3-15,6 7-3 16,6 1 0-16,9-1-2 0,8-1 0 16,10-2-1-16,9 2 0 15,9-2 1-15,13 0-2 0,3-2 0 16,7 0 0-16,10-7 0 16,2 3-1-16,7-2 0 15,9-1 0-15,7-1 1 16,9 2-1-16,4 2-1 0,3-1 1 15,7 3-1-15,2 2 1 16,-1 3-1-16,-2-2 0 16,3 3 0-16,-6 1-2 15,-2-2 3-15,1-1-1 16,-12-1 1-16,-3 0 0 0,0 0-1 16,-6-1 1-16,-18 1-1 15,-4-3 1-15,-14 4 0 16,-12-1 0-16,-16 6-1 15,-6-5-2-15,-19 6-5 0,-5-3-9 16,-14 1-49-16,-11 2-4 16</inkml:trace>
  <inkml:trace contextRef="#ctx0" brushRef="#br1" timeOffset="38147.71">6735 8132 115 0,'0'0'2'0,"0"0"8"15,0 0 4-15,0 0 2 16,11 8 3-16,-3-5 0 0,8 1 2 16,4 0 3-16,10 0-1 15,2 1-5-15,15-5-4 16,7 0-3-16,9 0-1 15,8 0 0-15,9-3-3 16,7-4-1-16,8 2-2 0,9-2-2 16,1-3 0-16,1 2 0 15,9-2-1-15,-2 3 0 16,11-1-1-16,9-2 1 0,-2 0-1 16,-2 3 0-16,8 0 0 15,3-1-2-15,-1 4-1 16,-1-2-1-16,2-1 0 15,-9-1 0-15,-2 4-1 16,-2-4 1-16,-8 0 1 0,-9 1 2 16,-6 5 1-16,-5-3 2 15,-16-1 0-15,-9 6 0 16,-10 0 1-16,-11 0-1 0,-14 0 0 16,-6 0 1-16,-11 0 1 15,-9 3 1-15,-13-3 1 16,10 3 0-16,-10-3 1 15,0 0 0-15,-7 0-1 16,7 0-1-16,-16 0-2 0,6 0-2 16,10 0-2-16,-15-3-1 15,15 3-4-15,-10-3-2 16,10 3-11-16,0 0-25 0,0 0-26 16,0 0-5-16</inkml:trace>
  <inkml:trace contextRef="#ctx0" brushRef="#br1" timeOffset="38631.8">10370 7305 202 0,'0'0'10'0,"0"0"6"0,2-14 6 0,-2 14 2 16,3-17 3-16,-3 6 0 15,2 1 1-15,1 0 2 16,-3 3-11-16,0 7-8 0,0 0-3 16,2 5-3-16,-2 14-1 15,0 12-3-15,0 6 0 16,2 13-1-16,3 8 1 0,1 9 1 16,-1 2-1-16,0-2-1 15,4 0 1-15,-4-2 0 16,3-6 0-16,-3-7 1 15,0-6-1-15,-3-7 0 0,0-7-2 16,1-5-2-16,-3-7-5 16,0-5-9-16,-3 5-41 15,3-20-18-15,-9 10-4 16</inkml:trace>
  <inkml:trace contextRef="#ctx0" brushRef="#br1" timeOffset="39483.49">6876 7397 306 0,'0'0'5'0,"0"0"2"0,-7-8 3 0,7 8-1 0,-17-4 1 15,4 4 0-15,-6 0 1 16,-2 4-1-16,-6 4-3 15,4 4-4-15,-7 6-1 16,5 2-1-16,-3 1 0 16,0 7-1-16,1 4 1 0,-1 0-1 15,3 5 1-15,-2 2-1 16,2 4 1-16,3 2-1 0,4 2 1 16,9 6-1-1,1-7 1-15,8 2-1 16,3-5 2-16,14 0 0 15,5-6 0-15,6-4 2 16,9-8 0-16,0-9 0 0,11-1 0 16,1-7 1-16,1-3-1 15,2-5-1-15,0 0 1 16,-2 0-1-16,-4-5-2 16,-3-1 1-16,-10-1 0 0,-6 4 1 15,-8-1 0-15,-3-1 1 16,-9-1-1-16,-7 6 1 15,2-7-1-15,-2 7 0 16,-5-7-3-16,5 7-3 16,-14-8-6-16,14 8-18 0,0 0-51 15,-18 0-2-15</inkml:trace>
  <inkml:trace contextRef="#ctx0" brushRef="#br1" timeOffset="39631.19">7025 8143 360 0,'0'0'6'0,"0"0"3"0,0 0-1 0,0 0-3 0,0 0-5 15,13 0-26-15,-6 0-37 16,5-5-5-16</inkml:trace>
  <inkml:trace contextRef="#ctx0" brushRef="#br1" timeOffset="40630.91">10221 7524 213 0,'0'0'8'0,"0"0"3"15,0 0 3-15,0 0 4 16,0 0 1-16,-3-8 1 16,3 8-1-16,0 0-1 15,0 0-6-15,0 0-3 0,5-8-2 16,7 6-2-1,8 2-3-15,5-3 1 0,10-1 0 16,10-2 2-16,7 1-2 16,5-2 0-16,8 0 0 15,4-4 0-15,1 2 1 0,-3 2 0 16,-2-4 0-16,-1 2 0 16,-9 1 1-16,-2 0-1 0,-12 4 0 15,-8-1-1-15,-6 5-1 16,-8 0 0-16,-3 0-1 15,-16 0 0-15,9 0 1 16,-9 0-1-16,-2 7 0 0,2-7-3 16,-12 10-5-16,12-10-8 15,-15 15-22-15,15-15-38 16,-8 15-4-16</inkml:trace>
  <inkml:trace contextRef="#ctx0" brushRef="#br1" timeOffset="41274.33">10292 7793 135 0,'0'0'9'0,"0"0"6"0,0 0 5 16,16-5 3-16,1 3 3 16,5-1 1-16,8-2 3 15,10 1 0-15,5-2-6 16,4 1-4-16,6-2-2 0,2 0-4 15,-2-1-3-15,0 0-3 16,-4 4-1-16,-3-1-3 16,-6 0 0-16,-7-1-2 15,-3 4 0-15,-9 0-1 0,-3 2 0 16,-6-3 0-16,-7 3 1 16,-7 0-1-16,16 0 2 15,-16 0-2-15,0 0 2 16,0 0-1-16,0 0 2 0,0 0-1 15,0 0 0-15,0 0 0 16,0 0 0-16,0 0-1 16,0 0-2-16,0 0-2 0,0 0-4 15,0 0-3-15,0 0-7 16,0 0-11-16,0 0-36 16,0 0-17-16</inkml:trace>
  <inkml:trace contextRef="#ctx0" brushRef="#br1" timeOffset="42701.28">11083 7353 222 0,'0'0'8'0,"0"0"3"16,0 0 3-16,-10-3 3 15,10 3 1-15,0 0 1 16,-13 0-1-16,13 0 1 16,-9 3-6-16,4 4-2 0,3 7-3 15,-1 6-1-15,3 5-2 16,0 8 0-16,0 1 0 16,0 5-2-16,0 3 0 15,5-2-1-15,0 0-1 0,0-3 0 16,-1-5 0-16,1-1 0 15,-1-10-1-15,0-6 1 16,-4 1 0-16,5-5 1 16,-5-11 0-16,0 10 0 15,0-10-1-15,0 0-1 0,0-4 0 16,0-9 0-16,0-4-3 16,0-1-1-16,0-7-1 15,-2-7-1-15,-1-2 2 0,-1-4 0 16,0-1 0-16,-1-4 1 15,5 4 2-15,-8-3 1 16,7 4 0-16,-2 2 2 16,1 3 0-16,-3 6 0 0,5 5 1 15,-2-1 1-15,-2 7 0 16,4 2 0-16,-2 7-1 16,2 7-2-16,0-11-1 15,0 11 0-15,0 0 0 0,8 1-1 16,-1 5 0-16,8-2 0 15,0 3 1-15,8-3 1 16,1 0 1-16,3-1 0 16,3-3-1-16,5-4 0 0,-3-3 1 15,0 0 0-15,4 0 0 16,-6 0-1-16,-7-1 1 16,-4 3 0-16,-3 5 0 15,-5-2-2-15,-11 2-1 16,0 0-2-16,0 0-5 0,0 5-8 15,-15 9-29-15,5-4-29 16,3 4-4-16</inkml:trace>
  <inkml:trace contextRef="#ctx0" brushRef="#br1" timeOffset="43031.66">11081 7832 356 0,'0'0'6'0,"0"0"3"0,0 0 3 0,0 0 0 15,0 0 1-15,14 0 2 16,-1 0 0-16,4-4 0 0,5 0-4 15,4-4-3-15,3 2-3 16,1-1 0-16,5 0-3 16,-3 2 0-16,0 2-1 15,-4 1-1-15,-6 2-4 0,-5-3-2 16,-1 3-6-16,-16 0-15 16,0 0-54-16,0 0-1 15</inkml:trace>
  <inkml:trace contextRef="#ctx0" brushRef="#br1" timeOffset="46147.31">9036 7607 269 0,'0'0'5'0,"0"0"3"0,0 0 0 16,0 0 3-16,0 0-1 16,0 0 1-16,0 0 0 15,0 0 1-15,0 0-4 16,0 0-2-16,0 0 0 0,0 0-2 15,0 0 0-15,0 0-1 16,12-4 0-16,-12 4 1 16,5-11-1-16,-5 11 0 0,9-14-1 15,-3 3 2-15,-1-3 0 16,0-1 1-16,0 1 1 16,-3-4-1-16,3-2 1 15,-3-3 0-15,1 2 0 16,0-4-1-16,-3 2-1 0,0-2-1 15,0-2 1-15,0 2-1 16,-3 0-1-16,-2 0 1 16,3 1 0-16,-3 2 0 15,0 0 1-15,3-3-1 16,-3 5 1-16,-1-2 0 0,1 1 1 16,-2-1-1-16,2 5 0 15,0 0 0-15,-2 2 0 16,1 0-1-16,1 3-1 0,1-1 1 15,-1 4-1-15,-6-1 0 16,4 0-2-16,2 0 0 16,-4-5 0-16,4 5 0 0,-6-3 0 15,4 1 0-15,-1-1 0 16,2 1 0-16,-3 0 0 16,2-1 0-16,0 4 0 15,2-1 0-15,-6 0 0 16,2 0 0-16,2-1 0 0,-3 3 0 15,10 8 0-15,-18-15 0 16,18 15 0-16,-15-16 0 16,15 16 0-16,-10-7 0 15,10 7 0-15,0 0 0 16,-9-5 0-16,9 5 0 0,0 0 0 16,0 0 0-16,0 0 0 15,-11-5 0-15,11 5 0 16,0 0 0-16,0 0 0 0,0 0 0 15,0 0 0-15,-7-5 0 16,7 5 0-16,0 0 0 16,0 0 0-16,0 0 0 0,0 0 0 15,0 0 0-15,0 0 0 16,0 0 0-16,0 0 0 16,0 0 0-16,0 0 0 15,0 0 0-15,0 0 0 0,0 0 0 16,0 0 0-16,0 0 0 15,0 0 0-15,0 0 0 16,0 0 0-16,0 0 0 16,0 0 0-16,0 0 0 0,0 0 0 15,0 0 0-15,0 0 0 16,0 0 0-16,0 0 0 16,0 0 0-16,0 0 0 15,0 0 0-15,0 0 0 16,0 0 0-16,0 0 0 15,0 0 0-15,0 0 0 0,0 0 0 16,0 0 0-16,-5 13 0 16,5-4 0-16,0 7 0 15,-3 0 0-15,1 8 0 0,2-3 0 16,-2 2 0-16,2-3 0 16,-3-1 0-16,3-2 0 15,-3 1 0-15,3-5 0 0,-2-4 0 16,2-9 0-16,-2 16 0 15,2-16 0-15,-3 8 0 16,3-8 0-16,0 0 0 16,0 0 0-16,0 0 0 0,0 0 0 15,-3-7 0-15,3 7 0 16,-2-14 0-16,-1 4 0 16,1-3 0-16,2-1 0 15,-2-2 0-15,-1 4 0 0,3-2 0 16,0-1 0-16,0 2 0 15,0 1 0-15,0-1 0 16,0 2 0-16,3 0 0 16,-1-2 0-16,-2 3 0 15,0 1 0-15,2-1 0 0,-2 10 0 16,3-12 0-16,-3 12 0 16,2-10 0-16,-2 10 0 15,0 0 0-15,0 0 0 16,0 0 0-16,0 0 0 0,0 0 0 15,0 0 0-15,0 0 0 16,0 0 0-16,0 0 0 16,13-6 0-16,-13 6 0 0,19 0 0 15,-3 0 0-15,4 0 0 16,2 0 0-16,5 0 0 16,1 0 0-16,-1-2 0 15,3 2 0-15,-7-3 0 0,-2 2 0 16,-1 1 0-16,-5-3 0 15,-4 3 0-15,-11 0 0 16,9 0 0-16,-9 0 0 16,0 0 0-16,0 0 0 15,0 0 0-15,0 0 0 0,0 0 0 16,0 0 0-16,0 7-5 16,0-7-84-16,0 0-4 15</inkml:trace>
  <inkml:trace contextRef="#ctx0" brushRef="#br1" timeOffset="50981.37">11097 5153 255 0,'0'0'4'15,"0"0"3"-15,-12-15 2 0,5 12 1 16,-6-2 3-16,-1 0 1 16,-2 5 1-16,-5 0 1 15,-2 3-3-15,0 7-1 0,-2 5-2 16,-1 4 0-16,1 1-2 15,-3 7-3-15,1 1 0 16,4 6-1-16,-2 6 1 0,4 2 0 16,3 5-1-16,6 3 0 15,5 1 0-15,7 6 0 16,2 0 0-16,12-2 1 16,11-3-2-16,5-2 0 15,7-6-1-15,5-7 1 16,8-4-1-16,0-9-1 0,4-6 1 15,6-6 0-15,-5-7-1 16,5-5 1-16,-1-5 0 16,-4-7 0-16,0-6 0 0,-6-4 0 15,1-5 0-15,-6-3 0 16,-1-7 0-16,-6 0-1 16,-7-5 1-16,-5-1 0 15,-5-1 1-15,-8-1 0 0,-7-7 0 16,-5 0-1-16,-13-1 0 15,-1 2 0-15,-9 0 1 16,-9-2-1-16,-7 6-1 0,-5 2 0 16,-4 11 0-16,-5 4 2 15,-5 8-3-15,-6 7 0 16,-3 11 0-16,-2 4 0 16,0 11 0-16,1 9 0 15,-1 7 0-15,4 6 0 16,5 9 0-16,14 5-3 0,3 5 4 15,13 5 1-15,7 5-2 16,11 2 0-16,12 1 0 16,5-1 0-16,13-2 0 15,8-5 0-15,10-7 0 0,8-6 0 16,9-7 0-16,2-12 0 16,9-8 0-16,-4-7 0 15,2-6 0-15,0-4 0 0,0-14 0 16,-5-3 0-16,-3-8 0 15,-4-7 0-15,-4-5 0 16,-7-5 0-16,-2-8 0 0,-7 0 0 16,-10-6 0-16,-5-1 0 15,-8-3 0-15,-7 1 0 16,-14 4 0-16,-11 1 0 16,-8 7 0-16,-13 4 0 15,-4 11 0-15,-8 7 0 0,-9 11 0 16,-2 9 0-16,-4 6 0 15,-1 16 0-15,-1 8 0 16,3 6 0-16,8 11 0 16,4 3 0-16,12 10 0 0,14-1 0 15,12 5 0-15,14 0 0 16,14 4 0-16,15-7 0 16,9-6 0-16,16-3 0 15,3-7 0-15,10-8 0 0,8-9 0 16,1-11 0-16,1-10 0 15,-2-2 0-15,0-12 0 16,-5-10 0-16,0-8 0 0,-9-5 0 16,-9-7 0-16,-6-8 0 15,-14-4 0-15,-11-3 0 16,-13-7 0-16,-7 4 0 16,-20 1 0-16,-16 7 0 15,-9 7 0-15,-10 8 0 16,-15 17 0-16,-2 15 0 0,-8 10 0 15,-1 22 0-15,4 10 0 16,7 16 0-16,4 3-7 16,16 11-77-16,25 0-2 0</inkml:trace>
  <inkml:trace contextRef="#ctx0" brushRef="#br1" timeOffset="52931.47">11083 5816 319 0,'0'0'7'16,"0"0"0"-16,0 0-1 0,0 0 1 15,0 0 1-15,-2 18 3 16,2 4 2-16,0 13 1 15,2 14-7-15,3 18-1 16,0 20 3-16,3 10-2 0,4 16-1 16,0 6-2-16,1 8-2 15,-4 1 1-15,3-2 0 16,-1-2 2-16,1-7-1 16,1-3 1-16,-3-6-1 15,-1-8 1-15,4-4 0 0,-3-10-1 16,0-6-1-16,3-7-1 15,-4-9-1-15,1-10 0 16,-2-6 0-16,2-12 0 0,-3-1 0 16,-2-7 1-16,-3-7-1 15,2-3-1-15,-4 0 0 16,0-4 0-16,0-3-2 16,-4 1 0-16,-1-5-3 15,5-7-3-15,-7 14-7 0,7-14-10 16,-12 3-51-16,12-3-4 15</inkml:trace>
  <inkml:trace contextRef="#ctx0" brushRef="#br1" timeOffset="54091.61">7023 8660 198 0,'0'0'2'16,"0"0"-1"-16,0 0 1 15,0 0 5-15,0 0 3 0,7 0 1 16,4 0 1-16,5-3 0 16,7 1 0-16,5 2 1 15,9-5-4-15,10 0-1 0,5 1-4 16,12-2-2-16,4-1 0 15,13 0-1-15,8-3-1 16,9-2 0-16,2 1-1 16,9 1 1-16,10-7 0 0,3 5 1 15,9-3-1-15,1 0 1 16,0-3 0-16,12 6 0 16,5-3 0-16,0 3 0 0,-4 0-1 15,9-1 0-15,-3 2 0 16,-2 3 1-16,2-3-1 15,-6 1 0-15,-3-2 0 16,-4 2 0-16,-1 1 0 16,-8-1-1-16,-8 0 0 15,-5-4 1-15,-5 3-1 0,-14-2 2 16,-15 6 1-16,-13-1 1 16,-11 2 1-16,-19 0 4 0,-9 1-1 15,-10 3 1-15,-13 2-1 16,-7 0-3-16,0 0-3 15,-4 0-5-15,-8 2-8 16,1 1-31-16,-1 5-25 16,-2-4-4-16</inkml:trace>
  <inkml:trace contextRef="#ctx0" brushRef="#br1" timeOffset="54764.56">8839 8812 435 0,'0'0'5'0,"0"0"1"16,0 0 2-16,0 0 1 15,6-11 1-15,-6 11 0 0,14-9 0 16,-4 4 1-16,8 2-4 15,-1 1-7-15,3 2 0 16,3 0 0-16,3 5 0 16,-1 4 0-16,-5 4 0 0,3-1 0 15,-6 5 0-15,-7 3 0 16,-5 3 0-16,-5-4 0 16,-2 5 0-16,-11-3 0 15,-7-1 0-15,-2 0 0 0,-3-1 0 16,0-4 0-16,3-2 0 15,2-3 0-15,4-5 0 16,7-5 0-16,9 0 0 16,0-13 0-16,5 1 0 15,10-9 0-15,2-4 0 0,3-1 0 16,8-4 0-16,-3 6 0 16,-4-1 0-16,2 3 0 15,-8 4 0-15,-3 8 0 0,-12 10 0 16,10-5 0-16,-10 5 0 15,0 17 0-15,0 1 0 16,0 2 0-16,5 5 0 16,3-1 0-16,4 1 0 0,6-7 0 15,9-5 0-15,10-2-6 16,-2 2-75-16,20-20-4 16</inkml:trace>
  <inkml:trace contextRef="#ctx0" brushRef="#br1" timeOffset="55426.36">11210 5628 233 0,'0'0'6'0,"9"0"1"0,4 0 4 0,17 0 2 16,10 3 3-16,14-3 1 15,12 0-1-15,27-3 3 16,6 0-5-16,18-5-3 0,15 0 0 15,5-3-2-15,3-3-2 16,10-2-2-16,-3-1-1 16,0 5 0-16,-8 0 0 15,-13-1-2-15,-11 3 1 0,-18 8-2 16,-17-1-1-16,-21 3-2 16,-19 5-9-16,-20 2-34 15,-13 11-25-15,-12 0-5 16</inkml:trace>
  <inkml:trace contextRef="#ctx0" brushRef="#br1" timeOffset="56048.22">11272 7682 359 0,'0'0'4'0,"0"0"-1"0,0 0 2 16,0 0 0-16,0 0 2 16,13-10 0-16,1 7 1 15,11 1 0-15,12-4-3 16,7 4 1-16,20-3-1 0,10 0-1 16,13-5 0-16,14 0-1 15,12-1-1-15,8-4 1 16,6-3-3-16,7 0 2 0,3 0-1 15,-3 0 0-15,0 0 0 16,-5 4 1-16,-2-2-1 16,-8 5 0-16,-10 5 0 15,-9-2 0-15,-11 4-1 16,-11 4 0-16,-11 0 0 0,-18 0-4 16,-9 0-2-16,-12 4-8 15,-14 4-43-15,-14-8-19 16</inkml:trace>
  <inkml:trace contextRef="#ctx0" brushRef="#br1" timeOffset="56757.58">12674 6448 401 0,'0'0'6'0,"0"0"3"0,0 0 2 15,0 0 0-15,0 0 0 16,0 0 0-16,0 0 0 0,0 0 1 16,-6 12-6-16,6 6-4 15,10-1-1-15,0 1 0 16,8 4 0-16,1 0 0 0,4-5 0 15,4-2 0 1,3-2 0-16,-5-6 1 0,4-5 1 16,-7-2 0-16,-4 0 2 15,-3-9-5-15,-2-4 0 0,-8-2 0 16,-1 2 0-16,-4-4 0 16,-2 2 0-16,0 3 0 15,-3 2 0-15,5 10 0 16,0 0 0-16,-7 0 0 15,7 6 0-15,0 9 0 0,2 4 0 16,8 1 0-16,2 5 0 16,1 2 0-16,3 1 0 15,0 1 0-15,-2 1 0 16,-1-1 0-16,-3-1 0 0,-8-1 0 16,-2 0 0-16,-7-2 0 15,-8 0 0-15,-2-6 0 16,-11 1 0-16,-1-4 0 15,-4-7 0-15,-1 1 0 0,-1-5 0 16,5 0 0-16,0-5 0 16,5 0-6-16,5 2-57 15,8-7-24-15,2-7 1 0</inkml:trace>
  <inkml:trace contextRef="#ctx0" brushRef="#br1" timeOffset="58564.15">17879 4709 412 0,'0'0'6'0,"0"0"3"16,7-10 2-16,-7 10 1 0,0-10-1 16,0 10 2-16,0 0-1 15,-7 10 1-15,-6 7-6 16,-1 10-2-16,-2 8-5 0,2 7 0 16,-2 3 0-16,4 1 0 15,5 4 0-15,5-2 0 16,2-6 0-16,7-5 0 15,7-5 0-15,7-7 0 16,1-9 0-16,8-2 0 0,5-11 0 16,2-6 0-16,2-11 0 15,-2-5 0-15,0-8 0 16,-6-4 0-16,-3-12 0 16,-9-1 0-16,-4-9 0 0,-12 1 0 15,-8 2 0 1,-13 4 0-16,-7 3 0 0,-2 6 0 15,-8 13 0-15,-5 4 0 16,1 12 0-16,-4 8 0 16,6 0 0-16,5 13 0 0,4 2 0 15,8 4 0-15,13 4 0 16,7 0 0-16,11-2 0 16,10 2 0-16,11-7 0 0,14 2 0 15,3-5 0-15,13-4 0 16,0-1-17-16,-10-6-68 15,15-2-2-15</inkml:trace>
  <inkml:trace contextRef="#ctx0" brushRef="#br1" timeOffset="58764.77">18579 4840 487 0,'0'0'5'0,"0"0"1"0,0 0 0 16,0 0 1-16,0 0-7 16,-2-5 0-16,4 4 0 0,11-5 0 15,6 4 0-15,4-1-34 16,4 0-50-16,6 0-4 16</inkml:trace>
  <inkml:trace contextRef="#ctx0" brushRef="#br1" timeOffset="58914.68">18562 4979 441 0,'0'0'5'16,"0"0"1"-16,0 0 1 15,0 0 1-15,7-7-1 16,3 4 1-16,10-5-3 0,5-1-8 16,10-1-48-16,13 0-30 15,-2-2-2-15</inkml:trace>
  <inkml:trace contextRef="#ctx0" brushRef="#br1" timeOffset="59197.36">19397 4555 447 0,'0'0'6'0,"-4"-10"3"0,4 10 1 16,-12-14 0-16,3 9 1 16,-1 5 0-16,-3 0-4 15,1 12-7-15,3 16 0 16,0 6 0-16,9 8 0 0,4 8 0 16,5 6 0-16,3 2 0 15,6-1 0-15,-6-9-19 16,6-5-42-16,-4 0-27 15,-3-12-1-15</inkml:trace>
  <inkml:trace contextRef="#ctx0" brushRef="#br1" timeOffset="59832.09">19325 4882 417 0,'0'0'6'0,"0"0"0"16,0-15 3-16,0 15-3 15,3-16 1-15,6 5 0 0,7 5 0 16,5-5-1-16,4 4-7 15,12 4-4-15,4 0-2 16,3 2 0-16,9 1-1 0,-2-3 1 16,-3 3 3-16,-6-5 2 15,-8 2 5-15,-6-4 2 16,-8 2 3-16,-20 5 2 16,0 0 0-16,-8-10 1 0,-14 10-2 15,-3 2-2-15,-6 6-3 16,2 4-1-16,-5 3 0 15,9 2-2-15,3 1-1 16,7 1 0-16,7 0-1 0,8-1 1 16,0-2-1-16,10-4 2 15,8-5-1-15,1-2 1 16,4-5 0-16,2 0 0 16,-3-10 1-16,0-2 1 15,-2-3-3-15,-2 0 0 0,-1-4 0 16,-2 1 0-16,-7-2 0 15,1 8 0-15,-4-1 0 16,-5 13 0-16,8-9 0 0,-8 9 0 16,3 9 0-16,-3 7 0 15,2-2 0-15,0 6 0 16,1 0 0-16,4-3 0 16,0-3 0-16,4-1 0 0,-2-3 0 15,3-5 0-15,1-5 0 16,2 0 0-16,0-10 0 15,0-2 0-15,5-5 0 16,-2-1 0-16,-1 1 0 16,0-6 0-16,0 4 0 0,1 5 0 15,-6-2 0-15,1 7 0 16,-3 3 0-16,-10 6 0 16,8 0 0-16,-8 0 0 15,12 20 0-15,-7-5 0 0,4-2 0 16,-1 1 0-16,2-1 0 15,2 1-6-15,0-6-8 16,6-10-59-16,0 2-10 0</inkml:trace>
  <inkml:trace contextRef="#ctx0" brushRef="#br1" timeOffset="60031.8">20130 4639 484 0,'0'0'3'0,"0"0"1"0,0 0 0 16,7 0 0-16,-7 0 0 15,21-3 0-15,-5 2 0 0,5 1-8 16,1-7-19-16,-12 4-59 16,22 1-4-16</inkml:trace>
  <inkml:trace contextRef="#ctx0" brushRef="#br1" timeOffset="60182.63">20503 4476 455 0,'0'0'4'15,"0"0"0"-15,0 0 1 16,-3 8-1-16,3 1 1 0,0 7 0 16,0 1 0-16,0 2 0 15,3 6-5-15,1 3-7 16,1-6-16-16,-10 3-56 15,10-1-4-15</inkml:trace>
  <inkml:trace contextRef="#ctx0" brushRef="#br1" timeOffset="60648.51">21208 4137 452 0,'0'0'5'15,"0"0"1"-15,0 0 0 16,-4-8-1-16,-7 8 1 16,-3 10 0-16,-4 8 0 0,-5 14 0 15,-3 15-4-15,-4 12-2 16,0 13 1-16,3 15 0 15,4 4 1-15,3 3-1 0,10 1 1 16,5-9-1-16,8-3 0 16,6-9 1-16,14-13-2 15,4-8 0-15,10-9 0 16,6-7-4-16,-1-14-12 16,15-9-66-16,-2-4-1 15</inkml:trace>
  <inkml:trace contextRef="#ctx0" brushRef="#br1" timeOffset="61131.76">21509 4114 428 0,'0'0'7'0,"0"0"1"16,0 0 2-16,0 0 0 16,0 0 0-16,-10 0 0 0,10 0 1 15,-15 15-1-15,10-5-5 16,-3 8-3-16,6-2-2 16,-1 7 0-16,3-3 0 15,8 0 0-15,7-5 0 0,2 0 0 16,3-5 0-16,3-6 0 15,-3 0 0-15,4-4 0 16,-4-8 0-16,-3-5 0 16,-1-2 0-16,-7 3 0 0,-1-3 0 15,-5 1 0-15,-1 0 0 16,-2 14 0-16,0-7 0 16,0 7 0-16,3 10 0 15,1 5 0-15,1 5 0 0,0 2 0 16,2 5 0-16,-1 0 0 15,-1 2 0-15,-3-1 0 16,-2 0 0-16,0-3 0 0,-5-3 0 16,-5 0 0-16,-5-5-11 15,6 1-19-15,9-1-52 16,-18-4-4-16</inkml:trace>
  <inkml:trace contextRef="#ctx0" brushRef="#br1" timeOffset="61414.55">21144 4726 417 0,'0'0'4'16,"0"0"2"-16,5 0 3 0,7 0 0 15,6 0 2-15,11 0 1 16,6-4 1-16,15 1 1 0,6-5-3 15,12 4-6-15,6-1-5 16,4 0 0-16,-1 0 0 16,-6-1 0-16,0 4 0 15,-18 0 0-15,-7 2 0 0,-14 0 0 16,-7 0 0-16,-15-3 0 16,-10 3-7-16,0 0-22 15,-18 3-55-15,1 1-5 0</inkml:trace>
  <inkml:trace contextRef="#ctx0" brushRef="#br1" timeOffset="61950.87">21388 4974 465 0,'0'0'5'0,"0"0"1"15,0 0 2-15,0-10 1 16,0 10-1-16,4-10 2 0,-4 10-10 16,17-12 0-16,-1 6 0 15,3 6 0-15,1 0 0 16,3 3 0-16,-1 7 0 15,0 0 0-15,-2 8 0 16,-8-4 0-16,-7 9 0 0,-5-3 0 16,-7-1 0-16,-8-1 0 15,-2-1 0-15,0-4 0 16,-4-4 0-16,4-4 0 0,5-5 0 16,2 0 0-16,10 0 0 15,-5-20 0-15,8 1 0 16,9-1 0-16,5-5 0 15,7 0 0-15,2 0 0 0,-1 1 0 16,0 1 0-16,-3 3 0 16,-7 9 0-16,-1 5 0 15,-6 4 0-15,-8 2 0 16,8 9 0-16,-6 4 0 0,0 4 0 16,1 1 0-16,2 2 0 15,3-1 0-15,1-1 0 16,6-4 0-16,3-3 0 15,3-4-33-15,17-7-50 16,-10-3-3-16</inkml:trace>
  <inkml:trace contextRef="#ctx0" brushRef="#br1" timeOffset="62215.37">21981 4203 476 0,'0'0'4'0,"0"0"0"0,0 0 1 16,0 0 0-16,10 0 1 0,5 10 0 16,4 5-1-16,6 8-5 15,8 11 0-15,1 11 0 16,7 9 0-16,1 9 0 16,-5 8 0-16,-5 6 0 0,-14 2 0 15,-13 4 0-15,-9-2 0 16,-25-2 0-16,-16 1 0 15,-15-1 0-15,-14-10-36 16,-20 3-48-16,-4-8-4 16</inkml:trace>
  <inkml:trace contextRef="#ctx0" brushRef="#br1" timeOffset="69498.5">14224 7436 173 0,'0'0'5'0,"0"0"-1"0,0 0 2 0,0 0 1 15,0 0 0-15,0 0 0 16,4-5 0-16,-4 5 1 15,18-4-2-15,-8 4-3 16,2-3 0-16,6 3 0 16,0-2-1-16,3 2 0 0,-1-3 0 15,15 3-1-15,2 0 0 16,8 0 1-16,5-2 0 16,4 2-1-16,9-3 0 15,3 0 1-15,12 1-1 0,3 0 0 16,11-1 0-16,8-2 0 15,9-2 0-15,13 0-1 16,13-4 2-16,3-2-1 0,12 5-1 16,6-1 1-16,1 3-1 15,6-2 0-15,0 3 1 16,-2 2-1-16,-2 1 0 16,-3-1 0-16,1 1 0 0,-11-3 0 15,-7 0 0-15,-4 3 1 16,1-6-1-16,-17 5 1 15,-9-4 0-15,-11 5-1 16,-11-3-1-16,-19 2-7 16,-12 2-12-16,-17 1-14 15,-8 0-24-15,-17 0-4 0</inkml:trace>
  <inkml:trace contextRef="#ctx0" brushRef="#br1" timeOffset="70164.38">13568 7476 171 0,'0'0'2'0,"0"0"3"0,10-2 2 16,2 0 1-16,1-2 1 16,9 4 1-16,2-2 1 15,19-1-1-15,9 1-1 0,7 2-2 16,17-3-3-16,5 1-1 15,11-2-1-15,14-4 0 16,15 0 0-16,3-1 0 16,5 1-1-16,13-4 0 15,12 2 0-15,5-2 0 0,7 1-1 16,8-2-2-16,-1 5-4 16,11-3-7-16,-2 7-12 15,-2-6-18-15,8 2-16 0</inkml:trace>
  <inkml:trace contextRef="#ctx0" brushRef="#br1" timeOffset="85264.75">7006 7768 77 0,'0'0'5'0,"0"0"1"0,0 0 1 15,2-5 2-15,-2 5 0 16,10-7 1-16,-10 7 1 15,14-9 1-15,-3 3-4 16,1 1-1-16,6-4-1 0,-1-2 0 16,3-1 0-16,5-6 1 15,0 1-1-15,7-8-1 16,1 0 0-16,1-2-1 16,3-2 1-16,3-3-2 0,0-3 2 15,9-3-3-15,-3-6 0 16,11-1 0-16,-1-4 1 15,6-5-1-15,4-1 0 16,1-4 0-16,2 1-1 0,3-1 0 16,3-1 2-16,-4 3-1 15,7 0-1-15,-6-1 0 16,4-4 0-16,4-1 0 0,0-1-2 16,1-3 1-16,4 0-1 15,2-7 1-15,5 0-1 16,0-1-1-16,0 2-5 15,0-5-1-15,-1-1-1 16,7 2-1-16,1 0-1 0,-7-2 0 16,0 0-1-16,0-1 2 15,-3-1 3-15,3 1 0 16,7-2-13-16,-9-1-8 16,-3 1-2-16</inkml:trace>
  <inkml:trace contextRef="#ctx0" brushRef="#br1" timeOffset="85381.57">10727 4582 69 0,'0'0'4'0,"13"-4"0"16,-3 4 2-16,-10 0 2 0,15-5-3 15,-15 5-14-15,7 0-27 16,-7 0 1-16</inkml:trace>
  <inkml:trace contextRef="#ctx0" brushRef="#br1" timeOffset="86564.53">6839 7702 135 0,'0'0'5'0,"0"0"4"0,0 0 6 16,0 0 1-16,5 2 4 15,-5-2-1-15,0 0 1 16,0 0 0-16,0 0 2 0,10 5-3 15,-10-5-3-15,17-5-1 16,-4-7-2-16,6-3 0 16,6-5 1-16,8-5 0 15,4-7-7-15,3-5-1 0,4-5-1 16,7-7-1-16,2-4-1 16,2-6 0-16,5-4-1 15,2-1 0-15,11-6 0 16,-1-4 0-16,2 1 0 0,8-7-1 15,-2 1 1-15,4-6 1 16,-2 4-1-16,5-6 0 16,3 0-1-16,-3-2 0 0,7 0 2 15,-5-3-2-15,6 4 0 16,-1-2 0-16,1 1-1 16,2 0 0-16,-3 2 1 15,-2 0-1-15,2 1-1 16,0 2 0-16,3 1 0 0,-2-1 0 15,-3 2 1-15,0 3 0 16,-3 5 0-16,1 0 0 16,-3 7 0-16,-6 5 1 0,-6 5-1 15,-5 2 1-15,-6 9 0 16,-9 5 0-16,-3 5 1 16,-10 3-1-16,-7 6 1 15,-5 5 2-15,-10 4-1 16,-3 6 1-16,-4-1-1 0,-13 13 0 15,10-12-1-15,-10 12 0 16,0 0 0-16,0 0-2 16,0 0 1-16,0 0 0 0,0 0-1 15,0 0 0-15,-5 8-1 16,5-8 1-16,-5 12-2 16,5-12-2-16,-5 13-4 15,5-13-6-15,-6 12-9 16,6-12-26-16,-5 14-30 0,3-4-4 15</inkml:trace>
  <inkml:trace contextRef="#ctx0" brushRef="#br1" timeOffset="87414.35">10263 4654 293 0,'0'0'8'0,"0"0"2"0,0 0 4 16,0 0 0-16,0 0 3 16,0 0 0-16,-10-7 2 15,10 7-2-15,-12 6-5 16,12-6-5-16,-13 16-1 0,8-3-2 16,3-3-2-16,-1 2 0 15,3-2 1-15,0-10 1 16,8 12 0-16,1-12 1 15,4 0 0-15,2-10 2 16,0 1 0-16,2-6 0 0,-2-3 0 16,-5-2-1-16,-3 1 0 15,-3-1 0-15,-4 3-4 0,-4 1-2 16,-8 4 0-16,-2 8 0 16,-9-2 0-16,0 6 0 15,-2 7 0-15,-2 4 0 16,8 6 0-16,-4 3 0 0,5 1 0 15,6 0 0-15,7-1 0 16,5 0 0-16,3-8 0 16,11-5 0-16,4-4 0 15,7-6 0-15,5-4 0 16,2-8 0-16,-2-5 0 0,0 0 0 16,-5-2 0-16,-3-3 0 15,-7 3 0-15,-13 4 0 16,-2 4 0-16,-7 6 0 0,-13 5 0 15,-3 3 0 1,-4 9 0-16,-5 6 0 0,2 4 0 16,0 3 0-16,6 3 0 15,4-3 0-15,8 1 0 16,3-6 0-16,9-4 0 0,9-9 0 16,10-1 0-16,1-6 0 15,8-6 0-15,1-7 0 16,1-3 0-16,-2-6 0 15,-4 3 0-15,-6 0 0 0,-6 0 0 16,-10 5 0-16,-2 0 0 16,-17 10 0-16,-1 6 0 15,-9 1 0-15,-3 8 0 16,4 9 0-16,-4 0 0 0,10 5 0 16,2-9-20-16,10 5-65 15,8-5-4-15</inkml:trace>
  <inkml:trace contextRef="#ctx0" brushRef="#br1" timeOffset="89575.14">10855 4048 371 0,'0'0'7'0,"0"0"6"15,-6-13-1-15,6 13 2 16,-10-9 0-16,1 0 0 0,-7 9 0 15,0 6 0-15,-5 13-6 16,-4 9-4-16,4 11-3 16,-4 11 0-16,4 9-1 0,1 8 0 15,7 1 0-15,9-2 1 16,4-3-1-16,12-4 0 16,11-10 1-16,7-7 0 15,7-13 0-15,8-4-2 0,7-9-5 16,0-14-13-16,8-2-60 15,4-2-4-15</inkml:trace>
  <inkml:trace contextRef="#ctx0" brushRef="#br1" timeOffset="91442.69">10887 4266 369 0,'0'0'7'15,"0"0"5"-15,0 0 1 0,-6-10 3 16,6 10 0-16,-2-15 1 15,2 15 1-15,0-15 0 16,0 2-6-16,8 3-5 16,4 0-1-16,6 1-6 15,4 2 0-15,0 1 0 0,3 1 0 16,0 5 0-16,-6 0 0 16,2 3 0-16,-7 5 0 15,-3 4 0-15,-9 2 0 0,-2 6 0 16,-9 0 0-1,-8 3 0-15,4-1-3 0,-5 0 1 16,0 0 1-16,1-4-1 16,8-4 1-16,0 1-1 0,9-5 1 15,0 0 1-15,13-5-1 16,2 2 1-16,5-1-1 16,-1-4 1-16,6 0 0 15,-2 4 0-15,-3-1 1 0,-3-1-1 16,-2 1 0-16,-5 2 1 15,-10-7-1-15,7 16 1 16,-7-7 0-16,-7 2 0 16,-8-4 0-16,-5 3 0 15,-5 0 0-15,-2-3-1 0,-5 3 1 16,2-4-1-16,-2-5 1 16,4 5-2-16,3-6-2 15,7 0-3-15,6-6-6 16,12 6-15-16,8-17-54 0,7 0-3 15</inkml:trace>
  <inkml:trace contextRef="#ctx0" brushRef="#br1" timeOffset="91766.07">11276 4213 418 0,'0'0'6'0,"0"0"3"16,0 0 1-16,0 0 2 15,-9-2 0-15,-1 2 1 16,-3 10 0-16,1 3-1 0,-1 1-6 15,-1 8-6-15,4 0 0 16,2 1 0-16,8-2 0 16,6 0 0-16,8-7 0 15,6-3 0-15,4-7 0 0,10-4 0 16,-2 0 0-16,0-8 0 16,-2-10 0-16,-6 0 0 15,-5-1 0-15,0-6 0 16,-12 0 0-16,-7-2 0 15,-2 2 0-15,-11 5 0 16,-6 1 0-16,-4 8 0 0,0 6 0 16,-2 5 0-16,1 3 0 15,2 7 0-15,6 7-9 16,7 0-20-16,4 4-55 0,5-7-3 16</inkml:trace>
  <inkml:trace contextRef="#ctx0" brushRef="#br1" timeOffset="92099.47">11614 4152 449 0,'0'0'4'15,"0"0"1"-15,-9-6 2 16,-3 4 0-16,-4 2 1 16,2 2 0-16,-4 4 0 0,-2 4-1 15,8 5-2-15,0-1-2 16,4 6-3-16,5 0 0 15,8-3 0-15,10 1 0 16,0-4 0-16,10-6 0 0,2-4 0 16,3-4 0-16,5-1 0 15,-3-12 0-15,0-5 0 16,-2-1 0-16,-7-4 0 16,-5-2 0-16,-9 1 0 0,-6-1 0 15,-6 5 0-15,-12 3 0 16,-2 5 0-16,-6 6 0 15,-2 6 0-15,-2 6-9 0,10 6-43 16,-1 5-33-16,6 5 0 16</inkml:trace>
  <inkml:trace contextRef="#ctx0" brushRef="#br1" timeOffset="92314.53">12030 4246 472 0,'0'0'4'16,"0"0"1"-16,0 0 0 16,-5 10 0-16,-1 1 0 15,1 7 0-15,-2 4-1 0,-5 11 2 16,-2 1-6-16,3 3 0 16,-2 3 0-16,1 2-3 15,0-4-4-15,-1 1-6 0,4-14-19 16,1 3-51-16,5-9-2 15</inkml:trace>
  <inkml:trace contextRef="#ctx0" brushRef="#br1" timeOffset="96165.22">11965 3992 414 0,'0'0'7'0,"0"0"3"16,0-16 2-16,5 8 1 15,0-4 0-15,1-1 0 16,6 2 1-16,0-5-1 0,2 7-11 16,2-2-2-16,1 7 0 15,0 1 0-15,4 3 0 16,-5 3 0-16,0 3 0 16,-2 5 0-16,-1 1 0 15,-5-1 0-15,-6 3 0 0,-2 3 0 16,-5 1 0-16,-6-1 0 15,-1-2 0-15,-2 4 0 16,-1-3 0-16,5-1 0 0,-1-5 0 16,9 2-2-16,2-12 2 15,2 11 0-15,11-8 0 16,4 2 0-16,6-2 0 16,0-1 0-16,-1 2 2 15,2 0-2-15,1 3 0 0,-7-2 0 16,-1 5 0-16,-2 0 0 15,-7 0 0-15,-6 0 0 16,-2 3 0-16,-5-4 0 0,-13 1 0 16,1 0 0-16,-5 0 0 15,-6-5 0-15,3 5 0 16,-5-8-3-16,6 3-3 16,-1-2-3-16,5-3-6 0,3-3-12 15,-3-4-54-15,20-3-2 16</inkml:trace>
  <inkml:trace contextRef="#ctx0" brushRef="#br1" timeOffset="96507.99">12363 3951 446 0,'0'0'3'0,"0"0"2"0,-12 0 1 16,6 8 0-16,-6 1 0 0,-3 7 1 15,3-2-1-15,-1 1 1 16,6 7-4-16,2-2-1 16,5-2 0-16,7-3-1 0,8-4 0 15,7-3 0-15,4-6 0 16,3-2 1-16,1 0-1 16,0-6 2-16,-3-8-1 15,-4 0-2-15,-7-4 0 16,-2 1 0-16,-12-6 0 0,-2 4 0 15,-8-1 0-15,-12 5 0 16,-2 3 0-16,-6 2 0 16,-1 10 0-16,-4 0 0 15,8 10-14-15,1-2-20 0,-1 9-49 16,20-2-2-16</inkml:trace>
  <inkml:trace contextRef="#ctx0" brushRef="#br1" timeOffset="96833.14">12690 3898 470 0,'0'0'3'0,"-4"0"0"15,-6 0 2-15,-3 4-1 16,-1 3 1-16,-7 5 0 0,4-1 0 16,0 3 0-16,2 3-3 15,7 1-1-15,6-4 0 16,2 1-1-16,10-2 2 15,7-6-2-15,5-2 0 0,4-2 0 16,4-3 0-16,-1-8 0 16,1-5 0-16,-3-1 0 15,0-4 0-15,-7 1 0 0,-8-5 0 16,-3 2 0-16,-9 1 0 16,-6-4 0-16,-9 8 0 15,-7 3 0-15,-6 4 0 16,-2 4 0-16,4 4 0 0,-10 1-11 15,12-1-49-15,6 6-25 16,1-1-2-16</inkml:trace>
  <inkml:trace contextRef="#ctx0" brushRef="#br1" timeOffset="97097.23">12733 3515 480 0,'0'0'5'15,"0"0"0"-15,-3-10 1 16,3 10 0-16,0-10 1 0,0 10-5 16,15-5-2-16,8 5 0 15,7 10 0-15,7 7 0 16,7 8 0-16,4 12 0 16,4 7 0-16,0 9 0 0,-9 9 0 15,-4 3 0-15,-11 3 0 16,-14 4 0-16,-14 1 0 15,-10-4 0-15,-20 5 0 0,-11-10 0 16,-19-2-80-16,5-2-7 16</inkml:trace>
  <inkml:trace contextRef="#ctx0" brushRef="#br1" timeOffset="98216.13">19355 6716 473 0,'0'0'5'0,"0"0"1"0,0 0 2 15,7-13 1-15,-7 13-1 0,0 0-6 16,5 8-2 0,-3 12 0-16,-2 6 0 0,5 11 0 15,0 8 0-15,3 8 0 0,2 3 0 16,4 5 0-16,2-7 0 15,-2 2-8-15,-6 2-49 16,2-14-29-16,-3-5-1 16</inkml:trace>
  <inkml:trace contextRef="#ctx0" brushRef="#br1" timeOffset="98848.6">19298 7154 431 0,'0'0'7'0,"0"0"0"16,-3-10 2-16,3 10-1 0,0-15 1 15,0 8-1-15,10-4 0 16,4 3 1-16,11-1-6 16,10 1-5-16,3 1-1 15,11 6-1-15,4-5 0 16,2 1 1-16,-2 3 0 16,-5-6 0-16,-8 4 3 0,-11-4 2 15,-8 3 2-15,-9-3 1 16,-12 8 1-16,-8-7 0 15,-9 7 0-15,-5 0-1 0,-3 7-5 16,0 6 0-16,-3 2 0 16,9 4 0-16,-1 1 0 15,10 3 0-15,8-3 0 0,2-6 0 16,12 2 0-16,8-7 0 16,2-2 0-16,3-4 0 15,2-3 0-15,1-7 0 16,-6-5 0-16,0-4 0 15,-2 2 0-15,-8-6 0 0,-1-3 0 16,-4 3 0-16,-4 4 0 16,-1 3 0-16,-2-2 0 15,0 15 0-15,0 0 0 16,0 0 0-16,0 0 0 0,2 18 0 16,3-4 0-16,1-2 0 15,1 3 0-15,-2 1 0 16,6-9 0-16,1 0 0 15,0-4 0-15,3-3 0 0,0-5 0 16,2-6 0-16,3-3 0 16,2-4 0-16,-2 2 0 15,-3 0 0-15,4-1 0 0,-5 7 0 16,-3 0 0-16,-5 9 0 16,-8 1 0-16,9 4 0 15,-6 8 0-15,2 3 0 16,-2 0 0-16,2 2 0 0,2 0 0 15,0 1 0-15,4-8-7 16,3 0-41-16,4-5-36 16,-4-5-2-16</inkml:trace>
  <inkml:trace contextRef="#ctx0" brushRef="#br1" timeOffset="99031.72">20192 6825 471 0,'0'0'5'0,"0"0"1"0,0 0 1 0,0 0-1 16,0 0 1-16,0 0 0 15,3-11-5-15,6 11-2 16,11 0 0-16,3-3-7 16,9-11-69-16,1 11-8 0</inkml:trace>
  <inkml:trace contextRef="#ctx0" brushRef="#br1" timeOffset="99186.91">20570 6666 460 0,'0'0'5'0,"0"0"1"0,0 0 1 15,-5 2 1-15,5-2 0 16,-10 16-1-16,7-7 1 16,0 7-6-16,3 3-2 0,0 3 0 15,0 6 0-15,6 1 0 16,1 0-7-16,8-16-74 15,-5 15-4-15</inkml:trace>
  <inkml:trace contextRef="#ctx0" brushRef="#br1" timeOffset="99481.68">21216 6322 511 0,'0'0'0'16,"0"0"0"-16,-8-8 0 16,-5 11 0-16,-1 7 0 15,-9 7 0-15,-2 15 0 0,-7 13 0 16,-3 14 0-16,-2 14 0 16,5 13 0-16,2 10 0 15,5 5 0-15,11 9 0 0,3-3 0 16,11-6 0-16,11-5 0 15,8-11 0-15,11-6 0 16,13-17 0-16,11-7 0 16,21-20-86-16,-6-16-3 0</inkml:trace>
  <inkml:trace contextRef="#ctx0" brushRef="#br1" timeOffset="100114.27">21450 6517 441 0,'0'0'7'0,"0"-10"2"0,0 10 2 0,0-12 1 16,-3 1 1-16,3-1 0 15,0 0-8-15,0 0-5 16,0 0 0-16,7 2 0 0,5 5 0 15,1-3 0-15,4 8 0 16,4 0 0-16,-5 0 0 16,5 8 0-16,-7 2 0 15,-1 5 0-15,-6-1 0 0,-2 1 0 16,-5 2 0-16,-2-2 0 16,-6 0 0-16,-1-1 0 15,1 0 0-15,-4-4 0 0,4-3 0 16,8-7 0-16,-13 12 0 15,13-12 0-15,0 15 0 16,0-15 0-16,25 15 0 16,-9-7 0-16,5 2 0 0,0-3 0 15,1 6 0-15,-2-4 0 16,-3 1 0-16,-5 0 0 16,-9 0 0-16,-3-3 0 15,-7 3 0-15,-5-2 0 16,-9 2 0-16,-6-6 0 0,-1 2 0 15,-1-3 0-15,-1-2 0 16,3-1 0-16,2 0-16 16,7-1-9-16,9-12-45 15,9 13-14-15</inkml:trace>
  <inkml:trace contextRef="#ctx0" brushRef="#br1" timeOffset="100431.8">21876 6495 469 0,'0'0'4'0,"0"0"0"0,0 0 0 16,-7-3 2-16,-3 3-1 16,-3 5 1-16,-1 3 0 15,-4 2-1-15,4 4-3 0,-2 4-2 16,7-1 0-16,4 5 0 16,5-1 0-16,9-6 0 15,12-3 0-15,4-3 0 16,4-1 0-16,5-5 0 0,-1-3 0 15,4-3 0-15,-7-9 0 16,-2 2 0-16,-8-8 0 16,-9 1 0-16,-5-3 0 15,-6 0 0-15,-10 2 0 16,-12 1 0-16,-4 11 0 0,-1-2 0 16,-3 8 0-16,-2 0 0 15,8 8-8-15,1-2-21 16,5 4-54-16,16 3-2 15</inkml:trace>
  <inkml:trace contextRef="#ctx0" brushRef="#br1" timeOffset="100748.65">22284 6423 470 0,'0'0'3'0,"0"0"1"0,-4-2 1 15,-5 2 0-15,-5 2 0 16,1 3 0-16,-2 5 0 15,-2 0 0-15,0 8-3 0,6 0-2 16,4-2 2-16,7 3-2 16,7 4 0-16,9-8 0 15,6 0 0-15,2-8 0 16,12 0 0-16,-1-7 0 16,2-4 0-16,-5-9 0 0,0 1 0 15,-7-9 0-15,-6 2 0 16,-8-6 0-16,-9 0 0 0,-9 4 0 15,-14 3 0-15,-3 6 0 16,-8 2 0-16,-3 10 0 16,-2 0-5-16,2 17-20 15,-3 6-57-15,6 1-4 16</inkml:trace>
  <inkml:trace contextRef="#ctx0" brushRef="#br1" timeOffset="101164.66">21333 6948 351 0,'0'0'5'0,"0"0"4"0,0 0 2 16,0 0 3-16,-11 0 1 0,11 0 0 16,0 0 3-16,6 0-1 15,8-5-4-15,14 0-3 16,6 1-2-16,14-4-2 0,12 0 0 16,14 1-2-16,11 0 0 15,11-3-1-15,3 0-1 16,9 0-2-16,1 3 0 15,-2-3 0-15,-5 0 0 16,-10-1 0-16,-8 3 0 0,-22 2 0 16,-8-2 0-16,-16 5 0 15,-14-1 0-15,-13 4 0 16,-11 0 0-16,-11 0 0 16,-5 0-13-16,-2 7-21 15,3 1-50-15,-12-1 0 0</inkml:trace>
  <inkml:trace contextRef="#ctx0" brushRef="#br1" timeOffset="101781.4">21388 7181 447 0,'0'0'5'0,"0"0"1"0,0 0 1 15,0 0 1-15,0-9 0 16,0 9 0-16,4-11 0 15,4 6 0-15,4 1-4 16,3-1-2-16,2 5-2 0,3 0 0 16,0 0 0-16,-1 0-2 15,-4 7 0-15,0 0-1 16,-4 4 0-16,-4-2-1 16,-4 1 0-16,-3 2 0 15,-5-2 1-15,-2 3 0 0,-4-3 1 16,-2-3 0-16,4 0 1 15,-1 1-1-15,10-8 2 16,-8 9 0-16,8-9-1 0,10 11 1 16,6-6 0-16,0-3 0 15,9 5 1-15,0-2 0 16,0 3-1-16,1 0-1 16,-5 1 1-16,-5-1 1 0,-7 0-1 15,-6 1 1-15,-3 1-1 16,-10 2 1-16,-8-3 0 15,-3-1 0-15,-7 0 0 16,-2-3 0-16,-8 0-1 0,1 0 1 16,2-3 0-16,1-2-1 15,4 0-4-15,7 0-4 16,3-4-5-16,20 4-15 16,-1-13-51-16,13 1-2 15</inkml:trace>
  <inkml:trace contextRef="#ctx0" brushRef="#br1" timeOffset="102082.28">21777 7253 412 0,'0'0'3'15,"0"0"2"-15,0 0 2 0,-7 7 2 16,7-7 0-16,-18 14 1 16,6-5 0-16,1 3 0 15,4 0-2-15,2 1-2 0,5-3-2 16,8-2-1-16,9-2-2 15,8 0 1-15,8-6 0 16,-1 0-1-16,5-3 1 16,-2-4-1-16,-1 2 2 0,-6-8 0 15,-6 1-3-15,-10-3 0 16,-6 3 0-16,-8-4 0 16,-14 5 0-16,-6-2 0 15,-6 6 0-15,-6 4 0 0,-1-2 0 16,0 5-7-16,3 3-5 15,9 7-11-15,7 9-50 16,16-19-11-16</inkml:trace>
  <inkml:trace contextRef="#ctx0" brushRef="#br1" timeOffset="102400.6">22204 7206 445 0,'0'0'3'0,"0"0"1"0,0 0 1 16,-9 3 1-16,-2 1 2 15,-1 4-1-15,-6 2 2 16,4 0-1-16,0 2-2 16,-2 2-1-16,6-3-2 15,8 2-1-15,2-4-2 16,12 1 0-16,7-7 0 0,6-1 0 16,9-2 0-16,3-5 0 15,0-2 0-15,2-5 0 16,-4-5 0-16,-6-1 0 0,-3-5 0 15,-13 1 0-15,-11-1 0 16,-4 2 0-16,-14 3 0 16,-11 5 0-16,-5 4 0 15,-1 9 0-15,-6 0 0 0,4 2 0 16,3 5-10-16,5 6-19 16,14-3-54-16,13-10-4 15</inkml:trace>
  <inkml:trace contextRef="#ctx0" brushRef="#br1" timeOffset="102734.26">22687 6393 478 0,'0'0'4'15,"-3"-12"1"-15,3 12 0 16,-4-17 0-16,4 7 1 15,0 0-1-15,0 10-2 0,12-10-3 16,4 12 0-16,5 16 0 16,4 14 0-16,2 10 0 15,5 15 0-15,1 8 0 16,-3 8 0-16,-3 10 0 0,-2 3 0 16,-6 1 0-16,-8-3 0 15,-6 3 0-15,-8-8 0 16,-12-5 0-16,-8-3 0 15,-11-10 0-15,-8-4 0 0,-6-11 0 16,-3-1 0-16,0-12-6 16,5-7-37-16,5-2-43 15,4-12-1-15</inkml:trace>
  <inkml:trace contextRef="#ctx0" brushRef="#br1" timeOffset="103598.92">20117 8472 471 0,'0'0'5'0,"0"-12"4"0,0 12 1 0,2-20 1 0,-2 12-6 16,0-2-5-16,0 10 0 0,0 0 0 16,-2 15 0-16,-3 16 0 15,5 5 0-15,0 14 0 16,0 3 0-16,11 8 0 15,-4-4 0-15,12 0 0 0,-1-10-6 16,2-5-42-16,0 0-36 16,-5-15-4-16</inkml:trace>
  <inkml:trace contextRef="#ctx0" brushRef="#br1" timeOffset="104215.14">20085 8833 426 0,'0'0'7'0,"-4"-9"2"0,4 9 2 16,-1-12-1-16,1 12 0 15,0-18 0-15,7 8 0 16,9-2 0-16,6 7-9 0,8 0-3 16,7-3-2-16,7 1 0 15,7 3 0-15,1-4 0 16,-3-1 1-16,-1 5 1 16,-9-6 3-16,-7-1 3 0,-9 3 0 15,-11 0 0-15,-12 8 1 16,0-10 0-16,-14 7 0 15,-7 3-3-15,-5 10-2 16,0 1 0-16,-1 3 0 0,3 1 0 16,3 6 0-16,6-5 0 15,8 1 0-15,7-1 0 16,2-2 0-16,11-7 0 16,-1 1 0-16,8-3 0 0,3-5 0 15,-4-5 0-15,4-4 0 16,-1-4 0-16,-5-4 0 15,1-1 0-15,-6-2 0 16,4 2 0-16,-7 2 0 0,-2 1 0 16,-2 2 0-16,-2 3 0 15,-3 10 0-15,0 0 0 16,13 3 0-16,-9 7 0 0,1 2 0 16,0 1 0-16,3 2 0 15,2-3 0-15,-1-2 0 16,2 0 0-16,-1-8 0 15,2-2 0-15,6 0 0 16,-4-8 0-16,6 0 0 0,-2-9 0 16,1 1 0-16,-1-1 0 15,-1-1 0-15,-4 6 0 16,-1 2 0-16,-7 0 0 16,-5 10 0-16,0 0 0 0,10 2 0 15,-10 8 0-15,3 3 0 16,-1 1 0-16,1 1-3 15,1 0-15-15,4-2-34 16,2-3-33-16,-10-10 0 0</inkml:trace>
  <inkml:trace contextRef="#ctx0" brushRef="#br1" timeOffset="104398.56">20875 8430 471 0,'0'0'5'15,"0"0"2"-15,0 0 1 16,-9-8 0-16,9 8-1 16,0-9-2-16,0 9-5 15,16-10 0-15,2 7 0 0,4-2 0 16,8 5-9-16,2 0-74 16,9 0-1-16</inkml:trace>
  <inkml:trace contextRef="#ctx0" brushRef="#br1" timeOffset="104548.73">21228 8276 456 0,'0'0'5'16,"0"0"1"-16,0 0 0 15,0 0 0-15,-10 3 1 0,8 6 0 16,-1 6 0-16,1 6 1 16,2 4-5-16,0 1-7 15,5 6-9-15,-3 5-37 16,8-7-32-16,0-3-1 15</inkml:trace>
  <inkml:trace contextRef="#ctx0" brushRef="#br1" timeOffset="104847.33">21595 8085 449 0,'0'0'6'15,"0"0"3"-15,0 0 0 0,0 0 1 16,0 0 0-16,-7-4 0 16,0 14-2-16,-6 6-8 15,-1 15 0-15,-7 13 0 0,2 13 0 16,-6 10 0-16,5 5 0 16,1 10 0-16,5 2 0 15,10-3 0-15,4-1 0 16,4-6 0-16,14-4 0 15,7-12 0-15,8-5 0 0,4-9 0 16,2-16-12-16,3-9-72 16,8-3-2-16</inkml:trace>
  <inkml:trace contextRef="#ctx0" brushRef="#br1" timeOffset="105065.88">21866 8522 494 0,'0'0'3'0,"0"0"2"16,0 0 0-16,0 0-1 15,0 7-4-15,0-7 0 16,5 20 0-16,0-3 0 0,3 3 0 16,-4 7 0-16,4 1 0 15,2 3 0-15,-4-3-10 16,-6-2-72-16,7-3-4 15</inkml:trace>
  <inkml:trace contextRef="#ctx0" brushRef="#br1" timeOffset="105332.63">22100 8140 495 0,'0'0'3'0,"0"0"1"0,0 0 0 15,0 0 1-15,12 0-5 16,2 5 0-16,7 7 0 0,9 6 0 16,7 6 0-16,6 14 0 15,4 6 0-15,0 16 0 16,-5 6 0-16,-10 11 0 16,-14 5 0-16,-15 2 0 0,-11 3 0 15,-19-5 0-15,-16-8 0 16,-6 1 0-16,-11-14 0 15,3-14-67-15,2-2-21 16</inkml:trace>
  <inkml:trace contextRef="#ctx0" brushRef="#br1" timeOffset="106122.84">18539 8743 436 0,'0'0'7'0,"0"-11"3"0,0 1 1 15,-2 0 0-15,-3-1 2 0,-2 3-1 16,-6 0-1-16,-1 8-11 15,-4 8 0-15,-5 9 0 16,-1 12 0-16,-1 8 0 0,2 8 0 16,3 5 0-1,1-1 0-15,12 3 0 0,7-7 0 16,0-3 0-16,7-13 0 16,10-1 0-16,2-8 0 0,7-10 0 15,2-7 0-15,1-3 0 16,1-11 0-16,5-9 0 15,-8-10 0-15,1-1 0 16,-4-12 0-16,-6-1 0 16,-9-6 0-16,-4-2 0 0,-7 0 0 15,-10 5 0-15,-6 3 0 16,-4 7 0-16,-5 12 0 16,-3 5 0-16,0 9 0 15,5 11 0-15,0 6 0 0,8 9 0 16,4 4 0-16,6 6 0 15,7 4 0-15,12 2 0 16,11-1 0-16,4-4 0 16,10-1 0-16,6-7 0 0,6-8-80 15,6 2-5-15</inkml:trace>
  <inkml:trace contextRef="#ctx0" brushRef="#br1" timeOffset="106297.98">19066 8813 491 0,'0'0'5'0,"0"0"0"0,0 0-1 15,0 0 2-15,0-7-6 16,0 7 0-16,13-5 0 16,4-2 0-16,8 7-8 15,0 0-74-15,3-2-2 16</inkml:trace>
  <inkml:trace contextRef="#ctx0" brushRef="#br1" timeOffset="106431.7">19011 9017 423 0,'0'0'3'16,"0"0"1"-16,0 0 2 0,6 5 1 16,8-5 0-16,7 2-3 15,4-4-16-15,12 2-57 16,9-3-5-16</inkml:trace>
  <inkml:trace contextRef="#ctx0" brushRef="#br1" timeOffset="107081.9">19009 9713 480 0,'0'0'4'16,"0"0"2"-16,0 0 0 0,0 0 1 16,0 0-1-16,0 0-4 15,-17 5-2-15,4 9 0 16,-4 9 0-16,-4 7 0 15,5 4 0-15,-2 6 0 0,4 2 0 16,1 0 0-16,6-4 0 16,7-7 0-16,9-3 0 15,9-9 0-15,1-6 0 16,3-6 0-16,11-7 0 0,-1-3 0 16,3-8 0-16,1-9 0 15,-2 0 0-15,-4-9 0 16,-8-2 0-16,-4-5 0 15,-6-5 0-15,-10 0 0 16,-4 1 0-16,-10 1 0 0,-9 6 0 16,-4 9 0-16,-1 3 0 15,-10 12 0-15,10 9 0 16,-4 5 0-16,5 10 0 16,10 5 0-16,3 2 0 0,9 3 0 15,6 0 0-15,11 0 0 16,11-4 0-16,12-1-3 15,-1-7-34-15,3-1-46 0,14-8-3 16</inkml:trace>
  <inkml:trace contextRef="#ctx0" brushRef="#br1" timeOffset="107248.74">19470 9829 468 0,'0'0'4'0,"0"0"2"0,0 0 1 15,0 0 1-15,-11-4-2 16,11 4 1-16,0 0-2 16,7-10-5-16,9 10-2 0,-2-5-28 15,6 5-53-15,5 0-2 16</inkml:trace>
  <inkml:trace contextRef="#ctx0" brushRef="#br1" timeOffset="107381.5">19454 9949 440 0,'0'0'4'0,"0"0"0"0,0 0 0 16,0 0 1-16,0 0 0 15,12 4-2-15,1-4-8 16,11-15-53-16,6 10-19 16</inkml:trace>
  <inkml:trace contextRef="#ctx0" brushRef="#br1" timeOffset="107698.9">20063 9706 467 0,'0'0'5'15,"0"0"2"-15,0 0 1 0,-6 0 0 16,6 0 0-16,0 0 0 16,-12 9-8-16,5 1 0 15,-6 5 0-15,1 2 0 16,-8 6 0-16,-2-2 0 0,-5 7 0 15,-5-6 0-15,-3 1 0 16,-6-1 0-16,9-5 0 16,2-1 0-16,3-4 0 15,8-4 0-15,1-6 0 0,18-2 0 16,0 0 0-16,7 0 0 16,16-8 0-16,4 1 0 15,10 0 0-15,3-6 0 16,5 3 0-16,-3 0-21 0,-4 1-63 15,1-4-3-15</inkml:trace>
  <inkml:trace contextRef="#ctx0" brushRef="#br1" timeOffset="107882.5">20078 9760 447 0,'0'0'4'0,"0"0"1"16,0 0 1-16,-3 10 1 0,1 0 0 15,2 3 1-15,-3 4 0 16,3 2-1-16,0 6-3 16,5 0-3-16,0 2-6 15,-4-2-13-15,5 0-62 0,2-6-4 16</inkml:trace>
  <inkml:trace contextRef="#ctx0" brushRef="#br1" timeOffset="108244.55">20445 9731 440 0,'0'0'4'15,"-7"-3"2"-15,-3 0 1 16,0 3 1-16,-4-1 1 0,-4 1 0 16,0 0 1-16,-2 0 0 15,0 7-4-15,4-1-4 16,0 4-2-16,2 3 0 15,5 2 0-15,2 0 0 0,7 2 0 16,0 1 0-16,5-1 0 16,8-2 0-16,4 2 0 15,3 1 0-15,0-6 0 16,4 0 0-16,-3 1 0 0,-1-4 0 16,-6 2 0-16,-1-4 0 15,-13-7 0-15,12 9 0 16,-12-9 0-16,-9 10 0 0,-7-4 0 15,0-1 0-15,-7-3 0 16,-5 0 0-16,1 1 0 16,-3-3-25-16,-2-3-58 15,8-6-4-15</inkml:trace>
  <inkml:trace contextRef="#ctx0" brushRef="#br1" timeOffset="108347.23">20381 9654 363 0,'0'0'2'0,"0"0"-11"16,14 0-40-16,-5-8-18 16</inkml:trace>
  <inkml:trace contextRef="#ctx0" brushRef="#br1" timeOffset="108665.5">20602 9403 475 0,'0'0'3'0,"0"0"1"15,0 0 0-15,0 0 0 16,0 10 0-16,-3 1 1 16,1 1 0-16,0 1 0 15,-1 3-3-15,3 1-2 0,0 4 0 16,10-6 0-16,2-1 0 15,6-3 0-15,4-10 0 16,3-1 0-16,-1-1 0 16,1-12 0-16,-4-5 0 0,-9-1 0 15,-5-6 0-15,-10 0 0 16,-9 3 0-16,-13 2 0 16,-9 7 0-16,-3 13-10 0,9 3-73 15,-14 5-3-15</inkml:trace>
  <inkml:trace contextRef="#ctx0" brushRef="#br1" timeOffset="113482.14">6949 7704 159 0,'0'0'7'0,"0"0"7"16,-5-2 6-16,5 2 2 15,0 0 3-15,0 0 5 0,0 0-1 16,0 0 3-16,0 0-8 15,0 0-5-15,0 0-4 16,0 0-14-16,-9 11-51 16,9-11-19-16</inkml:trace>
  <inkml:trace contextRef="#ctx0" brushRef="#br2" timeOffset="120864.57">6963 7733 207 0,'0'0'7'0,"0"0"4"16,0 0 3-16,0 0 3 0,-5 0 2 16,5 0 4-16,0 0 1 15,0 0 2-15,0 0-4 16,0 0-2-16,7 8-3 0,-7-8-2 15,0 0-2 1,0 0-1-16,0 0-2 0,0 0-2 16,0 0-1-16,5 8-1 15,-5-8-1-15,0 0-1 16,0 0 1-16,0 0-1 0,0 0 0 16,-5 4 0-16,5-4-1 15,0 0 1-15,-9 0-4 16,9 0 0-16,0 0 0 0,-12-6 0 15,12 6 0-15,-11-11 0 16,11 11 0-16,-17-17 0 16,6 7 0-16,0-2 0 15,-1-3 0-15,-6 2 0 0,-2-3 0 16,-2-1 0-16,-1 0 0 16,-2 1 0-16,0-2 0 15,-2-1 0-15,-1-2 0 16,0 1 0-16,-6 1 0 15,8-4 0-15,-6-2 0 16,2 3 0-16,-2-5 0 0,-2 3 0 16,2-4 0-16,-3 3 0 15,3-2 0-15,0 0 0 16,-5-1 0-16,2 2 0 0,1-1 0 16,1-3 0-16,-1 2 0 15,1 0 0-15,-2-1 0 16,5 0 0-16,-5 1 0 0,1-1 0 15,3-4 0-15,2 6 0 16,-3-3 0-16,-1 1 0 16,1-1 0-16,-1 0 0 15,4 1 0-15,-3 1 0 0,-1-1 0 16,-1-2 0-16,2 7 0 16,-3-5 0-16,0 4 0 15,-3-3 0-15,1 1 0 16,2 2 0-16,-2-2 0 15,5 0 0-15,-5-2 0 0,4-2 0 16,3 4 0-16,-2-1 0 16,-5-1 0-16,7 2 0 15,-2-1 0-15,2 4 0 16,-3-3 0-16,1-1 0 0,0 3 0 16,0-1 0-16,2 1 0 15,0 0 0-15,-2 0 0 16,2-2 0-16,0 4 0 0,0-1 0 15,-2 0 0-15,5 3 0 16,-6-2 0-16,3 1 0 16,3 2 0-16,-3 1 0 15,3-1 0-15,-2 0 0 0,1 1 0 16,1 1 0-16,4-2 0 16,1 3 0-16,-3 3 0 15,5-4 0-15,-2 5 0 16,5-2 0-16,-1 6 0 0,0-4 0 15,1 6 0-15,4-4 0 16,-1 7 0-16,2-4 0 16,1 1 0-16,2 1 0 15,9 6 0-15,-16-7 0 16,16 7 0-16,-7-7 0 0,7 7 0 16,0 0 0-16,0 0 0 15,0 0 0-15,0 0 0 16,0 0 0-16,0 0 0 0,0 0 0 15,0 0 0-15,0 0 0 16,0 0 0-16,0 0 0 16,0 0 0-16,0 0 0 15,0 0 0-15,0 0 0 0,0 0 0 16,0 0 0-16,0 0 0 16,0 0 0-16,0 0 0 15,0 0 0-15,0 0 0 0,0 0 0 16,0 0 0-16,0 0 0 15,0 0 0-15,0 0 0 16,0 0 0-16,0 0 0 16,-2-11 0-16,2 11 0 15,0 0 0-15,0 0 0 0,-7-6 0 16,7 6 0-16,0 0 0 16,0 0 0-16,-8 5 0 15,8-5 0-15,0 12 0 16,0-12 0-16,8 17 0 0,-8-17 0 15,14 8 0-15,-6-6 0 16,2-2 0-16,-3-2 0 16,3-3 0-16,-2-5 0 15,-1-3 0-15,-2 1 0 0,-3 2 0 16,-2-2 0-16,-2-6 0 16,-5 6 0-16,-3-1 0 15,-3 6 0-15,-1 2 0 0,1 3 0 16,-4 2 0-1,4 5 0-15,1 3 0 0,2 1 0 16,4 3 0-16,4 1 0 16,2-1 0-16,2-2 0 15,6-2 0-15,7-3 0 0,0-4 0 16,0-1 0-16,5-1 0 16,-1-6 0-16,1-4 0 15,-8-1 0-15,4-1 0 16,-7 1 0-16,-4-1 0 0,-5 6 0 15,0 7 0-15,-12-14 0 16,0 11 0-16,-6 3 0 16,1 0 0-16,-3 5 0 15,3 5 0-15,2-2 0 0,0 1 0 16,5 6 0-16,3-5 0 16,4 0 0-16,3-10 0 15,3 10 0-15,-3-10-9 0,17 5-16 16,-7-5-7-1,2-5-13-15,-2-3-9 0,3-4-6 16,-3-5-3-16,-3 0 5 16,-2-6 15-16,-5-2 22 0,0 0 24 15,-5-2 22-15,-5-3 16 16,-2 8 12-16,-6-3 4 16,0 6-3-16,2 2-9 15,-7 4-11-15,0 8-9 16,4 2-7-16,-3 6-4 0,-4 9-4 15,1 6-2-15,1 6-1 16,-3 6-2-16,4 6 0 16,5 7 1-16,2 7-6 15,8-3 0-15,6 5 0 0,2 0 0 16,12 0 0-16,8 0 0 16,4-7 0-16,12-6 0 15,3-1 0-15,3-14 0 0,8-4 0 16,3-10 0-16,1-10 0 15,1-3 0-15,-3-16 0 16,0-3 0-16,-2-8 0 16,-8-8 0-16,-4-4 0 0,-4 0 0 15,-11-5 0-15,-6 0 0 16,-8 2 0-16,-9 1 0 16,-14-6 0-16,-9 3 0 15,-11 5 0-15,-11 0 0 16,-10 5 0-16,-7 10 0 0,-2 4 0 15,-3 13 0-15,-3 10 0 16,5 18 0-16,3 17 0 16,7 7 0-16,16 24 0 15,14 6-51-15,5 3-38 0</inkml:trace>
  <inkml:trace contextRef="#ctx0" brushRef="#br2" timeOffset="123915.21">2272 6354 292 0,'0'0'7'0,"0"0"3"0,0 0 4 16,0 0 3-16,0 0 1 15,-7-7 4-15,7 7 0 16,0 0 1-16,0 0-6 16,0 0-3-16,0 0-4 0,0 0-2 15,0 0-1-15,0 0-1 16,12 0-2-16,0 0 0 15,8 0-1-15,8 0 1 16,2-3 0-16,4 1-1 16,3-4-1-16,6-1-2 15,-6 2 0-15,3-2 0 16,-6-1 0-16,-1 3 0 0,-6-2 0 16,-4-1 0-16,-3 5 0 15,-10 2 0-15,-1-2 0 0,-9 3 0 16,0 0 0-16,11 0 0 15,-11 0 0-15,0 0 0 16,0 0 0-16,-6 0 0 0,6 0 0 16,0 0 0-1,-12 7 0-15,12-7 0 0,-10 10 0 16,10-10 0-16,0 0 0 16,-8 8-4-16,8-8-56 0,0 0-27 15,8 0-2-15</inkml:trace>
  <inkml:trace contextRef="#ctx0" brushRef="#br2" timeOffset="124582.85">2771 6121 387 0,'0'0'8'0,"0"0"2"16,0 0 4-16,-12-5 1 15,12 5 1-15,0 0 0 0,-8-12 1 16,8 12 1-16,0-15-8 15,0 15-10-15,11-12 0 16,3 7 0-16,4-3 0 16,5 3 0-16,-2 3 0 0,7-1 0 15,-6 3 0-15,-1 0 0 16,-2 5 0-16,-4 3 0 16,-7 2 0-16,-4 2 0 15,-4 3 0-15,-2-1 0 0,-5 4 0 16,-4-1 0-16,2 3 0 15,-3-5 0-15,1 0 0 16,4-3 0-16,2 1 0 16,2-3 0-16,3-10 0 15,0 12 0-15,0-12 0 0,10 10 0 16,1-5 0-16,1-3 0 16,2 3 0-16,6 1 0 15,-2 1 0-15,1 0 0 16,2 0 0-16,-5 3 0 0,2 0 0 15,-10 3 0-15,0-1 0 16,-6 0 0-16,-2 1 0 16,-6-1 0-16,-6 0 0 0,-6 1 0 15,-1-3 0-15,-3 0 0 16,-3-2 0-16,-3-4 0 16,2-1 0-16,1-2 0 15,0-1 0-15,2 0 0 0,6-4 0 16,4-3 0-16,1-3 0 15,12 10-7-15,0-18-40 16,5 8-37-16,7-2-3 16</inkml:trace>
  <inkml:trace contextRef="#ctx0" brushRef="#br2" timeOffset="124998.7">3112 6153 450 0,'0'0'5'0,"0"0"2"0,0 0 2 15,0 0 0-15,0 0 0 0,0 0 0 16,0 0 0-16,0 0-5 16,-7 13-4-16,4-1 0 15,3 5 0-15,0 3 0 16,0 3 0-16,3-4 0 15,6 2 0-15,2-7 0 0,3 1 0 16,4-8 0-16,1-4 0 16,4-3 0-16,-3-3 0 15,1-7 0-15,-5-2 0 0,1-2 0 16,-4-4 0-16,-3 0 0 16,-10-4 0-16,0 2 0 15,-5 4 0-15,-5-5 0 16,-5 6 0-16,-2 1 0 15,2 3 0-15,-6 4 0 0,9 7 0 16,-4 0 0-16,5 5 0 16,0 5 0-16,5 0 0 15,4 2-20-15,-2 10-63 16,8-12-6-16</inkml:trace>
  <inkml:trace contextRef="#ctx0" brushRef="#br2" timeOffset="125414.33">3413 6089 395 0,'0'0'6'0,"0"0"3"0,0 0 2 15,-7-8 0-15,7 8 1 16,0 0 1-16,-14 0-1 15,14 0 1-15,-12 13-6 16,5-1-3-16,-1 5-1 0,3 3-2 16,3 0 0-16,2 1 0 15,0-5-1-15,7 1 1 0,4-4-1 16,3-3 1-16,2-6 0 16,-2-4 0-16,4 0 1 15,-1-4-1-15,0-8 2 16,-2 1-1-16,0-3-2 15,-8-4 0-15,1 4 0 0,-6-6 0 16,-2 3 0-16,-7 1 0 16,-3 2 0-16,-8-1 0 15,-1 5 0-15,-1 4 0 16,0 6 0-16,-2 0 0 0,4 6 0 16,0 4-18-16,9-10-62 15,4 17-6-15</inkml:trace>
  <inkml:trace contextRef="#ctx0" brushRef="#br2" timeOffset="125681.83">3636 6304 475 0,'0'0'5'0,"0"0"1"0,-5 3 1 0,5-3 0 16,-12 12 0-16,4 5-3 0,-9 6-4 16,2 7 0-16,-2 7 0 15,-8 4 0-15,7-8-57 16,-4 24-28-16</inkml:trace>
  <inkml:trace contextRef="#ctx0" brushRef="#br2" timeOffset="127281.36">3723 6069 329 0,'0'0'9'0,"0"0"4"0,0 0 4 16,0 0 1-16,-2-12 1 16,2 12 1-16,-3-10 0 15,3 10 1-15,5-13-8 16,-5 13-5-16,20-12-3 0,-8 10-2 15,6-1 0 1,2 0-1-16,5 3-2 0,-5 0 0 16,1 6 0-16,0-2 0 15,-6 6 0-15,0 0 0 16,-8 0-1-16,-2 3 0 0,-5-1 0 16,-5 3 1-16,-2-3-1 15,-5 3 0-15,1 0 0 16,-1-3 0-16,2-1 0 0,-4-3 0 15,14-8 1-15,-8 17-1 16,8-17 0-16,0 7 1 16,0-7 0-16,8 4-1 0,0-2 1 15,5 1 1-15,-1-3-1 16,2 3 0-16,2-1 1 16,-3 2-1-16,2-3 0 15,-6 2 1-15,2 1-1 16,-11-4 0-16,12 11 1 15,-12-11-1-15,0 12 1 0,0-12 0 16,-12 13-1-16,-1-9 1 16,-1 4 0-16,-4-1-1 15,-1-1-1-15,3-2-1 0,-1-1-3 16,2-2-5-16,0-1-10 16,11-8-59-16,4 8-2 15</inkml:trace>
  <inkml:trace contextRef="#ctx0" brushRef="#br2" timeOffset="127681.69">4133 6061 428 0,'0'0'3'0,"0"0"1"0,0 0 1 0,-15 3 0 15,6 5 1-15,-4-1-1 16,1 5 1-16,-4 3 0 16,4 0-3-16,3 5-1 15,3-2-1-15,6 1-1 16,2-5 1-16,7-1 0 0,7-1 0 16,5-7 0-16,1 1 0 15,2-6 1-15,1-3-1 16,0-5 1-16,-2 1 1 15,-6-6-1-15,1 1 1 0,-10-2-1 16,-4-1 1-16,-4 0-1 16,-8 0 0-16,-4 3-1 15,-5-1-1-15,-6 6 0 16,-2-1 0-16,1 8-2 0,1 0-1 16,1 3-5-16,2 5-5 15,7 1-13-15,6 13-51 16,7-14-4-16</inkml:trace>
  <inkml:trace contextRef="#ctx0" brushRef="#br2" timeOffset="128048.85">4302 6091 421 0,'0'0'5'15,"0"0"3"-15,0 0 0 16,-9 0 1-16,9 0 0 15,-11 0 0-15,11 0 0 0,-14 13 1 16,5-3-6-16,9 2-2 16,-2 3-1-16,2-3 0 15,8 6-1-15,4-5 1 16,6-5-1-16,1-3 0 16,6 1 1-16,0-6-1 0,1 0 1 15,-2-8 0-15,-4-2 0 16,2-2 1-16,-10-2-1 15,-4-2 1-15,-3-1-1 16,-5 2 0-16,-5-2 2 16,-5 2-3-16,-4 0 0 0,-9 3 0 15,3 4 0-15,1 6 0 16,-4 2 0-16,5 0-3 16,1 5-3-16,4 5-3 0,4-3-8 15,6 8-13-15,3-5-53 16,0-1 0-16</inkml:trace>
  <inkml:trace contextRef="#ctx0" brushRef="#br2" timeOffset="128481.85">4429 5871 417 0,'0'0'5'0,"0"0"3"0,0 0 1 16,0 0 2-16,0 0 0 15,0 0 1-15,14-3 2 16,-1 3-1-16,2 5-2 16,5 3-11-16,3 7 0 0,7 2 0 15,-5 5 0-15,7 8 0 16,-3-3 0-16,-2 8 0 16,-4 2 0-16,-1 3 0 0,-10-1 0 15,1 3 0-15,-11 1 0 16,-4-2 0-16,-8 4 0 15,-9-3 0-15,-6-2 0 16,-3 2-14-16,-9-10-38 16,-2 1-33-16,1-4-1 0</inkml:trace>
  <inkml:trace contextRef="#ctx0" brushRef="#br2" timeOffset="128981.77">2160 5965 426 0,'0'0'4'0,"0"0"0"0,-5-2 1 0,-7 2 2 16,-3 9-1-16,-8 16 2 15,-3 7 0-15,-4 16 0 0,-5 13-3 16,5 16-1-16,3 10-1 15,7 4-1-15,10 6 0 16,17-10-1-16,23-3-4 16,27-10-10-16,15-15-66 0,30-17-4 15</inkml:trace>
  <inkml:trace contextRef="#ctx0" brushRef="#br3" timeOffset="139347.6">9403 7615 242 0,'0'0'8'0,"0"0"1"0,0 0 3 16,0 0 3-16,0 0 1 15,0 0 1-15,0 0 2 16,0 0 1-16,0 0-3 16,0 0-3-16,0 0-2 0,0 0-1 15,0 0-1-15,0 0-2 16,0 0 0-16,1-10-2 15,-1 10-1-15,0 0 0 16,9-13 1-16,-9 13-1 0,3-7 0 16,-3 7 0-16,7-13 1 15,-7 13-1-15,2-9-1 16,-2 9 0-16,5-14 0 16,-5 14-1-16,6-17 0 0,-6 17 0 15,0-11 1-15,0 11-4 16,0-15 0-16,0 15 0 15,0-13 0-15,0 13 0 16,3-15 0-16,-3 15 0 0,0-15 0 16,2 8 0-16,-2-2 0 15,2-2 0-15,-2 4 0 16,0-3 0-16,3 0 0 16,-3 3 0-16,0-3 0 0,0 0 0 15,0 2 0-15,0-2 0 16,0 0 0-16,0 3 0 15,0-2 0-15,0-1 0 16,0 2 0-16,0-5 0 0,0 3 0 16,0 1 0-16,0-1 0 15,0-1 0-15,0 2 0 16,0 0 0-16,0-4 0 0,-3 3 0 16,3 0 0-16,-2 0 0 15,2 1 0-15,-2-4 0 16,-1 1 0-16,3 1 0 15,0-1 0-15,-3 2 0 0,0-2 0 16,1 2 0-16,-1-3 0 16,1 1 0-16,2-1 0 15,-5 1 0-15,3-2 0 16,2 1 0-16,-3-2 0 16,1 3 0-16,0-5 0 0,-3 2 0 15,4 2 0-15,1 1 0 16,-5-1 0-16,5 1 0 15,-2-1 0-15,-1 4 0 16,1-3 0-16,-3-1 0 0,3 1 0 16,-1-1 0-16,-2-2 0 15,2 0 0-15,-2 3 0 16,3-2 0-16,-3 1 0 16,5-2 0-16,-5 0 0 0,5 2 0 15,-5 1 0-15,3-2 0 16,0-1 0-16,-1 0 0 15,-3 2 0-15,4-1 0 0,-3 1 0 16,3-2 0-16,-4 6 0 16,2-7 0-16,-1 4 0 15,-1-1 0-15,4-1 0 16,-5-1 0-16,2 0 0 0,-2 1 0 16,-1-4 0-16,0 5 0 15,4 0 0-15,-4-4 0 16,1 6 0-16,-1-4 0 15,1 2 0-15,0-2 0 16,-1 3 0-16,0-3 0 0,-1 2 0 16,-1-1 0-16,-1-1 0 15,2 3 0-15,-2-1 0 16,1 1 0-16,1-6 0 0,-3 7 0 16,1-2 0-16,1 1 0 15,-1-1 0-15,-2-2 0 16,1 3 0-16,-2-1 0 15,2 1 0-15,0-1 0 0,-1 1 0 16,1 0 0-16,-1-1 0 16,-1 1 0-16,1 0 0 15,1 2 0-15,-2-3 0 16,-2 1 0-16,2 0 0 0,-4-1 0 16,3 3 0-16,0-2 0 15,1 0 0-15,-2-1 0 16,4 3 0-16,-3-2 0 15,0-1 0-15,2 4 0 16,1-4 0-16,-3 3 0 0,0 4 0 16,3-3 0-16,-3 1 0 15,3 4 0-15,-5-3 0 16,4 1 0-16,-2-2 0 0,-2 4 0 16,1-3 0-16,2-1 0 15,-1 1 0-15,3 0 0 16,-4-1 0-16,-1 0 0 15,2 1 0-15,0-3 0 16,0 6 0-16,3-7 0 0,0 6 0 16,-1 1 0-16,-1-4 0 15,-2 3 0-15,4 0 0 16,-3 0 0-16,-3 0 0 0,3 0 0 16,1 3 0-16,-4-4 0 15,4 2 0-15,-4-4 0 16,1 1 0-16,-1 1 0 0,4 2 0 15,-4-3 0-15,0 2 0 16,1 0 0-16,-1-3 0 16,-1 6 0-16,4 0 0 15,0-3 0-15,0 2 0 16,-4 3 0-16,1 0 0 0,2-5 0 16,2 5 0-16,-4-2 0 15,1-1 0-15,0-2 0 16,0 3 0-16,-1-1 0 15,-1-2 0-15,1 2 0 0,-2 1 0 16,3 0 0-16,-3 2 0 16,1 0 0-16,3-3 0 15,-4 3 0-15,3 0 0 16,-1-1 0-16,-1 1 0 0,1 0 0 16,3 0 0-16,-2 0 0 15,5 0 0-15,-6 0 0 16,2 0 0-16,2 0 0 15,0 0 0-15,-4 0 0 0,2 0 0 16,2 0 0-16,-4 0 0 16,1 0 0-16,2 0 0 15,-4 0 0-15,1 0 0 16,3 0 0-16,-5 1 0 0,5-1 0 16,-2 3 0-16,-1-3 0 15,4 0 0-15,-4 0 0 16,6 0 0-16,-6 0 0 15,6 0 0-15,0-3 0 0,-1 2 0 16,1 1 0-16,-4 0 0 16,2 0 0-16,1-4 0 15,-1 4 0-15,-2 0 0 16,2 0 0-16,-2 0 0 0,2 0 0 16,-2 0 0-16,0 4 0 15,0-4 0-15,2 1 0 16,-2 2 0-16,2-1 0 15,-2-2 0-15,2 2 0 0,0 1 0 16,-2-3 0-16,4 0 0 16,-3 3 0-16,0-1 0 15,0 1 0-15,-2-1 0 0,-3-2 0 16,-1 5 0-16,5-5 0 16,-4 5 0-16,3-5 0 15,-6 5 0-15,3-2 0 16,1-1 0-16,3 3 0 15,-4-3 0-15,3 2 0 0,-4 0 0 16,5 1 0-16,-4 0 0 16,4 2 0-16,-3-3 0 15,-1 5 0-15,1-5 0 16,1 4 0-16,0-4 0 16,-1 2 0-16,1 1 0 0,-1 1 0 15,-1-4 0-15,2 4 0 16,-1 0 0-16,-2 1 0 15,-1-1 0-15,2-1 0 0,0 1 0 16,-2 1 0-16,5-1 0 16,-6-6 0-16,5 6 0 15,1-1 0-15,0-2 0 0,5 3 0 16,-6-3 0-16,3 0 0 16,-3 0 0-16,2-1 0 15,-2 5 0-15,1-2 0 16,-3-3 0-16,-1 4 0 0,0 2 0 15,1-3 0-15,-1 3 0 16,2-2 0-16,1-1 0 16,2 1 0-16,0-1 0 15,4-6 0-15,-1 5 0 16,1-1 0-16,-1 1 0 0,3-2 0 16,-2 0 0-16,2 2 0 15,-2 1 0-15,0 1 0 16,1-4 0-16,2 7 0 15,-4-4 0-15,0 0 0 0,4-1 0 16,2 0 0-16,-6-2 0 16,3 3 0-16,-3-2 0 15,1 3 0-15,2-4 0 0,-5 4 0 16,3-1 0-16,-4 3 0 16,4-2 0-16,-5 1 0 15,2-1 0-15,0 2 0 16,-3 0 0-16,4 0 0 0,-1-3 0 15,2 0 0-15,-1 3 0 16,2-2 0-16,-6-1 0 16,8 1 0-16,-5 2 0 15,3-4 0-15,-4 3 0 16,4-2 0-16,-3 0 0 0,3 1 0 16,2-1 0-16,0 0 0 15,0-2 0-15,10-5 0 16,-14 13 0-16,14-13 0 0,-11 4 0 15,11-4 0-15,-10 11 0 16,10-11 0-16,-12 10 0 16,12-10 0-16,-20 12 0 15,20-12 0-15,-15 12 0 16,15-12 0-16,-12 16 0 0,12-16 0 16,-16 12 0-16,16-12 0 15,-12 12 0-15,12-12 0 16,-14 13 0-16,14-13 0 0,-11 12 0 15,11-12 0-15,0 0 0 16,-9 7 0-16,9-7 0 16,0 0 0-16,0 0 0 15,0 0 0-15,0 0 0 16,0 0 0-16,0 0 0 0,0 0 0 16,0 0 0-16,0 0 0 15,0 0 0-15,0 0 0 16,0 0 0-16,0 0 0 15,0 0 0-15,0 0 0 0,0 0 0 16,0 0 0-16,0 0 0 16,0 0 0-16,0 0 0 15,0 0 0-15,0 0 0 0,0 0 0 16,0 0 0-16,0 0 0 16,0 0 0-16,0 0 0 15,0-10 0-15,4 3 0 16,4-6 0-16,2 1 0 0,0-5 0 15,2 0 0-15,3-3 0 16,-3-1 0-16,4-1 0 16,1 2 0-16,-4 4 0 15,-1-7 0-15,1 6 0 0,-6-1 0 16,2 4 0-16,-4 0 0 16,-2 0 0-16,2 4 0 15,-5 1 0-15,3-2 0 16,-1 2 0-16,1-1 0 15,-3 0 0-15,2 0 0 16,-2-1 0-16,2 5 0 0,-2 6 0 16,8-13 0-16,-8 13 0 15,0 0 0-15,4-10 0 0,-4 10 0 16,0 0 0-16,0 0 0 16,0 0 0-16,0 0 0 15,0 0 0-15,0 0 0 16,0 0 0-16,0 0 0 0,0 0 0 15,0 0 0-15,0 5 0 16,0-5 0-16,-7 18 0 16,2-6 0-16,-2 3 0 15,-1 0 0-15,1 2 0 0,-3 3 0 16,3 1 0-16,-4 0 0 16,-1 1 0-16,3 0 0 15,1-1 0-15,-4-2 0 16,2-2 0-16,-1 1 0 15,6-6 0-15,-2 1 0 0,2-3 0 16,1 0 0-16,4-10 0 16,-9 12 0-16,9-12 0 15,0 0 0-15,0 0 0 0,-4 9 0 16,4-9 0-16,0 0 0 16,0 0 0-16,0 0 0 15,0 0 0-15,0 0 0 16,0 0 0-16,0 0 0 0,0 0 0 15,0 0 0-15,0-4 0 16,0 4 0-16,0 0 0 16,0 0 0-16,7-10 0 0,3 7 0 15,2 1 0 1,2 0 0-16,7 2 0 0,2 0 0 16,4 0 0-16,3 4 0 15,7 4 0-15,-5 1 0 16,1 2 0-16,1-4 0 0,-4 3 0 15,-2 0 0-15,-3 2 0 16,-8-4 0-16,0 2 0 16,-7-5 0-16,1-1 0 15,-11-4 0-15,12 9 0 16,-12-9 0-16,0 0 0 0,0 0 0 16,0 0 0-16,0 0 0 15,0 0 0-15,0 0 0 16,0 0 0-16,-8 4 0 0,8-4 0 15,0 0 0-15,0 0-7 16,0 0-83-16,21-13-5 16</inkml:trace>
  <inkml:trace contextRef="#ctx0" brushRef="#br3" timeOffset="142715.07">7393 5204 403 0,'0'0'7'0,"0"0"1"0,0 0 3 16,-2-9 0-16,2 9 1 16,0 0 1-16,0 0 0 15,0 12 1-15,4 3-7 16,5 2-2-16,-2 3-1 0,2 5-1 16,-1-3-3-16,5 6 0 15,-1-3 0-15,0-6 0 16,-2 1 0-16,-2-5-2 0,1 0-10 15,-9-15-22 1,11 14-49-16,-11-14-1 0</inkml:trace>
  <inkml:trace contextRef="#ctx0" brushRef="#br3" timeOffset="143231.85">7595 5232 416 0,'0'0'7'0,"0"0"2"16,-5-13 3-16,5 13 0 0,0-15 2 15,0 6 1-15,0-4-1 16,0-2-2-16,5 3-12 16,2-1 0-16,0 1 0 0,4 2 0 15,3 0 0-15,-2 5 0 16,6-2 0-16,-4 1 0 15,2 6 0-15,-2 0 0 16,-3 3 0-16,-4 7 0 16,-2 2 0-16,-5 1 0 0,0 5 0 15,-7 4 0-15,2-6 0 16,-6 5 0-16,4-4 0 0,0 1 0 16,7-8 0-16,0-1 0 15,0-9 0-15,11 8 0 16,3-8 0-16,5 0 0 15,0-3 0-15,3-2 0 16,-1 3 0-16,2-1 0 0,-5 3 0 16,-1 0 0-16,-2 0 0 15,-8 5 0-15,-7-5 0 16,5 20 0-16,-7-10 0 16,-10 2 0-16,-1 1 0 0,-7 2 0 15,-2-4 0-15,-3 3 0 16,0-4 0-16,-3 0 0 15,7-2 0-15,-2-7 0 16,5 4 0-16,6-7-6 0,10-13-69 16,2 2-12-16</inkml:trace>
  <inkml:trace contextRef="#ctx0" brushRef="#br3" timeOffset="143632.37">7979 5023 427 0,'0'0'7'0,"0"0"1"0,-4-7 2 0,4 7 2 15,-10-5 0-15,10 5 1 0,-18 0 0 16,8 0-4-16,1 7-9 16,-3 1 0-16,6 4 0 15,-4 1 0-15,5 2 0 0,0 0 0 16,5-1 0-16,2 0 0 15,9-3 0-15,1-3 0 16,6-1 0-16,3-2 0 16,0 0 0-16,4-2 0 0,-3-1 0 15,2 1 0-15,-4-1 0 16,-2 3 0-16,-3 0 0 16,-6 2 0-16,-9-7 0 15,9 17 0-15,-9-9 0 0,-9 2 0 16,0 0 0-16,-6 0 0 15,-3-3 0-15,1 3 0 16,-3-5 0-16,-2-2 0 0,7-1 0 16,-2-2-5-16,7-12-55 15,3 4-27-15,-2-4-1 16</inkml:trace>
  <inkml:trace contextRef="#ctx0" brushRef="#br3" timeOffset="143981.51">7963 5009 433 0,'0'0'5'15,"0"0"2"-15,0 0 1 0,0 0 2 16,-5 7 0-16,5-7 2 16,0 0 0-16,-4 10 2 15,4-10-14-15,0 0 0 16,11 0 0-16,-1-8 0 0,5 1 0 15,2-6 0-15,5 4 0 16,3-8 0-16,3-1 0 16,-4 3 0-16,6-2 0 15,-9-1 0-15,3 6 0 0,-7 2 0 16,-4 3 0-16,-6-1 0 16,-7 8 0-16,0 0 0 15,0 0 0-15,0 0 0 16,-2 6 0-16,2-6 0 15,-10 13 0-15,2-2 0 16,8-11 0-16,-5 20 0 0,5-20 0 16,-7 12-89-16,7-12-4 15</inkml:trace>
  <inkml:trace contextRef="#ctx0" brushRef="#br3" timeOffset="155299.88">20115 11155 292 0,'0'0'8'0,"0"0"5"0,0-12 6 15,0 4 4-15,2-2 2 16,4-3 3-16,-1 1 0 16,-3-6 1-16,8 4-6 15,-6 4-5-15,1 3-13 0,-5 7-5 16,0 0 0-16,0 0 0 16,0 0 0-16,0 20 0 15,-5 2 0-15,-2 5 0 16,0 3 0-16,2 7 0 0,5 0 0 15,-2 1 0-15,-4-2 0 16,6 2 0-16,0-6 0 16,2 0 0-16,4-2 0 15,-6-2 0-15,5-4 0 16,-3-2 0-16,3-5 0 0,0 1 0 16,2-4 0-16,2-1 0 15,-5-6 0-15,-4-7 0 16,15 13 0-16,-7-13 0 15,2 3 0-15,-1-3 0 16,7-3 0-16,-4 0 0 0,3-4 0 16,2 2 0-16,1-2 0 15,-4-1 0-15,2 0 0 16,-2 4 0-16,-4-1 0 0,0 3 0 16,-10 2 0-16,12-6 0 15,-12 6-35-15,-2-12-47 16,2 12-7-16</inkml:trace>
  <inkml:trace contextRef="#ctx0" brushRef="#br3" timeOffset="155681.46">20025 11347 341 0,'0'0'6'0,"0"0"4"15,0 0 5-15,0 0 2 16,0 0 1-16,0-11 1 15,0 11 2-15,0 0-1 0,8-14-4 16,2 10-5-16,4 0-3 16,4-2-3-16,2 1-1 15,2 3-4-15,3-3 0 16,3 2 0-16,-1 1 0 0,-2 2 0 16,-3 0-4-16,-2 2-7 15,-5-2-11-15,0 5-58 16,0 3-4-16</inkml:trace>
  <inkml:trace contextRef="#ctx0" brushRef="#br3" timeOffset="156464.87">20636 11340 436 0,'0'0'5'0,"0"0"2"0,0 0 2 16,-12-9 0-16,5 4 0 15,-6 0 1-15,-4 2-1 16,-3 1 1-16,-5 2-5 16,2 5-3-16,-1 5-2 0,-3 2 0 15,7 2 0-15,0 4 0 16,10 0 0-16,3 1 0 15,7-1 0-15,5-5 0 16,10-5 0-16,4 0 0 0,6-8 0 16,0 0 0-16,3-1 0 15,-1-10 0-15,-5 1 0 16,-2-2 0-16,-6-3 0 16,-1-2 0-16,-5-1 0 0,-4 7 0 15,-1-6 0-15,-3 9 0 16,0 0 0-16,0 8 0 15,0 0 0-15,0 0 0 16,0 0 0-16,0 15 0 0,1-1 0 16,3 4 0-16,4 1 0 15,-3 2 0-15,2-6 0 16,3-4 0-16,0-1 0 16,2-5 0-16,-2-5 0 0,0 0 0 15,0-9 0-15,0-1 0 16,3-5 0-16,-4-2 0 15,1-1 0-15,1 3 0 16,-4 0 0-16,2 2 0 0,-6 5 0 16,-3 8 0-16,8-11 0 15,-8 11 0-15,0 0 0 16,10 11 0-16,-6 0 0 16,-1 3 0-16,2-3 0 0,3 1 0 15,-3 1 0-15,-5-13 0 16,14 15 0-16,-14-15 0 15,15 3 0-15,-5-3 0 16,3-8 0-16,-1-2 0 0,3-5 0 16,0 2 0-16,-1 1 0 15,-1-1 0-15,-1 2 0 16,-4 3 0-16,-8 8 0 16,13-7 0-16,-13 7 0 0,0 0 0 15,9 10 0-15,-4-1 0 16,0 4 0-16,1-1 0 15,1 1 0-15,0-1-3 16,-7-12-14-16,18 3-54 16,-6-1-13-16</inkml:trace>
  <inkml:trace contextRef="#ctx0" brushRef="#br3" timeOffset="156665.34">21034 11089 476 0,'0'0'5'0,"0"0"1"16,0 0 1-16,7-4 1 0,-7 4 1 15,13-3-9-15,-1 3 0 16,1-1 0-16,-1-2 0 16,9 3 0-16,-5 0-14 0,0 0-70 15,10 0-3-15</inkml:trace>
  <inkml:trace contextRef="#ctx0" brushRef="#br3" timeOffset="156848.51">21384 10914 479 0,'0'0'4'0,"0"0"0"0,0 0 0 16,0 0 0-16,8 10 0 15,2 0 1-15,-3 5-1 0,6 7-1 16,-3 1-3-16,2 4 0 15,-2 5 0-15,2 4 0 16,-7-5-8-16,6-14-62 16,-4 11-13-16</inkml:trace>
  <inkml:trace contextRef="#ctx0" brushRef="#br3" timeOffset="157231.15">22259 10726 469 0,'0'0'5'16,"0"0"1"-16,0-9 1 0,0 9 0 15,0 0 0-15,-9-8 0 16,-2 11-4-16,-11 11-3 16,-3 9 0-16,-4 11 0 15,-5 14 0-15,1 5 0 0,0 12 0 16,4 7 0-16,6 2 0 16,10 0 0-16,10-1 0 15,8-4 0-15,11-8 0 16,14-3 0-16,9-9 0 0,5-7 0 15,6-7 0-15,5-5 0 16,-1-13 0-16,2 5 0 16,0-8-79-16,-13-10-9 15</inkml:trace>
  <inkml:trace contextRef="#ctx0" brushRef="#br3" timeOffset="160007.7">22550 10743 360 0,'0'0'8'0,"0"0"2"0,0 0 4 16,0 0 3-16,0-12 0 16,0 12 2-16,0-12 1 0,0 12 1 15,4-13-6-15,-4 13-5 16,13-14-10-16,-1 6 0 15,1 3 0-15,4 0 0 16,1 0 0-16,1 3 0 0,2 2 0 16,-1 0 0-16,-3 2 0 15,-2 3 0-15,-5 5 0 16,-6 0 0-16,-1 2 0 16,-3 1 0-16,-5 1 0 0,-5-1 0 15,-3-3 0-15,1 2 0 16,0-2 0-16,-1-2 0 15,13-8 0-15,-9 14 0 16,9-14 0-16,2 14 0 0,-2-14 0 16,16 14 0-16,-4-7 0 15,4 3 0-15,2 0 0 16,-2 0 0-16,-2 0 0 16,-2-3 0-16,1 4 0 0,-6-3 0 15,-2 0 0-15,-5 2 0 16,0-10 0-16,-7 13 0 15,-3-8 0-15,-5 0 0 16,-4-3 0-16,-2-2 0 0,-1 0 0 16,-3 0 0-16,6-5 0 15,-2 0-11-15,1-5-14 16,6 4-58-16,11-5-3 16</inkml:trace>
  <inkml:trace contextRef="#ctx0" brushRef="#br3" timeOffset="160350.75">23030 10721 456 0,'0'0'3'0,"0"0"0"16,-12 0 0-16,3 0 1 16,-3 5 1-16,-3 2-1 0,0 1 0 15,2 4 0-15,1-1-3 16,3 3 1-16,6 1-1 15,3-1 0-15,3-1 0 16,9-2 0-16,3-5 0 0,4 0 1 16,9-6 1-16,-3 0-1 15,0 0 1-15,-2-8 0 16,-4-2 1-16,-1-1-4 16,-6-4 0-16,-7-6 0 15,-5 4 0-15,-10-1 0 0,-4 6 0 16,-7-2 0-16,-1 3 0 15,-3 6 0-15,3 5-5 16,-3 0-13-16,9 2-30 16,4 8-37-16,8 1-1 0</inkml:trace>
  <inkml:trace contextRef="#ctx0" brushRef="#br3" timeOffset="160665.35">23347 10672 434 0,'0'0'4'0,"0"0"1"16,0 0 0-16,-9 2 1 16,-1 0 1-16,-3 6-1 0,1 0-1 15,-1 1 1-15,1 2-3 16,2 3-1-16,6-2-2 16,4 3 1-16,4-2 0 15,8-3 1-15,6 3 1 0,1-9-1 16,6 2 1-16,1-6 0 15,1 0 0-15,-2-9 0 16,-6 0 1-16,-1-1-1 16,-6-5-3-16,-10-3 0 15,-2 4 0-15,-2-4 0 0,-12 6 0 16,-7 2 0-16,-1 0 0 16,-2 10-10-16,-9 0-24 15,4 8-50-15,1 4-2 0</inkml:trace>
  <inkml:trace contextRef="#ctx0" brushRef="#br3" timeOffset="161250.73">22214 11112 273 0,'0'0'8'0,"0"0"3"0,0 0 3 16,0 0 3-16,0 0 1 0,0 0 2 15,0 0 2-15,0 0-1 16,0 0-6-16,0 0-3 16,0 0-3-16,0 0-2 15,8 0-1-15,2 0-1 16,4 0-1-16,11 0-1 0,3 0 1 15,11 0-1-15,11 0 0 16,9 0-1-16,11-5 1 16,13 1-1-16,9-4 1 15,4 2 1-15,14-2 0 0,1 0 0 16,2 3 0-16,1-2 0 16,-5 2 2-16,-8 0-6 15,-5 2 0-15,-17-2 0 0,-15 3 0 16,-11 0 0-16,-19-1 0 15,-9 3 0-15,-15-3 0 16,-10 3 0-16,0 0 0 16,0 0 0-16,-10 0 0 0,-5 0 0 15,15 0-45-15,-22 0-42 16,5 3-2-16</inkml:trace>
  <inkml:trace contextRef="#ctx0" brushRef="#br3" timeOffset="161897.62">22301 11380 464 0,'0'0'3'0,"0"0"1"0,0 0 2 16,0 0 0-16,0 0 0 15,7 0 1-15,-7 0 1 16,13 0-1-16,-1 0-7 0,6 0 0 15,3 0 0-15,0-2 0 16,7-1 0-16,-2 0 0 16,5 1 0-16,-6 0 0 15,-6-1-2-15,1-5-51 0,-8 8-31 16,-1-4-2-16</inkml:trace>
  <inkml:trace contextRef="#ctx0" brushRef="#br3" timeOffset="162410.51">22687 11303 491 0,'0'0'5'0,"0"0"2"0,0 0 1 15,-3-10-8-15,3 10 0 16,-4-6 0-16,4 6 0 0,-4-11 0 15,4 11 0-15,4-12 0 16,-4 12 0-16,19-5 0 16,-4 5 0-16,0 0 0 15,5 3 0-15,3 1 0 16,-7 1 0-16,2 2 0 0,-8 2 0 16,-10-9 0-16,9 16 0 15,-9-8 0-15,-4 2 0 16,-4 0 0-16,-5-1 0 15,-1 1 0-15,2 0 0 0,-1-2 0 16,13-8 0-16,-14 14 0 16,14-14 0-16,0 13 0 15,0-13 0-15,12 15 0 16,5-7 0-16,0-1 0 0,3 1 0 16,1-1 0-16,0 0 0 15,-3 0 0-15,-3 1 0 16,-2-1 0-16,-13-7 0 0,9 15 0 15,-9-15 0-15,-9 15 0 16,-4-10 0-16,-4 0 0 16,-4-2 0-16,-1-1 0 15,0-2 0-15,-3 0 0 0,5 0 0 16,3 0 0-16,2-7 0 16,7 4-19-16,8 3-62 15,-4-17-4-15</inkml:trace>
  <inkml:trace contextRef="#ctx0" brushRef="#br3" timeOffset="162748.56">23046 11333 453 0,'0'0'5'0,"0"0"2"0,0 0 0 0,-9-5 1 15,9 5 0-15,-12 0-1 16,1 8 2-16,2-1-2 15,1 6-7-15,1-1 0 0,5 2 0 16,2 1 0-16,0 0 0 16,12-1 0-16,0-6 0 15,8 2 0-15,5-4 0 16,2-6 0-16,1 0 0 0,2-6 0 16,-9-4 0-16,4-2 0 15,-9 0 0-15,-3-5 0 16,-9-1 0-16,-4 0 0 0,-8 0 0 15,-9 0 0 1,-7 8 0-16,-6 0 0 0,0 5 0 16,-6 5 0-16,10 2-31 15,-2 6-54-15,6 4-4 0</inkml:trace>
  <inkml:trace contextRef="#ctx0" brushRef="#br3" timeOffset="163081.79">23405 11293 456 0,'0'0'5'16,"-5"-2"1"-16,-5 2 1 15,-4 0 2-15,-2 0-1 16,-6 2 1-16,-1 6 0 16,0-1-7-16,4 6-2 0,4 2 0 15,5 2 0-15,8-2 0 16,2-1 0-16,12-1 0 15,6 0 0-15,7-6 0 16,4-2 0-16,1-5 0 0,5 0 0 16,0-8 0-16,-8-1 0 15,-2-4 0-15,-6-2 0 16,-3 0 0-16,-11-2 0 0,-5 0 0 16,-10 2 0-16,-8 0 0 15,-5 6 0-15,-4-2 0 16,1 6 0-16,-10 0 0 15,12 5-21-15,8 5-65 0,-4 0-3 16</inkml:trace>
  <inkml:trace contextRef="#ctx0" brushRef="#br3" timeOffset="163381.37">23660 10570 484 0,'0'0'4'0,"0"0"1"16,-7-10 1-16,7 10-1 0,0-7 2 15,0 7-7-15,13-4 0 16,4 5 0-16,10 11 0 16,8 11 0-16,8 10 0 15,-1 8 0-15,4 12 0 0,-5 6 0 16,-4 5 0-16,-10 5 0 15,-10 3 0-15,-14 3 0 16,-11 2 0-16,-14-6 0 16,-15 8 0-16,-12-10 0 0,-6 10 0 15,-17-6-11-15,-3-4-76 16,-7-4-3-16</inkml:trace>
  <inkml:trace contextRef="#ctx0" brushRef="#br3" timeOffset="163814.82">20232 12525 477 0,'0'0'5'0,"0"-17"2"0,2 2 2 15,0-3 1-15,-2-1-7 16,3 3-3-16,-3 2 0 16,0 14 0-16,0 0 0 0,5 14 0 15,-2 21 0-15,-1 6 0 16,6 15 0-16,-1 0 0 16,2 5 0-16,7-3 0 15,-4-5 0-15,6-4-19 0,7-7-68 16,-16-12-4-16</inkml:trace>
  <inkml:trace contextRef="#ctx0" brushRef="#br3" timeOffset="164432.47">20130 12765 452 0,'0'0'4'0,"0"0"1"16,0 0 0-16,0-12 0 16,0 12 1-16,19-14-1 15,-1 8 0-15,7-2 1 16,5 1-5-16,7 3-1 15,7-2-1-15,1 4 0 16,2-3 0-16,-1-3 1 0,-6 4-1 16,-6-4 2-16,-9 3 1 15,-6-3 2-15,-8 1 0 16,-11 7-1-16,0 0 1 0,-11-3-1 16,-1 6-3-16,-2 7 0 15,0 5 0-15,5 2 0 16,-1 5 0-16,5-2 0 0,3 3 0 15,2-1 0-15,2-3 0 16,3-1 0-16,5-4-2 16,-1-3 2-16,0-4 0 15,0-7 2-15,3 0-2 0,-2-5 0 16,-2-8 0-16,2-3 0 16,0-4 0-16,0-2 0 15,0-3 0-15,0 0 0 16,-3 3 0-16,1 7 0 0,-4 0 0 15,-4 15 0-15,8-8 0 16,-8 8 0-16,8 13 0 16,-6-2 0-16,3 7 0 15,0-2 0-15,2 0 0 16,6-1 0-16,-3 1 0 0,-3-7 0 16,4-5 0-16,-2 0 0 15,3-4 0-15,1-5 0 16,-1-5 0-16,4-5 0 0,-2 0 0 15,4-2 0-15,-4 2 0 16,2-2 0-16,-4 5 0 16,0 4 0-16,-2 3 0 15,-10 5 0-15,12 0 0 0,-12 0 0 16,14 17 0-16,-10-4 0 16,3 2 0-16,3-1-8 15,1-4-4-15,3 7-13 16,-1 1-53-16,-1-11-7 0</inkml:trace>
  <inkml:trace contextRef="#ctx0" brushRef="#br3" timeOffset="164664.84">21029 12527 488 0,'0'0'5'0,"0"0"2"16,-7-5 1-16,7 5-5 16,0 0-3-16,-2-10 0 15,2 10 0-15,0 0 0 16,9-4 0-16,3 4 0 0,6 0 0 16,2 7-73-16,2-7-16 15</inkml:trace>
  <inkml:trace contextRef="#ctx0" brushRef="#br3" timeOffset="164847.35">21322 12312 480 0,'0'0'5'16,"0"0"2"-16,0 0 0 0,0 0 1 16,0 0-4-16,0 15-4 15,3-1 0-15,-3 4 0 16,0 4 0-16,0 8 0 15,0-2 0-15,0 8 0 0,0-6 0 16,5 2-37-16,-2-3-48 16,-1-4-3-16</inkml:trace>
  <inkml:trace contextRef="#ctx0" brushRef="#br3" timeOffset="165164.59">21921 12064 481 0,'0'0'4'0,"0"0"0"16,-7-5 0-16,-6 5 1 0,-6 3 1 15,-4 9 1-15,-9 10-7 16,-5 13 0-16,-1 9 0 15,-4 11 0-15,3 12 0 16,2 5 0-16,11 6 0 0,9 5 0 16,9-4 0-16,11-2 0 15,12-8 0-15,9-8 0 16,14-8 0-16,7-11 0 16,12-5-19-16,12-14-67 0,-2-11-3 15</inkml:trace>
  <inkml:trace contextRef="#ctx0" brushRef="#br3" timeOffset="165564.35">21788 12584 499 0,'0'0'3'0,"0"0"2"0,7-5-1 16,-7 5-4-16,17-7 0 16,-4 4 0-16,1 3 0 15,6-3 0-15,-3 1 0 0,8 2 0 16,-7 15-66-16,12-15-21 15</inkml:trace>
  <inkml:trace contextRef="#ctx0" brushRef="#br3" timeOffset="165732.49">22152 12485 464 0,'0'0'3'0,"0"0"2"15,0 0 0-15,0 0 1 0,0 8 1 16,0 4 0-16,0-1 0 15,0 13 0-15,0 0-7 16,2 6 0-16,4 3 0 16,-1-7-17-16,5 4-65 0,3-2-3 15</inkml:trace>
  <inkml:trace contextRef="#ctx0" brushRef="#br3" timeOffset="166014.53">22349 12153 476 0,'0'0'3'0,"0"0"1"0,0 0 1 16,12-6 2-16,3 6 0 16,5 4 2-16,7 9-9 15,5 6 0-15,9 6 0 16,3 14 0-16,0 3 0 15,-1 15 0-15,-8 5 0 0,-10 5 0 16,-11 5 0-16,-14 2 0 16,-17 1 0-16,-17-3 0 15,-14-6 0-15,-7 6 0 0,-2-14-83 16,-10-7-6-16</inkml:trace>
  <inkml:trace contextRef="#ctx0" brushRef="#br3" timeOffset="166764.76">19029 12566 465 0,'0'0'6'0,"0"0"1"16,0-7 1-16,0 7 1 15,0 0-1-15,-12 0 0 16,4 7-8-16,-8 11 0 0,2 9 0 16,0 6 0-16,-4 6 0 15,3 9 0-15,-3 1 0 0,11-2 0 16,-2-2 0-16,9-1 0 16,4-9 0-16,6-5 0 15,8-5 0-15,1-13 0 16,6-5 0-16,5-7 0 15,0-5 0-15,0-9 0 0,2-11 0 16,-5-5 0-16,-2-5 0 16,-4-7 0-16,-7-3 0 15,-7-4 0-15,-7 0 0 16,-4 4 0-16,-11 3 0 0,-4 1 0 16,-7 12 0-16,0 7 0 15,-3 7 0-15,5 11 0 16,-1 4 0-16,2 7 0 0,5 10 0 15,11 5 0-15,2 2 0 16,5 7 0-16,8-1 0 16,8 2 0-16,10 0 0 15,4-7 0-15,12-3-42 16,2-2-42-16,2-7-4 0</inkml:trace>
  <inkml:trace contextRef="#ctx0" brushRef="#br3" timeOffset="166944.42">19436 12775 463 0,'0'0'6'0,"0"0"1"16,0 0 1-16,0 0 1 0,0 0 0 16,0 0 0-16,13 5-9 15,-5-5 0-15,5 0 0 16,6 0 0-16,-5-5-12 15,-1 2-72-15,7 3-2 16</inkml:trace>
  <inkml:trace contextRef="#ctx0" brushRef="#br3" timeOffset="167082.5">19409 12909 457 0,'0'0'5'0,"0"0"1"15,0 0 2-15,6 7 1 0,3-4 1 16,3-3 0-16,11 0-4 15,4 0-6-15,3-5-79 16,12-7-4-16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2:46:11.5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19082 13768 449 0,'0'0'5'0,"0"0"1"16,0 0 2-16,0-10 2 15,0 10-1-15,0 0 1 16,-11-5 0-16,11 5-6 0,-17 3-4 16,2 9 0-16,-2 6 0 15,-1 1 0-15,-1 11 0 16,1 5 0-16,0 3 0 16,4 1 0-16,4 0 0 15,8 1 0-15,2-2 0 0,0-6 0 16,7-6 0-16,7-7 0 15,9-2 0-15,2-9 0 16,5-5 0-16,2-3 0 16,0-7 0-16,3-8 0 0,0-2 0 15,-5-8 0-15,-1-2 0 16,-6-8 0-16,-4-2 0 16,-8 0 0-16,-6-10 0 15,-5 5 0-15,-10-1 0 0,-5 3 0 16,-8 4 0-16,-1 6 0 15,-6 6 0-15,5 8 0 16,-2 4 0-16,2 7 0 0,2 5 0 16,4 5 0-16,1 7 0 15,6 4 0-15,1 5 0 16,9 4 0-16,2 2 0 16,2 1 0-16,11-1 0 15,8-2 0-15,3-2 0 0,7-7 0 16,4-1 0-16,8-2 0 15,-1-6 0-15,3 0 0 16,-7 13-61-16,3-17-27 16</inkml:trace>
  <inkml:trace contextRef="#ctx0" brushRef="#br0" timeOffset="283.87">19620 13914 475 0,'0'0'4'0,"0"0"3"0,0 0 1 15,0 0 1-15,0 0-1 16,0 0-8-16,0 0 0 0,0 0 0 15,10-2 0-15,0-1 0 16,2 2 0-16,9 1 0 16,-7-6 0-16,14-16-76 15,-3 22-12-15</inkml:trace>
  <inkml:trace contextRef="#ctx0" brushRef="#br0" timeOffset="450.01">19638 14014 443 0,'0'0'4'0,"0"0"1"0,0 0 2 16,0 0 1-16,-8 7 2 16,8-7 0-16,10 2 2 15,2-2 0-15,11 0-12 16,2-2 0-16,12-3 0 0,-5 0-54 16,14-4-29-16,-2-4-4 15</inkml:trace>
  <inkml:trace contextRef="#ctx0" brushRef="#br0" timeOffset="1000.07">20187 13929 423 0,'0'0'6'0,"0"0"3"0,0 0 1 15,-8-2 2-15,8 2 1 16,0 0 0-16,0 0 0 16,0 0-1-16,0 0-12 15,0 0 0-15,16-3 0 0,3 1 0 16,6-4 0-16,7 4 0 15,6-3 0-15,1 0 0 16,1 0 0-16,-3 0 0 0,-2 1 0 16,-5 4 0-16,-8 0 0 15,-4-3 0-15,-6 3 0 16,-12 0 0-16,13 0 0 16,-13 0 0-16,0 0 0 0,0 0 0 15,-6 7 0-15,6-7 0 16,-16 8 0-16,5-8 0 15,11 0-29-15,-15 6-59 16,6-6-4-16</inkml:trace>
  <inkml:trace contextRef="#ctx0" brushRef="#br0" timeOffset="1416.89">20896 13739 477 0,'0'0'3'0,"0"0"2"16,0 0 1-16,0 0 1 15,11-3 0-15,-11 3-1 0,0 0-6 16,0 12 0-16,-4 4 0 16,-9 0 0-16,-2 4 0 15,-5 2 0-15,-5 6 0 16,1-6 0-16,-11 0 0 0,8-2 0 15,-3-7 0-15,5 1 0 16,0-6 0-16,8 0 0 16,2-4 0-16,5-1 0 0,10-3 0 15,0 0 0-15,14 0 0 16,9 0 0-16,7-5 0 16,-1 0 0-16,11-2 0 15,6 1 0-15,-5-1 0 16,4 0 0-16,0 4 0 0,-8-2 0 15,-5 2 0-15,-4 1 0 16,-6 0 0-16,-5-1 0 16,-9 3 0-16,-8 0 0 15,0 0 0-15,0 0-87 0,0 0-2 16</inkml:trace>
  <inkml:trace contextRef="#ctx0" brushRef="#br0" timeOffset="1717.4">20896 13751 473 0,'0'0'5'16,"0"0"2"-16,0 0 1 16,0 0 1-16,0 0 0 0,0 0-9 15,2 10 0-15,0 2 0 16,1 1 0-16,-1 6 0 15,0 6 0-15,3 3 0 0,-2 4 0 16,-1 0 0-16,6 0 0 16,-5-2 0-16,2-3 0 15,-1-5 0-15,1-2 0 16,0-8 0-16,-3 3 0 0,4-5 0 16,-6-10 0-16,7 10-9 15,-2 0-75-15,-5-10-4 16</inkml:trace>
  <inkml:trace contextRef="#ctx0" brushRef="#br0" timeOffset="2383.64">21317 13741 458 0,'0'0'5'0,"0"0"1"0,5-13 3 0,-5 13 1 16,3-9-1-16,-3 9 1 16,0 0-6-16,-3-12-4 15,-7 12 0-15,-4 4 0 0,-1 4 0 16,-5 4 0-16,2 0 0 15,1 3 0-15,2 3 0 16,3-4 0-16,6 4 0 16,4-4 0-16,4 1 0 0,9-2 0 15,3-3 0-15,4 2 0 16,4-4 0-16,-2 2 0 16,5-3 0-16,3 0 0 0,-6 1 0 15,0-4 0-15,-2 4 0 16,-5-3 0-16,-2 3 0 15,-2-1 0-15,-11-7 0 16,8 15 0-16,-8-5 0 16,0-2 0-16,0-8 0 0,-8 14 0 15,-3-7 0-15,-2-2 0 16,-2 6 0-16,-3-7 0 16,-2-1 0-16,1 2 0 15,-1-3 0-15,-2-2 0 0,1 0 0 16,4 0 0-16,2 0 0 15,-2-7 0-15,12-3-60 16,-5 2-28-16,10 8-1 0</inkml:trace>
  <inkml:trace contextRef="#ctx0" brushRef="#br0" timeOffset="2949.86">21283 13736 386 0,'0'0'6'15,"0"0"3"-15,0 0 3 0,0-9 2 0,0 9 3 16,0 0 0-16,0 0 1 15,0-11 0-15,0 11-4 16,0 0-14-16,0 0 0 16,15-2 0-16,-5 2 0 15,12-3 0-15,0 1 0 16,5-4 0-16,3 5 0 0,5-4 0 16,0 2 0-16,-5-2 0 15,-3 2 0-15,-7 1 0 16,-7 0 0-16,1 2 0 0,-14 0 0 15,10 0 0-15,-10 0 0 16,0 0 0-16,0 0 0 16,0 0 0-16,0 0 0 15,-7 7 0-15,7-7 0 0,-10 5 0 16,10-5 0-16,-10 5 0 16,10-5-40-16,0 0-52 15</inkml:trace>
  <inkml:trace contextRef="#ctx0" brushRef="#br1" timeOffset="15100.08">7032 7936 193 0,'0'0'7'0,"0"0"5"0,0 0 5 16,0 0 3-16,0 0 1 16,0 0 1-16,0 0 2 15,0 0 2-15,0 0-5 0,0 0-1 16,9 6-6-16,-9-6-1 16,12 5-3-16,-3 0-1 15,4 0 0-15,-1-1-3 16,4 4-1-16,3 2-1 0,1 2-1 15,0 1 0-15,8 1-1 16,-7 4 1-16,9-3 0 16,0 5-1-16,2 2 0 15,1-2-1-15,5 2 1 0,-4 4 0 16,3-1 0-16,3 6-1 16,-1-4 1-16,2 3-1 15,1 2 1-15,1-2 0 16,3 2-1-16,2 3 1 0,3-1-1 15,2 1-1-15,2-3 1 16,2 5-1-16,5-2 1 16,3 0-1-16,2-1 0 0,-3-1 0 15,8-1 1-15,1 1 0 16,-4-2 0-16,5 1 0 16,1 0 0-16,-1 1-1 15,-1-4 1-15,1 6 0 16,-2-5-1-16,3 5 1 0,1-3-1 15,2-1 0-15,1 5 0 16,1-2 0-16,2 1 0 16,-1 2-1-16,2 1 1 15,-1-6 0-15,-3 5 0 0,1-3 0 16,-1 1 0-16,-4-3 0 16,-3 1 1-16,-6-1-1 15,-1-5 0-15,-5 0 1 16,-5-2-1-16,-5-3 0 0,-6-2 0 15,-12-6 1-15,1-1-1 16,-11-1 0-16,-5-4 0 16,-4 0 1-16,-13-8-1 15,12 4 2-15,-12-4-1 0,0 0 1 16,0 0 1-16,0 0-3 16,0 0 0-16,0 0-4 15,0 0-7-15,0 0-23 0,0 0-49 16,0 0-1-16</inkml:trace>
  <inkml:trace contextRef="#ctx0" brushRef="#br1" timeOffset="16400.22">9809 7738 339 0,'0'0'6'16,"0"0"3"-16,0 0 3 0,0 0 2 15,5-9 2-15,-5 9 0 16,0 0 1-16,12-5 0 16,-12 5-4-16,15 0-4 15,-8 7-2-15,5 3-2 0,1 2 0 16,-4 6-2-16,1 2 0 16,3 7 0-16,-1 0 0 15,-2 3 1-15,-4 2-1 0,1 3 0 16,-2 2 1-16,-5 0-4 15,0 0 0-15,0 5 0 16,0-5 0-16,0 6 0 16,-7-4 0-16,2 1 0 0,-1 5 0 15,-4-6 0-15,-2 1 0 16,2 2 0-16,-3 0 0 16,2-3 0-16,-5 7 0 15,2-5 0-15,-1 2 0 16,-2-2 0-16,-1-1 0 0,-2-1 0 15,3 4 0-15,-3-6 0 16,3 0 0-16,-6-2 0 16,8-3 0-16,-2-7 0 15,1 2 0-15,7-4 0 0,-3-4 0 16,1-1 0-16,4-6 0 16,-3 0 0-16,3-2 0 15,7-10 0-15,-10 13 0 0,10-13 0 16,0 0 0-1,-10 10 0-15,10-10 0 0,0 0 0 16,0 0 0-16,0 0 0 16,0 0 0-16,-6 12 0 0,6-12 0 15,-7 8 0-15,7-8 0 16,-7 14 0-16,7-14 0 16,-10 11 0-16,10-11 0 15,-10 8 0-15,10-8 0 16,0 0 0-16,0 0 0 0,0 0 0 15,0 0 0-15,0 0 0 16,0 0 0-16,0 0 0 16,0-11-14-16,5-14-62 15,5 12-10-15</inkml:trace>
  <inkml:trace contextRef="#ctx0" brushRef="#br1" timeOffset="17400.33">9508 8866 361 0,'0'0'8'0,"0"0"3"16,0 0 5-16,0 0 0 15,0-10 2-15,0 10 2 16,0 0 0-16,0 0-1 0,0 0-6 16,0 0-4-16,0 0-9 15,7 10 0-15,-7 2 0 16,0 9 0-16,0 0 0 0,0 6 0 15,0 1 0-15,0 4 0 16,0-5 0-16,0 6 0 16,0-9 0-16,-3 3 0 15,1-7 0-15,2-1 0 0,-2 2 0 16,2-6 0-16,0-3 0 16,0 1 0-16,0-3 0 15,0 0 0-15,0-10 0 16,-3 13 0-16,3-13 0 0,-2 9 0 15,2-9 0 1,0 0 0-16,0 9 0 0,0-9 0 16,0 0 0-16,0 0 0 15,0 0 0-15,0 0 0 16,0 0 0-16,0 0 0 0,0 0 0 16,0 0 0-16,0 0 0 15,0 0 0-15,0 0 0 16,0 0 0-16,0 0 0 0,0 0 0 15,0 0 0-15,5 0 0 16,-5 0 0-16,9 0 0 16,-9 0 0-16,21-9 0 15,-7 0 0-15,2 1 0 0,0-5 0 16,7 1 0-16,2-6 0 16,0 0 0-16,5-1 0 15,2-1 0-15,-2 1 0 16,2-4 0-16,3 3 0 15,-5 2 0-15,0 4 0 0,-5 2 0 16,-4-1 0-16,-3 6 0 16,-6 4 0-16,-12 3 0 15,11-4 0-15,-11 4 0 0,0 0 0 16,0 0 0-16,0 0 0 16,0 0 0-16,0 0 0 15,0 0 0-15,0 0 0 16,0 0 0-16,0 0 0 0,-8 2 0 15,8-2 0-15,-10 2 0 16,10-2 0-16,-7 3 0 16,7-3 0-16,-11-10-52 15,11 10-39-15</inkml:trace>
  <inkml:trace contextRef="#ctx0" brushRef="#br1" timeOffset="18350">10079 8680 268 0,'0'0'10'16,"0"0"4"-16,-12 0 6 0,12 0 2 15,-10 0 1-15,10 0 4 16,0 0-1-16,-11 0 2 16,11 0-8-16,6 0-3 15,6 0-4-15,9 0-2 16,3 0-1-16,5 0-8 0,10 0-2 16,2 0 0-16,4-5 0 15,0 2 0-15,-8-1 0 16,0-1 0-16,-7-1 0 15,-7 4 0-15,-7 0 0 0,-5 2 0 16,-11 0 0-16,10 0 0 16,-10 0 0-16,0 0 0 15,0 0 0-15,-8 0 0 16,8 0 0-16,-13 4 0 0,3-1 0 16,10-3 0-16,-16 5 0 15,16-5 0-15,-16 5 0 16,16-5-12-16,10 12-76 0,-10-12-2 15</inkml:trace>
  <inkml:trace contextRef="#ctx0" brushRef="#br1" timeOffset="18816.8">10798 8606 440 0,'0'0'5'0,"0"0"2"0,0-7 1 15,0 7 2-15,0 0 1 16,0 0-1-16,-9-11 1 16,9 11-2-16,-7 5-9 0,0 3 0 15,-5 7 0-15,-1 0 0 16,-6 4 0-16,-2 3 0 15,-1 1 0-15,-3 0 0 0,3-4 0 16,-3-2 0-16,2-2 0 16,3-2 0-16,8-3 0 15,0-3 0-15,1-2 0 16,11-5 0-16,0 0 0 0,0 0 0 16,18 0 0-16,3 0 0 15,2-5 0-15,10 0 0 16,2-2 0-16,7 2 0 0,-2-5 0 15,5 2 0-15,-5 1 0 16,-3 1 0-16,-5 2 0 16,-5 0 0-16,-9 4 0 15,-1-4 0-15,-6 4 0 16,-11 0 0-16,0 0-22 0,4 10-62 16,-12-8-3-16</inkml:trace>
  <inkml:trace contextRef="#ctx0" brushRef="#br1" timeOffset="19050.22">10837 8631 434 0,'0'0'6'16,"0"0"4"-16,0 0 0 16,0 0 1-16,0 0 0 0,0 0 2 15,-2 4-1-15,2 10-8 16,2 2-4-16,0 4 0 15,1 5 0-15,2 0 0 16,-1 2 0-16,2-2 0 16,-3 0 0-16,-1-6 0 0,3 1 0 15,-5-5 0-15,7 1-11 16,4-5-73-16,-11-11-3 16</inkml:trace>
  <inkml:trace contextRef="#ctx0" brushRef="#br1" timeOffset="22566.87">11063 8668 332 0,'0'0'7'0,"0"0"4"16,2-15 4-16,-2 15 4 16,4-12 1-16,-4 12 1 15,4-16 0-15,-4 16 1 16,5-12-6-16,-5 12-5 0,0 0-3 16,0 0-3-16,0 0-2 15,0 5-3-15,0 9 0 16,0 3 0-16,-2-1 0 15,-3 1 0-15,-1 6 0 0,1-3 0 16,3-2 0-16,-4-4 0 16,5-2 0-16,-2-2 0 15,3-10 0-15,-4 13 0 16,4-13 0-16,0 0 0 0,0 0 0 16,8 0 0-16,3-4 0 15,-1-2 0-15,2 0 0 16,6 2 0-16,-1-4 0 0,1 6 0 15,-1-1 0-15,1 3 0 16,-2 0 0-16,2 0 0 16,-2 5 0-16,-4 3 0 15,2-1 0-15,-1 2 0 16,-1 4 0-16,-5-2 0 0,1 1 0 16,-3 2 0-16,-2-1 0 15,-3 2 0-15,-8-3 0 16,-2-2 0-16,-7 2 0 15,-3-2 0-15,1 0 0 16,-9-5 0-16,3 0 0 0,0-5 0 16,0 0 0-16,6 0 0 15,1 0 0-15,0-5 0 16,5 0 0-16,7-2 0 0,6 7-26 16,12-13-58-16,-10 1-3 15</inkml:trace>
  <inkml:trace contextRef="#ctx0" brushRef="#br1" timeOffset="22966.73">11106 8583 308 0,'0'0'10'0,"0"0"5"0,0 0 3 16,0 0 3-16,0 0 3 16,-9-5 1-16,9 5 1 15,0 0 1-15,0 0-10 0,0 0-3 16,0-12-8 0,9 9-6-16,7-2 0 0,5 1 0 15,4-1 0-15,5-3 0 16,4 4 0-16,1-4 0 15,2 3 0-15,-5 0 0 0,0 0 0 16,-7 0 0-16,-2 5 0 16,-8-2 0-16,-5-1 0 15,-3 3 0-15,-7 0 0 16,0 0 0-16,0 0 0 0,0 0 0 16,-9 0 0-16,9 0 0 15,-18 13 0-15,18-13-69 16,-10 12-24-16</inkml:trace>
  <inkml:trace contextRef="#ctx0" brushRef="#br1" timeOffset="30284.35">11756 8281 477 0,'0'0'0'0,"0"0"0"16,-13 2 0-16,1 12 0 0,-10 2 1 16,-13 14 1-16,-4 7-2 15,-19 13 1-15,-6 9 0 16,-16 8 1-16,-6 8 0 16,-14 4 1-16,0-1-1 0,-1 2 0 15,-2-3 1-15,4-8-1 16,2-4 1-16,10-6-2 15,13-9 0-15,12-10-3 16,10-11-2-16,12-4-4 0,10-10-4 16,15-5-5-16,5-5-16 15,3-13-48-15,7 1-2 16</inkml:trace>
  <inkml:trace contextRef="#ctx0" brushRef="#br1" timeOffset="30550.67">10382 8341 439 0,'0'0'5'0,"0"0"3"15,0-13 1-15,0 13 0 16,0-10 0-16,0 10 2 15,5 10 0-15,10 11-1 16,13 18-10-16,11 16 0 16,23 16 0-16,23 18 0 0,30 18 0 15,30 12 0-15,25 5 0 16,33 7-43-16,11 0-44 16</inkml:trace>
  <inkml:trace contextRef="#ctx0" brushRef="#br1" timeOffset="47533.66">23467 9837 390 0,'0'0'6'0,"0"0"2"0,0 0 2 16,0 0 2-16,0 0 1 15,0 0 2-15,0 0 0 16,0 0 0-16,0 0-6 0,0 0-3 16,0 7-1-16,-5 6-3 15,-2 4 0-15,2 10-2 16,-6 3-1-16,2 7 1 0,-3 5 0 16,-6-2 0-16,6 3-1 15,-4-4 1-15,4-2-1 16,-3-2-1-16,3-8 0 0,1-1-2 15,2-8-2-15,4 0-2 16,2-8-3-16,1-3-4 16,2-7-7-16,0 0-10 15,0 0-32-15,0 0-17 16</inkml:trace>
  <inkml:trace contextRef="#ctx0" brushRef="#br1" timeOffset="48099.88">23147 10122 368 0,'0'0'7'0,"0"0"2"0,0 0 0 0,0 0 1 15,0 4 1-15,0-4 0 16,0 13 0-16,0-1 1 16,2-1-6-16,0 6-3 0,3 3-1 15,0-1 0-15,2 1 0 16,1 5-1-16,0-6 0 15,-4 2-1-15,1-2 1 16,0-1-1-16,-3-4 0 0,2 0 2 16,-2-3-1-16,1-3 0 15,-3-8 0-15,0 10 1 16,0-10 0-16,0 0 1 16,8 0 0-16,-8 0 0 0,19-10 1 15,-4-1 1-15,2-1 0 16,5-5 1-16,1 0-1 15,6-6-3-15,4 3-2 16,-3-2 0-16,-1 3 0 0,-4 1 0 16,1 1 0-16,-7 7 0 15,-4 0 0-15,-3 2 0 16,-12 8 0-16,11-2 0 16,-11 2 0-16,0 0 0 0,0 0 0 15,0 7 0-15,-8 16-72 16,8-23-14-16</inkml:trace>
  <inkml:trace contextRef="#ctx0" brushRef="#br1" timeOffset="48866.8">23248 11708 448 0,'0'0'5'0,"0"0"1"0,0 0 1 16,0 0 1-16,0 0 0 16,0 0 0-16,0 0 0 15,0 4 0-15,3 9-3 0,1 6-5 16,5 6 0-16,0 5 0 15,6 8 0-15,2-3 0 16,0 7 0-16,3-1 0 0,1-2 0 16,-4-4 0-16,-2 0 0 15,-3-5 0-15,1-3 0 16,-3-5 0-16,-6-1 0 16,1-7 0-16,0-2 0 0,-3-2 0 15,-2-10 0-15,0 10-6 16,0-10-3-16,0 0-7 15,0 0-11-15,0 0-38 16,0 0-18-16</inkml:trace>
  <inkml:trace contextRef="#ctx0" brushRef="#br1" timeOffset="49532.85">23186 11697 378 0,'0'0'8'0,"0"0"2"0,0 0 2 16,0 0 2-16,-12-4 2 0,12 4-1 16,-11-6 1-16,11 6 0 15,-9 0-6-15,9 0-4 16,-12 14-2-16,4 0-1 16,3-3-2-16,0 7 1 0,0 0-2 15,3-4 0-15,-3 4 0 16,3-6 0-16,2-2 0 15,0-10 0-15,-4 12 0 16,4-12 0-16,0 0 0 16,0 0 0-16,0 0 0 15,0 0 0-15,-2-7 0 0,2-5 0 16,0-1 0-16,0-1 0 16,0-1 0-16,0-1 0 15,0 2 0-15,0-1 0 0,0 5 0 16,0-2 0-16,0 5 0 15,0 7 0-15,8-18 0 16,-8 18 0-16,10-13 0 0,-10 13 0 16,20-12 0-16,-13 7 0 15,5 5 0-15,3-2 0 16,0 2 0-16,0 2 0 16,4 3 0-16,-1 0 0 0,-3 5 0 15,3 0 0-15,-2-2 0 16,0 4 0-16,-2-2 0 15,2 0 0-15,-4 0 0 16,-2 4 0-16,2-4 0 0,4 5 0 16,-4-7 0-16,-10-2-80 15,23 3-9-15</inkml:trace>
  <inkml:trace contextRef="#ctx0" brushRef="#br1" timeOffset="79199.86">6802 7786 88 0,'0'0'5'0,"0"0"2"0,0 0 4 15,0 0 5-15,5 2 5 16,-5-2 4-16,0 0 5 16,0 0 2-16,0 0-3 15,0 0-3-15,0 0-2 0,7 8-3 16,-7-8-6-16,0 0-2 16,0 0-3-16,0 0-3 15,0 0 0-15,0 10-3 16,0-10 1-16,0 0 0 0,0 0 0 15,-10 10-1-15,10-10 1 16,0 0-1-16,-9 9 0 16,9-9 0-16,-11 10-1 15,11-10 0-15,-14 10-1 0,4-2 1 16,2-1-3-16,-4 1 1 16,2-1 0-16,-1 0-1 15,4 1 1-15,-2 2 0 16,0-3-1-16,0 4 1 0,-1-1 0 15,-3-2-1-15,1 3 1 16,0-1-1-16,-3 0 1 16,3 2-1-16,-6-3 1 15,6 4-2-15,-1-3-1 0,1 1-4 16,2-2-5-16,-1-2-8 16,11-7-43-16,-11 5-16 15</inkml:trace>
  <inkml:trace contextRef="#ctx0" brushRef="#br1" timeOffset="81403.58">6844 7832 170 0,'0'0'8'0,"0"0"6"16,-3-8 4-16,3 8 4 16,0 0 4-16,0 0 4 15,0 0 0-15,-2-8 2 16,2 8-5-16,0 0-4 0,0 0-5 16,0 0-4-16,0 0-2 15,0 0-4-15,0 0-1 16,0 0-2-16,0 0-1 15,0 0-1-15,-5 8-1 0,5-8 0 16,-14 11 0-16,5-1 0 16,-3 0 0-16,-3 5 1 15,-2-3-1-15,2 3 2 16,-4-1-1-16,-4 4 0 0,0 0 1 16,2 2-1-16,-4-3 0 15,0 5-1-15,-4-2 1 16,5 3-3-16,-4-1 0 0,5 2 0 15,-2-1 0 1,-3 2 0-16,1 4 0 0,-1-4 0 16,-2 4 0-16,-2-1 0 15,0 1 0-15,0 1 0 0,-3 3 0 16,0-4 0-16,1 1 0 16,-2 0 0-16,1-1 0 15,1 1 0-15,-1 0 0 16,0 0 0-16,1 2 0 0,-3-2 0 15,1-1 0-15,1-2 0 16,1 2 0-16,-1-1 0 16,3-3 0-16,-1 0 0 15,4-3 0-15,-1 1 0 16,0 2 0-16,2-3 0 0,-4-2 0 16,5 2 0-16,-3 3 0 15,2-3 0-15,-1 0 0 16,2 3 0-16,0-3 0 15,-5 0 0-15,2 6 0 0,0-6 0 16,0 5 0-16,-2-6 0 16,-1 4 0-16,-2-4 0 15,5 2 0-15,-2-1 0 0,2-5 0 16,1 2 0-16,2 2 0 16,-3-4 0-16,5 1 0 15,0 1 0-15,-3 1 0 16,1-3 0-16,2 1 0 0,1 0 0 15,-1 1 0-15,0-2 0 16,0 1 0-16,3-1 0 16,-1 0 0-16,3-3 0 15,0 3 0-15,1-3 0 16,1-2 0-16,3 1 0 0,-4-1 0 16,6-2 0-16,-2 3 0 15,3-4 0-15,-6 2 0 16,6 1 0-16,-4-3 0 0,4 1 0 15,-2 0 0-15,1 0 0 16,-2 1 0-16,2 1 0 16,-1-2 0-16,-1 1 0 15,0 0 0-15,0 3 0 0,0-1 0 16,0-1 0-16,-2-1 0 16,2 3 0-16,0-3 0 15,0-3 0-15,3 3 0 16,0-1 0-16,-1 0 0 0,-2 2 0 15,1-2 0-15,3 3 0 16,-4-1 0-16,3-3 0 16,-4 2 0-16,7 1 0 15,-3 1 0-15,-1-4 0 16,3-2 0-16,1-1 0 0,-2 1 0 16,1-3 0-16,10-4 0 15,-14 11 0-15,14-11 0 16,-13 7 0-16,13-7 0 15,-12 7 0-15,12-7 0 0,-8 5 0 16,8-5 0-16,-10 6 0 16,10-6 0-16,0 0 0 15,-10 2 0-15,10-2 0 16,0 0 0-16,0 0 0 0,0 0 0 16,0 0 0-16,0 0 0 15,0 0 0-15,0 0 0 16,0 0 0-16,0 0 0 0,0 0 0 15,0 0 0-15,0 0 0 16,-2-5 0-16,2 5 0 16,0 0 0-16,0 0 0 15,0 0 0-15,-2-12 0 0,2 12 0 16,0 0 0-16,0 0 0 16,0-7 0-16,0 7 0 15,0 0 0-15,0 0 0 16,-3-10 0-16,3 10 0 0,0 0 0 15,0 0 0-15,-10-5 0 16,10 5 0-16,-10 0 0 16,10 0 0-16,-12 9 0 15,4 1 0-15,0 2 0 0,4-2 0 16,-4 3 0-16,4-1 0 16,0 0 0-16,4 1 0 15,0-6 0-15,0-7 0 16,0 11 0-16,0-11 0 0,18 0 0 15,-8-3 0-15,3-5 0 16,-1-2 0-16,-3-4 0 16,4-1 0-16,-3 3 0 0,-5-4 0 15,0 3 0-15,-5 0 0 16,-3 1 0-16,3 12 0 16,-17-9 0-16,4 7 0 15,1 4 0-15,-2 4 0 0,-2 5 0 16,2 6 0-16,-1-1 0 15,2-1 0-15,1 5 0 16,4-2 0-16,4-4 0 16,-1 1 0-16,5-5 0 0,0-3 0 15,0-7 0-15,17 8 0 16,-5-8 0-16,1-10 0 16,2-1 0-16,-1 0 0 15,2-4 0-15,-2-5 0 16,-2 2 0-16,-3 1 0 0,-5 3 0 15,-4 1 0-15,0 6 0 16,0 7 0-16,-13-5 0 16,4 5 0-16,-6 7 0 15,2 4 0-15,1 2 0 0,-1 0 0 16,6-1 0-16,-3 1 0 16,5-1 0-16,5-2 0 15,0-10 0-15,3 10 0 0,-3-10 0 16,17 0 0-16,-2-7 0 15,0-3 0-15,0-2 0 16,0-1 0-16,-2 1 0 16,-4-1 0-16,-4 1 0 0,-3 2 0 15,-2 10 0-15,-7-12 0 16,-2 9 0-16,-4 3 0 16,-2 0 0-16,0 4 0 15,-2 4 0-15,4 1 0 16,1-1 0-16,2 3 0 0,0-1 0 15,10-10 0-15,-8 15 0 16,8-15 0-16,0 12 0 16,0-12-4-16,12 4-55 15,1-1-30-15,-1-3-1 0</inkml:trace>
  <inkml:trace contextRef="#ctx0" brushRef="#br1" timeOffset="81866.47">4031 9819 391 0,'0'0'8'0,"0"0"3"15,-12-9 2-15,2 6 2 16,-2-3 0-16,-6 2 1 0,1 1 0 16,-6 3 1-16,1 0-8 15,-2 6-9-15,1 6 0 16,3 11 0-16,3 1 0 0,-1 11 0 15,9 2 0-15,-2 3 0 16,9 4 0-16,2-2 0 16,10 2 0-16,7-3 0 15,1-9 0-15,9-5 0 0,3-10 0 16,5-4 0-16,2-13 0 16,2 0 0-16,4-13 0 15,-3-6 0-15,-3-6 0 16,-3-5 0-16,1-2 0 15,-8-4 0-15,-2 0 0 0,-13-1 0 16,-3-1 0-16,-9-3 0 16,-5 4 0-16,-11-3 0 15,-9 5 0-15,-9 3 0 0,-6 7 0 16,-5 7 0-16,-6 13 0 16,-4 5 0-16,2 15 0 15,-2 16 0-15,9 1 0 16,6 15 0-16,4-3 0 0,22 13 0 15,9-8-61-15,15-3-30 16</inkml:trace>
  <inkml:trace contextRef="#ctx0" brushRef="#br1" timeOffset="84200.3">1946 9668 369 0,'0'0'7'0,"0"0"3"0,0 0 0 15,0 0 2-15,5 0 0 16,-5 0 2-16,13 3 1 16,-1-3 1-16,1 0-6 0,4 0-2 15,8 0 0-15,3 0-2 16,4 0 0-16,2 0-1 16,1-3-2-16,-3 1-3 15,3-1 0-15,-8 1 0 16,1-3 0-16,-8 5 0 0,-3-2 0 15,-4 2 0-15,-6 0 0 16,-7 0 0-16,12 0 0 16,-12 0 0-16,0 0 0 15,0 0 0-15,-9 0 0 0,1 0 0 16,8 0-5-16,-20 0-24 16,3 2-56-16,17-2-3 15</inkml:trace>
  <inkml:trace contextRef="#ctx0" brushRef="#br1" timeOffset="84816.38">2488 9512 404 0,'0'0'7'0,"0"0"2"0,-12-5 2 0,12 5 2 16,-13-10 2-16,13 10 0 16,-16-9 0-16,16 9 1 15,-9-13-10-15,9 13-6 16,3-12 0-16,7 6 0 15,2 2 0-15,4 1 0 0,1 2 0 16,3 1 0-16,-1 0 0 16,1 4 0-16,1 3 0 15,-7 3 0-15,-3 0 0 16,-2 5 0-16,-6 0 0 0,-3 1 0 16,0 1 0-16,-9 0 0 15,0-1 0-15,2 0 0 16,-3-4 0-16,-1 3 0 0,4-8 0 15,2 4 0-15,5-11 0 16,0 12 0-16,0-12 0 16,10 7 0-16,3-5 0 15,1 1 0-15,-2-1 0 0,4 3 0 16,-3 1 0-16,-1 1 0 16,0 0 0-16,-4 4 0 15,-8-11 0-15,3 19 0 16,-3-12 0-16,-5 3 0 15,-11-2 0-15,2 2 0 0,-4-1 0 16,-5-1 0-16,2-3 0 16,-4-2 0-16,2 1 0 15,3-4-2-15,5 0-6 0,-3-7-8 16,18 7-23-16,-7-15-46 16,7 2 1-16</inkml:trace>
  <inkml:trace contextRef="#ctx0" brushRef="#br1" timeOffset="85166.45">2727 9480 455 0,'0'0'3'0,"0"0"2"0,0 0-1 16,0 0 1-16,-2 10-1 15,-2 0 2-15,2 2-1 16,-3 2 0-16,5 3-2 15,0 2-2-15,0 1 1 0,7-3-1 16,4-3 0-16,3-3 0 16,2-2 0-16,3-5 0 15,4-4 0-15,-1 0 0 16,-1-11 0-16,-2-2 0 0,-1 1 1 16,-4-5 0-16,-3-3-2 15,-4 0 0-15,-5 1 0 16,-2 1 0-16,-9 4 0 15,-4 1 0-15,-4 3 0 0,-1 10 0 16,-5 0 0-16,2 8 0 16,-2 2-7-16,8 7-9 15,-2-4-13-15,6 1-54 16,6 1-3-16</inkml:trace>
  <inkml:trace contextRef="#ctx0" brushRef="#br1" timeOffset="85516.61">2951 9421 423 0,'0'0'5'0,"0"0"2"15,0 0 1-15,0 0 0 16,-10 3 0-16,10-3 0 16,-6 14 0-16,4-3 1 0,-1 0-5 15,3 7-2-15,3-1-2 16,7 0 1-16,2 1 0 15,0-4-1-15,6-4 0 16,1-2 1-16,4-6-1 0,-3-2 2 16,1-7 0-16,-2-6 1 15,1-1 0-15,-6-1 1 16,-3-5 0-16,-6-1-4 16,-3-3 0-16,-2 5 0 0,-7-4 0 15,-6 3 0-15,-1 6 0 16,-7 2 0-16,5 1 0 15,-5 9 0-15,3 2 0 16,2 7 0-16,0 3 0 0,11 7-29 16,-2 3-55-16,5 1-4 15</inkml:trace>
  <inkml:trace contextRef="#ctx0" brushRef="#br1" timeOffset="85783.62">3293 9507 477 0,'0'0'4'0,"0"0"0"0,0 11 2 0,0-3-1 15,-7 9 1-15,0 2-1 16,-4 3-1-16,2 7-4 15,-3 4 0-15,-1-1 0 16,1 3 0-16,-1-8 0 16,5 3-2-16,-1-7-18 0,6-12-59 15,3 4-6-15</inkml:trace>
  <inkml:trace contextRef="#ctx0" brushRef="#br1" timeOffset="86116.53">3447 9381 461 0,'0'0'5'0,"0"0"2"16,0 0 1-16,0 0 0 0,0 0 2 15,0-10-1-15,0 10-6 16,8-9-3-16,2 6 0 16,-3-2 0-16,5 0 0 15,4-2 0-15,-4 2 0 16,1 0 0-16,1-1 0 0,-4 4 0 15,5 2-24-15,0-2-62 16,-15 2-4-16</inkml:trace>
  <inkml:trace contextRef="#ctx0" brushRef="#br1" timeOffset="86683.64">3647 9182 489 0,'0'0'4'0,"0"0"2"16,-7-11 1-16,7 11-2 16,-2-18-5-16,2 11 0 0,0-6 0 15,0 4 0-15,5-2 0 16,4 2 0-16,0 1 0 15,7 3 0-15,-1 1 0 0,4 1 0 16,-2 3 0-16,3 0 0 16,-3 3 0-16,-4 4 0 15,-3 5 0-15,-5 0 0 16,-3 3 0-16,-2 1 0 0,-5 1 0 16,-4-1 0-16,-1 2 0 15,-3-3 0-15,3 0 0 16,1 0 0-16,0-3 0 0,5-4 0 15,4-8 0-15,0 11 0 16,0-11 0-16,17 11 0 16,-5-9 0-16,4 1 0 15,-2-1 0-15,7 1 0 16,-7-1 0-16,1 0 0 0,-3 4 0 16,-4 1 0-16,-8-7 0 15,10 12 0-15,-10-12 0 16,0 18 0-16,-10-8 0 0,0-2 0 15,-4 1 0-15,-2-1 0 16,-6-1 0-16,2-2 0 16,-2 0 0-16,-1-2 0 15,6-1 0-15,-3-2 0 16,8 0-20-16,-1 0-42 0,8-10-24 16,5 0-2-16</inkml:trace>
  <inkml:trace contextRef="#ctx0" brushRef="#br1" timeOffset="87016.19">3889 9128 486 0,'0'0'3'16,"0"0"0"-16,0 0 0 16,0 10 1-16,-2 1-1 0,-1-3 0 15,3 6 1-15,-2 3-2 16,0-5-2-16,2 6 0 15,2-4 0-15,5-1 0 0,6-1 0 16,2-7 0-16,0-2 0 16,2-3 0-16,3 0 0 15,0-8 0-15,-3-4 0 16,1-3 0-16,-6 0 0 16,-1-1 0-16,-6-1 0 15,-5-2 0-15,-9 7 0 0,0-1 0 16,-6 3 0-16,-3 3 0 15,-2 7 0-15,3 0 0 16,0 0 0-16,5 10-17 0,-1 8-56 16,5-10-14-16</inkml:trace>
  <inkml:trace contextRef="#ctx0" brushRef="#br1" timeOffset="87366.82">4170 9054 466 0,'0'0'4'0,"0"0"2"16,0 0-1-16,0 0 1 0,0 0 0 16,-7 8 0-16,2 1 0 15,0 1 0-15,-2 3-6 16,5 6 0-16,-1-4 0 16,3 6 0-16,0-4 0 0,5-1 0 15,7-3 0-15,3-5 0 16,2-6 0-16,3-2 0 15,5-5 0-15,-5-4 0 16,2-7 0-16,1-2 0 0,-6-1 0 16,-7-1 0-16,-2 1 0 15,-8 1 0-15,-3 0 0 16,-10 4 0-16,-4 4 0 16,0 3 0-16,-9 1 0 15,7 6 0-15,-3 3 0 0,3 7 0 16,3-5-14-16,6-2-55 15,5 4-19-15,5-7-1 16</inkml:trace>
  <inkml:trace contextRef="#ctx0" brushRef="#br1" timeOffset="87616.99">4364 8747 451 0,'0'0'4'15,"0"0"2"-15,0 0 0 16,0 0 0-16,0 0 1 16,10-3 0-16,3 6 0 15,6 7 1-15,6 5-5 0,5 1 0 16,2 9 0-16,6 3-3 16,-4 7 0-16,-2-1 0 15,-8 9 0-15,-5 4 0 0,-11 2 0 16,-11 3 0-16,-17 4-2 15,-12 2-18-15,-15 2-62 16,-3-1-2-16</inkml:trace>
  <inkml:trace contextRef="#ctx0" brushRef="#br1" timeOffset="88116.54">1500 9440 426 0,'0'0'6'0,"0"0"3"15,0 0 0-15,0 0 1 0,-11 0 1 16,6 17 0-16,0 11 0 16,1 9 0-16,-1 15-6 15,5 15-3-15,2 10-2 16,13 6-4-16,10 4-9 0,15-14-55 15,16 9-17-15</inkml:trace>
  <inkml:trace contextRef="#ctx0" brushRef="#br1" timeOffset="92301.26">18979 14999 425 0,'0'0'4'0,"0"0"3"0,2-9 2 15,-2 9 2-15,6-13 1 16,-6 13 1-16,5-12 1 0,-5 12 2 16,0 0-16-1,0 0 0-15,-2 15 0 0,-7 4 0 16,0 14 0-16,-3 3 0 16,-4 9 0-16,0 7 0 0,0 3 0 15,2-3 0-15,-2 3 0 16,9-6 0-16,2-4 0 15,5-4 0-15,5-8 0 16,13-4 0-16,-1-9 0 16,8-5 0-16,2-5 0 15,3-7 0-15,0-3 0 0,2 0 0 16,-7-10-10-16,5-11-74 16,-13 10-4-16</inkml:trace>
  <inkml:trace contextRef="#ctx0" brushRef="#br1" timeOffset="92499.46">18746 15299 458 0,'0'0'4'15,"0"0"0"-15,0 0 2 0,0 0 0 16,0 0 0-16,7-2 1 16,5-1 0-16,5-2 0 15,7 3-3-15,6-2-2 0,4-2-2 16,8 3-5-16,1-2-18 15,-6 2-59-15,12 3-3 16</inkml:trace>
  <inkml:trace contextRef="#ctx0" brushRef="#br1" timeOffset="93066.13">19344 15262 478 0,'0'0'4'16,"0"0"1"-16,0 0 1 15,-9-3 1-15,9 3 0 0,-18 0-3 16,6 0-4-16,0 3 0 16,-1 4 0-16,-2 7 0 15,2 0 0-15,4 3 0 16,2 3 0-16,4-2 0 0,1 3 0 16,2-6 0-16,5 3 0 15,4-6 0-15,3-1 0 16,1-7 0-16,2-1 0 15,0-3 0-15,0-3 0 0,-2-4 0 16,1-3 0-16,-1-5 0 16,-1-3 0-16,2-2 0 15,-3 0 0-15,-1 1 0 16,-1 4 0-16,-3 0 0 16,1 5 0-16,-7 10 0 0,10-1 0 15,-10 1 0-15,5 14 0 16,-3 1 0-16,4 2 0 15,-1 0 0-15,0 0 0 0,-1-1 0 16,4-4 0-16,-8-12 0 16,15 15 0-16,-15-15 0 15,14 0 0-15,-1-10 0 16,-1 0 0-16,4-5 0 0,-3-2 0 16,0-1 0-16,3-2 0 15,-4 6 0-15,1-1 0 16,-6 5 0-16,-7 10 0 15,12-8 0-15,-12 8 0 0,8 8 0 16,-5 2 0-16,1 2 0 16,1 3 0-16,2 0 0 15,2 2 0-15,0-7 0 16,3 5 0-16,-7 0-48 16,8-10-38-16,2-5-3 0</inkml:trace>
  <inkml:trace contextRef="#ctx0" brushRef="#br1" timeOffset="93266.68">19728 15039 488 0,'0'0'3'0,"0"0"3"0,0 0-1 16,0 0 2-16,0 0-5 0,0 0-2 15,0 0 0-15,2-10 0 16,8 3 0-16,5 4 0 15,-1-2 0-15,9 3 0 16,-4-2-8-16,6 4-76 16,5 0-4-16</inkml:trace>
  <inkml:trace contextRef="#ctx0" brushRef="#br1" timeOffset="93466.92">20070 14920 491 0,'0'0'3'0,"0"0"1"16,0 0 1-16,0 0 0 16,0 7-2-16,0 3-3 15,0 3 0-15,0 3 0 0,0 8 0 16,0 0 0-16,-2 5 0 16,0 2 0-16,-1-1 0 15,3 2 0-15,-6 4-60 0,6-13-26 16,3-3-1-16</inkml:trace>
  <inkml:trace contextRef="#ctx0" brushRef="#br1" timeOffset="93966.76">20741 14697 405 0,'0'0'6'0,"3"-7"3"0,-3 7 2 0,7-18 1 16,-7 8 2-16,0 10 0 16,0-10 1-16,0 10 0 15,-23 10-5-15,1 18-10 16,-2 11 0-16,-8 16 0 15,-1 12 0-15,-2 9 0 0,5 9 0 16,3 7 0-16,9-3 0 16,6-3 0-16,12-4 0 15,10-7 0-15,10-9 0 16,14-6 0-16,4-11 0 0,5-9 0 16,11-5 0-16,-7-13 0 15,7 0-4-15,8-15-82 16,-16-7-1-16</inkml:trace>
  <inkml:trace contextRef="#ctx0" brushRef="#br1" timeOffset="94416.66">20836 14858 438 0,'0'0'4'0,"0"0"4"0,0 0 1 0,0 0 1 16,0 0 2-16,0 0 0 15,7-7 0-15,-7 7-6 16,14-8-6-16,-1 3 0 16,2 3 0-16,5-3 0 0,0 3 0 15,0 0 0-15,2 2 0 16,1 0 0-16,-4 0 0 15,-3 0 0-15,-2 0 0 16,-3 0 0-16,-11 0 0 0,14 0 0 16,-14 0 0-16,0 0-10 15,0 0-75-15,0 0-3 16</inkml:trace>
  <inkml:trace contextRef="#ctx0" brushRef="#br1" timeOffset="94932.56">21300 14724 453 0,'0'0'6'16,"0"0"1"-16,0 0 3 16,-7-12 0-16,7 12 2 15,-8-7 1-15,8 7-13 0,-5-10 0 16,5 10 0-16,0-10 0 15,0 10 0-15,16-10 0 16,0 7 0-16,7 1 0 16,0 0 0-16,3 2 0 0,-1 0 0 15,2 7 0-15,-9 1 0 16,-3 0 0-16,-10 3 0 16,-5 3 0-16,-5-1 0 15,-7 2 0-15,-9 0 0 0,-1-2 0 16,-2-1 0-16,4 0 0 15,-1-2 0-15,7-2 0 16,4 1 0-16,10-9 0 16,0 13 0-16,5-6 0 0,12 1 0 15,3-1 0-15,1 3 0 16,0 1 0-16,-1-4 0 16,-2 3 0-16,-3-2 0 15,-6 1 0-15,-9 0 0 0,0-9 0 16,-9 13 0-16,-6-5 0 15,-7-6 0-15,-1 0 0 16,-5 1 0-16,3-3 0 16,1 0 0-16,-1-5 0 15,12 0 0-15,1-5-18 0,12 0-27 16,8 0-41-16,7-4-2 16</inkml:trace>
  <inkml:trace contextRef="#ctx0" brushRef="#br1" timeOffset="95250.34">21725 14716 436 0,'0'0'7'16,"0"0"2"-16,-5-1 0 0,5 1 0 16,-15 1 2-16,0 7-1 15,0 2 1-15,-7 5-2 0,3-2-9 16,-4 4 0-16,3 3 0 16,5-3 0-16,5 0 0 15,5 1 0-15,5-6 0 16,8-3 0-16,11-1 0 0,1-2 0 15,6-4 0-15,3-2 0 16,-5 0 0-16,4-5 0 16,-6-6 0-16,-4 2 0 15,-6-6 0-15,-4-2 0 0,-8 2 0 16,-5-2 0-16,-10 2 0 16,-3 3 0-16,-4 2 0 15,-6 5 0-15,7 2 0 16,-4 1 0-16,7 2-7 0,1 7-44 15,17-7-36-15,-8 10-1 16</inkml:trace>
  <inkml:trace contextRef="#ctx0" brushRef="#br1" timeOffset="95566.67">21993 14708 479 0,'0'0'3'0,"0"0"1"16,0 0 1-16,-7 0 0 15,-3 0 0-15,-3 0 0 16,-1 1 0-16,-6 5-5 0,3-2 0 16,-1 6 0-16,6 2 0 15,1 1 0-15,9-3 0 16,2 3 0-16,11-4 0 0,5 1 0 16,7-4 0-16,4-2 0 15,1-4 0-15,-2 0 0 16,4-2 0-16,-5-6 0 15,-2 1 0-15,-5-5 0 16,-9-1 0-16,-6-2 0 0,-3 0 0 16,-8-3 0-16,-7 7 0 15,-7 3 0-15,-3 1 0 16,-4 7 0-16,-6 12-44 16,3-2-42-16,-4 5-3 0</inkml:trace>
  <inkml:trace contextRef="#ctx0" brushRef="#br1" timeOffset="96033.21">20910 15143 383 0,'0'0'5'0,"0"0"3"0,0 0 3 15,-12-2 1-15,12 2 2 16,-11-4 0-16,11 4 0 16,-9 0 1-16,9 0-5 15,0 0-2-15,0 0-3 0,18 0 0 16,3 4-1-16,11-4-1 15,16 0-3-15,9-4 0 16,15 0 0-16,10-3 0 0,10-1 0 16,10-2 0-16,8-2 0 15,1 0 0-15,3-1 0 16,-5 3 0-16,-1 1 0 16,-15-2 0-16,-2 2 0 0,-20-1 0 15,-11 4 0-15,-17 2 0 16,-13 1 0-16,-14 2 0 15,-16 1 0-15,0 0 0 16,-4-4 0-16,-12 4 0 16,-3 0 0-16,1 5 0 0,-7 18-66 15,-5-18-24-15</inkml:trace>
  <inkml:trace contextRef="#ctx0" brushRef="#br1" timeOffset="96382.71">20771 15393 450 0,'0'0'3'0,"0"0"2"0,0 0 1 16,12-2 1-16,0-1 1 15,4 1 0-15,3-1 0 16,6 1 1-16,2 0-4 0,3 2-3 15,0-6-7-15,2 6-22 16,8 0-55-16,-10 0-3 16</inkml:trace>
  <inkml:trace contextRef="#ctx0" brushRef="#br1" timeOffset="96866.68">21183 15363 457 0,'0'0'4'0,"0"0"3"16,0 0 1-16,-13-2 2 16,13 2 1-16,-12-7 0 15,12 7-8-15,-4-13-3 16,4 13 0-16,2-9 0 16,8 4 0-16,5 0 0 0,2 1 0 15,3 2 0-15,0 2 0 16,-1 0 0-16,-1 2 0 15,-3 7 0-15,-2-4 0 0,-6 4 0 16,-5 2 0-16,-2 0 0 16,0-1 0-16,-7 3 0 15,0-3 0-15,-4 0 0 16,-1 0 0-16,5-3 0 0,-4 0 0 16,11-7 0-16,-9 13 0 15,9-13 0-15,0 12 0 16,9-7 0-16,5 0 0 15,-2 3 0-15,5-4 0 0,-2 4 0 16,3 0 0-16,-6-1 0 16,-5 1 0-16,-7-8 0 15,0 16 0-15,-10-7 0 16,-7-2 0-16,-8 0 0 0,-2-2 0 16,-8 1 0-16,3-2 0 15,2-2 0-15,3-2 0 16,9 0-4-16,1-5-30 15,12-5-50-15,8-2-3 16</inkml:trace>
  <inkml:trace contextRef="#ctx0" brushRef="#br1" timeOffset="97183.62">21551 15379 484 0,'0'0'3'0,"0"0"-1"15,0 0 2-15,-9 2 0 16,0 5 0-16,-6 1 1 15,3 2 0-15,-5 0-5 16,4 3 0-16,-1 1 0 16,6 1 0-16,4-5 0 0,4-1 0 15,0-9 0-15,16 13 0 16,2-10 0-16,7-1 0 16,4-2 0-16,-1-5 0 15,-1 0 0-15,-2-5 0 0,-2 0 0 16,-9-5 0-16,-6 1 0 15,-8-1 0-15,-10 2 0 16,-7 1 0-16,-11 2 0 16,3 0 0-16,-4 7 0 0,-4 3 0 15,3 0 0-15,10 8-9 16,8 7-75-16,12-15-3 16</inkml:trace>
  <inkml:trace contextRef="#ctx0" brushRef="#br1" timeOffset="97499.77">21832 15363 458 0,'0'0'6'0,"0"0"0"16,0 0 1-16,-10-2 0 15,0 2 0-15,-2 0 2 0,-6 7-1 16,-1 1-5-16,-2 4-3 16,1 1 0-16,1 2 0 15,-1-2 0-15,10 1 0 16,8-2 0-16,2-2 0 0,12-2 0 15,10-4 0-15,6-1 0 16,6-3 0-16,8 0 0 16,-5-7 0-16,4-1 0 15,-9-2 0-15,-2-2 0 0,-13-2 0 16,-14 1 0-16,-6-2 0 16,-14 7 0-16,-13-2 0 15,-5 8 0-15,-3 0 0 16,-1 2 0-16,4 0 0 0,3 4 0 15,9 4 0-15,11-8-28 16,12 0-57-16,0 0-5 16</inkml:trace>
  <inkml:trace contextRef="#ctx0" brushRef="#br1" timeOffset="97816.53">22379 14583 474 0,'0'0'3'0,"0"-12"2"15,5 2 0-15,-1-3 0 16,1 1 3-16,2-3-1 0,4 3-3 16,-1 2-4-16,-1 10 0 15,7 5 0-15,-2 18 0 16,6 14 0-16,1 13 0 0,0 11 0 15,7 13 0 1,-1 13 0-16,-4 7 0 0,-5 5 0 16,-14-2 0-16,-6 0 0 15,-18-4 0-15,-15-3 0 16,-13-9 0-16,-19-9 0 16,1 0 0-16,-12-12-85 0,-3-14-5 15</inkml:trace>
  <inkml:trace contextRef="#ctx0" brushRef="#br1" timeOffset="98800.14">17473 15283 427 0,'0'0'6'0,"0"0"3"0,0-14 2 15,0 14 1-15,-5-10 0 16,5 10 0-16,-15 0 0 15,3 3-2-15,-3 18-10 16,-2 5 0-16,-3 6 0 16,0 8 0-16,0 5 0 0,3-1 0 15,4 1 0-15,8-6 0 16,5-2 0-16,5-10 0 16,8-4 0-16,7-8 0 15,4-8 0-15,6-7 0 16,2-5 0-16,3-10 0 0,1-7 0 15,1-6 0-15,-7-6 0 16,-5-2 0-16,-4-12 0 16,-10 2 0-16,-6-2 0 0,-8-1 0 15,-10 1 0-15,-11 5 0 16,-3 4 0-16,-8 9 0 16,0 5 0-16,0 14 0 15,3 6 0-15,2 5 0 0,11 10 0 16,3 10 0-16,9 4 0 15,7 6 0-15,7 3 0 16,11 2 0-16,9-4 0 16,8-2 0-16,7-4 0 15,6-5 0-15,6-2 0 0,0-8-78 16,6-5-9-16</inkml:trace>
  <inkml:trace contextRef="#ctx0" brushRef="#br1" timeOffset="98986.22">17993 15368 487 0,'0'0'4'15,"0"0"0"-15,-11 0 1 0,11 0 1 16,0 0-1-16,0 0-5 16,0 0 0-16,6-5 0 15,7 1 0-15,4-1 0 16,5 3 0-16,-5-4-81 0,11 3-5 15</inkml:trace>
  <inkml:trace contextRef="#ctx0" brushRef="#br1" timeOffset="99100.18">18254 15502 500 0,'-31'0'2'0,"0"3"0"16,1 0 0-16,-2-1 1 0,7 0-1 15,7-2-2-15,18 0 0 16,0 0 0-16,62-12-77 15,11-8-7-15</inkml:trace>
  <inkml:trace contextRef="#ctx0" brushRef="#br1" timeOffset="103149.93">18949 15954 414 0,'0'0'5'0,"0"0"3"0,6-11 3 15,-6 11-1-15,12-10 3 16,-12 10 0-16,12-10 2 15,-12 10 0-15,18 0-8 16,-13 15-7-16,-3 5 0 0,-2 5 0 16,0 12 0-16,-5 5 0 15,-4 5 0-15,-2 3 0 16,1 2 0-16,3-1 0 16,-2-3 0-16,3-3 0 0,3-8 0 15,3-5 0-15,5-5 0 16,8-5 0-16,2-7 0 15,0-5 0-15,10-4 0 16,-1-6 0-16,6-3 0 0,-3-7-48 16,1-2-40-16,-6-8-2 15</inkml:trace>
  <inkml:trace contextRef="#ctx0" brushRef="#br1" timeOffset="103300.94">18845 16262 451 0,'0'0'4'0,"0"0"0"0,0 0 0 16,0 0 0-16,0 0 0 16,0 0 0-16,5-4-1 15,10 0-4-15,9 4-11 0,4-6-17 16,-4 4-51-16,16 2-2 16</inkml:trace>
  <inkml:trace contextRef="#ctx0" brushRef="#br1" timeOffset="103833.66">19360 16211 438 0,'0'0'4'0,"0"0"3"16,0 0 2-16,-11 0 0 15,4 0 2-15,-7 0 0 0,-3 2 0 16,1 6 0-16,-4-3-11 16,2 5 0-16,1 0 0 15,2 2 0-15,5 1 0 0,6-1 0 16,1 0 0-1,3-2 0-15,0-10 0 0,17 13 0 16,-2-11 0-16,2 1 0 16,3-3 0-16,-2-3 0 15,2-2 0-15,0-5 0 16,-2 3 0-16,-9-4 0 0,3-3 0 16,-5 3 0-16,2 3 0 15,-9 8 0-15,3-13 0 16,-3 13 0-16,0 0 0 0,0 0 0 15,0 5 0-15,-1 4 0 16,1 4 0-16,0-1 0 16,0 3 0-16,1-2 0 15,5-3 0-15,-6-10 0 16,12 13 0-16,-1-10 0 0,-1-3 0 16,-1 0 0-16,2-4 0 15,-4-3 0-15,4-4 0 16,1-1 0-16,-3-1 0 15,1 1 0-15,-2 2 0 0,-1 0 0 16,-7 10 0-16,10-7 0 16,-10 7 0-16,13 6 0 15,-11 1 0-15,3 5 0 16,1 2 0-16,3-1 0 0,1 2 0 16,2 1 0-16,-5-5 0 15,6 2-16-15,-3 4-66 16,7-15-4-16</inkml:trace>
  <inkml:trace contextRef="#ctx0" brushRef="#br1" timeOffset="104049.55">19673 16152 465 0,'0'0'3'0,"0"0"1"0,0 0 1 16,0 0 1-16,0 0 0 15,0 0 1-15,5-9-1 16,-5 9 1-16,17-4-5 0,-5-1-2 16,4 2 0-16,3 3-10 15,-4-4-17-15,-15 4-55 16,32-5-4-16</inkml:trace>
  <inkml:trace contextRef="#ctx0" brushRef="#br1" timeOffset="104233.58">19946 16056 439 0,'0'0'6'0,"0"0"1"16,0 0 3-16,0 0 0 16,0 0 1-16,-2-1-1 0,2 1 2 15,-3 4-6-15,3 10-6 16,0 0 0-16,0 5 0 16,0 4 0-16,0 4 0 15,0-2 0-15,5 5-11 0,-5-4-40 16,10-5-36-16,-1-4 0 15</inkml:trace>
  <inkml:trace contextRef="#ctx0" brushRef="#br1" timeOffset="104683.73">20528 15839 448 0,'0'0'4'0,"0"0"2"16,0 0 2-16,0 0 0 0,0 0 0 15,-6-5 1-15,-4 8 1 16,-2 9 0-16,-7 11-10 16,-2 9 0-16,-3 7 0 15,-4 8 0-15,3 11 0 16,0 6 0-16,3 1 0 0,10-1 0 16,4-5 0-16,8 0 0 15,8-4 0-15,12-6 0 16,7-4 0-16,10-5 0 0,8-8 0 15,2-3 0-15,5-7 0 16,0 1 0-16,-2-10 0 16,-5-1 0-16,-11-7 0 15,-2-2 0-15,-11-3 0 0,-1 0-52 16,-20 0-36-16,10-8 0 16</inkml:trace>
  <inkml:trace contextRef="#ctx0" brushRef="#br1" timeOffset="105299.88">20868 16142 455 0,'0'0'6'0,"0"0"2"15,0-11 2-15,0 11 3 16,0 0 0-16,2-9-7 0,-2 9-6 16,0 0 0-16,0 0 0 15,5 7 0-15,-2 6 0 16,-1 4 0-16,0 5 0 15,1 1 0-15,-1 3 0 16,4-1 0-16,-3-3 0 0,-3 1 0 16,2-5 0-16,-2-5 0 15,2 1 0-15,-2-14 0 16,0 0-68-16,15 0-23 16</inkml:trace>
  <inkml:trace contextRef="#ctx0" brushRef="#br1" timeOffset="105600.32">21091 15827 474 0,'0'0'3'0,"0"0"2"16,0 0 1-16,0 0 1 0,0 0 2 15,18 0-2-15,-6 4-7 16,9 7 0-16,0 3 0 15,4 11 0-15,7 5 0 16,1 7 0-16,-3 8 0 16,-1 7 0-16,-6 5 0 15,-6 4 0-15,-11 6 0 0,-6 1 0 16,-9-4 0-16,-10 3 0 16,-13-3 0-16,-6-7 0 15,-4-1 0-15,-8-10 0 0,-24-11-51 16,30-1-41-16</inkml:trace>
  <inkml:trace contextRef="#ctx0" brushRef="#br1" timeOffset="107066.28">17705 16877 459 0,'0'0'1'0,"0"0"2"0,0 0 1 0,0 0 1 16,-5 0 0-16,5 0 0 15,-13 15 1-15,3 2 0 16,1 8 1-16,-2 5-2 15,-1 10 0-15,0 4-5 0,1 3 0 16,9-22 0-16,0 0 0 16,2 3 0-16,0-4 0 15,2-4 0-15,5 2 0 16,4-2 0-16,-2-6 0 16,8-1 0-16,-1-6 0 0,23-4 0 15,6-3 0-15,-3-13 0 16,6-11 0-16,-9-16 0 15,-6-5 0-15,-8-2 0 16,-20 3 0-16,-5 2 0 0,-3-3 0 16,-6 8 0-16,-9 2 0 15,1 9 0-15,-6 2 0 16,1 12 0-16,-3 8 0 16,-3 4 0-16,4 4 0 15,-1 11 0-15,0 2 0 0,0 4 0 16,8 6 0-16,2-1 0 15,5 4 0-15,10-2 0 16,0 0 0-16,7-7 0 0,11-1 0 16,1-3 0-16,9-4 0 15,1-7 0-15,4-2 0 16,2-2 0-16,-3-2 0 16,1-14-63-16,2 6-24 15</inkml:trace>
  <inkml:trace contextRef="#ctx0" brushRef="#br1" timeOffset="107633.72">18247 17095 391 0,'0'0'8'0,"0"0"3"0,0 0 3 16,0 0 1-16,0 0 0 15,0 0 1-15,0 0 0 16,14 0 1-16,-2-3-9 0,8 1-8 15,-2-1 0-15,10 2-10 16,-4 1-47-16,3-3-27 16,-4-5-2-16</inkml:trace>
  <inkml:trace contextRef="#ctx0" brushRef="#br1" timeOffset="107816.14">18284 17181 465 0,'0'0'2'0,"0"0"2"0,0 0 1 16,0 0 2-16,0 0 0 16,0 0 0-16,0 0 0 15,7 8 0-15,9-8-7 16,5-2-3-16,11-4-27 16,6 2-52-16,7-6-4 0</inkml:trace>
  <inkml:trace contextRef="#ctx0" brushRef="#br1" timeOffset="108250.2">19079 16998 484 0,'0'0'3'15,"0"0"1"-15,0 0 2 16,0 0 1-16,0 0 0 0,0 0-7 16,0 0 0-16,-2 15 0 15,-9-2 0-15,-1 4 0 16,-6 1 0-16,-1 4 0 16,-5 3 0-16,0-3 0 15,-4 3 0-15,4-6 0 0,0 1 0 16,1-5 0-16,3-2 0 15,6-6 0-15,3-2 0 16,11-5 0-16,-10 2 0 0,10-2 0 16,10-5 0-16,10-2 0 15,3 0 0-15,7-4 0 16,4 2 0-16,8-4 0 16,1 2 0-16,1 3 0 15,-2-2 0-15,-4 4 0 0,-8 2 0 16,-2 1 0-1,-9 1 0-15,-4-1-35 0,-3 3-51 16,-12 0-4-16</inkml:trace>
  <inkml:trace contextRef="#ctx0" brushRef="#br1" timeOffset="108466.48">19109 16998 417 0,'0'0'6'16,"0"0"3"-16,0 0 3 0,0 0 0 15,0 0 2-15,0 0 0 16,0 8 1-16,0 4-3 16,2 6-12-16,3 4 0 15,0 6 0-15,2 4 0 16,-2-15 0-16,1 3 0 0,-1-1 0 16,-1 4 0-16,0-3 0 15,0-1 0-15,3 4-27 16,1-6-59-16,-1 0-1 15</inkml:trace>
  <inkml:trace contextRef="#ctx0" brushRef="#br1" timeOffset="108833.62">19459 17016 458 0,'0'0'6'0,"0"0"1"15,7-12 1-15,-7 12 2 16,4-11 0-16,-4 11 2 15,3-12-12-15,-3 12 0 16,0 0 0-16,-12-2 0 16,3 4 0-16,-4 9 0 0,-2 1 0 15,0 2 0-15,3 4 0 16,-4 1 0-16,9 1 0 16,2 0 0-16,3 0 0 0,2 0 0 15,7 0 0-15,9-2 0 16,0 1 0-16,7-5 0 15,-11-3 0-15,1-4 0 16,2 3 0-16,0-2 0 0,-3-1 0 16,1-2 0-16,-3 2 0 15,2 0 0-15,-12-7 0 16,10 11 0-16,-10-11 0 16,0 12 0-16,-5-7-55 15,5-5-33-15,-25-8-1 0</inkml:trace>
  <inkml:trace contextRef="#ctx0" brushRef="#br1" timeOffset="108983.79">19415 16873 491 0,'0'0'2'0,"0"0"1"16,14-5 0-16,-2 2 1 16,6 0 1-16,7 3-2 15,2 0-3-15,11 0 0 16,3 6-3-16,-1-1-79 0,5-1-3 15</inkml:trace>
  <inkml:trace contextRef="#ctx0" brushRef="#br1" timeOffset="109633.67">19636 16917 450 0,'0'0'4'0,"-11"-11"2"0,1 3 1 16,-4-6 1-16,-4-2 1 15,-2-4 1-15,-10-5 0 16,-7-5-3-16,-7-5-7 0,-9 3 0 16,-6-5 0-16,-16 2 0 15,-12-2 0-15,-20 5 0 16,-11-1 0-16,-17 10 0 0,-17 5 0 15,-9 5 0-15,-11 11 0 16,-6 4 0 0,-4 16 0-16,1 12 0 0,1 9 0 15,12 13 0-15,6 10 0 16,13 12 0-16,17 11 0 16,18 4 0-16,67-43 0 0,5 9 0 15,15-1 0-15,7 0 0 16,17 4 0-16,8 1 0 15,25-3 0-15,12 5 0 0,26-9 0 16,11 3 0-16,23-6 0 16,14-2 0-16,26-5 0 15,10 0 0-15,19-5 0 16,10-2 0-16,16-10 0 16,4-3 0-16,3-9 0 0,-1-9 0 15,-4-4 0-15,-10-7 0 16,-7-13 0-16,-16-4 0 15,-15-11 0-15,-78 7 0 16,153-67 0-16,-70-10 0 16,-69-9 0-16,-64-4 0 15,-41-1 0-15,-44 4 0 16,-25 9 0-16,-19 29 0 0,-19 10 0 16,-18 5 0-16,-12 5 0 15,-22 5 0-15,-19 13 0 0,-8 14 0 16,-12 10 0-16,-7 15 0 15,-3 15 0-15,-6 12 0 16,9 15-37-16,2 22-53 16</inkml:trace>
  <inkml:trace contextRef="#ctx0" brushRef="#br2" timeOffset="118532.37">9781 7575 163 0,'0'0'7'0,"0"0"3"0,0 0 5 16,0 0 3-16,0 0 1 16,0 0 0-16,0 0-1 15,0 0 2-15,0 0-5 0,0 0-4 16,0 0-1-16,0 0-2 15,0 0 1-15,0 0 1 16,0 0 1-16,0 0 2 16,0 0 1-16,0 0-2 0,0 0-1 15,0 0-2-15,0 0 0 16,3-12-2-16,-3 12-1 16,7-21-1-16,-5 11 0 15,-2-1-1-15,3-4 0 0,-1 2 0 16,-2-4 0-16,0 2 0 15,2-2 0-15,-2 0-1 16,0-1 0-16,0 1 0 0,0-1 0 16,0-2 0-16,0 4-1 15,0-5-1-15,-2 1 1 16,2 1-2-16,-5-1 1 16,5-2 0-16,-2-1-1 15,-1 3 1-15,1-1-1 0,2-2 1 16,0 3-1-1,0 1 1-15,-2-5 0 0,2 5 0 16,-3-1-1-16,3 1 1 16,0 1 0-16,-2-1-1 15,-2-1 0-15,2 2 1 0,2 1-1 16,-5-1 0-16,3 2 1 16,-1-2-1-16,-1-2 2 15,1 3-2-15,1-1 0 0,-3-1 0 16,5-1 0-16,-2 0 0 15,-1 0 0-15,3 1 0 16,-3-3 0-16,0-1 0 16,1 1 0-16,0-3 0 0,-1 5 0 15,1-5 0-15,-4 0 0 16,5 3 0-16,-4-6 0 16,-1 4 0-16,1-4 0 15,0 2 0-15,-2-2 0 0,5 1 0 16,-3-3 0-16,-1 3 0 15,-1 0 0-15,2 0 0 16,-2-1 0-16,0 1 0 16,-2-1 0-16,2 3 0 0,0-1 0 15,0 1 0-15,-1 0 0 16,-2-2 0-16,0 2 0 16,3 0 0-16,-3 1 0 15,0-1 0-15,3 0 0 0,-4 2 0 16,4-2 0-16,-3 1 0 15,2 2 0-15,-2-2 0 16,3-1 0-16,-2 2 0 16,0 2 0-16,2-4 0 0,-5 2 0 15,4 0 0-15,-4 4 0 16,5-2 0-16,-3 0 0 16,-1 1 0-16,2 3 0 15,-4-3 0-15,3 3 0 0,-2 1 0 16,-1 2 0-16,4-1 0 15,-6-3 0-15,2 6 0 16,-1-7 0-16,1 1 0 16,-2 3 0-16,-3 0 0 15,4-2 0-15,-1-1 0 0,0 4 0 16,2-4 0-16,-4 6 0 16,2-3 0-16,0 0 0 15,2 0 0-15,-1 3 0 0,-1-3 0 16,0 0 0-16,0 0 0 15,-2 0 0-15,-1 3 0 16,4-3 0-16,-4 0 0 0,1 1 0 16,2-1 0-16,-2 2 0 15,-1 1 0-15,1-6 0 16,-1 7 0-16,0-2 0 16,-1 1 0-16,1-1 0 15,-1 1 0-15,1 0 0 0,-2-1 0 16,3 2 0-16,-3 4 0 15,0-5 0-15,3 2 0 16,-3 0 0-16,1 0 0 16,-4 3 0-16,5-3 0 15,-8 0 0-15,8-1 0 0,-5 3 0 16,4 0 0-16,-4-2 0 16,3 3 0-16,-5-1 0 15,6 1 0-15,-1-3 0 0,-6 2 0 16,5 3 0-16,-5-1 0 15,2-2 0-15,-6 2 0 16,5-1 0-16,-5 3 0 16,5-4 0-16,-7 0 0 0,2 1 0 15,0-1 0-15,0 1 0 16,0-3 0-16,0 6 0 16,1-5 0-16,-4 4 0 0,4 1 0 15,0 1 0-15,-5 1 0 16,5 0 0-16,-2-1 0 15,3 3 0-15,-4-3 0 16,2 3 0-16,-3-3 0 16,0 3 0-16,1-1 0 0,0 1 0 15,2 0 0-15,-2 0 0 16,2 0 0-16,-2 0 0 16,-3 1 0-16,0 2 0 15,1 0 0-15,-1 2 0 0,0-3 0 16,1 3 0-16,-4-3 0 15,3 3 0-15,3 0 0 16,2 1 0-16,-2 1 0 16,2-5 0-16,0 3 0 0,-2 0 0 15,4 1 0-15,-2-2 0 16,-4 4 0-16,6-1 0 16,-4 0 0-16,0 0 0 0,2 2 0 15,-2 0 0-15,2-2 0 16,2 2 0-16,-2 0 0 15,3-2 0-15,1 4 0 16,1-4 0-16,2 0 0 16,0 1 0-16,2-1 0 0,-2 0 0 15,3 1 0-15,1 2 0 16,-2 0 0-16,1-3 0 16,1 3 0-16,-1-2 0 15,-3 2 0-15,4-1 0 0,-1-1 0 16,-3-1 0-16,-2 3 0 15,3 1 0-15,-3-2 0 16,3 3 0-16,-6 1 0 16,1-3 0-16,-1 0 0 0,2 2 0 15,1 1 0-15,-3 1 0 16,3-4 0-16,0 5 0 16,-2-2 0-16,3-1 0 15,1 2 0-15,-4-1 0 16,2 2 0-16,0-3 0 0,-3 3 0 15,2 0 0-15,-4 2 0 16,0-2-2-16,0 2 2 16,0 3-1-16,-4 0 0 0,1 1 1 15,0-2 1-15,-3 1-1 16,8-3 1-16,-2 0-1 16,3 4 2-16,0-4-2 15,2-3 0-15,2 4 0 0,1-1 0 16,0 3 0-16,2-3 0 15,-1 0 0-15,0 3 0 16,1-2 0-16,-1-1 0 16,0 5 0-16,0-5 0 0,4 4 0 15,-5-4 0-15,4 3 0 16,-2 0 0-16,1-1 0 16,-2 1 0-16,5 0 0 15,-7-1 0-15,3 4 0 0,3-3 0 16,-3 5 0-16,-1-6 0 15,2 5 0-15,-3-1 0 16,1 0 0-16,2 0 0 16,-1-2 0-16,0 2 0 15,0-1 0-15,3 0 0 0,2-2 0 16,-5 3 0-16,6 2 0 16,-4-3 0-16,1 2 0 15,-1 3 0-15,-2-2 0 0,3 4 0 16,-6-1 0-16,6 0 0 15,0-1 0-15,1 0 0 16,-1 0 0-16,4 0 0 16,-1 1 0-16,0-3 0 0,3 1 0 15,-3 2 0-15,1-3 0 16,0 4 0-16,0-4 0 16,-1 5 0-16,2-3 0 0,-1 1 0 15,1 1 0-15,1-1 0 16,-1 1 0-16,0-1 0 15,3 1 0-15,1-1 0 16,0 2 0-16,1-1 0 16,1 1 0-16,1-2 0 0,-2-2 0 15,2 2 0-15,3 1 0 16,-1-2 0-16,-1 1 0 16,0 2 0-16,4-1 0 15,-2 1 0-15,0 1 0 0,2 2 0 16,-3-1 0-16,-2 0 0 15,3 3 0-15,0 0 0 16,-1-3 0-16,1-2 0 16,2 2 0-16,-3-3 0 0,3 2 0 15,0-1 0-15,0-4 0 16,3-1 0-16,2 5 0 16,-1-5 0-16,1 2 0 0,0-2 0 15,1-1 0-15,1 1 0 16,5 0 0-16,-5 0 0 15,4-3 0-15,-1 3 0 16,2-3 0-16,-2 3 0 16,0-3 0-16,5 3 0 15,-5 2 0-15,2-4 0 0,-2 6 0 16,2-4 0-16,0 0 0 16,1 5 0-16,-3-4 0 15,6-1 0-15,-7 0 0 0,3 0 0 16,4 0 0-16,-7-2 0 15,4 2 0-15,-1 0 0 16,0-4 0-16,4 4 0 0,-4-1 0 16,3 0 0-16,0-3 0 15,0 4 0-15,-3-2 0 16,3-2 0-16,0 2 0 16,-2-1 0-16,-1 0 0 0,2 2 0 15,-3-3 0-15,1 2 0 16,3-1 0-16,-3 0 0 15,0 3 0-15,6-5 0 16,-3 2 0-16,3 0 0 0,-3-2 0 16,-1 2 0-16,1-4 0 15,0 3 0-15,0-3 0 16,0 0 0-16,-3-4 0 16,1 4 0-16,2-3 0 15,-5-1 0-15,2-1 0 16,-2-4 0-16,3 4 0 0,-6-3 0 15,5 3 0-15,-1-4 0 16,-4-1 0-16,0 0 0 0,-7-8 0 16,13 14 0-16,-13-14 0 15,7 10 0-15,-7-10 0 16,0 0 0-16,0 0 0 16,0 0 0-16,0 0 0 0,0 0 0 15,0 0 0-15,0 0 0 16,0 0 0-16,5 10 0 15,-5-10 0-15,0 0 0 16,0 0 0-16,3 10 0 16,-3-10 0-16,0 0-6 0,0 0-51 15,0 0-30-15,0 0-1 16</inkml:trace>
  <inkml:trace contextRef="#ctx0" brushRef="#br2" timeOffset="119499.88">4765 8920 337 0,'0'0'7'0,"0"0"3"0,0 0 2 0,-10 0 3 16,10 0 2-16,0 0 1 15,-8-2 1-15,8 2 0 16,0 0-5-16,0 0-4 16,0 0-2-16,-10 0-1 15,10 0-3-15,0 0 0 0,0 0-2 16,0 7 0-16,0-7-1 15,5 18 1-15,2-11-1 16,4 6 1-16,1-1-2 16,6 3 0-16,-2-4 0 15,12 2 0-15,-1-1 0 0,3 4 0 16,2-7 0-16,1 3 0 16,-4 1 0-16,4-5 0 15,-4 2 0-15,-3 0 0 0,-1-1 0 16,-6-1 0-16,-1 2 0 15,-4-3 0-15,-1 1 0 16,-3-3 0-16,-10-5 0 16,15 10 0-16,-15-10 0 0,7 5 0 15,-7-5 0-15,0 0 0 16,0 0 0-16,0 0 0 16,0 0 0-16,0 0 0 0,0 0 0 15,0 0 0-15,0 0 0 16,0 0 0-16,0 0 0 15,0 0 0-15,0 0 0 16,0 0 0-16,0 0 0 16,0 0 0-16,0 0 0 0,0 0 0 15,0 0 0-15,-4-3 0 16,4 3 0-16,-10-17 0 16,7 4 0-16,-2-2 0 15,0-7 0-15,0-3 0 0,-3-4 0 16,3-6 0-16,3 0 0 15,-8-2 0-15,2 1 0 16,7 3 0-16,-5 3 0 16,6 6 0-16,-3 4 0 0,3 7 0 15,0 13 0-15,0-12 0 16,0 12 0-16,0 0 0 16,0 0 0-16,0 0 0 0,0 5 0 15,0-5 0-15,3 12 0 16,-3-12 0-16,6 15 0 15,-6-15-6-15,-6 5-84 16,13-8-3-16</inkml:trace>
  <inkml:trace contextRef="#ctx0" brushRef="#br2" timeOffset="125816.59">7324 4396 366 0,'0'0'8'16,"0"0"3"-16,0 0 1 16,-3-10 3-16,3 10 0 0,-2-16 2 15,2 6 1-15,0-2 1 16,5-1-6-16,2-2-4 15,2-2-1-15,7 2-8 16,2 0 0-16,3 2 0 16,2 4 0-16,2 1 0 0,0 3 0 15,-1 5 0-15,-1 0 0 16,-5 10 0-16,-5 8 0 16,-5 1 0-16,-2 3 0 15,-6 6 0-15,-6-2 0 0,-3 5 0 16,-6-2 0-16,0-2 0 15,-2 1 0-15,-1-6 0 16,3 1 0-16,3-9 0 0,4-1 0 16,8-13 0-16,-2 11 0 15,2-11 0-15,17-6 0 16,1-6 0-16,7-3 0 16,0 0 0-16,5-5 0 0,2 2 0 15,-2-1 0-15,-4 1 0 16,-3 3 0-16,-1 5 0 15,-8 3 0-15,0-1 0 16,-7 6 0-16,-7 2 0 16,0 0 0-16,0 0 0 0,3 5 0 15,-3-5 0-15,-8 12 0 16,8-12-11-16,-13 10-24 16,4-7-50-16,9-3-2 15</inkml:trace>
  <inkml:trace contextRef="#ctx0" brushRef="#br2" timeOffset="126316.71">7744 4159 420 0,'0'0'6'0,"0"0"3"0,-3-10 1 0,3 10 1 16,-3-12 1-16,3 2 0 0,0 0 1 15,3-3 0-15,5 1-8 16,0 2-5-16,5 6 0 16,3-1 0-16,2 5 0 15,-2 2 0-15,2 11 0 0,-3 3 0 16,-6 1 0-16,2 8 0 15,-9 0 0-15,-2 2 0 16,0 1 0-16,-7-1 0 16,-1-2 0-16,-2-5 0 15,1-1 0-15,-2-1 0 0,6-5 0 16,0-7 0-16,5-6 0 16,0 0 0-16,8 0 0 15,5-4 0-15,-1-10 0 16,6 3 0-16,1-4 0 0,1-3 0 15,3 6 0-15,-4-2 0 16,1 1 0-16,-2 3 0 16,-6 3 0-16,0 2 0 0,-2 2 0 15,-10 3 0-15,8 0 0 16,-8 0 0-16,0 0-21 16,0 0-52-16,0 0-13 15</inkml:trace>
  <inkml:trace contextRef="#ctx0" brushRef="#br2" timeOffset="126716.83">8096 3968 440 0,'0'0'5'0,"0"0"1"0,0 0 1 0,0 0 1 15,-9-9 1-15,9 9 0 16,-13 0 0-16,5 0 1 16,-4 7-5-16,2 3-2 15,0 5-3-15,3 0 0 16,2 5 0-16,3-4 0 0,2 5 0 16,7-5 0-16,3 0 0 15,5-2 0-15,2-3 0 16,1-2 0-16,1-1 0 0,6-3 0 15,-5 2 0-15,-3-4 0 16,3 2 0-16,-2-3 0 16,-8 3 0-16,-1 0 0 15,-9-5 0-15,10 13 0 16,-10-13 0-16,-7 14 0 0,-3-3 0 16,-2-2 0-16,-8 1 0 15,4 2-4-15,-5-4-40 16,3-3-41-16,-1-3-3 0</inkml:trace>
  <inkml:trace contextRef="#ctx0" brushRef="#br2" timeOffset="126883.72">8069 3998 428 0,'0'0'7'0,"0"0"1"15,5-13 3-15,-5 13 0 16,18-17 0-16,-4 2 1 15,13-4-1-15,3-3-4 16,16-1-43-16,3-4-43 0,8-3-6 16</inkml:trace>
  <inkml:trace contextRef="#ctx0" brushRef="#br3" timeOffset="145366.17">10407 9707 81 0,'0'0'3'0,"0"0"3"0,-2-8 5 15,2 8 4-15,0 0 4 16,0 0 4-16,-3-13 7 15,3 13 6-15,0 0 2 0,0 0-1 16,0 0-1-16,-9-12-2 16,9 12 0-16,-11-6-4 15,11 6-4-15,-12-7-5 16,2 4-5-16,-3 1-1 0,0 2-15 16,4 0 0-16,-6 2 0 15,6 3 0-15,-2 6 0 16,-1-2 0-16,5 4 0 15,1 2 0-15,6-2 0 0,0-5 0 16,6 0 0-16,3-1 0 16,8-1 0-16,4-6 0 15,1-3 0-15,3-7 0 16,-1 1 0-16,1-7 0 0,-2 0 0 16,-5-2 0-16,-6-2 0 15,-5 0 0-15,-7 0 0 16,0 6 0-16,-5 1 0 0,-4 3 0 15,-10 5 0-15,3 5 0 16,-4 0 0-16,-1 8 0 16,5 4 0-16,0-2 0 15,4 5 0-15,3-2 0 16,5-4 0-16,4 1 0 0,0-10 0 16,20 12 0-16,-2-12 0 15,-1 0 0-15,3-2 0 16,0-6 0-16,2-1 0 15,-4-3 0-15,-6-1 0 0,1 1 0 16,-7-1 0-16,-2 3 0 16,-4 0 0-16,-8 5 0 15,-5 3 0-15,1 2 0 16,-3 0 0-16,-4 4 0 0,1 4 0 16,1 2 0-16,-1 0 0 15,9 3 0-15,-4-6 0 16,5 2 0-16,8-9-18 0,0 0-55 15,8 0-15-15</inkml:trace>
  <inkml:trace contextRef="#ctx0" brushRef="#br3" timeOffset="145799.71">10493 9379 346 0,'0'0'10'0,"0"-13"6"0,0 13 3 16,-4-17 1-16,-4 5 1 15,-4-1 0-15,0 3 2 16,-10 0 0-16,-6 7-11 15,3 6-12-15,-5 7 0 0,-2 10 0 16,-3 8 0-16,1 9 0 16,1 7 0-16,6 3 0 15,2 7 0-15,8-1 0 16,4 1 0-16,11-4 0 16,2-4 0-16,13-6 0 0,6-5 0 15,6-6 0-15,7-8 0 16,5-5 0-16,0-5 0 15,4-11 0-15,3 0 0 16,4-7 0-16,-2-11 0 0,2-5 0 16,-4-2 0-16,-7-7 0 15,6-2 0-15,-15-5 0 16,-1-8 0-16,-15-1 0 0,-7-2 0 16,-5-4 0-16,-12 2 0 15,-11 6 0-15,-11 1 0 16,-6 8 0-16,-7 14 0 15,-6 5 0-15,-3 11 0 0,-4 10 0 16,-1 9 0-16,9 5 0 16,9 8 0-16,4 3 0 15,12-4 0-15,17 11 0 16,10-5-89-16,5-3-2 16</inkml:trace>
  <inkml:trace contextRef="#ctx0" brushRef="#br3" timeOffset="146701.1">11227 9297 370 0,'0'0'7'0,"0"0"5"0,0 0 1 15,-2-10 2-15,2 10 2 0,-8-11 1 16,8 11 2-16,-10-11 0 16,10 11-6-16,-9-10-9 15,9 10-5-15,-13-4 0 16,13 4 0-16,-15 0 0 0,4 6 0 16,2-1 0-16,-1 2 0 15,0 6 0-15,-2-1 0 16,0 1 0-16,1 2 0 15,-1 1 0-15,-2 9 0 0,-3 3 0 16,0 7 0-16,-2 2 0 16,-4 7 0-16,0 6 0 15,2 2 0-15,6 2 0 16,0 1 0-16,9-5 0 16,6-3 0-16,9-3 0 0,10-4 0 15,6-3 0-15,7-8 0 16,9-4 0-16,5 0 0 15,-1-10 0-15,0-2 0 0,-3-6 0 16,-8 0 0-16,0-5 0 16,-8 1 0-16,-8-3 0 15,-8 0 0-15,-10 0 0 16,0 0 0-16,10 3 0 0,-10-3 0 16,0 0 0-16,-8 0-16 15,-4 0-74-15,12 0-1 16</inkml:trace>
  <inkml:trace contextRef="#ctx0" brushRef="#br3" timeOffset="149866.62">11274 9576 356 0,'0'0'9'0,"0"0"3"15,0 0 4-15,0 0 2 16,-5-12 0-16,5 12 2 15,-2-17 1-15,2 7 0 16,0-2-8-16,7-1-6 16,0 1-7-16,6 2 0 0,4 0 0 15,3 4 0-15,1 0 0 16,-3 6 0-16,3 0 0 16,2 0 0-16,-6 6 0 15,0 0 0-15,-5 7 0 0,-3 1 0 16,-5 1 0-16,-4 0 0 15,0-1 0-15,-2 2 0 16,-9 1 0-16,-1-4 0 16,-1-1 0-16,0 0 0 0,5-2 0 15,-1-3 0-15,9-7 0 16,-7 16 0-16,7-16 0 16,5 12 0-16,8-7 0 0,2 2 0 15,0-2 0-15,4 0 0 16,-3 0 0-16,4 3 0 15,-6-2 0-15,-2 2 0 16,-3 1 0-16,-9-9 0 16,9 13 0-16,-9-3 0 15,0-10 0-15,-18 18 0 0,6-8 0 16,-10-3 0-16,0-2 0 16,-5 1 0-16,2-5 0 15,-3 2 0-15,5-3 0 0,2 0 0 16,1-3-4-16,10-4-22 15,10 7-55-15,-2-9-5 16</inkml:trace>
  <inkml:trace contextRef="#ctx0" brushRef="#br3" timeOffset="150233.82">11699 9574 443 0,'0'0'5'0,"0"0"1"0,-7-2 1 15,7 2 1-15,-18 2 0 16,6 6 1-16,-1 2-1 16,1 2 0-16,0 5-4 0,1 0-1 15,7 3-1-15,4-2-2 16,0-1 0-16,13 1 0 16,1-8 0-16,4-3 0 15,4-3 0-15,5-4 0 0,0 0 0 16,3-8 0-16,-2-3 0 15,-3-3 0-15,-4-7 0 16,-5 1 0-16,-7 0 0 16,-6-5 0-16,-8 4 0 15,-9-2 0-15,-9 5 0 0,-2 4 0 16,-3 3 0-16,-4 7 0 16,5 4 0-16,-1 3 0 15,9 7 0-15,1-1 0 16,11 4-3-16,-3-1-21 0,10-12-59 15,12 20-3-15</inkml:trace>
  <inkml:trace contextRef="#ctx0" brushRef="#br3" timeOffset="150582.32">12035 9525 468 0,'0'0'4'0,"0"0"2"16,-12-10 0-16,12 10 2 0,-18-3-1 15,6 3 0-15,-4 0-2 16,4 6-5-16,-1 6 0 16,1 2 0-16,5 6 0 15,1 0 0-15,6 3 0 0,0-1 0 16,9-2 0-16,7-3 0 16,2-5 0-16,5-2 0 15,1-8 0-15,3-2 0 16,-2-2 0-16,0-8 0 15,-2-2 0-15,-6-5 0 0,-4-3 0 16,-6-2 0-16,-4-1 0 16,-3 1 0-16,-10 0 0 15,-8 0 0-15,-2 7 0 16,-2 2 0-16,-3 8 0 0,3 2 0 16,-1 6 0-16,1 7 0 15,8 0-56-15,8 10-30 16,1-2-2-16</inkml:trace>
  <inkml:trace contextRef="#ctx0" brushRef="#br3" timeOffset="150799.89">12437 9724 511 0,'0'0'0'0,"0"0"0"15,0 0 0-15,-7 7 0 0,2 2 0 16,-5 8 0-16,-5 6 0 16,-3 4 0-16,4 13 0 15,-11 1 0-15,2 7 0 16,-4 6-46-16,2-7-42 16,3-2-1-16</inkml:trace>
  <inkml:trace contextRef="#ctx0" brushRef="#br3" timeOffset="151483.57">12596 9592 440 0,'0'0'7'0,"0"0"1"0,0 0 3 16,0 0 0-16,0 0 1 16,0 0 1-16,2-8-4 0,-2 8-9 15,18-5 0-15,-6 0 0 16,9 3 0-16,-2-3 0 15,8 0 0-15,1 0 0 0,4-1 0 16,0 2 0-16,-4 1 0 16,-6 2 0-16,0-2 0 15,-7 3 0-15,-5 0 0 16,-10 0 0-16,8 0 0 0,-8 0 0 16,0 0 0-16,0 0 0 15,-8 4 0-15,8-4 0 16,0 0-15-16,-3 10-70 15,3-10-3-15</inkml:trace>
  <inkml:trace contextRef="#ctx0" brushRef="#br3" timeOffset="152116.53">13065 9478 456 0,'0'0'5'0,"0"0"3"16,-7-15 2-16,7 15 0 15,-9-14 2-15,6 3-2 16,-2-1-10-16,5-1 0 0,0 1 0 16,3 2 0-16,6 2 0 15,3 1 0-15,4 2 0 16,4 0 0-16,-6 5 0 16,4 3 0-16,-1 2 0 0,-1 4 0 15,-5 4 0-15,-6-1 0 16,3 6 0-16,-8-1 0 15,0 0 0-15,-3-2 0 16,-4 3 0-16,-3-4 0 0,3 1 0 16,-1-2 0-16,1-4 0 15,2 1 0-15,5-10 0 16,0 18 0-16,0-18 0 16,10 12 0-16,-3-2 0 0,8-5 0 15,0 3 0-15,0-2 0 16,2 5 0-16,-2-4 0 15,-3 0 0-15,1 1 0 16,-8 2 0-16,-2 0 0 0,-3-2 0 16,-3 4 0-16,-9-2 0 15,-6 0 0-15,-4-1 0 16,-3 0 0-16,-5-5 0 16,0 0 0-16,3-4 0 0,-7 0 0 15,14 0 0-15,-3 0 0 16,9-4 0-16,0-6-2 15,14-1-48-15,5 0-35 16,8-2-1-16</inkml:trace>
  <inkml:trace contextRef="#ctx0" brushRef="#br3" timeOffset="152516.72">13468 9468 448 0,'0'0'6'0,"0"0"1"16,0 0 2-16,-7-8-1 16,7 8 1-16,-15 0 0 15,5 0 0-15,-5 10-3 0,3 2-6 16,-1 3 0-16,4 6 0 16,4 1 0-16,2-2 0 15,3 2 0-15,12-5 0 0,0-3 0 16,11-3 0-16,0-2 0 15,2-5 0-15,-1-4 0 16,1 0 0-16,-1-6 0 16,-3-4 0-16,-4-2 0 0,-4-5 0 15,-6-1 0-15,-5-2 0 16,-2 1 0-16,-9-4 0 16,-2 6 0-16,-6 0 0 0,-3-1 0 15,0 8 0-15,1 3 0 16,-4 7 0-16,3 0 0 15,3 6 0-15,2 1 0 16,7 7-12-16,4 9-71 16,4-11-5-16</inkml:trace>
  <inkml:trace contextRef="#ctx0" brushRef="#br3" timeOffset="152850.23">13769 9432 459 0,'0'0'6'0,"0"0"1"0,0 0 2 16,0 0 0-16,-12 0 0 16,1 6-1-16,1 5-4 15,-2-3-4-15,-3 5 0 0,5 5 0 16,3-1 0-16,5 0 0 16,2 4 0-16,9-4 0 15,3-3 0-15,9-4 0 16,4 0 0-16,2-10 0 0,5 0 0 15,-2-2 0-15,3-8 0 16,-6-3 0-16,-3-2 0 16,-4 1 0-16,-8-7 0 0,-8 7 0 15,-4-3 0-15,-16-1 0 16,-4 5 0-16,-6 6 0 16,-4 3 0-16,-6 1 0 15,1 3 0-15,3 6 0 16,2-2-31-16,-2 3-54 0,15 1-3 15</inkml:trace>
  <inkml:trace contextRef="#ctx0" brushRef="#br3" timeOffset="153117.07">14104 9118 503 0,'0'0'3'16,"0"0"0"-16,0 0-1 15,0 0-2-15,0 0 0 0,0 0 0 16,18 13 0-16,-8 5 0 16,8 14 0-16,-2 2 0 15,5 11 0-15,4 9 0 16,-9 8 0-16,5 2 0 0,-12 8 0 16,-4 0 0-16,-5 0 0 15,-9 0 0-15,-17 0 0 16,-6-8 0-16,-12 3 0 0,-16-8 0 15,-2-2-66-15,-2-3-22 16</inkml:trace>
  <inkml:trace contextRef="#ctx0" brushRef="#br3" timeOffset="155785.68">9115 11925 345 0,'0'0'10'0,"0"0"5"0,2-10 4 16,-2 1 1-16,0 9 2 15,0-17 1-15,0 6 1 16,0 1 1-16,0 10-17 0,0 0-8 15,0 0 0-15,-2 15 0 16,-5 10 0-16,0 7 0 16,-6 11 0-16,1 3 0 15,-4 14 0-15,-1-2 0 0,-1 0 0 16,6 2 0-16,-3-3 0 16,8-8 0-16,2-2 0 15,5-7 0-15,2-5 0 0,8-12 0 16,3 1 0-16,6-10 0 15,4-4 0-15,2-5 0 16,5-5 0-16,-3-3 0 16,2-6 0-16,4 2 0 0,-11-9 0 15,-2-9-73-15,-2 11-17 16</inkml:trace>
  <inkml:trace contextRef="#ctx0" brushRef="#br3" timeOffset="155966.28">8926 12275 456 0,'0'0'4'0,"0"0"2"15,0 0 0-15,0 0 1 16,0-10 0-16,0 10 0 0,15-10 0 16,0 5 1-16,5 0-7 15,7 1-7-15,3-2-15 16,2 6-59-16,13 0-4 0</inkml:trace>
  <inkml:trace contextRef="#ctx0" brushRef="#br3" timeOffset="156549.82">9448 12164 443 0,'0'0'6'15,"0"0"2"-15,-12 0 1 16,1 0 0-16,-1 1 1 15,-3 5 0-15,-2 4 0 0,-1-1-4 16,2 6-6-16,0 5 0 16,7 0 0-16,4 1 0 15,2 2 0-15,3 0 0 16,8-3 0-16,1-3 0 0,4-4 0 16,2-4 0-16,-1-4 0 15,-1-3 0-15,1-2 0 16,-1-5 0-16,-1-4 0 15,-1-3 0-15,-4-8 0 0,1 0 0 16,-4-1 0-16,1 2 0 16,0 2 0-16,1-1 0 15,-4 9 0-15,-2 9 0 0,0 0 0 16,0 0 0-16,0 0 0 16,9 17 0-16,-1-3 0 15,0 4 0-15,-1-1 0 16,0 3 0-16,3-6 0 15,1-1 0-15,-2-2 0 16,1-10 0-16,-10-1 0 0,16 0 0 16,-16 0 0-16,16-14 0 15,-5-3 0-15,1-1 0 16,-2 1 0-16,5-5 0 0,-5 4 0 16,0 1 0-16,0 5 0 15,-3 2 0-15,-7 10 0 16,16-3 0-16,-16 3 0 15,9 13 0-15,-2-1 0 0,1 3 0 16,2-1 0-16,0 4 0 16,-3-4 0-16,6 4 0 15,-6-5-9-15,8-13-63 16,-2 2-13-16</inkml:trace>
  <inkml:trace contextRef="#ctx0" brushRef="#br3" timeOffset="156732.32">9800 12064 487 0,'0'0'4'0,"0"0"1"0,0 0 2 0,0 0-1 16,0 0-4-16,0 0-2 16,6 0 0-16,-6 0 0 0,15 0 0 15,-1 0 0-15,-1 0-28 16,7 0-56-16,2 0-4 15</inkml:trace>
  <inkml:trace contextRef="#ctx0" brushRef="#br3" timeOffset="156883.53">10062 11980 445 0,'0'0'4'0,"0"0"1"0,0 0 1 16,-7 7 0-16,4 3 1 15,0 2 1-15,0 3 0 0,3 5 0 16,0 5-4-16,0-3-3 15,3 5-7-15,0-9-30 16,2 4-45-16,7-2-1 16</inkml:trace>
  <inkml:trace contextRef="#ctx0" brushRef="#br3" timeOffset="157149.57">10586 11581 477 0,'0'0'4'0,"-5"-5"2"16,-5 2 0-16,0 3 0 0,-10 3 1 15,-2 12-2-15,-4 9-5 16,-7 11 0-16,-2 16 0 16,-1 15 0-16,4 13 0 15,2 8 0-15,11 6 0 16,3-1 0-16,14 2 0 0,2-2 0 15,18-7 0-15,8-6 0 16,15-13 0-16,9-9 0 16,10-12 0-16,4-15 0 15,-2-7-79-15,17-9-10 0</inkml:trace>
  <inkml:trace contextRef="#ctx0" brushRef="#br3" timeOffset="160383.6">10924 11774 273 0,'0'0'6'15,"0"0"0"-15,0 0 1 16,0 0-1-16,0 0-2 15,0 0-4-15,0 0-5 0,0 0-14 16,0 0-40-16,0 0-9 16</inkml:trace>
  <inkml:trace contextRef="#ctx0" brushRef="#br3" timeOffset="161167.1">10860 11792 388 0,'0'0'6'0,"0"0"3"16,0 0 1-16,0 0 0 15,0 0 3-15,4 2 1 16,-4-2 1-16,17 0 1 0,-5 0-5 16,6 0-3-16,5 0 0 15,2-2-5-15,2-1-3 16,3 1 0-16,-2-1 0 15,1-3 0-15,-5 6 0 0,-3-2 0 16,-4 0 0-16,-2 0 0 16,-6 2 0-16,-9 0 0 15,11-3-6-15,-11 3-27 16,0 0-50-16,0 0-3 0</inkml:trace>
  <inkml:trace contextRef="#ctx0" brushRef="#br3" timeOffset="161682.29">11309 11697 454 0,'0'0'5'0,"0"0"2"16,-3-12 3-16,3 12 1 15,-4-15 1-15,1 5 0 16,1 0-12-16,-1 3 0 15,3-3 0-15,0 10 0 0,3-15 0 16,6 15 0-16,4-3 0 16,2 3 0-16,3 0 0 15,-2 0 0-15,5 10 0 16,-7-4 0-16,2 3 0 0,-7 1 0 16,-2 2 0-16,-7-2 0 15,0 8 0-15,-4-7 0 16,-5 3 0-16,-2 0 0 15,1 0 0-15,0-3 0 16,0 2 0-16,-1-6 0 0,7 3 0 16,4-10 0-16,-2 15 0 15,2-15 0-15,4 15 0 16,-4-15 0-16,21 14 0 16,-12-5 0-16,2-3 0 0,-1-1 0 15,-1 3 0-15,-9-8 0 16,13 12 0-16,-13-12 0 15,0 18 0-15,-6-11 0 16,-3 3 0-16,-6 1 0 0,-5-5 0 16,-1 2 0-16,-2-3 0 15,-2-3-6-15,0 0-7 16,4-2-20-16,2-2-50 16,9-5 0-16</inkml:trace>
  <inkml:trace contextRef="#ctx0" brushRef="#br3" timeOffset="161999.85">11647 11715 440 0,'0'0'6'0,"0"0"0"0,-5-3 1 15,5 3 0-15,-17 0 1 16,6 3 0-16,-1 4-1 16,-5 4 1-16,2 5-6 15,2-1 0-15,4 3-1 0,1-1 0 16,8 0 0-16,0-5 0 15,12 1 0-15,4-6 1 16,5-4-1-16,2-3 1 16,2 0-2-16,0-8 0 0,-6-2 0 15,2-2 0-15,-4-3 0 16,-7 1 0-16,-8-2 0 16,-2 4 0-16,-7-3 0 15,-11 5 0-15,-1 0 0 0,-6 6 0 16,5 4 0-16,-8 0-8 15,9 0-48-15,4 4-29 16,5 4 0-16</inkml:trace>
  <inkml:trace contextRef="#ctx0" brushRef="#br3" timeOffset="162299.79">11913 11685 485 0,'0'0'3'0,"0"0"1"16,0 0 0-16,-10-2 0 15,10 2 0-15,-18 0 0 16,6 7-1-16,-1 0-3 16,4 5 0-16,-1 1 0 0,4 4 0 15,6-5 0-15,6 4 0 16,4-5 0-16,10 0 0 16,4-6 0-16,6-3 0 15,2-2 0-15,0-4 0 0,4-6 0 16,-4-3 0-16,-2 1 0 15,-11-6 0-15,-1 1 0 16,-11-4 0-16,-7 5 0 16,-9 1 0-16,-9 5 0 15,-7 5 0-15,-7 3 0 0,-3 4 0 16,-7 15-66-16,5 1-21 16</inkml:trace>
  <inkml:trace contextRef="#ctx0" brushRef="#br3" timeOffset="162666.75">10952 12091 395 0,'0'0'2'0,"0"0"5"0,0 0 2 16,0 0 1-16,14 10 2 15,1-8 2-15,7 3 0 0,10-5 1 16,16 0 0-16,14 0-4 16,12-7-4-16,13-5-7 15,8 1 0-15,10-5 0 0,3 1 0 16,5-3 0-16,-7 1 0 15,-12 5 0-15,-7-1 0 16,-14 6 0-16,-11-3 0 16,-20 6 0-16,-14 3 0 15,-14 1 0-15,-14 0-25 0,-10 10-61 16,-7-1-3-16</inkml:trace>
  <inkml:trace contextRef="#ctx0" brushRef="#br3" timeOffset="163200.1">11219 12352 449 0,'0'0'5'0,"0"0"2"15,-9 0 2-15,9 0 1 16,0 0 0-16,-8-3 1 0,8 3-1 15,0 0-10-15,0 0 0 16,0 0 0-16,15-10 0 16,0 8 0-16,4 2 0 15,4-3 0-15,0 3 0 0,2 0 0 16,2 3 0-16,-8 1 0 16,-3 1 0-16,-4 1 0 15,-12-6 0-15,7 17 0 16,-7-10 0-16,0 6 0 15,-12-1 0-15,2 1 0 0,-1-5 0 16,2 6 0-16,0-4 0 16,6 0 0-16,-3-1 0 15,6-9 0-15,6 15 0 0,6-8 0 16,0 1 0-16,6 0 0 16,2-3 0-16,-3 2 0 15,3 0 0-15,-5 1 0 16,-2-1 0-16,-13-7 0 0,9 13 0 15,-9-13 0-15,-7 12 0 16,-6-10 0-16,-6 3 0 16,-6-2 0-16,-5-1 0 15,0-2 0-15,0 0 0 0,1 0 0 16,1-2-6-16,11-4-10 16,-1-3-26-16,14-4-42 15,6-1 0-15</inkml:trace>
  <inkml:trace contextRef="#ctx0" brushRef="#br3" timeOffset="163499.96">11681 12356 447 0,'0'0'2'0,"0"0"2"0,0 0 1 16,-7 13 2-16,-2-6 0 16,-5 6 0-16,5 1 1 0,-6 4-1 15,2 0 0-15,4-1-3 16,2-3-1-16,7 1 0 15,0-5-3-15,12-5 0 16,5-2 0-16,7-3 0 0,2-3 0 16,3-4 0-16,-1-6 0 15,-6-2 0-15,1 0 0 16,-8-2 0-16,-6 2 0 0,-9 0 0 16,-5 1 0-16,-7 1 0 15,-10 6 0-15,-2 2 0 16,-2 3 0-16,-1 2 0 15,0 4-19-15,6 1-45 0,5 2-22 16,5 1-2-16</inkml:trace>
  <inkml:trace contextRef="#ctx0" brushRef="#br3" timeOffset="163816.62">11883 12352 470 0,'0'0'4'0,"0"0"-1"0,0 0 1 16,-7 0 0-16,7 0 1 15,-18 7-1-15,8 3 1 16,-3-1 1-16,-1 9-4 0,2-3 0 16,6 0 0-16,1-1-2 15,5-1 0-15,11-6 0 16,6 1 0-16,10-8 0 16,5 0 0-16,3-8 0 0,5-5 0 15,-2 2 0-15,-4-7 0 16,-4 3 0-16,-7-2 0 15,-11 2 0-15,-12 3 0 16,-10 5 0-16,-12-1 0 16,-8 8 0-16,-10 0 0 0,0 5 0 15,0 2 0-15,1 1 0 16,7 1-19-16,-1 1-38 16,20-10-29-16,13 0 0 0</inkml:trace>
  <inkml:trace contextRef="#ctx0" brushRef="#br3" timeOffset="164066.69">12389 11541 488 0,'0'0'4'16,"0"0"1"-16,-2-10 0 16,2 10 2-16,0 0-5 15,0 0-2-15,0 0 0 16,0 0 0-16,8 25 0 0,12 5 0 15,0 9 0-15,7 8 0 16,5 10 0-16,3 13 0 16,-3 2 0-16,-2 10 0 0,-5-3 0 15,-13 5 0-15,-7-5 0 16,-10 8 0-16,-17-10 0 16,-13 4-10-16,-9-5-76 15,-18-3-2-15</inkml:trace>
  <inkml:trace contextRef="#ctx0" brushRef="#br3" timeOffset="164450.19">9404 13468 511 0,'0'0'0'0,"0"0"0"0,9-7 0 0,-9 7 0 16,10 0 0-16,-5 12 0 16,3 8 0-16,-3 8 0 15,2 6 0-15,-2 11 0 0,0 2 0 16,2 5 0-16,-7-5-26 16,8 0-58-16,-3-5-3 15</inkml:trace>
  <inkml:trace contextRef="#ctx0" brushRef="#br3" timeOffset="165033.64">9331 13741 459 0,'0'0'2'0,"0"0"0"16,13-14 0-16,-1 6 0 0,8-4 0 16,7 2-1-16,11-8 1 15,3 3-2-15,4-2-1 16,5 3 0-16,3 0-1 15,-7 0 0-15,-3 2 1 16,-11 2 3-16,-2 2 1 0,-13 3 2 16,-4 3 1-16,-13 2 0 15,0 0 0-15,-11 15 1 16,2-1-2-16,-3 5-1 0,-4-1-2 16,2 5-2-16,1 2 0 15,8-4 0-15,0-1 0 16,5-2 0-16,5-3 0 15,2-7 0-15,4-1 0 0,1-7 0 16,2-3 0-16,2-4 0 16,-4-6 0-16,3-2 0 15,2-2 0-15,-1-2 0 0,-4-1 0 16,1 5 0 0,-4-3 0-16,-2 8 0 0,2-2 0 15,-9 12 0-15,9-3 0 16,-9 3 0-16,7 10 0 15,-2-2 0-15,0 2 0 16,2 2 0-16,4 1 0 0,-1-3 0 16,3-3 0-16,-1-5 0 15,3 1 0-15,-1-3 0 16,4 0 0-16,-4-5 0 0,2 0 0 16,1 0 0-16,-2 0 0 15,0 3 0-15,0 2 0 16,-3 0 0-16,-2 0 0 15,-2 7 0-15,2 0 0 0,-3 4-3 16,-2-1-8-16,3 2-9 16,-6 0-29-16,3-2-36 15,-5-10-1-15</inkml:trace>
  <inkml:trace contextRef="#ctx0" brushRef="#br3" timeOffset="165301.07">10196 13402 467 0,'0'0'4'0,"0"0"1"0,0 0 2 0,0 0 0 0,0 0 0 16,4 2 1-16,-4-2-2 0,18 0-6 16,-8 0 0-16,8 0 0 15,-4-5-7-15,2 0-77 16,14 0-2-16</inkml:trace>
  <inkml:trace contextRef="#ctx0" brushRef="#br3" timeOffset="165483.68">10549 13243 477 0,'0'0'2'0,"0"0"1"16,0 0 2-16,-8 10 0 15,5 1 0-15,-1 3 1 16,1 3 0-16,3 8-4 16,0 2-2-16,0 3 0 15,0 0 0-15,10 2-4 0,-8 5-57 16,9-12-25-16,-1-1-2 15</inkml:trace>
  <inkml:trace contextRef="#ctx0" brushRef="#br3" timeOffset="165782.82">11060 13028 463 0,'0'0'3'0,"0"0"2"15,0 0 0-15,0 0 0 0,-12 0 1 16,-1 17 0-16,-4 10 1 16,-8 13 1-16,-4 12-5 15,-1 17-3-15,-3 10 0 16,4 8 0-16,1 7 0 0,14-4 0 15,3 1 0-15,11-7 0 16,8-7 0-16,7-15 0 16,15-7 0-16,-3-21-28 15,10-6-57-15,4-14-4 0</inkml:trace>
  <inkml:trace contextRef="#ctx0" brushRef="#br3" timeOffset="165999.79">11073 13543 480 0,'0'0'3'0,"0"0"2"0,0 0 0 16,0 0 1-16,8-4 0 15,1 1 0-15,4 3-6 16,6-3 0-16,4 3 0 15,0-3 0-15,11-6-68 0,-1 6-19 16</inkml:trace>
  <inkml:trace contextRef="#ctx0" brushRef="#br3" timeOffset="166166.54">11501 13436 492 0,'0'0'3'0,"0"0"0"0,-11 16 1 16,4-4 0-16,0 2 1 15,-4 4-5-15,4 4 0 0,0 3 0 16,2 2 0-16,5 0 0 16,0-2 0-16,5-10-28 15,4 2-56-15,4-7-5 16</inkml:trace>
  <inkml:trace contextRef="#ctx0" brushRef="#br3" timeOffset="166416.42">11649 13104 491 0,'0'0'3'0,"0"0"2"0,-5-7 0 15,5 7 2-15,0 0-7 16,0 0 0-16,0 0 0 16,11 3 0-16,3 13 0 15,4 12 0-15,9 5 0 0,-2 8 0 16,4 13 0-16,-1 7 0 15,-5 5 0-15,-7 3 0 16,-7 3 0-16,-9 4 0 0,-22-6 0 16,-2 2 0-16,-18-9 0 15,-3-1-6-15,-15-4-67 16,-2-13-14-16</inkml:trace>
  <inkml:trace contextRef="#ctx0" brushRef="#br3" timeOffset="167166.54">9292 14511 425 0,'0'0'5'0,"2"-9"3"15,-2 9 2-15,5-15 2 16,-5 15 1-16,2-13 1 0,-2 13-1 15,0-10-2-15,0 10-11 16,-17 13 0-16,4 7 0 16,-3 10 0-16,0 4 0 15,-1 6 0-15,2 2 0 0,3 2 0 16,7-2 0-16,5-5 0 16,7-1 0-16,8-11 0 15,5-9 0-15,5-5 0 0,5-9 0 16,0-2 0-16,2-10 0 15,-5-5 0-15,-5-5 0 16,1-5 0-16,-11-4 0 16,-4-4 0-16,-8-1 0 15,-2-1 0-15,-12 1 0 16,-7-1 0-16,3 5 0 0,-7 5 0 16,-2 8 0-16,4 2 0 15,-1 10 0-15,6 5 0 16,1 5 0-16,7 10 0 0,7 2 0 15,3 4 0-15,10 0 0 16,5 4 0-16,10-2 0 16,5-4 0-16,10-4 0 15,1-8-6-15,10-7-63 0,1 3-17 16</inkml:trace>
  <inkml:trace contextRef="#ctx0" brushRef="#br3" timeOffset="167350.38">9798 14608 480 0,'0'0'3'0,"0"0"2"16,0 0 0-16,0 0 1 15,-10 6 1-15,10-6-2 16,0 0-5-16,0 0 0 0,0 0 0 16,0 0 0-16,0 0 0 15,10 0-14-15,3 4-69 16,2-4-4-16</inkml:trace>
  <inkml:trace contextRef="#ctx0" brushRef="#br3" timeOffset="167483.73">9763 14712 450 0,'0'0'4'16,"0"0"0"-16,0 0 1 16,-4 10 1-16,4-10 0 15,0 0 0-15,7 11 1 0,0-11-2 16,13 0-9-16,-2-6-25 15,10 1-51-15,6-5-1 16</inkml:trace>
  <inkml:trace contextRef="#ctx0" brushRef="#br3" timeOffset="167667.06">10143 14655 498 0,'0'0'2'0,"0"0"-1"0,0 0 1 15,0 0 0-15,0 0 0 16,0 0-1-16,8-3 2 0,4-2-3 16,6-2-7-16,4 7-24 15,18-7-50-15,-10-1-5 16</inkml:trace>
  <inkml:trace contextRef="#ctx0" brushRef="#br3" timeOffset="167982.28">10713 14534 511 0,'0'0'0'0,"0"0"0"15,-3 0 0-15,3 0 0 16,0 0 0-16,-15 7 0 0,5 4 0 16,-2 3 0-16,-3 3 0 15,-8 8 0-15,2 0 0 16,-9 4 0-16,0 0 0 0,-2-1 0 15,2 0 0-15,0-11 0 16,9 1 0-16,2-7 0 16,6-5 0-16,13-6 0 15,0 0 0-15,10 0 0 0,12-8 0 16,6-1 0-16,7-1 0 16,4-3 0-16,7-2 0 15,-2 0 0-15,1 2 0 16,-5-4-16-16,-3 5-40 0,-8 2-30 15,-6 1-1-15</inkml:trace>
  <inkml:trace contextRef="#ctx0" brushRef="#br3" timeOffset="168183.72">10710 14579 453 0,'0'0'2'15,"0"0"1"-15,0 0 2 16,0 0 0-16,0 10 1 15,0 2 0-15,0 2 1 0,0 10 1 16,0-1-3-16,3 6-1 16,-1 2-3-16,-2 1-2 15,3 0-7-15,-3-4-15 16,0-11-58-16,2 6-4 0</inkml:trace>
  <inkml:trace contextRef="#ctx0" brushRef="#br3" timeOffset="168600.1">11073 14541 456 0,'0'0'3'15,"0"0"2"-15,0 0 2 16,0 0 0-16,0 0 1 16,0 0 0-16,0 0-1 0,-8 0 1 15,-1 5-6-15,-3 7-2 16,-2 3 0-16,0 3 0 16,1 5 0-16,1-7 0 0,5 4 0 15,2 0 0-15,5-3 0 16,0-2 0-16,7-2 0 15,3-1 0-15,5 0 0 16,2-2 0-16,-1 0 0 0,0-3 0 16,0 1 0-16,-2 0 0 15,-7-1 0-15,-7-7 0 16,9 13 0-16,-9-13 0 16,-5 12 0-16,-6-5 0 0,2-1 0 15,-7-2 0-15,2-6-73 16,2 2-14-16</inkml:trace>
  <inkml:trace contextRef="#ctx0" brushRef="#br3" timeOffset="168749.04">11060 14534 506 0,'0'0'1'0,"0"0"0"15,13 0 0-15,2 0 1 0,5-3-2 16,10-1 0-16,9 4-23 15,11-9-58-15,2-5-3 16</inkml:trace>
  <inkml:trace contextRef="#ctx0" brushRef="#br3" timeOffset="179966.54">7105 7860 225 0,'0'0'7'0,"0"0"5"0,0 0 4 0,-5-10 4 16,5 10 3-16,0 0 1 16,0 0 0-16,0 0 2 15,-10-5-6-15,10 5-5 16,0 0-2-16,0 0-4 0,10 0-3 16,0 0-1-16,0 2-1 15,5 1 0-15,2 0 0 16,8 1 0-16,-4 2-1 15,8 1-1-15,-2-2 1 0,8 2 0 16,4-3 0 0,-1 3-1-16,4 0 1 15,-2 0-1-15,2-3-1 0,-2 3 1 16,2-1-1-16,-5 2-1 16,-5-1 1-16,3 3 0 15,1-2-1-15,-2-1 1 16,1 1 0-16,-3-1-1 15,3 0 0-15,-3 1 1 16,0-3-1-16,3 2 1 0,0-2-1 16,3-3 0-16,-4 3 0 15,4 3 1-15,1-6-1 16,0 3 0-16,2 0 1 0,-2 0-1 16,1 3 0-16,-2-3 1 15,1 5-1-15,-2-2 1 16,-2 3-1-16,0-1 0 15,2 2 0-15,1-1 1 0,-1-1-1 16,0 2 0-16,2-2 1 16,2 0-1-16,-2-1 1 15,6-2-1-15,-2 2 0 16,1 0 1-16,1 1-1 0,-1-3 1 16,4 6-1-16,-6 0 1 15,6-3-1-15,-4 2 1 16,6-2-1-16,-3 2 1 15,0-2-1-15,5 0 1 16,-2-3-1-16,2 1 1 0,0 2-1 16,-2 0 0-16,0 0 1 15,-3-3-1-15,3 3 0 16,-6-3 1-16,4 3-1 0,-2 0 0 16,0 0 1-16,0 0-1 15,0-2 0-15,0 0 2 16,0 3-2-16,-2-1 0 0,3 0 0 15,-2 1 0-15,0-5 0 16,2 4 0-16,-4-2 0 16,1-1 0-16,0 3 0 15,-1-2-2-15,-1-1 1 0,1 0 0 16,-4 0 0-16,3-1 0 16,1-1 0-16,-4 0 1 15,-2-3 1-15,0 3-1 16,-2 0 0-16,-3-3 1 0,-2 4-1 15,-2-2 0 1,-3-1 0-16,-5 2 0 0,3-3 0 16,-7 6 0-16,2-5 1 15,-1-1-1-15,-1 3 0 16,0-4 0-16,2 3 0 0,-1-2 0 16,-2 3 0-16,2-5 0 15,-1 3 0-15,-4 1 1 16,3-1-1-16,-3 0 0 15,1-2 0-15,-1 2 0 0,-2-3 0 16,0 6 0-16,2-4 0 16,-2 0 0-16,1 2 0 15,-2-3 0-15,-2 2 0 16,4-1 0-16,-1-2 0 0,-10 0 0 16,14 5 0-16,-14-5 0 15,13 5 0-15,-13-5 0 16,12 3 1-16,-12-3-1 15,13 2 0-15,-13-2 2 0,7 2-2 16,-7-2 0-16,0 0 0 16,10 0 0-16,-10 0 0 15,0 0 0-15,0 0 0 16,0 0 0-16,0 0 0 16,0 0 0-16,0 0 0 0,0 0 0 15,0 0 0-15,0 0 0 16,0 0 0-16,0 0 0 15,0 0 0-15,0 0 0 0,0 0 0 16,0 0 0-16,0 0 0 16,0 0 0-16,0 0 0 15,0 0 0-15,-7 3 0 0,7-3 0 16,0 0-10-16,-10 0-3 16,10 0-5-16,0 0-4 15,0 0-6-15,-13 0-8 16,13 0-13-16,0 0-2 0,0 0-1 15,0 0 5-15,0-10 13 16,0 10 16-16,0 0 16 16,0-12 21-16,0 12 20 15,5-10 10-15,-5 10 1 16,2-11 0-16,-2 11-4 0,4-14-10 16,-4 14-7-16,-4-12-6 15,4 12-5-15,-12-10-4 16,3 7-7-16,2 1-7 0,-4 2 0 15,1 0 0-15,1 0 0 16,9 0 0-16,-13 12 0 16,10-2 0-16,1-2 0 15,2 2 0-15,0 0 0 0,7-1 0 16,0-4 0-16,9 0 0 16,-2-2 0-16,6-3 0 15,1 0 0-15,-5-6 0 16,5-1 0-16,-7-2 0 0,-3-1 0 15,-3-3 0-15,-4 1 0 16,-8-1 0-16,1-2 0 16,-7 3 0-16,-3 0 0 0,-2 7 0 15,-5 0 0-15,0 2 0 16,-2 3 0-16,5 6 0 16,-4 5 0-16,9-1 0 15,0 5 0-15,2-2 0 16,7 2 0-16,3-1 0 15,7-1 0-15,9-2 0 16,-2-7 0-16,9 0 0 0,2-4 0 16,-2 0 0-16,2-7 0 15,-4-2 0-15,0-4 0 16,-7 1 0-16,-3-3 0 0,-7 0 0 16,-1-3 0-16,-3 4 0 15,-10 4 0-15,-3 0 0 16,1 2 0-16,-6 8 0 0,4 0 0 15,-2 3 0-15,0 2 0 16,3 2 0-16,3 3 0 16,10-10 0-16,-10 17 0 15,10-17 0-15,0 13 0 0,0-13 0 16,15 7 0-16,-6-4 0 16,4 2 0-16,-3-5 0 15,3 0 0-15,9 5-57 16,-22-5-32-16,13-2-1 15</inkml:trace>
  <inkml:trace contextRef="#ctx0" brushRef="#br3" timeOffset="180500.71">11416 8279 446 0,'0'0'4'0,"0"0"2"0,-13-10 0 0,1 3 1 16,-6 1 1-16,-3 4 1 16,-4 2 0-16,-10 0 1 15,0 12-4-15,-3 5-6 16,-4 8 0-16,8 10 0 0,-3 7 0 16,9 3 0-16,-2 4 0 15,12 1 0-15,9-1 0 16,4 4 0-16,5-9 0 0,7 0 0 15,11-4 0-15,6-5 0 16,6-3 0-16,0-7 0 16,8-8 0-16,-1-4 0 15,2-8 0-15,3-5 0 0,1-8 0 16,-1-9 0-16,-3-6 0 16,2-2 0-16,-4-6 0 15,-2-2 0-15,-8-4 0 16,-4-5 0-16,-6 0 0 0,-7-8 0 15,-7 3 0-15,-3-5 0 16,-13 3 0-16,-4-1 0 16,-8 8 0-16,-5 3 0 15,-5 3 0-15,-4 15 0 16,-4 3 0-16,-4 16 0 0,-5 2 0 16,-1 15 0-16,2 7 0 15,-2 10 0-15,6 9 0 16,6 5 0-16,12 6 0 15,9 0 0-15,15-3 0 0,-4 8-7 16,34-7-83-16,9-6-2 16</inkml:trace>
  <inkml:trace contextRef="#ctx0" brushRef="#br3" timeOffset="189833.71">12099 8368 400 0,'0'0'7'15,"0"0"3"-15,-12-11 3 0,12 11 1 16,-13-8 1-16,13 8 0 16,-12-13 1-16,12 13 0 15,-10-12-11-15,10 12-5 0,0-13 0 16,0 13 0-16,10-10 0 15,2 6 0-15,1-5 0 16,2 8 0-16,2-3 0 16,0 2 0-16,1 2 0 0,-1 0 0 15,-4 6 0-15,-3 0 0 16,-3 4 0-16,-5 0 0 16,-2 3 0-16,-2 4 0 15,-8-4 0-15,1 1 0 16,-2 1 0-16,-1 0 0 0,0-2 0 15,1-6 0-15,2 3 0 16,9-10 0-16,-8 13 0 16,8-13 0-16,5 8 0 15,2-2 0-15,5-1 0 0,4 1 0 16,-2-2 0-16,4 0 0 16,-3 2 0-16,0 1 0 15,-3 1 0-15,-4-1 0 0,-1 3 0 16,-7 0 0-1,0 0 0-15,0 0 0 0,-9-3 0 16,-4 3 0-16,-4 1 0 16,-1-2 0-16,-2-2 0 0,-2 1 0 15,-5-5 0-15,4 1 0 16,5-1 0-16,-4-3 0 16,10 0 0-16,2-5-20 15,10-18-58-15,3 13-7 16</inkml:trace>
  <inkml:trace contextRef="#ctx0" brushRef="#br3" timeOffset="190200.58">12444 8363 423 0,'0'0'5'0,"0"0"3"16,0 0 0-16,-7 0 2 15,-2 0 1-15,0 5 0 16,-5 2 1-16,-4 6 1 15,6 4-6-15,-3 3-4 0,0-1-3 16,3 1 0-16,6 0 0 16,4 0 0-16,2-2 0 15,11-6 0-15,3-2 0 0,6-5 0 16,3-5 0-16,6 0 0 16,1-11 0-16,-1-1 0 15,-1-2 0-15,-1-4 0 16,-6-2 0-16,-7 3 0 0,-9-5 0 15,-5 2 0-15,-3 2 0 16,-11 1 0-16,-4 7 0 16,-3 0 0-16,-5 6 0 15,-1 1 0-15,2 3 0 16,0 4 0-16,8 5 0 0,-1 10-68 16,13-9-18-16,5-10-2 15</inkml:trace>
  <inkml:trace contextRef="#ctx0" brushRef="#br3" timeOffset="190533.57">12665 8306 431 0,'0'0'7'0,"0"0"0"16,0 0 2-16,-9 0 0 16,9 0 1-16,-17 7 0 0,6 1 1 15,6 3-1-15,-7 3-3 16,7 0-7-16,2 4 0 15,3-3 0-15,3 2 0 0,7-2 0 16,2-5 0-16,9-2 0 16,-5-4 0-16,7-4 0 15,2-3 0-15,-2-4 0 16,-2-5 0-16,-1 0 0 0,1-8 0 16,-9 2 0-16,-5-4 0 15,-5 1 0-15,-2-3 0 16,-9 4 0-16,-8-2 0 15,-3 5 0-15,-5 7 0 0,0 5 0 16,0 5 0-16,1 3 0 16,1 7 0-16,5 9-19 15,8 3-66-15,3-2-3 16</inkml:trace>
  <inkml:trace contextRef="#ctx0" brushRef="#br3" timeOffset="190782.75">13001 8484 481 0,'0'0'5'16,"0"0"3"-16,0 0 2 0,0 0-3 15,-7 10-7-15,-1 3 0 16,-7 4 0-16,-2 6 0 15,-5 6 0-15,-11 2 0 16,1 12 0-16,-5-3 0 0,7 2 0 16,-4-5 0-16,8 3 0 15,6-8-51-15,8-7-39 16</inkml:trace>
  <inkml:trace contextRef="#ctx0" brushRef="#br3" timeOffset="193066.8">13198 8222 330 0,'0'0'10'0,"9"-5"5"0,-9 5 4 16,18-13 3-16,-11 8 1 15,3-1 1-15,-3-2 1 16,4-1 1-16,-11 9-9 0,5-7-17 16,-5 7 0-16,-7 0 0 15,-2 0 0-15,0 3 0 0,-2 7 0 16,-1 1 0-16,2 0 0 15,1 2 0-15,3 2 0 16,6-5 0-16,0 4 0 16,8-1 0-16,4-3 0 15,5 2 0-15,3-2 0 16,-2-3 0-16,10 1 0 0,-9 2 0 16,3 0 0-16,-1-3 0 15,-7 0 0-15,2 3 0 16,-7-4 0-16,-9-6 0 15,10 14 0-15,-10-14 0 0,-3 15 0 16,-9-7 0-16,-3-1 0 16,-4-2 0-16,-6 0 0 15,0 0 0-15,-3-5 0 16,1-3 0-16,7 1-28 0,0-8-57 16,3-7-3-16</inkml:trace>
  <inkml:trace contextRef="#ctx0" brushRef="#br3" timeOffset="193217.21">13198 8222 438 0,'44'-57'6'15,"-44"57"1"-15,10-14 2 16,-10 14 1-16,15-11-1 0,-8 6 0 16,9-2 0-16,-2-1-5 15,6 8-27-15,0 0-57 16,0 0-4-16</inkml:trace>
  <inkml:trace contextRef="#ctx0" brushRef="#br3" timeOffset="193599.88">13590 8172 427 0,'0'0'6'0,"0"0"2"0,0 0 1 16,-12 3 0-16,12-3 0 15,-12 11 1-15,3 0 0 16,-3 3 0-16,3 1-5 16,1 3-2-16,0 0-1 0,4-1-1 15,1 1 1-15,3-7-2 16,0 2 0-16,7-3 0 16,6-3 0-16,1-4 0 15,7-3 0-15,3-3 0 0,3-3 0 16,-1-5 0-16,1-2 0 15,-4 2 0-15,-1-5 0 16,-5 1 0-16,-7-2 0 0,-4 2 0 16,-6 0 0-16,-14 0 0 15,-2 4 0-15,-9 0 0 16,-3 4 0-16,-4 1 0 16,-5 5 0-16,5 1 0 0,-1 1 0 15,11 6 0-15,-1 6-41 16,11-8-45-16,12-5-3 15</inkml:trace>
  <inkml:trace contextRef="#ctx0" brushRef="#br3" timeOffset="193967.5">13734 7976 441 0,'0'0'5'0,"0"0"2"0,0 0 2 16,0 0 2-16,7 0 0 0,-7 0 1 15,11 0 0-15,-11 0-9 16,14 3-3-16,-4 4 0 16,2 6 0-16,3-1 0 15,6 8 0-15,-1 2 0 0,1 6 0 16,-3 1 0-16,-1 4 0 15,3 0 0-15,-7 5 0 16,-1-1 0-16,-7 3 0 0,-2-5 0 16,-3 2 0-16,-10-5 0 15,-5 3 0-15,-7-5 0 16,-3-3 0-16,-5-2 0 16,-5-3 0-16,-2-2 0 0,2-6 0 15,0-6-64-15,3 2-24 16</inkml:trace>
  <inkml:trace contextRef="#ctx0" brushRef="#br3" timeOffset="194583.22">11796 8229 376 0,'0'0'7'0,"0"0"1"16,-2-7 4-16,2 7 2 16,-8-11 0-16,8 11 1 15,-15-7 0-15,3 7 1 16,-4 5-6-16,0 12-2 0,-5 6-3 15,2 15-1-15,-3 1-1 16,1 10-1-16,4 8 0 16,2 0-2-16,5 5 0 0,8-6 0 15,4 0 0-15,10-9 0 16,13-3 0-16,5-10 0 16,15-6 0-16,12-6-10 15,7-11-30-15,12-7-42 0,2-4-1 16</inkml:trace>
  <inkml:trace contextRef="#ctx0" brushRef="#br3" timeOffset="195351.02">12973 8328 234 0,'0'0'9'0,"0"0"5"0,0 0 4 0,0 0 5 15,0 0 3-15,0 0 1 16,0 4 5-16,0-4-1 16,0 0-6-16,0 0-5 15,0 0-3-15,0 0-4 0,0 0-3 16,0 0-3-16,0 0-2 16,0 0-5-16,0 0 0 15,9 9 0-15,-9-9 0 16,12 0 0-16,-3 0 0 0,4 0 0 15,2-5 0-15,0 1 0 16,-3 3 0-16,-1-4 0 16,1 3 0-16,0-4 0 0,-12 6 0 15,10-2 0-15,-10 2 0 16,0 0 0-16,0 0 0 16,0 0 0-16,0 0 0 15,0 8 0-15,0-8 0 0,0 0-22 16,-5 12-62-16,5-12-4 15</inkml:trace>
  <inkml:trace contextRef="#ctx0" brushRef="#br3" timeOffset="200166.73">9731 15755 126 0,'0'0'4'0,"0"0"2"16,0 0 0-16,0 0 2 15,0 0-1-15,0 0 0 16,0 0 0-16,-2-10 0 0,2 10-4 16,0 0-2-16,0 0-1 15,0 0-1-15,0 0-1 16,0 0 0-16,0 0-2 16,0 0-2-16,0-10 1 15,0 10-2-15,0 0 0 0,0-10 2 16,0 10 4-16,0 0 6 15,5-10 6-15,-5 10 10 16,4-7 7-16,-4 7 6 16,6-10 4-16,-6 10 0 0,3-12 0 15,-3 12-1-15,2-13-5 16,-2 13-7-16,0-10-4 16,0 10-4-16,0 0-5 0,0 0-3 15,0 0-6-15,0 0-3 16,0 0 0-16,-5 18 0 15,-3 2 0-15,-2 2 0 16,-2 10 0-16,-3 3 0 16,1 6 0-16,-7 0 0 0,9 0 0 15,-3 0 0-15,5-2 0 16,0-5 0-16,5-2 0 16,0-4 0-16,5-3 0 15,2-6 0-15,6-3 0 0,5-4 0 16,1-4 0-16,9-4 0 15,2 2 0-15,2-6 0 16,-2 0 0-16,2-6 0 16,0 3 0-16,-2-4 0 0,-5 0-21 15,-3-4-37-15,-1 5-29 16,-4-4-2-16</inkml:trace>
  <inkml:trace contextRef="#ctx0" brushRef="#br3" timeOffset="200449.83">9625 15888 406 0,'0'0'5'0,"0"0"2"0,0 0 2 15,0 0 2-15,0 0-3 16,0 0 3-16,0 0-1 16,0-9 0-16,0 9-4 15,14 0-3-15,-1-2-2 0,4 2-1 16,1 0-2-16,1 0-2 16,4 0-5-16,-3 0-10 15,2-21-42-15,0 21-22 16</inkml:trace>
  <inkml:trace contextRef="#ctx0" brushRef="#br3" timeOffset="201083.72">10081 15881 457 0,'0'0'4'0,"0"0"2"15,0-7 1-15,0 7 1 0,-5-10 0 16,5 10 1-16,-14-10-1 16,1 8-4-16,-2 2-4 15,-2 0 0-15,0 10 0 16,-1 2 0-16,1 0 0 0,7 6 0 16,0-4 0-16,10 6 0 15,0-2 0-15,2-3 0 16,8-3 0-16,3-2 0 15,-1-5 0-15,6-1 0 16,-4-4 0-16,2 0 0 0,-2-6 0 16,-1-3 0-16,2 1 0 15,-6-3 0-15,2-1 0 16,-2-3 0-16,1 0 0 16,-2 2 0-16,-4 4 0 0,2-2 0 15,-6 11 0-15,5-7 0 16,-5 7 0-16,0 0 0 15,13 13 0-15,-9-1 0 16,4 0 0-16,-4 8 0 0,4-5 0 16,2 3 0-16,-2-4 0 15,-1 1 0-15,0-5 0 16,-7-10 0-16,15 8 0 0,-15-8 0 16,17-3 0-16,-9-7 0 15,4-4 0-15,-2 1 0 16,3-4 0-16,-1-1 0 15,1 3 0-15,-3 0 0 16,2 6 0-16,-4 2 0 16,-8 7 0-16,14-3 0 0,-14 3 0 15,18 10 0-15,-11-1 0 16,3 2 0-16,-3 3 0 16,1 1 0-16,2 0-11 0,-3-5-16 15,-9-3-56-15,7-1-4 16</inkml:trace>
  <inkml:trace contextRef="#ctx0" brushRef="#br3" timeOffset="201283.72">10501 15781 464 0,'0'0'3'0,"0"0"1"0,0 0 1 16,0 0 0-16,0 0 1 15,8 0-1-15,-8 0 1 16,15 0-3-16,-15 0-8 0,23 0-24 16,-2 0-52-16,-5 0-5 15</inkml:trace>
  <inkml:trace contextRef="#ctx0" brushRef="#br3" timeOffset="201482.57">10745 15705 461 0,'0'0'3'0,"0"0"1"16,0 0 1-16,0 7 1 15,0 4 0-15,0 1 1 0,0 5 0 16,0 5-1-16,0 2-2 16,-2 2-2-16,2-1-2 15,-3 0-4-15,3 0-6 0,0-11-20 16,-2 2-53-16,4-2-3 15</inkml:trace>
  <inkml:trace contextRef="#ctx0" brushRef="#br3" timeOffset="201788.12">11127 15512 474 0,'0'0'4'0,"0"0"1"0,0 0 2 16,0 0-1-16,0 0 1 16,0 0 1-16,-12 11-8 15,-2 7 0-15,-6 7 0 16,-3 15 0-16,-7 8 0 0,0 6 0 16,-2 8 0-16,5-1 0 15,1 4 0-15,10 0 0 16,6-3 0-16,8-5 0 15,4-3 0-15,12-4 0 16,9-5 0-16,9-9 0 0,3-3 0 16,9-7 0-16,-1-8 0 15,9-1 0-15,-12 1-65 16,7-16-23-16</inkml:trace>
  <inkml:trace contextRef="#ctx0" brushRef="#br3" timeOffset="202933.56">11262 15666 435 0,'0'0'5'15,"0"0"2"-15,0 0 1 0,0 0 2 16,0 0 0-16,0 0 1 15,10 5 2-15,-10-5-1 16,15 0-12-16,2 0 0 16,3-3 0-16,5 1 0 0,3-1 0 15,0-2 0-15,6 1 0 16,-2-2 0-16,-2 1 0 16,-4 0 0-16,-5 3 0 15,-4-5 0-15,-5 7 0 0,-2-2 0 16,-10 2 0-16,0 0 0 15,0 0 0-15,0 0 0 16,0 0 0-16,-6 4 0 16,6-4 0-16,-13 7 0 15,13-7 0-15,-16 5 0 0,16-5 0 16,0 0-11-16,-7 15-75 16,7-15-2-16</inkml:trace>
  <inkml:trace contextRef="#ctx0" brushRef="#br3" timeOffset="203368.05">11890 15475 484 0,'0'0'3'0,"0"0"2"16,0-5 0-16,0 5 1 16,-2-8 0-16,2 8-4 15,-19-4-2-15,6 4 0 16,-2 0 0-16,-5 7 0 0,2 3 0 16,1 2 0-16,2 3 0 15,3 3 0-15,7-4 0 16,3 1 0-16,4 0 0 15,5 3 0-15,9-7 0 0,1 5 0 16,5-4 0-16,1-2 0 16,-2 2 0-16,0-1 0 15,-5-4 0-15,-2 0 0 16,-5 1 0-16,-9-8 0 0,7 10 0 16,-7-10 0-16,-9 12 0 15,-3-5 0-15,-4-4 0 16,2 1 0-16,-9-4 0 0,5 3-6 15,-6 3-55-15,4-9-26 16,0-7-2-16</inkml:trace>
  <inkml:trace contextRef="#ctx0" brushRef="#br3" timeOffset="203516.55">11786 15473 453 0,'0'0'4'15,"0"0"1"-15,10-3 0 16,0 1 1-16,0-1 0 15,7-2-1-15,1 0-5 16,4 5-17-16,5-5-60 0,-4 1-5 16</inkml:trace>
  <inkml:trace contextRef="#ctx0" brushRef="#br3" timeOffset="203851.71">12152 15436 467 0,'0'0'4'0,"0"0"0"16,-12 1 2-16,12-1 0 0,-13 11 1 16,3-1 0-16,-1 2 0 15,-1 3-4-15,3 2-3 16,1 5 0-16,0-2 0 16,6 0 0-16,2 0 0 15,5-5 0-15,4 0 0 0,9-5 0 16,0-5 0-16,4-5 0 15,3 0 0-15,0-2 0 16,-3-9 0-16,0 1 0 16,-2-5 0-16,-8 1 0 0,-1-1 0 15,-9-3 0-15,-2 4 0 16,-7-6 0-16,-6 5 0 16,-4 0 0-16,-1 3 0 15,-2 4 0-15,3 6 0 0,-3-1 0 16,8 6-7-16,12-3-82 15,-5 12-1-15</inkml:trace>
  <inkml:trace contextRef="#ctx0" brushRef="#br3" timeOffset="204500.22">11262 15856 305 0,'0'0'7'0,"0"0"4"16,0 0 3-16,0 0 2 15,0 0 2-15,0 8 1 0,0-8 0 16,0 10 3-16,0-10-7 16,17 14-3-16,8-9-2 15,7 1-1-15,13-3-1 16,13-1 1-16,9-2-2 0,12 0 0 15,5-5-4-15,13-1-3 16,0-1 0-16,0 0 0 16,0 2 0-16,-2-1 0 15,-6 0 0-15,-10 3 0 16,-4-2 0-16,-13 3 0 0,-17 2 0 16,-6 0 0-16,-11 0 0 15,-11 0 0-15,-17 0 0 16,0 0 0-16,0 0 0 0,-10 2 0 15,0 0 0 1,-9-2 0-16,-1 3-90 0,-3 0 0 16</inkml:trace>
  <inkml:trace contextRef="#ctx0" brushRef="#br3" timeOffset="205550.07">11359 16104 425 0,'0'0'5'0,"0"0"3"0,0 0 0 16,0 0 2-16,2-10 1 16,-2 10 0-16,18-10 1 15,-6 6-1-15,8-2-4 0,-3 5-4 16,6-2-3-16,-1 0 0 15,2 3 0-15,-3 0 0 16,-3 6 0-16,-2-2 0 16,-5 3 0-16,-11-7 0 0,10 15-2 15,-10-5 0-15,0 0-1 16,-8 0 1-16,-2 0 0 16,-2-2 1-16,2 1 0 15,-3-2 0-15,3 1 1 0,10-8 0 16,-15 10 0-16,15-10 0 15,0 10 1-15,0-10 0 16,15 10 0-16,-3-5 0 0,6 0 1 16,-1 0-1-16,3 0 0 15,1 3 0-15,-5-4 0 16,0 0 0-16,-4 2-1 16,-12-6 1-16,9 12 1 0,-9-12-2 15,-2 13 0-15,-8-8 0 16,-4-1 0-16,-4 4 0 15,-4-3 0-15,-3 3 0 16,-2-6 0-16,4-2 0 16,-4 0 0-16,7 0-3 0,1-2-8 15,6-1-16-15,13 3-52 16,-3-18-7-16</inkml:trace>
  <inkml:trace contextRef="#ctx0" brushRef="#br3" timeOffset="205899.88">11881 16090 466 0,'0'0'2'15,"0"0"0"-15,0 0 2 0,-8 7 1 16,0 2 1-16,-4 2 1 16,-2 1-1-16,-6 2 1 15,4 4-1-15,-1 2-6 16,4-3 0-16,1 1 0 0,10-4 0 15,2-3 0-15,9-4 0 16,7-4 0-16,3-3 0 16,6 0 0-16,0-3 0 0,5-4 0 15,-5-4 0-15,-2 2 0 16,-6-6 0-16,-2 2 0 16,-8-1 0-16,-7-4 0 15,-2 4 0-15,-11-2 0 16,-6 4 0-16,-4-1 0 0,-5 9 0 15,-1-1 0-15,-1 5 0 16,2 0 0-16,9 7 0 16,-1-2-23-16,8 3-63 15,12-8-3-15</inkml:trace>
  <inkml:trace contextRef="#ctx0" brushRef="#br3" timeOffset="206249.99">12129 16122 484 0,'0'0'3'0,"0"0"1"16,0 0 2-16,0 0-1 16,-5 9 1-16,5-9-3 15,-18 12-3-15,9 1 0 16,-3-1 0-16,1 1 0 0,-1 2 0 16,2 0 0-16,7 0 0 15,3-4 0-15,6 0 0 16,6-4 0-16,8-4 0 15,-1-3 0-15,6 0 0 0,5-4 0 16,-2-4 0-16,-3-1 0 16,-4-2 0-16,-3-2 0 15,-6-2 0-15,-3 1 0 16,-9 1 0-16,-11-2 0 0,-8 2 0 16,-4 4 0-16,-4 2 0 15,-1-1 0-15,-4 6 0 16,4 2 0-16,3 2 0 15,6 6 0-15,4-1-49 0,15-7-40 16,-7 8-1-16</inkml:trace>
  <inkml:trace contextRef="#ctx0" brushRef="#br3" timeOffset="206616.55">12487 15327 457 0,'0'0'5'0,"0"0"1"0,0 0 1 16,-10-13 2-16,10 13-1 15,0 0 1-15,0 0 1 0,0 0-10 16,4 10 0 0,17 12 0-16,6 11 0 0,3 11 0 15,5 8 0-15,2 13 0 16,2 4 0-16,-1 8 0 16,-13 5 0-16,-7-1 0 0,-12 3 0 15,-6-2 0-15,-17-3 0 16,-8-5 0-16,-7-1 0 15,-10-6 0-15,-8-6-57 16,3-8-32-16</inkml:trace>
  <inkml:trace contextRef="#ctx0" brushRef="#br3" timeOffset="212433.2">8333 15774 414 0,'0'0'4'0,"0"0"1"16,0 0 3-16,0 0 1 0,2-9 1 16,-2 9 1-16,0 0 0 15,0-10 0-15,0 10-3 16,-11 0-2-16,2 10-2 16,-1 2-1-16,0 9-2 0,-5 5-1 15,1 6 0-15,-2 5 1 16,4 3 0-16,2 0-1 15,3-1 1-15,2-3-1 16,10-3 1-16,4-2 1 0,9-9-2 16,5-2 0-16,4-7 0 15,8-3 0-15,-1-8 0 16,6-2 0-16,-6-6 0 16,7-6 0-16,-9-6 0 0,3-1 0 15,-5-6 0-15,-9-1 0 16,-3-4 0-16,-8-3 0 15,-4-1 0-15,-6-1 0 16,-6-2 0-16,-9 1 0 16,-10 2 0-16,-5 5 0 0,-4 1 0 15,-3 9 0-15,-6 1 0 16,3 8 0-16,1 5 0 16,2 5 0-16,7 8 0 15,3 4 0-15,9 1 0 0,6 3 0 16,4 0 0-16,8 0 0 15,5 5 0-15,10-4 0 16,5 1 0-16,5-6 0 0,7 2 0 16,8-6 0-16,-1 2 0 15,7-7 0-15,0 1 0 16,4-1-7-16,-5-3-17 16,-16 0-59-16,17 0-4 0</inkml:trace>
  <inkml:trace contextRef="#ctx0" brushRef="#br3" timeOffset="212666.82">8968 15976 480 0,'0'0'3'0,"0"0"1"16,0 0 0-16,0 0 0 15,5-3 1-15,-5 3-1 16,11-7 1-16,-2 3-3 16,1 0-2-16,5 2-9 15,0-8-16-15,-15 10-58 0,25-5-4 16</inkml:trace>
  <inkml:trace contextRef="#ctx0" brushRef="#br3" timeOffset="212816.76">8869 16129 475 0,'0'0'2'0,"0"0"0"16,0 0 0-16,0 0 0 15,0 10 1-15,0-10 1 0,18 4-1 16,6-4-3-16,9 0-8 16,16-14-63-16,6 14-12 15</inkml:trace>
  <inkml:trace contextRef="#ctx0" brushRef="#br3" timeOffset="-194180.19">9428 7711 204 0,'0'0'8'0,"0"0"5"0,0 0 4 16,8 0 4-16,-8 0 2 16,0 0 2-16,10 0 3 0,-10 0 1 15,0 0-5-15,0 0-6 16,0 0-5-16,7 0-1 15,-7 0-3-15,5 8-1 16,-5 0-3-16,0 3 0 0,0 2-2 16,0 2 1-16,0 2 0 15,0 3-1-15,0-3-1 16,0 6 1-16,0-6 0 16,0 3 0-16,0 0 0 0,0-1 0 15,0-2 0-15,0 1-1 16,0 2 1-16,-3-3 0 15,3 0-1-15,-2 1-1 16,2-1 1-16,-2-4 0 0,-1 6-2 16,1-1 0-16,-1-4 0 15,1 4 0-15,-3-3 0 16,2 5 0-16,-2-5 0 0,2-1 0 16,1 1 0-16,-3 3 0 15,3-3 0-15,-1-3 0 16,1 2 0-16,-5 2 0 15,6-2 0-15,-4 1 0 16,3-2 0-16,-1 2 0 16,-2-2 0-16,3 1 0 0,0-2 0 15,-1 1 0-15,1 2 0 16,-4-3 0-16,6 3 0 16,-2-1 0-16,-1-1 0 15,3 2 0-15,0 0 0 0,-2-1 0 16,-1 2 0-16,1-2 0 15,2 4 0-15,-2-6 0 16,-1 5 0-16,1-2 0 0,-1-1 0 16,1 3 0-16,-3-3 0 15,5 1 0-15,-6 0 0 16,2-1 0-16,1-1 0 0,1 4 0 16,-1-4 0-16,0 1 0 15,-1 1 0-15,2 0 0 16,-1-2 0-16,0 1 0 15,3 2 0-15,-5-2 0 16,3 1 0-16,-3 0 0 0,0 5 0 16,-2-3 0-16,2 0 0 15,-3 3 0-15,1-3 0 16,-1 4 0-16,1-4 0 16,-1 5 0-16,1-5 0 0,0 3 0 15,-1-2 0-15,3 1 0 16,-5 1 0-16,3-3 0 15,0 1 0-15,-2-1 0 16,2 1 0-16,-3-1 0 0,3-2 0 16,-1 0 0-16,1-1 0 15,-3 4 0-15,2-3 0 16,-2 2 0-16,3-2 0 16,0 0 0-16,-4-3 0 0,4 2 0 15,0 2 0-15,0-1 0 16,-2-3 0-16,0 0 0 15,4 1 0-15,-2-1 0 16,-1-2 0-16,0 0 0 0,-1 1 0 16,2 0 0-16,-2-3 0 15,2 4 0-15,-2-2 0 16,1 3 0-16,0-4 0 16,-1 4 0-16,-1-1 0 0,-1 1 0 15,2 1 0-15,-3-2 0 16,1 4 0-16,-1-4 0 15,0 1 0-15,1-1 0 16,2 0 0-16,-1 3 0 0,0-5 0 16,0 2 0-16,3-2 0 15,-4 1 0-15,4 1 0 16,-3 1 0-16,0-5 0 16,0 3 0-16,0 1 0 0,-3-2 0 15,4 3 0-15,-1-4 0 16,-3 1 0-16,3-3 0 15,1 4 0-15,-4-1 0 0,1 0 0 16,2 2 0-16,-3-2 0 16,-1 0 0-16,1 2 0 15,-2-3 0-15,2 2 0 16,1 2 0-16,0-4 0 16,-3 1 0-16,5 0 0 0,0 0 0 15,-2 0 0-15,2 0 0 16,-3 0 0-16,1-1 0 15,2 4 0-15,-3-1 0 16,1 1 0-16,-1-6 0 0,-1 3 0 16,4 0 0-16,-3 3 0 15,1-6 0-15,-1 2 0 16,1 0 0-16,0-2 0 16,-1 2 0-16,1 1 0 0,-1 0 0 15,-1 0 0-15,1 0 0 16,1-2 0-16,0-2 0 15,-1 5 0-15,3-6 0 16,0 3 0-16,10-8 0 0,-15 9 0 16,15-9 0-16,-10 5 0 15,10-5 0-15,0 0 0 16,0 0 0-16,-7 5 0 0,7-5 0 16,0 0 0-16,0 0 0 15,0 0 0-15,0 0 0 16,0 0 0-16,-13 5 0 15,13-5 0-15,0 0 0 16,-12 5 0-16,12-5 0 0,0 0 0 16,-13 2 0-16,13-2 0 15,0 0 0-15,-11 6 0 16,11-6 0-16,-8 2 0 16,8-2 0-16,-8 5 0 0,8-5 0 15,-10 5 0-15,10-5 0 16,-10 4 0-16,10-4 0 15,0 0 0-15,-13 10 0 0,13-10 0 16,0 0 0-16,0 0 0 16,-9 6 0-16,9-6 0 15,0 0 0-15,0 0 0 16,0 0 0-16,0 0 0 0,0 0 0 16,0 0 0-16,-7 7 0 15,7-7 0-15,0 0 0 16,0 0 0-16,0 0 0 15,-10 2 0-15,10-2 0 0,0 0 0 16,0 0 0-16,0 0 0 16,-8 0 0-16,8 0 0 15,0 0 0-15,0 0 0 16,0 0 0-16,0 0-23 0,0 0-41 16,0 0-25-16,8-2-2 15</inkml:trace>
  <inkml:trace contextRef="#ctx0" brushRef="#br3" timeOffset="-193730.05">8129 10179 370 0,'0'0'7'0,"0"0"4"0,0 0 2 0,0 0 2 0,0 0 0 0,-12 0 2 16,12 0 0-16,-11 0 0 15,11 0-6-15,-7 0-4 16,7 0-2-16,-12 12-1 0,12-12-2 16,-9 17-2-16,6-4 0 15,2-3 0-15,1-1 0 16,0 1 0-16,0-10 0 15,13 11 0-15,-4-9 0 0,1-2 0 16,3-2 0-16,-1-3 0 16,1-8 0-16,-3 3 0 15,-3 1 0-15,-2-4 0 16,-3-2 0-16,-2 2 0 16,-2 1 0-16,-8 4 0 0,-2 4 0 15,-3-1 0-15,-6 5 0 16,7 0 0-16,-5 5 0 15,8-1 0-15,-4 2-3 16,15-6-51-16,0 0-35 0,0 0 1 16</inkml:trace>
  <inkml:trace contextRef="#ctx0" brushRef="#br3" timeOffset="-191910.85">7085 7763 186 0,'0'0'8'0,"0"0"4"0,0 0 6 0,0 0 3 16,0 0 2-16,0 0 1 0,-7 0 3 16,7 0 0-16,0 0-7 15,0 0-2-15,0 0-6 16,0 0-2-16,0 0-1 16,-5 13-2-16,5-3-1 0,0 0 0 15,0 4-1-15,0 6 2 16,2 3-1-16,3-4-1 15,0 9-1-15,0-4 0 16,5 6-1-16,0 0 1 0,0 4-1 16,3-1 0-16,0 1-1 15,1 1 0-15,5 5 0 16,-3-3 0-16,0 5 0 16,5 0 0-16,-7-2-1 0,4 2 0 15,0-2-1-15,-1 1 0 16,-2-3 0-16,-1 2 0 15,-2-8-1-15,2 2 1 16,0-1-1-16,1-1 1 0,-3-3 0 16,1-1 0-16,-3-1 1 15,0 0 0-15,0 1-1 16,0 1 1-16,-3-1 0 16,0 1-1-16,2-1 1 15,-2 1 0-15,2 1 0 0,2-1 1 16,-4-1-1-16,5-1 1 15,-1 0-1-15,-2 1 0 16,6-1 1-16,-2-1-1 16,-4 2 0-16,3 0 0 0,2 2 1 15,-5-5-2-15,4 4 0 16,-3-2 0-16,2 0 0 16,-2 3 0-16,0-3 0 0,2 1 0 15,-4-1 0-15,2 0 0 16,1 1 0-16,1-2 0 15,-5-1 0-15,2 3 0 0,2-4 0 16,-1 4 0-16,-3-6 0 16,2 3 0-16,0 0 0 15,-2-6 0-15,2 3 0 16,2 1 0-16,-1-7 0 16,-1 5 0-16,-2 1 0 0,4-7 0 15,-1 5 0-15,-3 0 0 16,4-1 0-16,-2 1 0 15,1 0 0-15,0 0 0 16,-2 2 0-16,0-2 0 16,0 0 0-16,3 2 0 0,-1 0 0 15,-1 1 0-15,2-1 0 16,-4 0 0-16,3 1 0 16,3 2 0-16,-6 0 0 0,5-3 0 15,-2 6 0-15,0-5 0 16,0 5 0-16,0-3 0 15,0 1 0-15,-3 2 0 16,4 2 0-16,-1-2 0 0,-1 1 0 16,2-2 0-16,-2 5 0 15,3-2 0-15,-1-1 0 16,-1 5 0-16,-1-1 0 16,2 3 0-16,1-2 0 0,-3 1 0 15,5-1 0-15,-5 4 0 16,1-4 0-16,3 3 0 15,-4-4 0-15,1 4 0 16,1-3 0-16,1 2 0 16,0-2 0-16,-4 0 0 0,5 6 0 15,1-3 0-15,1 3 0 16,-3 2 0-16,3 3 0 16,0-1 0-16,0 2 0 0,-1 2 0 15,2-1 0-15,1 3 0 16,1-3 0-16,-1-3 0 15,-2 6 0-15,0-3 0 0,2 3 0 16,1-6 0-16,-1 3 0 16,-2 0 0-16,0-3 0 15,0-1 0-15,-3 0 0 16,6-4 0-16,-6-8 0 16,0 0 0-16,-2-4 0 0,1-7 0 15,1-4 0-15,-5-5 0 16,-2-1 0-16,-5-10 0 15,5 10 0-15,-5-10 0 16,0 0 0-16,0 0 0 0,0 0 0 16,0 0 0-16,0 0 0 15,0 0 0-15,0 0 0 16,0 0 0-16,0 0 0 16,0 0 0-16,0-7 0 0,-7 0 0 15,7 7-24-15,-7-18-68 16,-2 8-2-16</inkml:trace>
  <inkml:trace contextRef="#ctx0" brushRef="#br3" timeOffset="-189513.09">8124 10167 253 0,'0'0'6'0,"0"0"4"0,0 0 3 0,0 0 3 0,-10 7 1 0,10-7 3 0,-10 9 1 15,10-9 2-15,-12 16-5 0,12-16-3 16,-10 9-3-16,10-9-1 16,0 0-2-16,-8 10 0 15,8-10 0-15,0 0-1 16,4-5 0-16,5-4 0 16,-2-4 0-16,3-7 0 15,5-2-1-15,-1-3-5 0,2-6-2 16,1-5 0-16,-2 4 0 15,2-5 0-15,-2 2 0 0,0 3 0 16,-5 3 0-16,0 1 0 16,-3 8 0-16,-4 2 0 15,-1 7 0-15,-2 11 0 0,2-14 0 16,-2 14 0-16,0 0 0 16,0 0 0-16,-7 0 0 15,5 11 0-15,-3 2 0 16,-2 1 0-16,-4 6 0 0,4 8 0 15,-3-2 0-15,-3 7 0 16,4-1 0-16,-6 2 0 16,7 1 0-16,-3 0 0 15,3-8 0-15,0 3 0 16,3-10 0-16,0-3 0 0,0-2 0 16,5-15 0-16,-2 10 0 15,2-10 0-15,0-8 0 16,0-4 0-16,7-6 0 15,-2-3 0-15,3-7 0 0,4-4 0 16,0-3 0-16,1-2 0 16,4 1 0-16,-2 3 0 15,0 4 0-15,-2 5 0 16,-1 3 0-16,-5 11 0 0,-7 10 0 16,0 0 0-16,0 7 0 15,-5 13 0-15,-4 2 0 16,-2 5 0-16,-6 8 0 0,5 3 0 15,-6 1 0-15,0-2 0 16,4-5 0-16,-4 3 0 16,4-10 0-16,2-3 0 15,1-7 0-15,4-5 0 0,7-10 0 16,-7 10 0-16,7-10 0 16,0 0 0-16,0-5 0 15,0 5 0-15,5-13 0 16,-5 13 0-16,4-12 0 15,-4 12 0-15,8-13 0 16,-8 13 0-16,15-5 0 0,-3 5 0 16,1 0 0-16,0 0 0 15,4 4 0-15,4 0 0 0,2 1 0 16,2 0 0-16,0 2 0 16,-1-2 0-16,6 3 0 15,-2-3 0-15,4 0 0 16,-5 0 0-16,3-1 0 0,0-1 0 15,-5 0 0-15,0-3 0 16,-3 0 0-16,-2 3 0 16,-5-3 0-16,-5 1 0 15,-10-1 0-15,12 0 0 16,-12 0 0-16,0 0 0 0,0 0 0 16,0 0 0-16,0 0 0 15,0 0 0-15,0 0 0 16,-5 3 0-16,5-3 0 15,-2 18-67-15,2-18-23 0</inkml:trace>
  <inkml:trace contextRef="#ctx0" brushRef="#br3" timeOffset="-185278.91">8720 10293 365 0,'0'0'7'0,"0"0"1"0,0 0 3 16,0 0 0-16,5 0 2 15,-5 0 1-15,15 0 1 0,-5-3 0 16,5-6-4-16,2 2-3 15,5-6-1-15,4 2-1 16,-1-1-2-16,-4 2-1 0,2 3 0 16,-5-1 0-16,-6 3-1 15,0 3-1-15,-12 2 0 16,0 0-1-16,0 0-2 16,0 7-2-16,-5 1-6 0,-10-3-11 15,0-3-60-15,3 8-5 16</inkml:trace>
  <inkml:trace contextRef="#ctx0" brushRef="#br3" timeOffset="-180946.84">8790 8145 220 0,'0'0'1'0,"0"0"1"0,17-5-1 0,6 0 2 16,6 0-2-16,11-3 0 15,8-1 1-15,14 1 0 16,7-4 0-16,10 0 1 15,6-1-1-15,11 1 0 0,9-1 1 16,9 1-1-16,3-1 1 16,12 3-1-16,8 1-1 15,8-2 0-15,3 2 0 16,3 2-1-16,8-1 0 0,4 3 0 16,0 0 1-16,9 3-1 15,4 2 0-15,3 0 0 16,10 0-1-16,-3 0 0 15,0 0 0-15,4 0 0 0,8 2 0 16,-7 1 0-16,-4-3 1 16,0 2 1-16,-2 0 0 15,-6 4 0-15,-2 3 1 16,-13 1-1-16,-13 3 1 0,-11 6-1 16,-9 1 2-16,-16 5-2 15,-16 3-1-15,-14 1 1 16,-9 2 0-16,-14 11-1 15,-7-6 0-15,-13 4-1 16,-10-1 0-16,-14 9-2 0,-4-1 1 16,-16 0-1-16,-19 2-2 15,-9-1-4-15,-18 4-2 16,-12-2-3-16,-6 1 0 0,-17-7-1 16,-6-1 1-16,-15-4 0 15,-6-2 3-15,-6-1 3 16,-11-7-1-16,-7-2 0 0,-11-2 1 15,-9-1 0-15,-7-6 0 16,-6 2 5-16,-7-5 4 16,-5-1 4-16,-7-4 5 15,-3 0 6-15,1 5 1 16,-3-8 1-16,-1 4 0 0,0-9-1 16,1 0-2-16,0-2-2 15,5 0 0-15,-3-7-1 16,3-3 1-16,4-2-2 15,1-3 2-15,1 2-2 16,10 4-2-16,0-6 0 0,11 0 0 16,10-5-2-16,11-2-1 15,8-8-1-15,16 2-1 0,14-5 1 16,16-5-1-16,14-4 0 16,16-5 1-16,11 0-1 15,13-6 0-15,16-1 0 16,14-3 0-16,9 0-1 0,14 0 0 15,15 0-2-15,16-1 0 16,6 5-1-16,14 0-1 16,11 2 0-16,9 6 1 15,13 3-1-15,9 3 1 16,12 1 0-16,13 6 0 0,13 2-1 16,10 3 2-16,17 5 0 15,10 2 0-15,15 5-1 16,5 3 1-16,13 0 0 0,10 3 0 15,8 5 0 1,4 0-1-16,4 0 1 0,4 4 0 16,1 4-1-16,2 2 1 15,-9 9-2-15,-7 3-4 16,-8 5-19-16,-6 10-44 0,-19 5-4 16</inkml:trace>
  <inkml:trace contextRef="#ctx0" brushRef="#br3" timeOffset="-131863.2">9868 16865 438 0,'0'0'4'0,"0"0"2"0,-10-7 1 15,10 7 2-15,-17-8 0 16,4 8 0-16,-1 0 1 16,-4 2-1-16,1 11-2 0,-6 3-4 15,5 9-3-15,2 8 0 16,0 2 0-16,4 7 0 16,5 3 0-16,5-1 0 15,2-22 0-15,0 0 0 16,4 2 0-16,1-3 0 0,7-3 0 15,4-1 0-15,9 8 0 16,9-11 0-16,8-14 0 16,6-1 0-16,-2-15 0 15,2-13 0-15,-6-9 0 16,-8-6 0-16,-6-1 0 0,-8-5 0 16,-10 1 0-16,-8 2 0 15,-2 0 0-15,-9 5 0 16,-7 5 0-16,-3 7 0 15,-6 8 0-15,-5 5 0 0,5 11 0 16,-5 6 0-16,5 3 0 16,-2 7 0-16,8 5 0 15,-2 7 0-15,9-2 0 16,4 10 0-16,6-4 0 0,2 2 0 16,10-1 0-16,5 0 0 15,7-4 0-15,6-4 0 16,4-4 0-16,5-2 0 15,0-6 0-15,1-4 0 0,4 4 0 16,30-7-80-16,-35 0-8 16</inkml:trace>
  <inkml:trace contextRef="#ctx0" brushRef="#br3" timeOffset="-131563.3">10405 17016 482 0,'0'0'4'0,"0"0"0"0,0 0 2 16,0 0 0-16,0 0 0 15,0 0-3-15,0 0-3 16,12 2 0-16,-12-2 0 0,13 5 0 16,1-2 0-16,2 0 0 15,3-3 0-15,8 2 0 16,-4-2-23-16,2 0-62 16,2-2-3-16</inkml:trace>
  <inkml:trace contextRef="#ctx0" brushRef="#br3" timeOffset="-131346.73">10393 17173 449 0,'0'0'3'0,"0"0"2"15,0 0 3-15,7 0 0 16,-7 0 2-16,19-4 0 0,-6 2 0 15,6 0-2-15,-1-1-8 16,10 3 0-16,-8-7-11 16,-20 7-71-16,35-7-4 15</inkml:trace>
  <inkml:trace contextRef="#ctx0" brushRef="#br3" timeOffset="-130646.46">10956 17054 399 0,'0'0'5'0,"0"0"4"16,0 0 3-16,0 0 1 15,0 0 2-15,-9 8 1 16,9-8 0-16,0 0 0 0,-8 13-6 16,8-13-10-16,0 12 0 15,0-12 0-15,13 15 0 16,1-7 0-16,4 2 0 16,1-5 0-16,8 0 0 15,3-4 0-15,5 3 0 0,3-4 0 16,2 0 0-16,1-5 0 15,0-2 0-15,-4 4 0 16,-5-2 0-16,-4 2 0 0,-7-1 0 16,-5 4 0-16,-7-3 0 15,-9 3 0-15,0 0 0 16,11 0 0-16,-11 0 0 16,0 0 0-16,0 0 0 0,0 0 0 15,0 0 0-15,-6 5 0 16,6-5 0-16,0 0 0 15,0 0 0-15,-10 10 0 16,10-10 0-16,0 0 0 0,0 0 0 16,0 0 0-16,0 0 0 15,0 0 0-15,0 0 0 16,0 0 0-16,0 0 0 16,0 0 0-16,0 0 0 15,0 0 0-15,0 0-68 0,0 0-21 16,0 0-2-16</inkml:trace>
  <inkml:trace contextRef="#ctx0" brushRef="#br3" timeOffset="-129946.5">11906 17041 389 0,'0'0'7'0,"0"0"5"0,0 0 3 16,0-8 2-16,0 8 1 15,-3-12 1-15,-3 2 1 0,2-3-6 16,-6 3-14-16,-8 1 0 16,1-2 0-16,-9 7 0 15,0 1 0-15,-4 3 0 16,-5 3 0-16,1 9 0 0,2 5 0 16,4 6 0-16,1 2 0 15,12-4 0-15,5 3 0 16,6-2 0-16,10-5 0 15,9-5 0-15,10-4 0 16,5-8 0-16,2-5 0 0,8-5 0 16,-1-5 0-16,-4-5 0 15,3-2 0-15,-8 0 0 16,-4 0 0-16,-8-1 0 0,0 5 0 16,-8 6 0-16,-5 3 0 15,-5 9 0-15,0 0 0 16,0 14 0-16,-3 9 0 15,-2 9 0-15,-2 7 0 0,1-16 0 16,4 4 0-16,-3 0 0 16,3 2 0-16,-1 2 0 15,1-1 0-15,0-4 0 16,-1 2 0-16,-2-4-64 16,5-4-27-16</inkml:trace>
  <inkml:trace contextRef="#ctx0" brushRef="#br3" timeOffset="-129746.14">12173 17127 511 0,'0'0'0'0,"0"0"0"0,0 0 0 15,0 0 0-15,0 0 0 16,0 0 0-16,0 0 0 0,0 0 0 15,16 0-35-15,-16 0-54 16</inkml:trace>
  <inkml:trace contextRef="#ctx0" brushRef="#br3" timeOffset="-129397.35">12703 17018 511 0,'0'0'0'0,"0"0"0"0,0 0 0 16,0 0 0-16,0 0 0 15,-2 13 0-15,-6-6 0 16,-4 6 0-16,-4-2 0 0,0 6 0 16,-10-1 0-16,4 1 0 15,0 1 0-15,0-3 0 16,4-5 0-16,3 0 0 15,5-6 0-15,0 1 0 0,10-5 0 16,0 0 0-16,0 0 0 16,10 0 0-16,8 0 0 15,2-5 0-15,4 3 0 0,6-6 0 16,3 4 0-16,4-3 0 16,-2-1 0-16,-3 5 0 15,-2-4 0-15,0 2 0 16,-11 0-35-16,-1 0-53 15,-6-2-3-15</inkml:trace>
  <inkml:trace contextRef="#ctx0" brushRef="#br3" timeOffset="-129213.37">12720 17001 481 0,'0'0'2'0,"0"0"1"0,0 0 2 15,0 0 2-15,-2 17 1 16,2-4-3-16,0 4-5 15,2 5 0-15,5 6 0 16,-1 1 0-16,-1 0 0 0,-3-12 0 16,3 2 0-16,-5-5 0 15,0 6-80-15,0-4-10 16</inkml:trace>
  <inkml:trace contextRef="#ctx0" brushRef="#br3" timeOffset="-128846.48">13065 16961 505 0,'0'0'3'15,"0"0"0"-15,-7-5-3 0,7 5 0 16,-12-2 0-16,2 2 0 16,0 0 0-16,-4 0 0 15,0 10 0-15,-5 5 0 16,-1-1 0-16,2 11 0 15,1 0 0-15,0 2 0 0,5 3 0 16,7-3 0-16,2-2 0 16,6 0 0-16,9-5 0 15,6-5 0-15,3-1 0 16,4 2 0-16,-12-11 0 0,-1 2 0 16,-2-2 0-16,3-1 0 15,-3 4 0-15,-10-8 0 16,12 15 0-16,-12-15 0 15,0 20 0-15,0-13 0 0,0-7 0 16,-12 16 0-16,0-12 0 16,3 0-85-16,-10-4-4 15</inkml:trace>
  <inkml:trace contextRef="#ctx0" brushRef="#br3" timeOffset="-128697.03">13026 16927 511 0,'0'0'0'0,"0"0"0"16,0 0 0-16,0 0 0 16,15-3 0-16,5-2 0 0,9 1 0 15,8-9 0-15,21-5-63 16,1 2-24-16</inkml:trace>
  <inkml:trace contextRef="#ctx0" brushRef="#br3" timeOffset="-125812.89">8494 11606 445 0,'0'0'6'0,"0"0"1"0,0 0 3 15,0 0 0-15,0 0 2 16,0 0 0-16,-7-3-3 16,7 3-9-16,-18 3 0 0,11 6 0 15,-3 1 0-15,2 4 0 16,1-3 0-16,2 1 0 16,5 4 0-16,0-4 0 15,0-12 0-15,14 15 0 0,-1-12 0 16,3-3 0-16,1-7 0 15,-1-4 0-15,2-4 0 16,-3-2 0-16,-3 2 0 16,-4-3 0-16,-3 4 0 0,-5-1 0 15,0 15 0-15,-20-10 0 16,3 10 0-16,-6 0 0 16,4 11 0-16,-1 3 0 15,-1 0 0-15,7 1 0 0,2-2 0 16,6 2 0-16,6-5 0 15,0-10 0-15,18 7 0 16,-4-7 0-16,9-2 0 0,0-11 0 16,2 1 0-16,-1-3 0 15,-4-3 0-15,0-4 0 16,-8 2 0-16,-7 3 0 16,-3 2 0-16,-2 3 0 0,-7 1 0 15,-5 7 0-15,-8 1 0 16,3 3 0-16,-3 7 0 15,0 4 0-15,3-2 0 16,1 7 0-16,4-4 0 0,5-2 0 16,4 0 0-16,3-10 0 15,8 10 0-15,4-10-24 16,6-5-5-16,-4-5-1 16,9-5 2-16,-6-3 2 15,0-3 8-15,-1-7 11 0,-4 1 8 16,-10-5 11-16,-2 2 9 15,-2-5 4-15,-5 7 0 16,-14 2 1-16,1 1-5 16,-4 8-5-16,-3 4-3 0,-1 8-11 15,-2 5-2-15,1 16 0 16,-4 5 0-16,4 14 0 16,1 7 0-16,3 13 0 15,8 2 0-15,7 4 0 0,5-1 0 16,5 2 0-16,15-5 0 15,4-5 0-15,10-10 0 16,12-7 0-16,2-11 0 0,6-8 0 16,3-12 0-16,3-8 0 15,2-12 0-15,-2-8 0 16,-6-11 0-16,-3-7 0 16,-7-3 0-16,-11-6 0 15,-9-3 0-15,-11-9 0 0,-8-1 0 16,-13-4 0-16,-15 4 0 15,-11 6 0-15,-10 9 0 16,-6 13 0-16,-12 16 0 16,2 20 0-16,-7 12 0 0,3 28 0 15,4 19 0-15,10 13 0 16,8 7 0-16,27 6-10 16,20 1-80-16,8-7-3 0</inkml:trace>
  <inkml:trace contextRef="#ctx0" brushRef="#br3" timeOffset="-114280.15">9197 11085 322 0,'0'0'9'0,"0"0"5"0,0 0 3 0,0-10 5 0,0 10-1 16,-2-7 3-16,2 7 0 16,-16-10 0-16,4 8-7 0,2 2-7 15,-7 8-3-15,-3 6-7 16,1 11 0-16,-4 4 0 15,0 8 0-15,6 8 0 0,0 0 0 16,5 4 0-16,3 0 0 16,9-3 0-16,0-2 0 15,11-7 0-15,1-2 0 16,8-8 0-16,5-5 0 16,5-7 0-16,-3-7 0 0,5-3 0 15,1-5-10-15,-9-5-74 16,6 0-2-16</inkml:trace>
  <inkml:trace contextRef="#ctx0" brushRef="#br3" timeOffset="-112946.84">9289 11249 376 0,'0'0'9'0,"0"0"3"0,0 0 3 0,0-12 1 16,0 12 2-16,0 0 2 15,0-11 0-15,0 11 1 16,0 0-17-16,0 0-4 16,0 0 0-16,0 0 0 0,0 0 0 15,0 0 0-15,-13 0 0 16,13 0 0-16,-7 13 0 15,5-3 0-15,-1 3 0 0,3-4 0 16,0 3 0-16,3-4 0 16,4-1 0-16,3 3 0 15,2-4 0-15,0 1 0 16,2-2 0-16,0 0 0 0,-1 0 0 16,-3 2 0-16,-1-3 0 15,-1 2 0-15,-8-6 0 16,10 12 0-16,-10-12 0 15,0 13 0-15,0-13 0 0,-10 12 0 16,-3-5 0-16,1-1 0 16,-3-1 0-16,-4-1 0 15,1 2 0-15,-5-6 0 16,9 0-46-16,14 0-40 0,-23-15-3 16</inkml:trace>
  <inkml:trace contextRef="#ctx0" brushRef="#br3" timeOffset="-112796.92">9271 11229 441 0,'0'0'6'0,"0"0"1"16,3-10 3-16,-3 10-1 15,8-10 1-15,-8 10 0 16,14-12 0-16,-4 4-2 16,6 8-13-16,-9-2-37 0,11 2-41 15,-4 0-1-15</inkml:trace>
  <inkml:trace contextRef="#ctx0" brushRef="#br3" timeOffset="-112430.2">9552 11179 446 0,'0'0'5'0,"0"0"2"16,-7 0 1-16,7 0 0 15,-12 0 1-15,12 0-1 0,-18 15 0 16,8-2 1-16,3 4-6 15,-1-2-3-15,3 8 0 16,2-4 0-16,3 1 0 0,0-3 0 16,6-2 0-16,4-2 0 15,2-6 0-15,0-4 0 16,6-3 0-16,-1 0 0 16,-2-9 0-16,0-2 0 15,0-4 0-15,-5-3 0 0,-3 2 0 16,-4-7 0-16,-3 1 0 15,0 2 0-15,-8-1 0 16,-1 2 0-16,-3 6 0 16,-1 1 0-16,-3 6 0 0,4 5 0 15,0 1 0-15,-1 5 0 16,3 8 0-16,1 6-58 16,6-7-30-16,3 6 0 15</inkml:trace>
  <inkml:trace contextRef="#ctx0" brushRef="#br3" timeOffset="-111846.85">9775 11303 457 0,'0'0'7'0,"0"0"3"0,0 0 1 0,0 0 1 0,0 0 0 15,0 0-10-15,-2 11-2 16,0-3 0-16,-6 3 0 16,1 3 0-16,0 7 0 15,-4-2 0-15,2 6 0 16,-3-3 0-16,-1 3 0 0,3-8 0 15,3 4 0-15,-1-6 0 16,8-15 0-16,-10 14-22 16,22-9-64-16,-12-5-3 15</inkml:trace>
  <inkml:trace contextRef="#ctx0" brushRef="#br3" timeOffset="-110913.27">9860 11246 368 0,'0'0'7'0,"0"0"5"0,0 0 0 15,0 0 1-15,0 0 1 0,0 0 1 16,0 0 0-16,0 0 0 16,0 0-7-16,0 0-3 15,0 0-1-15,0 0-1 16,0 0 1-16,0 0 0 0,11 0 0 15,0 0 1-15,2 0-2 16,7 0-3-16,-2 0 0 16,4 0 0-16,0-2 0 15,3 0 0-15,-8-1 0 0,1 1 0 16,-3-1 0-16,-3 3 0 16,-2-2 0-16,-10 2 0 15,0 0 0-15,7-3 0 0,-7 3 0 16,0 0 0-16,0 0 0 15,0 0 0-15,0 0 0 16,0 0 0-16,0 0 0 16,0 0 0-16,0 0 0 0,0 0 0 15,0 0 0-15,0 0 0 16,0 0 0-16,0 0 0 16,0 0 0-16,0 0 0 15,0 0-16-15,0 0-72 16,11 5-3-16</inkml:trace>
  <inkml:trace contextRef="#ctx0" brushRef="#br3" timeOffset="-110062.99">10156 11147 419 0,'0'0'6'0,"0"0"4"0,0 0 1 0,0 0 2 15,0 0 2-15,-7-10 0 0,7 10 1 16,0 0-10-16,-6-9-6 16,6 9 0-16,0 0 0 15,0 0 0-15,4-10 0 16,5 7 0-16,1 0 0 0,5 1 0 15,-3 2 0-15,4-3 0 16,-2 3 0-16,2 0 0 16,-7 3 0-16,1 2 0 15,-10-5 0-15,7 17 0 0,-7-6 0 16,0 1 0-16,-5-2 0 16,0 1 0-16,-2 0 0 15,-2-1 0-15,3 0 0 16,6-10 0-16,-12 15 0 0,12-15 0 15,0 12 0-15,0-12 0 16,5 15 0-16,-5-15 0 16,20 13 0-16,-11-9 0 15,7 3 0-15,-2 1 0 0,-2 0 0 16,1-4 0-16,-3-1 0 16,-3 4 0-16,-7-7 0 15,7 8 0-15,-7-8 0 16,0 11 0-16,0-11 0 0,-19 14 0 15,7-11 0-15,-9 4 0 16,2-6 0-16,-3 5 0 16,-1-6 0-16,3 3 0 15,3-3 0-15,2 0 0 0,3-9 0 16,12 9-30-16,-3-11-56 16,3 1-3-16</inkml:trace>
  <inkml:trace contextRef="#ctx0" brushRef="#br3" timeOffset="-109730.64">10444 11150 485 0,'0'0'4'0,"0"0"1"0,0 0 1 0,0 0 0 0,0 9-1 16,0-9-5-16,-12 17 0 16,7-4 0-16,-3 2 0 15,3 0 0-15,0-2 0 16,5 1 0-16,0-1 0 15,5-3 0-15,8-3 0 0,4-2 0 16,1-5 0-16,1 0 0 16,4-3 0-16,-3-6 0 15,-1 2 0-15,-3-6 0 16,-7 1 0-16,-4-1 0 0,-5-2 0 16,0 3 0-16,-9-3 0 15,-6 5 0-15,-3 0 0 16,-2 3 0-16,1 2 0 15,-1 5 0-15,-1 0 0 16,7 5 0-16,-1-1 0 0,15-4-36 16,-5 17-50-16,5-6-4 15</inkml:trace>
  <inkml:trace contextRef="#ctx0" brushRef="#br3" timeOffset="-109329.89">10733 11140 444 0,'0'0'5'16,"0"0"2"-16,0 0 1 0,0 0 0 16,0 0 1-16,0 0 0 15,-8 0 0-15,8 0 0 16,-17 11-6-16,6 3-3 15,4 0 0-15,-5 1 0 16,10 3 0-16,-1-6 0 0,3 1 0 16,3-4 0-16,6-4 0 15,7 0 0-15,-2-5 0 16,4-3 0-16,1-4 0 0,1-5 0 16,-3 2 0-16,-1-5 0 15,-10 0 0-15,0 0 0 16,-6 1 0-16,-7 0 0 15,-5 3 0-15,-4 1 0 0,-3 2 0 16,-4 6 0-16,-2 2 0 16,5-2 0-16,-2 4 0 15,1-2-6-15,4 5-81 16,8 2-2-16</inkml:trace>
  <inkml:trace contextRef="#ctx0" brushRef="#br3" timeOffset="-109079.99">10931 10934 497 0,'0'0'2'0,"0"0"-1"0,0 0 1 16,0 0 2-16,0 0 1 16,5 10-5-16,6 3 0 0,-2 1 0 15,5 9 0-15,2-1 0 16,1 10 0-16,-2 1 0 15,-5 4 0-15,-8 0 0 16,-2 2 0-16,-14 6 0 0,-11-1 0 16,-12-1 0-16,-6 1 0 15,-6-6 0-15,6-9-29 16,-8 6-58-16</inkml:trace>
  <inkml:trace contextRef="#ctx0" brushRef="#br3" timeOffset="-106647.33">4822 13456 448 0,'0'0'3'0,"0"0"0"0,0 0 2 0,-3-8 1 0,3 8 1 15,0 0 0-15,-5-14 0 16,5 14 1-16,0-7-2 0,0 7-2 15,8-8-1-15,-8 8 1 16,19-10-4-16,-1 8 0 16,-1-1 0-16,5 1 0 15,-1 2 0-15,1 0 0 16,-3 0 0-16,4 5 0 0,-9 2 0 16,0 3 0-16,-7 2 0 15,-5 4 0-15,-2 0 0 16,-5 2 0-16,-7-1 0 0,-3 1 0 15,5 0 0-15,-5-7 0 16,3 4 0-16,5-5 0 16,-2-2 0-16,9-8 0 15,-2 14 0-15,2-14 0 0,11 11 0 16,1-7 0-16,1 0 0 16,3 2 0-16,-1 1 0 15,5-2 0-15,-4 1 0 16,-5 1 0-16,2 3 0 15,-13-10 0-15,10 12 0 0,-10-12 0 16,-2 15 0-16,-9-8 0 16,-6-1 0-16,0-1 0 15,-9 0 0-15,-2-1 0 0,3-1 0 16,-5-3 0-16,4 0 0 16,2 0 0-16,6-3-5 15,3-5-15-15,11-4-42 16,1 5-24-16,6-5-3 0</inkml:trace>
  <inkml:trace contextRef="#ctx0" brushRef="#br3" timeOffset="-106280.2">5209 13473 482 0,'0'0'3'0,"0"0"0"0,0 0 0 0,-7 3 1 16,7-3 0-16,-12 15 1 0,-1-5-1 15,1 4-1-15,-1 4-3 16,1 1 0-16,1 1 0 16,7 3 0-16,4-3 0 15,4-2 0-15,14-4 0 16,0-4 0-16,4-5 0 16,10-3 0-16,-2-2 0 0,5-7 0 15,-3-6 0-15,-2-2 0 16,-5-2 0-16,-3-2 0 15,-7-4 0-15,-5 3 0 0,-8 0 0 16,-7 1 0-16,-7 1 0 16,-8 3 0-16,-3 5 0 15,-4 3 0-15,-3 4 0 16,3 3 0-16,-3 8 0 0,11 7 0 16,-2-3-13-16,14 6-33 15,7-4-41-15,5 0-1 16</inkml:trace>
  <inkml:trace contextRef="#ctx0" brushRef="#br3" timeOffset="-105913.11">5609 13458 461 0,'0'0'5'0,"0"0"1"0,-5-5 1 15,5 5 0-15,-14-1 0 16,1 1 1-16,-2 0-1 15,0 4-4-15,-2 8-3 0,-1-2 0 16,1 8 0-16,2-3 0 16,8 4 0-16,2 1 0 15,5-2 0-15,7-3 0 16,7-3 0-16,7-5 0 16,1-1 0-16,8-6 0 0,-2 0 0 15,1-6 0-15,-4-3 0 16,2-7 0-16,-7 4 0 15,-5-1 0-15,-5-3 0 16,-5 2 0-16,-5-3 0 0,-7 8 0 16,-6-6 0-16,-6 5 0 15,-2 3 0-15,-1-1 0 16,-3 8 0-16,-2 0 0 0,5 5 0 16,-1-2-22-16,11-1-51 15,-1 13-15-15</inkml:trace>
  <inkml:trace contextRef="#ctx0" brushRef="#br3" timeOffset="-105146.43">4314 13558 422 0,'0'0'4'0,"0"0"1"0,0 0 2 16,0 0-1-16,8 0 2 15,-8 0 0-15,17 0 1 0,-7 0 1 16,5 0-4-16,2 0 0 15,6 0-2-15,4 0 0 16,1 0-1-16,2 0 0 16,-1 0-1-16,1 0-1 15,0 0 0-15,-5 0 1 0,-3 0-2 16,-2 0 0-16,-8 0-2 16,-1 0-1-16,-11 0-4 15,9 2-9-15,-9-2-32 0,0 0-37 16,0 12-2-16</inkml:trace>
  <inkml:trace contextRef="#ctx0" brushRef="#br3" timeOffset="-104496.85">3927 13934 373 0,'0'0'5'0,"0"0"3"0,0 0 0 15,0 0 3-15,0 0 1 16,8 3 1-16,4-3 0 16,10 2 2-16,6-2-4 15,9 2-2-15,10 1-2 0,11 0-1 16,9 2-1-16,9-3-2 16,6 1 0-16,10-1 0 15,8 3-1-15,4-3-1 16,8 1 2-16,2-3-3 0,6 0 0 15,-1-3 0-15,2-4 0 16,4 2 0-16,-7-5 0 16,-3 3 0-16,-13-3 0 15,-10 5 0-15,-12-3 0 16,-18 6 0-16,-15-1 0 0,-14 3 0 16,-9 0 0-16,-11 3 0 15,-13-3 0-15,1 10 0 16,-1-10 0-16,-12 10 0 15,2-3 0-15,-6-5-16 0,-7 4-71 16,7-1-3-16</inkml:trace>
  <inkml:trace contextRef="#ctx0" brushRef="#br3" timeOffset="-103630.17">4717 14291 341 0,'0'0'8'0,"0"0"5"0,0 0 4 16,0 0 0-16,0 0 1 15,0 0-1-15,0 0 1 16,0 0-1-16,-5 0-7 16,5 0-5-16,-12 7-2 0,7 3-2 15,-1 3-1-15,2-1 1 16,1-2-1-16,3 5 1 16,3-3-1-16,4 3 2 0,6-5-1 15,4 3 1-15,3-5 0 16,5 0 1-16,0-2-1 15,2 1 1-15,0-4-1 16,0-2 0-16,-4 5 0 16,-3-4 1-16,-5 3-3 0,-8 0 0 15,-7-5 0-15,6 18 0 16,-9-11 0-16,-10 6 0 16,-1-3 0-16,-6-1 0 15,-3 2 0-15,-2-4 0 0,-2-2 0 16,2-1-5-16,-4-4-15 15,6 0-28-15,6 0-37 16,-6-9-1-16</inkml:trace>
  <inkml:trace contextRef="#ctx0" brushRef="#br3" timeOffset="-103430.05">4714 14277 442 0,'0'0'4'0,"0"0"2"15,13-11 1-15,-3 9 2 16,4-6-1-16,4 4 0 16,5-2 1-16,2 1-2 0,1 3-6 15,4-1-6-15,0 3-12 16,-10 5-38-16,8-2-30 16,2-1-1-16</inkml:trace>
  <inkml:trace contextRef="#ctx0" brushRef="#br3" timeOffset="-102970.21">5294 14314 467 0,'0'0'4'15,"0"0"2"-15,0 0 1 16,-12-6 1-16,12 6 0 0,-13-2 1 16,3 2-7-16,-3 0-2 15,1 5 0-15,0 5 0 16,-1-1 0-16,3 7 0 0,3 2 0 15,5 1 0-15,2 3 0 16,0-3 0-16,12-2 0 16,5 1 0-16,3-5 0 15,10-3 0-15,-1-8 0 16,4-2 0-16,1-5 0 0,4-5 0 16,-5-5 0-16,-4-5 0 15,-5 1 0-15,-6-6 0 16,-8 3 0-16,-10-3 0 15,-5 3 0-15,-18-1 0 0,-6 6 0 16,-6 5 0-16,-7 2 0 16,5 10 0-16,-1 2-82 15,1 3-8-15</inkml:trace>
  <inkml:trace contextRef="#ctx0" brushRef="#br3" timeOffset="-97713.08">2695 13714 446 0,'0'0'4'0,"0"0"2"0,7-11 1 0,-7 11 1 0,3-9 1 16,-3 9-1-16,0 0 0 15,0 9 1-15,-3 11-3 16,1 10-6-16,-3 3 0 15,3 6 0-15,-2 6 0 16,4-1 0-16,0-1-8 0,6-4-10 16,1-9-28-16,-7-3-39 15,9-8-1-15</inkml:trace>
  <inkml:trace contextRef="#ctx0" brushRef="#br3" timeOffset="-97080.17">2523 13984 357 0,'0'0'1'0,"0"0"0"0,5-7 1 16,-5 7 0-16,20-8 0 15,3 0-1-15,1 1 2 16,8-3-1-16,4 0-1 16,3 0 1-16,1-2 1 0,2-1 4 15,-4-2 0-15,-4 5 3 16,-9 4 2-16,-6-2 0 15,-1 6 1-15,-10 2 1 16,-8 0-3-16,4 10-2 16,-4 5-3-16,-8 1-2 0,4 7-1 15,-3-4-1-15,1 9-1 16,1-6-2-16,5 3 1 16,0-8-1-16,3 1 0 0,5-5 0 15,-1-6 0-15,3-6 0 16,1-1 1-16,-2 0 0 15,1-1 2-15,-1-6 0 0,0-4 0 16,-2 1 0-16,-2-5 1 16,-1-2-1-16,-1 2 1 15,-1 1-2-15,2-2 1 16,-2 2-2-16,-2 6-1 16,0 8 1-16,0 0-1 15,0 0 1-15,12 0-1 0,-7 13 1 16,4-1-1-16,-3 3 1 15,6-5 0-15,-7 2 0 16,8-2 0-16,-3-3 0 0,-1-4 0 16,4-3 0-16,-1 0 0 15,-2-8 1-15,-2-4 0 16,4 0-1-16,-2-4 1 16,3-1-1-16,-3 3 1 0,-1-1-1 15,-1 5 0-15,2 2 0 16,-10 8 0-16,14-6 0 15,-5 6 0-15,-9 0 0 0,14 11 0 16,-14-11 0-16,15 20-2 16,-7-12-2-16,1 4-8 15,-9-12-25-15,13 12-46 16,-5-6 0-16</inkml:trace>
  <inkml:trace contextRef="#ctx0" brushRef="#br3" timeOffset="-96879.96">3289 13746 458 0,'0'0'2'0,"0"0"0"0,0 0 0 0,0 0 1 16,4-5-1-16,-4 5 1 15,12-5 0-15,-1 5-1 0,-1-3-4 16,3 3-11-16,-4 10-48 15,8-10-21-15</inkml:trace>
  <inkml:trace contextRef="#ctx0" brushRef="#br3" timeOffset="-96713.14">3509 13666 428 0,'0'0'2'16,"0"0"1"-16,0 8 0 15,0-8 0-15,0 20 1 0,0-5 0 16,0 3-1-16,0 1-1 16,5 6-10-16,-5-6-27 15,5 5-42-15,-3-3-2 0</inkml:trace>
  <inkml:trace contextRef="#ctx0" brushRef="#br3" timeOffset="-96314.23">3898 13102 451 0,'0'0'4'0,"0"0"3"15,0-11 1-15,0 11 0 16,-14 0 0-16,2 11 1 0,-3 14-1 16,-2 9 0-16,-5 19-8 15,-6 13 0-15,1 19 0 16,-1 11 0-16,4 11 0 15,2 9 0-15,4 3 0 0,8 2 0 16,10 3 0-16,7-10 0 16,14-3 0-16,13-7 0 15,10-12 0-15,14-13 0 16,12-12 0-16,7-20-85 0,12-14-3 16</inkml:trace>
  <inkml:trace contextRef="#ctx0" brushRef="#br3" timeOffset="-95863.9">5957 13134 453 0,'0'0'3'0,"0"0"1"0,0 0 2 0,0 0 0 0,10 0 1 16,-8 10 1-16,5 7 0 15,4 13 0-15,4 12-3 16,3 12-2-16,8 13-3 16,4 13 0-16,4 7 0 0,2 8 0 15,-1 3 0-15,-10 2 0 16,-6 0 0-16,-8-3 0 15,-11 2 0-15,-16-5 0 16,-14-5 0-16,-7 3-10 0,5-11-75 16,-23-6-2-16</inkml:trace>
  <inkml:trace contextRef="#ctx0" brushRef="#br3" timeOffset="-80747.81">6432 13883 395 0,'0'0'6'0,"0"0"3"0,0 0 2 15,0 0 1-15,0 0 1 16,2-11 1-16,-2 11 0 0,0 0 2 16,10-4-6-16,0 1-4 15,0 0-1-15,8 1-5 16,-1-3 0-16,10 2 0 15,0-4-7-15,7 5-15 0,-3-4-30 16,1 4-33-16,-4-3-4 16</inkml:trace>
  <inkml:trace contextRef="#ctx0" brushRef="#br3" timeOffset="-80580.1">6496 14021 413 0,'0'0'2'16,"0"0"1"-16,0 0 0 15,0 0 2-15,0 0 1 0,0 0 0 16,12 5 0-16,1-5-3 16,10 0-11-16,1-3-42 15,8-6-26-15,4-2-5 16</inkml:trace>
  <inkml:trace contextRef="#ctx0" brushRef="#br3" timeOffset="-80080.46">7060 13719 418 0,'0'0'5'16,"0"0"1"-16,0 0 1 15,0 0 1-15,-17-12 0 0,4 12 0 16,-1 0 1-16,-4 0 0 15,-4 0-5-15,-1 7-1 16,-2 2-1-16,2 7-1 16,9-2 0-16,1 4 0 0,4-3-1 15,6 2 0-15,6-2 0 16,10-3 0-16,4 5 0 16,8-4 1-16,4-1 0 15,4 0 0-15,-3 1 0 0,2-1 0 16,0 1 0-16,-7-1 0 15,-2 1 0-15,-9-1 0 16,-4 0 0-16,-4 1 0 16,-6-1 1-16,-6-2 0 0,-9 2-1 15,-2-4 1-15,-5-1 1 16,-6 1-3-16,1-6 0 16,-3-2 0-16,4 0 0 15,0-4 0-15,5-7 0 0,5-3 0 16,6-4 0-16,4-1 0 15,6-4 0-15,0 1 0 16,11-1 0-16,5 4 0 0,7-6 0 16,6 7-7-16,0-2-10 15,8 4-35-15,-3-2-34 16,1 8-1-16</inkml:trace>
  <inkml:trace contextRef="#ctx0" brushRef="#br3" timeOffset="-79680.4">7276 13786 456 0,'0'0'5'0,"0"0"0"0,0 0 2 15,0 0 1-15,0 0-1 16,-12 0 0-16,12 0 1 0,-20 10 0 15,8-3-8-15,0 8 0 16,1 4 0-16,0 2 0 16,8 1 0-16,3-3 0 15,0 4 0-15,7-8 0 0,5 0 0 16,3-8 0-16,8-2 0 16,-1-5 0-16,0 0 0 15,1-7 0-15,-2-6 0 16,-4 1 0-16,2-1 0 0,-8-4 0 15,-3-1 0-15,-8 2 0 16,-2-5 0-16,-8 1 0 16,-5 4 0-16,-4-5 0 15,1 7 0-15,-1 2 0 16,-6 1 0-16,7 9 0 0,1-3-18 16,2 5-68-16,5 7-4 15</inkml:trace>
  <inkml:trace contextRef="#ctx0" brushRef="#br3" timeOffset="-79479.99">7657 13800 501 0,'0'0'3'15,"0"0"1"-15,0 0-1 16,0 0-3-16,0 0 0 15,0 0 0-15,0 0 0 0,0 0-2 16,-7-4-37-16,7 4-46 16,0 0-4-16</inkml:trace>
  <inkml:trace contextRef="#ctx0" brushRef="#br3" timeOffset="-79113.15">7855 13731 461 0,'0'0'5'16,"0"0"2"-16,0 0 0 16,0 0 1-16,0 0 1 0,0 0 0 15,-5-10-4-15,5 10-5 16,-14-5 0-16,3 5 0 16,-3 0 0-16,7 11 0 0,-4-2 0 15,1 3 0-15,3 4 0 16,5-2 0-16,2 1 0 15,2 3 0-15,8-4 0 16,2 1 0-16,6 0 0 0,-2-5 0 16,2 2 0-16,0-2 0 15,-1 0 0-15,-4-3 0 16,-1 3 0-16,-7-2 0 16,-5-8 0-16,1 15 0 15,-1-15 0-15,-13 15 0 0,-5-8 0 16,1-2 0-16,-3-3 0 15,0 1 0-15,-2-3 0 16,7-8-36-16,10-1-50 0,-7-11-3 16</inkml:trace>
  <inkml:trace contextRef="#ctx0" brushRef="#br3" timeOffset="-78996.83">7887 13662 440 0,'0'0'1'0,"0"0"0"0,0 0 0 15,11 0-4-15,-11 0-19 16,0 0-55-16,12-15 0 16</inkml:trace>
  <inkml:trace contextRef="#ctx0" brushRef="#br3" timeOffset="-78529.89">8156 13652 479 0,'0'0'3'0,"0"0"2"16,0 0 0-16,0 0 1 16,0 0 1-16,0 0-1 15,0 0-6-15,-5-5 0 0,5 5 0 16,0 0 0-16,0 0 0 16,10-10 0-16,-3 7 0 15,6 3 0-15,1 0 0 16,2 0 0-16,-2 0 0 0,2 0 0 15,-4 6 0-15,-12-6 0 16,15 19 0-16,-12-6 0 16,-3-3 0-16,-3 5 0 15,-3-3 0-15,2 6 0 0,-4-4-2 16,6-2 2-16,-3 1 0 16,3-1-1-16,2-1 1 15,2-4 0-15,-2-7 1 16,17 15-1-16,-4-11 2 0,-1 3-2 15,1 1 0-15,-1-1 0 16,0 1 0-16,1-3 0 16,-13-5 0-16,10 18 0 15,-10-18 0-15,0 16 0 0,-7-6 0 16,-9 4 0-16,-3-3 0 16,-6 2 0-16,0-1 0 15,-7 1-2-15,4 1-24 16,1-1-58-16,-3-3-3 0</inkml:trace>
  <inkml:trace contextRef="#ctx0" brushRef="#br3" timeOffset="-77746.58">6799 14350 388 0,'0'0'5'0,"0"0"3"0,0 0 1 0,0 0 2 0,0 0-1 16,-2 5 3-16,2-5 1 16,12 9 0-16,11-9-5 15,11 1-3-15,12-1-1 0,12 0-1 16,17-5-1-16,13-2-1 15,8 0-1-15,11-6-1 16,5 1 1-16,5-1 1 16,0-2 0-16,-4 0 2 0,2 3-4 15,-9-1 0-15,-5-1 0 16,-12 4 0-16,-10 0 0 16,-17 3 0-16,-12-1 0 0,-15 6 0 15,-10-3 0-15,-15 5 0 16,-10 0 0-16,-5 2 0 15,-16 6-63-15,2-8-24 16,-3 0-3-16</inkml:trace>
  <inkml:trace contextRef="#ctx0" brushRef="#br3" timeOffset="-76962.93">6628 13521 331 0,'0'0'6'0,"0"0"3"0,0 0 2 0,0 0 3 0,-8 0 3 16,8 0 0-16,-14 1 2 15,3-1 1-15,2 3-4 0,9-3-3 16,-12 5-3-16,12-5-1 15,-11 3-3-15,11-3-1 16,0 0 1-16,7 7-4 16,6-4-2-16,7 1 0 0,0 1 0 15,10 1 0-15,-1-2 0 16,4 2 0-16,4-4 0 16,-7 0 0-16,-3 1 0 15,-4-3 0-15,-3 2 0 0,-8-2 0 16,-2 0 0-16,-10 0 0 15,10 3 0-15,-10-3 0 16,0 0 0-16,0 0 0 16,0 0 0-16,0 0 0 0,0 13-63 15,3-19-29-15</inkml:trace>
  <inkml:trace contextRef="#ctx0" brushRef="#br3" timeOffset="-45263.13">10782 7613 331 0,'0'0'5'0,"0"0"3"0,0 0 0 15,0 0 2-15,0 0 4 0,0 0 1 16,7-10 1-16,-7 10 1 15,0-11-3-15,0 11-3 16,6-12-1-16,-3 2 0 0,1 0-3 16,-1-1-2-16,-1-3-1 15,5 0-1-15,-2-1-1 16,1-5-1-16,1 2 1 16,-2-1-1-16,0-3 1 0,4-1 0 15,0 1 0-15,-2-6 0 16,0 6-1-16,0-5 0 15,-1 3 1-15,0-4-2 16,-2 1 1-16,0 0 0 0,1 0 0 16,-2-3 1-16,-1-1-2 15,0 5 0-15,-2-6 0 16,4 4 0-16,-2 2 0 16,-2-2 0-16,0-2 0 15,0 2 0-15,0 1 0 0,0 0 0 16,-2 0 0-16,-2-1 0 15,2 2 0-15,-3-2 0 16,3 1 0-16,-1 0 0 0,-1 4 0 16,0-7 0-16,0 9 0 15,0-7 0-15,-2 3 0 16,3 0 0-16,-1 0 0 16,1 1 0-16,-2-4 0 0,3 2 0 15,0-2 0-15,-3 1 0 16,1-5 0-16,-3 5 0 15,5-3 0-15,-3 0 0 16,0 1 0-16,-2 0 0 0,1-2 0 16,-2-1 0-16,2 2 0 15,-4-2 0-15,2 2 0 16,-2-4 0-16,1 0 0 16,-4 3 0-16,3-4 0 0,-2 1 0 15,1 1 0-15,-1 2 0 16,-1-7 0-16,1 7 0 15,0-5 0-15,-3 1 0 16,0 3 0-16,0-2 0 0,1 4 0 16,-2-5 0-16,2 3 0 15,-4-1 0-15,1 4 0 16,-1 0 0-16,-2-1 0 16,6-5 0-16,-4 6 0 15,1-4 0-15,4 1 0 0,-1 2 0 16,-2-5 0-16,4 3 0 15,0-2 0-15,-1 5 0 16,-1-7 0-16,-2 6 0 0,2-4 0 16,1 4 0-16,-2 0 0 15,2-2 0-15,1 1 0 16,0 2 0-16,-3 2 0 16,3-2 0-16,-4 1 0 0,4 3 0 15,-3-4 0-15,1 4 0 16,-2 0 0-16,2-2 0 15,-2 5 0-15,2-6 0 16,-4 6 0-16,1-3 0 16,-1 1 0-16,4-1 0 0,-4 2 0 15,1 1 0-15,-1 0 0 16,2 0 0-16,-5 1 0 16,4-1 0-16,-4 3 0 0,4-1 0 15,-5-2 0-15,5 4 0 16,-6-1 0-16,3-1 0 15,1 2 0-15,-1 1 0 16,-3-3 0-16,1 2 0 0,0 2 0 16,-3-4 0-16,2 4 0 15,-3-1 0-15,3 1 0 16,-2-2 0-16,0 3 0 0,0 0 0 16,1-2 0-16,-1 3 0 15,-1-3 0-15,-1 3 0 16,2-1 0-16,-2-2 0 15,0 3 0-15,2 0 0 16,-4 0 0-16,1 2 0 16,1-3 0-16,-1 2 0 0,1 1 0 15,-3-2 0-15,2 0 0 16,1 3 0-16,1-4 0 16,-4 2 0-16,0-2 0 0,2 2 0 15,-1-2 0-15,-4 7 0 16,3-5 0-16,-4 1 0 15,4-1 0-15,-2 3 0 16,-1 0 0-16,-2-2 0 0,0-1 0 16,3 5 0-16,-5-1 0 15,0 2 0-15,0-3 0 16,-1 2 0-16,-2 1 0 16,3-3 0-16,-2 2 0 0,-4 3 0 15,3 0 0-15,-2-2 0 16,2 0 0-16,-2 1 0 15,0 1 0-15,2 1 0 0,-2-2 0 16,0 2 0-16,-1 1 0 16,1-2 0-16,-3 3 0 15,3 0 0-15,0-1 0 16,-3-2 0-16,1 5 0 16,-2-2 0-16,2 2 0 0,-1 0 0 15,-2 0 0-15,0 0 0 16,-2 0 0-16,1 2 0 15,4 0 0-15,-4 1 0 16,-1 2 0-16,4 2 0 0,-2-1 0 16,-3 1 0-16,0-3 0 15,1 7 0-15,1-4 0 16,-5 3 0-16,2-3 0 16,-2 3 0-16,3 3 0 0,-1-3 0 15,-4 0 0-15,3 2 0 16,2 0 0-16,-2 1 0 15,4 1 0-15,-3 1 0 16,3-2 0-16,-1 4 0 16,1-2 0-16,2-1 0 0,-2 4 0 15,4-3 0-15,-2 0 0 16,6-1 0-16,-2 1 0 16,5 1 0-16,-2-2 0 0,6 1 0 15,-4 0 0-15,3 3 0 16,-2-2 0-16,1-3 0 15,3 7 0-15,-3-5 0 16,1 2 0-16,2-2 0 0,-1 5 0 16,-1-5 0-16,-1 2 0 15,0-2 0-15,0 3 0 16,2 1 0-16,-1-5 0 16,1 7 0-16,-1-4 0 0,2 6 0 15,-5-2 0-15,2 2 0 16,0-3 0-16,0 4 0 15,0-2 0-15,3 3 0 16,-3-2 0-16,3-2 0 16,-1 2 0-16,4 2 0 0,-4 0 0 15,4 0 0-15,1 2 0 16,-2 0 0-16,-2 2 0 16,5 2 0-16,-6-1 0 0,1-4 0 15,5 6 0-15,-6-1 0 16,1-4 0-16,2 5 0 15,-2-5 0-15,0 4 0 16,2-2 0-16,0 3 0 16,-2-5 0-16,4 4 0 0,-2 0 0 15,1 1 0-15,-4 0 0 16,6 4 0-16,-1-3 0 0,-1 3 0 16,-2 1 0-16,5-3 0 15,-3 3 0-15,-1 0 0 16,0 1 0-16,0-1 0 15,0-1 0-15,3 0 0 16,-3-2 0-16,2 4 0 0,3-6 0 16,0 3 0-16,6 2 0 15,-4-5 0-15,3 5 0 16,1-2 0-16,-4 4 0 16,5-4 0-16,-3 7 0 0,1-5 0 15,-3 6 0-15,1-4 0 16,0 4 0-16,1-7 0 15,-4 4 0-15,6 0 0 16,1-3 0-16,-1 3 0 0,1-8 0 16,0 7 0-16,2-2 0 15,-2 3 0-15,1 0 0 16,2-3 0-16,3 5 0 0,-6-2 0 16,3 1 0-16,2 0 0 15,1-2 0-15,-2-2 0 16,1 3 0-16,1-3 0 15,1 3 0-15,-2-1 0 16,2-3 0-16,1 5 0 0,0-4 0 16,0 3 0-16,-3-1 0 15,4 1 0-15,1 2 0 16,-3-2 0-16,2 0 0 16,0 1 0-16,0-1 0 0,0-1 0 15,2 4 0-15,-1-3 0 16,0 2 0-16,3-3 0 15,-2-2 0-15,0 6 0 16,0-4 0-16,1 1 0 0,1-1 0 16,3 1 0-16,-1-3 0 15,3 4 0-15,0-5 0 16,0 5 0-16,0-5 0 16,0 1 0-16,0 0 0 0,5 1 0 15,-3 1 0-15,3-1 0 16,1-2 0-16,0 1 0 15,3 2 0-15,-2 1 0 16,1 3 0-16,-1 1 0 0,0 0 0 16,1 2 0-16,0 1 0 15,1 2 0-15,-4 1 0 16,2-2 0-16,2 1 0 16,-2 0 0-16,2-1 0 15,3-4 0-15,-1 3 0 0,-1-3 0 16,3 2 0-16,0-2 0 15,4-2 0-15,-3-1 0 16,0 4 0-16,4-5 0 0,-3 0 0 16,3 0 0-16,2-1 0 15,-1 0 0-15,1 1 0 16,5-3 0-16,-6 0 0 16,4 4 0-16,2-5 0 0,-2 4 0 15,2 0 0-15,-4-4 0 16,7 5 0-16,-5-2 0 15,4-2 0-15,-2 1 0 0,1-4 0 16,2 1 0-16,2 0 0 16,-4-6 0-16,5 3 0 15,-1-4 0-15,0 4 0 16,2-6 0-16,-2 4 0 0,0-5 0 16,2 3 0-16,-2-3 0 15,2 2 0-15,3 0 0 16,-1-4 0-16,2 3 0 15,-1-3 0-15,-1-1 0 16,6 1 0-16,-3-3 0 16,1-1 0-16,1-1 0 0,-4 1 0 15,5 1 0-15,-3-2 0 16,1-1 0-16,-1 0 0 16,-3 0 0-16,3 1 0 0,0 1 0 15,2 1 0-15,-2-2 0 16,0-1 0-16,0 0 0 15,-3 4 0-15,4-5 0 16,2 2 0-16,-6-3 0 0,4 2 0 16,-4-2 0-16,1-1 0 15,1 2 0-15,1-1 0 16,0-3 0-16,-5 0 0 16,3 1 0-16,2 1 0 0,1-4 0 15,-4 3 0-15,-1-3 0 16,1 2 0-16,-1-1 0 15,-1 0 0-15,2-1 0 16,-4 0 0-16,3 1 0 16,-6-2 0-16,3 1 0 0,-5-3 0 15,5 4 0-15,-5-4 0 16,2 0 0-16,-5 1 0 16,1-1 0-16,2-3 0 0,0 4 0 15,-6-3 0-15,3 0 0 16,-4 2 0-16,2-1 0 15,0-1 0-15,-3-3 0 0,3 3 0 16,-2 0 0-16,-2-3 0 16,2 4 0-16,-1-1 0 15,1-3 0-15,-1 1 0 16,1 1 0-16,-1-1 0 0,-3-1 0 16,5 0 0-16,-2 1 0 15,-2 0 0-15,2 0 0 16,-2-1 0-16,2-2 0 15,1 3 0-15,-1-3 0 0,-4 2 0 16,4 0 0-16,-4-2 0 16,6 3 0-16,-6-3 0 15,4 2 0-15,0-2 0 16,-2 2 0-16,3-2 0 16,-4 0 0-16,2 0 0 0,0 3 0 15,0-3 0-15,2 0 0 16,-5 0 0-16,6 2 0 15,-2-2 0-15,1 0 0 0,-2 0 0 16,2 0 0-16,1 0 0 16,2 0 0-16,-1 0 0 15,-3-2 0-15,5 2 0 16,-1-3 0-16,4 1 0 0,-6 0 0 16,4-1 0-1,-3 1 0-15,1 0 0 0,0-1 0 16,1 1 0-16,-3-1 0 15,2 0 0-15,-1 0 0 0,-3 1 0 16,1-3 0-16,-2 3 0 16,2 0 0-16,-3-1 0 15,0 1 0-15,0-3 0 16,0 5 0-16,-4-3 0 16,1 0 0-16,-3 1 0 0,3 0 0 15,-1-1 0-15,-6 1 0 16,-5 2 0-16,16-3 0 15,-16 3 0-15,16-2 0 0,-6 2 0 16,-10 0 0-16,17-3 0 16,-7 1 0-16,0-1 0 15,-2 3 0-15,4-3 0 16,-3 1 0-16,7 0 0 0,-7-1 0 16,7 2 0-16,-4-3 0 15,6 2 0-15,-1-1 0 16,3-2 0-16,-3 1 0 15,3-2 0-15,0 2 0 0,2-2 0 16,-2 4 0-16,0-4 0 16,2 5 0-16,-2-4 0 15,0 3 0-15,-3-4 0 16,3 1 0-16,-5 3 0 16,3-3 0-16,-4 0 0 0,1 3 0 15,-5-1 0-15,3-2 0 16,-3 2 0-16,2 2 0 15,-2-2 0-15,0 0 0 16,0-2 0-16,-2 0 0 0,4 4 0 16,0-6 0-16,-2 6 0 15,2-5 0-15,0 5 0 16,2-5 0-16,-5 2 0 0,0 1 0 16,5-2 0-16,-5 2 0 15,2 3 0-15,-1-2 0 16,-10 2 0-16,14-2 0 15,-14 2 0-15,13-3 0 0,-13 3 0 16,10-5 0-16,-10 5 0 16,13-2 0-16,-13 2 0 15,12-6 0-15,-12 6 0 16,9-5 0-16,-9 5 0 0,13-4 0 16,-13 4 0-16,0 0 0 15,8-3 0-15,-8 3 0 16,0 0 0-16,0 0 0 15,0 0 0-15,0 0 0 0,0 0 0 16,0 0 0-16,0 0 0 16,0 0 0-16,0 0 0 15,0 0 0-15,0 5 0 16,0-5 0-16,0 0 0 0,0 0 0 16,0 0 0-16,0 0 0 15,0 0 0-15,0 0-11 16,0 0-9-16,0 0-26 0,4-5-30 15,-4 5-10-15</inkml:trace>
  <inkml:trace contextRef="#ctx0" brushRef="#br3" timeOffset="-44663.19">7662 10615 360 0,'0'0'6'0,"0"0"4"0,0 0 2 0,0 0 1 15,0 0 1-15,0 0 1 16,0 0 2-16,0 0 0 15,0 0-5-15,0 0-3 16,0 0-3-16,0 0 0 0,0 0-1 16,0 0-1-16,9 7 1 15,7-3-5-15,5 4 0 16,4 1 0-16,8-3 0 16,-1 2 0-16,2-1 0 0,2-2 0 15,-1 2 0-15,-3-1 0 16,-2-4 0-16,-5 1 0 15,-1-1 0-15,-6 1 0 16,-1-3 0-16,-7 0 0 0,0 0 0 16,-10 0 0-16,9 0 0 15,-9 0 0-15,0 0 0 16,0 0 0-16,0 0 0 0,0 0 0 16,-4 9 0-16,4-9 0 15,-15 18 0-15,5-4 0 16,-7 6 0-16,-1 3 0 15,-1 8 0-15,-6 2 0 16,2 7 0-16,-2-1 0 0,6-1 0 16,-4-1 0-16,3-10 0 15,8-2 0-15,0-7 0 16,4-7 0-16,8-11 0 0,-5 7 0 16,5-7 0-16,0 0 0 15,0 0-36-15,2-4-53 16,9-9-4-16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2:53:21.12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8420 2833 440 0,'0'0'6'0,"0"0"2"15,0 0 2-15,0 0 1 16,0 0 0-16,0 0 1 15,0 0 1-15,0 0-13 16,12 20 0-16,-12-2 0 0,0 7 0 16,0 2 0-16,2 5 0 15,1 1 0-15,-1 0 0 16,-2 0 0-16,2 0 0 16,-2-6 0-16,3 3 0 15,-3-11 0-15,0 6-7 0,0-11-38 16,0-1-39-16,0-3-3 15</inkml:trace>
  <inkml:trace contextRef="#ctx0" brushRef="#br0" timeOffset="350.18">8156 3046 411 0,'0'0'5'0,"0"0"1"0,1-2 4 16,10 0 1-16,7-3 2 16,7 0 1-16,5 0 1 0,4-2 0 15,6 1-4-15,5-4-11 16,2 6 0-16,-5-1 0 16,1-2 0-16,-4 4 0 15,-2-3 0-15,-9 4 0 0,-1 2 0 16,-9 0 0-16,1-2 0 15,-8 2 0-15,-11 0 0 16,9 0 0-16,-9 0 0 16,0 0 0-16,0 0 0 15,-7 0 0-15,7 0 0 0,-11 0 0 16,2 2 0-16,6-9-63 16,3 7-25-16,0 0 0 15</inkml:trace>
  <inkml:trace contextRef="#ctx0" brushRef="#br0" timeOffset="785.85">9030 2851 427 0,'0'0'7'0,"0"0"3"0,0 0 3 0,0 0 0 16,11-10 2-16,-11 10 0 15,0 0-4-15,0 0-11 0,0 0 0 16,12 8 0-16,-12 4 0 16,2 8 0-16,1 1 0 15,-1 10 0-15,3-4 0 0,1 3 0 16,-1 0 0-16,2-4 0 16,-2-1 0-16,5-2 0 15,-5-6 0-15,2 0 0 16,-2-7 0-16,2 3 0 15,-7-13 0-15,8 10-8 16,-8-10-78-16,0 0-1 0</inkml:trace>
  <inkml:trace contextRef="#ctx0" brushRef="#br0" timeOffset="1018.67">8844 3024 431 0,'0'0'7'0,"0"0"-1"16,0 0 3-16,5-7 0 15,-5 7 2-15,18-10 1 16,-1 3 1-16,5-1 0 0,5 4-13 16,8-5 0-16,2 3 0 15,4-4 0-15,-2 4 0 16,-2-1 0-16,1 7 0 15,-8-6 0-15,-13 6-84 16,3 0-2-16</inkml:trace>
  <inkml:trace contextRef="#ctx0" brushRef="#br0" timeOffset="1300.33">8797 3295 466 0,'0'0'5'0,"0"0"2"16,0 0 2-16,-5-6 1 16,5 6-1-16,0 0-4 15,0 0-5-15,-10 3 0 0,7 9 0 16,1 5 0-16,0 4 0 15,-6 3 0-15,1 4 0 16,-1-4 0-16,1 4 0 16,-3-6 0-16,3 0-85 0,1-2-3 15</inkml:trace>
  <inkml:trace contextRef="#ctx0" brushRef="#br0" timeOffset="1784.89">9418 2623 464 0,'0'0'4'16,"0"0"2"-16,0 0 1 0,-5-10-1 15,5 10 1-15,0 0 0 0,8 0 1 16,10 10-6-16,3 8-2 16,11 6 0-16,6 11 0 15,4 4 0-15,5 6 0 16,-4 4 0-16,-4 4 0 0,-6-4 0 16,-11 4 0-16,-12-2 0 15,-10 1 0-15,-17 3 0 16,-13-3 0-16,-15 0 0 15,-10 0 0-15,-10-6 0 0,-9 4-9 16,-10-5-38-16,-4-8-39 16,-1 0-3-16</inkml:trace>
  <inkml:trace contextRef="#ctx0" brushRef="#br0" timeOffset="2184.66">8087 2807 295 0,'0'0'5'0,"-13"0"6"0,5 0 4 0,-4 0 3 16,-3 1 3-16,-2 5 3 0,-3 1-2 15,-3 5 2-15,2 8-6 16,-2 8-5-16,0 10-3 15,3 8-4-15,3 13-3 16,6 13 0-16,7 5-1 16,6 7-1-16,21-2-1 0,22 5-11 15,7-8-67-15,35-5-3 16</inkml:trace>
  <inkml:trace contextRef="#ctx0" brushRef="#br0" timeOffset="2883.76">18977 2438 448 0,'0'0'6'0,"0"0"3"0,0-15 2 16,-3 5 2-16,3-1 1 15,0 3-4-15,-2-6-10 16,2 4 0-16,0 10 0 0,0 0 0 16,0 0 0-16,-5 15 0 15,5 7 0-15,0 9 0 16,0 5 0-16,0 7 0 16,0 1 0-16,2 3 0 15,-2-4 0-15,5-2 0 0,-5-4 0 16,3 3 0-16,24-15-70 15,-25-3-20-15</inkml:trace>
  <inkml:trace contextRef="#ctx0" brushRef="#br0" timeOffset="3149.76">18746 2601 474 0,'0'0'5'0,"0"0"2"16,0-10 1-16,0 10 0 15,0-17 1-15,7 7-9 16,3 0 0-16,12 0 0 16,6 3 0-16,4-3 0 0,8 0 0 15,3 5 0-15,3-5 0 16,-1 4 0-16,2 4 0 16,-10 0 0-16,-5-2 0 15,-7 0 0-15,-7 4 0 0,-3-2 0 16,-5 2 0-16,-10 0 0 15,0 0-73-15,0 0-16 16</inkml:trace>
  <inkml:trace contextRef="#ctx0" brushRef="#br0" timeOffset="3583.09">19541 2388 482 0,'0'0'5'0,"0"0"2"16,11-11 2-16,-11 11-1 15,6-11-8-15,-6 11 0 16,11-8 0-16,-11 8 0 0,0 0 0 15,7 19 0-15,-5 2 0 16,1 11 0-16,-1 2 0 16,3 4 0-16,0 4 0 0,3 2 0 15,-1-6 0-15,3 1 0 16,-5 9-53-16,2-23-34 16</inkml:trace>
  <inkml:trace contextRef="#ctx0" brushRef="#br0" timeOffset="3750.59">19444 2631 447 0,'0'0'5'0,"0"0"3"15,0 0 2-15,-8-10 1 16,8 10 0-16,0-13 0 0,0 6-3 16,13-3-8-16,8 0 0 15,12 0 0-15,10 5 0 16,1-7-13-16,14 7-70 15,1 0-2-15</inkml:trace>
  <inkml:trace contextRef="#ctx0" brushRef="#br0" timeOffset="4233.04">20441 2544 419 0,'0'0'7'0,"0"0"5"16,-10-11 0-16,10 11 2 15,-11-4 2-15,11 4-1 16,0 0 1-16,-12-15-16 16,12 15 0-16,12-5 0 0,9 0 0 15,6 3 0-15,12-4 0 16,9 4 0-16,8-3 0 15,12 0 0-15,2 0 0 16,1 0 0-16,-1 1 0 0,-5-2 0 16,-3 2 0-16,-13 1 0 15,-9-2 0-15,-8 3 0 16,-12-2 0-16,-8 4 0 16,-12 0 0-16,0 0 0 0,0 0 0 15,-16 18-69-15,4-18-20 16</inkml:trace>
  <inkml:trace contextRef="#ctx0" brushRef="#br0" timeOffset="4550.46">21099 2333 432 0,'0'0'8'0,"0"0"2"16,0 0 3-16,-8-10 1 15,8 10 0-15,0 0 1 0,-2-10-10 16,2 10-5-16,5-2 0 15,7 2 0-15,13 2 0 16,2 6 0-16,10 2 0 16,9 3 0-16,0 1 0 0,4-2 0 15,-3 8 0-15,-6-3 0 16,-7 3 0-16,-14-1 0 16,-5 6 0-16,-15-2 0 15,-10 4 0-15,-8-4 0 0,-9 2 0 16,-5 0 0-16,-3 0 0 15,0-6 0-15,3-2 0 16,7-2 0-16,8-3 0 16,-1-4-9-16,18-8-79 15,3 10-1-15</inkml:trace>
  <inkml:trace contextRef="#ctx0" brushRef="#br0" timeOffset="4816.79">22150 2289 480 0,'0'0'3'15,"0"0"2"-15,0 0 1 0,0 0 0 16,-5-10 0-16,5 10-1 16,0 0-5-16,-3 10 0 15,3 0 0-15,0 2 0 16,0 10 0-16,0 1 0 0,0 1 0 15,-2 1 0-15,0 2 0 16,-1-2 0-16,1 2 0 16,-3-9 0-16,3-6-44 15,-2 3-43-15,-1-7-1 16</inkml:trace>
  <inkml:trace contextRef="#ctx0" brushRef="#br0" timeOffset="5016.68">21979 2227 455 0,'0'0'4'0,"0"0"0"15,0 0 2-15,7-6 1 16,0 4 0-16,9-3 0 16,0 4 1-16,9-3 0 0,10 0-3 15,6 4-5-15,5-3 0 16,9 6-14-16,-2 13-55 15,-12 0-13 1</inkml:trace>
  <inkml:trace contextRef="#ctx0" brushRef="#br0" timeOffset="5167.6">21976 2544 485 0,'0'0'1'0,"0"0"3"0,0 10 1 15,0-10 1-15,0 7 2 16,7 1-6-16,8-3-2 15,10-1 0-15,10-1 0 16,10 4 0-16,4-7 0 0,11 3-56 16,4 4-30-16</inkml:trace>
  <inkml:trace contextRef="#ctx0" brushRef="#br0" timeOffset="8183.72">18144 3416 285 0,'0'0'7'0,"0"0"3"16,0 0 3-16,3 5 3 15,-3-5 1-15,0 0 3 16,5 10 0-16,-5-10 0 0,0 0-5 16,0 0-3-16,0 0-2 15,0 10-2-15,0-10 1 16,10 5-1-16,2-5 1 0,8 0 0 16,8 0 0-16,9 0 0 15,2 0-4-15,9-3-5 16,4 1 0-16,-2-1 0 15,0 0 0-15,-7 3 0 16,-3-1 0-16,-4 1 0 0,-10 0 0 16,-5 0 0-16,-3 0 0 15,-9 0 0-15,-9 0 0 16,16 0 0-16,-16 0 0 0,0 0 0 16,0 0 0-16,0 0 0 15,0 0 0-15,0 0 0 16,0 0 0-16,0 0 0 15,-7 4 0-15,7-4 0 16,0 0 0-16,-9 0 0 0,9 0 0 16,0 0 0-16,0 0 0 15,12 3-73-15,-1-3-16 16</inkml:trace>
  <inkml:trace contextRef="#ctx0" brushRef="#br0" timeOffset="8716.1">19444 3270 436 0,'0'0'7'0,"3"-10"3"0,-3 10 2 16,5-10 2-16,-5 10 0 16,2-18 1-16,-2 18-12 0,3-7-3 15,-3 7 0-15,0 0 0 16,0 15 0-16,0-1 0 15,0 7 0-15,0 0 0 16,0 2 0-16,2 6 0 16,5-4 0-16,-3 0 0 0,5 0 0 15,-2-5 0-15,-2 3 0 16,0-9 0-16,0 1-78 16,3-5-11-16</inkml:trace>
  <inkml:trace contextRef="#ctx0" brushRef="#br0" timeOffset="9033.03">19252 3371 427 0,'0'0'6'0,"0"0"3"0,-9-5 2 16,9 5 2-16,0 0-1 15,0 0 2-15,0 0 0 0,2-9-9 16,18 6-5-16,10-3 0 15,7 4 0-15,5-2 0 16,8 1 0-16,-1 3 0 16,4-2 0-16,-5 2 0 15,-7 0 0-15,-6 0 0 0,-7 0 0 16,-11 0 0-16,-1 2 0 16,-16-2 0-16,14 0 0 15,-14 0 0-15,0 0 0 16,0 0 0-16,0 0 0 15,0 0 0-15,0 0 0 0,-8 0 0 16,8 0-54-16,0 0-35 16</inkml:trace>
  <inkml:trace contextRef="#ctx0" brushRef="#br0" timeOffset="9633.31">20545 3317 433 0,'0'0'5'0,"0"0"-1"0,0 0 2 16,0 0 0-16,0 0 0 16,0 0 2-16,10 4 2 15,5-1 0-15,7 0-2 0,10-1-2 16,13 1 3-16,7-1-9 16,13 1 0-16,6-3 0 15,7 0 0-15,-3 0 0 16,4 0 0-16,-10-5 0 15,-4 0 0-15,-13 2 0 16,-10 0 0-16,-12-1 0 0,-7 1 0 16,-14 1 0-16,-9 2 0 15,0 0 0-15,-5-10 0 16,-10 10 0-16,3-3 0 0,-2 0 0 16,-4 3 0-16,3 0 0 15,-2 0 0-15,7 0 0 16,-6 16-73-16,7-14-15 15</inkml:trace>
  <inkml:trace contextRef="#ctx0" brushRef="#br0" timeOffset="9933.76">21195 3156 404 0,'0'0'7'0,"0"0"3"16,0 0 2-16,0 0 2 15,0 0 0-15,0 0 1 16,9-3 1-16,0 3 1 16,6 3-15-16,5 7-2 0,9 1 0 15,4 3 0-15,6 2 0 16,4 2 0-16,1-1 0 16,-1 5 0-16,-5-1 0 0,-9-4 0 15,-9 5 0-15,-12 0 0 16,-13-2 0-16,-10 5 0 15,-21-3 0-15,-8 0 0 16,-5 3 0-16,-4-5 0 16,-2 0 0-16,11 3 0 0,-4-4-69 15,18-4-19-15</inkml:trace>
  <inkml:trace contextRef="#ctx0" brushRef="#br0" timeOffset="13417.39">22087 3151 439 0,'0'0'6'0,"0"-10"3"0,0 10 2 16,0-13 0-16,0 13 1 15,0-12 0-15,0 12-1 16,0 0-11-16,0 0 0 0,0 20 0 16,0 2 0-16,0 5 0 15,-2 3 0-15,2 7 0 16,0-1 0-16,0 0 0 0,0-3 0 15,0-4 0-15,2-2 0 16,-2-6-2-16,-16-3-81 16,20-2-3-16</inkml:trace>
  <inkml:trace contextRef="#ctx0" brushRef="#br0" timeOffset="13616.13">22241 3205 443 0,'0'0'5'0,"0"-10"2"15,0 10 2-15,-9-10 0 16,9 10 0-16,0 0 1 0,-10 0 0 16,10 0-1-16,-5 22-9 15,5 1 0-15,0 1 0 16,0 4 0-16,3-1 0 16,-1 1 0-16,3 1-4 15,-3-1-52-15,1-6-26 0,-1-4-3 16</inkml:trace>
  <inkml:trace contextRef="#ctx0" brushRef="#br0" timeOffset="13816.55">21931 3096 468 0,'0'0'3'0,"0"0"1"16,0 0 1-16,7-9 0 15,4 4 2-15,6-4-1 16,8 5 1-16,9-3-1 0,7 4-6 16,5 1 0-16,7 2-4 15,-6 26-63-15,0-15-16 16</inkml:trace>
  <inkml:trace contextRef="#ctx0" brushRef="#br0" timeOffset="13983.74">21869 3505 441 0,'0'0'4'16,"0"0"3"-16,0 0 2 15,15 8 1-15,5-8 2 0,9 0 1 16,14 0 0-16,15 0-11 16,8-3-2-16,16 3 0 15,-2-3-65-15,19 1-18 16</inkml:trace>
  <inkml:trace contextRef="#ctx0" brushRef="#br0" timeOffset="15049.65">18321 4030 311 0,'0'0'7'0,"0"0"6"16,0 0 3-16,-12-4 3 15,12 4 4-15,-13 0 0 16,13 0 0-16,-15 0 1 0,15 0-7 16,-10 0-4-16,10 0-3 15,10 6-3-15,5-3-2 16,15 0-5-16,7 1 0 0,8-1 0 15,12-3 0-15,8 0 0 16,4 0 0-16,0-3 0 16,4 1 0-16,-8-3 0 15,-8 2 0-15,-8 1 0 0,-14 0 0 16,-5 2 0-16,-15-2 0 16,-3-1 0-16,-12 3 0 15,0 0 0-15,0 0 0 16,-11 0 0-16,3 0 0 15,-3 0 0-15,2 0 0 0,-1 0 0 16,-4 0 0-16,14 0-44 16,0 0-44-16,0 0-1 15</inkml:trace>
  <inkml:trace contextRef="#ctx0" brushRef="#br0" timeOffset="15432.67">19417 3946 435 0,'0'0'5'0,"0"0"2"0,0 0 2 0,0 0 1 16,0 0 2-16,0 0 0 15,0 0-1-15,0 0-1 16,0 0-10-16,0 0 0 0,0 0 0 16,10-5 0-16,2 5 0 15,3-3 0-15,4 3 0 16,6-2 0-16,3 0 0 16,2 0 0-16,2-2 0 0,-2 2 0 15,0-1 0-15,-5 1 0 16,-3-1 0-16,-6 3 0 15,-2 0 0-15,-4 0 0 16,-10 0 0-16,12 0 0 0,-12 0-34 16,0 0-52-16,2 5-4 15</inkml:trace>
  <inkml:trace contextRef="#ctx0" brushRef="#br0" timeOffset="16016.78">20928 3803 407 0,'0'0'6'0,"0"0"2"15,0 0 1-15,0 0 2 16,0 0 1-16,0 0 2 0,7 0 0 15,5 0 1-15,11 0-5 16,4-3-5-16,5 3-5 16,10 0 0-16,3 0 0 15,7 0 0-15,-2 0 0 0,0 3 0 16,-8 1 0-16,-3 2 0 16,0-5 0-16,-10 2 0 15,-5-3 0-15,-1 3 0 0,-8-3-6 16,-3 1-34-16,0-1-45 15,-12 0-2-15</inkml:trace>
  <inkml:trace contextRef="#ctx0" brushRef="#br0" timeOffset="16366.66">21372 3666 433 0,'0'0'5'0,"0"0"3"0,0 0 1 16,0 0 1-16,0 0 0 16,0 0 2-16,7-5 0 15,4 5 0-15,6 7-12 16,10 1 0-16,1 2 0 0,9 2 0 16,6 3 0-16,-2 3 0 15,-4-1 0-15,6 0 0 16,-10 0 0-16,-12 1 0 0,-3 2 0 15,-13-1 0-15,-10 1 0 16,-13-2 0-16,-12 1 0 16,-2 1 0-16,-7-2 0 15,2-1 0-15,2-2 0 0,5-5 0 16,7-1 0-16,8 1 0 16,15-10 0-16,0 11 0 15,3-4-84-15,17-7-4 16</inkml:trace>
  <inkml:trace contextRef="#ctx0" brushRef="#br0" timeOffset="16668.52">22117 3839 435 0,'0'0'6'0,"0"0"3"0,0 0 1 16,0 0 2-16,0 0 1 15,0 0 0-15,0 0 0 16,0 0-13-16,0 7 0 0,0 4 0 16,0 3 0-16,0 2 0 15,3 4 0-15,-1-1 0 16,2 1 0-16,-2 0 0 15,-1-5 0-15,8-1 0 16,-7-6 0-16,5 6-20 0,-7-14-65 16,13 13-3-16</inkml:trace>
  <inkml:trace contextRef="#ctx0" brushRef="#br0" timeOffset="16883.18">22257 3835 431 0,'0'0'7'0,"0"0"-1"15,0 0 4-15,0 0 0 16,0 0 1-16,-5 0 1 16,5 0 1-16,-6 10-2 0,6-1-11 15,0 4 0-15,0 2 0 16,0 5 0-16,0 1 0 16,6 2 0-16,1-3 0 0,-2-1 0 15,2-3 0-15,6-1-15 16,-3-3-69-16,-10-12-2 15</inkml:trace>
  <inkml:trace contextRef="#ctx0" brushRef="#br0" timeOffset="17116.56">22386 3835 461 0,'0'0'4'15,"0"0"2"-15,0 0 2 0,0 0 0 16,0 0 1-16,0 7 0 15,0-7-3-15,2 17-6 16,3-2 0-16,0 0 0 16,1 8 0-16,3-3 0 15,-1 4 0-15,1-2 0 0,2 1 0 16,-5-7 0-16,5 2 0 16,-3-3 0-16,-8-15-24 15,5 15-60-15,-5-15-4 0</inkml:trace>
  <inkml:trace contextRef="#ctx0" brushRef="#br0" timeOffset="17399.93">21899 3824 446 0,'0'0'4'0,"0"0"2"0,-3-10 1 16,3 10 2-16,5-11 1 15,11 0 0-15,5 1 1 16,10 1-3-16,16 1-8 0,10-2 0 16,10 3 0-16,10 1 0 15,5 5 0-15,5-2 0 16,-2 3 0-16,-11 3 0 15,-1 4 0-15,-20 20-73 0,-7-12-14 16</inkml:trace>
  <inkml:trace contextRef="#ctx0" brushRef="#br0" timeOffset="17566.66">22096 4196 414 0,'0'0'6'0,"0"0"1"16,0 0 4-16,0 0-1 15,0 0 3-15,19 11 0 16,11-11 1-16,13 0 1 0,10 0-7 16,14 0-8-16,16 0 0 15,1-4-32-15,8 4-50 16,5-2-3-16</inkml:trace>
  <inkml:trace contextRef="#ctx0" brushRef="#br0" timeOffset="20715.91">18485 5547 393 0,'0'0'4'16,"0"0"3"-16,0 0 2 0,0 0 1 16,0 0 2-16,0 0 2 15,8-3 0-15,-8 3 2 16,0 7-4-16,0 8-2 16,0 3-3-16,0 1-4 0,0 6-3 15,2 6 0-15,-2 0 0 16,0 4 0-16,0 4 0 15,0-9 0-15,0 5 0 16,0-5 0-16,0-1 0 0,0-7 0 16,0 2 0-16,0-11 0 15,0 0 0-15,0-3 0 16,0-10 0-16,0 10-3 16,0-4-66-16,0-6-17 15</inkml:trace>
  <inkml:trace contextRef="#ctx0" brushRef="#br0" timeOffset="21100.73">18231 5761 448 0,'0'0'4'0,"0"0"2"15,0 0 1-15,0 0 1 16,0 0 3-16,10 0 1 16,3-2 0-16,6 2-9 0,6-2-3 15,10 2 0-15,3 0 0 16,4-4 0-16,6 4 0 16,-4-4 0-16,0 4 0 15,-3-2 0-15,-4 0 0 0,-10 2 0 16,-4 0 0-16,-6 0 0 15,-4 0 0-15,-13 0 0 16,9 0 0-16,-9 0 0 16,0 0 0-16,-5 0 0 0,5 0 0 15,-11 0 0-15,11 0 0 16,-9 0 0-16,9 0-67 16,7 0-25-16</inkml:trace>
  <inkml:trace contextRef="#ctx0" brushRef="#br0" timeOffset="22302.04">19178 5753 278 0,'0'0'7'16,"0"0"4"-16,0 0 5 15,0 0 3-15,0 0 2 16,0 0 4-16,-9-14 2 16,9 14 0-16,0 0-5 0,0 0-3 15,-9-4-4-15,9 4-3 16,0 0-2-16,0 0-8 16,0 0-2-16,-8 1 0 15,8-1 0-15,0 0 0 0,13 11 0 16,5-9 0-16,10 2 0 15,4-3 0-15,7 2 0 16,7-3 0-16,0 0 0 0,2 0 0 16,-4 0 0-16,-1 0 0 15,-6 0 0-15,-5 0 0 16,-9 0 0-16,-6 0 0 16,-5 0 0-16,-4 0 0 0,-8 0 0 15,0 0 0-15,0 0 0 16,0 0 0-16,0 0 0 15,0 0 0-15,0 0 0 16,0 0 0-16,0 0 0 0,-8 0 0 16,8 0 0-16,-10 0 0 15,10 0 0-15,0 0 0 16,0 0 0-16,-7 0 0 16,7 0 0-16,0 0 0 15,0 0 0-15,0 0 0 0,0 0 0 16,0 0 0-16,0 0 0 15,0 0 0-15,0 0 0 16,0 0 0-16,0 10 0 16,0-10 0-16,5 5 0 0,-5-5-49 15,22 7-42-15</inkml:trace>
  <inkml:trace contextRef="#ctx0" brushRef="#br0" timeOffset="23470.75">20266 5601 411 0,'0'0'2'0,"0"0"2"15,0 0 2-15,-9 0 0 0,9 0 3 16,0 0 0-16,0 10 1 15,0-10 2-15,16 5-2 16,7-5-1-16,12 1-2 16,12-1 1-16,13 0-2 0,12-6-4 15,5-2-2-15,10-2 0 16,4-2 0-16,-1-1 0 16,-3-1 0-16,0 1 0 15,-15 1 0-15,-5 0 0 0,-10 4 0 16,-11 1 0-16,-14 2 0 15,-5 0 0-15,-10-1 0 16,-6 4 0-16,-11 2 0 16,0 0 0-16,0 0 0 0,-9-2 0 15,0 2 0-15,-1 2 0 16,-5 0 0-16,0 4 0 16,8 1-26-16,-3-2-59 15,0 0-3-15</inkml:trace>
  <inkml:trace contextRef="#ctx0" brushRef="#br0" timeOffset="23816.58">21238 5356 401 0,'0'0'4'0,"0"0"4"15,0 0 2-15,0 0 1 0,0 0 1 16,0 0 2-16,-2 3 0 15,2-3 0-15,17 7-3 16,1 0-5-16,4 0 0 16,2 1-6-16,8 4 0 15,3 1 0-15,3 2 0 0,-3-1 0 16,-1 5 0-16,-7-2 0 16,-3 2 0-16,-10-2 0 15,-7 3 0-15,-7 2 0 16,-9 0 0-16,-9 1 0 0,-9-3 0 15,-3 1 0-15,-2 0 0 16,-1-4 0-16,3 1 0 16,4-9 0-16,8 4 0 15,0-11-3-15,-4 4-81 0,22-6-3 16</inkml:trace>
  <inkml:trace contextRef="#ctx0" brushRef="#br0" timeOffset="24166.65">22145 5378 425 0,'0'0'3'0,"0"0"4"16,0 0 3-16,0 0 1 15,7-5 1-15,-7 5 0 0,0 0 2 16,11 0-2-16,-11 0-7 16,4 22-5-16,4-7 0 15,-6 7 0-15,3 3 0 16,1 4 0-16,-4-1 0 15,0 5 0-15,3-2 0 0,0-3 0 16,-3-9 0-16,3 4-73 16,-2-8-14-16</inkml:trace>
  <inkml:trace contextRef="#ctx0" brushRef="#br0" timeOffset="24549.55">22354 5376 463 0,'0'0'0'0,"0"0"1"16,0 0 1-16,0 0 3 16,4 8 1-16,-4-8 1 15,3 19 1-15,-1-5 0 16,3 4 1-16,3 7-7 0,-3-1-2 16,5 6 0-16,5 0 0 15,0 2 0-15,-2-5 0 16,0-2 0-16,2 0 0 15,-2-11 0-15,-1 1 0 0,-3-5 0 16,-9-10 0-16,9 6 0 16,-9-6 0-16,0 0 0 15,10-10 0-15,-10-3 0 16,0-3 0-16,2-8 0 0,1-5 0 16,2-4 0-16,0-1 0 15,0-6 0-15,2 5 0 16,1 3 0-16,0 5 0 15,-1 6 0-15,-5 3 0 0,3 5 0 16,-5 2 0-16,0 11-16 16,0 0-71-16,0 0-2 15</inkml:trace>
  <inkml:trace contextRef="#ctx0" brushRef="#br0" timeOffset="24816.52">21852 5306 497 0,'0'0'1'0,"0"0"2"16,0 0 0-16,-6-15 1 0,6 15-1 15,20-18-3-15,8 9 0 16,9-3 0-16,20-1 0 15,18 3 0-15,12 0 0 16,13 5 0-16,6 2 0 0,4 3 0 16,-6 3 0-16,-5 7 0 15,-12-2-12-15,-30 4-74 16,-4 3-4-16</inkml:trace>
  <inkml:trace contextRef="#ctx0" brushRef="#br0" timeOffset="25016.66">22090 5888 497 0,'0'0'2'16,"-15"8"1"-16,15-8 2 0,-9 10-1 15,9-10-4-15,7 11 0 16,12-5 0-16,15-4 0 16,19-2 0-16,23-2 0 15,20-1 0-15,15-1 0 0,19-6 0 16,32-5-9-16,4 5-79 15,8-5-3-15</inkml:trace>
  <inkml:trace contextRef="#ctx0" brushRef="#br0" timeOffset="27499.99">22765 2311 467 0,'0'0'1'16,"-4"-12"1"-16,2-1 1 16,-3-7 2-16,0 0 0 0,3-7 2 15,-1-3-1-15,3-2 0 16,7 0 0-16,14 8-3 16,5-4-3-16,14 8 0 0,7 8 0 15,10 12 0-15,6 10 0 16,-1 15 0-16,6 12 0 15,-7 10 0-15,-9 17 0 16,-10 13 0-16,-12 10 0 0,-8 9 0 16,-17 1 0-16,-5 7 0 15,-7-2 0-15,-7 5 0 16,-4-1 0-16,2-10 0 16,4-4 0-16,0-5 0 0,12-10 0 15,3-8 0-15,14-13 0 16,3-10 0-16,10-17 0 15,7-11 0-15,6-14 0 16,-2-7 0-16,1-14 0 0,-1-5 0 16,-4 0 0-16,-7-6 0 15,-11 9 0-15,-8-1 0 16,-9 8 0-16,-2 12 0 0,-15 3 0 16,-2 19 0-16,-6 4 0 15,3 17 0-15,1 9 0 16,6 14 0-16,5 12 0 15,8 11 0-15,5 8 0 16,8 2 0-16,6 12 0 0,5 0 0 16,10 6 0-16,-4-3 0 15,2-3 0-15,-2-2 0 16,3 0 0-16,-2-2 0 16,-1-1 0-16,-7-2 0 15,-3-10 0-15,-6-2 0 0,-6-5 0 16,-8-11 0-16,0-3 0 15,-12-9 0-15,-11-10 0 16,3-7 0-16,-9-3 0 16,-4-3 0-16,-5-4 0 0,-1-5 0 15,-5-2 0-15,-3-6 0 16,-2 1 0-16,0 0 0 0,-3-3 0 16,5-2 0-16,-1-5 0 15,9-8-29-15,4 6-59 16,10-6-5-16</inkml:trace>
  <inkml:trace contextRef="#ctx0" brushRef="#br0" timeOffset="38033.19">18455 3032 140 0,'0'0'4'0,"0"0"2"0,0 0-1 16,0 0 2-16,0 0 2 16,0 0 2-16,6 0 1 15,6 0-1-15,8 0-3 16,6 0-1-16,10 0 0 0,8 0-2 16,21 0-3-16,12 0-1 15,15 0-1-15,12 0 0 16,25 0-1-16,13-5 0 15,17 5 1-15,15-6-1 0,15 6 2 16,9-1 0-16,23-2 0 16,13 3 2-16,7 0 0 15,8 4 0-15,9 4-1 16,8 0-1-16,-3-3 2 0,-9 2-1 16,-5-2-2-16,-8 0-3 15,-13 0-4-15,-10-2 0 16,-18-3 1-16,-22 0-1 15,-24-8 0-15,-14 1 2 0,-28-3-2 16,-29 5-30-16,-16-8-13 16</inkml:trace>
  <inkml:trace contextRef="#ctx0" brushRef="#br0" timeOffset="42483.14">11433 1513 344 0,'0'0'8'0,"0"0"3"0,0 0 4 16,0 0 2-16,0 0 0 15,0 0 0-15,0 0-1 16,0 0 2-16,0 0-7 16,0 0-4-16,0 0-2 0,-2 10-2 15,-1 0 1-15,3 12 1 16,0 6 0-16,0 2-1 15,0 2 0-15,0 5-4 16,0-5 0-16,0-5 0 0,0-5 0 16,0-4 0-16,0-3 0 15,0-3 0-15,0-1 0 16,0-11 0-16,3 8-11 16,-3-8-7-16,4-8-45 0,0-3-23 15,-4-1-2-15</inkml:trace>
  <inkml:trace contextRef="#ctx0" brushRef="#br0" timeOffset="42934.86">11133 1488 308 0,'0'0'6'0,"0"0"6"16,0 0 1-16,0 0 3 15,0 0 3-15,-8-2 2 16,8 2-1-16,0 0-1 0,0 0-4 15,0 0-2-15,0 0-4 16,0 0-1-16,13-3-2 16,-1 2 0-16,6-3-1 15,1 2 1-15,5 0-1 0,4-1-1 16,5 1-4-16,1-3 0 16,1 2 0-16,5 0 0 15,-2 2 0-15,1-5 0 0,0 4 0 16,-3-1 0-16,1 1 0 15,-5-1 0-15,-2 3 0 16,-5 0 0-16,-8 0 0 16,-2 3-13-16,-5 2-13 15,-10-5-59-15,5 15-5 0</inkml:trace>
  <inkml:trace contextRef="#ctx0" brushRef="#br0" timeOffset="43383.31">11101 2004 400 0,'0'0'5'0,"0"0"2"0,0 0 2 15,0 0 0-15,0 0 1 0,0 0 2 16,9-5 0-16,3 0 1 16,11 2-4-16,2 1-2 15,10-5 0-15,4-1 0 16,11-4-3-16,3-4-4 0,1 2 0 16,5 2 0-1,-4-3 0-15,0 0 0 0,-2 2 0 16,-9 3 0-16,-5 6 0 15,-9-1 0-15,-5-1 0 0,-9 6 0 16,-7-2 0-16,-9 2 0 16,10 0 0-16,-10 0 0 15,0 0 0-15,-5 0 0 16,5 0 0-16,-12 5 0 0,12-5 0 16,-11 3 0-16,11-3 0 15,-12 2 0-15,12-2-30 16,0 0-57-16,0 0-4 15</inkml:trace>
  <inkml:trace contextRef="#ctx0" brushRef="#br0" timeOffset="44275.05">12286 1583 297 0,'0'0'7'16,"0"0"2"-16,0 0 5 0,0 0 0 15,0 0 2-15,0 0 1 16,0 0 1-16,0 0 0 16,0 0-7-16,-3 3-2 15,3-3-1-15,0 0-4 0,5 4 0 16,5-4 0-16,0 0 0 15,2 0 0-15,11 0-1 16,-1 0 0-16,6 0 0 16,4 0-2-16,5-2 1 15,0 0-1-15,8-1 1 0,5 0-2 16,5-2 1-16,-1 3-1 16,6-2 1-16,2-2-1 15,0 4 1-15,3-1-1 16,-3-3 0-16,-2 2 0 0,-1 1 0 15,-2 2 1-15,-5-2 0 16,-4 0 0-16,-4 1 0 16,-5-1 1-16,-3 1 0 0,-4 2 0 15,-8-3 0-15,-3 3-1 16,-1-2 1-16,-6-1-1 16,-6 3 0-16,-8 0-1 15,13-2-3-15,-13 2-2 0,0 0-4 16,0 0-5-16,0 0-13 15,0 0-52-15,0 0-5 16</inkml:trace>
  <inkml:trace contextRef="#ctx0" brushRef="#br0" timeOffset="44715.96">13461 1358 383 0,'0'0'6'0,"0"0"2"0,0 0 3 0,0 0 0 0,0 0 2 16,0 0 1-16,0 0-1 16,0 0 1-16,0 0-6 15,0 0-2-15,0 0-3 16,4 0-1-16,-4 0 0 15,18 0-2-15,-8 0 1 0,5 5 0 16,0-5 0-16,3 4-1 16,1-1 0-16,3 1 0 15,1 2 0-15,0 2 0 16,-2 0 0-16,0 0 0 0,-4 2 0 16,2 3 1-16,-5 1 0 15,-10-1 0-15,4 2 0 16,-8-1 0-16,0 1 0 15,-5-2 3-15,-20 17 0 16,-7 2-4-16,-5-3 0 0,-6-4 0 16,3-3 0-16,8-7 0 15,7-5 0-15,25-10 0 16,-7 15-15-16,7-15-18 0,4 7-51 16,6-7-3-16</inkml:trace>
  <inkml:trace contextRef="#ctx0" brushRef="#br0" timeOffset="45683.01">14472 1288 420 0,'0'0'5'0,"0"0"3"0,0 0 1 0,0 0 0 16,0 0 1-16,0-11-1 15,0 11 1-15,0 0-1 0,-10 3-4 16,2 7-3-16,-1 1-1 15,-1 3-1-15,-1 4 0 16,4 1 0-16,0-1 0 16,0 4-1-16,2 15 3 15,-6 12 1-15,9 6-1 0,2-5 1 16,18-12 0-16,7-10-1 16,7-14-2-16,-2-8 0 15,-13-6 0-15,1 0 0 16,-4-2 0-16,4-6 0 0,-1 1 0 15,-2-3 0-15,-1-7 0 16,2-3 0-16,-2 1 0 16,-1-6 0-16,-5 2 0 15,-4-4 0-15,-1-1 0 16,-3 2 0-16,0-4 0 0,-5 2 0 16,-2-1 0-16,-7 1 0 15,-2-1 0-15,-2 10 0 16,-1-2 0-16,-9 4 0 15,3 5 0-15,-2 6 0 0,-1 4 0 16,3 2 0-16,0 5 0 16,6 5 0-16,-1 5 0 15,8-4 0-15,1 6 0 0,9 0 0 16,2 2 0-16,2-3 0 16,9 2 0-16,6-2 0 15,3 0 0-15,5-3 0 16,2-1 0-16,6-1 0 15,-1-2 0-15,-1-6 0 0,5-1 0 16,-4 1 0-16,-2-3 0 16,2 0 0-16,-9 0 0 15,0-3 0-15,-4-2 0 16,-1 3 0-16,-6-3 0 0,-3 3 0 16,-9 2 0-16,13-5 0 15,-13 5 0-15,0 0 0 16,0 0 0-16,0 0 0 15,0 0 0-15,-5 0 0 0,5 0 0 16,0 0 0-16,-10 0 0 16,10 0 0-16,-5 7-69 15,5-7-21-15</inkml:trace>
  <inkml:trace contextRef="#ctx0" brushRef="#br0" timeOffset="46800.67">15396 1358 391 0,'0'0'6'15,"0"0"3"-15,0 0 1 16,0 0 1-16,0 0 0 16,0 0 2-16,0 0-1 0,0 0 1 15,8 0-5-15,2 0-3 16,2 0-2-16,4 0 0 15,3 0-2-15,1 0-3 16,5 0-4-16,3 2-9 0,-4-2-16 16,-4 0-52-16,7 3-3 15</inkml:trace>
  <inkml:trace contextRef="#ctx0" brushRef="#br0" timeOffset="47132.8">15421 1503 397 0,'0'0'4'16,"0"0"2"-16,0 0 2 0,0 0 2 15,0 0 3-15,0 0-2 16,8 3 2-16,1-3 1 16,7 0-3-16,0 0-3 15,7 0-1-15,0 0-3 0,4 0 1 16,1-3-5-16,4 1 0 15,-2-1 0-15,0 1 0 16,2 0 0-16,-2-1 0 0,-1 0 0 16,-1 1 0-16,-5-1 0 15,3 2 0-15,-8-3 0 16,-4 4 0-16,-1-2 0 16,-13 2 0-16,10 0 0 0,-10 0 0 15,0 0 0-15,0 0-8 16,0 0-22-16,-5 0-56 15,5 0-3-15</inkml:trace>
  <inkml:trace contextRef="#ctx0" brushRef="#br0" timeOffset="47982.87">16659 1159 416 0,'0'0'7'16,"0"0"1"-16,0 0 3 16,0-13 1-16,0 13 0 15,0-7 1-15,0 7 0 16,0 0 0-16,0 0-7 0,-10-2-6 16,10 2 0-16,-13 9 0 15,6 2 0-15,0 3 0 16,-1 4 0-16,3 1 0 15,0 4 0-15,0 4 0 0,3 1 0 16,2 1 0-16,0 2 0 16,0 0 0-16,7-1 0 15,3-3 0-15,2-3 0 0,9-4 0 16,-2-2 0-16,6-6 0 16,-2-7 0-16,4-5 0 15,-5-2 0-15,3-13 0 16,-5-3 0-16,0-3 0 0,-3-7 0 15,-5-2 0-15,-1-5 0 16,-7 4 0-16,-1-4 0 16,-3 3 0-16,-10-6 0 15,0 6 0-15,-5 2 0 0,-3 3 0 16,-1 2 0-16,-6 6 0 16,2 7 0-16,1 2 0 15,-2 4 0-15,1 6 0 16,3 0 0-16,3 8 0 15,-1 2 0-15,9 0 0 0,1 4 0 16,3 1 0-16,2 3 0 16,3-3 0-16,3-1 0 15,5-2 0-15,4 1 0 0,3-2 0 16,2-2 0-16,3-4 0 16,-3 2 0-16,3-4 0 15,3-1 0-15,-4-2 0 16,-1 0 0-16,2 0 0 15,-3-5 0-15,-4 3 0 0,1-1 0 16,-1-1 0-16,-5 1 0 16,-8 3 0-16,14-8 0 15,-14 8 0-15,0 0 0 0,0 0 0 16,0 0 0-16,0 0 0 16,0 0 0-16,0 0-88 15,0 0-2-15</inkml:trace>
  <inkml:trace contextRef="#ctx0" brushRef="#br0" timeOffset="51750.34">17521 1246 332 0,'0'0'5'0,"0"0"3"16,0 0 3-16,0 0 2 15,0 0 2-15,0 0-1 16,0-10 0-16,0 10 1 16,0 0-4-16,0 0-5 0,0 0-1 15,7 0-2-15,-7 0-2 16,13 8 0-16,-3-4 0 15,-1 4 1-15,2-1-1 16,1 0 1-16,0 0 2 0,8-1 0 16,0-3 1-16,5-3 1 15,5 0 1-15,5-6 0 16,9-5 0-16,9-12 0 16,4-4-3-16,8-3-4 0,1-7 0 15,6-2 0 1,6-7 0-16,-7 2 0 0,5-3 0 15,-2 3 0-15,-5-1 0 16,0 2 0-16,-1 1 0 16,-8 3 0-16,-4 6 0 15,-11 4 0-15,-3 1 0 16,-42 28 0-16,28-15 0 16,-1 1 0-16,-27 14 0 0,0 0 0 15,0 0 0-15,0 0-46 16,0 0-44-16</inkml:trace>
  <inkml:trace contextRef="#ctx0" brushRef="#br0" timeOffset="53600.1">14803 1721 358 0,'0'0'7'15,"0"0"6"-15,0 0 1 16,0 0 2-16,9-9 0 16,-9 9 2-16,0 0-1 0,0 0 1 15,0-10-7-15,0 10-5 16,-12 0-1-16,-1 2-3 16,1 1-1-16,-5 2 0 0,0-3-1 15,-4 5 0-15,1-4 1 16,3 2-1-16,-3-2 1 15,8-3-1-15,-4 1 1 16,10-1-1-16,6 0 1 16,-12 0-1-16,12 0 0 0,0 0 0 15,0 0 0-15,0 0 0 16,0 0-1-16,7 13 1 16,-7-13 0-16,11 15 0 15,-2-5 0-15,1 2 0 0,-3 3 0 16,0 10 0-16,1 0 0 15,-1-3 0-15,-2 4 0 16,-2-1 0-16,-1 0 1 16,0-2 0-16,-2-1-1 0,3-9 0 15,-3-1-2-15,0 0-1 16,0-12-4-16,0 18-6 16,0-18-12-16,0 0-57 0,0 0-4 15</inkml:trace>
  <inkml:trace contextRef="#ctx0" brushRef="#br0" timeOffset="53799.65">14550 1949 402 0,'0'0'7'15,"0"-10"2"-15,0 10 2 16,7-15 0-16,7 5 2 0,4 1 0 15,10-1 0-15,6-2 0 16,13 9-12-16,1-2-35 16,18 0-46-16,10 0-3 15</inkml:trace>
  <inkml:trace contextRef="#ctx0" brushRef="#br0" timeOffset="56032.99">11403 2774 403 0,'0'0'8'0,"0"0"2"16,8-10 4-16,-8 10 1 0,8-12 1 15,-8 12 1-15,7-14 0 16,-7 14-6-16,0 0-11 15,0 0 0-15,7 8 0 16,-7 13 0-16,0-4 0 0,0 11 0 16,-2-1 0-16,-1 0 0 15,1 3 0-15,-2-3 0 16,3 0 0-16,-1-2 0 16,-1-4 0-16,3 0 0 15,0-4 0-15,0-2 0 0,0 0 0 16,0-6 0-16,0-9 0 15,5 16-7-15,-5-16-40 16,10 0-38-16,0-2-2 16</inkml:trace>
  <inkml:trace contextRef="#ctx0" brushRef="#br0" timeOffset="56299.79">11555 2746 401 0,'0'0'7'0,"0"0"5"0,0 0 1 15,13-7 1-15,-13 7 1 16,0 0 0-16,7 0 1 16,-7 0 0-16,2 20-14 15,1 0-2-15,-3 3 0 0,1 4 0 16,3 2 0-16,-2 4 0 16,0-4 0-16,2 3 0 15,-2-5 0-15,5-2 0 0,-4-2 0 16,-1-4 0-16,3-3 0 15,0-1 0-15,-3-9 0 16,-2-6-18-16,6 15-35 16,-6-15-32-16,0 0-1 15</inkml:trace>
  <inkml:trace contextRef="#ctx0" brushRef="#br0" timeOffset="56751.93">11287 2692 324 0,'0'0'9'0,"0"0"6"16,0 0 3-16,-11-12 5 0,11 12 0 15,-7-11 3-15,7 11-1 16,-7-11 2-16,7 11-9 16,-5-10-15-16,5 10-3 15,0 0 0-15,0 0 0 16,0 0 0-16,-6-10 0 0,6 10 0 16,12-5 0-16,4 3 0 15,7 2 0-15,9 0 0 16,2-4 0-16,14 3 0 0,-1-2 0 15,8 1 0-15,0 2 0 16,4-2 0-16,-10-4 0 16,4 1 0-16,-5 3 0 15,-9 2 0-15,-4 0 0 0,-6 0 0 16,-8 0 0-16,-7 2 0 16,-1 3 0-16,-13-5 0 15,5 14 0-15,-5 0 0 16,-13 0-33-16,-1 4-55 15,-7 1-2-15</inkml:trace>
  <inkml:trace contextRef="#ctx0" brushRef="#br0" timeOffset="57150.47">11035 3327 360 0,'0'0'9'0,"0"0"2"15,0 0 3-15,0 0 0 16,0 0 2-16,0 0 2 0,6 0 1 16,9 0 1-16,10-6-6 15,9-3-2-15,14-1-8 16,6 0-4-16,14-3 0 15,6 1 0-15,6-3 0 0,-1 3 0 16,-4-1 0-16,-1 5 0 16,-10-1 0-16,-4 4 0 15,-10 2 0-15,-10 2 0 16,-10 1 0-16,-5 0 0 16,-9 0 0-16,-5 4 0 0,-11-4 0 15,0 0 0-15,0 10 0 16,0-10 0-16,-6 5 0 15,-1-5 0-15,7 0-23 16,0 0-64-16,0 0-3 0</inkml:trace>
  <inkml:trace contextRef="#ctx0" brushRef="#br0" timeOffset="57782.95">12557 2955 296 0,'0'0'8'0,"0"0"5"0,0 0 4 0,-10 0 2 15,10 0 2-15,0 0 2 16,0 0 0-16,0 0 1 0,0 0-7 16,7-3-4-16,5 1-2 15,11 2-3-15,4-2 0 16,8-1-1-16,9 2-4 16,4-5-3-16,12 3 0 15,-1-2 0-15,8 1 0 0,-2-2 0 16,2 2 0-16,-1-4 0 15,-3 2 0-15,-4 5 0 16,-6-4 0-16,-11 0 0 16,-4 2 0-16,-8 3 0 0,-11-2 0 15,-6 2 0-15,-13 0 0 16,12 0 0-16,-12 0 0 16,0 0 0-16,0 0 0 15,0 0 0-15,0 0 0 0,0 0 0 16,0 0 0-16,0 0 0 15,-5 0 0-15,5 0-51 16,-10-5-36-16,10 5 0 16</inkml:trace>
  <inkml:trace contextRef="#ctx0" brushRef="#br0" timeOffset="58152.93">13229 2727 427 0,'0'0'6'0,"0"0"3"16,0 0 2-16,0 0 1 16,0 0 0-16,0 0 2 15,13 0 0-15,0 0-8 0,6 2-6 16,11 4 0-16,2 1 0 16,14 3 0-16,0 2 0 15,4 3 0-15,0 0 0 16,-3 3 0-16,-5 2 0 0,-10-1 0 15,-7 1 0-15,-7 3 0 16,-11-1 0-16,-7 0 0 16,-4 0 0-16,-9 0 0 15,-7 0 0-15,-5 1 0 0,-5-4 0 16,1 2 0-16,-4-1 0 16,4-6 0-16,-1 4 0 15,2-6 0-15,6-2 0 16,5 0 0-16,1-5 0 15,16-5 0-15,-12 13-34 16,12-13-51-16,0 0-2 0</inkml:trace>
  <inkml:trace contextRef="#ctx0" brushRef="#br0" timeOffset="58999.91">14212 2685 415 0,'0'0'7'0,"0"-10"2"0,0 10 3 15,4-10 2-15,-4 10 0 16,0 0 0-16,3-10 0 0,-3 10-2 16,0 14-12-16,-3 5 0 15,-5 8 0-15,-4 3 0 16,0 9 0-16,-1 1 0 15,4 2 0-15,1 0 0 0,4-2 0 16,4-3 0-16,2-8 0 16,8-1 0-16,7-8 0 15,5-5 0-15,1-5 0 16,7-6 0-16,-3-4 0 0,3 0 0 16,0-8 0-16,0-4 0 15,-2-7 0-15,-3-1 0 16,0-10 0-16,-2-2 0 15,-5-8 0-15,-8-2 0 16,-3-2 0-16,-7-6 0 0,-3 5 0 16,-9 3 0-16,-6 4 0 15,-7 0 0-15,-4 13 0 16,5 0 0-16,-6 10 0 16,0 7 0-16,2 4 0 0,-1 4 0 15,6 0 0-15,-2 10 0 16,6 2 0-16,1 6 0 15,6-1 0-15,4 5 0 0,5 0 0 16,1 3 0-16,7-1 0 16,8-1 0-16,6-4 0 15,11 2 0-15,-1-4 0 16,10-5 0-16,-2-1 0 16,5-4 0-16,-3-5 0 0,1 1 0 15,-2-3 0-15,-9-3 0 16,-4 1 0-16,-3-4 0 15,-7 2 0-15,-5-1 0 16,-10 5 0-16,11-10 0 0,-11 10 0 16,0-7 0-16,0 7 0 15,-4-11 0-15,4 11 0 16,0 0 0-16,-9-4 0 16,9 4 0-16,0 0 0 0,-10 2 0 15,10-2-36-15,2 18-52 16,1-9-2-16</inkml:trace>
  <inkml:trace contextRef="#ctx0" brushRef="#br0" timeOffset="59516.21">14964 2881 444 0,'0'0'4'0,"0"0"3"15,0 0 1-15,0-12 1 0,0 12 0 16,-10-11 1-16,2 6 1 15,-6-4-2-15,-2 4-9 16,0 2 0-16,0 0 0 16,-5 3 0-16,3 0 0 0,1 0 0 15,1 0 0-15,4 0 0 16,-1 3 0-16,13-3 0 16,-12 8 0-16,12-8 0 15,-2 9 0-15,2-9 0 0,0 13 0 16,0-13 0-16,10 17 0 15,-3-6 0-15,1 1 0 16,-3 1 0-16,7-5 0 16,-5 9 0-16,1-4 0 0,-1 3 0 15,3 1 0-15,-3 0 0 16,2 0 0-16,-2 3 0 16,-2 0 0-16,2-2 0 15,-1-2 0-15,-2 2 0 0,-1-3 0 16,-3 0 0-16,0-3-14 15,0-12-68-15,0 13-3 16</inkml:trace>
  <inkml:trace contextRef="#ctx0" brushRef="#br0" timeOffset="59750.64">14683 3073 457 0,'0'0'5'0,"0"0"1"0,0-6 1 0,0 6 2 16,15-13 2-16,0 5 0 15,6 1-6-15,0-5-5 0,9 5 0 16,5 0 0-16,3-2 0 16,-1 1 0-16,2 7 0 15,-4-6 0-15,2 7-71 16,-1 0-16-16</inkml:trace>
  <inkml:trace contextRef="#ctx0" brushRef="#br0" timeOffset="60002.22">15516 2824 487 0,'0'0'4'0,"0"0"2"0,0 0 2 15,0 0-2-15,0 0-6 16,0 0 0-16,0 0 0 16,0 0 0-16,14-8 0 0,-3 8 0 15,1 0 0-15,6 0 0 16,-4 0 0-16,6 0-85 15,0 3-2-15</inkml:trace>
  <inkml:trace contextRef="#ctx0" brushRef="#br0" timeOffset="60149.99">15412 2948 436 0,'0'0'5'16,"0"0"4"-16,0 0 1 0,0 0 2 15,9 9 0-15,8-6 1 16,8-3-1-16,10 3-10 15,5 1-39-15,20-4-42 16,9-4-6-16</inkml:trace>
  <inkml:trace contextRef="#ctx0" brushRef="#br0" timeOffset="69649.89">15911 2574 424 0,'0'0'6'0,"0"0"2"0,0-13 2 15,0 13 1-15,0 0 0 16,2-7 1-16,-2 7 0 16,0 0 0-16,5 12-7 15,-5 5-5-15,0 8 0 0,0 0 0 16,0 7 0-16,0 3 0 15,3 0 0-15,-1-3 0 16,0-3 0-16,1-1 0 0,2-3 0 16,-5-3 0-16,3-5 0 15,-1-3 0-15,1 3 0 16,-3-10 0-16,0-7 0 16,2 14 0-16,-2-14 0 0,0 0 0 15,0 0 0-15,0 0-7 16,12 5-14-16,-12-5-16 15,0-7-47-15,0 7 0 16</inkml:trace>
  <inkml:trace contextRef="#ctx0" brushRef="#br0" timeOffset="70367.35">16263 2688 341 0,'0'0'9'0,"0"0"4"0,0 0 3 16,0-13 2-16,0 13 1 0,0-12 1 15,0 12 1-15,-4-15 0 16,4 15-8-16,-15-15-4 16,5 9-3-16,0 5-1 15,-6-2-5-15,0 3 0 16,0 0 0-16,-1 0 0 0,0 8 0 15,2-1 0-15,2 3 0 16,6 2 0-16,0 1 0 16,4-1 0-16,3 1 0 15,8-1 0-15,1-1 0 0,7 3 0 16,4-3 0-16,-1 0 0 16,4 1 0-16,2-2 0 15,-1 0 0-15,1 0 0 16,0 3 0-16,-5-4 0 0,-1 2 0 15,-3 1 0-15,-4-3 0 16,-2 1 0-16,-7 3 0 16,-3-3 0-16,0 0 0 0,-8 0 0 15,-4-3 0-15,-6 0 0 16,1 0 0-16,-3-4 0 16,-2 0 0-16,2-3 0 15,-3 0 0-15,4-7 0 16,1-3 0-16,3-4 0 0,5 3 0 15,3-7 0-15,4 1 0 16,3-3 0-16,3 3 0 16,6 0 0-16,7-1 0 15,-2-2 0-15,7 2 0 0,-2 4 0 16,6-1 0-16,0 2 0 16,-3 1 0-16,-2 2 0 15,2 1 0-15,-1 6-15 0,-9 8-60 16,1-5-10-16</inkml:trace>
  <inkml:trace contextRef="#ctx0" brushRef="#br0" timeOffset="70800.57">16606 2645 417 0,'0'0'6'0,"0"0"2"0,-5-4 1 0,5 4 0 0,-9 0 1 0,9 0 0 16,-18 7 1-16,8 3 0 0,1 5-5 16,-2 4-3-16,4 4 1 15,0 0-2-15,4-2 1 16,3 4-1-16,3-5-2 15,6 0 0-15,7-5 0 0,3-1 0 16,8-6 0-16,-2-3 0 16,5-5 0-16,2 0 0 15,-4-5 0-15,-1-5 0 0,-4-5 0 16,-1 0 0-16,-7-4 0 16,-8-4 0-16,-4-7 0 15,-3 1 0-15,-8-1 0 16,-12-2 0-16,1 7 0 15,-6 0 0-15,-5 5 0 0,0 6 0 16,0 14 0-16,1 0 0 16,8 0-20-16,5 12-64 15,6 0-1-15</inkml:trace>
  <inkml:trace contextRef="#ctx0" brushRef="#br1" timeOffset="85766.66">6854 7699 235 0,'0'0'7'0,"0"0"1"16,0 0 2-16,5 0 4 16,-5 0 5-16,0 0 3 15,10 0 2-15,-10 0 2 0,5-10-3 16,-5 10-2-16,0-17 0 16,0 4-3-16,0-3-3 15,0 1-3-15,-5-3-1 0,2-2-2 16,-1 2-2-16,-4-5-1 15,0 2-3-15,1-4-3 16,-4 0 0-16,3 1 0 16,-3-3 0-16,1-3 0 15,1 0 0-15,-4-2 0 0,1 2 0 16,-1 0 0-16,3-2 0 16,1 5 0-16,-5-3 0 15,5 0 0-15,2 3 0 16,-4 1 0-16,4 2 0 15,-3-2 0-15,1 3 0 0,0-1 0 16,0 2 0-16,-1-1 0 16,0 0 0-16,5-2 0 15,-2 4 0-15,-3-2 0 0,4 1 0 16,-1 3 0-16,0-5 0 16,2 5 0-16,-2-3 0 15,1 4 0-15,-1-2 0 16,-1 1 0-16,1-1 0 0,-4 2 0 15,4-2 0-15,-2 1 0 16,2-1 0-16,-2 0 0 16,0-2 0-16,2 2 0 15,-4-2 0-15,4-3 0 0,-1 5 0 16,1-4 0-16,-3 2 0 16,2-1 0-16,-1 1 0 15,2-3 0-15,-2 3 0 16,0-3 0-16,-3 2 0 0,4 1 0 15,-2 3 0-15,3-6 0 16,-4 2 0-16,4 3 0 16,-3-4 0-16,3 1 0 15,-1 1 0-15,1-3 0 0,-3 3 0 16,3 2 0-16,-1-2 0 16,0 2 0-16,1-1 0 15,0 2 0-15,-1-1 0 16,3 1 0-16,-2 1 0 0,0-1 0 15,-2 1 0-15,2-2 0 16,2 8 0-16,-2-6 0 16,0 1 0-16,-1 3 0 0,3-4 0 15,-2 3 0-15,2-5 0 16,-2 6 0-16,1-4 0 16,-1-1 0-16,-3 1 0 15,3 1 0-15,-2-1 0 16,5-1 0-16,-6 1 0 0,3 1 0 15,-4-3 0-15,4 6 0 16,0-4 0-16,-4 0 0 16,4 1 0-16,0 1 0 0,1-1 0 15,0 1 0-15,0-1 0 16,1 4 0-16,0-2 0 16,1 3 0-16,-1-3 0 15,-2 2 0-15,1-1 0 0,-1-1 0 16,4 2 0-16,-4-4 0 15,0 2 0-15,1-2 0 16,1 0 0-16,-2-1 0 16,2 1 0-16,0 3 0 0,-3-4 0 15,3 3 0-15,0 0 0 16,1 0 0-16,-1 3 0 16,0-1 0-16,-1-1 0 15,1-2 0-15,-2 4 0 16,2-2 0-16,1 1 0 0,-1-2 0 15,-1 0 0-15,1 3 0 16,0-1 0-16,1-1 0 16,-1 1 0-16,0 1 0 0,-1-1 0 15,1-2 0-15,-2 1 0 16,2 1 0-16,0 1 0 16,1-3 0-16,-2 0 0 15,-1 2 0-15,4 1 0 16,-2-1 0-16,1 5 0 0,-1-5 0 15,-1 1 0-15,1 4 0 16,0-2 0-16,5 10 0 16,-7-15 0-16,7 15 0 0,-7-12 0 15,7 12 0-15,0 0 0 16,-8-10 0-16,8 10 0 16,0 0 0-16,0 0 0 15,0 0 0-15,0 0 0 16,-7-10 0-16,7 10 0 0,0 0 0 15,0 0 0-15,0 0 0 16,-3-8 0-16,3 8 0 16,0 0 0-16,0 0 0 15,0 0 0-15,0 0 0 0,0 0 0 16,0 0 0-16,0 0 0 16,0 0 0-16,0 5 0 15,0-5 0-15,0 10 0 16,0-10 0-16,3 13 0 0,-3-13 0 15,2 9 0-15,-2-9 0 16,0 0 0-16,0 0 0 16,0 0 0-16,0 0 0 0,0 0 0 15,0 0 0-15,11 0 0 16,-11 0 0-16,0-9 0 16,0-4 0-16,0 3 0 15,-6 1 0-15,1 1 0 16,3-2 0-16,2 10 0 0,-8-10 0 15,8 10 0-15,0 0 0 16,-14 0 0-16,14 0 0 16,0 0 0-16,-6 10 0 15,6-10 0-15,-2 13 0 0,2-13 0 16,0 12 0-16,0-12 0 16,0 0 0-16,7 8 0 15,-7-8 0-15,15 0 0 0,-15 0 0 16,10-11 0-16,-10 11 0 15,11-12 0-15,-11 12 0 16,4-13 0-16,-4 13 0 16,0 0 0-16,0-9 0 0,0 9 0 15,0 0 0-15,0 0 0 16,-4 5 0-16,4-5 0 16,-6 12 0-16,6-12 0 15,-5 10 0-15,5-10 0 16,0 0 0-16,0 12-22 0,0-12-49 15,0 0-18-15</inkml:trace>
  <inkml:trace contextRef="#ctx0" brushRef="#br1" timeOffset="86315.87">5739 4457 399 0,'0'0'6'0,"0"0"3"0,-8-3 1 15,8 3 2-15,-17-3 1 16,6 0 1-16,-1 3 0 16,-6 3 2-16,2 3-6 15,-2 3-2-15,1 7-8 0,-1-2 0 16,1 8 0-16,-1 2 0 16,3 7 0-16,5-1 0 15,1 6 0-15,4 2 0 16,3 1 0-16,2 2 0 15,4-2 0-15,8-5 0 0,4 1 0 16,3-3 0-16,8-9 0 16,1 1 0-16,4-9 0 15,5-2 0-15,-2-6 0 16,8-5 0-16,-4-2 0 0,1-7 0 16,-2-6 0-16,-1-4 0 15,-5-5 0-15,-4 0 0 16,-3-5 0-16,-4-8 0 15,-8 6 0-15,-9-9 0 0,2 3 0 16,-9-2 0-16,-6-5 0 16,-11 5 0-16,-8-1 0 15,0 7 0-15,-8 1 0 16,-1 7 0-16,-4 7 0 0,2 7 0 16,-3 4 0-16,0 5 0 15,6 5 0-15,2 6 0 16,4 3 0-16,0 4 0 15,1 1 0-15,14 5 0 0,-1-5 0 16,9 6 0-16,5-5 0 16,2-1 0-16,7-7-5 15,13-9-77-15,5 9-10 16</inkml:trace>
  <inkml:trace contextRef="#ctx0" brushRef="#br1" timeOffset="86899.99">5778 4726 413 0,'0'0'6'0,"0"0"2"0,-10 3 3 0,10-3-2 16,0 0 2-16,-12 7 0 15,12-7 1-15,-3 11 1 16,3-11-5-16,0 10-2 16,0-10-3-16,12 9-3 0,-12-9 0 15,13 5 0-15,-13-5 0 16,12-3 0-16,-12 3 0 15,8-15 0-15,-6 3 0 16,1 3 0-16,-3-7 0 0,-3 7 0 16,-4-1 0-16,0 2 0 15,-5 1 0-15,1 7 0 16,-1 0 0-16,-1 4 0 16,1 7 0-16,2 1 0 0,0 1 0 15,5 1 0-15,2-2 0 16,3-1 0-16,0-2 0 15,8-6 0-15,5-3 0 16,-1-3 0-16,3-6 0 0,-3-7 0 16,4 2 0-16,-4-4 0 15,-5 4 0-15,-2-1 0 16,-3 2 0-16,-2 3 0 16,0 10 0-16,-12-5 0 0,2 8 0 15,0 4 0-15,-2 6 0 16,2-1 0-16,8 6-31 15,2-6-57-15,0-12-2 16</inkml:trace>
  <inkml:trace contextRef="#ctx0" brushRef="#br1" timeOffset="88550.52">5597 4384 265 0,'0'0'6'0,"0"0"5"16,0 0 3-16,0-14 2 0,-3 4 5 16,3-2 1-16,0-8 4 15,0-5 1-15,0-5-5 16,3-5-3-16,2-10-1 16,-5-9-4-16,2-12-3 15,0-9-2-15,-2-11-1 16,0-13-6-16,0-13-2 0,0-7 0 15,0-3 0-15,-4 1 0 16,-4 2 0-16,4 10 0 16,-7 8 0-16,1 14 0 0,3 13 0 15,-1 14 0-15,1 9 0 16,0 8 0-16,-1 8 0 16,1 13 0-16,4 3 0 15,-2 6 0-15,3 3 0 0,2 10 0 16,0-13 0-16,0 13 0 15,0 0 0-15,0 0 0 16,7 8-18-16,-7-8-40 0,10 10-27 16,-7 0-1-16</inkml:trace>
  <inkml:trace contextRef="#ctx0" brushRef="#br1" timeOffset="90684.93">5269 1991 159 0,'0'0'6'15,"0"0"3"-15,0 0 6 0,0 0 3 16,0 0 3-16,0 0 2 16,0 0 1-16,-10-2 2 15,10 2-4-15,0 0-4 0,0 0-3 16,0 0-1-16,-10 0-1 16,10 0-3-16,0 0 0 15,0 0-1-15,0 0-1 16,0 0 0-16,0 0 0 0,0 0-2 15,0 0 0-15,0 0-1 16,0 0-1-16,0 0-1 16,0 0-1-16,0 0 0 15,0 0 0-15,0 0 0 0,0 0 0 16,0 0 0-16,10 5 1 16,0-3 0-16,3 3 0 15,6-2 1-15,3 0-1 16,3-2 1-16,8-1 0 0,-1 0-1 15,2 0 1-15,-1 0-1 16,2 0 0-16,-8-1-1 16,-2-2-2-16,-5 3 0 15,-5-3 0-15,-3 3 0 0,-12 0 0 16,13 0 0-16,-13 0 0 16,0 0 0-16,0 0 0 15,0 0 0-15,0 0 0 0,0 0 0 16,0 0 0-16,0 0 0 15,0 0 0-15,0 0 0 16,0 0 0-16,-5 0 0 16,5 0 0-16,0 0-29 15,0 0-58-15,0 0-4 0</inkml:trace>
  <inkml:trace contextRef="#ctx0" brushRef="#br1" timeOffset="91250">5899 1802 426 0,'0'0'6'0,"0"0"2"0,-1-11 3 16,1 11-1-16,-11-13 1 16,11 13 1-16,-14-9-1 0,3 3 1 15,4 6-8-15,-3 0-4 16,3 8 0-16,-6 2 0 15,8 3 0-15,-2 1 0 16,5 1 0-16,2 0 0 0,0 2 0 16,4 1 0-16,4-3 0 15,7-1 0-15,-1-3 0 16,4 0 0-16,-1-1 0 16,3 2 0-16,1-4 0 0,-2 2 0 15,-1-3 0-15,-4 1 0 16,-3 4 0-16,-2-4 0 15,-4 0 0-15,-5 1 0 16,0 1 0-16,-2 0 0 0,-10 0 0 16,-2 0 0-16,-2-3 0 15,-4 3 0-15,-3-6 0 16,1 0 0-16,0-2 0 16,1-4-3-16,5-3-12 0,-3-10-9 15,8-13-36-15,3 3-26 16,0-6-3-16</inkml:trace>
  <inkml:trace contextRef="#ctx0" brushRef="#br1" timeOffset="91399.99">5836 1761 401 0,'0'0'6'15,"0"0"3"-15,0 0 2 16,0-12 1-16,0 12 3 16,7-16-1-16,2 7 1 0,1 1 0 15,6 1-5-15,1-3-7 16,5 7-3-16,1-4-9 15,4 7-28-15,1-2-47 16,-3 2-1-16</inkml:trace>
  <inkml:trace contextRef="#ctx0" brushRef="#br1" timeOffset="91766.8">6183 1704 469 0,'0'0'3'0,"0"0"1"16,-15 0 1-16,8 0-1 15,-5 5 1-15,-2 5 0 16,3 0 0-16,-5 10 1 0,6 0-4 16,6 5-1-16,4 0 1 15,0 1-2-15,12-1 0 16,6-3 0-16,2-1 0 0,6-10 0 15,2-5 0-15,4-6 0 16,-2 0 0-16,0-16 0 16,-3-2 0-16,0-1 0 15,-6-6 0-15,-7-1 0 0,-3 1 0 16,-11 0 0-16,0 0 0 16,-11 3 0-16,-8 5 0 15,11 9 0-15,-9 6 0 16,-13-4 0-16,3 6-5 15,-6 6-24-15,-6 4-56 16,19 4-4-16</inkml:trace>
  <inkml:trace contextRef="#ctx0" brushRef="#br1" timeOffset="92033.33">6611 1939 508 0,'0'0'3'16,"0"0"-3"-16,-3 10 0 15,1-2 0-15,-6 6 0 16,0 6 0-16,-1 3 0 0,-4 4 0 16,-4 5 0-16,-3 3 0 15,1 2 0-15,1-2 0 16,0-2 0-16,3-2-6 15,0-4-30-15,5-4-46 16,2-6-4-16</inkml:trace>
  <inkml:trace contextRef="#ctx0" brushRef="#br1" timeOffset="92700.42">6820 1741 436 0,'0'0'7'0,"0"0"2"16,-13-12 2-16,13 12 1 15,-12-15 1-15,9 5 0 16,3 10-3-16,0-12-10 16,0 12 0-16,5-15 0 15,-5 15 0-15,17-14 0 0,-4 6 0 16,-1 5 0-16,3-3 0 15,0 5 0-15,0-2 0 16,-15 3 0-16,32 0 0 16,-8 3 0-16,-6 7 0 15,-6 4 0-15,-6 6 0 0,-6 3 0 16,-13-3 0-16,3-3 0 16,1-5 0-16,-2 3 0 15,4-5 0-15,2-2 0 16,5-8 0-16,0 12 0 0,0-12 0 15,17 10 0-15,-2-7 0 16,-3 1 0-16,9-1 0 16,-9 1 0-16,6 1 0 15,-4 4 0-15,1-5 0 0,-7 6 0 16,-1-1 0-16,-5 4 0 16,-2 2 0-16,-2 0 0 15,-8-1 0-15,-2 1 0 0,-6-2 0 16,-4-1 0-16,-6-2 0 15,2-2 0-15,-4-6 0 16,0-2 0-16,3 0 0 16,2-2 0-16,9-3-5 15,2-13-28-15,-4 3-52 0,20-2-3 16</inkml:trace>
  <inkml:trace contextRef="#ctx0" brushRef="#br1" timeOffset="93033.08">7229 1692 450 0,'0'0'6'0,"0"0"2"0,0 0 1 0,-7 4 0 16,7-4-1-16,-15 18 1 16,5-6-1-16,3 3-4 0,-6 2-4 15,8 1 0-15,3 2 0 16,2 0 0-16,7-1 0 15,6-4 0-15,1-2 0 0,7-6 0 16,0-4 0-16,2-3 0 16,4-8 0-16,-2-5 0 15,-2-1 0-15,-10-5 0 0,4-4 0 16,-10 0 0-16,-7 1 0 16,-5 3 0-16,5 19 0 15,-19-18 0-15,-2 6 0 16,-3 2 0-16,-6 7 0 15,2 3 0-15,1 5-14 0,11 3-40 16,2 4-31-16,12 0-3 16</inkml:trace>
  <inkml:trace contextRef="#ctx0" brushRef="#br1" timeOffset="93383.33">7567 1669 439 0,'0'0'7'15,"0"0"1"-15,0 0 2 16,-13 0 1-16,4 2 0 0,-1 6-1 16,-3 2 1-16,-4 5-7 15,2 0-4-15,3 2 0 16,-1 5 0-16,10 1 0 16,3-3 0-16,3 2 0 15,10-7 0-15,7-3 0 0,2-2 0 16,4-7 0-16,5-3 0 15,1-5 0-15,-2-8 0 16,-3-5 0-16,-2 1 0 0,-2-5 0 16,-11 0 0-16,-5 0 0 15,-7-1 0-15,-2 14 0 16,-5-1 0-16,-3 4 0 16,-1-1 0-16,-18 0 0 15,-4 2 0-15,4 5 0 0,-4 2-23 16,8 8-60-16,8 3-3 15</inkml:trace>
  <inkml:trace contextRef="#ctx0" brushRef="#br1" timeOffset="93699.64">7836 1451 495 0,'0'0'2'0,"0"0"0"0,0 0-1 16,0 0 1-16,0 0 1 15,14 0-1-15,-14 0 0 16,14 6 0-16,0 1-2 0,0 5 0 16,10 10 0-16,12 13 0 15,2 7 0-15,-4 10 0 16,-4 8 0-16,-9 10 0 15,-7 0 0-15,-16-5 0 16,-19-3 0-16,-11-2 0 0,-10-1 0 16,-8-7 0-16,-7-6 0 15,0 0-15-15,-14-6-35 16,5-6-35-16,-1-9 1 0</inkml:trace>
  <inkml:trace contextRef="#ctx0" brushRef="#br1" timeOffset="94249.52">5279 1402 335 0,'0'0'7'16,"0"0"4"-16,0 0 1 15,0-10 2-15,0 10 1 16,-8 0-2-16,-2 0 1 0,-2 4 3 15,-6 7-8-15,1 3-4 16,-18 19 2-16,-16 19-2 16,-2 15 0-16,-2 12-1 15,4 20 1-15,8 8-3 0,18 2 2 16,22-7 2-16,24-19-2 16,23-3 0-16,20-13-6 15,28-3-18-15,20-22-57 16,25-9-4-16</inkml:trace>
  <inkml:trace contextRef="#ctx0" brushRef="#br1" timeOffset="109083">1706 719 372 0,'0'0'6'15,"0"0"4"-15,0 0 1 16,0 0 2-16,0 0 1 15,0 0 0-15,0 0 1 16,0 0-1-16,0 0-5 0,0 0-5 16,0 0-1-16,0 0-1 15,0 0-3-15,0 0 1 16,-48 54 0-16,41-29 0 16,-3-2 0-16,0 8 0 0,5 1 0 15,-2 1 0-15,5 3 1 16,-1-1 0-16,3 0-1 15,0 0 0-15,7-4 0 16,3-3 2-16,2-6-1 0,6-7 1 16,5-3 0-16,2-9 0 15,-25-3-1-15,21-7 0 16,4-3 1-16,0-12-1 16,0-1 0-16,-8-9 0 15,3-1-1-15,-10-1 0 16,1-5 0-16,-9 3 1 15,0-3-2-15,-4 7 1 0,-6-3-1 16,-7 10 0-16,-2-2 0 16,-5 13-1-16,-3-3 1 15,0 11-1-15,0 1 0 16,3 8 1-16,-3 6 0 16,25-9 0-16,-23 25 1 15,1 0 0-15,19-6 0 0,1 1 1 16,2-20 0-16,12 28 1 15,1-1-1-15,10-15 1 16,-4 4-1-16,6-9 0 16,0 1-2-16,-2-4-2 0,3-2-7 15,-6-2-9-15,5 0-21 16,-25 0-45-16,23 0-2 16</inkml:trace>
  <inkml:trace contextRef="#ctx0" brushRef="#br1" timeOffset="109366.55">2150 894 452 0,'0'0'4'0,"0"0"2"0,0 0 2 16,0 0-1-16,0 0 0 15,0 0 1-15,0 0 0 16,0 0 0-16,0 0-5 16,0 0-6-16,0 0-8 15,5-2-23-15,0-1-51 16,57-19-1-16</inkml:trace>
  <inkml:trace contextRef="#ctx0" brushRef="#br1" timeOffset="109499.64">2093 1067 455 0,'0'0'3'16,"0"0"1"-16,0 0 1 16,0 0 1-16,0 0 0 15,12 0 0-15,8 0-3 0,-20 0-29 16,58-7-53-16,-14 2-5 15</inkml:trace>
  <inkml:trace contextRef="#ctx0" brushRef="#br1" timeOffset="112033.84">2717 587 473 0,'0'0'5'0,"0"0"0"16,0 0 2-16,0 0-1 16,0 0 0-16,0 0 1 15,0 0-5-15,0 0-2 0,0 0 0 16,2 2 0-16,0 3 0 16,26 58 0-16,-18-14 0 15,-6-19 0-15,2-3 0 16,-1 8 0-16,0-3-10 15,-3 2-10-15,1 1-25 0,5 2-41 16,-6-7-2-16</inkml:trace>
  <inkml:trace contextRef="#ctx0" brushRef="#br1" timeOffset="112666.65">2665 926 397 0,'0'0'7'0,"0"0"2"15,0 0 3-15,0 0 1 0,0 0-1 16,0 0 2-1,0 0-2-15,0 0 1 0,0 0-7 16,0 0-5-16,0 0-6 16,0 0-4-16,0 0-5 15,0-5-4-15,7 1-3 16,65-39 1-16,-45 36 0 0,6-1 8 16,-1-2 9-1,0 5 6-15,0 0 6 0,1-2 4 16,-1 2 4-16,-5 2 0 15,1 3 0-15,-28 0-6 16,25 3-6-16,-2 2-1 16,-11 20-1-16,-12-15-2 15,0 7 0-15,-5-2-1 0,0 5 0 16,0-6 1-16,3 1 1 16,-2-2-1-16,4 2 0 15,0-15 0-15,0 19 1 16,0-19-1-16,0 0 2 0,0 0-1 15,0 0 0-15,0 0 1 16,13 0-2-16,-1-4 1 16,1-1-2-16,-3 0 1 15,-3-7-1-15,0 1-1 16,2 1 0-16,0 0 0 0,21-14 1 16,-30 24-1-16,12 0 2 15,-12 0-2-15,13 5 2 16,-13-5 0-16,0 0-1 15,0 0 1-15,0 0-2 16,0 0 3-16,0 0-2 16,12 7 2-16,-1 3-2 0,1-2 2 15,-1-1-1-15,0-10-1 16,-1 1 0-16,0-2-1 16,0-5 0-16,0 0 0 15,0-1 0-15,-2-3-1 16,1 6 0-16,1 2 0 15,1 0-1-15,-2 3-3 0,1-3-6 16,-1 5-24-16,0 0-48 16,3 2 0-16</inkml:trace>
  <inkml:trace contextRef="#ctx0" brushRef="#br1" timeOffset="112850.26">3514 780 474 0,'0'0'4'0,"0"0"-1"16,0 0 2-16,0 0-2 15,0 0 1-15,0 0 1 16,0 0-4-16,0 0-5 16,0-3-27-16,7 3-53 15,-3 0 0-15</inkml:trace>
  <inkml:trace contextRef="#ctx0" brushRef="#br1" timeOffset="113033.14">3799 678 489 0,'0'0'4'0,"0"0"1"16,0 0 0-16,0 0-1 16,0 0 0-16,0 0-4 15,0 0 0-15,0 0 0 16,0 0 0-16,4 3 0 0,-4 2 0 15,3 0 0-15,11 49-12 16,-9-32-59-16,10 11-16 16</inkml:trace>
  <inkml:trace contextRef="#ctx0" brushRef="#br1" timeOffset="113333.33">4337 458 500 0,'0'0'4'0,"0"0"1"15,0 0-3-15,0 0-2 16,0 0 0-16,0 0 0 0,0 0 0 16,0 0 0-16,0 0 0 15,0 0 0-15,-5 3 0 16,-42 49 0-16,21 15 0 15,14-18 0-15,0 0 0 16,2 9 0-16,5 6 0 0,5 3 0 16,5 8 0-16,15-4 0 15,8 5 0-15,16-6-37 16,15-1-52-16,12-9-3 16</inkml:trace>
  <inkml:trace contextRef="#ctx0" brushRef="#br1" timeOffset="114750.27">4762 421 420 0,'0'0'7'0,"0"0"2"16,0 0 2-16,0 0 1 15,0 0 2-15,0 0 0 16,0 0 1-16,0 0-6 15,0 0-9-15,0 0 0 16,0 0 0-16,0 0 0 0,0 0 0 16,0 0 0-16,3-5 0 15,1 5 0-15,4-3 0 16,34-14 0-16,-22 15 0 16,-20 2 0-16,22 0 0 15,1 2 0-15,-23-2 0 16,0 0 0-16,12 7 0 0,1 1 0 15,-3 2 0-15,12 17 0 16,-15-5 0-16,-7-22 0 16,3 20 0-16,-3 0 0 15,0-20 0-15,0 20 0 16,0-1 0-16,0-19 0 16,0 0 0-16,0 0 0 0,0 10 0 15,2 1 0-15,1-4 0 16,4 5 0-16,3-7 0 15,0 0 0-15,0 0 0 16,0 3 0-16,-10-8 0 16,12 7 0-16,-4 1 0 15,2-4 0-15,2 7 0 0,-12-11 0 16,0 0 0-16,-7 7 0 16,-1 2 0-16,-2 2-2 15,-25 3-26-15,10-6-57 16,25-8-3-16</inkml:trace>
  <inkml:trace contextRef="#ctx0" brushRef="#br1" timeOffset="115100.62">5264 423 471 0,'0'0'4'0,"0"0"1"15,0 0 0-15,0 0 1 16,0 0 0-16,0 0 0 15,0 0-1-15,0 0-2 16,0 0-3-16,-7 3 0 0,2 2 0 16,-1 0 0-1,-21 20 0-15,19-13 0 0,-1-2 0 16,1 5 0-16,6-5 0 16,2 2 0-16,-2 1 0 15,-1-1 0-15,3-12 0 16,7 10 0-16,5-2 0 15,1-1 0-15,20-3 0 0,-12-7 0 16,-21 3 0-16,0 0 0 16,9-8 0-16,-3-3 0 15,2 1 0-15,2 1 0 16,-10-1 0-16,-3 0-12 16,-2-1-35-16,1 1-40 0,4 10 0 15</inkml:trace>
  <inkml:trace contextRef="#ctx0" brushRef="#br1" timeOffset="115432.91">5624 413 455 0,'0'0'6'15,"0"0"1"-15,0 0 2 16,0 0-1-16,0 0 2 16,0 0-2-16,0 0 0 15,0 0-8-15,0 0 0 16,0 0 0-16,-2 0 0 0,-1 0 0 15,-2 0 0-15,-3 0 0 16,-18 23 0-16,25-14 0 16,-1 2 0-16,-6 3 0 15,11-1 0-15,2-1 0 16,-2 1 0-16,26 9 0 0,-6-10 0 16,-23-12 0-1,26 0 0-15,5-4 0 0,-31 4 0 16,19-23 0-16,4 0 0 15,-19 4 0-15,0-2 0 16,-4 21 0-16,-4-24 0 16,-3-3 0-16,7 27-18 0,-27-15-69 15,2 3-3-15</inkml:trace>
  <inkml:trace contextRef="#ctx0" brushRef="#br1" timeOffset="115933.86">4677 805 412 0,'0'0'6'0,"0"0"2"0,0 0 2 0,0 0 0 16,0 0 0-16,0 0 2 15,0 0 1-15,0 0 0 16,0 0-5-16,0 0-2 0,0 0-3 15,8 0-3 1,51 0 0-16,14 0 0 0,-26 0 0 16,8-3 0-16,7 1 0 15,7-6 0-15,3 4 0 16,8-1 0-16,2-1 0 16,-1-1 0-16,1 0 0 0,-1 2 0 15,-7-2 0-15,-3 1 0 16,-9-1 0-16,-4 2 0 15,-11-1 0-15,-9 5 0 16,-38 1 0-16,27-3 0 16,0-1 0-16,-27 4-84 15,0 0-7-15</inkml:trace>
  <inkml:trace contextRef="#ctx0" brushRef="#br1" timeOffset="116301.75">4852 1083 412 0,'0'0'6'0,"0"0"3"0,0 0 2 0,0 0 1 16,0 0-1-16,-11-6 2 16,11 6 1-16,0 0 1 15,0 0-7-15,0 0-8 16,13-2 0-16,-3 0 0 0,-1-1 0 15,4 0 0-15,-1 3 0 16,4-4 0-16,1 4 0 16,-2-3-10-16,-5 3-76 15,10 0-3-15</inkml:trace>
  <inkml:trace contextRef="#ctx0" brushRef="#br1" timeOffset="116685.94">5351 969 475 0,'0'0'5'0,"0"0"1"0,0 0-1 16,0 0 2-16,0 0-1 16,0 0 1-16,0 0-7 15,0 0 0-15,-40-3 0 0,40 3 0 16,-20 0 0-16,11 5 0 15,0 0 0-15,9-5 0 16,-16 12 0-16,16-12 0 0,-14 10 0 16,14-10 0-16,-4 18 0 15,4-8 0-15,2 0 0 16,6-1 0-16,0 1 0 16,1 2 0-16,1-6 0 0,0 4 0 15,0-4 0-15,0 0 0 16,-10-6 0-16,13 14 0 15,-13-14 0-15,2 10 0 16,-2-10 0-16,-2 8 0 0,2-8 0 16,-18 7 0-16,8-7-23 15,-5 3-53-15,3-3-12 16</inkml:trace>
  <inkml:trace contextRef="#ctx0" brushRef="#br1" timeOffset="116816.66">5246 966 413 0,'0'0'4'0,"0"0"-1"16,0 0 0-16,0 0-4 16,0 0-21-16,0 0-51 15,0 0-2-15</inkml:trace>
  <inkml:trace contextRef="#ctx0" brushRef="#br1" timeOffset="117150">5505 1002 455 0,'0'0'4'16,"0"0"1"-16,0 0 1 15,-10 14 0-15,10-14-1 0,-10 11 1 16,2 0 0-16,6-4 0 16,-3 3-4-16,3 2-1 0,-1-2 1 15,3 2-1-15,0-2 1 16,8 0 0-16,-4 0 0 15,6-2-2-15,6-3 0 16,0-3 0-16,2-2 0 16,2 0 0-16,0-2 0 15,-20 2 0-15,34-18 0 0,-34 18 0 16,28-22 0-16,-28 22 0 16,18-27 0-16,-18 27 0 15,0-23 0-15,0 14 0 0,-11-1 0 16,11 10-2-1,0 0-41-15,-35-28-43 0,23 24-4 16</inkml:trace>
  <inkml:trace contextRef="#ctx0" brushRef="#br1" timeOffset="117449.98">6091 469 505 0,'0'0'4'16,"0"0"-2"-16,0 0-2 15,0 0 0-15,0 0 0 16,0 0 0-16,0 0 0 0,0 0 0 16,0 0 0-1,0 0 0-15,0 0 0 0,5 0 0 16,2 0 0-16,46 33 0 15,-33-10 0-15,-3 7 0 16,22 36 0-16,-23-26 0 16,-2 5 0-16,-3 1 0 15,-6 10 0-15,-1-5 0 0,-4 4-2 16,-7 0-86-16,-2-1-3 16</inkml:trace>
  <inkml:trace contextRef="#ctx0" brushRef="#br1" timeOffset="118383.23">3445 839 385 0,'0'0'6'0,"0"0"2"0,0 0 2 16,0 0-2-16,0 0 2 15,0 0-2-15,0 0-14 16,0 0-64-16,2 0-6 15</inkml:trace>
  <inkml:trace contextRef="#ctx0" brushRef="#br1" timeOffset="135700.1">610 2385 413 0,'0'0'7'0,"0"0"2"0,-2-9 3 16,2 9 1-16,-5-10 1 16,5 10-1-16,-8-6 1 15,8 6 0-15,-17 0-12 0,7 13-2 16,-3 8 0-16,1 2 0 16,-3 10 0-16,3 9 0 15,1-2 0-15,4 2 0 16,2 0 0-16,3-3 0 0,2-2 0 15,4-4 0-15,6-6 0 16,3-8 0-16,5-6 0 16,1-3 0-16,9-8 0 15,-3-4 0-15,7-8 0 16,0-5 0-16,3-12 0 0,-5-2 0 16,2-11 0-16,-5-2 0 15,-7-3 0-15,-5-2 0 16,-8 0 0-16,-1 1 0 15,-6 7 0-15,-13 5 0 0,-4 5 0 16,-8 6 0-16,2 8 0 16,-6 10 0-16,1 3 0 15,-4 2 0-15,4 4 0 0,1 9 0 16,3 2 0-16,4 5 0 16,-1-2 0-16,12 1 0 15,4 6 0-15,5-8 0 16,7 5 0-16,11-4 0 15,0-4 0-15,11-4 0 16,3 0 0-16,5-5 0 0,-5-2 0 16,6-1 0-16,-5-2 0 15,1 0 0-15,-4-5 0 0,-2 0-88 16,-9 3-2-16</inkml:trace>
  <inkml:trace contextRef="#ctx0" brushRef="#br1" timeOffset="136066.76">1077 2504 467 0,'0'0'5'16,"0"0"3"-16,0 0 1 0,0 0 0 15,0 0 0-15,0 0-5 16,-2-8-4-16,2 8 0 15,4-2 0-15,7 2 0 0,6-2 0 16,5 2 0-16,1-3 0 16,6-4-53-16,-2 7-34 15,-2 0-3-15</inkml:trace>
  <inkml:trace contextRef="#ctx0" brushRef="#br1" timeOffset="136233.07">1079 2673 461 0,'0'0'3'0,"0"0"1"0,0 0 1 0,0 0 2 16,0 0 0-16,11-3 0 15,3-2 1-15,4 3 1 16,6-3-9-16,1-2 0 16,5 4-5-16,-5 0-76 15,7-4-4-15</inkml:trace>
  <inkml:trace contextRef="#ctx0" brushRef="#br1" timeOffset="138266.82">5199 2484 321 0,'0'0'7'0,"-9"-2"4"16,9 2 3-16,-16-5 3 15,7 2 1-15,1 0-2 16,8 3 2-16,-10-1 0 16,10 1-8-16,22 0-2 0,13 1-3 15,20 2-2-15,24 2 0 16,23 0 0-16,23-1 0 16,18 0 0-16,24-4 0 15,12 0 1-15,10 0-1 0,7-4 0 16,1-5 0-16,-1 0-1 15,0-4 0-15,-2 1 0 16,-10-3-1-16,-8 2 0 16,-7 1 1-16,-17 2-2 0,-16 0 1 15,-19 5-1-15,-27 1 0 16,-21 4 0-16,-24 0 0 16,-26 0-1-16,-19 0-1 0,-22 7-2 15,-20 0-3-15,-18 1-2 16,-16 1-3-16,-16 1-3 15,-18 0-2-15,-12 3-2 16,-14-3 1-16,-13 4 1 16,-10-1-1-16,-6 4-2 0,-1 1-5 15,-9-1-1-15,5 0 2 16,3 1 6-16,6-4 1 16,9 4 4-16,7-6 5 15,16-1 12-15,13-4 10 0,19 0 7 16,23-2 6-16,12-2-2 15,20-3-1-15,12 3-2 16,14-3 0-16,16 0-1 0,8-3-5 16,14 3-2-16,18-3-4 15,12 0-1-15,15 1-2 16,17 2 1-16,27-2-1 16,10 2 0-16,18-5-1 15,17 2 0-15,6-4-1 0,7-1 0 16,4-2 1-16,4-2-1 15,-7 0 0-15,-8-1-5 16,-4 1 0-16,-16 0 0 16,-16-1 0-16,-17 3 0 0,-19 5 0 15,-18-2 0-15,-22 4 0 16,-16 0 0-16,-16 1 0 16,-18 2 0-16,0 0 0 15,-10 0 0-15,-3 0 0 0,-3 0 0 16,3 0-22-16,-4 2-63 15,1 4-4-15</inkml:trace>
  <inkml:trace contextRef="#ctx0" brushRef="#br1" timeOffset="141565.82">1515 2627 386 0,'0'0'7'0,"0"0"2"0,0 0 3 15,0 0 0-15,0 0 1 16,-6-6 0-16,6 6 1 0,0 0 2 15,5-2-6-15,6 2-3 16,3 0-1-16,6-3 0 16,5 0-6-16,-1 3 0 15,9-2 0-15,-4-1 0 16,4-2 0-16,-6 3 0 16,1-1 0-16,-4 1 0 0,-3 2 0 15,-7-2 0-15,-4-1 0 16,-10 3 0-16,13 0 0 15,-13 0 0-15,0 0 0 16,0 0 0-16,0 0 0 0,0 0 0 16,2 5 0-16,-2-5 0 15,0 0-10-15,-4 10-74 16,4-10-3-16</inkml:trace>
  <inkml:trace contextRef="#ctx0" brushRef="#br1" timeOffset="142165.89">2302 2479 446 0,'0'0'5'0,"-2"-8"1"0,2 8 2 15,-8-17 1-15,0 9-1 16,1 0 1-16,-5 0 0 0,-1 1 0 16,-1 1-7-16,-4 6-2 15,-5 0 0-15,2 6 0 16,-3 1 0-16,2 8 0 16,-3-3 0-16,8 5 0 0,2 1 0 15,3-1 0-15,7 1 0 16,5-4 0-16,0 2 0 15,10-2 0-15,8 1 0 16,1 0 0-16,8-3 0 0,-2-2 0 16,3 2 0-16,-1 1 0 15,-3-1 0-15,-1 1 0 16,-3-4 0-16,-5 7 0 0,-5-4 0 16,-1-1 0-16,-6 3 0 15,-3 0 0-15,0 0 0 16,-9-3 0-16,-1-1 0 15,-6 0 0-15,-4-2 0 16,3-3 0-16,-3-5 0 0,-1 0 0 16,0 0 0-16,6-11 0 15,-2-1 0-15,4-3 0 16,6-2 0-16,2-8 0 16,5 8 0-16,0-11 0 15,7 6 0-15,6-3 0 0,2 3 0 16,0 0 0-16,2 5 0 15,3 0 0-15,0 4 0 16,-3 2-2-16,3 10-41 0,-3-2-40 16,-4 3-3-16</inkml:trace>
  <inkml:trace contextRef="#ctx0" brushRef="#br1" timeOffset="142699.9">2496 2512 432 0,'0'0'6'0,"0"0"1"16,0-8 3-16,0 8 0 15,0 0 0-15,-5-12 1 16,5 12 0-16,-10-4 0 0,10 4-8 15,-11 1-3-15,11-1 0 16,-11 15 0-16,6 2 0 16,-2 3 0-16,-2 0 0 0,5 7 0 15,1 1 0-15,1-3 0 16,2 3 0-16,2-7 0 16,5 2 0-16,4-7 0 15,3 0 0-15,2-4 0 0,1-2 0 16,3-6 0-16,-1-4 0 15,1 0 0-15,1-2 0 16,-2-10 0-16,-4 1 0 16,0-6 0-16,-7 3 0 15,-1-9 0-15,-5 1 0 0,-2-3 0 16,-2 1 0-16,-5-3 0 16,-1-1 0-16,-4 6 0 15,2 2 0-15,-3 0 0 16,-1 5 0-16,1 8 0 0,1-1 0 15,-4 5 0-15,4 3 0 16,2 0 0-16,0 6 0 16,0 1 0-16,5 3 0 0,-2 0-17 15,7 7-68-15,0-5-1 16</inkml:trace>
  <inkml:trace contextRef="#ctx0" brushRef="#br1" timeOffset="143000.48">3025 2623 511 0,'0'0'0'0,"0"0"0"15,0 0 0-15,4-12 0 16,-4 12 0-16,0-13 0 0,0 13 0 16,0-12 0-16,0 12 0 15,0 0 0-15,0 0 0 16,-16-3-67-16,16 8-23 15</inkml:trace>
  <inkml:trace contextRef="#ctx0" brushRef="#br1" timeOffset="143366.1">3291 2445 491 0,'0'0'4'0,"0"0"2"0,2-13 1 15,-2 13-4-15,0-12-3 16,0 12 0-16,-4-13 0 16,4 13 0-16,-16-5 0 0,6 10 0 15,-2 8 0-15,1 2 0 16,2 2 0-16,0 5 0 0,0 3 0 16,7 3 0-16,2-4 0 15,2 1 0-15,7 0 0 16,5-5 0-16,-1 0 0 15,4-6 0-15,-2 4 0 16,5-6 0-16,-7 1 0 0,-1-4 0 16,-3-1 0-16,-9-8 0 15,13 10 0-15,-13-10 0 16,0 10 0-16,0-10 0 16,-18 10 0-16,6-9 0 15,-5 2 0-15,2 0-21 0,-3-3-65 16,-1-3-4-16</inkml:trace>
  <inkml:trace contextRef="#ctx0" brushRef="#br1" timeOffset="143534.01">3187 2488 463 0,'0'0'5'0,"0"0"3"15,10-14 1-15,-6 4 1 0,6 0 0 16,1 1-4-16,3-4-6 15,-1 4 0-15,1-1 0 16,9 7 0-16,-8 0-73 16,6 3-15-16</inkml:trace>
  <inkml:trace contextRef="#ctx0" brushRef="#br1" timeOffset="144052.62">3631 2452 497 0,'0'0'4'16,"0"0"2"-16,0 0-2 15,0 0-4-15,-7-7 0 0,7 7 0 16,0 0 0-16,-7-10 0 16,7 10 0-16,0 0 0 15,5-10 0-15,4 8 0 16,3 2 0-16,1-3 0 0,8 3 0 15,-7 0 0-15,6 0 0 16,-8 0 0-16,6 3 0 16,-11 1 0-16,3-1 0 15,-10-3 0-15,5 16 0 0,-5-2 0 16,-8-3 0-16,1 2 0 16,-2-1 0-16,-2 1 0 15,1 2 0-15,-3-6 0 0,9 4 0 16,4-2 0-16,0-2 0 15,4 3 0-15,9-4 0 16,-1 4 0-16,11-2 0 16,0 1 0-16,0-3 0 15,3 3 0-15,-4 2 0 0,3-6 0 16,-8 5 0-16,4-5 0 16,-9 4 0-16,-7-1 0 15,-5-1 0-15,-5 1 0 16,-12-6 0-16,-4 7 0 15,-12 2 0-15,4-4 0 0,-10 1 0 16,-1 3 0-16,-2-1-42 16,2-2-42-16,3-1-4 0</inkml:trace>
  <inkml:trace contextRef="#ctx0" brushRef="#br1" timeOffset="144383.72">2813 2715 477 0,'0'0'5'0,"0"-11"3"16,0 11 2-16,-2-14 1 16,0 4-11-16,2 0 0 15,-3-2 0-15,3 2 0 16,0 10 0-16,0-17 0 0,0 17 0 16,0 0 0-16,0 0 0 15,0 0 0-15,18 2-10 16,-11 13-79-16,-2-3-2 0</inkml:trace>
  <inkml:trace contextRef="#ctx0" brushRef="#br1" timeOffset="144917.04">1815 3151 326 0,'0'0'6'16,"-7"0"2"-16,-4 2 4 0,1-2 1 16,-4 0 3-16,1 3 1 15,1-3 1-15,-1 2 0 16,6-2-4-16,7 0-3 0,0 0-3 16,7 3-1-16,20-1-2 15,16-2-1-15,15 0 0 16,20 0-1-16,32 0-1 15,19-5 0-15,21 0 0 16,18 0 1-16,18-7 0 0,5-1 0 16,11-3 1-16,-4 0-2 15,-14-2-2-15,-7-1 0 16,-20 2 0-16,-20 0 0 16,-26 4 0-16,-22 2 0 15,-26 5 0-15,-23 6 0 0,-23 0 0 16,-17 0 0-16,-15 14 0 15,-17-1 0-15,-8 4 0 16,-12 6-51-16,-7-7-32 0,-12 5-2 16</inkml:trace>
  <inkml:trace contextRef="#ctx0" brushRef="#br1" timeOffset="145199.46">1626 3428 304 0,'0'0'2'16,"-20"6"5"-16,6-6 9 16,-2 0 1-16,4 0 2 0,2 0 2 15,10 0 0-15,5-8 1 16,35-2-1-16,19-3-7 16,33-4-5-16,23 2-3 15,34-8 1-15,17-1-1 0,23-4 0 16,15-1 0-16,4-3-1 15,8-1-3-15,-4 4-2 16,-8-3 0-16,-20 7 0 16,-16 0 0-16,-23 11 0 0,-33 1 0 15,-23 13-17-15,-35 0-66 16,-29 3-2-16</inkml:trace>
  <inkml:trace contextRef="#ctx0" brushRef="#br1" timeOffset="146916.29">6414 6324 342 0,'0'0'7'15,"0"0"2"-15,0 0 5 16,-7-10 2-16,7 10 0 16,0 0 2-16,-5-10 0 0,5 10 1 15,-3-10-7-15,3 10-2 16,0 0-3-16,8-12-1 16,1 8-1-16,7-2 0 15,4 3-1-15,4-1-1 0,6 4-3 16,2 0 0-16,4 0 0 15,-2 2 0-15,1 3 0 16,0 1 0-16,-6 2 0 16,-1 0 0-16,-5 2 0 15,1-3 0-15,-7 1 0 0,-2 0 0 16,-5-1 0-16,-2 1 0 16,-8-8 0-16,7 14 0 15,-7-14 0-15,0 13 0 0,0-13 0 16,-5 12 0-16,5-12 0 15,-12 8 0-15,12-8 0 16,-15 4 0-16,15-4-11 16,-8 5-73-16,-1-5-2 15</inkml:trace>
  <inkml:trace contextRef="#ctx0" brushRef="#br1" timeOffset="147283.79">6551 6178 440 0,'0'0'5'0,"0"0"1"15,0-11 1-15,0 11 2 0,0 0-1 16,-7-8 1-16,7 8 0 15,-11 0 0-15,4 8-4 16,-3 3-1-16,2 6-4 16,-6-2 0-16,2 5 0 15,-6 0 0-15,0-3 0 16,4-2 0-16,-4 0 0 0,6-5 0 16,0-3 0-16,12-7 0 15,-11 13 0-15,11-13 0 16,7 7 0-16,14 1 0 0,4-3 0 15,9 4 0-15,12 7 0 16,-2-7-15-16,-5 8-66 16,23 6-2-16</inkml:trace>
  <inkml:trace contextRef="#ctx0" brushRef="#br1" timeOffset="148183.66">17026 2652 377 0,'0'0'10'0,"0"0"3"16,10-8 3-16,-10 8 3 0,11-13 1 15,-11 13 1-15,9-12 1 16,-9 12-9-16,7-8-13 16,-7 8 0-16,3 15 0 15,-3 3 0-15,0 1 0 0,2 3 0 16,1 10 0-16,0-4 0 15,0 6 0-15,1-9 0 16,-1 3 0-16,2-4 0 16,-3-4 0-16,5 0 0 15,-2-6-73-15,-2-4-16 16</inkml:trace>
  <inkml:trace contextRef="#ctx0" brushRef="#br1" timeOffset="148450">16917 2763 444 0,'0'0'6'15,"0"0"2"-15,0 0 3 16,5-9 1-16,-5 9 1 0,17-8 1 16,-1 7-11-16,3-6-3 15,6 4 0-15,2-3 0 16,3 4 0-16,0-4 0 15,7 5 0-15,-5-2 0 0,3 3 0 16,-5-2 0-16,-5 2 0 16,-2 0 0-16,-7 0 0 15,-3-5-3-15,-3 5-83 16,-10 0-2-16</inkml:trace>
  <inkml:trace contextRef="#ctx0" brushRef="#br1" timeOffset="149183.76">17551 2564 357 0,'0'0'8'15,"0"-7"5"-15,0 7 3 16,2-13 2-16,-2 13 0 16,2-12 3-16,-2 1 0 0,3 2 1 15,-3 9-5-15,0-8-17 16,0 8 0-16,0 0 0 15,0 0 0-15,-12 0 0 16,5 10 0-16,-4 8 0 0,1 1 0 16,-5 4 0-16,3 6 0 15,2 6 0-15,0-3 0 16,0 5 0-16,5-6 0 16,5 0 0-16,0-4 0 0,5-2 0 15,2-2 0-15,6-6 0 16,2-5 0-16,5-4 0 15,0-3 0-15,2 0 0 16,-2-5 0-16,-3-3 0 0,6-4 0 16,-6-5 0-16,-2-4 0 15,-2-5 0-15,-1-4 0 16,-5-8 0-16,-2 1 0 16,1-6 0-16,-4-1 0 15,-2 0 0-15,0 4 0 0,-8 2 0 16,-2 8 0-16,1 4 0 15,-4 3 0-15,-2 6 0 16,-3 7 0-16,-1 2 0 16,-1 3 0-16,2 5 0 0,-1 5 0 15,-1 5 0-15,5 5 0 16,0 2 0-16,8 1 0 16,4 4 0-16,3-2 0 0,10-2 0 15,3-2 0-15,6-6 0 16,6-3 0-16,0-4 0 15,5-1 0-15,0-7 0 16,0 0 0-16,-5 0 0 0,-1 0 0 16,-11-5 0-16,-1 3-87 15,-12 2-2-15</inkml:trace>
  <inkml:trace contextRef="#ctx0" brushRef="#br1" timeOffset="149949.62">15866 2648 295 0,'0'0'9'0,"0"0"3"16,0 0 5-16,8-13 2 15,-8 13 3-15,5-12 1 16,-5 12-1-16,7-12 1 0,-7 12-9 15,0 0-4-15,0 0-2 16,7 8-3-16,-7 4-2 16,0 8-1-16,0 4 0 15,0 8 0-15,0-1 0 0,0 5 1 16,0-3-3-16,0 1 0 16,3 1 1-16,-1-9 0 15,0 2-1-15,2-3 1 0,1-5-1 16,-3-3 1-16,0-5 1 15,-2-2 1-15,0-10-2 16,0 15-1-16,0-15-2 16,0 0-5-16,0 0-10 0,0-5-41 15,0 5-24-15,3-7-2 16</inkml:trace>
  <inkml:trace contextRef="#ctx0" brushRef="#br1" timeOffset="151583.4">6168 5479 64 0,'0'0'1'0,"0"0"1"16,0 0 0-16,0 0-1 15,-12 0 0-15,12 0 2 16,0 0-1-16,-10 0-1 0,10 0 0 16,0 0 1-16,-11 3 0 15,11-3-1-15,0 0-4 16,0 0-16-16,0 0-18 0</inkml:trace>
  <inkml:trace contextRef="#ctx0" brushRef="#br1" timeOffset="163966.67">17866 2313 269 0,'0'0'9'16,"0"0"3"-16,0 0 3 16,0 0 3-16,0 0 0 15,0 0 3-15,0 0 3 16,0 0-1-16,0 0-5 0,0 0-4 15,0 0-1-15,0-5-3 16,15-2-2-16,2-5-1 16,8-6-1-16,10-1-2 0,8-4 0 15,6-4-1-15,8-4-1 16,3 0 2-16,2-1-1 16,2 0 0-16,-1-3 0 0,-6 2-3 15,-5 4 0-15,-7 2 0 16,-11 2 0-16,-4 5 0 15,-11 5 0-15,-6 3 0 16,-4 2 0-16,-9 10 0 16,0 0 0-16,0 0 0 0,0 0 0 15,-9-3 0-15,9 3 0 16,-14 3-2-16,7 0-19 16,1-9-52-16,1 14-14 15</inkml:trace>
  <inkml:trace contextRef="#ctx0" brushRef="#br1" timeOffset="164500.78">18997 1615 405 0,'0'0'6'0,"0"0"1"0,0 0 2 15,0-10 2-15,0 10-2 0,-7-10 1 16,7 10 1-16,-11-9-1 16,1 3-5-16,1 1-2 15,-4 3-1-15,1 2-2 16,-4 0 0-16,4 0 0 15,-8 0-1-15,10 0 3 0,-17 10-1 16,2 2 1-16,3 10 0 16,12-1 0-16,7-2 0 0,8-5 1 15,11-3 0-15,6-11-2 16,-10 0-1-16,-2 0 1 16,3-3 0-16,-1-5 0 15,1 1 2-15,-1 0-3 16,-5-1 0-16,4 1 0 0,-11 7 0 15,14-15 0-15,-14 15 0 16,7-7 0-16,-7 7 0 16,0 0 0-16,13 1 0 15,-13 20 0-15,0 1 0 16,0 8 0-16,3 0 0 16,-1-3 0-16,3-5 0 0,0-1 0 15,2-2 0-15,-7-6 0 16,11-1-16-16,-9-2-69 15,-2-10-4-15</inkml:trace>
  <inkml:trace contextRef="#ctx0" brushRef="#br1" timeOffset="164916.65">19290 1592 420 0,'0'0'5'0,"0"0"2"0,0 0 1 0,-3-6 1 16,3 6 0-16,-10-9 0 16,10 9 0-16,-14-4 0 0,6 1-5 15,-2 2-3-15,1 1-1 16,-4 0 0-16,3 0-1 16,0 0 0-16,-3 4 0 15,6-2-1-15,-2 6 4 0,-2 1 1 16,6 7 0-16,5-16-3 15,2 13 1-15,-2-13 1 16,16 9 0-16,-6-9 0 16,-1 0-2-16,7 0 0 15,-7 0 0-15,4-3 3 0,-3-3-2 16,-3 2 0-16,-7 4-1 16,15-2 1-16,-15 2 1 15,15 2 1-15,-15-2-3 16,10 18 0-16,-10-1 0 0,0 2 0 15,-3 9 0-15,3-6 0 16,0-2-15-16,0 17-61 16,6-21-10-16</inkml:trace>
  <inkml:trace contextRef="#ctx0" brushRef="#br1" timeOffset="165117.56">19511 1598 487 0,'0'0'4'0,"0"0"0"0,0 0 1 16,0 0 0-16,0 0 1 16,0 0-6-16,0 0 0 0,0 0 0 15,10-10-4-15,-5 2-69 16,-5 8-15-16</inkml:trace>
  <inkml:trace contextRef="#ctx0" brushRef="#br1" timeOffset="165450.07">19752 1439 472 0,'0'0'3'16,"0"0"1"-16,0 0 0 0,0 0 0 15,0 0-1-15,0 0 1 16,0 5-1-16,0-5 1 16,-3 14-4-16,3-3 0 15,-5-2 0-15,1 1 0 0,-1 5 1 16,-2-2-1-16,-2 2 1 16,1-2 0-16,-3 8 2 15,4-6-2-15,-1-3 0 16,-7 11 1-16,13-13-2 15,-3-3 0-15,5-7 0 16,0 10 0-16,0-10 0 16,12 0 0-16,-2 0 0 0,3-3-10 15,-1-4-7-15,6 2-67 16,-4-1-3-16</inkml:trace>
  <inkml:trace contextRef="#ctx0" brushRef="#br1" timeOffset="165633.09">19782 1526 401 0,'0'0'4'0,"0"0"0"0,0 0 0 15,0 0 0-15,0 0 2 16,0 5-1-16,0-5 1 16,0 13 0-16,5-2 0 15,3 7-1-15,-1 1 0 0,-2 4-7 16,8 1-13-16,-1 1-61 15,0-2-1-15</inkml:trace>
  <inkml:trace contextRef="#ctx0" brushRef="#br1" timeOffset="165983.32">20135 1432 467 0,'0'0'2'0,"0"0"1"15,0 0 1-15,0 0-1 0,-5-8 1 16,5 8 0-16,-13-3-1 16,13 3 1-16,-12 0-3 15,12 0 0-15,-18 8-2 16,18-8 1-16,-12 12-1 0,12-12 0 16,-15 17 0-16,12-6 1 15,-1 2 0-15,4 1 0 16,0 1 0-16,2-3 0 0,6 6 1 15,-1-7 0-15,3 7 0 16,3-5 1-16,-1-1-1 16,0-2 1-16,-1 2 0 15,-11-12 2-15,14 15-3 16,-14-15 0-16,10 13-5 16,-10-13-12-16,-10 7-68 15,3-7-4-15</inkml:trace>
  <inkml:trace contextRef="#ctx0" brushRef="#br1" timeOffset="166133.32">20177 1320 470 0,'0'0'3'16,"0"0"0"-16,10-5 1 15,0 1 0-15,0-2 0 16,5 3-4-16,2-4-11 0,-4 2-68 15,6 1-5-15</inkml:trace>
  <inkml:trace contextRef="#ctx0" brushRef="#br1" timeOffset="167167.35">20130 1394 305 0,'0'0'8'0,"0"0"5"16,10-6 2-16,-10 6 3 15,0 0 3-15,12-17 2 16,-12 17-1-16,8-8 2 0,-8 8-6 16,7-13-5-16,-7 13-3 15,5-15-3-15,-5 15-3 16,2-12-1-16,-2 12-1 16,0 0-2-16,-4-6-1 0,-4 6 0 15,-5 10 0-15,1 1 0 16,0 1 0-16,-3 2 0 15,0 4 0-15,0 4 1 16,1 1-1-16,5-11 3 0,-21 35 1 16,6 0-1-16,7 0 0 15,9-7 0-15,6-5 0 16,2-11-2-16,7-7 0 16,3-6 0-16,3-2 0 15,1-4 0-15,2-2 0 0,-2-3 0 16,4 0 0-16,-1 0 0 15,-2-5 0-15,2 0 0 16,-2-5 0-16,-15 10 0 16,15-10 0-16,-15 10 0 0,11-15 0 15,-11 15 0-15,4-16 0 16,-4 16 0-16,0-18 0 16,0 18 0-16,-13-13 0 0,13 13 0 15,-19-11 0-15,8 7 0 16,-1 0 0-16,0 1 0 15,-2 3 0-15,6 0 0 16,8 0-2-16,0 0-30 16,-20 5-51-16,20-5-7 15</inkml:trace>
  <inkml:trace contextRef="#ctx0" brushRef="#br1" timeOffset="167666.67">20353 1189 417 0,'0'0'6'16,"0"0"0"-16,0 0 3 15,0 0-3-15,0 0 2 0,0 0 0 16,0 0-1-16,0 0 2 16,0 0-6-16,0 0-1 15,0 0 0-15,0 0 0 16,0 0-1-16,3-7 1 0,-3 7 1 16,12-6 0-16,-12 6 0 15,15-7 0-15,-15 7 0 16,12-7 0-16,-12 7-1 15,0 0-1-15,9-10-2 16,-9 10-4-16,0 0-11 0,-11 7-48 16,4 0-22-16</inkml:trace>
  <inkml:trace contextRef="#ctx0" brushRef="#br1" timeOffset="168282.95">18611 2313 386 0,'0'0'7'15,"0"0"2"-15,-12-7 3 16,12 7 2-16,-14-10 0 16,14 10 2-16,-16-10 1 15,16 10 1-15,-9-12-9 0,9 12-3 16,12-15-3-16,13 8-3 16,17-3 0-16,19-5 0 15,17-3 0-15,14-2 0 0,19-2 0 16,19 0 0-16,9-4 0 15,3-5 0-15,-1-4 0 16,-1-2 0-16,-11 5 0 16,-12 0 0-16,-21 4 0 15,-16 4 0-15,-20 4 0 0,-16 3 0 16,-21 12 0-16,-23 5 0 16,0 0 0-16,-30 0 0 15,-7 9 0-15,-13 7 0 16,-12 6 0-16,-10 5 0 0,-15 3-5 15,-2 7-2-15,-11 0 2 16,0 3-1-16,-1-1 2 16,4-4 1-16,7-3 3 15,8-1 2-15,13-7 0 0,16-4 2 16,11-8-1-16,15 1 2 16,17-9-1-16,10-4-1 15,17 0-2-15,19-4-2 0,18-12 1 16,16 4-1-16,16-5 0 15,14-3-6-15,16 2-30 16,8-6-46-16,-2-3 0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2:56:45.0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2451 9000 55 0,'0'0'6'15,"0"0"3"-15,0 0 6 0,0 0 6 16,0 0 3-16,0 0 3 15,0 0 2-15,0 0 0 16,0 0-4-16,0 0-5 16,0 0-6-16,0 0-3 0,0 0-7 15,0 0-4-15,0 0-1 16,0 0 1-16,0 0-1 16,0 0-1-16,10 0 2 0,-10 0-1 15,15 0 2-15,-3 0 1 16,0 0 0-16,6 0-1 15,5-3 1-15,3 3-2 16,-1-3 0-16,5-1 1 0,-2-1 1 16,6 2-1-16,-4-3 0 15,11 2 0-15,-9-3 0 16,5 2 0-16,2-2-1 16,-2-1 1-16,6-2 0 15,-1 3 0-15,2-3-1 0,-3-1 1 16,8-3 0-16,4 3-1 15,-6 0 1-15,5 1-1 16,-2-2 1-16,2 1-1 16,-3-1 0-16,1-1 0 0,-1 6 1 15,-1-5-1-15,2 2 0 16,-5-2 0-16,7 4 0 16,-1-5 0-16,2 5 0 0,-3-3 0 15,2 4 0-15,0-6 0 16,1 2 0-16,1 5-1 15,-2-4 0-15,-2 0 1 16,5 0 0-16,-6 0-1 0,6-2 1 16,0 1-1-16,0 0 1 15,-2 1 0-15,0-2 1 16,2-1-1-16,-3-1 0 16,2 0 2-16,-4 0-1 15,-2-1 1-15,3 0 0 0,-8-2 0 16,9 4 0-16,-2-7 0 15,2 7 1-15,0-3-1 16,0 1-1-16,1 2 0 16,-2-1 1-16,4-1-2 0,-7 3 1 15,-1-4-1-15,3 4 0 16,-6-2 0-16,6-2 0 16,2 7-1-16,-2-3 1 15,2-1-1-15,-5-2 1 0,8 5 0 16,-5-2 0-16,1 1 0 15,-3-4 0-15,0 5 1 16,1-2-1-16,-4-1 1 16,4 2-1-16,-6-3 1 0,6 3-1 15,-1-4 1-15,1 3-1 16,-2-2 1-16,3 0 0 16,0 0 0-16,-5-1 0 15,4 5 0-15,-6-3 1 0,-1 2 0 16,-1-3 0-16,-2 3 1 15,0-2 0-15,-8 3 1 16,5 0 0-16,-4 0 0 16,-2 0 2-16,0 2-1 0,-5 1-1 15,0 2 0-15,-8 0 1 16,1 4 0-16,-6-3-1 16,1 1 1-16,-13 3-1 0,7-1 1 15,-7 1-1-15,0 0 0 16,0 0-1-16,0 0 0 15,0 0-1-15,0 0 0 16,0 0 0-16,0 0 0 0,0 0-1 16,0 0 0-16,0 0-1 15,0 0-3-15,0 0-2 16,0 0-2-16,-5-3-3 0,5 3-3 16,0 0-5-16,-13 0-2 15,13 0-3-15,0 0-2 16,-12 0 1-16,12 0 0 15,0 0 4-15,-11 0 2 16,11 0 7-16,0 0 5 16,-9 0 10-16,9 0 8 0,0 0 1 15,-7-10 4-15,7 10 2 16,-12-15 1-16,12 15 1 16,-13-12-2-16,13 12-4 0,-15-10-1 15,15 10-2-15,-18-5-3 16,18 5-1-16,-7 0-3 15,7 0-2-15,-11 0-1 16,11 0 0-16,0 0 1 0,-9 13-1 16,6-3 2-16,3-10-1 15,-4 19 0-15,4-9 1 16,0 2 0-16,2-2-1 16,3-3 0-16,-5-7 1 0,18 13 0 15,-11-10 1-15,7-3 1 16,2 0 1-16,-2-3-1 15,-1-7 1-15,2 0 0 16,-2-1-2-16,-4-4 1 16,-2-3-2-16,-4 1-1 0,-3-1-1 15,-7 0 1-15,-5 2-1 16,-9 6-1-16,-1 0 1 16,-6 2-1-16,2 8-1 0,-2 3 0 15,-1 6 0-15,4 7 0 16,2 0 0-16,6 2 0 15,4 2 0-15,8-4 0 16,5 5 1-16,3-6-1 0,10-1 1 16,1-3 0-16,9-1 0 15,7-8-1-15,-1-2 1 16,4 0 0-16,-3-2 0 16,-3-6 1-16,-5-9-2 0,0 4 0 15,-4-6 0-15,-11-1 0 16,-4 0 0-16,-3 1 0 15,-10 2 0-15,-5-1 0 0,-10 8 0 16,-3 5 0-16,-4 5 0 16,-1 5 0-16,-1 6 0 15,2 6 0-15,7-3 0 16,1 3 0-16,11 0 0 16,3-3 0-16,8 3 0 0,2-9 0 15,7 3-3-15,5-9-6 16,1 6-7-16,-6 12-49 15,3-15-20-15</inkml:trace>
  <inkml:trace contextRef="#ctx0" brushRef="#br0" timeOffset="1100.26">2560 8985 284 0,'0'0'2'0,"0"0"1"16,0 0 0-16,0 0 4 16,-2-10 0-16,2 10 2 15,9-3 2-15,4 1 1 0,4 2-2 16,6-2 0-16,4-1 2 15,6 1-4-15,8-6 1 16,1 0-2-16,12 4-2 0,2-9-1 16,6 1 0-16,7-3-1 15,4 0-1-15,7-2-1 16,1-1 0-16,3-2 0 16,7 0 0-16,1 1 0 0,-3-1 0 15,8 0 0-15,-3-2 0 16,5 2 0-16,2-2 0 15,3 0 0-15,0-1 0 16,3 2 0-16,2-2 1 0,-2 0 0 16,-2-4-1-16,1 2 1 15,3 0-1-15,-1 3 1 16,0-6-1-16,-3 3 1 16,-3 2-2-16,2-2 0 0,-2 3 0 15,-2-3 0-15,1 0 0 16,-2 0 0-16,-4 3 0 15,2 0 0-15,-2-4 0 16,-3 4 0-16,2 1 0 0,-10-2 0 16,1 3 0-16,-5 0 0 15,-4 0 0-15,-9 1 0 16,1-1 1-16,-8 2 1 16,-4 1 0-16,-4 3 0 0,-2-4 1 15,-8 6 0-15,0-3-1 16,-4 2 1-16,-3-2-2 15,-8 5 0-15,1 0 0 16,-10 3-1-16,-2 3 1 0,-4-3-1 16,-2 3 1-16,-10 4-1 15,0 0 0-15,0 0 0 16,0 0-1-16,0 4-5 0,-7 3-7 16,7-7-43-16,-25 11-23 15,8-1-3-15</inkml:trace>
  <inkml:trace contextRef="#ctx0" brushRef="#br0" timeOffset="2116.58">2113 9178 228 0,'0'0'6'0,"0"0"4"16,0 0 3-16,10 0 3 15,-10 0 3-15,20 0 0 16,-3-3 2-16,3 2-1 16,5-7-4-16,10-1-3 15,2-2-3-15,8 1-3 0,4-8-2 16,11 1-1-16,5 0 0 15,10-4-1-15,1 2 0 16,9-6 0-16,2 3-1 16,10-5 0-16,2 2 1 0,0-7-2 15,6 1 1-15,-2 0-1 16,10 1 1-16,-1-4-2 16,0 1 1-16,0 4 0 0,-1-3-1 15,1-1 0-15,-1 1 3 16,2 3-3-16,4-7 1 15,-9 7 0-15,5-1 0 16,-1 0 0-16,1 0 0 0,-3 1 0 16,-1-1-2-16,1 2 1 15,-3 3 0-15,-5-4-1 16,2 5 1-16,-5-6 0 16,1 5-1-16,-3-2 1 15,-5 5 0-15,0-3 0 0,0 0 0 16,-3 5 0-16,3-4 0 15,-8 4 0-15,0 0 0 16,-4 3 0-16,-3-3 0 0,-4 4 0 16,-4 0-1-16,-7 1 2 15,-5 0-1-15,-5 2 1 16,-4 2 1-16,-5 0-1 16,1-2 2-16,-7 5 0 0,-7 2 1 15,-5-2 0-15,-4 6 0 16,-3-3 1-16,-8 5 0 15,-10 0 1-15,10-2-2 16,-10 2 0-16,0 0 0 16,0 0-1-16,0 0-2 0,0 0 0 15,0 0 0-15,-6 2-1 16,6-2 0-16,0 0-3 16,-14 3-5-16,14-3-15 0,-12 10-59 31,1-8-1-16</inkml:trace>
  <inkml:trace contextRef="#ctx0" brushRef="#br0" timeOffset="2301.02">6662 7932 68 0,'0'0'-36'0,"0"0"4"0</inkml:trace>
  <inkml:trace contextRef="#ctx0" brushRef="#br0" timeOffset="3716.7">2721 8899 465 0,'0'0'5'16,"0"0"1"-16,0 0 2 15,0 0 1-15,0-11 1 16,0 11-2-16,0 0-8 0,-7-10 0 16,7 10 0-16,-12 0 0 15,12 0 0-15,-15 8 0 16,15-8 0-16,-10 20 0 16,10-10 0-16,0-1 0 15,3 1 0-15,6-5 0 0,2 0 0 16,0-5 0-16,5 0 0 15,-4-5 0-15,4-3 0 16,-8-4 0-16,0-1 0 0,-3-1 0 16,-2 3 0-16,-3 0 0 15,-8 1 0-15,-4 2 0 16,-1 6 0-16,-6 2 0 0,-1 5 0 16,-3 7 0-16,4 2 0 15,1 0 0-15,4 0 0 16,6 4 0-16,5-6 0 15,3-2 0-15,8-5 0 16,9-3 0-16,1-2 0 16,6-4 0-16,-2-4 0 0,1-7 0 15,2 1 0-15,-10-3 0 16,3 0 0-16,-9 1 0 16,-6 1 0-16,-3 5 0 0,0 10 0 15,-17-12 0-15,-1 12 0 16,0 4 0-16,-6 6 0 15,4 5 0-15,-3 5 0 16,4 1 0-16,6-2 0 0,3 3 0 16,8-7 0-16,2 0 0 15,5-9 0-15,9-2 0 16,4-4 0-16,2 0 0 0,-3-10 0 16,3-3 0-16,1 1 0 15,-7-3 0-15,-2-2 0 16,-6 4 0-16,-6 1 0 15,0 12 0-15,-11-10 0 16,-2 10 0-16,-1 0 0 0,-3 8 0 16,-4 2 0-16,5 4 0 15,-2 1 0-15,6 3 0 16,-1-6-17-16,8-2-38 16,5 5-32-16,0-5-1 15</inkml:trace>
  <inkml:trace contextRef="#ctx0" brushRef="#br0" timeOffset="4140.33">2755 8690 444 0,'0'0'3'0,"-11"-5"2"16,1 2 1-16,-5 3 1 15,-4-2 1-15,-6 2 0 0,-3 0 1 16,-2 8 1-16,-2 4-4 15,2 10-1-15,3 5-5 16,-1 8 0-16,14 7 0 16,4 3 0-16,4 2 0 0,9 0 0 15,8 2 0-15,8-4 0 16,13-10 0-16,4-5 0 16,3-8 0-16,10-11 0 15,-1-2 0-15,2-9 0 0,-1-9 0 16,4-5 0-16,-9-8 0 15,-4-8 0-15,0-4 0 16,-13-9 0-16,-8-1 0 0,-5-2 0 16,-14-4 0-16,-10-3 0 15,-15 4 0-15,-10 6 0 16,-12 4 0-16,-9 9 0 16,-5 13 0-16,-2 12 0 15,-1 8 0-15,4 11 0 0,3 13 0 16,15 9 0-16,10 0 0 15,17 9 0-15,7 5-70 16,16-8-21-16</inkml:trace>
  <inkml:trace contextRef="#ctx0" brushRef="#br0" timeOffset="4699.92">2709 8957 408 0,'0'0'6'0,"0"0"1"0,0 0 3 0,0 0 0 15,-4-4 0 1,4 4 0-16,0 0 1 0,0 0-1 15,-8 10-5-15,6-1-2 16,2 1-2-16,0 2 0 16,2 1-1-16,3-3 0 0,-5-10 1 15,19 15 0-15,-6-15 0 16,2 0 0-16,-2-3 1 16,1-4 1-16,-1-5 0 15,-1-4 1-15,-7-3-1 0,-2 1-3 16,-3 1 0-16,-5 1 0 15,-7 2 0-15,-9 7 0 16,1 4 0-16,-4 6 0 0,-1 10 0 16,0 1 0-16,13 11 0 15,-11 0-82-15,21-4-4 16</inkml:trace>
  <inkml:trace contextRef="#ctx0" brushRef="#br0" timeOffset="5983.75">5298 7919 377 0,'0'0'9'0,"0"-9"4"16,0 9 2-16,-4-10 2 15,4 10 2-15,-6-14 1 0,6 14 0 16,-6-11 1-16,6 11-21 16,0 0 0-16,0 0 0 15,-6 10 0-15,3 5 0 16,1 3 0-16,2 6 0 0,-2 1 0 15,2 7 0-15,0 0 0 16,0 3 0-16,4-2 0 16,5-7 0-16,-3 0 0 15,2-2 0-15,2-5 0 0,0-4 0 16,2-2 0-16,-5-3 0 16,4-5 0-16,-11-5 0 15,12 2-33-15,-12-2-54 0,7-2-4 16</inkml:trace>
  <inkml:trace contextRef="#ctx0" brushRef="#br0" timeOffset="6433.31">5114 8105 419 0,'0'0'6'0,"0"0"3"16,0 0 3-16,0 0 0 16,0 0 1-16,0 0 1 15,0 0 0-15,0 0-2 16,8 2-12-16,-8-2 0 0,15 15 0 15,-3-5 0-15,1 1 0 16,2 3 0-16,2 1 0 16,-2-1 0-16,3 1 0 15,-4 1 0-15,4-4 0 16,-4 1 0-16,-1-6 0 0,-3 3 0 16,2-6 0-16,-4-4 0 15,2 0 0-15,-3-7 0 16,4-5 0-16,-2-3 0 15,1-5 0-15,1-3 0 0,1 2 0 16,2-4 0-16,-1 3 0 16,7 9 0-16,-3-10-60 15,3 4-31-15</inkml:trace>
  <inkml:trace contextRef="#ctx0" brushRef="#br0" timeOffset="9900.39">12333 4860 365 0,'0'0'10'0,"0"0"4"0,0-9 2 16,0 9 3-16,0-11 0 16,0 11 2-16,0-10-1 15,0 10 1-15,0 0-15 0,0 0-6 16,0 10 0-16,0 5 0 16,0 5 0-16,0 0 0 15,3 7 0-15,-1 0 0 16,0 3 0-16,1-3 0 0,-1 1 0 15,-2-6 0-15,5 0-28 16,-5 3-46-16,1-13-13 16</inkml:trace>
  <inkml:trace contextRef="#ctx0" brushRef="#br0" timeOffset="10100.31">12494 4823 401 0,'0'0'8'0,"0"0"2"16,0 0 2-16,0-10 1 15,0 10 0-15,0 0 2 0,0 0 0 16,0 13 0-16,0 3-6 16,0 7-9-16,0 2 0 15,0 2 0-15,0 5 0 16,0 0 0-16,5-2 0 0,-5 0-22 16,3-5-61-16,-1-3-2 15</inkml:trace>
  <inkml:trace contextRef="#ctx0" brushRef="#br0" timeOffset="10599.7">12609 4855 425 0,'0'0'7'0,"0"0"3"0,7-13 2 0,-7 13 1 15,7-12 1-15,-7 12 1 16,5-4 0-16,-5 4-15 15,7 8 0-15,-3 6 0 16,-2 8 0-16,-2 3 0 0,0 2 0 16,3 3 0-16,2 4 0 15,-5-6 0-15,4 4 0 16,-1-11 0-16,2 3 0 16,-5-6-38-16,0-4-48 0,0-7-3 15</inkml:trace>
  <inkml:trace contextRef="#ctx0" brushRef="#br0" timeOffset="10882.29">12094 4751 448 0,'0'0'4'0,"0"0"1"15,0 0 2-15,-2-12 1 16,2 12 1-16,12-13 1 16,8 1 0-16,10 2 0 0,7-2-10 15,13 2 0-15,7-3 0 16,10 3 0-16,0 4 0 16,3-2 0-16,1 2 0 15,-5 6 0-15,-2 0 0 0,-12 0 0 16,-2 6-18-16,2 3-67 15,-28 6-4-15</inkml:trace>
  <inkml:trace contextRef="#ctx0" brushRef="#br0" timeOffset="11083.48">12044 5334 439 0,'0'0'4'0,"0"0"1"0,0 14 2 16,0-14 2-16,11 11 2 15,8-10 0-15,6 2 1 16,16-3 1-16,13-7-13 16,15-3 0-16,8-5 0 15,8-3 0-15,-4 1 0 0,7 2 0 16,-8-5-14-16,-9 6-71 16,-4-1-2-16</inkml:trace>
  <inkml:trace contextRef="#ctx0" brushRef="#br0" timeOffset="11750.45">12996 5011 443 0,'0'0'5'0,"0"0"1"0,0 0 2 0,0 0 0 16,0 0 1-16,7-2 2 15,6 2 0-15,2-3-1 16,10 1-10-16,7-1 0 15,7-1 0-15,7-2 0 16,9 4 0-16,1-3 0 0,4-2 0 16,-1-1 0-16,-1 0 0 15,-1 1 0-15,-12 2 0 16,-5 0 0-16,-8 0 0 16,-9 2 0-16,-7 1 0 0,-16 2 0 15,0 0 0-15,0 0 0 16,-12 2 0-16,-1-9-66 15,-1 7-24-15</inkml:trace>
  <inkml:trace contextRef="#ctx0" brushRef="#br0" timeOffset="12100.41">13456 4791 426 0,'0'0'7'0,"0"0"3"16,0 0 1-16,0 0 2 15,0 0 0-15,0-10 1 16,0 10 1-16,7 0-13 16,4 0-2-16,3 0 0 0,11 5 0 15,3 0 0-15,9 5 0 16,2 2 0-16,6-2 0 16,-1 1 0-16,0 0 0 15,-7 7 0-15,0-1 0 0,-12 3 0 16,-6 0 0-16,-13 4 0 15,-6 1 0-15,-11 3 0 16,-8-2 0-16,-4 4 0 0,-7-5 0 16,1 2 0-16,-4-4 0 15,6-3 0-15,2-3 0 16,6-3 0-16,-2-4 0 16,17 0-29-16,4-10-59 0,0 0-2 15</inkml:trace>
  <inkml:trace contextRef="#ctx0" brushRef="#br0" timeOffset="12675.72">14323 4709 435 0,'0'0'6'0,"0"0"2"0,2-12 3 16,-2 12 0-16,0-15 2 15,0 15 0-15,0-13 1 0,0 13-14 16,-9-5 0-16,-1 8 0 16,-3 12 0-16,-1 5 0 15,-2 7 0-15,2 5 0 0,1 5 0 16,-4 5 0-16,10 3 0 15,3-6 0-15,4 4 0 16,4-6 0-16,3-3 0 16,10-6 0-16,1-3 0 15,2-7 0-15,1-10 0 0,4-5 0 16,0-3 0-16,1-11 0 16,-1-10 0-16,-4-4 0 15,2-10 0-15,-5-2 0 0,-2-10 0 16,-6-2 0-16,-4-4 0 15,-6 4 0-15,-6-1 0 16,-6 6 0-16,-8 4 0 16,-8 13 0-16,2 6 0 15,-10 10 0-15,4 11 0 0,-3 3 0 16,10 14 0-16,-1 5 0 16,6 3 0-16,8 7 0 15,8-2 0-15,4 2 0 16,11-5 0-16,14 1 0 0,1-4 0 15,10-7 0-15,3-4 0 16,6-5 0-16,0-1 0 16,-1-7 0-16,4-3-36 0,-4-1-52 15,-9-7-4-15</inkml:trace>
  <inkml:trace contextRef="#ctx0" brushRef="#br0" timeOffset="13066.38">14820 4920 474 0,'0'0'4'0,"0"0"1"0,0-13 2 15,0 13 0-15,0-15 1 0,-3 5-2 16,3 10-6-16,-17-15 0 16,4 13 0-16,1 2 0 15,-5 8 0-15,2 5 0 16,-3 5 0-16,4 7 0 0,3 3 0 16,4 6 0-1,5-2 0-15,2 6 0 0,2-1 0 16,5 0 0-16,6 0 0 15,-1-5 0-15,1 0 0 0,-1-4 0 16,-2-3 0-16,-2-5 0 16,-5-3 0-16,1-2 0 15,-4-15-7-15,-9 7-81 16,9-7-1-16</inkml:trace>
  <inkml:trace contextRef="#ctx0" brushRef="#br0" timeOffset="13233.76">14626 5199 449 0,'0'0'5'0,"0"0"2"0,0 0 2 16,-5-10 0-16,5 10 1 15,3-14 0-15,6 6 0 16,7 1-8-16,3-3-2 0,8 0 0 16,6 2 0-16,-3-4-17 15,-3 1-66-15,12-6-3 16</inkml:trace>
  <inkml:trace contextRef="#ctx0" brushRef="#br0" timeOffset="13449.59">15153 4845 492 0,'0'0'5'0,"0"0"1"0,0 0 2 15,0 0-8-15,0 0 0 16,0 0 0-16,7-5 0 0,4 0 0 16,1 0 0-16,3 5 0 15,4-4 0-15,9 4-14 16,-3 0-74-16,-7 0-3 16</inkml:trace>
  <inkml:trace contextRef="#ctx0" brushRef="#br0" timeOffset="13583.87">15109 4984 475 0,'0'0'4'0,"0"0"3"16,0 0 1-16,-9 7 1 16,9-7-1-16,0 0-8 15,16 6 0-15,2-6 0 0,10 0 0 16,4-8 0-16,4 0-72 16,16-1-16-16</inkml:trace>
  <inkml:trace contextRef="#ctx0" brushRef="#br0" timeOffset="17950.27">2565 8858 216 0,'0'0'8'0,"0"0"6"0,8-2 2 16,-8 2 3-16,0 0 3 0,0 0 0 16,7-7 3-16,-7 7 1 15,0 0-6-15,0-13-6 16,0 13-2-16,-4-12-4 16,4 12-1-16,-9-12-3 15,9 12-1-15,-15-20 0 0,6 10-3 16,-4-3 1-16,1 1 0 15,-6-2 0-15,2-3 1 16,-5 1 0-16,-6-1 0 0,-1-1 1 16,-4 0-1-16,-5 4 1 15,-2 2 0-15,-2-1 1 16,-1 2-2-16,-2 5 1 16,1 4-1-16,4-1 1 0,-1 0-1 15,8 3 0-15,2 0 0 16,8 0-1-16,1 6 1 15,9-6-1-15,12 0-1 16,-15 4 0-16,15-4-1 0,0 0 1 16,0 0-1-16,-5 10 0 15,5-10-4-15,0 0-14 16,0 12-60-16,8-6-2 16</inkml:trace>
  <inkml:trace contextRef="#ctx0" brushRef="#br0" timeOffset="25284">955 8444 144 0,'0'0'3'16,"0"0"1"-16,-5-4 3 16,5 4 2-16,0 0 3 15,0 0 2-15,0 0 3 0,-7-8 4 16,7 8-1-16,0 0-1 15,0 0-1-15,0 0-1 16,0 0 0-16,-11 5-4 16,11-5-1-16,0 0-2 0,0 0-1 15,0 0 0-15,-9 7 0 16,9-7-3-16,0 0 0 16,0 0-1-16,0 0 0 0,0 0-1 15,0 0 0-15,0 0-1 16,0 0 0-16,0 0-1 15,0 0 1-15,0 0 0 16,0 0 0-16,0 0 0 16,0 0 1-16,0 0 0 0,0 0 0 15,0 0 1-15,0 0-1 16,0 0 1-16,0 0-1 16,0 0 0-16,0 0-1 15,0 0 0-15,7 6-1 0,1-6 1 16,4 0-1-16,3 0 1 15,2-3-1-15,4 3 1 16,0 0-1-16,2 0 1 16,5 0-1-16,-8 0-1 0,-1 0 1 15,-1 0-1-15,-4 0 0 16,-6 0 0-16,-8 0 0 16,15 0 1-16,-15 0 0 0,0 0-1 15,0 0 0-15,0 0-1 16,0 0-1-16,0 0-5 15,0 0-7-15,0-4-40 16,0 4-31-16,0 0-1 16</inkml:trace>
  <inkml:trace contextRef="#ctx0" brushRef="#br0" timeOffset="25833.81">1279 8306 391 0,'0'0'7'0,"0"0"2"0,0 0 3 16,-4-9 0-16,4 9 2 15,0-9 0-15,0 9 0 0,-2-12 1 16,2 12-7-16,0-7-3 15,0 7-2-15,10-7-2 16,0 7 1-16,3 0-2 16,-1 0 0-16,5 0 0 0,-2 4-1 15,3 2 1-15,-4 1 0 16,-4 2-1-16,-2 4 0 16,-5-1 0-16,-3 1 1 15,-5 4-1-15,-3-4 1 0,-2 1 0 16,-2-4 0-16,-1 0 0 15,6 0-1-15,-3-3 1 16,10-7 0-16,-8 11 0 16,8-11-1-16,0 0 1 15,11 8-1-15,-4-4 1 0,5-2 0 16,3 1 0-16,-3 2 0 16,1-2 0-16,-3 1 0 15,0 0 1-15,-10-4-1 0,10 13 1 16,-10-13 0-16,0 18-1 15,0-18 1-15,-13 10 0 16,1-1-2-16,-6 2 0 16,2-6-1-16,-5 0 0 0,1-1-3 15,3 1-2-15,-1-5-5 16,4 3-14-16,3-6-54 16,11 3-2-16</inkml:trace>
  <inkml:trace contextRef="#ctx0" brushRef="#br0" timeOffset="26200.04">1522 8254 447 0,'0'0'4'0,"0"0"1"0,0 0 0 16,0 0 1-16,-7 5 0 15,7-5 0-15,-11 22 1 0,4-10 0 16,-3 3-4-16,2 3-1 15,6 2-1-15,2 0 1 16,0-8-1-16,10 3 0 16,3-5 0-16,6-6 0 15,3-1 0-15,4-3 0 0,1-5 0 16,-2-5 0-16,-1 0 1 16,-9-1-2-16,1-6 0 15,-6 3 0-15,-8-1 0 16,-4 0 0-16,-9 3 0 0,-4-1 0 15,-5 4 0-15,-4 4 0 16,2 3-2-16,-1 2-6 16,0 0-5-16,11 7-10 15,0 1-28-15,5 2-33 0,7-10-3 16</inkml:trace>
  <inkml:trace contextRef="#ctx0" brushRef="#br0" timeOffset="26550.51">1716 8199 438 0,'0'0'2'0,"0"0"2"0,0 0 1 16,0 0 0-16,-13 5 0 15,13-5 0-15,-12 18 0 16,5-3 0-16,2-3-2 0,0 5-1 15,5 0-1-15,0 3 0 16,7-5 0-16,5-1 0 16,4 0 0-16,0-7 0 15,5-4 0-15,1-3 1 16,-3 0-1-16,2-7 1 0,-7-4 0 16,2-3 0-16,-7-2 0 15,-6 1 0-15,-3 1 0 16,-5-3-1-16,-6 2 0 15,-3 0 0-15,-1 5-2 0,-5 2-2 16,0 3-4-16,5 5-9 16,-5 10-37-16,11 0-30 15,1 0-2-15</inkml:trace>
  <inkml:trace contextRef="#ctx0" brushRef="#br0" timeOffset="26783.74">1907 8336 452 0,'0'0'6'15,"0"0"1"-15,0 0 1 16,0 0 1-16,0 0-1 0,-3 13 1 16,-1-2 0-16,-1 4-6 15,-6 7-3-15,-1 6 0 16,3-2 0-16,-7 5 0 15,3 1-14-15,-4-2-26 16,8-6-45-16,-4 1-2 0</inkml:trace>
  <inkml:trace contextRef="#ctx0" brushRef="#br0" timeOffset="33016.58">2093 8356 322 0,'0'0'6'0,"0"0"4"0,0 0 2 15,0 0 3-15,0 0 1 16,0 0 2-16,0 0 2 16,0 0 0-16,7 0-4 15,2 0-4-15,0 0-1 16,3-3-1-16,1 3-2 0,4-3-2 15,1 3-1-15,-1 0-1 16,3-1-4-16,-5 1 0 16,2 0 0-16,-5-3 0 15,-1 3 0-15,-11 0 0 0,12 0 0 16,-12 0 0-16,0 0 0 16,0 0 0-16,0 0 0 15,0 0 0-15,0 0 0 0,0 10-2 16,0-10-19-16,0 0-61 15,0 0-5-15</inkml:trace>
  <inkml:trace contextRef="#ctx0" brushRef="#br0" timeOffset="33383.53">2491 8229 434 0,'0'0'5'0,"0"0"1"16,0 0 1-16,0 0 1 16,-10-3 0-16,10 3 1 15,-13 3 0-15,6 0-1 0,-5 4-3 16,1 1-2-16,2 1-1 16,4 4-1-16,-2-1 0 15,3 4 0-15,4-7-1 16,4 3 1-16,5 1 0 15,-1-6 1-15,5 4-2 0,3-4 0 16,0 0 0-16,-2-2 0 16,2 1 0-16,-2-5 0 15,-4 4 0-15,0 0 0 16,-10-5 0-16,5 8 0 0,-5-8 0 16,-2 10 0-16,-9-6 0 15,-1 2 0-15,-6-4-7 16,6 3-17-16,-8-5-59 0,6 0-3 15</inkml:trace>
  <inkml:trace contextRef="#ctx0" brushRef="#br0" timeOffset="33533.93">2436 8259 398 0,'0'0'6'0,"0"0"3"15,11-12 1-15,-11 12-1 16,16-13 1-16,-6 5 0 15,5 1-5-15,-3-3-11 0,11 0-69 16,0 8-4-16</inkml:trace>
  <inkml:trace contextRef="#ctx0" brushRef="#br0" timeOffset="33833.69">2709 8214 412 0,'0'0'6'0,"0"0"3"16,-7 5 2-16,-2-2-1 15,-2 4 2-15,1 1 0 16,-3 4 0-16,-1 1 0 16,4 4-5-16,5 1-3 0,2-4-2 15,3-1 0-15,8-1-2 16,4-2 0-16,6-6 0 16,1-1 0-16,2-3 0 15,1-3 0-15,0-4 0 0,-4-4 0 16,-4 0 0-16,-1-2 0 15,-3 2 0-15,-5-5 0 16,-5 1 0-16,-5 0 0 0,-7 3 0 16,-4 2 0-16,3 3 0 15,-4-4 0-15,5 9-29 16,-3 0-56-16,3-1-2 16</inkml:trace>
  <inkml:trace contextRef="#ctx0" brushRef="#br0" timeOffset="34066.64">2763 8068 466 0,'0'0'3'0,"0"0"2"15,0 0 0-15,13 0 2 16,-13 0 0-16,21 7 1 16,-7 3 0-16,4 5-6 0,4 0-2 15,-3 5 0-15,7 6 0 16,-4-1 0-16,-1 11 0 15,-5-4 0-15,-6 2 0 16,-4 2 0-16,-6-3 0 16,-6 0 0-16,-11-1 0 15,-3 3 0-15,-12 0-55 0,-1-5-32 16,-11-8-2-16</inkml:trace>
  <inkml:trace contextRef="#ctx0" brushRef="#br0" timeOffset="34567.6">1146 8091 284 0,'0'0'3'0,"0"0"5"16,-12 0 1-16,5 4 3 16,-6 1 4-16,-4 5 0 15,-3 2 1-15,-5 6 2 0,0 3-2 16,-2 12-3-16,0 5-2 15,2 6-1-15,7 6-5 16,1 6 0-16,12 6 0 16,5-2 0-16,17 2-1 0,20-4-1 15,16-7-7-15,27-7-73 16,12-6-3-16</inkml:trace>
  <inkml:trace contextRef="#ctx0" brushRef="#br0" timeOffset="39417.68">15707 4771 423 0,'0'0'6'0,"0"0"3"0,0 0 0 16,5-10 2-16,-5 10 2 15,8-10 0-15,-8 10 1 0,0 0-1 16,0 0-13-16,0 0 0 16,0 0 0-16,7 15 0 15,-7 0 0-15,0 10 0 16,0-3 0-16,0 5 0 16,0 0 0-16,3 1 0 15,-3-2 0-15,2-1 0 0,0 0 0 16,1-5 0-16,-1-3 0 15,1 1 0-15,-1-8 0 16,-2 2 0-16,0-12 0 0,0 0-54 16,0 0-34-16,0 0-1 15</inkml:trace>
  <inkml:trace contextRef="#ctx0" brushRef="#br0" timeOffset="40016.69">16040 4835 426 0,'0'0'5'0,"0"0"2"15,2-9 1-15,-2 9 1 0,0-10 1 16,0 10 0-16,-7-13 1 15,7 13 1-15,-22-12-5 16,12 9-1-16,-5 3-6 16,0 3 0-16,0 4 0 15,3 4 0-15,-1-3 0 0,1 5 0 16,4 2 0-16,4 0 0 16,4 0 0-16,0 0 0 15,7-2 0-15,5 1 0 0,1-2 0 16,4 1 0-16,3-3 0 15,3-1 0-15,-2 4 0 16,-1-3 0-16,1-3 0 16,-5 3 0-16,0 0 0 15,-4-3 0-15,-5 3 0 0,1 0 0 16,-6 0 0-16,-2 1 0 16,-4-3 0-16,-7 3 0 15,-1-4 0-15,-6 0 0 16,-1-1 0-16,-1-1 0 0,-3-5 0 15,2 0 0-15,3-2 0 16,0-7 0-16,4-2 0 16,4-3 0-16,2-2 0 15,5-1 0-15,3-6 0 0,8 3 0 16,5 1 0-16,-1-1 0 16,8 2 0-16,0-2 0 15,-1 6 0-15,4 0 0 0,0 6 0 16,-4 0 0-16,-1 3 0 15,2 3-11-15,12 2-74 16,-17 0-2-16</inkml:trace>
  <inkml:trace contextRef="#ctx0" brushRef="#br0" timeOffset="40423.94">16323 4830 459 0,'0'0'4'0,"0"0"1"15,0 0 1-15,0 0 0 16,-7-4 0-16,7 4 1 16,-20 9-1-16,7 1 1 0,4 5-4 15,-2 5-1-15,4 0-2 16,2 0 0-16,5 2 0 15,0-3 0-15,10-1 0 16,3-6 0-16,4-5 0 0,3 1 0 16,2-8 0-16,-2 0 0 15,3-5 0-15,-4-5 0 16,1-2 0-16,-5-6 0 0,-3 1 0 16,-4-3 0-16,-4 0 0 15,-4 1 0-15,-2-1 0 16,-8 3 0-16,-4 4 0 15,-1 4 0-15,-6 6 0 0,2 0 0 16,1 3 0-16,-4 6 0 16,12 6-22-16,10 1-63 15,-7-1-3-15</inkml:trace>
  <inkml:trace contextRef="#ctx0" brushRef="#br0" timeOffset="40689.69">16617 4732 472 0,'0'0'5'15,"0"0"2"-15,0 0 0 16,0 0 0-16,9-3 0 0,-9 3-1 16,8 10-6-16,-6 4 0 15,3 1 0-15,-2 8 0 16,0 3 0-16,1 2 0 15,-1 5 0-15,-1-7 0 0,1 4 0 16,-1-5 0-16,-2-3 0 16,5-2-10-16,-5 5-74 15,0-13-4-15</inkml:trace>
  <inkml:trace contextRef="#ctx0" brushRef="#br0" timeOffset="40883.79">16524 4924 419 0,'0'0'5'0,"0"0"2"15,3-10 2-15,-3 10 1 16,15-11 1-16,-2 5 0 16,3-1 0-16,2-1 0 15,5 4-4-15,-6-1-4 0,8 2-8 16,-3-2-15-16,-12 5-60 15,10 0-4-15</inkml:trace>
  <inkml:trace contextRef="#ctx0" brushRef="#br0" timeOffset="41433.36">16949 4743 433 0,'0'0'6'0,"0"0"2"0,0 0 2 16,0 0 0-16,0 0 1 15,0 0 0-15,0 0 1 16,-10 10-2-16,3 0-10 0,-3 5 0 15,0 5 0-15,0 5 0 16,2 0 0-16,4 5 0 16,-2-4 0-16,6 2 0 15,0-6 0-15,6 3 0 0,4-7 0 16,-1-4 0-16,4-3 0 16,2-5 0-16,5-6 0 15,2 0 0-15,0-5 0 0,1-4 0 16,0-7 0-1,-7-1 0-15,2-5 0 0,-1-3 0 16,-6-5 0-16,-6 1 0 16,-5-4 0-16,0 1 0 15,-8 3 0-15,-2 1 0 0,-7 4 0 16,-1 4 0-16,-2 10 0 16,-2 5 0-16,0 5 0 15,-1 8 0-15,4 4 0 16,-2 8 0-16,7 3 0 0,6 1 0 15,3 1 0-15,5-1 0 16,13 1 0-16,6-5 0 16,9-5 0-16,9-2 0 15,0-12 0-15,8-1-84 0,10 0-4 16</inkml:trace>
  <inkml:trace contextRef="#ctx0" brushRef="#br0" timeOffset="58866.83">8871 7632 1 0,'0'0'12'0,"0"0"6"15,-7 0 8-15,7 0 8 0,0 0 6 16,0 0 3-16,-7-4 2 16,7 4-1-16,5-3-11 15,-5 3-6-15,12-6-7 16,-12 6-5-16,13-6-3 16,-13 6-3-16,14-16 0 15,-14 16 0-15,7-17 0 0,-1 4 1 16,-1-1-1-16,0-1 0 15,0 1 0-15,-1-7-1 16,1 1-1-16,-2 0 0 0,0-5 0 16,-3 4-1-16,0-4-1 15,0 0-1-15,0-2 0 16,0 0-1-16,0-1 0 16,-3 3-1-16,0-2 0 0,3-3-1 15,-2 4 1-15,-1 1 0 16,1-3 0-16,0 3 1 15,-3 1-3-15,2-1 0 0,-1 0 0 16,-2 6 0-16,1-6 0 16,-2 3 0-16,2-1 0 15,-2 0 0-15,2 2 0 16,-3 1 0-16,3-3 0 0,0 3 0 16,-2 1 0-16,2-1 0 15,-2 2 0-15,1 1 0 16,-1 0 0-16,2 0 0 15,-3-1 0-15,-2 3 0 16,1 3 0-16,-1-3 0 0,-1 1 0 16,-1-2 0-16,-3 7 0 15,5-6 0-15,-4 0 0 16,1 0 0-16,-4-1 0 0,4 2 0 16,-4-4 0-16,2 6 0 15,-5-5 0-15,3 5 0 16,-1-6 0-16,4 7 0 15,-7-6 0-15,4 6 0 16,-3-4 0-16,0 5 0 0,1-3 0 16,-1 1 0-16,-3 0 0 15,1 2 0-15,0-2 0 16,-1 1 0-16,-2 2 0 16,1-1 0-16,-1 0 0 0,0 0 0 15,-3-1 0-15,1 3 0 16,2-3 0-16,-3 4 0 15,2 0 0-15,-1 1 0 16,-3-1 0-16,2 2 0 0,-2-2 0 16,3 1 0-16,-3 1 0 15,3 1 0-15,-2 1 0 16,3-2 0-16,0 3 0 0,3-1 0 16,-2 0 0-16,0 1 0 15,0-1 0-15,-3 2 0 16,2 1 0-16,-2-3 0 15,1 0 0-15,-1 3 0 0,3 0 0 16,-5-1 0-16,5-2 0 16,-2 3 0-16,3 0 0 15,-3-3 0-15,-3 0 0 16,2 3 0-16,1-2 0 0,-3 2 0 16,2 0 0-16,-1 0 0 15,-1 0 0-15,0 0 0 16,0 0 0-16,0 2 0 15,-3-2 0-15,-1 6 0 16,2-3 0-16,-5-2 0 0,2 5 0 16,-3-2 0-16,6 1 0 15,-5 0 0-15,2 3 0 16,1-1 0-16,1 1 0 16,1-1 0-16,-2 0 0 0,-1 1 0 15,-1 2 0-15,-1-1 0 16,-1 1 0-16,7 0 0 15,-6 5 0-15,0-2 0 0,-1-1 0 16,3 3 0-16,0 0 0 16,3-1 0-16,0 2 0 15,0-4 0-15,7 5 0 16,-3-4 0-16,1 4 0 0,-1-2 0 16,2 2 0-16,1 0 0 15,0 3 0-15,0-2 0 16,-3 7 0-16,-2-6 0 15,3 6 0-15,0-2 0 16,2-2 0-16,-8 4 0 0,7-2 0 16,-2 2 0-16,0-4 0 15,1 2 0-15,5 0 0 16,-2-1 0-16,1-3 0 0,0 4 0 16,1-1 0-16,3-2 0 15,-2-1 0-15,1 4 0 16,1 2 0-16,-1-2 0 15,5 2 0-15,-3-4 0 0,2 2 0 16,0 2 0-16,2 0 0 16,-2-6 0-16,7 6 0 15,-4-3 0-15,3 0 0 16,3 0 0-16,2-2 0 0,0 3 0 16,2-1 0-16,0-3 0 15,1 4 0-15,0-3 0 16,2 0 0-16,-3 2 0 15,1-2 0-15,2 0 0 0,-5 0 0 16,3-1 0-16,-1 1 0 16,3 2 0-16,-2-4 0 15,-1-1 0-15,3 5 0 16,-3-2 0-16,1-3 0 0,-1 4 0 16,3-4 0-16,-2 2 0 15,2-1 0-15,0 2 0 16,0-3 0-16,-3 1 0 15,3-4 0-15,-2 1 0 16,2 3 0-16,-5-6 0 0,3 2 0 16,2-1 0-16,-5-2 0 15,3-3 0-15,-1 3 0 16,3-11 0-16,-6 12 0 0,6-12 0 16,0 0 0-16,0 0 0 15,0 0 0-15,0 0 0 16,0 0 0-16,0 0 0 15,0 0 0-15,-2 8 0 0,2-8 0 16,0 0 0-16,0 0 0 16,0 0 0-16,0 0 0 15,0 0 0-15,0 0 0 16,0 0 0-16,0 0 0 0,0 0 0 16,0 0 0-16,0 0 0 15,0 0 0-15,0 0 0 16,0 0 0-16,0 0 0 15,0 0 0-15,-7 7 0 0,7-7 0 16,-10 5 0-16,10-5 0 16,-13 7 0-16,13-7 0 15,-10 4 0-15,10-4 0 16,0 0 0-16,-9 7 0 16,9-7 0-16,0 0 0 0,0 0 0 15,0 0 0-15,0 0 0 16,0 0 0-16,0 0 0 15,0 0 0-15,0 0 0 0,0 0 0 16,0 0 0-16,0 0 0 16,0 0 0-16,0 0 0 15,0 0 0-15,0 0 0 16,0 0 0-16,-3-8 0 0,3 8 0 16,5-20 0-16,0 10-5 15,0-7-6-15,2-1 0 16,0-2 0-16,-1 3 0 15,-1 0 1-15,0 0 2 16,-3 4 2-16,0 1 1 0,-2 4 3 16,0-2 1-16,0 10 3 15,-4-9 1-15,4 9 1 16,0 0 1-16,-12-11 1 0,12 11 0 16,0 0-1-16,0 0 0 15,-11 3 0-15,9 7-2 16,2 4 1-16,-3 4-2 15,1 7 1-15,-1 2-1 0,1 6 1 16,2 4-1-16,-2-4 1 16,2 3-1-16,0-1 0 15,0-6-1-15,4-4 1 16,-1 0 0-16,2-8-1 0,-3-2 0 16,3-2 0-16,-3-3 0 15,-2-10 0-15,8 8 0 16,-8-8 2-16,0 0-3 15,0 0 0-15,3-8-3 0,-3-8 0 16,2 4-2-16,-2-5-2 16,3-1-2-16,-1-2-2 15,0-2-1-15,1 3 1 16,-3 1 1-16,2-2 0 16,1 5 2-16,0 1 2 0,0 0 2 15,-3 8 1-15,0 6 3 16,0-15 0-16,0 15 1 0,0 0 1 15,0 0 0-15,0 0 1 16,0 7 0-16,0 6 0 16,0 2-1-16,0-1 0 15,-3 4 1-15,3-1-1 16,0 1 0-16,0-6 0 0,0-3 0 16,0 2-2-1,0-11-2-15,0 0-5 0,0 0-42 16,0 0-26-16,0 0-5 15</inkml:trace>
  <inkml:trace contextRef="#ctx0" brushRef="#br0" timeOffset="60700.7">12278 5909 317 0,'0'0'11'16,"0"0"3"-16,0 0 4 0,0 0 3 15,-2-11 3-15,2 11 0 16,-2-7 1-16,2 7 1 16,0-13-8-16,0 13-5 0,0 0-13 15,0 0 0-15,9 3 0 16,-4 7 0-16,0 5 0 16,0 4 0-16,0 3 0 15,0 6 0-15,0-3 0 0,-3-1 0 16,-2 4 0-16,3-7 0 15,-3 0 0-15,0-4 0 16,0 0 0-16,0-4 0 16,0-1 0-16,0-12 0 0,0 14 0 15,0-14 0-15,0 0-52 16,0 0-34-16,0 0-1 16</inkml:trace>
  <inkml:trace contextRef="#ctx0" brushRef="#br0" timeOffset="61224.51">12477 5900 418 0,'0'0'7'0,"0"0"1"15,0 0 3-15,0 0 1 16,8-4-1-16,-8 4 2 0,0 0 0 15,7 10-1-15,-7 0-6 16,0 2-6-16,2 7 0 16,1 1 0-16,2 5 0 15,2 0 0-15,4 0 0 0,1-3 0 16,-3 0 0-16,4-2 0 16,-1-3 0-16,1-2 0 15,-1-2 0-15,-5-3 0 16,4-4 0-16,-11-6 0 0,12 8 0 15,-12-8 0-15,0 0 0 16,7-2 0-16,-7 2 0 16,0-17 0-16,0 4 0 0,0-4 0 15,0 0 0-15,-5-3 0 16,3 3 0-16,-1-6 0 16,1 3 0-16,2-2 0 15,0 0 0-15,0 0 0 16,0-3 0-16,2 4 0 0,3-4 0 15,0 4 0-15,0 1 0 16,1 0 0-16,-1 0 0 16,0 6 0-16,-1 1 0 15,1 3 0-15,-5 10 0 0,5-13 0 16,-5 13 0-16,0 0 0 16,0 0-7-16,0 6-77 15,0-6-2-15</inkml:trace>
  <inkml:trace contextRef="#ctx0" brushRef="#br0" timeOffset="61756.61">12065 5814 308 0,'0'0'5'0,"0"0"4"0,-10 0 3 0,10 0 3 15,-13-3 2-15,13 3 5 16,-14 0-2-16,14 0 2 16,-11-5-3-16,11 5-4 15,0 0-2-15,13-4-2 0,1 0-2 16,9 0-2-16,9 2 0 16,8-6-7-16,5 1 0 15,6-1 0-15,12 0 0 16,4-4 0-16,3 2 0 0,4 0 0 15,1-2 0-15,-3 0 0 16,-5 5 0-16,-3-3 0 16,-14 0 0-16,-3 5 0 15,-14 2 0-15,-9 0 0 0,-8 3 0 16,-16 0 0-16,4 6 0 16,-6 3 0-16,-5 4 0 15,-9-1 0-15,2 10-17 16,-6 2-68-16,-8-3-2 0</inkml:trace>
  <inkml:trace contextRef="#ctx0" brushRef="#br0" timeOffset="62232.57">11933 6413 329 0,'0'0'9'0,"0"0"3"15,0 0 3-15,0 0 4 16,0 0 0-16,0 0 1 15,0 0 0-15,12-7 2 0,6 4-8 16,-1 1-3-16,10-3-2 16,8 2-2-16,4-1-2 15,7-1-5-15,9-6 0 16,9 4 0-16,3-3 0 0,2-2 0 16,6 2 0-16,-3 0 0 15,-5 0 0-15,0 0 0 16,-10 3 0-16,-9-1 0 15,-9 5 0-15,-11 2 0 0,-6-2 0 16,-7 3 0-16,-6 0 0 16,-9 0 0-16,0 0 0 15,0 0 0-15,0 7 0 16,0-7 0-16,-12 10 0 0,12-10 0 16,-14 0-3-16,-1 0-82 15,15 0-3-15</inkml:trace>
  <inkml:trace contextRef="#ctx0" brushRef="#br0" timeOffset="62550.16">13228 6022 446 0,'0'0'5'0,"0"0"4"0,0 0 2 16,0 0 1-16,0 0 1 0,0 0 0 15,0 0-11-15,7-11-2 16,2 10 0-16,5 1 0 15,-2-3 0-15,8 0 0 16,-1 3 0-16,8 0 0 0,-4 0 0 16,6-12-25-16,-3 12-60 15,-9 5-4-15</inkml:trace>
  <inkml:trace contextRef="#ctx0" brushRef="#br0" timeOffset="62716.82">13192 6163 423 0,'0'0'7'0,"0"0"3"16,0 0 2-16,8 0 2 0,4 0-1 16,8-2 1-16,-3 0 1 15,11-4-12-15,5 1-3 16,11 0 0-16,-4-2-22 16,7 2-61-16,-2 0-4 0</inkml:trace>
  <inkml:trace contextRef="#ctx0" brushRef="#br0" timeOffset="63516.81">14291 5851 427 0,'0'0'6'0,"0"0"3"15,0-15 2-15,0 15 1 16,-5-10 1-16,5 10 0 0,-16-4 0 15,4 4-6-15,3 9-7 16,-9 8 0-16,3 6 0 16,-2 9 0-16,2 0 0 0,2 8 0 15,4-4 0-15,5 2 0 16,4-1 0-16,6-5 0 16,6-2 0-16,6-7 0 15,4-3 0-15,4-6 0 0,0-6 0 16,4-4 0-16,0-4 0 15,2-2 0-15,-2-10 0 16,-3 0 0-16,-2-8 0 16,-2-8 0-16,-6-4 0 0,-4-6 0 15,-4-6 0-15,-6 0 0 16,-3-6 0-16,-10 1 0 16,-5 2 0-16,-5 2 0 15,-5 8 0-15,-7 5 0 0,0 10 0 16,-5 7 0-16,1 7 0 15,-1 8 0-15,2 2 0 16,6 14 0-16,1 6 0 0,9 5 0 16,6 3 0-16,8 2 0 15,5 5 0-15,16-2 0 16,5-3 0-16,9-5 0 16,11-4 0-16,0-4 0 15,1-4 0-15,11-8 0 0,-7-1 0 16,4-6 0-16,1 0 0 15,-10-7 0-15,-4 1-73 16,2 1-16-16</inkml:trace>
  <inkml:trace contextRef="#ctx0" brushRef="#br0" timeOffset="63834.82">14875 5945 459 0,'0'0'5'0,"0"0"3"0,-8-15 1 15,8 15 1-15,-13-13 1 0,1 9-2 16,3 0-9-16,-7 4 0 16,4 7 0-16,-3 2 0 15,5 13 0-15,1 6 0 16,4 1 0-16,-1 6 0 0,6 5 0 15,2-3 0-15,7 3 0 16,3-1 0-16,-3-2 0 16,2 0 0-16,1 1 0 15,-5-6 0-15,1 1 0 0,-3-4 0 16,0-2 0-16,-3-9-22 16,1-4-64-16,-3-4-3 15</inkml:trace>
  <inkml:trace contextRef="#ctx0" brushRef="#br0" timeOffset="64017.05">14704 6238 425 0,'0'0'6'16,"0"0"2"-16,0-10 2 0,0 10 1 16,7-15 1-16,7 5 0 15,2-1 0-15,5 0 1 16,7 1-11-16,4-2-2 15,11 1-42-15,-1 1-38 0,1-2-5 16</inkml:trace>
  <inkml:trace contextRef="#ctx0" brushRef="#br0" timeOffset="64234.87">15367 5947 481 0,'0'0'5'0,"0"0"1"0,-5-5 2 16,5 5 1-16,0-8-7 15,0 8-2-15,18-17 0 16,-4 10 0-16,9 3 0 16,-2-4 0-16,11 6 0 0,-6-8 0 15,-4 10-72-15,6 0-16 16</inkml:trace>
  <inkml:trace contextRef="#ctx0" brushRef="#br0" timeOffset="64383.72">15300 6098 476 0,'0'0'3'0,"0"0"2"16,0 0 2-16,0 0 1 16,7 6 1-16,6-6-6 0,4 0-3 15,8-6 0-15,12-3 0 16,15-1-19-16,-3 0-65 15,13-5-2-15</inkml:trace>
  <inkml:trace contextRef="#ctx0" brushRef="#br0" timeOffset="75066.87">10203 7704 61 0,'0'0'1'0,"0"0"1"0,0 0 2 15,0 0 6-15,15 5 8 16,-15-5 2-16,17 15 0 0,-4 2 0 15,2 0 3-15,-2 8 1 16,3 10 0-16,-2 2-2 16,-5 5-8-16,1 0 0 15,-8 7-2-15,-2 1 1 0,0 3-3 16,-5-9-1-16,-7-3-3 16,-1 2-1-16,-4-6-1 15,2-2 0-15,1-8 1 16,-4 1 0-16,3-6-1 15,0-5 1-15,3-2-1 16,2-2 2-16,10-13-1 0,-13 12 1 16,13-12-1-16,0 0-5 15,-9 0-7-15,9 0-12 16,0 0-30-16,0-7-20 0</inkml:trace>
  <inkml:trace contextRef="#ctx0" brushRef="#br0" timeOffset="75782.28">10248 7684 157 0,'0'0'6'0,"0"0"2"0,0 0 2 16,0 0 4-16,0 0 2 16,0 0 1-16,0 0 2 15,0-7 2-15,0 7-7 0,0 0-3 16,0 0 0-16,0 0-3 16,7 7-2-16,-2 3-1 15,0 7-2-15,6 3 0 16,-5 12 1-16,2 15 3 15,-1 3-3 1,-3 8 1-16,-4 0 0 16,0 2 0-16,-6-3 1 15,-4 0-1-15,-2-3 0 0,-1-19-1 16,1 0 1-16,-1-6-1 16,-1-4 0-16,4-3 0 15,-3-4 0-15,4-6-1 16,1 1-1-16,8-13-2 15,-13 12-5-15,13-12-7 0,-9 0-26 16,9 0-26-16,0 0-10 16</inkml:trace>
  <inkml:trace contextRef="#ctx0" brushRef="#br0" timeOffset="76283.49">9987 8316 155 0,'0'0'6'0,"0"0"7"16,0 0 8-16,-5-10 5 15,5 10 3-15,0 0 0 16,0-7-1-16,0 7 0 0,0 0-5 16,7 0-5-16,-7 0-6 15,11 9-6-15,-4-1-3 16,3 4-1-16,0 3 1 15,2-1 0-15,1 4-1 0,-3-3 0 16,2 2 0-16,-1-2 0 16,-4-2-1-16,0-1 1 15,0-2 0-15,-2 1-1 16,-5-11 0-16,8 8 1 16,-8-8-1-16,12 8 2 0,-12-8-1 15,18-2 0-15,-1-6 1 16,3-4-1-16,5-3 1 15,12-2-1-15,7-10-7 16,19-6-68-16,9-1-1 0</inkml:trace>
  <inkml:trace contextRef="#ctx0" brushRef="#br0" timeOffset="78516.75">15838 5920 332 0,'0'0'9'16,"0"0"4"-16,0 0 5 0,0 0 1 15,0 0 2-15,-2-11 1 16,2 11 1-16,0 0 0 16,0 0-8-16,-3-11-4 0,3 11-6 15,3-10-5-15,-3 10 0 16,18-15 0-16,-4 10 0 15,4-2 0-15,5-1 0 16,-2 3 0-16,4 0 0 16,0 3 0-16,-2 2 0 0,-4 0 0 15,-3 5 0-15,-9 2 0 16,-2 3 0-16,-5 3 0 16,-8 2 0-16,-4 0 0 15,-5-1 0-15,-4 4 0 0,0-1 0 16,0-5 0-16,4 3 0 15,0-2 0-15,5-1 0 16,4-5 0-16,8 3 0 0,0-10 0 16,13 10 0-16,1-2 0 15,6-6 0-15,5 3 0 16,-3 0 0-16,1 0 0 16,-1 0 0-16,1 3 0 0,-6-1 0 15,1 0 0-15,-9 4 0 16,-2-2 0-16,-2 1 0 15,-5 0 0-15,0 0 0 16,-7 2 0-16,-5-1 0 0,-6-3 0 16,-1-2 0-16,-6 2 0 15,-3-4 0-15,1-1 0 16,-1 0 0-16,-1-3 0 16,4 0 0-16,3-6 0 15,2 2 0-15,8-4 0 0,-1 1 0 16,13 7 0-16,-8-15 0 15,8 15-8-15,10-5-75 16,1 0-4-16</inkml:trace>
  <inkml:trace contextRef="#ctx0" brushRef="#br0" timeOffset="79066.97">16266 5891 442 0,'0'0'5'0,"0"0"2"15,0 0 1-15,0-10 1 16,0 10 2-16,0 0-1 0,-7-8 1 16,7 8-3-16,-18 8-8 15,6 2 0-15,0 8 0 16,-1 3 0-16,-2 6 0 16,2 1 0-16,6 1 0 15,0 1 0-15,2-1 0 0,5-4 0 16,2 0 0-16,6-5 0 15,4-4 0-15,5-4 0 16,1-5 0-16,4-4 0 16,1-3 0-16,-1-3 0 0,-3-4 0 15,4-5 0-15,-5-1 0 16,-4-2 0-16,-5 0 0 16,0-3 0-16,-6 1 0 0,-3 3 0 15,-5 1 0-15,-6 1 0 16,-3 2 0-16,-2 5 0 15,-3 2 0-15,-1 3 0 16,3 0 0-16,-3 3 0 0,4 4 0 16,2-5 0-16,7 9-38 15,7-11-47-15,-5 10-4 16</inkml:trace>
  <inkml:trace contextRef="#ctx0" brushRef="#br0" timeOffset="79500.99">16549 5903 449 0,'0'0'6'0,"0"0"2"16,0 0 0-16,-10 0 1 0,10 0 1 15,-15 3 0-15,8 4 1 16,-5 0-11-16,-3 8 0 16,5 3 0-16,0 4 0 0,5 0 0 15,3-2 0-15,2 2 0 16,5-2 0-16,7-2 0 16,3-6 0-16,4-3 0 15,4-6 0-15,-1-3 0 0,6 0 0 16,-3-7 0-16,-6-3 0 15,1-5 0-15,-5 0 0 16,-2-5 0-16,-9-3 0 16,-4 2 0-16,-2-2 0 15,-8 1 0-15,-7 5 0 16,-3 2 0-16,-2 5 0 0,-3 5 0 16,-3 3 0-16,3 4 0 15,3 3 0-15,5 9-3 0,15-3-81 16,-7 1-3-16</inkml:trace>
  <inkml:trace contextRef="#ctx0" brushRef="#br0" timeOffset="79783.74">16932 5829 488 0,'0'0'4'0,"0"0"1"0,0 0 1 16,0 0 2-16,0 0-8 15,0 0 0-15,5 12 0 0,-5 0 0 16,0 6 0-16,2 3 0 16,-2 4 0-16,0 8 0 15,3-1 0-15,-3 0 0 16,0-2 0-16,2-1 0 0,-2-4 0 15,0-2 0-15,-2-6-10 16,-10-4-75-16,12-13-2 16</inkml:trace>
  <inkml:trace contextRef="#ctx0" brushRef="#br0" timeOffset="79966.71">16771 5975 444 0,'0'0'5'15,"0"0"2"-15,0 0 0 16,5 0 2-16,4 0 1 16,7-5 0-16,-1 2 1 15,11 1-3-15,2 0-8 0,7-1 0 16,-3 0 0-16,6 3-13 16,1 0-68-16,-6 0-3 15</inkml:trace>
  <inkml:trace contextRef="#ctx0" brushRef="#br0" timeOffset="84000.43">17452 5834 324 0,'0'0'8'0,"0"0"4"15,0-11 4-15,0 11 4 16,-3-12 3-16,3 12 0 16,-2-17 1-16,-1 9 1 15,3 8-8-15,-10-9-3 0,10 9-9 16,-17 2-5-16,4 11 0 16,-2 4 0-16,0 5 0 15,3 3 0-15,-1 7 0 16,1 3 0-16,5 2 0 0,0 0 0 15,3-5 0-15,4 0 0 16,0 1 0-16,6-6 0 16,4-2 0-16,2-10 0 15,5 2 0-15,4-10 0 0,-2 0 0 16,8-7 0-16,1 0 0 16,-1-7 0-16,-2-5 0 15,3-5 0-15,-9-3 0 0,1-5 0 16,-8-5 0-1,-1-2 0-15,-9-3 0 0,-2-1 0 16,0-2 0-16,-10 7 0 16,-2 3 0-16,-4 0 0 15,-8 9 0-15,1 4 0 16,-4 5 0-16,-3 5 0 0,3 5 0 16,-1 2 0-16,4 8 0 15,2 3 0-15,4 1 0 16,1 4 0-16,9 2 0 0,3-1 0 15,2 1 0-15,3-2 0 16,10 1 0-16,6-4 0 16,4-2 0-16,4-6 0 15,6-2 0-15,2-2 0 16,6-3 0-16,-1 0 0 0,-2-3 0 16,-5-4 0-16,-3 3 0 15,-2-4 0-15,-3 8 0 0,0-3-71 16,-12-2-19-16</inkml:trace>
  <inkml:trace contextRef="#ctx0" brushRef="#br0" timeOffset="91982.35">14012 11155 309 0,'0'0'9'16,"0"0"4"-16,0 0 4 0,0 0 4 16,-13-8 2-16,13 8 0 15,0 0 0-15,-7-12 1 16,7 12-7-16,0-13-6 15,0 13-3-15,18-12-3 0,0 5-2 16,3 4-1-16,2-2-1 16,4 5 1-16,1 0-2 15,2 0 0-15,-3 5 0 16,-5 2 0-16,-4 4 0 0,-6-1 0 16,-2 2 0-16,-7-1 0 15,-3 3 0-15,-5-3 0 16,-8 2 0-16,3-1 0 15,-3 1 0-15,4-3 0 0,-1-5 0 16,10-5 0-16,-10 15 0 16,10-15 0-16,0 12 0 15,12-6 0-15,0 1 0 0,6 0 0 16,5 4 0-16,-4-5 0 16,4 2 0-16,-3 2 0 15,-3-3 0-15,-4 6 0 16,-4-5 0-16,-1 0 0 0,-8 2 0 15,-3-2 0-15,-6 2 0 16,-9-3 0-16,-1 1 0 16,-6-3 0-16,-5 0 0 0,-7-2 0 15,4-3 0-15,0 0 0 16,3 0-3-16,6-3-6 16,4-4-8-16,8-8-33 15,4 5-32-15,8-2-1 16</inkml:trace>
  <inkml:trace contextRef="#ctx0" brushRef="#br0" timeOffset="92366.68">14539 11137 452 0,'0'0'4'0,"0"0"0"15,0 0 2-15,-5 0-1 16,5 0 1-16,-14 0 0 15,1 8 0-15,-2 2 0 0,-3 3-4 16,4 1 0-16,1 3-2 16,3 3 1-16,3 0 0 15,7-3-1-15,0 0 1 16,10-3 0-16,8-5 1 16,-2 1-1-16,7-5 1 0,0-5 1 15,1 0-3-15,-2-3 0 16,1-4 0-16,-4-5 0 0,-6-1 0 15,-1-1 0-15,-7-6 0 16,-5 2 0-16,-3 1 0 16,-6-3 0-16,-5 2 0 15,-4 4 0-15,-2 4 0 0,-8 2 0 16,7 1 0-16,0 7 0 16,-1 0-7-16,5 7-12 15,1 1-25-15,9 2-40 16,7 0-1-16</inkml:trace>
  <inkml:trace contextRef="#ctx0" brushRef="#br0" timeOffset="92735.7">14820 11151 438 0,'0'0'6'15,"0"0"1"-15,-3-6 1 16,3 6 1-16,-12-5-1 15,12 5 0-15,-18 0 1 16,9 3-1-16,-1 5-5 0,0 6-2 16,0 0-1-16,3 4 0 15,4 2 0-15,3 0 0 16,0-1 1-16,10-2 0 16,4-3 0-16,7-5 2 0,-1-2-3 15,5-4 0-15,-1-3 0 16,0 0 0-16,0-10 0 15,-4 3 0-15,-3-9 0 0,-4-1 0 16,-6-2 0-16,-5-1 0 16,-2-3 0-16,-9 1 0 15,-4 1 0-15,-8 5 0 16,0 3 0-16,-4 3 0 16,0 8 0-16,-3 2 0 0,6 2-34 15,7 11-50-15,1-1-3 16</inkml:trace>
  <inkml:trace contextRef="#ctx0" brushRef="#br0" timeOffset="92993.95">15208 11328 470 0,'0'0'2'0,"0"0"0"0,0 0 2 16,0 0 0-16,0 12 0 0,-5 1 0 16,-4 4 0-16,2 3 1 15,-2 8-1-15,-3-2-1 16,-4 6-1-16,2-1-2 16,-1-4-4-16,-2-5-8 15,4-5-37-15,3 1-32 0,3-8-1 16</inkml:trace>
  <inkml:trace contextRef="#ctx0" brushRef="#br0" timeOffset="93383.84">15399 11253 456 0,'0'0'3'15,"0"0"2"-15,0 0 0 0,0 0 0 16,0 0 0-16,0 0 2 16,0 0 0-16,5 0 1 15,8 3-2-15,-1-3-2 0,8 0-4 16,5 0 0-16,1 0 0 15,8-5 0-15,-8 3 0 16,6-3 0-16,-7 3 0 16,-2-1 0-16,-5-2 0 15,-6 5 0-15,-12 0 0 0,12-2 0 16,-12 2 0-16,0 0 0 16,0 0 0-16,0 0 0 15,0 0 0-15,-7 2 0 0,7-2 0 16,-12 3 0-16,12-3-80 15,-11 7-8-15</inkml:trace>
  <inkml:trace contextRef="#ctx0" brushRef="#br0" timeOffset="93801.48">16035 11046 470 0,'0'0'3'0,"0"0"0"15,0 0 1-15,-13-5 1 0,13 5 0 16,-19 0-1-16,6 0 2 16,1 0-1-16,-4 5-2 15,2 2 0-15,-1 4-3 16,5 0 0-16,3 3 0 0,2 0 0 15,3 1 0-15,2-1 0 16,7-1 0-16,5 1 0 16,8-1 0-16,3-1 0 15,2 1 0-15,-1-1 0 0,1-2 0 16,2 0 0-16,-4-2 0 16,-6-1 0-16,-2 0 0 15,-15-7 0-15,10 13 0 0,-10-13 0 16,-5 12 0-16,-10-7 0 15,-2 1 0-15,-6-2 0 16,-2 1 0-16,-2 0 0 16,-2-5-8-16,-14 0-76 15,18-5-3-15</inkml:trace>
  <inkml:trace contextRef="#ctx0" brushRef="#br0" timeOffset="93966.69">16005 11046 476 0,'0'0'5'0,"0"0"1"0,3-10 1 16,-3 10 0-16,7-12 0 15,-7 12-4-15,18-12-3 16,-6 6 0-16,6 6 0 0,-4-5-9 16,-14 5-76-16,25 0-1 15</inkml:trace>
  <inkml:trace contextRef="#ctx0" brushRef="#br0" timeOffset="94324.73">16408 11031 473 0,'0'0'3'16,"0"0"0"-16,-10 0 0 0,10 0 0 15,-15 8 0-15,5 1 1 16,0 4 0-16,-5 4 0 15,6 3-3-15,0 4 0 16,2-1 1-16,5 1-1 16,2-4 0-16,7 0 1 0,8-5 1 15,5-5-3-15,2-2 0 16,6-6 0-16,1-2 0 16,4-2 0-16,-3-11 0 15,-3 1 0-15,-4-6 0 0,-7 1 0 16,-5-6 0-16,-6 1 0 15,-7-3 0-15,-14 2 0 16,-4-1 0-16,-9 7 0 16,-4 5 0-16,-2 0 0 0,3 12 0 15,-10 0-15-15,7 12-73 16,8 0-2-16</inkml:trace>
  <inkml:trace contextRef="#ctx0" brushRef="#br0" timeOffset="96616.99">14127 12131 407 0,'0'0'8'0,"0"0"3"0,0 0 2 16,0-13 2-16,0 13 1 16,0-12 1-16,0 12 0 15,-2-10-10-15,2 10-7 16,-11 0 0-16,3 7 0 15,-3 8 0-15,0 8 0 0,-3 7 0 16,2-1 0-16,-4 6 0 16,2 2 0-16,3 0 0 15,9-2 0-15,-3-3 0 0,5-5 0 16,5-4 0-16,8-3 0 16,-1-6 0-16,6-4 0 15,3-5 0-15,2-5 0 16,0-3 0-16,4-9 0 0,0-2 0 15,-3-4 0-15,-3-2 0 16,1-10 0-16,-10 4 0 16,-2-4 0-16,-8-3 0 15,-2-1 0-15,0-1 0 0,-9 4 0 16,-1 0 0-16,-5 6 0 16,-5 0 0-16,3 8 0 15,-6 7 0-15,1 6 0 16,0 4 0-16,1 0 0 15,0 7 0-15,3 5 0 0,4 6 0 16,5-1 0-16,5 3 0 16,1 1 0-16,6 2 0 15,6-3 0-15,7 0 0 0,4-5 0 16,4 0 0-16,1-8 0 16,7 3 0-16,-2-10 0 15,-10 0-78-15,17 0-10 16</inkml:trace>
  <inkml:trace contextRef="#ctx0" brushRef="#br0" timeOffset="96816.71">14564 12205 468 0,'0'0'4'0,"0"0"3"0,0 0 1 15,0 0 1-15,0 0 0 0,0 0-3 16,10 3-6-16,-10-3 0 16,13 0 0-16,-1 0 0 15,-3-3 0-15,12-13-60 16,-4 16-26-16</inkml:trace>
  <inkml:trace contextRef="#ctx0" brushRef="#br0" timeOffset="96989.57">14578 12322 441 0,'0'0'5'16,"0"0"1"-16,0 0 2 0,0 0 1 15,0 10 1-15,0-10 2 16,13 5-1-16,-1-3-2 16,4-2-9-16,7 0 0 0,-2 0 0 15,14 0-18 1,1-5-65-16,-2-2-2 0</inkml:trace>
  <inkml:trace contextRef="#ctx0" brushRef="#br0" timeOffset="97700.28">15014 12225 416 0,'0'0'6'0,"0"0"3"0,0 0 1 0,0 0 3 16,0 0 0-16,0 0 0 16,0 0 1-16,0 0 0 15,0 0-11-15,-2 5-3 0,2-5 0 16,9 5 0-16,5-5 0 15,7 0 0-15,4 0 0 16,10 0 0-16,-1 0 0 16,6 0 0-16,3-2 0 15,-4-1 0-15,-7-2 0 0,-2 5 0 16,-7-3 0-16,-6 1 0 16,-4 2 0-16,-6 0 0 15,-7 0 0-15,0 0 0 0,0 0 0 16,0 0 0-16,0 0 0 15,0 0 0-15,0 0 0 16,0 0 0-16,0 0 0 16,0 0 0-16,0 0 0 0,0 0 0 15,0 0 0-15,0 0-83 16,0 0-7-16</inkml:trace>
  <inkml:trace contextRef="#ctx0" brushRef="#br0" timeOffset="98183.64">15925 12136 488 0,'0'0'3'16,"0"-13"3"-16,0 6 2 15,0-8-2-15,-4 3-6 16,-1-3 0-16,-5-6 0 0,0 5 0 15,-7 1 0-15,-3 2 0 16,-6 8 0-16,-2 1 0 16,2 4 0-16,-1 4 0 15,0 4 0-15,2 2 0 0,4 5 0 16,7 0 0-16,7 2 0 16,3-5 0-16,4 1 0 15,11-4 0-15,6-4 0 16,5 1 0-16,6-6 0 0,-3-3 0 15,2-5 0-15,-3-4 0 16,4 2 0-16,-8-2 0 16,-2 0 0-16,-6-1 0 0,-2 6 0 15,-10 7 0-15,13-8 0 16,-13 8 0-16,2 12 0 16,-2 4 0-16,2 1 0 15,-2 7 0-15,0 4 0 16,0 2 0-16,0-1 0 0,0-2 0 15,0 1 0-15,0-6 0 16,-2 0 0-16,0-7 0 16,2 2 0-16,-3-6 0 15,-5-1-79-15,8-10-11 0</inkml:trace>
  <inkml:trace contextRef="#ctx0" brushRef="#br0" timeOffset="98350.26">16114 12111 483 0,'0'0'5'0,"0"0"3"0,0 0 1 15,0 0-3-15,0 0-6 0,0 0 0 16,0 0 0-16,0 0 0 16,-5-13 0-16,5 2-54 15,0 11-33-15</inkml:trace>
  <inkml:trace contextRef="#ctx0" brushRef="#br0" timeOffset="98683.85">16482 11983 472 0,'0'0'4'0,"0"0"1"0,0 0 1 15,0 0 0-15,-5 0 0 16,5 0 1-16,-9 17-2 15,1-5-5-15,-5 8 0 0,1 1 0 16,-7 4 0-16,1-2 0 16,-4 4 0-16,-1-4 0 15,0-3 0-15,2-2 0 16,5-10 0-16,2 5 0 16,3-8 0-16,11-5 0 0,-9 5 0 15,9-5 0-15,0 0 0 16,9-2 0-16,6-4 0 15,8-1 0-15,4 2 0 16,4-5 0-16,6 5 0 0,-3-5 0 16,6 6-11-16,9-2-72 15,-18-1-3-15</inkml:trace>
  <inkml:trace contextRef="#ctx0" brushRef="#br0" timeOffset="98917.19">16463 12039 473 0,'0'0'5'0,"0"0"1"0,0 0 0 16,0 0 0-16,0 0 0 15,2 10 1-15,1 0-5 16,1 5-2-16,-1 0 0 16,-1 10 0-16,3 4 0 0,-3 3 0 15,4 3 0-15,1 0 0 16,-4-3 0-16,-1 0 0 15,3-2 0-15,0-5 0 16,-3 0-46-16,1-11-38 16,4-3-2-16</inkml:trace>
  <inkml:trace contextRef="#ctx0" brushRef="#br0" timeOffset="100000.33">16863 11947 306 0,'0'0'7'16,"0"0"4"-16,0 0 2 16,0 0 3-16,5-2 3 0,-5 2 1 15,0 0 1-15,0 0 2 16,0 0-6-16,7-2-3 16,-7 2-1-16,0 0-3 15,0 0-2-15,0 0-1 0,0 0-1 16,0 0-6-16,0 0 0 15,0 0 0-15,0 0 0 16,0 0 0-16,0 0 0 16,0 0 0-16,0 0 0 0,0 0 0 15,0 0 0-15,0 0 0 16,0 0 0-16,0 0 0 16,0 0 0-16,0 0 0 0,0 0 0 15,0 0 0-15,0 0 0 16,0 0 0-16,0 0 0 15,0 0 0-15,0 0 0 16,0 0 0-16,0 0 0 0,0 0 0 16,0 0 0-16,0 0 0 15,0 0 0-15,0 0 0 16,0 0 0-16,0 0 0 16,-5 7 0-16,5-7 0 15,-7 15 0-15,-1-4 0 0,0 4 0 16,1 2 0-16,0-3 0 15,-1 8 0-15,-1-2 0 16,3 3 0-16,1-4 0 16,1 6 0-16,-2-3 0 0,3 0 0 15,3-2 0-15,0 0 0 16,6 0 0-16,1-3 0 16,1-3 0-16,1 2 0 0,2-7 0 15,1-1 0-15,-2 0 0 16,0-3 0-16,0-5 0 15,2 2 0-15,-5-2 0 16,4 0 0-16,-11 0 0 0,17-5 0 16,-17 5 0-16,15-15 0 15,-10 5 0-15,-1 1 0 16,2-7 0-16,-1 4 0 0,0-5 0 16,-3 2 0-16,1 0 0 15,-3 4 0-15,2-3 0 16,-2 3 0-16,-2-2 0 15,-3 5 0-15,5 8 0 16,-18-15 0-16,8 10 0 0,-4 0 0 16,-1 5 0-16,-3 0 0 15,-1 5 0-15,1 0 0 16,1 3 0-16,0 2 0 16,6-3 0-16,-4 1 0 15,15-8 0-15,-12 14 0 0,12-4 0 16,0-10-71-16,10 10-19 15</inkml:trace>
  <inkml:trace contextRef="#ctx0" brushRef="#br0" timeOffset="112386.63">14129 13045 427 0,'0'0'6'0,"0"-10"1"16,0 0 3-16,-2 3 1 16,0-3 2-16,-1-1 0 0,-3 4 0 15,6 7-2-15,-17-1-11 16,5 8 0-16,-3 12 0 16,1 6 0-16,-4 7 0 15,-2 8 0-15,5 0 0 0,2 6 0 16,3-4 0-16,8-2 0 15,2-2 0-15,7-6 0 16,9-5 0-16,1-5 0 16,10-7 0-16,0-7 0 15,3-8 0-15,0-3 0 0,2-12 0 16,-2-5 0-16,-5-6 0 16,-2-5 0-16,-11-9 0 15,-3 0 0-15,-9-6 0 16,-4-2 0-16,-6 4 0 0,-13 1 0 15,-2 10 0-15,-7 3 0 16,-2 8 0-16,-1 9 0 16,3 11 0-16,-1 2 0 0,8 10 0 15,0 4 0-15,11 6 0 16,9 3 0-16,5 2 0 16,5 1 0-16,12-1 0 15,8 0 0-15,7-2 0 0,5-3 0 16,11-3 0-16,-1-8-22 15,2 2-63-15,6-4-3 16</inkml:trace>
  <inkml:trace contextRef="#ctx0" brushRef="#br0" timeOffset="112616.71">14642 13198 487 0,'0'0'5'0,"0"0"1"16,0 0 2-16,0 0-3 15,0 0-5-15,0 0 0 0,0-4 0 16,0 4 0-16,16-8 0 16,0 3 0-16,5 2 0 15,0-2 0-15,9-2-30 16,-5 7-58-16,-6 0-2 0</inkml:trace>
  <inkml:trace contextRef="#ctx0" brushRef="#br0" timeOffset="112766.82">14619 13354 451 0,'0'0'4'0,"0"0"0"0,0 0 1 16,0 0 1-16,0 0 0 15,0 11 1-15,10-11-1 16,5 0-4-16,11-3-12 15,2 0-69-15,10-4-2 0</inkml:trace>
  <inkml:trace contextRef="#ctx0" brushRef="#br0" timeOffset="113317.3">15104 13214 469 0,'0'0'5'0,"0"0"1"0,0 0 2 16,0-3 1-16,0 3 1 15,0-13-6-15,0 13-4 16,5-12 0-16,-3 3 0 16,-2 9 0-16,5-16 0 15,-5 16 0-15,12-9 0 0,1 4 0 16,1 2 0-16,4 3 0 15,-1 0 0-15,5 0 0 16,-4 3 0-16,-2 3 0 16,1 0 0-16,-5 6 0 0,-5-2 0 15,-7 5 0-15,0 0 0 16,-7 0 0-16,-8 2 0 16,-3 1 0-16,0 1 0 0,-1-2 0 15,-3 4 0-15,10-6 0 16,1 2 0-16,9-5 0 15,2-2 0-15,8 0 0 0,4-1 0 16,4 2 0-16,12-2 0 16,0-1 0-16,-1 0 0 15,3 1 0-15,-3-1 0 16,-4 1 0-16,-6 2 0 0,-2-2 0 16,-8 1 0-16,-4 0 0 15,-3 0 0-15,-10 1 0 16,-8-4 0-16,-1 2 0 15,-6-3 0-15,-5 1 0 16,0-3 0-16,-4 1 0 0,4-5 0 16,5 0 0-16,0-2 0 15,10-5-15-15,11-3-72 16,0-5-3-16</inkml:trace>
  <inkml:trace contextRef="#ctx0" brushRef="#br0" timeOffset="113700.03">15548 13261 484 0,'0'0'3'0,"0"0"2"0,10-8 2 16,-10 8 0-16,4-7-2 16,-4 7-5-16,4-13 0 0,-4 13 0 15,0 0 0-15,-13 0 0 16,1 0 0-16,-1 10 0 15,1 2 0-15,0 4 0 16,-1 0 0-16,6 5 0 0,2-2 0 16,5 1 0-16,0-2 0 15,12-4 0-15,1 1 0 16,4 0 0-16,0-2 0 16,0-3 0-16,1-1 0 15,-4 2 0-15,2-5 0 0,-9 2 0 16,-7-8 0-16,10 15 0 15,-10-15 0-15,-3 15 0 16,-6-10 0-16,-5-1 0 0,-2 2 0 16,-2-3 0-16,-1-3 0 15,1 0 0-15,-5-9-19 16,-7 0-68-16,18-11-3 16</inkml:trace>
  <inkml:trace contextRef="#ctx0" brushRef="#br0" timeOffset="113833.84">15516 13261 444 0,'0'0'4'16,"0"0"1"-16,5-8 2 16,-5 8 0-16,20-10 1 0,-8 7-1 15,3-4-1-15,4 2-8 16,7-17-66-16,-1 22-14 16</inkml:trace>
  <inkml:trace contextRef="#ctx0" brushRef="#br0" timeOffset="114216.82">15829 13315 465 0,'0'0'4'0,"0"0"1"16,0 0 1-16,-12 10 1 16,12-10-1-16,-13 15 1 15,8-1 1-15,-2 1-5 0,2 5-3 16,0 0 0-16,2-1 0 15,3 5 0-15,0-5 0 16,8 1 0-16,1-8 0 16,7-1 0-16,3-4 0 15,-1-6 0-15,4-1 0 0,-2-1 0 16,2-9 0-16,-5-3 0 16,-1-2 0-16,-4-4 0 15,-6-4 0-15,-6 1 0 16,0-3 0-16,-9 0 0 0,-5 3 0 15,-4-3 0-15,-1 8 0 16,-4 2 0-16,-2 8 0 16,5 4 0-16,-4 3 0 15,6 7 0-15,3 6 0 16,3-1 0-16,12-12-47 0,-3 18-44 16,6-7-2-16</inkml:trace>
  <inkml:trace contextRef="#ctx0" brushRef="#br0" timeOffset="115900.38">16328 13391 511 0,'0'0'0'0,"0"0"0"15,5-4 0-15,-5 4 0 16,0 0 0-16,0 0 0 16,8-8 0-16,-8 8 0 0,0 0 0 15,0 0 0-15,0 0 0 16,-11-4 0-16,11 4 0 15,-14 19-49-15,14-19-42 16</inkml:trace>
  <inkml:trace contextRef="#ctx0" brushRef="#br0" timeOffset="116283.87">16622 13243 507 0,'0'0'4'16,"0"0"-4"-16,0 0 0 0,0-10 0 15,0 10 0-15,-5-5 0 16,-6 3 0-16,-1 2 0 16,-3 0 0-16,-2 4 0 15,-1 6 0-15,1 5 0 0,2 1 0 16,5-2 0-16,5 3 0 15,5 3 0-15,5-2 0 16,10 0 0-16,2-1 0 0,4-1 0 16,3-3 0-16,3-1 0 15,-4-1 0-15,-3-2 0 16,-1 1 0-16,-4-3 0 16,-5 1 0-16,-10-8 0 15,5 15 0-15,-5-15 0 0,-15 15 0 16,0-10 0-16,-6 0 0 15,-2-3 0-15,0 0 0 16,-7-4-25-16,3-3-61 0,3-4-2 16</inkml:trace>
  <inkml:trace contextRef="#ctx0" brushRef="#br0" timeOffset="116433.56">16555 13201 456 0,'0'0'2'15,"0"0"1"-15,16-5 0 16,-2 3-1-16,2-1-3 16,0 1-14-16,-16 2-61 15,34-6-1-15</inkml:trace>
  <inkml:trace contextRef="#ctx0" brushRef="#br0" timeOffset="116767.01">17047 13189 461 0,'0'0'4'16,"0"0"1"-16,0 0 3 15,0 0-1-15,0 0 1 16,0 0 1-16,0 14 0 0,-6-3-9 16,-4 1 0-16,-2 5 0 15,-3 1 0-15,-4 1 0 16,-4 3 0-16,3 1 0 0,-2-7 0 15,-1 1 0-15,3-3 0 16,6-4 0-16,1-1 0 16,3-3 0-16,10-6 0 15,0 0 0-15,5 10 0 0,10-10 0 16,5 0 0-16,2 0 0 16,6 0 0-16,-3-3 0 15,7 1 0-15,-5-6 0 0,3 8 0 16,-11-10-23-16,4 8-62 15,-6-5-3-15</inkml:trace>
  <inkml:trace contextRef="#ctx0" brushRef="#br0" timeOffset="116937.06">17004 13285 476 0,'0'0'2'15,"0"0"0"-15,0 0 3 16,0 8 0-16,5 1 0 15,-3 4 1-15,4 5 0 16,1 1-2-16,-2 4-4 0,2 1 0 16,-2-1-10-16,-5 3-73 15,0-3-2-15</inkml:trace>
  <inkml:trace contextRef="#ctx0" brushRef="#br0" timeOffset="118300.04">17553 11972 410 0,'0'0'7'16,"0"0"4"-16,2-10 3 15,-2 10 2-15,0 0 1 16,5-9 1-16,-5 9 0 16,0 0-18-16,0 0 0 0,0 12 0 15,0 6 0-15,-2 3 0 16,-1 4 0-16,-1 5 0 0,1 0 0 15,1-1 0 1,2 4 0-16,0-9 0 0,2 4-31 16,1-6-55-16,-1-2-4 15</inkml:trace>
  <inkml:trace contextRef="#ctx0" brushRef="#br0" timeOffset="118499.8">17327 12123 448 0,'0'0'5'0,"0"0"3"16,0 0 2-16,0 0 0 15,0 0 0-15,0 0 1 16,10-15-2-16,2 10-9 0,8-2 0 16,3 0 0-16,7-4 0 15,4 7 0-15,1-6 0 16,10 5-29-16,-3-1-55 15,0 0-4-15</inkml:trace>
  <inkml:trace contextRef="#ctx0" brushRef="#br0" timeOffset="119050.04">17953 11972 473 0,'0'0'5'0,"0"0"2"15,-9-6 0-15,9 6 3 16,-18-8-1-16,10 0-9 16,8 8 0-16,-15-15 0 0,15 15 0 15,-5-13 0-15,5 13 0 16,16-7 0-16,0 7 0 16,10 0 0-16,-4 0 0 0,8 3 0 15,-5 4 0-15,-1 1 0 16,-6 2 0-16,0 2 0 15,-11-2 0-15,-7 5 0 16,0-4 0-16,-7 2 0 0,-6-1 0 16,-3 1 0-16,-1-1 0 15,1 0 0-15,-2-1 0 16,8-1 0-16,2-3 0 0,1 1 0 16,7-8 0-16,0 17 0 15,7-9 0-15,6-1 0 16,1 0 0-16,7 1 0 15,0-1 0-15,2 3 0 16,-3-2 0-16,-2 2 0 0,-1-3 0 16,-4 4 0-16,-8-3 0 15,-3 3 0-15,-4-4 0 16,-11 3 0-16,-4-5 0 16,-6 2 0-16,-2-3 0 15,-5 0 0-15,0-2 0 0,1-2 0 16,-1 0 0-16,0-2 0 15,8-2 0-15,2-2 0 16,8 1 0-16,-1-5 0 16,13 10-10-16,0-10-75 0,5 0-3 15</inkml:trace>
  <inkml:trace contextRef="#ctx0" brushRef="#br0" timeOffset="119482.81">18376 11883 421 0,'0'0'5'0,"0"0"3"16,0 0 2-16,2-12 2 15,-2 12 2-15,0-13 0 0,0 13 0 16,-9-5-1-16,-4 5-13 15,-2 8 0-15,2 7 0 16,-6 5 0-16,6 6 0 16,-2 5 0-16,2 0 0 0,6 4 0 15,2-2 0-15,5-4 0 16,8-4 0-16,7-3 0 16,2-3 0-16,8-8 0 15,-2-4 0-15,4-1 0 0,-3-6 0 16,-1 0 0-16,-1-7 0 15,-5-4 0-15,-4-1 0 16,-8-6 0-16,-5 1 0 0,-5-2 0 16,-8 1 0-16,-1 1 0 15,-9-1 0-15,4 8 0 16,-9 5 0-16,3 2 0 16,0 3 0-16,5 3 0 15,1 7-41-15,8-2-46 0,6 2-3 16</inkml:trace>
  <inkml:trace contextRef="#ctx0" brushRef="#br0" timeOffset="119866.59">18714 11935 455 0,'0'0'5'0,"0"0"0"0,0 0 2 0,-11-2 0 15,-1 2 0-15,0 0 0 16,-3 7 1-16,-2 3 0 16,-1 2-6-16,0 9-2 15,6-3 0-15,3 3 0 0,6 1 0 16,3 0 0-16,5-7 0 16,9 0 0-16,9-5 0 15,0-5 0-15,7-5 0 0,4-3 0 16,-2-4 0-16,5-5 0 15,-4-3 0-15,-3-6 0 16,-8 0 0-16,-7 1 0 16,-7-5 0-16,-8 0 0 0,-11 0 0 15,-6 3 0-15,-5 4 0 16,-8 7 0-16,-1 8 0 16,-3 1 0-16,9 10 0 15,-7 3-30-15,9 9-57 16,4 0-2-16</inkml:trace>
  <inkml:trace contextRef="#ctx0" brushRef="#br0" timeOffset="120966.5">13111 12128 430 0,'0'0'3'16,"0"0"2"-16,-10-14-3 0,10-2 2 16,0 2 0-16,7-6 0 15,15-7 0-15,16-2 0 16,13-4-1-16,22-2-2 0,17 3 0 15,21-5 1-15,21 5-1 16,19-4 0-16,18 2 0 16,23 4 1-16,16-1-1 15,25-5 1-15,13 7-1 0,23 0 2 16,12 1 1-16,22 6 0 16,10-1 0-16,10 6-1 15,5 5 1-15,3 4-1 16,-1 3 0-16,-7 5 0 15,-9 0-1-15,-17 5 0 0,-14 8-2 16,-21 4 0-16,-19 7 0 16,-31 4 0-16,-19 4 0 15,-32 5 0-15,-23 5 0 0,-30 4 0 16,-23 0 0-16,-25 8 0 16,-26 0 0-16,-20 4 0 15,-18 3 0-15,-23 1 0 16,-18 3 0-16,-17 2 0 0,-14-2 0 15,-14 1 0-15,-15-4 0 16,-8-5 0-16,-20-1 0 16,-5-3 0-16,-12-1 0 15,-11-7 0-15,-13 0 0 0,-12-9 0 16,-19 1 0-16,-11-5-5 16,-12 1 0-16,-18-5 0 15,-15-3 1-15,-14-6 1 16,-4 1 2-16,-7-3 1 15,-4-4 0-15,3-6 0 0,2-2 0 16,11-2 0-16,7-3-1 16,15-10 1-16,14-8-2 15,11-7 0-15,22-5 0 16,8-4-1-16,18-6 0 0,13-6 1 16,14-6 0-16,14-1 1 15,18-2 1-15,10-4 1 16,23 0 1-16,18-3 1 0,22-3 0 15,27 3 0-15,30-7 0 16,45 0 0-16,36-6 0 16,43 1-1-16,48 0 0 15,47 2 1-15,36 1-1 0,75 8-3 16,-2 4-8-16,39-6-52 16,10 26-19-16,13 11-2 15</inkml:trace>
  <inkml:trace contextRef="#ctx0" brushRef="#br0" timeOffset="121900.56">14482 13919 339 0,'0'0'6'15,"-10"-3"2"-15,10 3 4 16,-14 0 3-16,14 0 1 16,-16-2-1-16,16 2 1 0,-9 0 1 15,13 0-4-15,24 0-4 16,16 0-3-16,25 0-1 15,21-6 0-15,29-8 0 0,28 3-1 16,30-7 0-16,16-2 0 16,12-3 0-16,16 1 1 15,-5 2-2-15,-5 6-3 16,-13 4 0-16,-19 2 0 16,-17 1 0-16,-30 5 0 0,-21 2 0 15,-26 0 0-15,-28 0 0 16,-12 2 0-16,-20 0 0 15,-16-2 0-15,-9 0 0 16,0 0-71-16,-12 0-17 0</inkml:trace>
  <inkml:trace contextRef="#ctx0" brushRef="#br0" timeOffset="128990.45">10265 7542 163 0,'0'0'4'0,"0"0"2"16,0 0 2-16,0 0 4 0,0 0 1 15,0 0 2-15,0 0 2 16,0 0 2-16,0 0-2 16,0-10 2-16,0 10-1 15,6-8 0-15,-6 8-3 0,2-16-1 16,1 7 1-16,-1-2-3 15,-2 1-2-15,4 0-2 16,-4-2-2-16,3 0 0 16,0-1 0-16,-3-1 0 15,2-4 0-15,-2 1 0 0,2-5 0 16,1 2-1-16,-1-5 0 16,2 1 0-16,-2 0 0 15,3-2-2-15,-3-2 1 0,-2 3-1 16,3-2 0-16,-3 0 0 15,0-3 0-15,0 4-1 16,0-2 1-16,-3-2 0 0,3 2-1 16,-2-1 1-16,0 0 0 15,-1 1 0-15,1-1 0 16,-2 1-1-16,2-2 1 16,-1 1-3-16,1-1 0 15,0 1 0-15,-1-2 0 0,-2 2 0 16,1-1 0-16,-4 0 0 15,3-2 0-15,0 6 0 16,0-8 0-16,-5 5 0 16,2-1 0-16,1 1 0 15,-3-1 0-15,3 2 0 0,-4-1 0 16,2 2 0-16,-1-4 0 16,-3 2 0-16,1-3 0 15,-1-1 0-15,4 4 0 0,-6-3 0 16,2 2 0-16,1 1 0 15,-1-1 0-15,1-1 0 16,0 5 0-16,-1-4 0 0,3 3 0 16,-2-1 0-16,4 1 0 15,-4 0 0-15,5 0 0 16,-6-6 0-16,6 6 0 16,-3-3 0-16,-3 1 0 15,4 2 0-15,-3-1 0 0,-2 0 0 16,0 7 0-16,-1-4 0 15,0 2 0-15,0 4 0 16,0-1 0-16,0 0 0 16,1 3 0-16,-2-2 0 0,2 1 0 15,1-2 0-15,-2 3 0 16,0-3 0-16,3 1 0 16,-3-2 0-16,0 1 0 15,3-2 0-15,-1 2 0 0,1 0 0 16,-1-2 0-16,1 2 0 15,-3 1 0-15,0 2 0 16,3-4 0-16,-3 6 0 16,-2-2 0-16,-1 2 0 0,0 0 0 15,3 4 0-15,1-6 0 16,-6 6 0-16,2-4 0 16,1-3 0-16,2 4 0 15,-2-4 0-15,-1 1 0 0,-2 0 0 16,3-1 0-16,-1 1 0 15,-1-1 0-15,-1 0 0 16,0 2 0-16,0-1 0 16,-2 2 0-16,2-3 0 0,-2 4 0 15,-1-4 0-15,3 3 0 16,-2 1 0-16,2-2 0 16,-5 2 0-16,5-4 0 15,-4 4 0-15,4-4 0 0,-3 0 0 16,1 2 0-16,-3-1 0 15,0-1 0-15,0 0 0 16,-2 2 0-16,-2 3 0 0,0-5 0 16,3 4 0-16,-7-1 0 15,4 0 0-15,-7 0 0 16,6 2 0-16,-4-1 0 16,-1-1 0-16,-2 0 0 15,2 5 0-15,-2-5 0 0,-3 5 0 16,3-2 0-16,-3 1 0 15,1 1 0-15,-2 2 0 16,2 0 0-16,0-1 0 16,-2 5 0-16,-1-3 0 0,0-1 0 15,4 4 0-15,-1-4 0 16,-3 1 0-16,-1 1 0 16,1 2 0-16,3-4 0 15,-7 4 0-15,5-5 0 0,-8 5 0 16,8-3 0-16,-3 2 0 15,-4 2 0-15,4 1 0 16,-4-1 0-16,4 3 0 16,1 0 0-16,-4 0 0 0,0 3 0 15,0 2 0-15,2-3 0 16,-4 4 0-16,1-2 0 16,-2 0 0-16,-2 5 0 15,0-5 0-15,-1 1 0 16,2 2 0-16,-4 2 0 0,3 3 0 15,-3-2 0-15,3-1 0 16,0 4 0-16,-1 2 0 16,4-1 0-16,-7 1 0 0,4 0 0 15,-2 0 0-15,-2 0 0 16,-4 2 0-16,0 4 0 16,-2-5 0-16,-2 7 0 15,-4 0 0-15,3 2 0 0,1-4 0 16,-1 4 0-16,3 2 0 15,2-5 0-15,3 6 0 16,6-3 0-16,-2 0 0 16,1 2 0-16,3-2 0 15,1 4 0-15,-2-2 0 0,1 6 0 16,-4-2 0-16,1 1 0 16,-2 4 0-16,4-2 0 15,-5 3 0-15,3 4 0 0,5 0 0 16,-3-1 0-16,1 4 0 15,1 3 0-15,4-2 0 16,-2 2 0-16,2 3 0 16,5-6 0-16,-4 0 0 0,3 4 0 15,3-1 0-15,5-7 0 16,-3 6 0-16,5 2 0 16,1 1 0-16,-1-2 0 15,2 3 0-15,1 2 0 0,-1 2 0 16,3 1 0-16,0-4 0 15,4 4 0-15,-1-2 0 16,1 1 0-16,4-4 0 16,-1 1 0-16,4-1 0 15,-2 2 0-15,2 0 0 0,-2-6 0 16,-1 10 0-16,0-7 0 16,0 3 0-16,-3 2 0 15,2-1 0-15,1 1 0 0,-2-2 0 16,3 3 0-16,3 0 0 15,1-4 0-15,-1 1 0 16,4 1 0-16,2-1 0 16,2-1 0-16,2 2 0 0,1-3 0 15,2 1 0-15,0 1 0 16,0-1 0-16,2 5 0 16,1-5 0-16,-1 4 0 15,1-2 0-15,-1 0 0 0,3 0 0 16,0-2 0-16,-3 2 0 15,6-2 0-15,-3 2 0 16,0-4 0-16,2 2 0 16,-2 2 0-16,5-1 0 0,0 0 0 15,-4 4 0-15,11-5 0 16,-5 3 0-16,1-2 0 16,4 0 0-16,0-3 0 15,3 1 0-15,2 0 0 0,1-3 0 16,4 3 0-16,1-3 0 15,1-5 0-15,0 3 0 16,1-4 0-16,5-1 0 16,-2-3 0-16,2-2 0 0,0 0 0 15,-1 2 0-15,3-7 0 16,-2 7 0-16,0-3 0 16,3 1 0-16,-6-3 0 15,2 3 0-15,4 0 0 0,-1-4 0 16,0 2 0-16,1-4 0 15,1 2 0-15,3-5 0 16,1 2 0-16,1-1 0 16,2-2 0-16,-5 0 0 0,5 0 0 15,3 0 0-15,-7-3 0 16,3 3 0-16,-1-6 0 16,1 3 0-16,0 1 0 15,4-3 0-15,-2-3 0 16,1 3 0-16,5-6 0 0,-4 2 0 15,3-2 0-15,1 1 0 16,-7-2 0-16,2-2 0 16,-1 3 0-16,-4-3 0 0,0 2 0 15,0-3 0-15,0 0 0 16,1-3 0-16,-1 3 0 16,3 1 0-16,-4-7 0 15,4 3 0-15,-2 1 0 0,-1-2 0 16,1-2 0-16,-1 3 0 15,-4 1 0-15,0-3 0 16,-1 2 0-16,0 1 0 0,-1-6 0 16,-2 1 0-16,-3 2 0 15,2-5 0-15,1 0 0 16,0 0 0-16,-1 0 0 16,0 0 0-16,0 0 0 15,-1 0 0-15,-1 0 0 0,0 0 0 16,0 0 0-16,-4 0 0 15,2 2 0-15,-3-2 0 16,-3 3 0-16,1-3 0 16,-2 0 0-16,4 0 0 0,-2 0 0 15,-3 0 0-15,2 0 0 16,2 0 0-16,-1 0 0 16,0 0 0-16,-1 0 0 15,4 0 0-15,-1 2 0 0,3 0 0 16,-4 1 0-16,8-3 0 15,-2 3 0-15,0-3 0 16,3 0 0-16,-1 0 0 16,0 0 0-16,-2 0 0 0,0 0 0 15,0 0 0-15,1 0 0 16,-1-3 0-16,-2 3 0 16,0-3 0-16,2 1 0 0,0 2 0 15,0-5 0-15,1 5 0 16,1-5 0-16,3 3 0 15,0-3 0-15,1-1 0 16,0-1 0-16,-1 0 0 16,0-1 0-16,-3 1 0 0,1 0 0 15,-2-1 0-15,-1 1 0 16,1 0 0-16,-3-4 0 16,1 1 0-16,0 0 0 15,-1 1 0-15,2-7 0 0,-5 0 0 16,8 1 0-16,-5-3 0 15,2 4 0-15,-5-2 0 16,3 1 0-16,0 3 0 0,-6 0 0 16,1 2 0-16,0-2 0 15,-3 2 0-15,0-1 0 16,1 2 0-16,-3-4 0 16,3 3 0-16,-1-2 0 15,-2-1 0-15,0 6 0 0,-1-5 0 16,-1-1 0-16,-1 1 0 15,3 2 0-15,-2 1 0 16,-1-1 0-16,1 0 0 16,-1-5 0-16,3 5 0 0,-3-5 0 15,0 5 0-15,4 0 0 16,-2-4 0-16,-1 1 0 16,1 1 0-16,-1-1 0 15,0 3 0-15,-2-3 0 0,2 4 0 16,-1-4 0-16,-4 3 0 15,2-2 0-15,-2 2 0 16,1-2 0-16,-2-1 0 0,1 1 0 16,-1 1 0-16,1-3 0 15,-1 3 0-15,1-2 0 16,-3-2 0-16,-1 2 0 16,4-2 0-16,1 1 0 0,2-2 0 15,-6 2 0-15,4-3 0 16,-3 2 0-16,3-1 0 15,-4 0 0-15,5 0 0 16,-5 4 0-16,1 0 0 0,-2-3 0 16,3 3 0-16,-4-1 0 15,2-1 0-15,0 1 0 16,0-2 0-16,0 1 0 0,-1-2 0 16,1 1 0-16,1-2 0 15,-2 3 0-15,7-2 0 16,-7-1 0-16,1 2 0 15,1-2 0-15,-2-1 0 16,3-1 0-16,1-1 0 0,2 0 0 16,0-1 0-16,2-3 0 15,1 5 0-15,-1-4 0 16,-2 3 0-16,2 1 0 16,1-1 0-16,-4 3 0 0,-1-1 0 15,-1-2 0-15,1 2 0 16,-3 2 0-16,-1 1 0 15,4 0 0-15,-3 0 0 16,-3 5 0-16,1-2 0 0,-8 12 0 16,15-15 0-16,-15 15 0 15,7-10 0-15,-7 10 0 16,8-11 0-16,-8 11 0 16,3-8 0-16,-3 8 0 0,0 0 0 15,2-11 0-15,-2 11 0 16,0 0 0-16,0 0 0 15,0 0 0-15,0 0 0 16,0 0 0-16,0 0 0 16,0 0 0-16,0 0 0 0,0 0 0 15,0 0 0-15,0 0 0 16,0 0 0-16,0 0 0 16,0 0 0-16,-5-7 0 0,5 7 0 15,-11-9-46-15,7-7-35 16,-1 9-10-16</inkml:trace>
  <inkml:trace contextRef="#ctx0" brushRef="#br0" timeOffset="129466.57">9639 8607 486 0,'0'0'0'0,"0"0"1"0,-7 0-1 0,7 0 0 16,0 0 1-16,-10-1-1 16,10 1 1-16,0 0 0 15,0-10 0-15,0 10 1 0,10-8 1 16,-3 6 0-16,3-1 0 15,3 1 0-15,4 2 1 16,1 0-2-16,7 0-2 16,-3-3 0-16,0 1 0 0,5-2 0 15,-2-2 0-15,3-4 0 16,-1 3 0-16,-5-4 0 16,3 2 0-16,-5 2 0 15,0-3 0-15,-3-1 0 0,-5 4 0 16,-1 5 0-16,-11 2 0 15,12-8 0-15,-12 8 0 16,0 0 0-16,10 0 0 0,-5 13 0 16,2 7 0-16,0 7 0 15,4 12 0-15,-1 13 0 16,2 13 0-16,-1 2 0 16,3 4-35-16,4 9-52 15</inkml:trace>
  <inkml:trace contextRef="#ctx0" brushRef="#br0" timeOffset="139939.31">12333 1096 311 0,'0'0'4'0,"0"0"2"0,0 0 0 16,0 0 2-16,0 0 0 16,-10 0 2-16,10 0 0 0,-12-1 2 15,-1 1-3-15,1 0-1 16,-9 0 0-16,0 0 0 15,-7-3 0-15,-4 3 0 16,-3 0-1-16,-8-3 1 16,-1 2-1-16,-4-2 1 0,-3 3-3 15,-6-2 0-15,-1 2-1 16,-6 0 0-16,-1 0-1 16,-3-3-1-16,-2 3-1 15,2-3 0-15,-4 3 0 0,4 0-1 16,1 0 0-16,0 3 1 15,3 0-1-15,4 2 0 16,1-1 0-16,4 0 0 0,3 2-1 16,2 1 1-16,2-2-1 15,8 2 0-15,6 2 0 16,0 0-1-16,6 4 1 16,6-3-1-16,2 4 1 15,5 1-1-15,5 5 1 0,3 2-1 16,1 3 1-1,4 0-1-15,2 5 1 0,0-5 2 16,6 49 0-16,3 5 1 16,6 13-1-16,5 4 0 0,-6 3 1 15,2 3-2-15,-2-3 3 16,2-9-1-16,-4-2 0 16,3 9 1-16,-1-3 1 15,-3-2 0-15,4 5 0 16,-2-1 0-16,1-2-1 0,0 0-2 15,2 4 0-15,-2-3 0 16,-2 2 0-16,6-6-1 16,0 3 0-16,-4 1 0 15,2-1 0-15,-2-2 0 0,-1-5 0 16,-1 1 0-16,1-1-1 16,-3 0 2-16,-3-4-1 15,4-3 0-15,-2 2 0 0,1-2 0 16,-3 1-1-16,4-4 1 15,-2-2 0-15,1 1 0 16,-2 0 0-16,4-3 0 16,-2-1 1-16,0 2-1 15,0-1 0-15,2-3 1 0,-4 3-1 16,4 1 0-16,-4 3 1 16,2-3 0-16,-3 3 1 15,2-3 1-15,3 8-3 16,-3-5 0-16,3 2 0 0,1 0 0 15,-1 0 0-15,0-2 0 16,1 3 0-16,-1-3 0 16,-3-3 0-16,-2 0 0 15,0-2 0-15,-2-5 0 0,2-3 0 16,1 0 0-16,-5-6 0 16,4-1 0-16,-2 0 0 15,-1-8 0-15,1 1 0 0,1-3 0 16,-4-3 0-16,3-4 0 15,-2 0 0-15,-1-3 0 16,0-2 0-16,1-6 0 16,2 1 0-16,-3-1 0 0,4-1 0 15,-4-1 0-15,1-4 0 16,-1 2 0-16,1-4 0 16,-1-1 0-16,-1 0 0 15,-1-4 0-15,4-5 0 16,-2 1 0-16,1-2 0 0,-3-10 0 15,4 13 0-15,-4-13 0 16,0 0 0-16,9 8 0 16,-9-8 0-16,0 0 0 15,0 0 0-15,0 0 0 0,9 0 0 16,-9 0 0-16,0 0 0 16,0 0 0-16,0 0 0 15,0 0 0-15,0 0 0 0,0 0 0 16,0 0 0-16,0 0 0 15,0 0 0-15,0 0 0 16,5-6 0-16,-5 6 0 16,0 0 0-16,13-9 0 15,-13 9 0-15,17-6 0 0,-2 4 0 16,2-3 0-16,8 2 0 16,3-2 0-16,13 4 0 15,10-5 0-15,8-1 0 16,13 3 0-16,10-3 0 0,5 3 0 15,15-3 0-15,10 1 0 16,8-1 0-16,11 5 0 16,8-6 0-16,10 3 0 15,10-2 0-15,15-1 0 0,10 1 0 16,9 0 0-16,12-1 0 16,8-2 0-16,11 6 0 15,1-1 0-15,12 2 0 0,2 3 0 16,-9-2 0-16,-3 2 0 15,1 0 0-15,-12 0 0 16,-9 0 0-16,-11 2 0 16,-17-2 0-16,-8 3 0 0,-14-3 0 15,-18 2 0-15,-18-2 0 16,-17 0 0-16,-16 3 0 16,-19-3 0-16,-17 0 0 15,-17 0 0-15,-10 0 0 0,-12-5 0 16,-13 5 0-16,0 0 0 15,-3-13 0-15,-14 8 0 16,-3 3 0-16,-8-1 0 16,-2 6 0-16,-11-3-3 15,-1 0-89-15,-1-8-1 0</inkml:trace>
  <inkml:trace contextRef="#ctx0" brushRef="#br0" timeOffset="142032.99">20395 708 371 0,'0'0'1'0,"0"0"0"16,0 0-1-16,0 0 2 0,0 0 0 15,0 0 1-15,5 0 2 16,6 0 0-16,41 0 0 16,22 0 2-16,-21-2-1 15,7 2 1-15,8-5 0 16,13 2 0-16,7-4-1 0,12 4 0 15,7-7 0-15,7 5-1 16,11-5 1-16,1 0-1 16,6-1-1-16,5 2 0 15,1-3 0-15,-4 0-1 16,-1-3 0-16,-2 2 0 16,-2-1 0-16,-2 2 0 0,-10-1-1 15,-5-2-1-15,-6 3 1 16,-9 2-1-16,-5-5 0 15,-7 5 0-15,-14 0-1 16,0 3 1-16,-12 0-1 16,-7 3 1-16,-7 3-1 15,-45 1 0-15,32 0 0 16,6 1 0-16,-18 13 1 16,5 0-1-16,-13 8-1 0,2 1 2 15,5 54-1-15,-5-28 0 16,-4 8 0-16,0 8 0 15,3 11 0-15,-8-26 2 0,24 134 1 16,-3 19-2-16,11 7 1 16,-3 3 0-16,1-1-2 15,-1-3 0-15,-4-6 0 16,-5-34 0-16,0 4 0 0,3-2 0 16,-2 3 0-16,4 0 0 15,-2-2 0-15,1-3 0 16,-1-3 0-16,2 0 0 15,2-7 0-15,3-1 0 16,-8-7 0-16,5-2 0 0,-2-4 0 16,0-6 0-16,0-3 0 15,-3-2 0-15,1-7 0 16,-6-1 0-16,0-4 0 16,-2-6 0-16,-4 0 0 0,5-7 0 15,-3-7 0-15,-1 2 0 16,-4-10 0-16,-1-2 0 15,1-3 0-15,-3-5 0 0,2-2 0 16,1-8 0-16,-6-2 0 16,-2-8 0-16,2-4 0 15,1-6 0-15,2-9 0 16,-3-4 0-16,-2-5 0 0,3-6 0 16,-3-1 0-16,-3-7 0 15,3-4 0-15,-3-5 0 16,1-1 0-16,-3-12 0 15,2 10 0-15,-2-10 0 16,0 0 0-16,0 0 0 0,0 0 0 16,0 0 0-16,0 0 0 15,0 0 0-15,0 0 0 16,0 0 0-16,0 0 0 16,0 0 0-16,0 0 0 0,-5-6 0 15,5 6 0-15,-9-9 0 16,9 9 0-16,-13-13 0 15,13 13 0-15,-18-10 0 0,11 3 0 16,-5 5 0-16,7-1 0 16,-5 0 0-16,0 3 0 15,-2-2 0-15,4 2 0 16,-2 0 0-16,10 0 0 0,-15 0 0 16,15 0 0-16,-15 2 0 15,15-2 0-15,-14 6 0 16,1-6 0-16,-2 4 0 15,-10 1 0-15,-10 3 0 16,-15 2 0-16,-13 10 0 0,-33 8-64 16,-37-12-28-16</inkml:trace>
  <inkml:trace contextRef="#ctx0" brushRef="#br0" timeOffset="143533.96">16894 7144 229 0,'0'0'5'16,"8"8"5"-16,4-1 2 15,6-3 3-15,5 7 2 0,14-4 2 16,2 3 2-16,14-4-1 15,2-6-3-15,9 0-2 16,5-6-3-16,6-4-3 16,4-10-1-16,4-2-2 0,1-6-1 15,5-4-1-15,-2-7 0 16,5-2 0-16,3-7-1 16,1-5 1-16,-1 2 0 0,-1-4 0 15,0 1 1-15,4-3 0 16,-6 3 0-16,5 4 0 15,-8 1-1-15,1 6 0 16,-4 0 0-16,4 10-2 0,-3 3 0 16,1-1-1-16,5 7 0 15,4-1-1-15,0 4 0 16,5 0 1-16,5 4-2 16,5 2 2-16,5 3-1 15,1 2 0-15,4 2 0 0,1 1 0 16,8 3 0-16,1 1-1 15,1 0 1-15,-1 3 0 16,5 0 0-16,-1 0 0 16,9 0 0-16,2 0 0 0,-1 0 0 15,5 0-1-15,1 3 1 16,2-3 1-16,0 0-1 16,-5 3 0-16,0-2-1 0,-7 2 1 15,-1 0 0-15,-8 1 0 16,-7 4-1-16,-6-2 0 15,-11 0-1-15,-10-1-3 16,-10 5-9-16,-14 13-50 16,-10-19-16-16</inkml:trace>
  <inkml:trace contextRef="#ctx0" brushRef="#br0" timeOffset="145883.84">12286 1157 336 0,'0'0'1'0,"0"0"-1"15,0-8 1-15,0 8 0 16,13-10 0-16,3 3 0 15,0 2 0-15,8-3 2 0,1 2-1 16,10-5 1-16,7 4 0 16,5-3 0-16,8-2 2 15,9-1-1-15,11 1 1 16,9-3-2-16,8-2 0 0,18 2 1 16,4 0 1-16,13-5-1 15,5 5 0-15,9-3 0 16,10-1 1-16,14-3-1 15,3 1 0-15,12 2 0 16,3-9-1-16,6 6 0 16,7-3-1-16,2 3 0 0,2 0-1 15,4 0 0-15,-2 2 0 16,-4 2-1-16,-2-2 1 16,-2 4 0-16,0 0 0 15,-8-1 2-15,-5 2 0 16,-7 3 1-16,-5-2 1 15,-7 3-1-15,-11-2 1 16,-4 4 0-16,-8-1-2 0,-9 3 1 16,-6-4-2-16,-8 4-1 15,-9 0 1-15,-5-1 0 16,-5 1-1-16,-5 3 0 16,-10-2-1-16,-4 4 1 15,-4-1-1-15,-7 1 0 0,-3 2 1 16,-4 0-1-16,-5 0 1 15,-3 2-1-15,0 3 0 16,-2 1 0-16,0 1 1 16,-1-3-1-16,3 6 0 15,1-5 0-15,-4 2 0 16,6 1 0-16,-3-1 0 16,2 3 0-16,6-2-1 0,0 3 2 15,4 2-1-15,1-1-1 16,2-3 1-16,3 5-1 15,-1-2 1-15,4 3-1 16,-1-3 1-16,2 4-1 16,-2 2 1-16,2-2 0 15,-2 2 0-15,8 0 0 0,0 1 0 16,-6-2 0-16,-1 3 0 16,5 5 1-16,-1-4-1 15,1 2 0-15,-2 2-1 16,0 0 0-16,-2 2 1 15,1 0-1-15,-1 6 1 0,-2-3-1 16,-2 4-1-16,-1 1 1 16,-2 2 0-16,-5 3-1 15,-2-1 1-15,2 3 0 16,-2 0 1-16,-30-20 1 0,74 60 1 16,-13-2 0-16,-3-6-1 15,-17-10 1-15,2-7 0 16,-8-7 0-16,-6-10 0 15,-10-13-3-15,1-2 2 16,3 4-2-16,-2-4 1 0,4-3 0 16,-6-3 1-16,7-1-1 15,-5-2 0-15,5-4 1 16,-1-2-1-16,2-5 1 16,0-3-1-16,-1-2 1 0,8 0-1 15,-8 0 0-15,6 0 1 16,-2 0-1-16,-3-2 0 15,3-1 0-15,-3 1 0 0,-2 2 1 16,0 0-1-16,-6 0 0 16,-2 0 0-16,-7 2 0 15,-2-2 0-15,-4 5 0 16,-5 3 0-16,-6 2 0 0,-3 2 1 16,0 6 0-16,-7 3 1 15,-1 14-1-15,-3 10 3 16,2 12 0-16,1 7-12 15,6 23-69-15,14 2-2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2:59:38.4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17399 4256 318 0,'0'0'4'0,"0"0"0"16,0 0-1-16,0 0 0 15,7 4 1-15,-2 14 2 16,1 7 1-16,1 17 2 16,0 12-2-16,3 19 2 15,1 18 0-15,1 18-1 0,1 15 0 16,1 14-1-16,-4 12 2 16,0 10 2-16,0 11-1 15,-5 10 0-15,-3 5 0 16,0 7 1-16,-2 10 1 0,0 3-1 15,-2 7-4-15,-3 0-1 16,0 2-1-16,1 3-2 16,-5 0-3-16,7-5 0 0,-3-5 0 15,3-5 0-15,2-7 0 16,0-9 0-16,0-14 0 16,2-13 0-16,3-11 0 15,3-15 0-15,2-18 0 0,-3-12 0 16,8-17 0-16,-7-21-32 15,4-13-53-15,1-13-2 16</inkml:trace>
  <inkml:trace contextRef="#ctx0" brushRef="#br0" timeOffset="800.73">13366 7032 361 0,'0'0'4'0,"0"0"0"0,10-7 0 0,5 7 0 16,10-3 0-16,10 1 2 16,18-1-2-16,13 2 1 15,22-2-3-15,16 0-1 0,20 2 0 16,7-2 0-16,23 0 0 16,13-1 0-16,15 1 0 15,9-1-1-15,14 0 1 16,7 1 0-16,19 2 0 0,11-2 0 15,16 0 0-15,7-1 0 16,19 4 0-16,6-6 0 16,13 1 1-16,8 3-1 15,2 2 1-15,1 0-1 0,-6 0 0 16,-6 0 0-16,-6 0 0 16,-10 0-1-16,-11 2 1 15,-11 1 0-15,-20-3 1 16,-16 0-1-16,-14 0 2 0,-23-3-1 15,-22-1 1-15,-19 1 1 16,-29-2-1-16,-19 0 0 16,-25 2-2-16,-18-2-3 15,-21 3-12-15,-21 2-43 0,-17 0-18 16</inkml:trace>
  <inkml:trace contextRef="#ctx0" brushRef="#br0" timeOffset="2134.89">17516 6693 274 0,'0'0'6'0,"0"0"3"0,0 0 4 16,0 0 0-16,0 0 2 15,0 0-1-15,0 0 0 0,5-2 3 16,-5 2-3-16,12 0-6 15,1 0-1-15,4 0-2 16,8 0 0-16,9 0 0 16,8 0-1-16,11 0-2 0,6 0 0 15,12 0-1-15,0 0-1 16,12 0 0-16,3 0 1 16,3 0-1-16,6 0 1 15,5-3-1-15,6-1 1 16,4-2 0-16,6 1-1 0,1-4 1 15,4-1 0-15,4-1-1 16,4 4 0-16,-1 0 0 16,-7 0 0-16,-2-1 0 15,-7 1 0-15,-5 4 0 0,-10-2 0 16,-7 3 1-16,-14-3-1 16,-9 2 1-16,-12 3-1 15,-11-3 2-15,-8 3-2 16,-12-4 0-16,-4 4-7 0,-20 0-9 15,5-10-54-15,-5 10-4 16</inkml:trace>
  <inkml:trace contextRef="#ctx0" brushRef="#br0" timeOffset="3499.37">17638 6790 238 0,'0'0'7'0,"0"0"5"0,-7-5 3 16,7 5 1-16,-11-7 2 16,11 7 1-16,-14-8 0 15,14 8-1-15,-16-5-4 0,7 5-5 16,-1 2-3-16,-3 6-2 16,-2 2-1-16,-2 2-1 15,0 1 0-15,-6 5 1 16,5-2-1-16,-1 4 1 0,1 2 0 15,1-2-1-15,0 2 1 16,5 1-1-16,1-3 1 16,-1 0-1-16,5-1 0 15,1-1-1-15,1-1 0 0,3-2 1 16,2 3-1-16,0-4 1 16,0 1-1-16,5-3 2 15,3 1-2-15,-3-1 2 16,4 0-1-16,1-1 1 0,0-1-1 15,0-1 0-15,2 2 1 16,1-5-1-16,-1 2-1 16,4 2 1-16,-2-3-1 0,-1 1 0 15,1-1 0 1,2 0 0-16,-2-1 0 0,4-2 0 16,-1-1 0-16,-2 1 0 15,0-4 1-15,0 0-1 16,4 4 0-16,-6-1 0 15,2-3 0-15,3 0-1 0,-2 1 1 16,0-1-1-16,1 3 1 16,1-3-1-16,2 3 0 15,-4-3 1-15,2 2-1 16,2-2 0-16,0 0 0 0,0 2 0 16,2-2 1-16,-2 0-1 15,3 0 0-15,-4 0 0 16,8 3 0-16,-2-3 1 0,3 0-1 15,-3 0 0-15,5-3 0 16,0 3 0-16,-1-2 1 16,4 0-2-16,-1-1 1 15,-5 0-1-15,6 3 1 0,-1-1 0 16,-2 1 1-16,2-3-1 16,3 3 0-16,-1 0 1 15,1 0 0-15,2 0 0 16,1 0-1-16,4 0 0 0,-3 0 0 15,4-4-1-15,-1 4 1 16,0-1 0-16,3-2-1 16,-3 0 0-16,3 1 1 15,0 0 0-15,-2-1 0 0,3 0 0 16,0 2 0-16,0-2 0 16,-4 0 0-16,6 3 0 15,-4 0 0-15,4-2 0 16,-2-1 0-16,-3 1 0 0,1 2 0 15,2-3-1-15,-4 1 1 16,0-3 0-16,-2 5 0 16,-1-2 0-16,1-4 0 15,0 4-1-15,2 2 1 0,0-3 0 16,-1 1 1-16,3 0-1 16,-2-1 0-16,-2 0 0 15,-3 3 0-15,-2-2 0 0,-5 0 0 16,-5 2 0-16,-8-2 0 15,-2 2 0-15,-5 0 0 16,-10 0 1-16,13 0 0 16,-13 0 1-16,0 0 0 15,0 0 0-15,0 0 1 0,0 0-1 16,0 0 0-16,0 0 0 16,0 0-1-16,0 0 0 15,0 0-1-15,0 0-1 16,0 0-1-16,0 0-4 0,0 0-7 15,0 0-18-15,0 0-50 16,0 0-1-16</inkml:trace>
  <inkml:trace contextRef="#ctx0" brushRef="#br0" timeOffset="4167.05">20240 6734 310 0,'0'0'7'0,"0"0"4"0,0 0 3 15,0 0 4-15,0-11 3 0,0 11 2 16,0 0 0-16,0-12 0 16,0 12-6-16,0 0-3 15,-4 6-4-15,0 12-3 16,-1 7-3-16,0 5-1 0,3 8-2 15,-1 3 1-15,-3 8 1 16,6-1-3-16,0 2 0 16,0-9 0-16,0 1 0 15,0-5 0-15,0-6 0 0,0-1 0 16,0-11 0-16,0-2 0 16,3 0 0-16,-3-7 0 15,0-10 0-15,0 7 0 16,0-7 0-16,0 0 0 15,0 0 0-15,0 0 0 0,0 0 0 16,0 0 0-16,0-4 0 16,0 4 0-16,-3-13-19 15,3 1-40-15,0 12-27 0,0-12-2 16</inkml:trace>
  <inkml:trace contextRef="#ctx0" brushRef="#br0" timeOffset="4317.3">20174 7209 403 0,'0'0'6'0,"0"0"2"16,0 0 2-16,-9 0 2 16,9 0 1-16,0 0-2 15,-10 0 0-15,10 0-5 16,0 0-27-16,7 0-55 0,5-3-5 16</inkml:trace>
  <inkml:trace contextRef="#ctx0" brushRef="#br0" timeOffset="5943.34">20140 6852 286 0,'0'0'7'0,"0"0"5"16,0 0 4-16,0 0-1 15,0 0 2-15,0 0 3 16,9-5 2-16,9 2 0 15,7 1-6-15,5 2-3 0,9-6-2 16,12 5-2-16,8-2 0 16,8-1-2-16,7 1 0 15,9 0-3-15,-2 0 0 16,1 1-2-16,1-1 0 0,-9 3-1 16,-5-3 0-16,-9 3 0 15,-13 0 0-15,-10 0-1 16,-9 0 1-16,-10 0-1 15,-9 0 1-15,-9 0 0 16,0 0-1-16,-9 3 1 0,-2 0-1 16,2-3 2-16,-3 2-2 15,1 1 0-15,-2-3 0 16,4 3 0-16,9-3 0 0,-13 4-2 16,13-4 2-16,-7 7 0 15,7-7-1-15,-5 18 1 16,5-8-1-16,0 5 1 15,0 0 0-15,5 2 0 0,2-2 0 16,-2 2-1-16,0 1 1 16,3-1 0-16,-1 1 0 15,-2-4 0-15,2 1-1 0,-4 0 1 16,-1-2 0-16,2-1 0 16,-4-2-1-16,0-3 1 15,0-7 0-15,-9 12-1 16,9-12 1-16,-17 9 0 15,10-9 0-15,-6 0 0 16,1 0 0-16,-6-4 0 0,-1 2 0 16,-3-1 0-16,-1-2 0 15,-9 1-1-15,-1 1 1 16,-6 0 0-16,-2-1 0 0,-5 1 0 16,-7 0 0-16,-2 1 0 15,-1 2 0-15,-4 0 0 16,-2 2 0-16,0 1 0 15,3 0 0-15,-4 1 0 0,6 2 0 16,5-2-1-16,5 1 1 16,6-2 0-16,9-1 0 15,7 2 0-15,8 0 0 0,17-4-4 16,0 0-7-16,5 4-35 16,15-1-36-16,10-3-1 15</inkml:trace>
  <inkml:trace contextRef="#ctx0" brushRef="#br0" timeOffset="8517.93">20214 8413 396 0,'0'0'6'0,"0"0"3"16,6-13 3-16,-6 13 1 16,2-15 2-16,-2 15 0 15,0-15 0-15,0 15 1 16,-5-10-5-16,5 10-8 0,-15-3-3 15,15 3 0-15,-10 3 0 16,10-3 0-16,-10 15 0 16,10-15 0-16,-5 13 0 15,5-13 0-15,-5 12 0 0,5-12 0 16,0 10 0-16,0-10 0 16,0 0 0-16,0 0 0 15,0 0 0-15,0 0 0 16,0 0 0-16,0 0 0 0,0 0 0 15,0 0 0-15,0 0 0 16,0 0 0-16,0 0 0 16,0 0 0-16,0 0 0 15,0 0 0-15,0 0 0 0,0-7 0 16,0 7 0-16,0 0 0 16,0 0 0-16,0 0 0 15,0 0 0-15,0 0 0 16,0 0 0-16,0 0 0 0,0 0 0 15,0 0 0-15,0 0 0 16,0 0 0-16,0 0 0 16,0 0 0-16,0 0 0 15,0 0 0-15,0 0 0 0,0 0 0 16,-5 10 0-16,0 2 0 16,-2 0 0-16,1 8 0 15,-1 2 0-15,2 3 0 16,0 2 0-16,5 0 0 0,0-2 0 15,10-1 0-15,0 0 0 16,5-5 0-16,5-4 0 16,4-5 0-16,1-3 0 15,0 1 0-15,5-8 0 0,-2 0 0 16,-1-5 0-16,-2-5 0 16,-6 0 0-16,-1-5 0 15,-6-4 0-15,1 1 0 16,-5-2 0-16,-4-1 0 0,-4 3 0 15,0 2 0-15,0 4 0 16,0 3 0-16,0 9 0 16,-2-16 0-16,2 16 0 15,0 0 0-15,-5 13 0 0,3-1 0 16,2 0 0-16,0 6 0 16,0 4 0-16,2 3 0 15,3 3 0-15,2-2 0 0,0 5 0 16,6-1 0-16,-2 1 0 15,1 2 0-15,-5-3 0 16,0 1 0-16,-2 4 0 16,-5-6 0-16,-2 4 0 0,-8-3 0 15,-5 1 0-15,-10-6 0 16,1 0 0-16,-8-2 0 16,-1-6 0-16,-7-2 0 15,3-5 0-15,-3-2 0 16,3-4 0-16,2-4 0 0,2-2 0 15,9-6 0-15,4-6 0 16,5-3 0-16,6-7 0 16,9 3-76-16,14-4-13 15</inkml:trace>
  <inkml:trace contextRef="#ctx0" brushRef="#br0" timeOffset="8750.11">20671 8650 488 0,'0'0'3'0,"0"0"2"0,0 0 2 15,0 0 1-15,13-9-8 0,-13 9 0 16,0 0 0-16,10-10 0 16,-10 10 0-16,12-3 0 15,-12 3 0-15,22 0 0 16,-9-3 0-16,9-4-27 0,-4 7-60 15,0 0-3-15</inkml:trace>
  <inkml:trace contextRef="#ctx0" brushRef="#br0" timeOffset="8901.24">20669 8722 449 0,'0'0'2'0,"0"0"4"16,0 0 1-16,0 0 2 15,0 0 1-15,0 7 2 16,0-7-1-16,22 6-6 15,-4-6-5-15,6 2 0 0,6-2 0 16,11 0-11-16,-4 0-71 16,4 0-5-16</inkml:trace>
  <inkml:trace contextRef="#ctx0" brushRef="#br0" timeOffset="9265.87">21365 8514 501 0,'0'0'4'0,"0"0"2"0,0 0-6 15,0 0 0-15,0 0 0 16,-7 0 0-16,7 0 0 16,-18 12 0-16,8 0 0 0,-5 8 0 15,0 5 0-15,5 5 0 16,0 0 0-16,5 2 0 15,5 3 0-15,8-2 0 16,7-7 0-16,12-3 0 0,3-6 0 16,7-10 0-16,7-2 0 15,-1-5 0-15,2-9 0 16,-3-9 0-16,-4-4 0 16,-8-6 0-16,-9-4 0 15,-13-2 0-15,-8-6 0 0,-8 1 0 16,-17 3 0-16,-4 7 0 15,-14 7 0-15,2 9 0 16,-10 8 0-16,7 10 0 16,-4 13-56-16,9 3-34 0</inkml:trace>
  <inkml:trace contextRef="#ctx0" brushRef="#br0" timeOffset="10682.89">19983 9904 399 0,'0'0'7'16,"0"0"3"-16,0-10 2 15,0 10 3-15,0-15 1 0,0 15 0 16,0-15 0-16,0 15 0 15,-12-5-12-15,2 10-4 16,-5 13 0-16,0 4 0 0,0 5 0 16,0 7 0-16,-2 7 0 15,6-2 0-15,2 6 0 16,6-9 0-16,3 0 0 16,9-7 0-16,5-2 0 0,3-9 0 15,8-4 0-15,0-3 0 16,7-11 0-16,-2 0 0 15,5-12 0-15,-3-4 0 16,-5-6 0-16,-4-6 0 0,-6-1 0 16,-6-8 0-16,-7-1 0 15,-8-1 0-15,-12-1 0 16,-3 5 0-16,-9 1 0 16,-1 7 0-16,-4 7 0 0,-2 5 0 15,0 10 0-15,3 5 0 16,4 0 0-16,9 15 0 15,1-2 0-15,6 3 0 16,10 5 0-16,4 1 0 16,10-2 0-16,13 2 0 0,5-3 0 15,10-1 0-15,2-8 0 16,12-5-84-16,1 3-3 0</inkml:trace>
  <inkml:trace contextRef="#ctx0" brushRef="#br0" timeOffset="10867.25">20481 10050 449 0,'0'0'6'0,"0"0"2"16,0 0 0-16,0 0 1 16,-8-5-1-16,8 5 1 0,2-8 0 15,10 3-4-15,4 5-8 16,-2-4-24-16,11 4-55 15,3-3-3-15</inkml:trace>
  <inkml:trace contextRef="#ctx0" brushRef="#br0" timeOffset="11033.76">20433 10137 440 0,'0'0'4'15,"0"0"2"-15,0 0 1 0,0 0 1 16,0 0 1-16,10 5 1 15,4-5-1-15,10 0 0 16,2 0-7-16,16 0-20 16,13-3-62-16,0-4-3 15</inkml:trace>
  <inkml:trace contextRef="#ctx0" brushRef="#br0" timeOffset="11450.46">21195 9956 468 0,'0'0'5'0,"0"0"1"16,-4-7 1-16,4 7 1 16,0 0 0-16,-10-11-1 15,-1 11-5-15,2 3-2 16,-3 9 0-16,-4 3 0 0,1 7 0 15,0 3 0-15,3 3 0 16,0 4 0-16,9-3 0 16,3 1 0-16,6-5 0 15,8-1 0-15,11-6 0 0,5-6 0 16,2-4 0-16,8-8 0 16,-3 0 0-16,1-10 0 15,-1-8 0-15,-7-6 0 16,-7-3 0-16,-9-6 0 15,-9-1 0-15,-5-4 0 0,-12 0 0 16,-9 0 0-16,-6 8 0 16,-8 3 0-16,-4 7 0 15,-6 8 0-15,5 7 0 16,-2 5 0-16,5 15 0 0,4 15-47 16,11-11-41-16,7 6-1 15</inkml:trace>
  <inkml:trace contextRef="#ctx0" brushRef="#br1" timeOffset="21184.67">17148 4576 180 0,'0'0'7'0,"0"0"2"0,0 0 5 15,0 0 1-15,-7-10 4 16,7 10 2-16,0 0 0 16,0 0 2-16,0 0-5 0,0 0-5 15,0 0-1 1,-8 0-4-16,8 0 0 0,-5 12-4 15,5 0 0-15,-2 3 0 16,2 8 0-16,0 2 0 0,0 4 0 16,0 3 0-16,4 7 0 15,0-1 0-15,5 6-1 16,-1-1-1-16,-4 3 1 16,1 2-2-16,0-4 0 15,3 6-1-15,-5-3 1 0,1 0-1 16,-1 0 1-16,2-2 0 15,-3 1 1-15,3-2 0 16,1-1 1-16,-4-3 0 0,3 2 0 16,-5-5 0-16,2 0 0 15,0 0 1-15,-2-4-2 16,3 4 0-16,-3-5 0 16,0-1 0-16,0 3-1 15,0-5 1-15,0-1 0 0,-3-1-1 16,1-3 0-16,0 1 0 15,0-3 0-15,-1 1-1 16,3-1 1-16,-5 0-2 0,5 3 1 16,-3-3-1-16,3 0 1 15,0 1-1-15,0 2 0 16,0-5 0-16,0 2 0 16,0-2 1-16,0 0 1 0,0-1-1 15,0 1 0-15,0 0 0 16,0-1 0-16,3 2 1 15,0-1 0-15,-3-1 0 16,2-1 0-16,-2 2 0 16,3-3 0-16,-1 0 1 0,-2 0-1 15,0-1 0-15,0-2 0 16,0 1 0-16,0 0-1 16,0-2 1-16,0 1-1 0,0 1 0 15,0-3 1-15,0 3 0 16,0-2-1-16,0 2 0 15,0-4 0-15,0 5 1 16,0-4-1-16,0 1 0 0,0-4 0 16,0 3 0-16,0 1 0 15,0-1 0-15,0 1 0 16,0 2-1-16,0-3 1 0,0 0 0 16,0 4 0-16,0-4 0 15,0 2 0-15,0-1 1 16,0 2-1-16,0-3 0 15,0 3 1-15,0-2-1 16,0-1 0-16,0 2 1 0,0-1-1 16,0-3 1-16,0 3-1 15,0-3 1-15,0 0 0 16,0 0 0-16,0-1 0 16,0-2 0-16,0-7 1 0,0 16-1 15,0-16 0-15,0 14 0 16,0-14 0-16,2 13 0 15,-2-13-1-15,0 17 1 16,0-17-1-16,0 14 0 0,0-14 0 16,0 18 1-16,0-18-1 15,2 15 0-15,-2-15 1 16,0 13-1-16,0-13 1 0,3 12-1 16,-3-12 1-16,3 13-1 15,-3-13 1-15,2 12-1 16,-2-12 1-16,2 14 0 15,-2-14 0-15,3 15-1 16,-3-15 1-16,6 18-1 0,-6-18 1 16,4 17-1-16,-1-9 1 15,-1 1-1-15,1-2 1 16,-1 4-1-16,-2-4 0 16,5 3 1-16,-3 0 0 0,1-2-1 15,-1-1 0-15,-2-7 0 16,8 17 0-16,-8-17 1 15,7 16-1-15,-7-16 0 16,8 11 1-16,-8-11 0 0,10 7 0 16,-10-7-1-16,10 11 1 15,-10-11 0-15,12 5 0 16,-12-5-1-16,11 5 0 16,-11-5 1-16,12 4-1 0,-12-4 0 15,14 3 0-15,-14-3 0 16,15 8 1-16,-15-8-1 15,15 4 0-15,-15-4 0 0,15 10 0 16,-15-10 0-16,12 8 0 16,-12-8 0-16,13 5 0 15,-13-5 1-15,12 2-1 16,-12-2 0-16,16 3 0 16,-16-3 0-16,14 0 0 0,-14 0 2 15,16 3-2-15,-9-3 0 16,5 0 0-16,-5 0 0 15,4 0 0-15,-2 0 0 16,1 0 0-16,-2 0 0 0,-8 0 0 16,17 0 0-16,-10 0 0 15,-7 0 0-15,13-3 0 16,-13 3 0-16,12-3 0 0,-12 3 0 16,13-2 0-16,-13 2 0 15,15-5 0-15,-15 5 0 16,13-5 0-16,-13 5 0 15,12-10 0-15,-12 10 0 16,9-5 0-16,-9 5 0 0,11-8 0 16,-11 8 0-16,12-6 0 15,-12 6 0-15,12-8 0 16,-12 8 0-16,13-12 0 0,-13 12 0 16,14-11 0-16,-14 11 0 15,13-7 0-15,-13 7 0 16,12-10 0-16,-12 10 0 15,10-7 0-15,-10 7 0 16,8-10 0-16,-8 10 0 0,10-13 0 16,-10 13 0-16,9-14 0 15,-9 14 0-15,11-18 0 16,-11 18 0-16,12-14 0 16,-12 14 0-16,7-18 0 0,-7 18 0 15,9-15 0-15,-9 15 0 16,7-12 0-16,-7 12 0 15,5-18 0-15,-3 8 0 0,0 1 0 16,3-4 0-16,-2 1 0 16,-1-3 0-16,6-2 0 15,-5 2 0-15,-1-6 0 16,3 7 0-16,-3-1 0 0,3-2 0 16,-5 2 0-16,2 0 0 15,1 1 0-15,-3 0 0 16,2 0 0-16,-2-3 0 15,4-4 0-15,-2 2 0 16,-2 2 0-16,2-1 0 0,1-1 0 16,-3 1 0-16,0 1 0 15,2 0 0-15,1 4 0 16,-1-1 0-16,-2 1 0 0,0-2 0 16,0 0 0-16,2 1 0 15,1-2 0-15,-3-1 0 16,0 0 0-16,0 0 0 15,2-1 0-15,1-2 0 0,-3 3 0 16,2 0 0-16,-2-4 0 16,0 4 0-16,0-2 0 15,0-1 0-15,0 0 0 16,0 1 0-16,0-1 0 0,1-3 0 16,4 3 0-16,-5-3 0 15,2 2 0-15,3 0 0 16,-5-1 0-16,0 3 0 15,0-3 0-15,0 0 0 0,0 4 0 16,0-5 0-16,0 2 0 16,0-3 0-16,-2 5 0 15,-1-3 0-15,1 1 0 16,2 2 0-16,-5-1 0 16,5-2 0-16,0 6 0 0,0-2 0 15,0-2 0-15,-1 2 0 16,1-1 0-16,0-1 0 15,-2 0 0-15,-3-2 0 0,5 2 0 16,-5-3 0-16,5 1 0 16,-5 1 0-16,3 2 0 15,2 0 0-15,0-1 0 16,-3 2 0-16,1 0 0 0,2 2 0 16,0-1 0-16,-2-3 0 15,-2 3 0-15,2-3 0 16,2 0 0-16,0 2 0 0,0-1 0 15,0-1 0-15,0 2 0 16,0-1 0-16,0 4 0 16,-3-5 0-16,1 1 0 15,2 2 0-15,-5 1 0 0,3-1 0 16,-3-3 0-16,3 3 0 16,-1-3 0-16,1 2 0 15,-4-2 0-15,6 1 0 16,-2-1 0-16,-1 0 0 15,3 0 0-15,0 2 0 16,0-1 0-16,-2 2 0 0,2-1 0 16,0 3 0-16,-3-5 0 15,1 3 0-15,2 0 0 16,-2 2 0-16,2-3 0 0,-4 1 0 16,3 1 0-16,1-2 0 15,-3 0 0-15,1 1 0 16,2-1 0-16,-2 1 0 15,-2 3 0-15,4 1 0 16,0-2 0-16,-2 3 0 0,-1 2 0 16,1-3 0-16,2 3 0 15,-3 0 0-15,3 1 0 16,-2-6 0-16,2 5 0 0,0 0 0 16,0-3 0-16,0-1 0 15,0 1 0-15,0 1 0 16,0 1 0-16,0 3 0 15,0-5 0-15,0 3 0 0,0 3 0 16,0 7 0-16,0-13 0 16,0 13 0-16,0 0 0 15,-2-9 0-15,2 9 0 16,0 0 0-16,0 0 0 0,0 0 0 16,0 0 0-16,0 0 0 15,0 0 0-15,0 0 0 16,0 0 0-16,0 0 0 15,0 0 0-15,0 0 0 0,0 0 0 16,0 0 0-16,0 4 0 16,0-4 0-16,0 0 0 15,2 12 0-15,-2-12 0 16,5 11-40-16,-5-11-46 0,7 8-4 16</inkml:trace>
  <inkml:trace contextRef="#ctx0" brushRef="#br1" timeOffset="22083.38">17063 4623 233 0,'0'0'7'0,"0"0"3"0,0 0 3 16,0 0 3-16,0 0 2 16,-7 0 1-16,7 0 3 0,0 0 0 15,0 0-3-15,-9-3-2 16,9 3-3-16,0 0-3 16,0 0-2-16,0 0-1 15,0 0-2-15,9-9 1 0,-2 8-2 16,4 1 1-16,4 0-1 15,5 0-1-15,-1 0 1 16,6 0-1-16,5 0-1 16,2 0 0-16,3 0 0 0,2 0-1 15,3 0 0-15,0-3 1 16,2 3-1-16,1 0 0 16,-6 0 1-16,2 0-1 0,-2-2 1 15,-4 2 0-15,0 0-3 16,-7 0 0-16,-3-2 0 15,-3 2 0-15,-6-3 0 16,-3 3 0-16,-4-2 0 0,-7 2 0 16,0 0 0-16,10 0 0 15,-10 0 0-15,0 0 0 16,0 0 0-16,0 0 0 16,0 0 0-16,0 0 0 15,0 0 0-15,0 0 0 0,0 0 0 16,0 0 0-16,-5 0 0 15,5 0 0-15,0 0 0 16,0 0 0-16,-10 0 0 16,10 0 0-16,-8 0 0 0,8 0 0 15,-12 2 0-15,12-2 0 16,-7 5 0-16,7-5 0 16,0 0 0-16,0 0 0 0,0 0-85 15,0 0-3 1</inkml:trace>
  <inkml:trace contextRef="#ctx0" brushRef="#br1" timeOffset="22918.28">17257 3376 273 0,'0'0'8'0,"0"-14"3"0,3 0 3 16,-3 3 5-16,0-5 0 16,0-1 2-16,0 2 0 15,-3 1-2-15,-2 6-5 0,5 8-6 16,-9 3-2-16,4 15-4 15,0 8-1-15,0 19 1 16,5 12-2-16,0 15 2 16,0 10 0-16,5 9 0 15,7 8 1-15,0 3-1 0,1-1-1 16,-1-1 1-16,6-9-1 16,-4-4 1-16,-3-5-1 15,1-9 0-15,-7-3 0 0,2-8 0 16,-1-2 1-1,-1-12 0-15,-3-7-3 0,0-7-1 16,-2-6-4-16,5-8-4 16,-5-11-13-16,0-9-35 0,0 0-20 15,0-5-6-15</inkml:trace>
  <inkml:trace contextRef="#ctx0" brushRef="#br1" timeOffset="23317.19">17473 3476 322 0,'0'0'5'0,"0"0"4"0,0 0 0 0,0 0 0 16,0 0 0-16,-2 6 2 15,-1 14 2-15,3 13 1 0,0 14-4 16,0 10-4-16,0 14 2 16,3 11 0-16,3 8-1 15,1 1 0-15,0-1-2 16,0-4-1-16,4-1-1 0,1-14 0 15,-3-2 0-15,2-11-1 16,1-6 0-16,-7-5-1 16,2-11-1-16,-1-5-3 15,-4-9-5-15,1-3-8 16,-3-11-17-16,0-8-46 16,0 10-3-16</inkml:trace>
  <inkml:trace contextRef="#ctx0" brushRef="#br1" timeOffset="30967.1">19045 11541 459 0,'0'0'5'0,"0"0"2"0,0-10 1 15,0 10 0-15,0 0 1 16,-9-3 0-16,2 6-3 16,-7 10-6-16,-8 9 0 0,3 8 0 15,0 9 0-15,-4 9 0 16,5 2 0-16,2 4 0 16,3 0 0-16,3 1 0 15,10-8 0-15,0-6 0 0,10-3 0 16,5-8 0-16,-1-8 0 15,9-9 0-15,0-9 0 16,2-6 0-16,1-10 0 16,-1-12 0-16,-2-5 0 0,-3-8 0 15,-3-10 0-15,-4-4 0 16,-6-7 0-16,-7 3 0 16,0 1 0-16,-7 4 0 0,-11 9 0 15,-2 6 0-15,1 7 0 16,-4 11 0-16,-2 10 0 15,0 4 0-15,8 3 0 16,-4 10 0-16,10 7 0 16,4 4 0-16,3 4 0 0,4 1 0 15,9-4 0-15,4 9 0 16,13-9 0-16,4 6 0 16,4-12 0-16,4 3 0 15,2-8-27-15,3 1-58 0,6-7-3 16</inkml:trace>
  <inkml:trace contextRef="#ctx0" brushRef="#br1" timeOffset="31150.94">19470 11729 462 0,'0'0'5'0,"0"0"3"0,0 0 2 0,0 0 0 15,0 0 0-15,0 0-4 0,0 0-6 16,0 0 0-16,0 0 0 15,19 10 0-15,-5-10 0 16,11 5-10-16,10-2-74 16,-8-1-3-16</inkml:trace>
  <inkml:trace contextRef="#ctx0" brushRef="#br1" timeOffset="31294.2">19491 11872 445 0,'0'0'5'0,"0"0"2"15,-5 11 0-15,5-11 1 0,-2 10 0 16,2-10 2-16,7 10-1 16,9-5-1-16,0-5-10 15,17 7-19-15,12-7-58 16,-3 0-4-16</inkml:trace>
  <inkml:trace contextRef="#ctx0" brushRef="#br1" timeOffset="31533.88">20264 11519 498 0,'0'0'5'0,"0"0"1"16,-7-12-4-16,7 12-2 0,-10-13 0 16,10 13 0-16,-11-7 0 15,11 7 0-15,-9 17 0 16,6 5 0-16,1 10 0 15,2 6 0-15,0 11 0 0,0 3 0 16,0 5 0-16,0-5 0 16,2-2-32-16,1-6-55 15,-3-4-4-15</inkml:trace>
  <inkml:trace contextRef="#ctx0" brushRef="#br1" timeOffset="31683.84">20117 11837 472 0,'0'0'4'0,"0"-11"0"15,0 11 2-15,0-14 0 16,0 5 0-16,6-2 0 16,1 1-1-16,10 2-3 0,3-2-6 15,12 5-15-15,1 10-45 16,8-5-20-16,7 0-2 16</inkml:trace>
  <inkml:trace contextRef="#ctx0" brushRef="#br1" timeOffset="32217.27">20604 11672 461 0,'0'0'3'0,"0"0"2"16,-14 0 1-16,-2 0 2 16,-3 6-1-16,-1 1 1 15,-3 3-1-15,1 4-1 0,-2 2-6 16,6 3 0-16,3 1 0 16,7 3 0-16,3-1 0 15,5 0 0-15,5-2 0 16,8-5 0-16,-1-3 0 0,4-4 0 15,-1-4 0-15,4-4 0 16,-4-4 0-16,3-10 0 16,-2 0 0-16,-3-5 0 0,-1-1 0 15,1-3 0-15,-3 3 0 16,-3 3 0-16,0 5 0 16,-1 2 0-16,-6 10 0 15,0 0 0-15,7 0 0 16,-2 12 0-16,-5 1 0 0,5 1 0 15,0 4 0-15,0 0 0 16,3-4 0-16,-3-1 0 16,2-4 0-16,-7-9 0 15,15 8 0-15,-15-8 0 0,17-3 0 16,-10-7 0-16,4-2 0 16,3-5 0-16,4-3 0 15,-1 0 0-15,3-3 0 16,-4 6 0-16,1 2 0 15,-3 4 0-15,-1 3 0 0,-1 5 0 16,-12 3 0-16,11 8 0 16,-7 2 0-16,-1 4 0 0,2 4 0 15,-1-1 0-15,1 1 0 16,4-1 0-16,-5-2 0 16,8-3 0-16,-2-1-16 15,8-11-55-15,0 0-14 0</inkml:trace>
  <inkml:trace contextRef="#ctx0" brushRef="#br1" timeOffset="32933.68">21471 11242 440 0,'0'0'6'0,"0"0"3"0,0 0 2 0,0 0 0 16,0-8 0-16,0 8 1 0,0 0-1 15,-5 0-11-15,5 0 0 16,-9 12 0-16,4 4 0 16,5 3 0-16,0 1 0 15,2 0 0-15,6 2 0 16,9-1 0-16,0-5 0 0,5-6 0 15,4 0 0-15,-1-7 0 16,-1-3 0-16,-1-6 0 16,-1-6 0-16,-5-1 0 15,-4-3 0-15,-6-1 0 0,-2-1 0 16,-2 0 0-16,-3 4 0 16,0 3 0-16,0 11 0 15,0-12 0-15,0 12 0 0,-3 10 0 16,3 5 0-1,0 5 0-15,0 8 0 0,0 3 0 16,0 4 0-16,0 4 0 16,0-4 0-16,-3 3 0 0,-3-4 0 15,1 1 0-15,-8-7-25 16,-6-2-61-16,1-6-4 16</inkml:trace>
  <inkml:trace contextRef="#ctx0" brushRef="#br1" timeOffset="33161.96">21170 11693 467 0,'0'0'5'0,"0"0"1"0,13 0 2 16,2 0 2-16,10-6 1 15,7 4-7-15,9 0-4 16,10-3 0-16,9-1 0 15,4 2 0-15,3-2 0 0,3 6 0 16,-7-2 0-16,-5 2 0 16,-5 0 0-16,-8 0 0 15,-15 10-60-15,-5-8-30 0</inkml:trace>
  <inkml:trace contextRef="#ctx0" brushRef="#br1" timeOffset="33701.98">21372 12012 493 0,'0'0'5'0,"0"0"1"0,0 0 1 15,0 0-7-15,5-8 0 16,-5 8 0-16,13-7 0 15,-6 1 0-15,3 2 0 16,5 1 0-16,-1 3 0 16,4 6 0-16,-1 1 0 0,3 4 0 15,-2 0 0-15,-6 7 0 16,0-2 0-16,-9 5 0 0,-3-4 0 16,-3 3 0-16,-9-3 0 15,-6-2 0-15,-3-2 0 16,1-4 0-16,2-2 0 15,-1-1 0-15,3-6 0 0,7 0 0 16,9 0 0-16,-5-14 0 16,10-3 0-16,7 3 0 15,5-8 0-15,6-2 0 16,1-1 0-16,3 0 0 0,-1 2 0 16,-1 6 0-16,-10 3 0 15,4 3 0-15,-9 5 0 16,-10 6 0-16,6 9 0 15,-6 6 0-15,-3-1 0 0,0 4 0 16,-2 4 0-16,3 0 0 16,2 1 0-16,0-4 0 15,7 1 0-15,3-5 0 16,7-2 0-16,4-4 0 16,1-9 0-16,10-1-39 0,5-7-47 15,-2-7-3-15</inkml:trace>
  <inkml:trace contextRef="#ctx0" brushRef="#br1" timeOffset="34050.33">21961 11217 458 0,'0'0'5'0,"0"0"2"0,0 0 2 16,0 0 1-16,0 0 0 16,0 0 2-16,13 5-12 0,-1 7 0 15,6 10 0-15,3 11 0 16,9 9 0-16,2 9 0 16,-2 11 0-16,0 8 0 15,-5 5 0-15,-9 1 0 0,-12 6 0 16,-4-6 0-16,-17 1 0 15,-16-2 0-15,-9-9 0 16,-8-1 0-16,-7-6 0 16,-7-6 0-16,-1-9 0 0,-2-4 0 15,-5-10-41-15,-3-10-48 16,11-10 0-16</inkml:trace>
  <inkml:trace contextRef="#ctx0" brushRef="#br1" timeOffset="34337.18">21253 11165 420 0,'0'0'5'0,"0"0"2"16,0-10 2-16,0 10-1 15,-12-5 2-15,1 10 1 16,-6 15 1-16,-5 9 1 16,-3 18-5-16,-5 16 0 15,0 16-8-15,0 10 0 0,6 15 0 16,4 7 0-16,15 1 0 16,7 1 0-16,16-6 0 15,11-10-14-15,11-5-69 16,14-8-2-16</inkml:trace>
  <inkml:trace contextRef="#ctx0" brushRef="#br1" timeOffset="35250.15">20107 13059 448 0,'0'0'5'0,"0"0"2"16,0-12 3-16,0 12 0 16,5-14 1-16,-5 14 1 15,16-15-4-15,-4 7-8 16,6 6 0-16,-4 2 0 0,3 7 0 16,-2 6 0-16,3 6 0 15,-6 3 0-15,-6 6 0 16,3 2 0-16,-9 0 0 0,0-1 0 15,-9-4 0-15,-2 3 0 16,-4-9 0-16,-2 1 0 16,-3-8 0-16,3-2 0 15,-1-2 0-15,6-8 0 0,-1 0 0 16,8-11 0-16,5-3 0 16,5-8 0-16,8-6 0 15,4-4 0-15,6-5 0 0,2 0 0 16,2 0 0-16,-2 2 0 15,-1 5 0-15,-8 8 0 16,0 8 0-16,-5 3 0 16,-11 11 0-16,10 0 0 15,-8 11 0-15,-2 6 0 0,0 5 0 16,2 3 0-16,1 2 0 16,-1 2 0-16,6-1 0 15,2-4 0-15,4 1 0 16,2-8 0-16,3-2 0 0,4-7 0 15,9-4-41-15,8-1-45 16,-10-3-5-16</inkml:trace>
  <inkml:trace contextRef="#ctx0" brushRef="#br1" timeOffset="35499.98">20771 13072 511 0,'0'0'0'0,"0"0"0"0,0 0 0 0,5 0 0 16,-5 0 0-16,0 0 0 16,10 3 0-16,-10-3 0 15,12 0 0-15,1 2 0 16,-4-2 0-16,9 7 0 0,-1 3-63 15,3-10-27-15</inkml:trace>
  <inkml:trace contextRef="#ctx0" brushRef="#br1" timeOffset="35650.07">20733 13186 461 0,'0'0'4'0,"0"0"1"15,0 0 0-15,0 0 1 16,0 12 1-16,0-12 0 15,13 5 0-15,2 0-2 16,3-5-10-16,9 3-20 0,12-3-57 16,-2-3-2-16</inkml:trace>
  <inkml:trace contextRef="#ctx0" brushRef="#br1" timeOffset="35968.03">21253 13018 477 0,'0'0'4'0,"0"0"1"16,-10 0 1-16,0 7 1 0,0-2 0 16,-5 8-2-16,-2 2-5 15,-4 2 0-15,2 5 0 16,4 0 0-16,3 6 0 16,4-4 0-16,8 3 0 0,0-7 0 15,12 2 0-15,2-9 0 16,10-2 0-16,1-7 0 15,4-4 0-15,-1-7 0 16,-1-7 0-16,-2-5 0 0,0-3 0 16,-10-3 0-16,-6-7 0 15,-6-1 0-15,-3 1 0 16,-7 3 0-16,-8 2 0 16,-5 5 0-16,-10 5 0 15,0 11 0-15,-9 6-16 0,-6 6-72 16,12 2-3-16</inkml:trace>
  <inkml:trace contextRef="#ctx0" brushRef="#br1" timeOffset="37426.15">20257 13843 352 0,'0'0'9'0,"0"0"5"16,0-16 4-16,0 16 2 15,2-13 2-15,-2 13 1 0,0-17 0 16,0 17 0-16,0 0-16 16,0 0-7-16,0 17 0 15,0 6 0-15,-2 12 0 0,-6 5 0 16,3 7 0-16,0 5 0 15,0 1 0-15,0-2 0 16,3 0 0-16,-1-3 0 16,3-1 0-16,0 10-58 0,3-22-30 15,2-3-2-15</inkml:trace>
  <inkml:trace contextRef="#ctx0" brushRef="#br1" timeOffset="38100.04">20085 14227 453 0,'0'0'5'16,"0"0"1"-16,0 0 1 16,0 0 1-16,-10-3 0 15,10 3 1-15,0 0-1 0,18-2-1 16,-1-1-7-16,10 3 0 16,6-3-11-16,8 1-6 15,5 0-9-15,0-3-2 16,-1 2 0-16,-3-4 2 15,-1 4 10-15,-15-4 12 0,4 4 9 16,-17-4 10-16,-1 4 10 16,-12 3 2-16,0 0 2 15,0 0-3-15,-12-2-8 0,-1 7-7 16,-4 2-11-16,4 6 0 16,-3-1 0-16,3 3 0 15,3 0 0-15,3 2 0 16,4-4 0-16,3-1 0 0,3 0 0 15,-3-12 0-15,14 13 0 16,-1-11 0-16,-3-2 0 16,-1-2 0-16,7-6 0 15,-2-1 0-15,-1-3 0 0,-3-1 0 16,2-2 0-16,-1-2 0 16,1 1 0-16,-2 4 0 15,-3-1 0-15,-2 5 0 16,-5 8 0-16,10-6 0 15,-10 6 0-15,10 6 0 16,-5 2 0-16,2 5 0 0,-2-3 0 16,2 3 0-16,2-1 0 15,-5-2 0-15,-4-10 0 0,15 12 0 16,-15-12 0-16,13 5 0 16,-6-5 0-16,-7 0 0 15,20-13 0-15,-8 1 0 16,0 0 0-16,1-3 0 0,-1 3 0 15,1-1 0-15,-3 1 0 16,-3 4 0-16,3 4 0 16,-10 4 0-16,13 0 0 15,-8 7 0-15,2 5 0 16,-2 3 0-16,-4 0 0 0,8 3 0 16,-6-1 0-16,6 0 0 15,-6-6-19-15,15 1-66 16,-11-5-4-16</inkml:trace>
  <inkml:trace contextRef="#ctx0" brushRef="#br1" timeOffset="38299.83">20850 14064 501 0,'0'0'3'0,"0"0"1"16,0 0-1-16,0 0-3 15,10 0 0-15,-10 0 0 16,18 0 0-16,-3-6 0 0,-1 3 0 16,7 1 0-16,-7-5-5 15,3 2-81-15,6 0-2 16</inkml:trace>
  <inkml:trace contextRef="#ctx0" brushRef="#br1" timeOffset="38467.01">21146 13919 498 0,'0'0'2'0,"0"0"0"0,0 0 3 16,-4 5-1-16,4 3-4 0,-4 7 0 15,2 2 0-15,-1 5 0 16,3 6 0-16,-2 1 0 16,2 0 0-16,-3-1 0 15,3 5 0-15,3-8-82 0,-1-4-7 16</inkml:trace>
  <inkml:trace contextRef="#ctx0" brushRef="#br1" timeOffset="38800.19">21666 13679 462 0,'0'0'4'16,"0"0"2"-16,0-13 3 0,0 13 0 16,-3-12 1-16,3 12 1 15,-15-2-11-15,3 7 0 16,-11 12 0-16,1 16 0 0,-8 13 0 16,-2 12 0-16,-6 11 0 15,4 8 0-15,2 7 0 16,7 0 0-16,9 0 0 0,9 0 0 15,7-7 0-15,7 0 0 16,13-13 0-16,10-2 0 16,5-5 0-16,10-10 0 15,2-9 0-15,10-4 0 0,-2-6-50 16,7-16-40 0</inkml:trace>
  <inkml:trace contextRef="#ctx0" brushRef="#br1" timeOffset="40983.49">21942 14055 370 0,'0'0'7'0,"0"0"5"0,0 0 2 15,0 0 3-15,0 0 1 16,9-4 1-16,-9 4 1 0,0 0 0 16,0 0-6-16,0 0-14 15,0 0 0-15,3 4 0 16,-3 9 0-16,-8 2 0 16,-2 2 0-16,0 3 0 15,-2 1 0-15,-3 7 0 0,0-3 0 16,-5 3 0-16,0-4 0 15,-2-1 0-15,0-3 0 16,-1-3 0-16,1 0 0 0,2-4 0 16,0-3 0-16,3-3 0 15,-1 0 0-15,6-2 0 16,2-2 0-16,0-3 0 16,0 0 0-16,10 0 0 0,-8 0 0 15,8 0 0-15,0 0 0 16,0 0 0-16,0 0 0 15,-5-4 0-15,5 4 0 16,0 0 0-16,0 0 0 0,0 0 0 16,0 0 0-16,0 0 0 15,0 0 0-15,9-9 0 16,-9 9 0-16,0 0 0 16,0 0 0-16,7 0 0 15,-7 0 0-15,0 0 0 0,0 0 0 16,0 0 0-16,0 0 0 15,0 0-4-15,0 0 2 16,0 0 0-16,0 0 1 0,0 0 1 16,0 0 1-16,0 0-1 15,0 0 1-15,0 0 0 16,0 0-1-16,0 0 0 16,0 0 1-16,0-9-1 0,0 9 1 15,-7-7 1-15,7 7 0 16,-14-13-2-16,14 13 0 15,-12-20 0-15,10 7 0 16,0 1 0-16,-1 0 0 16,3-4 0-16,0-1 0 0,0 3 0 15,5-1 0-15,2 2 0 16,0-2 0-16,3 2 0 16,1 6 0-16,-2 6 0 15,4-2 0-15,-1 3 0 0,0 3 0 16,1 8 0-16,2 3 0 15,-1 2 0-15,2 1 0 16,2 3 0-16,-4-3 0 16,4 3 0-16,-1-7 0 0,0-1 0 15,4 1 0-15,-5-6 0 16,5-2 0-16,-2 0 0 16,-1-5 0-16,2 0 0 0,-3 0 0 15,-2-5 0-15,0-4 0 16,3-2 0-16,-9-1 0 15,3-6 0-15,-1 1 0 16,-2 0 0-16,-1 0 0 16,-3-1 0-16,3 3 0 0,-8 3 0 15,0 1 0-15,0 11 0 16,0-8 0-16,0 8 0 16,0 0 0-16,-11 0 0 15,11 0 0-15,-10 4 0 0,10-4 0 16,0 0-77-16,0 0-14 15</inkml:trace>
  <inkml:trace contextRef="#ctx0" brushRef="#br1" timeOffset="41334.11">22259 13637 472 0,'0'0'4'0,"0"0"2"16,0 0 1-16,0 0 1 0,0 0 0 15,0 0-2-15,0 0-6 16,0 0 0-16,10 22 0 16,3 1 0-16,1 9 0 15,7 7 0-15,-2 8 0 16,3 11 0-16,1 0 0 0,-6 4 0 15,-2 3 0-15,-7 0 0 16,-8-1 0-16,-8-2 0 16,-9-3 0-16,-7-2 0 15,-10-5 0-15,-3-5 0 0,-5-7 0 16,3-5 0-16,1-6 0 16,3-11 0-16,-14-6-39 15,26-2-50-15</inkml:trace>
  <inkml:trace contextRef="#ctx0" brushRef="#br1" timeOffset="42318.91">19181 14071 427 0,'0'0'6'0,"0"0"3"0,0 0 2 16,0-10 2-16,0 10 1 15,0 0 1-15,0 0-1 16,0 0-12-16,-5 0-2 0,-2 11 0 16,-4 14 0-16,-1 5 0 15,-1 5 0-15,1 7 0 0,0 0 0 16,-1 3 0-16,8-3 0 16,3-5 0-16,2-5 0 15,7-4 0-15,8-9 0 16,2-4 0-16,3-5 0 15,6-5 0-15,1-5 0 16,-1-2 0-16,2-9 0 0,-1-3 0 16,-2-4 0-16,-4-4 0 15,-7-7 0-15,-1-1 0 16,-8-5 0-16,-3-2 0 0,-4-3 0 16,-9 6 0-16,-3-4 0 15,-4 9 0-15,1 1 0 16,-6 9 0-16,3 4 0 15,-1 5 0-15,0 10 0 0,-4 0 0 16,9 10 0-16,-2 5 0 16,6 4 0-16,-4 2 0 15,9 4 0-15,7 1 0 16,0-1 0-16,10 0 0 0,7 0 0 16,6-7 0-16,7-4 0 15,2-2 0-15,3-4 0 16,2-3 0-16,0-3 0 15,0-2 0-15,-5 0 0 16,-2-4 0-16,-7-2 0 0,-3 4 0 16,-8-1 0-16,-1-2 0 15,-11 5 0-15,2-9 0 16,-2 9 0-16,0 0 0 0,0 9-48 16,0-9-40-16,0 0-3 15</inkml:trace>
  <inkml:trace contextRef="#ctx0" brushRef="#br1" timeOffset="42549.83">19670 14239 505 0,'0'0'3'0,"0"0"0"0,0 0-3 16,0 0 0-16,3-7 0 16,-3 7 0-16,12-8 0 0,-2 0 0 15,6 8 0-15,1-7 0 16,-17 7-79-16,24-2-10 16</inkml:trace>
  <inkml:trace contextRef="#ctx0" brushRef="#br1" timeOffset="42700.27">19630 14387 464 0,'0'0'4'0,"0"0"1"0,0 0 2 15,10 3 0-15,5-3 0 16,5 0 1-16,5 0-9 16,19-10-66-16,1 7-14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01:46.48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14800 6700 230 0,'0'0'5'16,"0"0"5"-16,0 0 2 0,0 0 1 16,0 0 3-16,0 0 0 15,0 0-1-15,0 0 2 16,0 0-6-16,0 0-4 0,0 0-1 16,10-7-2-16,0 7-1 15,3 0-2-15,3 0 2 16,7 0-2-16,0 3 1 15,7-1-1-15,-1 0 0 0,9-2 0 16,-1 0 0-16,2 0 0 16,4 0-1-16,-4 0 1 15,3 0 0-15,4 0-1 16,0 3 1-16,-3-3-1 0,1 6 0 16,2-4 0-16,-5 0 1 15,1 2-1-15,1 0 0 16,-3 0 0-16,-3-1 0 15,1 0 0-15,-1-3 0 16,0 3 0-16,-5-2 0 0,0-1 0 16,3 3 0-16,-3-3-1 15,3 3 1-15,0-3-1 16,-4 0 1-16,6 0-1 16,-3 0 0-16,3 0 0 0,-2 0 0 15,-3-3 0-15,3 3 1 16,-4-3 0-16,2 3-1 15,0 0 1-15,-4 0 0 0,4 0 0 16,-2 0 0-16,0 3 0 16,-1-3 0-16,3 3 0 15,-4-3 0-15,1 0 0 16,2 0 0-16,-2 0 0 0,0 0 0 16,-1 0 0-16,1 0 0 15,2 0 0-15,-2 0 0 16,3-3 1-16,-4 3-1 15,4 0-1-15,-3 0 2 16,2 0-1-16,1 0 0 0,2 3 0 16,-1-2 0-16,1 2 0 15,0 2 0-15,-3-5 1 16,5 3-1-16,-7-1 0 16,7 0 0-16,-7 1 0 0,0-3 0 15,-1 0 0-15,4 3 0 16,-3-3 0-16,-1 2 0 15,1-2 0-15,-2 2 0 16,-1-2 0-16,-4 0-1 0,-4 3 1 16,-4-3 0-16,0 0 1 15,-7 0-1-15,-8 0-1 16,12 0 0-16,-12 0-3 0,0 0-9 16,0 0-27-16,0 0-27 15,-10 2-5-15</inkml:trace>
  <inkml:trace contextRef="#ctx0" brushRef="#br0" timeOffset="733.55">14783 6819 304 0,'0'0'7'0,"0"0"5"0,0-8 2 0,0 8 2 15,0 0 1-15,-3-11 0 16,3 11-3-16,0 0 1 15,0 0-7-15,-2 10-4 16,2 9-3-16,0 6-3 0,2 7 1 16,3 8 0-16,0 5 1 15,3 1 0-15,-1 0 0 16,3-2 0-16,-5 1 2 0,-1-4-1 16,0-6 0-16,1 0 0 15,-5-6 0-15,2-1 0 16,0-10 1-16,-2 1-2 15,0-7 1-15,3 1-1 16,-3-13 1-16,0 15-1 0,0-15 2 16,0 0-1-16,0 0 0 15,0 7-1-15,0-7-2 16,0 0-5-16,0 0-20 16,9 0-47-16,-9 0-3 0</inkml:trace>
  <inkml:trace contextRef="#ctx0" brushRef="#br0" timeOffset="1649.31">14830 7436 213 0,'0'0'8'0,"0"0"3"0,0 0 2 15,0 0 1-15,0 0 1 16,0 0 0-16,0 0 1 0,7-7 0 16,-7 7-7-16,15-2-2 15,-4 2-1-15,5 0-1 16,2-3-1-16,1 3 0 15,6-2 0-15,0-1 1 16,5 3-2-16,0-2-1 16,5 2 0-16,2-3-1 0,1-2 0 15,4 5 0-15,0-2 0 16,5-1 0-16,-2 1 0 16,0 2-1-16,2-3 1 0,0 3-1 15,2-2 1-15,1 2-1 16,3 0 1-16,4-3-1 15,-1 3 0-15,4-2 2 16,0 2-2-16,0-3 0 0,-3 0 0 16,-2-1 0-16,0 4 0 15,-4-3 0-15,2 2 0 16,-8-3 1-16,4 4-1 16,-1 0 0-16,-4 0 1 15,6 0-1-15,-8 0 0 0,6 0 1 16,-7 0-1-16,4-2 0 15,-2-1 0-15,-4-2 0 16,0 5 0-16,0-3 0 0,0 2 0 16,-2 1 0-16,0 0 0 15,5 0 0-15,-2 1 0 16,1 5 0-16,3-4 0 16,-2 3 0-16,-2-1 0 0,2 0 0 15,-5-4 1-15,1 0-1 16,-6 0 0-16,-5 0 1 15,-4 0 0-15,-4-3 4 16,-6-2 2-16,-3 3 1 0,-10 2 0 16,10-3 1-16,-10 3 1 15,0 0 0-15,0 0-2 16,0 0-3-16,0 0-2 0,0 0-1 16,0 0-2-16,0 0-1 15,0 0-5-15,0 0-10 16,0 0-62-16,-8 0 0 15</inkml:trace>
  <inkml:trace contextRef="#ctx0" brushRef="#br0" timeOffset="3016.27">14199 6966 212 0,'0'0'9'16,"0"0"4"-16,0 0 5 0,0 0 0 15,0 0 2-15,0 0 2 16,0 0 2-16,0 0 1 0,13-5-7 16,1 5-3-16,11 0-4 15,0 2-2-15,10 1-3 16,7 2 0-16,4-2-3 15,9 1-1-15,3-1 0 16,1-3-1-16,3 0 0 0,-2 0-1 16,0-6 3-16,-5 2-3 15,-9-1 0-15,-5 0 1 16,-9 0 0-16,-9 2-1 16,-7 3-1-16,-16 0-2 0,14 3-7 15,-14-3-16-15,-21 10-49 16,8-1-1-16</inkml:trace>
  <inkml:trace contextRef="#ctx0" brushRef="#br0" timeOffset="3366.89">14176 7154 297 0,'0'0'3'0,"0"0"3"0,0 0 3 0,0 0 4 16,8 2 1-16,4 1 1 15,4-1 3-15,8 0 1 0,5-2-2 16,10 0-3-16,5 0-3 15,6 0-1-15,4-4-3 16,3 1-1-16,0-1-1 16,-6-1-1-16,-2 2-1 15,-2-2-1-15,-12 5-1 0,-3 0 0 16,-12 0-3-16,-8 0-7 16,-12 0-46-16,0 0-24 15,0 15-2-15</inkml:trace>
  <inkml:trace contextRef="#ctx0" brushRef="#br0" timeOffset="6032.94">14758 8700 328 0,'0'0'7'16,"0"0"3"-16,0 0 3 0,0-12 5 16,0 12 0-16,-5-10-1 15,5 10 1-15,0 0-1 16,0 0-6-16,0 0-4 15,-5 7-3-15,5 9-3 0,5 2-1 16,2 2 1-16,4 0 0 16,1 0-1-16,3-5 1 15,4 0 0-15,1-5 0 16,1-5 0-16,3-3 0 0,-6-2 0 16,2-5 1-16,-3-4-1 15,-2-7 1-15,-5 2 0 16,-6-4 0-16,1 3-1 15,-5-2 1-15,-2 4 0 16,-1 4-1-16,3 9 0 0,-9-5-1 16,9 5 0-16,-5 14 1 15,5 2-1-15,0 3 0 16,7 9 0-16,-2-1 1 0,5 2-1 16,0 1 1-16,0 1-1 15,0-2 1-15,3-2-1 16,-6 3 0-16,-2-5 0 15,-5-3 1-15,0-3-1 0,0-1-1 16,-10-3 1-16,-5-3 0 16,0 0-1-16,-8-4 1 15,1-3-1-15,-2 2 0 16,-4-4-1-16,-4-3 0 0,5 0-1 16,2 0-1-16,0 0-2 15,8-5-2-15,1 0-9 16,7-5-20-16,-4 3-41 0,13 7-1 15</inkml:trace>
  <inkml:trace contextRef="#ctx0" brushRef="#br0" timeOffset="6383.07">15180 8882 365 0,'0'0'7'0,"0"0"5"0,0 0 0 0,0 0 2 16,0 0 0-16,-2-8 0 15,2 8 1-15,0 0-1 16,9-6-6-16,2 6-4 16,6 0-6-16,-4 0-14 0,1 0-59 15,2 3-4-15</inkml:trace>
  <inkml:trace contextRef="#ctx0" brushRef="#br0" timeOffset="6533.34">15095 8975 393 0,'0'0'5'0,"0"0"3"16,0 0 0-16,5 0 0 15,-5 0 0-15,21 0 0 0,-6 0-3 16,2-3-12-16,5 3-64 15,6 0-4-15</inkml:trace>
  <inkml:trace contextRef="#ctx0" brushRef="#br0" timeOffset="6900.2">15615 8816 447 0,'0'0'4'0,"0"0"0"0,0 0 1 16,-10-7 1-16,10 7-1 16,-11 0 1-16,11 0-1 15,-14 15 1-15,9-1-4 0,1 4-1 16,1 0 0-16,3-1-1 16,3 2 1-16,9-1 0 15,-1-6-1-15,8-5 2 0,3-1-1 16,1-6 0-16,1 0 1 15,3-8 0-15,-2-7 0 16,-2-2 2-16,-6-3-1 16,-2-5-3-16,-12 0 0 15,-3 1 0-15,-10 1 0 0,-10 3 0 16,-8 8 0-16,-6 2 0 16,-3 10 0-16,-6 3 0 15,8 14-6-15,3 3-77 16,7 7-2-16</inkml:trace>
  <inkml:trace contextRef="#ctx0" brushRef="#br0" timeOffset="7783.37">14582 9782 369 0,'0'0'6'0,"0"0"4"0,5-14 1 0,2 6 1 16,2-2 2-16,2 0 0 15,4 2 0-15,2 4 0 0,-2 0-6 16,3 4-2-16,-2 8-3 16,-3 5-1-16,-1 4-1 15,-4 6-1-15,-2-1 0 16,-6 6-2-16,-6-6 0 0,-5 0 0 15,-2-2-1-15,-3-1 1 16,-6-4-1-16,5-2 1 16,-6-6 1-16,9-2 1 15,1-5 0-15,5-2 1 0,4-8 1 16,4-7-1-16,7-4 1 16,7-3 0-16,2-6-1 15,6-2 1-15,0 3-1 16,1-2 1-16,-3 6-1 0,-1 6 0 15,-3 2-1-15,-4 9 1 16,-12 8-1-16,13 0 1 16,-11 10-1-16,0 5 0 15,1 2 0-15,-3 5 0 0,5 3 0 16,2 0 0-16,1 0 0 16,2-3-1-16,2-2-1 15,3-2-5-15,-1-6-6 16,9-8-34-16,0 4-33 15,-2-8-2-15</inkml:trace>
  <inkml:trace contextRef="#ctx0" brushRef="#br0" timeOffset="8033.31">15087 9740 421 0,'0'0'6'0,"0"0"2"16,0 0 0-16,0 0 2 0,0 0-1 16,0 0 1-16,8 0 0 15,-8 0 0-15,21-5-8 16,-9 2-7-16,1-4-10 0,6-5-55 15,1 12-11-15</inkml:trace>
  <inkml:trace contextRef="#ctx0" brushRef="#br0" timeOffset="8199.33">15058 9819 346 0,'0'0'7'15,"0"0"5"-15,0 0 1 0,0 0 2 16,0 0 0-16,0 0 1 15,0 0 0-15,16 0 1 0,-4 0-7 16,8 0-7-16,4 0-10 16,4-1-18-16,1-2-53 15,8-2 0-15</inkml:trace>
  <inkml:trace contextRef="#ctx0" brushRef="#br0" timeOffset="9300.08">15444 9732 318 0,'0'0'9'16,"0"0"1"-16,0 0 4 0,-2 5 1 16,2-5 4-16,0 0-2 15,0 0 1-15,4 10 1 16,6-10-7-16,2 0-2 15,4 0-3-15,4 0-1 0,4 0-1 16,1 0 0-16,-3 0-1 16,4 0-1-16,-7-2 0 15,-1 2 0-15,-6-2 0 16,-2 2-1-16,-10 0 1 0,10 0 0 16,-10 0 0-16,0 0-3 15,0 0 0-15,0 0 0 16,-10 0 0-16,10 0 0 15,-10 2-6-15,10-2-15 0,-10-5-60 16,10 5-4-16</inkml:trace>
  <inkml:trace contextRef="#ctx0" brushRef="#br0" timeOffset="9665.99">15716 9654 404 0,'0'0'6'0,"0"0"1"0,0 0 0 16,0 0 1-16,14 0 0 15,-14 0 0-15,12 9 0 16,-4-1 1-16,1 4-6 16,1 1-2-16,0 4 1 0,3 1 0 15,-1-4-1-15,-2 1-1 16,0 0 1-16,-3-3-1 15,0-5 1-15,-7-7 0 16,9 13 0-16,-9-13 1 0,0 0-1 16,7-6 2-16,-2-2 0 15,-3-3 1-15,0-3 0 16,1-4 0-16,2 0-1 0,-2 4 1 16,-1-5-1-16,1 6-1 15,-3 1-2-15,0 1 0 16,0 11-8-16,0-12-5 15,0 12-28-15,0 0-42 0,2 5 0 16</inkml:trace>
  <inkml:trace contextRef="#ctx0" brushRef="#br0" timeOffset="10216.26">16025 9715 315 0,'0'0'2'16,"0"0"5"-16,0 0 1 16,0 0 2-16,0 0 2 0,0 0 3 15,0 0 1-15,5 13 2 16,-5-13-1-16,12 7-3 16,-4-5-1-16,2-2-1 15,2 0-2-15,3-5-1 0,0 1-2 16,-3-6-1-16,1-1-1 15,-3 0 0-15,-3-4-2 16,-5 2 1-16,-2 3-1 16,0 3-3-16,-9 0 0 0,-1 4 0 15,-3 3 0-15,-4 3 0 16,-1 7 0-16,4 2 0 16,-1 3 0-16,3 5 0 15,2 0 0-15,4-4 0 0,6 2 0 16,0-1 0-16,6-2 0 15,6-5 0-15,2-3 0 16,4-1 0-16,3-6 0 16,-2 0 0-16,1 0 0 0,0-3 0 15,-3 0 0-15,-2-1 0 16,-5 1 0-16,-10 3 0 16,14-4 0-16,-14 4 0 15,0 0 0-15,0 0 0 0,0 0 0 16,0 0 0-16,0 0 0 15,0 0 0-15,0 0 0 16,0 0 0-16,0 0 0 16,0 0 0-16,0 0 0 0,0 0-54 15,0 0-37-15</inkml:trace>
  <inkml:trace contextRef="#ctx0" brushRef="#br0" timeOffset="16117.35">14683 10756 439 0,'0'0'5'0,"3"-13"1"0,-3 13 2 0,2-10 0 16,-2 10 1-16,0 0 0 15,0 0 0-15,5 5 0 16,-5 13-4-16,0 9-1 16,0 5-4-16,0 6 0 15,0 3 0-15,0 2 0 0,5-2-4 16,1-3-12-16,1-13-55 16,-2 7-14-16</inkml:trace>
  <inkml:trace contextRef="#ctx0" brushRef="#br0" timeOffset="16783.23">14520 10981 409 0,'0'0'6'16,"0"0"1"-16,0 0 0 16,0 0 0-16,5-10 0 0,7 8 0 15,3 0 1-15,7-1-1 16,3-4-7-16,7 7-3 0,5-6-2 15,3 4-2-15,-2 0 0 16,3-1 0-16,-4 1 0 16,2-3 1-16,-10 0 4 15,-7-1 2-15,-4 2 3 0,-6 0 2 16,-12 4 1-16,0 0 1 16,-7-4 0-16,-10 4 1 15,-3 8-3-15,2-1-1 16,-4 3 0-16,2 5-1 0,4-2-1 15,7 4-1-15,-1-5 1 16,8 0-1-16,2-2 0 16,0-10 1-16,14 15-1 15,-3-12 1-15,1-3 0 16,2 0 1-16,2-5-2 0,-2-5 0 16,-1 1 0-16,-1-4 1 15,-1 1 0-15,-3-4 0 16,1 2-1-16,-2 4-1 0,-1 0 0 15,-6 10 1-15,7-8-2 16,-7 8 1-16,0 0-1 16,9 13 0-16,-1-1 0 15,-2 3 0-15,-2 0 0 0,4-3 1 16,-1 0 0-16,-2-2 1 16,-5-10-1-16,15 13 1 15,-15-13 1-15,10 0-1 16,-10 0 1-16,13-15-2 15,-6 2 1-15,0 2-1 0,0-5 0 16,4 2 0-16,-4 1-2 16,3 1 2-16,-6 4-2 15,-4 8 1-15,16-5 0 16,-16 5 0-16,10 5 0 0,-6 3 0 16,1 4 0-16,6 1-2 15,-4-1-1-15,3 3-5 16,-2-8-15-16,-8 3-55 0,9-2-5 15</inkml:trace>
  <inkml:trace contextRef="#ctx0" brushRef="#br0" timeOffset="16983.36">15220 10820 455 0,'0'0'4'15,"0"0"0"-15,0 0 2 16,0-6 0-16,0 6-1 0,18-8 1 16,-6 5 0-16,1-1-4 15,6 4-11-15,-1-6-23 16,7 6-50-16,-4 0-2 0</inkml:trace>
  <inkml:trace contextRef="#ctx0" brushRef="#br0" timeOffset="17149.4">15474 10703 426 0,'0'0'5'0,"0"0"2"16,0 0 0-16,0 0 2 15,0 0 0-15,0 14 1 16,0-3 0-16,0 7 0 16,2 4-6-16,1 0-5 0,2 6-7 15,-2-6-26-15,6 6-47 16,-1-6-3-16</inkml:trace>
  <inkml:trace contextRef="#ctx0" brushRef="#br0" timeOffset="18066.9">15863 10587 401 0,'0'0'6'16,"0"0"2"-16,-2-12 2 0,2 12-1 16,-10-7 1-16,1 7 0 15,-7 4 0-15,-5 11 1 16,5 16-6-16,-6 8-3 0,-1 10 0 16,-1 11 0-16,1 6 1 15,8 6 0-15,10-2 1 16,5-1 0-16,11-6-1 15,8-10 1-15,13 0-2 16,8-14 0-16,14-3-8 0,-1-17-12 16,-3 1-63-16,19-7-2 15</inkml:trace>
  <inkml:trace contextRef="#ctx0" brushRef="#br0" timeOffset="19449.98">16013 10912 7 0,'0'0'3'0,"0"0"0"0,0 0 7 16,0 0 4-16,0 0 8 15,0 0 4-15,-5 6 7 16,5-6 5-16,0 0 0 15,0 0 1-15,0 0-1 0,0 0-5 16,0 0-4-16,0 0-4 16,0 0-2-16,-7-4-3 15,7 4-4-15,0 0-4 16,-13-2-3-16,13 2-2 0,-12 2-3 16,12-2-1-16,-14 20-1 15,10-7-2-15,-1 7 2 16,5 0-1-16,0-4-1 15,5 5 1-15,8-4 0 0,1-2 0 16,4-6 1-16,1-1 0 16,4-6-1-16,2-2 1 15,0 0 2-15,-3-4 1 16,-2-3 0-16,-2-6 2 0,-4-2-1 16,-4 0 0-16,-7-3 0 15,-3 4-1-15,-3-6-5 16,-7 2 0-16,-4 4 0 15,-9 3 0-15,0 4 0 0,-4 6 0 16,-1 1 0-16,-1 1-12 16,7-6-66-16,7 17-7 15</inkml:trace>
  <inkml:trace contextRef="#ctx0" brushRef="#br0" timeOffset="20183.63">16204 10619 319 0,'0'0'7'0,"0"0"2"0,0 0 2 0,0 0 3 0,0 0 4 0,0 0 0 16,4-4 1-16,-4 4 0 15,0 0-5-15,0 0-3 16,11 0-3-16,-1 0-1 16,2 7-3-16,6 3 0 0,2 5-2 15,5 7 0-15,1 8 0 16,7 8-1-16,-1 1 0 15,-2 10-1-15,-1 1 1 16,-3 1 1-16,-6 4 0 0,-8-3 0 16,-10-3 1-16,-2 1 0 15,-17-6 0-15,-3-1 2 16,-12-6-5-16,2 0 0 16,-7-4 0-16,5-6 0 0,2-5 0 15,5-4 0-15,8-3 0 16,-1-8 0-16,18-7 0 15,-9 7-11-15,9-7-43 16,9-7-30-16,1 2 0 0</inkml:trace>
  <inkml:trace contextRef="#ctx0" brushRef="#br0" timeOffset="26366.26">13999 11833 391 0,'0'0'8'16,"0"0"4"-16,0 0 2 15,-1-10 2-15,1 10 2 16,0 0 0-16,-2-9 0 0,2 9-2 16,0 0-16-16,-9 7 0 15,4 11 0-15,5 4 0 16,-2 6 0-16,0 5 0 15,2 5 0-15,-3 2 0 0,3-3 0 16,-2 0 0-16,2-5 0 16,0 1 0-16,0-11 0 15,0 0 0-15,0-10 0 0,2 1-25 16,-2-13-39-16,0 0-23 16,0 0-2-16</inkml:trace>
  <inkml:trace contextRef="#ctx0" brushRef="#br0" timeOffset="26865.95">14362 11955 434 0,'0'0'5'15,"0"0"2"-15,4-12 2 16,-4 12 1-16,2-18 0 15,-2 11 1-15,-2-3-1 0,2 10 1 16,-18-12-7-16,3 12-4 16,-2 0 0-16,-4 10 0 15,5-1 0-15,-5 4 0 16,5 2 0-16,-2 2 0 0,10-2 0 16,4 1 0-16,4-3 0 15,0 2 0-15,9-5 0 16,12 2 0-16,-5-1 0 15,7-1 0-15,0-1 0 16,-2 1 0-16,-1-2 0 0,1 1 0 16,-4 1 0-16,-4 3 0 15,-6-1 0-15,-2-2 0 16,-5 0 0-16,0 2 0 0,-9-5 0 16,-5 2 0-16,-3-1 0 15,-3-4 0-15,0-4 0 16,-2 0 0-16,2 0 0 15,-1-8 0-15,10-2 0 0,-5-4 0 16,9-4 0-16,7-2 0 16,2 0 0-16,11-2 0 15,-1 3 0-15,9-6 0 16,0 10-10-16,2-3-26 0,7 4-46 16,0 0-3-16</inkml:trace>
  <inkml:trace contextRef="#ctx0" brushRef="#br0" timeOffset="27184.08">14591 11940 429 0,'0'0'6'15,"0"0"3"-15,0 0 0 16,-7 5 1-16,-3 0 1 16,-2 3-1-16,0 0 1 0,-1 10 0 15,1-2-6-15,-1 3-5 16,8 3 0-16,-2 1 0 15,7-6 0-15,7 0 0 16,0-1 0-16,6-7 0 16,4-4 0-16,3-2 0 0,3-3 0 15,-2-8 0-15,0 1 0 16,-1-8 0-16,-3 1 0 0,0-4 0 16,-7-2 0-16,-5 0 0 15,-5 0 0-15,0 2 0 16,-5-1 0-16,-2 9 0 15,-9-2 0-15,2 9 0 16,2-1-19-16,1 4-63 16,11 0-3-16</inkml:trace>
  <inkml:trace contextRef="#ctx0" brushRef="#br0" timeOffset="27415.94">14987 11889 504 0,'0'0'3'0,"0"0"1"16,0 0-4-16,0 0 0 0,-5 7 0 15,3 3 0-15,-4 2 0 16,3 3 0-16,-2 5 0 16,5 2 0-16,0 4 0 15,0-1 0-15,0 1 0 0,3 0 0 16,-3-8-18-16,0 2-66 15,0-5-3-15</inkml:trace>
  <inkml:trace contextRef="#ctx0" brushRef="#br0" timeOffset="27582.84">14860 12044 416 0,'0'0'5'15,"0"0"3"-15,0 0 1 0,0 0 1 16,0 0 0-16,0 0 1 15,0 0 0-15,5 0 0 16,12 0-4-16,3-5-6 16,6-2-9-16,10 4-27 0,1-7-45 15,4 3-3-15</inkml:trace>
  <inkml:trace contextRef="#ctx0" brushRef="#br0" timeOffset="28199.59">15444 11962 439 0,'0'0'3'0,"0"0"4"0,0-7 2 15,0 7 1-15,-2-10 1 0,2 10 0 16,-11-10 1-16,11 10-3 16,-14-2-9-16,1 2 0 15,3 7 0-15,0 6 0 16,0 0 0-16,3 4 0 0,2 0 0 15,5-1 0-15,2 0 0 16,8-1 0-16,5-5 0 16,1-3 0-16,8-2 0 15,3-5 0-15,-2 0 0 0,3-7 0 16,-1-3 0-16,-5-5 0 16,0-3 0-16,-8 3 0 15,-7-2 0-15,-7-4 0 16,-7 2 0-16,-9 5 0 0,-7 1 0 15,-4 1 0-15,-5 10 0 16,-3-1 0-16,5 6 0 16,0 19-73-16,5-10-15 15</inkml:trace>
  <inkml:trace contextRef="#ctx0" brushRef="#br0" timeOffset="28733.16">13962 12465 309 0,'0'0'6'0,"0"0"4"15,-15 3 0-15,15-3 2 16,-14 7-1-16,14-7 3 15,-15 12 1-15,15-12 0 0,2 16-4 16,23-11-3-16,15-4 0 16,20 5 1-16,22-6 1 15,22-3 1-15,20-6 0 0,18-4 0 16,15-2 1 0,9-4-1-16,3 2-4 0,0-1-7 15,-11 0 0-15,-11 4 0 16,-16 1 0-16,-23 3 0 15,-23 3 0-15,-23 1 0 0,-23 5 0 16,-21 1 0-16,-18 0 0 16,-18 0 0-16,-11 7 0 15,-6-2 0-15,-2 2 0 16,-6-2 0-16,-11 0-55 16,22 0-36-16</inkml:trace>
  <inkml:trace contextRef="#ctx0" brushRef="#br0" timeOffset="34200.01">17123 7438 221 0,'0'0'9'0,"0"0"3"0,0 0 3 16,0 0 3-16,0 0 3 15,3-9-1-15,-3 9 1 16,0 0 0-16,0 0-7 15,0 0-5-15,0 0-3 0,0 0-2 16,0 0-3-16,0 0 0 16,0 0 0-16,0 0-1 15,7 7 1-15,-7-7 0 0,1 11 0 16,-1-11-1-16,5 7 0 16,-5-7 0-16,0 0 0 15,0 12-1-15,0-12 1 0,0 0 0 16,0 0 0-16,0 0 1 15,0 0-1-15,0 0 1 16,0 0 0-16,0 0-1 16,0 0 1-16,2 8 0 15,-2-8 2-15,2 14 0 0,-2-1 0 16,3 4 0-16,-1 6 0 16,3 3 1-16,-3 10 1 15,6 0-2-15,-3 4 0 16,0 5 1-16,2 5-1 0,-2-4 2 15,0 4-1-15,0 2 1 16,1 0-1-16,-4 2 1 16,3 0-1-16,-5 2 0 15,0-1-1-15,0 1 1 0,0 1 0 16,0 0-2-16,-2 0 1 16,-1-3-1-16,1-2 0 15,-1 3 0-15,0-4-1 0,0-1 0 16,3 0-1-16,0-6 1 15,-2 1 0-15,2 0-1 16,0-5 1-16,-2-1 0 16,-1-4 0-16,1-1 0 15,2-1-1-15,-3-1 0 0,1-3 0 16,0-1 0-16,-1-3-1 16,3-1 1-16,0-4-1 15,-2 0 1-15,2 0 0 16,-6-8-1-16,6 0-1 15,0-5 0-15,0-7-3 0,-5 13-1 16,5-13-4-16,0 0-5 16,-2-13-17-16,2 13-40 15,0-25-8-15</inkml:trace>
  <inkml:trace contextRef="#ctx0" brushRef="#br0" timeOffset="35466.44">17151 7629 194 0,'0'0'6'0,"0"0"3"0,0 0 1 16,0 0 2-16,0-10 1 15,0 10 1-15,0 0 1 0,0-9 1 16,0 9-3-16,2-10-2 16,-2 10-1-16,0-12-1 15,0 12-1-15,2-16 0 0,1 7 0 16,-3-1 1-16,2-1-2 15,1 1-1-15,-3 3 1 16,2-2-1-16,-2-1 0 16,6 0-1-16,-6 0 0 15,2 0-1-15,3 2-1 0,-3 1 0 16,-2 7-1-16,10-17 0 16,-5 7-1-16,3 0 0 15,-1 3 1-15,1-3-1 16,-1 0 0-16,1-1 1 0,2-1 0 15,-6 2 0-15,6 3 1 16,-4-3-1-16,-6 10 0 16,12-15 1-16,-12 15-1 15,7-12 0-15,-7 12-1 0,12-13 1 16,-12 13-2-16,13-12 1 16,-13 12 0-16,12-12-1 15,-12 12 1-15,18-16-1 16,-11 12 1-16,4-3 0 0,-2 1 0 15,3-1 1-15,1 0-1 16,-1 2 0-16,4-2 1 16,-2-1-1-16,2 1 0 15,1 1 0-15,-2 0 0 0,2 0 0 16,-2-1-1-16,2 2 1 16,1 3 0-16,-4-1-1 15,2 1 0-15,-2 2 0 16,2 0 1-16,-2 0-1 0,1 0 0 15,0 0 1-15,-1 0-1 16,-1 0 0-16,3 5 0 16,-2-1 0-16,-4 3 0 15,3 2 0-15,-4-3 1 0,1 2-1 16,-2 2 0-16,-1-3-1 16,0 3 2-16,-4 1-1 15,2-2 1-15,-5-9 0 16,6 13-1-16,-6-13 1 0,0 12 0 15,0-12-1-15,0 8 1 16,0-8-1-16,0 0-1 16,-11 6 1-16,11-6 0 0,0 0-1 15,-7 0 1-15,7 0-1 16,0 0 1-16,0 0 0 16,0 0 0-16,0 0 0 15,0 0-1-15,0 0 1 16,-5-5 0-16,5 5-1 0,0 0 0 15,0 0 1-15,0 0-1 16,0 0 0-16,-2 11-1 16,2-11-2-16,0 10-1 15,0-10-5-15,-3 15-13 0,-10-8-54 16,13 2-2-16</inkml:trace>
  <inkml:trace contextRef="#ctx0" brushRef="#br0" timeOffset="36600.11">17143 7434 102 0,'0'0'6'15,"0"0"4"-15,0 0 5 0,0 0 4 16,-10 0 5-16,10 0 4 16,0 0 2-16,-15-7 2 15,15 7-5-15,-7-18-2 0,5 8-3 16,-1-3-4-16,0-6-2 15,3-1-4-15,0-5-2 16,0-2-2-16,6-1 0 16,1-3-1-16,3-2-2 15,-2-3 0-15,4 1 1 0,0 0-1 16,6 1 0-16,-4 1 0 16,6 2-1-16,1 0 0 15,-2 4-1-15,6 2-1 16,2 3 0-16,3 2 0 0,0 3-1 15,2 2 0-15,3 5-1 16,0 3 0-16,-1 4 0 16,1 3 0-16,-3 0 1 15,-2 7-1-15,0 6-1 0,-5 2 1 16,-3 2 1-16,-1 3-1 16,-4 2 0-16,-4 5 0 15,-1 4 0-15,-3-2 0 0,2 3 0 16,-2 0 0-16,-2 0 0 15,1 3 0-15,0 0 0 16,-1-1 1-16,0-4-2 16,1 3-1-16,-2-7-2 15,-2 2-4-15,-1-6-5 0,2 0-13 16,-3 8-47-16,-2-15-7 16</inkml:trace>
  <inkml:trace contextRef="#ctx0" brushRef="#br0" timeOffset="37000.05">17815 7147 337 0,'0'0'4'0,"0"0"2"0,0 0 1 16,0 0 2-16,0 9 3 16,0 7 1-16,0 3-1 15,-4 8 1-15,4 13-4 0,0 5-2 16,0 12-2-16,0 10-1 16,0 9-3-16,0 11 0 15,0 7 0-15,6 3 1 16,-4 4-1-16,2 1 1 15,0 2 0-15,-2-6 0 0,5 3 0 16,-2-10 0-16,-2 3-1 16,2-8-1-16,0 1 1 15,0-6-1-15,-3-1-2 16,3-4 2-16,-5-5-6 0,0-2-14 16,0-10-7-16,0-4-48 15,0-10-2-15</inkml:trace>
  <inkml:trace contextRef="#ctx0" brushRef="#br0" timeOffset="37316.68">17909 8635 323 0,'0'0'6'0,"0"20"2"0,0 0 1 0,0 10 3 15,0 4 1-15,0 9 1 16,0 4-2-16,0 5 1 15,0-5-7-15,0 1-9 16,0-7-17-16,-6-1-50 0,6-6-3 16</inkml:trace>
  <inkml:trace contextRef="#ctx0" brushRef="#br0" timeOffset="38033.06">17130 9356 322 0,'0'0'4'0,"0"0"2"16,-9 0 4-16,9 0 4 15,-7 0 3-15,7 0 0 0,0 0 2 16,-11 0 1-16,11 0-3 15,6-2-2-15,8-1-2 16,9 3-4-16,4-5-2 16,12 3 0-16,9-4-1 0,6 2-2 15,6-4 0-15,7 1-4 16,1 0 0-16,-4-4 0 16,-2 2 0-16,-4-1 0 0,-9 0 0 15,-6 3 0-15,-6-1 0 16,-10 2 0-16,-10 2 0 15,-2 2 0-15,-15 2 0 16,12 0 0-16,-12 0 0 0,0 0 0 16,-12 5 0-16,2 0 0 15,-2 0 0-15,-3 0 0 16,0-1-9-16,-3 2-4 16,-1-5-7-16,-2 5-6 15,2-6-10-15,-6 0-21 0,-2 0-14 16,2-6 1-16,0 2 9 15,-3 0 21-15,-1-2 21 16,7 6 20-16,-1 0 19 0,3 0 27 16,8 0 19-16,1 7 0 15,11-7-9-15,0 0-13 16,0 7-13-16,16-7-8 16,4 0-5-16,8 0-3 0,4 0-3 15,5-7-8-15,9 6-17 16,9-7-64-16,-2-5-4 15</inkml:trace>
  <inkml:trace contextRef="#ctx0" brushRef="#br0" timeOffset="39282.62">17551 7588 129 0,'0'0'7'0,"0"0"4"0,0 0-1 15,-5 0 2-15,5 0-2 16,-10 9 1-16,4 9 2 0,2 11 7 16,1 13 1-16,-2 25-1 15,3 15 0-15,-3 17 1 16,3 16-1-16,2 11 0 15,0 15 0-15,0 3-8 0,0-1-5 16,0-3-4-16,0-7-2 16,0-9 0-16,0-6 1 15,0-16-1-15,0-10-1 16,0-16 0-16,0-7-3 0,2-14 0 16,-2-13-4-16,0-7-1 15,-2-12-7-15,-2-9-15 16,2-2-21-16,2-12-19 15,-10 3-4-15</inkml:trace>
  <inkml:trace contextRef="#ctx0" brushRef="#br0" timeOffset="39633.25">17436 7751 106 0,'0'0'2'0,"0"0"-1"15,-5 12 5-15,3 16 14 16,2 16 8-16,-3 24 2 0,1 13 1 16,2 26-1-16,2 21-1 15,3 13-3-15,5 13-5 16,-2 2-13-16,-1-2-9 0,3-13-7 16,-3-5-13-1,-1-22-41-15,-1-5-6 0</inkml:trace>
  <inkml:trace contextRef="#ctx0" brushRef="#br0" timeOffset="40965.97">17466 7424 246 0,'0'0'7'0,"0"0"4"16,0 0 2-16,0 0 0 0,0 0 2 15,0 0-1-15,-2 14 2 16,2 4-2-16,0 12-4 15,0 8-6-15,2 8-2 0,-2 12-7 16,0-4-6-16,5 7-25 16,-3 9-32-1,2-3-3-15</inkml:trace>
  <inkml:trace contextRef="#ctx0" brushRef="#br0" timeOffset="47265.81">17767 6659 84 0,'0'0'4'0,"0"-16"2"15,-3 2 6-15,1-4 8 0,-3-4 2 16,-3-3 4-16,-4-3 1 16,-8 2 0-16,-7 6-4 15,-6 5-3-15,-4 7-4 16,-10 7-8-16,-3 2-4 0,-2 16-3 16,-8-1 1-16,-2 16 0 15,0 8 0-15,-5 10 0 16,-5 9 1-16,3 7 2 15,-6 12 1-15,3 8-1 0,3 9 1 16,4 3 0-16,1 11-1 16,11 10 1-16,8 1 0 15,3 6 1-15,10 7 0 16,9 3 0-16,6 1-1 0,12 4-2 16,5 0 0-16,7 3 0 15,8-3-1-15,13 1-1 16,6-2-2-16,3-1 0 15,8 2-1-15,13-9 0 16,2-8 0-16,9-5-1 0,16-8 0 16,1-11-1-16,6-12-1 15,6-16-2-15,1-13 2 16,0-14-1-16,2-12 0 0,-4-19 0 16,-7-14 1-16,-1-10-3 15,-6-15-3-15,-1-7-3 16,-8-12-5-16,0-8 1 0,-1-10 2 15,-6-8 1-15,-5-7 3 16,-10-10 4-16,0-11 9 16,-7-17 9-16,-3-5 11 15,-10-17 3-15,-2-12 2 16,-7-19-2-16,-3-8-1 0,-10-7-2 16,-3-3-2-16,-7 3-2 15,-7 2-5-15,-11 8-6 16,-12 9-2-16,-12 15 0 15,-15 11-1-15,-10 18 0 0,-7 15-1 16,-9 10-3-16,-9 16 0 16,3 17 0-16,-10 13-1 15,4 16-1-15,1 13 0 16,5 16-2-16,1 4-2 0,8 14-5 16,6 6-7-16,7 13-23 15,15 6-38-15,5 8-1 16</inkml:trace>
  <inkml:trace contextRef="#ctx0" brushRef="#br0" timeOffset="48482.88">14631 13399 449 0,'0'0'4'0,"0"0"1"0,0-10 1 16,0 10 0-16,2-10 1 15,-2 10 0-15,11-13 0 16,-1 12 0-16,-1 1-4 15,7 0-1-15,0 10 0 0,0 4-2 16,3 4 1-16,-1 3-1 16,0 4 0-16,-4 0-1 15,-7 2 2-15,-4 1-1 16,-3-1 0-16,-5-7 0 16,-7 5 0-16,-6-8 0 0,1-5 0 15,-1-2 1-15,2-4-1 16,3-4 0-16,1-4 1 15,7-8-1-15,1-8 1 16,8-4-1-16,8-8 0 0,2 0-1 16,3-5 1-16,7 1 0 15,1 2 0-15,-4 2 0 16,2 5 1-16,-3 6 1 0,-5 4-2 16,-2 5 0-16,-1 10 0 15,-12 0 0-15,12 10 0 16,-10 5 0-16,4 2 0 15,-4 5 0-15,3 1-2 16,0 2 2-16,2-1 0 0,4-4 2 16,1-2-4-16,2-4 0 15,4-2-9-15,0-5-24 16,1-4-48-16,9-3-3 16</inkml:trace>
  <inkml:trace contextRef="#ctx0" brushRef="#br0" timeOffset="48666.01">15125 13434 426 0,'0'0'5'0,"0"0"2"0,0 0 0 16,0 0 1-16,-4 7 1 16,4-7 0-16,0 0 1 15,0 0 1-15,13 3-6 0,3-3-6 16,0-3-13-16,8-11-63 15,6 11-5-15</inkml:trace>
  <inkml:trace contextRef="#ctx0" brushRef="#br0" timeOffset="48816.6">15183 13540 433 0,'0'0'5'15,"0"0"-2"-15,0 0 2 0,0 0 0 16,0 12 1-16,0-12 1 15,11 3-2-15,5 0-6 16,2-6-17-16,4-2-60 16,7-2-2-16</inkml:trace>
  <inkml:trace contextRef="#ctx0" brushRef="#br0" timeOffset="49165.66">15695 13340 461 0,'0'0'4'0,"0"0"1"0,0 0 0 16,-5-3 1-16,5 3 0 16,-15 3 0-16,5 7 0 15,-3-1 0-15,1 7-4 0,2 3-1 16,0 1-1-16,0 2-1 16,8 3 2-16,2-3-1 15,7-4 1-15,3-1-1 16,10-5 2-16,5-3-2 15,0-5 0-15,7-4 0 0,0-3 0 16,1-4 0-16,-1-5 0 16,-5-4 0-16,1 0 0 15,-14-9 0-15,-1 2 0 16,-10-2 0-16,-3 0 0 0,-13 0 0 16,-4 3 0-16,-8 3 0 15,-3 6 0-15,-6 6 0 16,1 7 0-16,-4 5-18 0,3 10-68 15,4 7-3-15</inkml:trace>
  <inkml:trace contextRef="#ctx0" brushRef="#br0" timeOffset="50166.39">14734 14093 394 0,'0'0'7'0,"0"0"2"0,0 0 2 16,0 0 1-16,0 0 1 15,0 0-1-15,0 0-1 16,0 0 1-16,0 0-7 0,0 12-4 16,0 3-2-16,2 0 0 15,3 5-1-15,2 2 1 16,5-2 1-16,3-5-1 16,0 0 1-16,5-6 2 0,3-6-1 15,2-1 2-15,-1-2 0 16,1-5 1-16,0-4 0 15,-3-4 1-15,0-2 3 0,-4-1-8 16,-4-1 0-16,-5 3 0 16,-7 2 0-16,-2-3 0 15,0 8 0-15,0 7 0 16,-2-10 0-16,2 10 0 16,-5 4 0-16,5 9 0 0,0 2 0 15,0 7 0 1,7 0 0-16,-2 6 0 0,2 1 0 15,0 3 0-15,1-4 0 16,-5 1 0-16,2-1 0 0,-5-1 0 16,-5-2 0-16,-9-2 0 15,0-4 0-15,-6 1 0 16,-7-5 0-16,-1 0 0 16,-2-3 0-16,2-5 0 0,-2 0 0 15,5-4 0-15,0-3 0 16,7-3 0-16,3-7-26 15,6 1-56-15,3-3-5 16</inkml:trace>
  <inkml:trace contextRef="#ctx0" brushRef="#br0" timeOffset="50465.87">15270 14179 445 0,'0'0'5'0,"0"0"2"0,0 0 3 16,0 0 0-16,0 0 1 15,0 0 0-15,9 0-1 16,-9 0-8-16,0 0-2 16,16-2 0-16,-16 2 0 0,17-8-6 15,-7 5-38-15,2 3-41 16,4-1-2-16</inkml:trace>
  <inkml:trace contextRef="#ctx0" brushRef="#br0" timeOffset="50633.23">15275 14286 399 0,'0'0'5'0,"0"0"3"16,0 0 2-16,0 0 2 15,0 0 1-15,0 0 1 0,13 0-1 16,-1 0 1-16,10-3-11 16,0-3-14-16,8-2-67 15,8-2-5-15</inkml:trace>
  <inkml:trace contextRef="#ctx0" brushRef="#br0" timeOffset="51266.27">15794 14064 374 0,'0'0'10'0,"0"0"4"0,0 0 2 16,0 0 2-16,0 0 2 15,0 0 1-15,0-11 0 0,0 11-4 16,0 0-17-16,0 0 0 16,0 0 0-16,0 12 0 15,0 3 0-15,0 2 0 16,5 4 0-16,0-4 0 16,-4 7 0-16,6 0 0 0,0-3 0 15,-2-6-31-15,-5 0-54 16,2-3-3-16</inkml:trace>
  <inkml:trace contextRef="#ctx0" brushRef="#br0" timeOffset="51599.59">15688 14149 414 0,'0'0'6'15,"0"0"4"-15,0 0 1 0,0 0 2 16,0 0 0-16,0 0 1 15,0 0 0-15,7 0 2 16,2 0-16-16,7 0 0 16,1 0 0-16,3-4 0 15,5 0 0-15,1 3 0 0,8 1 0 16,-10-5 0-16,1 5 0 16,-3-2 0-16,-7 2 0 15,-2 0 0-15,-13 0 0 0,12-3 0 16,-12 3 0-16,0 0 0 15,0 0 0-15,0 0 0 16,0 0 0-16,0 0 0 16,0 0 0-16,0 0 0 0,0 0 0 15,0 0 0-15,18 3-72 16,-18-3-20-16</inkml:trace>
  <inkml:trace contextRef="#ctx0" brushRef="#br0" timeOffset="53066.26">14619 14947 419 0,'0'0'6'0,"0"0"3"16,0 0 3-16,0 0 1 16,0 0 0-16,10 0 1 15,-10 5 0-15,2 13-3 16,-2 2-11-16,0 9 0 0,0 9 0 16,0 3 0-16,0 7 0 15,-2-1 0-15,2 1 0 16,0 0 0-16,0-5 0 15,4-4 0-15,-2-6 0 0,5-8-53 16,0 0-32-16,-2-14-3 16</inkml:trace>
  <inkml:trace contextRef="#ctx0" brushRef="#br0" timeOffset="53749.53">14479 15272 415 0,'0'0'4'0,"0"0"0"0,0 0 1 16,0 0 1-16,5 0 0 16,6-3 0-16,6 3-2 0,5-3-5 15,6-1-10-15,9 0-9 16,-1-5-1-16,10 1-3 16,-4 2 0-16,1-4 5 0,-4 3 7 15,-7-3 13-15,-2 4 13 16,-7-1 8-16,-9 5 3 15,-14 2 3-15,10-3-1 16,-10 3-2-16,-10 8-6 16,-2 4-6-16,-4 1-6 0,3 4-1 15,-3 2 0-15,2 5-6 16,3-5 0-16,6 3 0 16,3 0 0-16,2-5 0 15,2-1 0-15,5-7 0 0,2-1 0 16,3-3 0-16,3-5 0 15,0-3 0-15,0-4 0 16,-3-3 0-16,6-3 0 16,-6-1 0-16,0-4 0 0,-2-2 0 15,2 3 0-15,-2 1 0 16,-2-2 0-16,0 5 0 16,-1 2 0-16,-7 11 0 0,13-4 0 15,-13 4 0-15,12 11 0 16,-7 0 0-16,1 2 0 15,3 2 0-15,1 0 0 16,-3-1 0-16,0-1 0 16,1-3 0-16,2-3 0 15,-10-7 0-15,14 8 0 0,-3-8 0 16,-4-5 0-16,3-3 0 16,3-1 0-16,-4-1 0 15,3-3 0-15,-1-2 0 0,-1 4 0 16,-3 2 0-16,3 1 0 15,-10 8 0-15,17-4 0 16,-17 4 0-16,11 7 0 0,-4 1 0 16,-2 4 0-16,1 3 0 15,6-3 0-15,-5 4 0 16,0-5 0-16,3 2-7 16,-10-13-24-16,8 12-52 15,4-7-4-15</inkml:trace>
  <inkml:trace contextRef="#ctx0" brushRef="#br0" timeOffset="53966.65">15334 15121 465 0,'0'0'5'15,"0"0"1"-15,0 0 1 16,0 0 1-16,0 0-1 0,0 0 1 15,0 0-3-15,0 0-5 16,12 2 0-16,-12-2 0 16,21 3-2-16,-12-3-48 15,11 0-34-15,-2 0-3 0</inkml:trace>
  <inkml:trace contextRef="#ctx0" brushRef="#br0" timeOffset="54132.86">15546 15034 449 0,'0'0'4'0,"0"0"1"0,0 5 3 16,0-5 0-16,-3 20 1 16,3-5 0-16,0 7 1 15,-2 3-1-15,2 0-9 0,0 4 0 16,0-2 0-16,0 4 0 16,0-15-28-16,-18 7-55 15,18-4-4-15</inkml:trace>
  <inkml:trace contextRef="#ctx0" brushRef="#br0" timeOffset="54449.35">15866 14833 480 0,'0'0'4'16,"0"0"1"-16,-5-6 1 15,5 6 1-15,-7-6-1 16,-3 6-3-16,-3 6-3 0,-1 10 0 16,-4 13 0-16,1 9 0 15,-6 12 0-15,3 6 0 16,-3 9 0-16,7 8 0 16,4-4 0-16,1-3 0 0,9 1 0 15,2-7 0-15,9-6 0 16,9-8 0-16,10-4 0 15,-1-11 0-15,8-4 0 16,2-9 0-16,10-4 0 0,-7-8-32 16,6-6-55-16,-3-8-2 15</inkml:trace>
  <inkml:trace contextRef="#ctx0" brushRef="#br0" timeOffset="55882.93">16184 15068 401 0,'0'0'6'0,"0"0"2"16,0 0 1-16,0 0 2 16,0 0 1-16,3 6 0 15,-3-6 0-15,-5 19 1 0,-6-4-5 16,2 6-4-16,-9 1-1 16,4 6 0-16,-4-2-2 15,-1-1 0-15,-2 0 0 0,1-3 0 16,1-2-1-16,-1-5 0 15,-1 0 0-15,2-6 0 16,-1-4 0-16,5-3 0 16,0-2-1-16,5-2 0 15,1-5 1-15,1-3-1 0,5-5 1 16,3-3 0-16,0-1 0 16,3-1 1-16,5 1 0 15,1-2 0-15,1 4 0 16,3 2 1-16,1 3 0 0,4 6-2 15,-3 2 0-15,5 4 0 16,-3 4 0-16,1 6 0 16,2 3 0-16,-3 2 0 15,3 3 0-15,-3-3 0 0,3 4 0 16,-6-5 0-16,9 3 0 16,-5-6 0-16,-1 2 0 15,3-4 0-15,-3-3 0 16,-2 1 0-16,3-4 0 15,-6-3 0-15,0 2 0 0,1-2 0 16,-3 0 0-16,-10 0 0 16,15 0 0-16,-15 0 0 15,10-2 0-15,-10 2 0 0,0 0 0 16,0 0 0-16,0 0 0 16,0 0 0-16,-3-14 0 15,3-7-45-15,0 21-42 16,0-18-3-16</inkml:trace>
  <inkml:trace contextRef="#ctx0" brushRef="#br0" timeOffset="56216.26">16463 14880 454 0,'0'0'5'0,"0"0"1"15,0-9 1-15,0 9 2 0,0 0 0 16,0 0 2 0,9-5-1-16,-1 7-10 0,7 10 0 15,-3 8 0-15,8 5 0 16,-1 8 0-16,2 6 0 0,-1 5 0 16,-3 1 0-16,-4 5 0 15,-4-1 0-15,-6 3 0 16,-3-5 0-16,-7-2 0 15,-6-3 0-15,-7-2 0 0,-5-5 0 16,-5-6 0-16,1-2 0 16,-1-6 0-16,-3-3 0 15,6-7 0-15,-8 1-69 16,19-2-21-16</inkml:trace>
  <inkml:trace contextRef="#ctx0" brushRef="#br0" timeOffset="58732.94">14805 16043 413 0,'0'0'6'0,"0"0"1"16,0 0 5-16,0 0-1 15,0 0 1-15,0 0 1 16,0 0-1-16,0 9 1 0,-5 9-6 15,0 6-2-15,-3 6-5 16,4 7 0-16,-4 0 0 16,4 6 0-16,-1-4 0 15,5-1 0-15,0-7 0 16,7-6 0-16,3-5 0 0,2-10 0 16,8-5 0-16,0-5 0 15,3-7 0-15,7-8 0 16,-2-5 0-16,2-2 0 0,0-5 0 15,-5-4 0-15,3-1 0 16,-13 3 0-16,-3-6 0 16,-10 0 0-16,-2 3 0 15,-7 2 0-15,-9 6 0 0,0 2 0 16,-9 7 0-16,0 7 0 16,-3 6 0-16,1 2 0 15,5 12 0-15,0 2 0 16,4 2 0-16,3 6 0 15,8 0 0-15,5 0 0 0,2 1 0 16,9 0 0-16,8-4 0 16,4-4 0-16,6 0 0 15,5-5 0-15,3-5 0 16,8 0-5-16,-6 11-69 0,1-16-12 16</inkml:trace>
  <inkml:trace contextRef="#ctx0" brushRef="#br0" timeOffset="58933.43">15334 16193 445 0,'0'0'4'0,"0"0"3"0,-9 0 1 0,9 0 3 16,0 0-1-16,-11 3 2 15,11-3-1-15,0 0-8 0,6 2-3 16,2-2 0-16,10 0 0 15,0-5 0-15,5 3 0 16,-2-5-16-16,-8 2-69 16,8-1-3-16</inkml:trace>
  <inkml:trace contextRef="#ctx0" brushRef="#br0" timeOffset="59082.85">15325 16273 443 0,'0'0'4'0,"-13"4"3"0,13-4 1 16,-12 10 0-16,12-10 1 15,-12 13 1-15,12-13 0 16,0 12 0-16,7-9-8 16,10-3-2-16,5 0 0 0,6-5-11 15,9-15-56-15,2 10-18 16</inkml:trace>
  <inkml:trace contextRef="#ctx0" brushRef="#br0" timeOffset="59599.99">15876 16104 424 0,'0'0'5'15,"0"0"1"-15,0-10 4 0,0 10 0 16,-5-14 1-16,-3 7 1 16,-1-1 1-16,-3-1 0 15,-9 8-6-15,1 1-7 0,-2 1 0 16,-3 13 0-16,5-3 0 16,0 7 0-16,6 2 0 15,4-2 0-15,4-1 0 16,6 0 0-16,6-4 0 0,11-6 0 15,1-2 0-15,7-5 0 16,-1 0 0-16,3-10 0 16,3 1 0-16,-2-5 0 15,-3 0 0-15,-5 2 0 16,-6-1 0-16,-2 3 0 16,-1 2 0-16,-11 8 0 0,0 0 0 15,0 0 0-15,0 11 0 16,-3 3 0-16,-2 7 0 0,-5 4 0 15,0 4 0-15,1 6 0 16,-4-5 0-16,6 1 0 16,-3-2 0-16,2-1 0 15,3-6 0-15,5-1 0 0,-2-9-50 16,2-12-37-16,4 12-2 16</inkml:trace>
  <inkml:trace contextRef="#ctx0" brushRef="#br0" timeOffset="59949.36">16194 16127 473 0,'0'0'2'16,"0"0"1"-16,-10 4 2 16,10-4 0-16,-15 18 1 0,3-4 1 15,-6 7-1-15,6 1-2 16,-1 2-4-16,6 1 0 15,0-3 0-15,2 3 0 16,5-4 0-16,2-7 0 0,10-3 0 16,3-7 0-16,3-1 0 15,7-6 0-15,-5-4 0 16,5-8 0-16,-3 0 0 16,-2-7 0-16,-6-3 0 0,-3 0 0 15,-7-2 0-15,-4-1 0 16,-4 1 0-16,-9 5 0 15,-6 2 0-15,-6 5 0 0,-3 8 0 16,1 4 0-16,-3 6 0 16,2 17-39-16,12-10-48 15,2 2-3-15</inkml:trace>
  <inkml:trace contextRef="#ctx0" brushRef="#br0" timeOffset="63233.06">15493 7016 220 0,'0'0'4'0,"0"0"5"16,0 0 3-16,0 0 3 15,0 0-1-15,-2-10 1 16,2 10-1-16,0 0 0 16,0 0-4-16,0 0-4 15,-7 11-4-15,2 0-1 0,2 1-1 16,1 5-1-16,-2 4 2 16,0 4-1-16,1-1 1 15,3 3-1-15,-2 0 1 16,2 5 1-16,0 4-1 0,0-4 1 15,2 4 0-15,1-3 0 16,1 3 0-16,0 0 0 16,1 3-1-16,0-4 0 0,2 0-1 15,-2 0 0-15,3-1 0 16,-1 1 0-16,3-1 0 16,-1 1 0-16,2-3 0 15,1 0 0-15,1-4 0 0,-1 4 1 16,0 0 0-16,1-2 0 15,1-1 0-15,4 1 1 16,-3 0-1-16,0-1 1 16,2 1-1-16,1-2 1 0,4-1-1 15,-2 0 2-15,2 0-1 16,1 1 0-16,-2-4 0 16,7 1 0-16,-3-2 0 15,0 4-1-15,0-4 2 0,2-2-2 16,-1-1 1-16,2 2 1 15,0-2-2-15,-2 3 2 16,5-6-1-16,-1 6 0 16,0-2-1-16,2-3 1 0,0 1-1 15,3-1 0-15,-3 1 1 16,6-3-1-16,2 2 0 16,-3-4 1-16,5-4-1 15,-2 1 1-15,2 0-1 0,-3 2 0 16,2-3 0-16,-6-2 0 15,-3-2 0-15,2 2 0 16,-1-3-1-16,-1-3 1 0,-2 0 0 16,2 1 0-16,-2-3 0 15,0 0 0-15,-3 0 0 16,1 3-1-16,-6-3 1 16,0 0 0-16,-2 2 1 15,-5-2 1-15,0 2 0 0,-3 1 0 16,-1-3 1-16,-11 0-1 15,12 3 0-15,-12-3 0 16,7 5-1-16,-7-5 0 16,0 0 0-16,13 0 0 0,-13 0-1 15,7 0 1-15,-7 0 0 16,10 0 0-16,-10 0 0 16,13 0-1-16,-13 0 1 15,9 0-1-15,-9 0 1 0,10 0-1 16,-10 0 0-16,0 0 1 15,11 0-1-15,-11 0 1 16,0 0-1-16,12-3 1 16,-12 3 0-16,7 0-1 0,-7 0 0 15,13-2 1-15,-13 2-1 16,14-3 0-16,-14 3 1 16,18 0-1-16,-9-3 0 15,1 3 0-15,1-2 1 0,1 0-1 16,0-1-1-16,1 3 1 15,-1-3-1-15,-4 3 1 16,2-2-1-16,-10 2 1 16,14 0-1-16,-14 0 1 15,11 0-1-15,-11 0 0 0,0 0 1 16,0 0-1-16,12 0 1 16,-12 0-1-16,0 0 1 15,0 0 0-15,0 0 0 0,0 0 1 16,0 0 0-16,0 0-2 15,0 0 0-15,0 0 0 16,0 0 0-16,0 0 0 16,0 0 0-16,0 0 0 0,-7-2-5 15,7 2-11-15,0 0-14 16,-13-8-51-16,13 8-2 16</inkml:trace>
  <inkml:trace contextRef="#ctx0" brushRef="#br0" timeOffset="63799.96">17173 8464 286 0,'0'0'7'16,"0"0"4"-16,0 0 2 15,-10 8 4-15,10-8-1 0,0 0 2 16,-8 10 2-16,8-10 1 16,0 0-5-16,0 10-5 15,0-10-2-15,21 17-1 0,-7-9-1 16,2 4-1-16,3 0-1 15,1-2-2-15,0 0 0 16,-1-3 0-16,4 3 0 16,-5-2 0-16,-4-3 0 0,2 0 0 15,-7 0-1-15,-9-5 1 16,18 12-1-16,-18-12 0 16,5 18 0-16,-5-11 0 15,-5 5 0-15,-1-2 0 0,-1 2 0 16,-2 1-2-16,-2 3 0 15,1 2 0-15,1 2 0 16,-2 0 0-16,-1 0 0 0,-1 2 0 16,1 1 0-16,2-4 0 15,3 1 0-15,-1-2 0 16,1-6 0-16,2-2 0 16,5-10 0-16,-2 13 0 15,2-13 0-15,0 0 0 0,0 0 0 16,0 0 0-16,0 0-9 15,4 0-18-15,-4 0-54 16,0 0-5-16</inkml:trace>
  <inkml:trace contextRef="#ctx0" brushRef="#br0" timeOffset="74783.62">14357 16040 386 0,'0'0'1'0,"-9"-10"0"15,2 0 3-15,-4-2 2 16,4-3 0-16,-3 2 0 15,5-1 1-15,5-4-1 16,3 1 0-16,19 2 0 16,11 3-3-16,13-4 0 0,18 0-1 15,18-4 0-15,16 2 1 16,21 0 0-16,13 4 0 16,10 3 0-16,14 5 1 0,8 6-1 15,8 10 0-15,-1 7-1 16,3 5 0-16,-14 12 0 15,-2 4-1-15,-19 7 0 16,-10 6 0-16,-22 2-1 0,-15 6-1 16,-22 0 1-16,-16 5-1 15,-24-8 0-15,-22 3 1 16,-19-5-1-16,-26 1 1 0,-27-8-2 16,-19-3 2-1,-25-3 1-15,-27-7-1 0,-19-2 1 16,-17-10-1-16,-15-4 0 15,-16-6 1-15,-10-6 1 16,-8-6-2-16,-1-6 1 0,7-13 1 16,5-6 1-16,25-11 2 15,27-10 0-15,38-13 0 16,40-13 0-16,47-13 0 16,51-11 0-16,64 2-5 15,66-11 0-15,53 7 0 0,60 8 0 16,58 16 0-16,48 27 0 15,25 27-64-15,35 15-21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05:55.7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70C0"/>
    </inkml:brush>
    <inkml:brush xml:id="br4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4073 13884 326 0,'0'0'6'15,"0"0"4"-15,0 0 2 16,0 0 2-16,0 0-1 0,0 0 2 15,-5 0 0-15,5 0-1 16,-9 6-5-16,9-6-3 16,-10 14-1-16,4-4-3 15,2 0 1-15,1 0-1 0,1 3 0 16,2-1 0-16,0 0 0 16,5-5-1-16,-5-7 1 15,17 11 0-15,-5-11 1 16,1 0 1-16,-2-3 0 0,8-5 2 15,-7-1 0-15,0-3 1 16,-3-4-1-16,-2 2 0 16,-2 1 0-16,-5-4-6 15,-3 3 0-15,-6 3 0 0,-2 1 0 16,-4 3 0-16,-5 4 0 16,3 3 0-16,-3 3 0 15,0 4 0-15,6 8 0 16,-4-1 0-16,6 7 0 0,4-4 0 15,4 3 0-15,4-3 0 16,4 1 0-16,6-6 0 16,4-5 0-16,7 1 0 15,1-5 0-15,3-3 0 0,-1-3 0 16,-1-6 0-16,-3-4 0 16,0 1 0-16,-3-6 0 15,-5 0 0-15,-10 1 0 16,2 1 0-16,-4-2 0 15,-6 5 0-15,-3 4 0 0,-6 3 0 16,-2 4 0-16,-4 2 0 16,4 8 0-16,-3 1 0 15,3 8 0-15,4 1 0 0,4-3 0 16,4-1 0-16,5 2 0 16,0-4 0-16,10-4 0 15,5-3 0-15,2-5 0 16,5 0 0-16,1-8 0 0,-1-5 0 15,3 1 0-15,-5-3 0 16,-3 0 0-16,-2 0 0 16,-8-2 0-16,-7 7 0 15,0 10 0-15,-14-9 0 0,-4 9 0 16,-4 6 0-16,-6 10 0 16,2 2 0-16,-2 1 0 15,9 6-20-15,6-3-66 16,5-7-2-16</inkml:trace>
  <inkml:trace contextRef="#ctx0" brushRef="#br0" timeOffset="3201.63">10057 10282 90 0,'0'0'1'15,"0"0"6"-15,0 0 8 16,0 0-1-16,0 0 1 0,7-1 1 15,8-2 3-15,5 3 0 16,15 0 0-16,4 3-5 16,11-3-5-16,7 0-3 15,10 0 1-15,16-3-3 16,6-1-1-16,10-2-1 0,8-1 1 16,12-1-1-16,7-2 1 15,17 0 0-15,6 1 1 16,11-4 1-16,7-2-1 15,10 0 2-15,5 3 1 0,6-3 0 16,14 0-1-16,-4 0 0 16,9 0 1-16,-3 0-1 15,-1 3 0-15,6-1-2 0,2 1-1 16,-7 0-1-16,-8 4 0 16,3-1 0-16,-8 1-1 15,-1 0 0-15,-6-1 0 16,-16 5 0-16,-9-2 0 0,-12 3-1 15,-11-1 2-15,-19 0-1 16,-16 3-1-16,-17-2-1 16,-16 0-6-16,-15 2-23 15,-12 1-34-15,-13 0-5 16</inkml:trace>
  <inkml:trace contextRef="#ctx0" brushRef="#br0" timeOffset="4899.89">10184 10362 219 0,'0'0'4'0,"0"0"3"16,0-12 2-16,0 12 1 16,-7-10 0-16,7 10 3 15,-21-10 0-15,8 8 1 16,-7 2-4-16,3 0-1 0,-4 4-2 16,-2 4 0-16,-2 6-2 15,2 1 0-15,-2 3-2 16,1 2-1-16,-1 5-1 15,-2-3 0-15,4 7-1 0,-2-1-2 16,-1 4 1-16,1-3-1 16,-1 6 0-16,1 1 2 15,3 0-1-15,0 4 0 16,-3-3 1-16,5 6 1 0,1-7-1 16,3 4 1-16,2 3 1 15,1-4-1-15,3 3 1 16,3-2 0-16,-1-4 0 15,3 1 1-15,5 2-1 16,0-3 0-16,0-4-1 0,2 0 1 16,7 0-1-16,0-1 0 15,3-2 1-15,1 0-1 16,4-1 1-16,1-2-1 0,7-1 0 16,-3 0 0-16,7-2-1 15,4-1 1-15,-1-2 0 16,11 1 0-16,-1-5-1 15,4-1 1-15,2 3-1 16,9-7 1-16,3 2-1 0,7-3 1 16,2-2-1-16,6-3 1 15,4-1 0-15,8-4-1 16,10 0 1-16,-2 0 0 0,2 0-1 16,7 0 0-16,0-2 3 15,13-3-2-15,3-5 0 16,4 5 0-16,0-4 1 15,7 0 0-15,9-2-1 16,2 1 1-16,4 0-1 0,1 2 0 16,4-2 0-16,3 1 0 15,0-2 0-15,8 2 1 16,0-4-1-16,-1 3 0 0,-2 1 0 16,5-4 0-16,-8 1-1 15,3-3 1-15,-5 5-1 16,-5-2 0-16,-7-1 0 15,-8 1 0-15,-1 2 1 16,-13 0 1-16,-5 0 0 0,-13 5 0 16,-7-3 1-16,-16 1 0 15,-6 4 0-15,-11-1 2 16,-8 1 0-16,-18-2 1 0,0 2-1 16,-12 3 2-16,-6-1 1 15,-8 1-1-15,-10 0 1 16,0 0-1-16,0 0-1 15,0 0-1-15,0 0-1 0,0 0-1 16,0 0-1-16,0 0 0 16,0-10-2-16,0 10 1 15,0 0-1-15,0 0 0 16,0-10 0-16,0 10 1 0,0 0-2 16,0 0 1-16,0-8 0 15,0 8 0-15,0 0 0 16,0 0-1-16,0 0 1 0,0 0 0 15,0 0 0-15,8-10 0 16,-8 10 0-16,0 0 1 16,0 0-1-16,0 0 1 15,0 0-1-15,0 0 1 16,10-2 0-16,-10 2-1 0,12-5 0 16,1 2 1-16,-1 1-1 15,5-1 0-15,3-2 0 16,5 3 0-16,0-1 0 15,2-1 1-15,1 4-1 0,2-2 0 16,2-2 0-16,-2 2 0 16,2-1 0-16,-5 1 0 15,1 2 0-15,-9 0 0 0,-1-3 0 16,-4 1 0-16,2 2 0 16,-16 0 0-16,12-2 0 15,-12 2-1-15,0 0-3 16,0 0-5-16,0 0-6 15,0 0-35-15,0 0-32 0,0 0-1 16</inkml:trace>
  <inkml:trace contextRef="#ctx0" brushRef="#br0" timeOffset="5716.73">15787 10100 192 0,'0'0'10'0,"0"0"7"15,-13-10 0-15,13 10 7 16,0 0 3-16,-10-8 1 0,10 8 0 16,0 0-1-16,-10-6-6 15,10 6-6-15,0 18-2 16,0 2-5-16,0 10-2 0,3 9-1 15,2 11 1 1,0 10 1-16,4 4-2 0,2 5 0 16,1 4-2-16,-7-2 1 15,5 2-1-15,-5-4-1 16,0-3-1-16,-5-1 0 0,0-7 0 16,0-2 1-16,-5-5 1 15,0-3-1-15,-1-9 0 16,2-2 0-16,1-10 0 15,-2-4 1-15,3-8-2 16,-5-3 1-16,7-12 0 0,-3 10-2 16,3-10-1-16,-2-5-3 15,2-5-2-15,0-1-6 16,0-6-12-16,5-9-49 0,-3 8-9 16</inkml:trace>
  <inkml:trace contextRef="#ctx0" brushRef="#br0" timeOffset="8553.96">11249 11672 260 0,'0'0'7'0,"0"0"4"16,0 0 1-16,0 0 5 15,2-12 4-15,-2 12-1 16,0 0 3-16,4-13-1 0,-4 13-6 16,0 6-4-16,0 6-4 15,-4 6-2-15,4 11-3 16,-2 6-1-16,2 7-1 0,0 10 1 16,2 4 0-1,4 5 1-15,-1 3 1 0,0 5-1 16,0 4 1-16,-1-2 0 15,-1 1-1-15,-3 2 1 0,0 1-1 16,0-1 0-16,0-1-2 16,0 2 1-16,-3 2 0 15,-1-3 0-15,1 6-1 16,1-3 0-16,-3 2 0 0,3 0 0 16,-7-2 0-16,7-3-1 15,-3 3 1-15,3-5 0 16,-1-2 1-16,1-4-1 15,2 1 1-15,0-3 0 16,0 1 1-16,0-8-1 0,0 0-1 16,2 0 1-16,-2-2-1 15,3-4-1-15,-3-4 0 16,2-2 0-16,1-1 0 0,-1-1-1 16,-2-2 1-16,2-3 0 15,-2-3 0-15,6-1 1 16,-6-2 0-16,0 0 0 15,0-4-1-15,0-3 1 0,3 2-1 16,-3-8 2-16,0 4-2 16,0-6 0-16,0 1 0 15,0-4 0-15,0 0 0 16,0 0 0-16,0-5 0 16,0 1 0-16,0 0 0 0,0 1 0 15,0-11 0-15,2 14 0 16,-2-14 0-16,1 12 0 15,-1-12-4-15,0 0-2 16,0 7-5-16,0-7-15 0,-6-4-57 16,6 4-1-16</inkml:trace>
  <inkml:trace contextRef="#ctx0" brushRef="#br0" timeOffset="9533.76">9465 14950 138 0,'0'0'17'0,"0"0"6"0,8 0 3 16,-8 0 1-16,12 0 0 15,-12 0 0-15,10 0 1 0,0 0 0 16,-10 0-13-16,20-3-6 15,-5 3-2-15,8-2-1 16,7 0-1-16,11-4 0 16,10 2-1-16,5-2-2 0,9 1 0 15,9 1 1-15,11-4-1 16,5 2 0-16,2-1 1 16,9 3 0-16,-2-3 0 15,11 0 0-15,-1-1-1 16,3 3 0-16,3-3 0 0,-7 1 0 15,7-1-1-15,-9 1 0 16,-1 0-1-16,-5 1 0 16,-8 1 1-16,-8 3-1 15,-10-3 1-15,-4 3 1 0,-13 2 0 16,-7-3 1-16,-8 3 1 16,-12 0-2-16,-5 0 1 15,-7 0 0-15,-6 3 0 0,-12-3 0 16,12 2-2-1,-12-2-2-15,0 0-3 0,-12 5-14 16,-4-5-58-16,4 5-1 16</inkml:trace>
  <inkml:trace contextRef="#ctx0" brushRef="#br0" timeOffset="11751.81">11938 14851 292 0,'0'0'7'0,"0"0"3"16,0 0 6-16,0 0 2 16,-7-8 2-16,7 8 1 0,0 0 0 15,0 0 1-15,0 13-6 16,0 11-5-16,0 6-3 16,5 10-2-16,-1 9-2 15,1 9 1-15,2 3-2 0,1 4 0 16,2 0 0-16,-3-4-1 15,5-2 0-15,-3-6 0 16,-2-1-1-16,0-9 0 16,-2-1 0-16,1-11-1 0,-1-4 0 15,-3-2 0-15,-2-5-1 16,2-5 1-16,-2-5 1 16,0 0-1-16,0-10 0 15,0 12 0-15,0-12 0 0,0 0 0 16,0 0 0-16,0 0 1 15,0 0-1-15,0 0 0 16,0 0 1-16,-4 7-1 16,4-7 1-16,0 0-1 0,-11 3 1 15,11-3-1-15,0 0 0 16,-12 5 1-16,12-5 0 16,0 0-1-16,-12 0 1 15,12 0-1-15,-13 0 1 0,6-2-1 16,-3-1 0-16,-5 0 0 15,0 3 0-15,-5-3 0 16,-3 3-1-16,-4 0 1 0,-3 6-1 16,-2-1 1-16,-1 2 0 15,-1 0-1-15,-1 1 1 16,3 5-2-16,4-6-1 16,1-2-4-16,4-1-5 15,11-1-11-15,3 7-50 0,9-10-9 16</inkml:trace>
  <inkml:trace contextRef="#ctx0" brushRef="#br0" timeOffset="11850.38">11644 15737 444 0,'0'0'1'0,"0"0"0"0,-9 6-6 0,9-6-20 16,-12 0-51-16,12 0-1 15</inkml:trace>
  <inkml:trace contextRef="#ctx0" brushRef="#br0" timeOffset="14466.77">9568 11390 0 0,'0'0'4'16,"0"0"-1"-16,0 0 2 15,0-10-3-15,0 10 0 16,0 0-7-16,0 0-6 0</inkml:trace>
  <inkml:trace contextRef="#ctx0" brushRef="#br0" timeOffset="15716.87">9568 11390 16 0,'-11'-62'1'0,"11"62"2"15,0 0 4-15,0 0 2 0,0 0 3 16,0 0 1-16,0 0 3 15,0 0 2-15,-10 0 1 16,10 0-4-16,0 0-3 16,0 0-2-16,0 0-2 0,0 0 0 15,0 0-3-15,0 0 0 16,0 0-1-16,-5 8 1 16,5-8 2-16,-2 10-2 15,2-10 2-15,-5 10 0 0,5-10 0 16,-8 12-1-16,8-12 0 15,-12 14-1-15,12-14 1 16,-10 15-1-16,8-4 1 0,-9-1-1 16,9-2 2-16,-3 3-2 15,5 2 2-15,0-4-2 16,-3 4 0-16,3 2 0 16,0-1-1-16,-2-1-2 0,2 1-1 15,0 2 1-15,0 6-2 16,0-2 0-16,0 2 1 15,0 3-1-15,0-3 0 16,0 6 0-16,0-2 0 0,0 8 1 16,2-10-1-16,-2 3 1 15,3 0-1-15,2 0 1 16,-3 1-1-16,9 2 0 16,-9-3 0-16,5 0 0 0,-4 4 0 15,7-6 0-15,-8 8 0 16,-2-5 1-16,3 3 0 15,-3 2 0-15,3 1 0 16,-3 3 1-16,0-2 0 0,0 5 1 16,0-5-1-16,0 5 2 15,0-4-2-15,0 6 0 16,0-7-1-16,0-1 1 0,0 1-1 16,2 0 0-16,3-3-1 15,-3 1 1-15,1 1-1 16,-1-4 0-16,1 5 1 15,-1-6-1-15,3 4 1 16,-2 1 0-16,0-4 0 0,2 4 0 16,-3-6 0-16,3 7-1 15,0-8 1-15,-3 5 0 16,3-2-1-16,1-1-1 16,-4-1 2-16,5-1-1 15,-2 0 0-15,0 3 0 0,-3-5 0 16,3 1 0-16,1 2 0 15,-4-8 1-15,1 7-1 16,-1-2 0-16,-2 0 1 0,0-3-1 16,2 3 1-16,-2-3 0 15,0 3 0-15,0 2 0 16,0-5 0-16,0 6-1 16,0-6 1-16,0 6 0 0,0-5 1 15,0 5-1-15,0-6 1 16,0 3 0-16,0 0-1 15,0 0 1-15,0 2 0 16,-2-2 0-16,0 3 0 0,-1-2-2 16,3-1 1-16,0 0 1 15,0 2-1-15,0-4 0 16,0 4 1-16,0-5 0 16,0 5 0-16,0 1 0 15,0-1 0-15,0 3 2 0,0 2-2 16,3 0 0-16,-3 0 0 15,0 3-1-15,0-1-1 16,0 1 2-16,0-3-1 0,2-2 0 16,-2 2 0-16,2-1 0 15,1 0 1-15,-1-4 0 16,1 3 0-16,-1-3-1 0,-2 1 1 16,2 0 0-16,-2-2 0 15,0-4 0-15,0 3-1 16,0-5 0-16,0-1-1 15,0 2 0-15,0-4 0 16,-2-2-2-16,2 2 1 16,-2-1-2-16,-1-2-2 0,1-1-5 15,-1-1-9-15,1 1-20 16,2-13-32-16,-10 12-6 16</inkml:trace>
  <inkml:trace contextRef="#ctx0" brushRef="#br0" timeOffset="16200.22">9637 14715 333 0,'0'0'1'0,"0"0"0"16,0 0-1-16,0 9-8 15,0 6-33-15,0-5-23 0,0 0-4 16</inkml:trace>
  <inkml:trace contextRef="#ctx0" brushRef="#br0" timeOffset="17816.88">9416 14897 272 0,'0'0'8'15,"0"0"1"-15,0 0 4 16,5-9 1-16,-5 9 3 0,0 0 1 16,2-12 1-16,-2 12 2 15,-7-8-8-15,7 8-2 16,-23-7-2-16,11 4-3 15,-8 1-1-15,3 2-1 16,-4 0-2-16,-1 0 0 0,0 2 0 16,0 1 0-16,2 2-1 15,0 0 0-15,0 3-1 16,5-4 1-16,-3 6-1 0,6-3 0 16,0 6 0-16,-1-1 0 15,8 3 0-15,-2 3 0 16,4 1 0-16,3 3-1 15,0 1 1-15,3 4 0 16,2-2 0-16,0 5 0 0,3-1 0 16,1 0 0-16,-4 7 0 15,0-1 0-15,-3 4 1 16,-2-2 0-16,0 3-1 0,0 2 1 16,-2-3 0-16,-5 1 0 15,2 2 0-15,-2-5 0 16,-1-2-1-16,3-3 1 15,0 0-1-15,0-4 1 16,3 0-1-16,-3-7 0 0,0-1 1 16,2-3-1-16,-2-2 0 15,3-2 0-15,2-1 0 16,-3-5 0-16,3-7 0 0,-5 13 0 16,5-13 0-16,0 0 0 15,-2 9 0-15,2-9 0 16,0 0-1-16,0 0 1 15,0 0 0-15,0 0 0 0,0 0 0 16,0 0-1-16,0 0 0 16,0 0 0-16,0 0 1 15,0 0-1-15,10-2 0 16,0 0 0-16,2-1 0 16,5-2 0-16,10 1 1 0,3-2 0 15,5-1 0-15,8 3-1 16,6-3 2-16,6 1-1 15,7 2 0-15,8 0 1 16,0 0-1-16,6-1 0 0,6 2 1 16,3-2-1-16,2 3 0 15,8-4 1-15,-1 4-1 16,0 0 0-16,3-1 0 16,-3 3 0-16,6 0 0 0,-1-2 0 15,-5 2 0-15,-2 0 1 16,0 0-1-16,-2 0 0 15,-3 0 0-15,-7 0 0 16,-9 0 0-16,-4 2 0 0,-5-2 0 16,-9 0 0-16,-9 3 0 15,-12-1 0-15,-4-2 0 16,-10 2 0-16,-6 1 1 16,-12-3 0-16,13 3 0 0,-13-3 0 15,0 0 0-15,0 0 0 16,0 0 0-16,-5 2 0 15,5-2-1-15,0 0-2 16,0 0-3-16,0 0-1 0,0 0-5 16,0 0-11-16,0 0-25 15,9-5-25-15,-9 5-10 16</inkml:trace>
  <inkml:trace contextRef="#ctx0" brushRef="#br0" timeOffset="18116.59">11957 15202 422 0,'0'0'0'0,"0"0"1"0,0 0-1 0,0 10-2 16,0-10-12-16,0 21-58 15,8-6-3-15</inkml:trace>
  <inkml:trace contextRef="#ctx0" brushRef="#br0" timeOffset="19100.52">15794 10481 197 0,'0'0'5'0,"0"0"4"16,0 0 2-16,0 0 2 15,0 0 2-15,0 0 1 16,0 0 1-16,0 0 3 0,7-5-5 15,6 3-3-15,9 2-2 16,3-6-3-16,12 4 0 16,11-2-2-16,9-2-2 15,12 1 0-15,5-2-3 0,16 0 0 16,7 2 0-16,8-6 1 16,1 4-1-16,13-3-1 15,8-2 1-15,3-1 0 0,3-2 0 16,6 1-2-16,1-2 2 15,-1 2-1-15,2 1 1 16,-9 3 1-16,-12 0-1 16,-6 4 0-16,-12-1 0 0,-20 4 0 15,-13-3-3-15,-11 6-6 16,-19 0-7-16,-11 0-18 16,-3 0-35-16,-25 0-4 15</inkml:trace>
  <inkml:trace contextRef="#ctx0" brushRef="#br0" timeOffset="19966.59">15709 10882 232 0,'0'0'3'0,"0"0"3"0,0 0 0 0,0 0 5 0,0 0 3 15,-2-7 1-15,2 7 0 16,13-3 1-16,6 1 0 16,4 2-3-16,9 0-1 15,5-5-3-15,11 2-3 0,3-2-1 16,11-2 0-16,6 0-2 16,4 1-1-16,10-3-1 15,4-1 0-15,12-1 0 0,1 3-1 16,8-8 0-16,0 4 0 15,7-1 0-15,10-2 0 16,-2 3 1-16,-1 0-1 16,6-4 0-16,-5 5 1 0,0-2 0 15,-3 3 0-15,-7 3 0 16,-8-1 0-16,-1 3 1 16,-4 0 0-16,-12 4 0 15,-3-3 0-15,-9 2 0 16,-6 2 0-16,-7-3 0 0,-4 3-1 15,-14 0 0-15,-12-2 2 16,-9 2-1-16,-8 0 1 16,-15 0-2-16,0 0 0 15,0 0-4-15,0 0-3 0,-15-6-9 16,3 6-20-16,-8-1-38 16,5-2-6-16</inkml:trace>
  <inkml:trace contextRef="#ctx0" brushRef="#br0" timeOffset="20516.88">18413 9971 337 0,'0'0'6'0,"0"0"2"0,0 0 3 0,0 0 2 16,5-10 1-16,-5 10 0 15,0 0-1-15,0 0 1 0,0 0-4 16,2 10-4-16,-2 9-2 16,0 13-2-16,0 8 0 15,0 10 0-15,0 7 2 0,0 7-1 16,2 3-1-16,-2 2 1 16,3-1-1-16,-1-4 0 15,-2-5 0-15,0-4 0 16,0-6-2-16,0-1 1 0,-2-7 0 15,-3-5-1-15,3-10 1 16,-3-1-1-16,2-5 0 16,1-5-1-16,2-6 0 15,0-9-1-15,-2 10-1 0,2-10-2 16,0 0-1-16,0-7-3 16,0-4 0-16,0 3-2 15,2-7-4-15,-2-3-8 16,2 1-18-16,-2-5-33 15,0 0-5-15</inkml:trace>
  <inkml:trace contextRef="#ctx0" brushRef="#br0" timeOffset="20933.66">18341 9986 244 0,'0'0'7'0,"0"0"1"16,0 0 3-16,0 0 3 0,0-11 2 15,0 11 2-15,10-4 4 16,-1-2 0-16,4 6-4 15,7-4-1-15,2 4-3 0,11-3-1 16,6-2-3-16,9 3-2 16,4-3-1-16,8 0-2 15,4-3-1-15,3 1 0 0,3 2-1 16,-1-3 0-16,-7 1-1 16,0 0 1-16,-7 2-2 15,-7-1 1-15,-14 6-1 16,-4-1 1-16,-13-2-1 15,-6 3 1-15,-11 0-1 0,0 8-2 16,-9-1-4-16,-5 2-7 16,0 7-15-16,-4 1-54 15,-5 3 1-15</inkml:trace>
  <inkml:trace contextRef="#ctx0" brushRef="#br0" timeOffset="21666.54">18321 10806 201 0,'0'0'6'0,"0"0"8"16,0 0 3-16,0 0 2 15,0 0 5-15,0 8 1 16,0-8 0-16,14 6 2 0,-1-1-1 16,8-2-7-16,5 0-2 15,6-3-2-15,9 0-2 16,3-6-2-16,9 1-1 0,4-1-2 16,0-2-2-16,5-2-1 15,-4 3-2-15,-5-4-1 16,2 4-1-16,-13 0 0 15,-1 1 0-15,-9 1 0 0,-9 3 0 16,-9 0 0-16,-14 2 0 16,0 0-1-16,0 0 0 15,-10 2-1-15,-12 3-1 16,-8 3-2-16,-5-1-1 16,-10 3-1-16,-4 2 0 0,-6-2 0 15,2 1 0-15,0-1 2 16,2-2 0-16,10 0 1 15,5-3 1-15,10 0 0 16,10 0 2-16,16-5 1 0,0 0 1 16,4 2 0-16,22-2 1 15,4-4 1-15,7-4 0 16,11 3 1-16,1-4-1 16,5-2 0-16,-1 1-2 15,-9 3 1-15,-1 0-1 0,-13 1 0 16,-6 5-2-16,-11 1-2 15,-13 0-3-15,-2 4-10 16,-14 3-37-16,-3-1-29 0,-1 2-2 16</inkml:trace>
  <inkml:trace contextRef="#ctx0" brushRef="#br0" timeOffset="22533.47">19273 10300 309 0,'0'0'10'0,"0"0"4"0,0 0 3 16,0 0 2-16,0 0 1 15,-14-3 0-15,14 3 0 16,-11 0 0-16,11 0-9 0,-15 10-4 16,7-2-3-16,3 5-1 15,0-1-2-15,3-1 1 16,2 6 0-16,2-9 0 0,8 3-1 16,3-4 1-16,4-2 0 15,3-5 0-15,0 0 1 16,4-2 0-16,-6-8 0 15,0 2 1-15,-6-7-1 0,-5 1 1 16,-7-2-1-16,-2 2-3 16,-8-3 0-16,-10 4 0 15,-3 1 0-15,-1 2 0 16,-1 5 0-16,0 3 0 16,0 2 0-16,6 4 0 15,1 5 0-15,13-1 0 0,1 5 0 16,4-1 0-16,7-1 0 15,5-4 0-15,8 0 0 16,3 1 0-16,0-8 0 0,5 0 0 16,-4 0 0-16,2-6 0 15,-6-3 0-15,-3-1 0 16,-6 0 0-16,-9-2 0 16,-2 1 0-16,-10 3 0 0,-10-1 0 15,-2 5 0-15,-6 0 0 16,3 4 0-16,-2 0 0 15,3 6 0-15,4 2 0 0,4-4 0 16,16-4 0-16,-9 12 0 16,9-12 0-16,9 6 0 15,11-4 0-15,1-2 0 16,-2 0 0-16,3 0 0 16,-1-2 0-16,-4-1 0 0,-4 3 0 15,-13 0 0-15,0 0 0 16,0 0-2-16,-17 7-5 15,1-4-4-15,-2 9-16 16,4 1-56-16,-1-4 0 0</inkml:trace>
  <inkml:trace contextRef="#ctx0" brushRef="#br0" timeOffset="23967.02">10499 10967 338 0,'0'0'7'0,"0"0"3"0,0 0 4 0,-6-3 1 16,6 3-1-16,-19 3 1 15,9 1 1-15,1 9 1 0,-7-1-7 16,4 8-3-16,-1 5-2 15,1 2-1-15,7 0 0 16,3 3-1-16,2 0 0 16,7-6-2-16,8 1 0 0,5-7 1 15,5-8-1-15,2-3 0 16,3-7 1-16,5-5 1 16,-3-5 0-16,3-7 0 0,-5-6 1 15,-3-2 0-15,-2-2 0 16,-13-2-4-16,-7-6 0 15,-5 3 0-15,-17-3 0 16,-10 5 0-16,-8 6 0 16,-10 6 0-16,-2 8 0 0,-3 10 0 15,6 18 0-15,-4 23-57 16,18-7-27-16,10 2-1 16</inkml:trace>
  <inkml:trace contextRef="#ctx0" brushRef="#br0" timeOffset="29884.63">10372 13196 114 0,'0'0'2'0,"0"0"2"16,5 12 3-16,-5-4 4 0,5 6 6 15,-3 3 0-15,1 7 3 16,-1-5 0-16,4 13-1 16,-4-4-4-16,1 4-2 15,-1 5-5-15,1-3-9 0,-1 9-7 16,3-6-4-16,-3 5-3 16,3-2-2-16,-5 2-1 15,3-5-1-15,0-3 1 16,-3 2 6-16,2-4 3 15,-2-1 5-15,3-3 1 0,-1 0 3 16,-2-9 0-16,3 1 2 16,-1-5-2-16,0-3 1 15,3-4 0-15,-5-8 2 0,3 12 2 16,-3-12 1-16,0 0-1 16,0 0-2-16,0 0-1 15,0 0-6-15,0 0-15 16,-8 0-24-16,8 0-7 15</inkml:trace>
  <inkml:trace contextRef="#ctx0" brushRef="#br0" timeOffset="30333.9">10414 14219 316 0,'0'0'8'0,"0"0"2"15,0 0 4-15,0 0 1 0,0 0 5 16,0 0-1-16,0 0 1 15,0 0 0-15,0 0-6 16,0 0-5-16,-7-7-2 0,7 7-5 16,0 0-7-16,0 0-8 15,0 0-21-15,-14 0-45 16,14 0-4-16</inkml:trace>
  <inkml:trace contextRef="#ctx0" brushRef="#br0" timeOffset="30916.88">10457 14447 308 0,'0'0'5'0,"0"0"3"16,0 0 1-16,0 0 0 15,0 0 0-15,0 0 1 16,0 0 0-16,0 11 0 16,0-11-4-16,0 16-4 15,0-3-1-15,3 7 0 0,-1 0-1 16,0 5 0-16,1 2 0 15,-1 8-1-15,1-2 0 16,-1 7 1-16,-2 2-1 16,0 3 0-16,2 2 1 15,1-2-1-15,3 2-1 0,-2-2 2 16,0 1 0-16,2-3 0 16,1-6 0-16,-2 0 0 15,6-4-1-15,-4-4-1 0,0-4-3 16,0 0-5-16,-1-10-6 15,4-1-8-15,-8-4-16 16,-2-10-29-16,7 15-5 16</inkml:trace>
  <inkml:trace contextRef="#ctx0" brushRef="#br0" timeOffset="31366.77">10511 15574 401 0,'0'0'2'0,"0"0"-1"0,0 0 0 16,0 0-1-16,0 0-2 16,0 0-8-16,0 0-36 15,0 0-24-15,0 0-7 16</inkml:trace>
  <inkml:trace contextRef="#ctx0" brushRef="#br0" timeOffset="31716.88">10499 15735 297 0,'0'0'1'0,"0"0"1"16,0 0-1-16,0 0 1 0,0 15 1 16,0-3-1-16,0 0 0 15,0 9 0-15,0 3 0 16,0 9-1-16,0-1 2 0,0 5 1 16,0 8 0-16,-2-6 0 15,-2 5 1-15,4-3 0 16,0-2 0-16,0-5 0 15,0 4-2-15,0-10-1 0,0-3 0 16,4-6-2-16,-2-2-1 16,3-2 0-16,-3-5-1 15,-2-10-3-15,0 12-6 16,0-12-19-16,0 0-33 16,0 0-8-16</inkml:trace>
  <inkml:trace contextRef="#ctx0" brushRef="#br0" timeOffset="33386.58">10561 11085 158 0,'0'0'6'15,"0"0"2"-15,0 0 4 16,0 0 1-16,0 0 2 0,0 0 2 16,0 0 1-16,0 0 1 15,0 0-3-15,0 0-2 16,0 0-3-16,0 0-2 16,0 0 0-16,0 0-2 0,0 0-2 15,0 0-2-15,0 0 0 16,0 0-2-16,0 0 0 15,-2 10 0-15,2-10-1 0,-16 15-1 16,7-5-1-16,-6 2-1 16,0 6-3-16,-4 0-3 15,-6 3-5-15,-5 4-2 16,-3 0-2-16,1 2-2 16,-6 3 2-16,3-4 0 15,1 5 4-15,-1-6 4 0,5 2 5 16,-2-6 2-16,12 3 3 15,-2-6 5-15,4-4 3 16,4-2 0-16,6 1 1 0,-2-6 0 16,10-7 1-16,-7 10 2 15,7-10 1-15,0 0-2 16,-7 10 1-16,7-10 0 16,0 0-3-16,0 0-1 0,0 0-4 15,0 0-5-15,0 0-10 16,0 0-18-16,0 0-30 15,0 0-10-15</inkml:trace>
  <inkml:trace contextRef="#ctx0" brushRef="#br0" timeOffset="33900.19">9788 11739 373 0,'0'0'5'0,"0"0"2"0,0 0 0 0,0 0 0 16,0 0 0-16,0 0-1 15,0 0 0-15,0 0-4 16,0 0-12-16,0 0-16 15,0 0-47-15,10 4-3 16</inkml:trace>
  <inkml:trace contextRef="#ctx0" brushRef="#br0" timeOffset="34466.97">9652 11871 203 0,'0'0'6'0,"0"0"4"0,-10 7-1 0,10-7 3 16,-17 12 1-16,4-5 0 0,-4 4 0 15,-3 3 0-15,-3 1-5 16,-2 3-2-16,1-1-2 16,-3 5-2-16,-3-2-2 15,0 5-1-15,-2 0-1 0,2 2-1 16,-1-2 0-16,2 2-2 15,-1-5-1-15,-2 3-1 16,2 3 2-16,3-6 0 16,2 3-4-16,0-6-5 0,5 1-3 15,0-5-3-15,3 5-5 16,2-13-11-16,8 3-22 16,7-10-1-16</inkml:trace>
  <inkml:trace contextRef="#ctx0" brushRef="#br0" timeOffset="34666.79">9055 12339 265 0,'0'0'1'0,"0"0"-2"16,0 0-8-16,0 0-32 16,-7 2-16-16</inkml:trace>
  <inkml:trace contextRef="#ctx0" brushRef="#br0" timeOffset="35816.72">10823 10850 326 0,'0'0'6'0,"0"0"2"15,0 0 1-15,0 0 1 0,-6 0 1 16,6 0-1-16,0 0 1 15,0 0 0-15,0 0-7 16,0 0-2-16,0 0-5 16,-10 0-12-16,10-7-50 0,0 7-8 15</inkml:trace>
  <inkml:trace contextRef="#ctx0" brushRef="#br0" timeOffset="36516.65">10966 10726 142 0,'0'0'6'15,"0"0"2"-15,0 0 3 16,0 0 0-16,0 0 0 0,0 0 0 15,0 0-1-15,2-5 1 16,-2 5-4-16,0 0-4 16,11-9-1-16,-11 9 0 15,12-13 1-15,-2 6 3 0,3-6 0 16,-1-2 0-16,3 0 0 16,7-5 0-16,0-2-2 15,6-3 2-15,-1-4-9 16,8-6-14-16,4-2-18 0,7-6-17 15,5 2-11-15</inkml:trace>
  <inkml:trace contextRef="#ctx0" brushRef="#br0" timeOffset="36834.01">11610 10183 341 0,'0'0'2'0,"0"0"-1"0,0 0 0 0,0 0-10 16,-8 13-48-16,8-13-10 16</inkml:trace>
  <inkml:trace contextRef="#ctx0" brushRef="#br0" timeOffset="39084.6">14939 10703 117 0,'0'0'6'0,"0"0"2"0,0 0 4 15,0 0 0-15,0 0-1 16,0 0 0-16,0 0-1 15,0 0 1-15,0 0-5 16,7 0-3-16,-7 0 0 0,0 0-1 16,13-2 2-16,-13 2 2 15,21 0 2-15,-7 0-3 16,6-2 1-16,-3-1 0 16,8 3-1-16,6-2-2 0,-2 2-2 15,5-2 0-15,-4 2-1 16,7 0 1-16,-8 0-2 15,13-3 1-15,-10 1 0 16,2-1 0-16,1 1-2 0,0-1-1 16,2-2-6-16,-5 3-1 15,3-3-8-15,-8 5-8 16,3-5-9-16,-5 5-10 16,-2-5-8-16</inkml:trace>
  <inkml:trace contextRef="#ctx0" brushRef="#br0" timeOffset="40067.9">15898 10634 182 0,'0'0'6'0,"0"0"2"16,0 0 1-16,0 0 1 0,0 0 2 16,0 0 0-16,0 0-1 15,0 0-1-15,0 0-4 16,0 0-4-16,0 0-1 16,0 0-1-16,0 0-1 0,0 0 0 15,0 0 1-15,0 0 0 16,0 0 1-16,2 9 0 15,-2-9-1-15,0 0-2 16,13 0-5-16,-13 0-4 0,12 0-8 16,-12 0-4-16,16 0-2 15,-16 0-1-15,14 0 1 16,-5 0 2-16,3-4 4 0,-3 2 7 16,4 2 9-16,-1-5 6 15,3 5 3-15,2-3 4 16,-1-1 4-16,1 1 0 15,1 0-1-15,1 3 0 16,-1-1-2-16,-2-2 0 16,5 0-3-16,-1 3-3 0,-2-3-1 15,6 1-3-15,-6 0 0 16,1 2-2-16,-4-2 0 16,0-1-1-16,-2 3-1 0,-1 0 2 15,-12 0 0-15,12 0-1 16,-12 0-2-16,0 0-2 15,0 0 1-15,0 0-2 16,0 0 0-16,0 0-3 0,0 0-4 16,0 0-14-16,0 5-7 15,0-5-8-15</inkml:trace>
  <inkml:trace contextRef="#ctx0" brushRef="#br0" timeOffset="40734.08">16549 10582 169 0,'0'0'2'0,"0"0"-1"15,0 0 0-15,0 0-2 0,0 0 0 16,0 0 2-16,0 0 0 15,6 0 2-15,-6 0-2 16,14 0-1-16,-14 0 1 16,18 0-1-16,-4 0-2 0,2 0-5 15,1 0-1-15,3-2-5 16,0 2-1-16,2-2 0 16,3-1-2-16,0 0 1 15,0 1 6-15,-6 0-1 0,6-1 3 16,-5 0 2-16,-3 3 3 15,-1-2 4-15,-2 2 7 16,-14 0 4-16,12-3 5 0,-12 3 2 16,0 0 0-16,0 0 0 15,0 0-1-15,0 0-3 16,0 0-7-16,-4 3-10 16,4-3-13-16,0 0-19 15,-10 5-21-15</inkml:trace>
  <inkml:trace contextRef="#ctx0" brushRef="#br0" timeOffset="42467.08">17074 10587 141 0,'0'0'3'0,"0"0"0"0,10-2 0 16,-10 2-2-16,14 0-2 16,-1-3-1-16,2 1-3 15,2 2-7-15,-2-2-12 16,5-1-12-16,-3 0-3 16</inkml:trace>
  <inkml:trace contextRef="#ctx0" brushRef="#br1" timeOffset="48933.69">10457 14343 288 0,'0'0'7'0,"0"0"3"15,0 0 4-15,0 0 5 0,0 0 0 16,0 0 3-16,0-10 0 16,0 10-1-16,0 0-4 15,0 0-4-15,0 13-4 16,3 5-3-16,-1 8-2 16,3 8-1-16,0 6 0 0,2 12 0 15,3 5-1-15,-2 9-1 16,1-3 1-16,-1 9-1 15,0-3 0-15,1 3 0 16,-4 0 0-16,0-2 0 0,1-4 0 16,-4-2 1-16,1-2-1 15,-1-4 0-15,0-4 1 16,-2-3-1-16,0-3 0 16,0-6-1-16,0-4 1 0,0-9-2 15,-2-1 0-15,0-9-2 16,2-6-1-16,-3-4-2 15,3-9-2-15,0 0-2 16,0 0-4-16,0-4-6 0,-2-9-11 16,2-15-36-16,0 4-12 15</inkml:trace>
  <inkml:trace contextRef="#ctx0" brushRef="#br1" timeOffset="49986.02">10467 14458 315 0,'0'0'4'0,"0"0"4"0,-3-11 4 16,3 11 2-16,0 0 4 15,-2-10 0-15,2 10 1 16,0 0 1-16,-2 10-3 0,-1 7-3 16,3 10-3-16,0 10-3 15,3 11-1-15,-1 9-1 16,5 7 0-16,-2 11-2 16,2 1 0-16,4 3-1 15,-4 6 0-15,0-1-3 0,-2 0 0 16,1-5 0-16,-1 1 0 15,-1-3 0-15,1-8 0 16,-5-2 0-16,3-3 0 16,-1-12 0-16,-2-5 0 0,0-4 0 15,0-16 0-15,0-3 0 16,0-9 0-16,0-15 0 16,0 0 0-16,0 0 0 15,2-19 0-15,-2-9 0 0,3-4 0 16,-3-8-4-16,2-9 0 15,-2-5-1-15,0-8-1 16,0-3 0-16,0-6-1 0,-5-1 1 16,3-1 0-16,-3-1 0 15,0 0 1-15,-2 4 1 16,-1-1 2-16,3 5 0 16,-4 5 2-16,1 4 3 15,-5 4 0-15,6 7 1 0,0 2 0 16,2 9 2-1,5 3-1-15,-2 2 0 0,2 8 0 16,2 2-1-16,1 3 0 16,-1 4-1-16,3 3 0 0,-5 10-1 15,0 0 0-15,7 2 0 16,-2 16-1-16,-5 5 0 16,6 11 0-16,-4 8 0 15,3 10 0-15,0 8 0 0,-3 7-1 16,5 2 2-16,-7 4-2 15,5 0 0-15,-2-1 0 16,0-5 0-16,-1-4 0 16,-2-7 0-16,0-7 0 15,0-9 0-15,0-8 0 0,0-9 0 16,0-6 0-16,0-17 0 16,0 0 0-16,0 0 0 15,0-25-2-15,0-3 2 16,-2-11-1-16,-4-7 1 0,1-12-1 15,-4-6 2-15,-1-11-1 16,-3-3 1-16,3-1-1 16,1 2 0-16,-2-1 0 0,2 6 0 15,-1 6 0-15,2 1 0 16,3 10 0-16,-2 4 0 16,4 6 0-16,-2 0 0 15,3 11 0-15,2 4 2 0,0 8-2 16,-2 4-2-16,2 8 2 15,0 10 0-15,0 0 0 16,0 8-1-16,2 9 1 16,3 3 0-16,-3 7 0 15,3 4 0-15,2-2 0 0,-2 3-1 16,1-2-3-16,-1-6-3 16,2-1-9-16,-5-9-23 15,-2-14-45-15,12 11 0 0</inkml:trace>
  <inkml:trace contextRef="#ctx0" brushRef="#br1" timeOffset="51133.69">10414 14159 328 0,'0'0'8'0,"0"0"5"0,0 0 3 16,0 0 4-16,0 0 1 15,0 0 0-15,0 0-1 16,0 0 2-16,0 0-9 0,0 7-3 15,-2 11-4-15,-5 5-3 16,-3 4 0-16,-3 8-1 16,-1-1 1-16,-7 6-1 15,5-3-2-15,-2 3 0 16,0-6 0-16,-1-1 0 0,3-6 0 16,2-5 0-16,1 0 0 15,1-7 0-15,2-5 0 16,10-10 0-16,-13 10 0 15,13-10 0-15,0 0 0 0,0 0 0 16,-5-10 0-16,5 10 0 16,3-17 0-16,-1 4 0 15,6-1 0-15,0-1 0 0,1-2 0 16,3-1 0-16,6-2 0 16,-6-2 0-16,8-1 0 15,-2 1 0-15,-1 0 0 16,3-3 0-16,0 3 0 0,-3-3 0 15,-1 6 0-15,-2-4 0 16,-2 3 0-16,4 1 0 16,-7 1 0-16,4 6 0 15,-8-2 0-15,2 3 0 16,-2 1 0-16,-5 10 0 0,11-13 0 16,-11 13 0-16,0 0 0 15,0 0 0-15,0 0 0 16,4-9 0-16,-4 9 0 15,0 0 0-15,0 0 0 16,0 0 0-16,0 0 0 0,0 0 0 16,-4 1 0-16,4-1 0 15,0 0 0-15,-13 0 0 0,13 0 0 16,0 0 0-16,-10 4 0 16,10-4 0-16,0 0 0 15,0 0 0-15,0 0 0 16,0 0 0-16,0 0 0 0,0 0 0 15,0 0 0-15,0 13 0 16,0-2 0-16,10 7 0 16,3 2 0-16,1 2 0 15,1 10 0-15,5-4 0 16,2 4 0-16,-1-6 0 0,0 4 0 16,2-2 0-16,-3-6 0 15,-1 0 0-15,-1-5 0 16,-3-1 0-16,-2-1 0 15,-4-5 0-15,1-1 0 0,-10-9 0 16,13 11 0-16,-13-11 0 16,0 0 0-16,0 0 0 15,0 0 0-15,0 0 0 0,2-11 0 16,-2 11 0-16,-6-14 0 16,3 6 0-16,-6-2 0 15,9 10 0-15,-16-20-6 16,5 5-83-16,1 7-2 0</inkml:trace>
  <inkml:trace contextRef="#ctx0" brushRef="#br1" timeOffset="52016.58">10460 14239 325 0,'0'0'7'15,"0"0"3"-15,0 0 2 0,0 0 4 16,0 0 0-16,0 0 1 16,-13 0 1-16,3 5 0 15,-2 3-5-15,-1 4-3 16,-4 1-3-16,-3 3-1 16,0 5-1-16,-4 1-1 0,-1 0-1 15,-3 0 0-15,5-2-1 16,-4 0-1-16,5-3 1 15,2-2-1-15,2-3-1 16,4-4 1-16,3-3 0 0,2 0-1 16,9-5 0-16,-11 2 0 15,11-2 0-15,0 0 0 16,8-5-1-16,4-2 1 16,1-3 0-16,2-3 0 0,3 1 1 15,4-3-1-15,2-2 1 16,1 2 0-16,-3-5 0 15,6 0 1-15,-5 3-1 16,1-2 1-16,-4 3 0 0,0-1 1 16,-3 2-3-16,-4-2 0 15,-1 4 0-15,-2 1 0 16,-2 4 0-16,-8 8 0 16,5-12 0-16,-5 12 0 15,0 0 0-15,0 0 0 0,0 0 0 16,0 0 0-16,0 0 0 15,0 8 0-15,0 2 0 16,0-3 0-16,0 8 0 0,0 0 0 16,5-1 0-16,0 2 0 15,2 1 0-15,3 3 0 16,2 0 0-16,1-1 0 0,4 3 0 16,1-4 0-16,1 1 0 15,-1 1 0-15,-1-5 0 16,1 0 0-16,2 0 0 15,-6-5 0-15,2 0 0 16,-4-3 0-16,0 1 0 16,-4-5 0-16,-8-3 0 0,12 7 0 15,-12-7 0-15,0 0 0 16,0 0 0-16,0 0 0 16,0-7 0-16,0 7 0 0,-9-11 0 15,9 11 0-15,-16-14 0 16,16 14-5-16,-9 0-84 15,9 0-1-15</inkml:trace>
  <inkml:trace contextRef="#ctx0" brushRef="#br1" timeOffset="56316.61">10519 11120 121 0,'0'0'12'16,"0"0"3"-16,0 0 6 0,0 0 4 15,0 0 3-15,0 0 0 16,0 0 1-16,0 0-1 16,0 0-8-16,0 0-4 15,-5 2-4-15,5-2-2 0,0 0-3 16,-8 10 0-16,8-10 1 16,0 0-1-16,-13 11-1 15,13-11 0-15,-12 8-1 16,12-8 1-16,-12 14-2 0,12-14 1 15,-14 14-2-15,14-14 1 16,-18 15-1-16,8-5-1 16,0-2-1-16,0 2 0 0,0-3 0 15,0 1 0-15,0 1-1 16,1-2 1-16,-2 2-1 16,1 0 1-16,3 1-1 15,-2-2 1-15,0-4-1 0,2 6 1 16,0-2-1-16,-4 2 1 15,2 0-1-15,-1-2 1 16,0 0-1-16,2 2 1 16,1-2-1-16,-3-1 0 15,0 1 1-15,10-8-1 0,-15 17 1 16,6-9-1-16,9-8 0 16,-18 15 1-16,11-9-1 15,-4 5 0-15,-1-4 1 16,2 3-1-16,-3-2 1 0,4 2-1 15,-1-3 0-15,-3 1 0 16,1-1 1-16,5 3-1 16,-4-2 0-16,4-1 0 15,-2 0 0-15,1 1 0 0,-5-1 1 16,6 3-1-16,-6-3 0 16,6 3 0-16,-3-2 1 15,-3 2-1-15,1-3 0 0,3 1 0 16,-4 2 0-16,3-3 0 15,-1 6 0-15,2-5-1 16,-1 0 1-16,0 0-1 16,0-1 1-16,3 3-1 0,-3-2 0 15,0-1 2-15,2 1-1 16,-1-2 0-16,9-6 0 16,-16 14 0-16,7-7 0 15,9-7 0-15,-17 12 0 16,17-12 0-16,-16 15 0 0,7-7 0 15,-2-1 0-15,1 1 1 16,1-2-1-16,-1 3 0 16,0-2 0-16,2 0 0 15,-1 4 0-15,-2-4 0 0,2 0 0 16,-1 0 0-16,-1 1 0 16,2-1 0-16,-1 1 0 15,-1 0 0-15,2 0 1 16,-1 1-1-16,0 0 0 0,-2 1 0 15,-3 0 0-15,2 0 0 16,0 0 0-16,1-3 0 16,0 3 0-16,-3 1 1 0,2-4-1 15,2 0 0-15,0 4 0 16,-1-4 0-16,-1 0 0 16,3 0 0-16,1 3 0 15,-1-2 0-15,-3 2 0 16,3-1 0-16,-5 2 0 0,5-4 0 15,1 0 0-15,-4 4 0 16,3-4 0-16,1-2 0 16,-2 2 1-16,1 0-2 15,10-7 2-15,-15 13-1 0,15-13 0 16,-17 12 0-16,17-12 0 16,-18 13 0-16,18-13 0 15,-14 12 0-15,4-4 0 16,2-4 0-16,-2 3 0 15,3-1 0-15,-3 1 0 0,10-7 0 16,-17 12 0-16,7-4 0 16,-1-1 0-16,2-1 0 0,-1 1 0 15,2 1 0-15,-4-1 0 16,-1 3 0-16,3-2 0 16,3 0 0-16,-5 1 0 15,2-2 0-15,0 0 0 0,3 1 0 16,-4-1 0-16,11-7 0 15,-14 10 0-15,14-10 0 16,-18 10 0-16,8-2 0 16,10-8 0-16,-15 9-1 15,15-9 2-15,-15 11-2 0,15-11 1 16,-12 7 1-16,12-7-2 16,-10 10 1-16,10-10 0 15,-10 7 0-15,10-7 0 0,0 0 0 16,-9 7 0-16,9-7 0 15,0 0 0-15,0 0 0 16,0 0 0-16,0 0 0 16,0 0 0-16,0 0-1 0,0 0 0 15,0 0 1-15,0 0-1 16,0 0 1-16,0 0 0 16,0 0 0-16,6-5 1 15,-6 5 0-15,15-9 1 0,-7 4-1 16,2-3 1-16,0 4 0 15,3-7 0-15,-1 2 1 16,3-4-1-16,2 1 0 0,-2-4 1 16,2 4-1-16,1-2 0 15,-1 1-1-15,3 1 1 16,-3-3-1-16,3 2 0 16,0 1 1-16,-3 1-1 15,3-3 1-15,-2 3-1 0,1-6 0 16,4 6 0-16,-3-4 0 15,-3 0 0-15,6 3 0 16,-6-1-1-16,3-2 1 16,0 2 0-16,-3-1 0 15,3-1 1-15,-3 0-1 0,6 3 0 16,-6-1 1-16,0 1 0 16,3-2-1-16,-2 1 1 15,-1 3 0-15,1-3-2 0,-1 5 0 16,1-9 0-16,-4 6 0 15,1-3 0-15,0 3 0 16,3-4 0-16,-4 2 0 0,3 1 0 16,-2 0 0-16,3-3 0 15,-3 3 0-15,0-1 0 16,-3 3 0-16,4-2 0 16,-2-1 0-16,-1 4 0 15,-1-4 0-15,-2 2 0 0,3 3 0 16,-1-5 0-16,-2 3 0 15,2 0 0-15,0-3 0 16,0 5 0-16,1-6 0 16,3 3 0-16,-4-2 0 0,0 3 0 15,1-3 0-15,-1 3 0 16,-2-2 0-16,2 2 0 16,-2 1 0-16,1-2 0 15,-4 4 0-15,3-3 0 0,-10 10 0 16,15-15 0-16,-15 15 0 15,12-18 0-15,-2 11 0 16,0-3 0-16,0 2 0 0,-3 0 0 16,4-1 0-16,-4 1 0 15,2 0 0-15,-1 0 0 16,2 1 0-16,-10 7 0 16,15-16 0-16,-8 7 0 0,4 1 0 15,-2 2 0-15,1-5 0 16,0 4 0-16,2 0 0 15,-2-4 0-15,1 4 0 16,-2-3 0-16,1 2 0 16,1 1 0-16,-4 0 0 0,2-1 0 15,0 0 0-15,0-1 0 16,3 1 0-16,-1-2 0 16,-4 3 0-16,3 0 0 15,-1-1 0-15,2 1 0 0,-4-3 0 16,5 0 0-16,-1 2 0 15,0-2 0-15,3-1 0 16,-5 0 0-16,3 1 0 0,1 0 0 16,-3 3 0-16,0-1 0 15,-10 8 0-15,15-15 0 16,-15 15 0-16,10-9 0 16,-10 9 0-16,0 0 0 0,9-9 0 15,-9 9 0-15,0 0 0 16,0 0 0-16,0 0 0 15,0 0 0-15,0 0 0 16,0 0 0-16,0 0 0 0,0 0 0 16,0 6 0-16,0-6-11 15,-17 17-74-15,8-1-1 16</inkml:trace>
  <inkml:trace contextRef="#ctx0" brushRef="#br1" timeOffset="58850.22">8973 12289 195 0,'0'0'6'0,"0"0"3"0,0 0 4 16,0 0 3-16,-5 10 1 15,5-10 5-15,0 0 1 0,-2 8 4 16,2-8-3-16,0 0-1 15,0 0-2-15,0 0-2 16,0 0-1-16,0 0-2 16,0-8-2-16,2-2-3 0,1 0-2 15,2-3 0-15,0-1 0 16,2-3-2-16,3-3-4 16,1-2-3-16,1-3 0 0,3 0 0 15,-3-2 0-15,0-2 0 16,1 1 0-16,2 1 0 15,-2 3 0-15,-4-1 0 16,1 2 0-16,-3 6 0 0,1-1 0 16,-1 7 0-16,-2-3 0 15,0 4 0-15,-5 10 0 16,5-9 0-16,-5 9 0 16,0 0 0-16,0 0 0 15,0 0 0-15,0 0 0 0,0 0 0 16,0 0 0-16,0 0 0 15,0 0 0-15,-10 8 0 16,5 0 0-16,-2 3 0 16,-3 3 0-16,2-1 0 0,-1 7 0 15,2 1 0-15,-6 4 0 16,3 0 0-16,-3 6 0 16,3-4 0-16,1 3 0 15,-1-5 0-15,-1 1 0 0,2-2 0 16,4-8 0-16,-3-1 0 15,3 0 0-15,3-9 0 16,2-6 0-16,-3 14 0 0,3-14 0 16,0 0 0-16,0 0 0 15,5-10 0-15,0 0 0 16,5-5 0-16,0-5 0 16,0-2 0-16,5-9 0 15,-1 0 0-15,4-4 0 0,0-2 0 16,-1-3 0-16,1 2 0 15,1 2 0-15,-4 2 0 16,0 6 0-16,-2 6 0 16,-6 4 0-16,0 6 0 0,-7 12 0 15,0 0 0-15,0 0 0 16,-2 7 0-16,-3 13 0 16,-4 3 0-16,-5 7 0 0,-1 4 0 15,3 1 0-15,-2 4 0 16,-2-2 0-16,4 0 0 15,-3-4 0-15,3-3 0 16,2-6 0-16,5-6 0 0,-1-4 0 16,6-14 0-16,-4 13 0 15,4-13 0-15,0 0 0 16,4-7 0-16,2-3 0 16,-1-2 0-16,0 2 0 0,0-3 0 15,0 6 0-15,-5 7 0 16,2-10 0-16,-2 10 0 15,-2 6 0-15,-6 8 0 16,1 0 0-16,-4 4 0 0,-1 4 0 16,0 0 0-16,-1 0 0 15,-1 3 0-15,1-5 0 16,1 3 0-16,-1-6 0 16,1-2 0-16,2-1 0 0,3-1 0 15,-1-6 0-15,8-7 0 16,-12 13 0-16,12-13 0 15,0 0 0-15,-7 10 0 16,7-10 0-16,0 0 0 0,0 0 0 16,0 0 0-16,0 0 0 15,0 0 0-15,0 0 0 16,0 0 0-16,0 0 0 16,0 0 0-16,0 0 0 0,0 0 0 15,0 0 0-15,0 0 0 16,0 0 0-16,0 0 0 15,2-5 0-15,-2 5 0 16,0 0 0-16,0 0 0 16,10-5 0-16,-10 5 0 0,0 0 0 15,15-8 0-15,-15 8 0 16,15-9 0-16,-6 6 0 16,4 0 0-16,-1-2 0 15,4 3 0-15,3-3 0 0,-1 3 0 16,4-1 0-16,-2-1 0 15,2 1 0-15,-2-3 0 16,2 5 0-16,-2-2 0 0,1-2 0 16,-2 2 0-16,-1-1 0 15,-4-1 0-15,4 0 0 16,-6 2 0-16,1 1 0 0,-4-1 0 16,1 0 0-16,-10 3 0 15,0 0 0-15,8 0 0 16,-8 0 0-16,0 0 0 15,0 0 0-15,0 0 0 0,0 0 0 16,0 0 0-16,-6 0 0 16,6 0 0-16,-12 6 0 15,3-1 0-15,-4-5 0 16,3 5 0-16,-5-5 0 16,0 2 0-16,0 1 0 0,1-3 0 15,-4 2 0-15,-2 0 0 16,0 1 0-16,0 2 0 15,1-2 0-15,-4-2 0 16,0 2 0-16,4 3 0 0,-1-4 0 16,6 0 0-16,1 1 0 15,3-3 0-15,10 0 0 16,0 0 0-16,0 0 0 0,10 0 0 16,5 0 0-16,7 0 0 15,3 0 0-15,2 0 0 16,3-3 0-16,0 1 0 15,2-3 0-15,0 2 0 0,-4 0 0 16,-1 2 0-16,1-5 0 16,-3 4 0-16,-4-3 0 15,0 3 0-15,-7-1 0 16,-1 1 0-16,-1 2 0 16,-12 0 0-16,15-5 0 0,-15 5 0 15,0 0 0-15,0 0 0 16,0 0 0-16,-9 1 0 15,1 3 0-15,-4-2 0 16,-4-2 0-16,2 3 0 0,-6-1 0 16,3-2 0-16,-4 2 0 15,-1-2 0-15,3 0 0 16,-2 3 0-16,4-1 0 16,-3-2 0-16,5 3 0 0,3 0 0 15,2-3 0-15,10 0 0 16,0 0 0-16,0 0 0 15,0 0 0-15,7 0 0 0,8-3 0 16,5 0 0-16,0 1 0 16,2-1 0-16,3-1 0 15,0 1 0-15,0 1 0 16,0-3 0-16,-6 2 0 16,2-2 0-16,-2 0 0 15,-4 3 0-15,-3-3 0 0,-1 2 0 16,-11 3 0-16,10-2 0 15,-10 2 0-15,0 0 0 16,-5 0 0-16,5 0 0 0,-18 7 0 16,6 0 0-16,-6-1 0 15,6 4 0-15,-6-5 0 16,11 2-20-16,7-7-68 0,-12 8-4 16</inkml:trace>
  <inkml:trace contextRef="#ctx0" brushRef="#br1" timeOffset="61684.86">15812 10657 4 0,'0'0'6'0,"0"0"2"15,0 0 1-15,0 0 3 0,0 0 1 16,0 0 3-16,0 0-1 16,0 0 2-16,0 0-1 15,-8-6 2-15,8 6 2 0,0 0 2 16,0 0 0-16,0 0 3 15,0 0 1-15,0 0-2 16,0 0 0-16,0 0-5 16,0 0-3-16,0 0-3 15,0 0-3-15,0 0-2 0,0 0-1 16,0 0-2-16,0 0-2 16,0 0 0-16,0 0 1 15,0 0 0-15,0 0 4 0,0 0 0 16,0 0 0-16,4 6 1 15,7-6 1-15,1 2-1 16,4-2 1-16,3 0-2 16,3 0-3-16,3 0-1 15,5 0 0-15,5 0 0 0,0-2-1 16,6-1-1-16,2-2 1 16,4 3-1-16,3-2 0 15,3-2 0-15,-4 1 0 16,3-1-1-16,-2 2 1 0,-3-3 0 15,3 1 0-15,-8 2 1 16,0-4-1-16,-4 1 1 16,-6 2-1-16,-2 0 0 0,-6 3-2 15,-6-4 0-15,0 4 0 16,-9 0 0-16,-9 2 0 16,10-3 0-16,-10 3 0 15,0 0 0-15,0 0 0 0,0 0 0 16,0 0 0-16,0 0 0 15,0 0 0-15,0 0 0 16,-7 7-4-16,-3-4-10 0,2 4-11 16,-9 1-32-16,1-1-27 15,-3 1-3-15</inkml:trace>
  <inkml:trace contextRef="#ctx0" brushRef="#br1" timeOffset="62267.55">15909 10637 219 0,'0'0'9'0,"0"0"6"0,0 0 4 16,0 0 3-16,0 0 3 15,0 0 2-15,7 0 0 0,0-3 5 16,8 1-10-16,2-1-4 16,8 0-3-16,3 2-3 15,9-2-2-15,5 3-2 0,5-3-2 16,6 3 0-16,4-4-2 15,3 4 0-15,0-6-1 16,4 4 0-16,1-2-1 16,-1-2 1-16,1-1-3 0,-4 4 0 15,-3-2 0-15,-4 1 0 16,-4-2 0-16,-8 4 0 16,1 0 0-16,-11-4 0 15,-5 6 0-15,-7-2 0 16,-5 2 0-16,-5-3 0 0,-10 3 0 15,13 0 0-15,-13 0 0 16,0 0 0-16,0 0 0 16,-6 0 0-16,6 0 0 15,-12 3 0-15,12-3 0 0,-18 5 0 16,6-2 0-16,0-1-3 16,-8 0-9-16,2 4-6 15,-4-4-7-15,-3 3-11 0,-2 0-18 16,-6-5-24-16,4 3-7 15</inkml:trace>
  <inkml:trace contextRef="#ctx0" brushRef="#br1" timeOffset="62583.84">16524 10607 302 0,'0'0'8'0,"0"0"3"0,0 0 4 0,0 0 1 0,0-10 4 15,0 10 1-15,10-7 0 16,2 4 1-16,4 3-6 0,9-2-3 15,2-1-3-15,6 1-1 16,6 0-2-16,5 2-1 16,2-3-1-16,3 3-1 15,3-3-1-15,-2 3-1 16,-3-2-2-16,-4 2 0 0,-4-2 0 16,-9-1 0-16,-2 0 0 15,-9 3 0-15,-6-2 0 16,-4 2 0-16,-9 0 0 0,0 0 0 15,0 0 0-15,0 0 0 16,0 0 0-16,0 0 0 16,-9-7 0-16,-3 7 0 15,6 0-2-15,-6 0-23 0,2-7-46 16,-3 7-15-16</inkml:trace>
  <inkml:trace contextRef="#ctx0" brushRef="#br1" timeOffset="63366.88">16934 10368 317 0,'0'0'6'0,"0"0"3"0,0 0 4 15,-9-9 2-15,9 9 3 16,0 0 2-16,0 0 0 16,0 0 0-16,0 0-3 0,0 0-4 15,0 5-2-15,0-5-2 16,14 12-2-16,-4-1 0 15,8-1-1-15,2 2-3 16,-1 0-3-16,4 1 0 0,1-1 0 16,2-2 0-16,-2 5 0 15,1-3 0-15,0 1 0 16,-5-3 0-16,-1-1 0 0,-1 1 0 16,-3-3 0-16,-2 4 0 15,-4-5 0-15,-9-6 0 16,13 4 0-16,-13-4 0 15,0 0 0-15,0 0 0 0,0 0 0 16,0 0 0-16,0 0 0 16,0 0 0-16,-5 9 0 15,5-9 0-15,-15 0 0 16,8 3 0-16,-4 0 0 0,1-1 0 16,1 0 0-16,-4 4 0 15,6-2 0-15,-5 1 0 16,-1 3 0-16,3 4 0 15,-4 3 0-15,1 2 0 0,-5 3 0 16,-1 0 0-16,1 4 0 16,1 1 0-16,-6 0 0 15,3 0 0-15,1 3 0 16,-4-9 0-16,5 1 0 0,2-3 0 16,-2-4 0-16,6-1 0 15,2-2 0-15,10-10 0 16,-15 10 0-16,15-10 0 0,0 0 0 15,-10 2 0-15,10-2 0 16,0 0 0-16,0 0 0 16,0 0 0-16,0 0 0 15,0 0 0-15,0 0 0 16,0 0 0-16,0-5 0 0,0 5 0 16,5-14-27-16,0 4-61 15,4 0-3-15</inkml:trace>
  <inkml:trace contextRef="#ctx0" brushRef="#br1" timeOffset="64616.82">16820 10307 209 0,'0'0'10'0,"0"0"5"16,0 0 5-16,-10 0 3 0,10 0 1 16,-12-2 2-16,4 0 0 15,8 2 4-15,-19-8-9 16,19 8-5-16,-13-5-4 15,13 5-1-15,-12-3-2 0,12 3-1 16,0 0-2-16,-12 0-1 16,12 0-1-16,0 0-1 15,0 0 1-15,0 0-1 16,0 6 1-16,0-6 0 0,19 12 1 16,-4-2 0-16,5 3 1 15,5 2-4-15,2 4-2 16,5-2 0-16,3 1 0 15,2 2 0-15,1 0 0 16,-3-3 0-16,1 3 0 0,-5-8 0 16,3 1 0-16,-9-4 0 15,-3 1 0-15,-2-4 0 16,-4 1 0-16,-7-6 0 16,-9-1 0-16,10 3 0 0,-10-3 0 15,0 0 0-15,-10-4 0 16,1-3 0-16,-4-2 0 15,-2-3 0-15,-5 2 0 0,-3-2 0 16,-1-1 0-16,-5-1-2 16,-1 2-5-16,-3-1-1 15,-2 1 0-15,5-1 2 16,-7 1 1-16,7-1 1 0,-2 2 0 16,2-3 1-16,0 3 2 15,8 0 1-15,0-1 1 16,2 2 0-16,5 0 1 15,2 3 0-15,6 1 1 16,7 6-1-16,-10-6 1 16,10 6 0-16,0 0 0 0,0 0 0 15,12 1-1-15,1 10 1 16,2-1 0-16,10 2 0 16,0 5 1-16,12 1 0 0,-5 1-1 15,10-1 0-15,-2 2-3 16,0-3 0-16,-3 1 0 15,0-4 0-15,-7-2 0 0,0 1 0 16,-3-3 0-16,-4-5 0 16,-6 0 0-16,-2 0 0 15,-3-3 0-15,-1 1 0 16,-11-3 0-16,9 0 0 0,-9 0 0 16,0 0 0-16,0 0 0 15,0 0 0-15,-2-8 0 16,2 8 0-16,-13-7 0 15,13 7 0-15,-17-5 0 16,10 0 0-16,7 5 0 0,-16-3 0 16,16 3 0-16,-12-2 0 15,12 2 0-15,0 0 0 16,0 0 0-16,0 0 0 16,0 0 0-16,0 0 0 0,0 0 0 15,0 0 0-15,0 0 0 16,0 0 0-16,0 0 0 15,0 0 0-15,8 2 0 16,-8-2 0-16,9 8 0 0,-9-8 0 16,5 15 0-16,-5-3 0 15,-2 5 0-15,-8 8 0 16,-4 0 0-16,-7 9 0 0,-4 1 0 16,-2 5 0-16,-1 3 0 15,1-2 0-15,-2-4 0 16,2 5 0-16,2-9 0 15,2-4 0-15,6-4 0 0,-1-2 0 16,6-6 0-16,-1-5 0 16,6 0 0-16,7-12 0 15,-12 13 0-15,12-13 0 16,0 0 0-16,0 0 0 0,0 0 0 16,0 0-56-1,0 0-30-15,7-13-2 0</inkml:trace>
  <inkml:trace contextRef="#ctx0" brushRef="#br1" timeOffset="65484.03">17044 9894 424 0,'0'0'5'0,"0"0"2"16,0 0 2-16,0 0 1 0,0 0 1 16,0 0 0-16,0 0 1 15,0 0 0-15,0 0-4 16,0 0-6-16,0 0-2 16,9 2 0-16,-9-2 0 0,21 3 0 15,-4-3 0-15,6 0 0 16,2 0 0-16,1 0 0 15,4 0 0-15,0 0 0 0,-5 0 0 16,0 0 0-16,-7 0 0 16,-4 0 0-16,-4 2 0 15,-10-2 0-15,2 12 0 16,-4-1 0-16,-8 1 0 16,-3 3 0-16,-4-1 0 15,-3 2 0-15,-6 3 0 0,-2-1 0 16,-2 1 0-16,-2-1 0 15,2 2 0-15,3-2 0 16,6-4 0-16,5 1 0 0,3 0 0 16,5-5 0-16,8-3 0 15,0-7 0-15,18 9 0 16,-1-5 0-16,6-4 0 16,7 0 0-16,-1 0 0 0,4-4 0 15,1 0 0-15,1-1 0 16,-3 0 0-16,-2 3 0 15,0-1 0-15,-10 1 0 16,2 2 0-16,-9 0 0 0,-1 0 0 16,-12 0 0-16,13 0 0 15,-13 0 0-15,0 0 0 16,0 0 0-16,0 0 0 0,-6 5 0 16,6-5 0-16,-19-5-67 15,19 5-23-15</inkml:trace>
  <inkml:trace contextRef="#ctx0" brushRef="#br1" timeOffset="66700.14">10678 13937 412 0,'0'0'5'0,"0"0"2"16,0 0 1-16,0 0 3 16,0 0 1-16,-10 0 1 15,10 0 2-15,0 0-1 0,0 0-3 16,0 0-8-16,0 0-3 15,0 0 0-15,0 0 0 16,10 0 0-16,5 0 0 16,2-5 0-16,4 0 0 0,3-3 0 15,3 1 0-15,-4-3 0 16,4 2 0-16,-8 1 0 16,4 4 0-16,-5 2 0 15,-6-2 0-15,-3 3 0 0,-9 0 0 16,9 10 0-16,-9-1 0 15,-5 4 0-15,-6 2 0 16,-3-1 0-16,-6 6 0 0,-5 3 0 16,1-4 0-16,-1 4 0 15,-3-3 0-15,3-1 0 16,2-1 0-16,7-4 0 16,0-3 0-16,9-4 0 15,7-7 0-15,0 0 0 0,0 0 0 16,5 7 0-16,8-7 0 15,1-2 0-15,4 0 0 16,1-6 0-16,6 3 0 16,0-3 0-16,0 1 0 0,-3 0 0 15,5-1 0-15,-4 1 0 16,-3 3 0-16,2-2 0 16,-7 3 0-16,-1 1 0 15,-3 0 0-15,-11 2 0 0,12-3 0 16,-12 3 0-16,0 0 0 15,0 0 0-15,0 0 0 16,0 0 0-16,0 0 0 0,0 0 0 16,0 0 0-16,0 0 0 15,-2-15-70-15,2 15-23 16</inkml:trace>
  <inkml:trace contextRef="#ctx0" brushRef="#br1" timeOffset="67717.56">8568 12540 316 0,'0'0'9'0,"0"0"3"0,0 0 4 15,-15-3 4-15,15 3 3 16,-15 0-1-16,6-3 2 16,-1 3 1-16,10 0-7 0,-18 0-4 15,18 0-4-15,0 0-8 16,0 0-2-16,0 10 0 16,7-10 0-16,9 3 0 15,4-3 0-15,2 0 0 0,0 0 0 16,6 0 0-16,-3 0 0 15,2 0 0-15,-5 0 0 16,-2 0 0-16,-5 0 0 0,-5 3 0 16,-10-3 0-16,5 12 0 15,-5-5 0-15,-10 6 0 16,-5 2 0-16,-5 2 0 16,-2 3 0-16,-3 2 0 15,-2 0 0-15,-1 1 0 16,3-3 0-16,1-1 0 0,4-1 0 15,4-4 0-15,7-2 0 16,4-1 0-16,5-11 0 16,0 13 0-16,12-13 0 0,8 0 0 15,7 0 0-15,4-6 0 16,1-1 0-16,10 2 0 16,-5-2 0-16,3-1 0 15,-3 1 0-15,-2 1 0 0,-8 4 0 16,-2 0 0-16,-5 2 0 15,-5 0 0-15,-3 0 0 16,-12 0 0-16,0 0 0 0,5 12 0 16,-5-12 0-16,-5 10 0 15,5-10 0-15,-17 4 0 16,10-4-66-16,7 0-26 16</inkml:trace>
  <inkml:trace contextRef="#ctx0" brushRef="#br1" timeOffset="69533.66">19377 10293 6 0,'0'0'0'0,"0"0"0"0,0 0 0 16,0 0 1-16,0 0-1 15,0 0 3-15,0 7 0 16,0-7 3-16,0 0 1 16,0 0 3-16,-5 0 0 0,5 0 2 15,0 0 1-15,0 0 0 16,0 0 1-16,-10 0 4 15,10 0 2-15,0 0 0 16,0 0 2-16,0 0 3 0,0 0 1 16,0 0-1-16,-7 0 0 15,7 0-3-15,0 0-2 16,0 0-3-16,0 0-2 0,0 0-2 16,0 0-1-16,0 0-2 15,-11 7-1-15,11-7-1 16,0 0-1-16,0 0-1 15,0 0 0-15,0 0 0 16,0 0 2-16,0 11-3 0,0-11 1 16,11 0 0-16,1 0-1 15,2 0 1-15,9 0-1 16,7 0-1-16,2-3-1 16,9 0-1-16,4-2 0 0,4 1 0 15,11-4-1-15,7 3 1 16,7-4-1-16,6-1-1 15,9-4 1-15,3 3 0 16,10-2-1-16,4 1 1 0,9-5-1 16,2 1 0-16,4-1 0 15,6 0 0-15,0 0 0 16,5 2 1-16,0-3-1 16,-3 7 0-16,-12-6 1 0,-4 9-1 15,-10-5 0-15,-11 5 1 16,-16 1-1-16,-12 2 1 15,-13 0 0-15,-14 5-1 16,-7-2 1-16,-10 2 0 16,-11 0 0-16,-9 0 0 0,0 0 0 15,0 0 0-15,0 0-1 16,0 2-1-16,0-2 0 16,0 0 0-16,-7 10-3 0,7-10-1 15,0 0-3-15,-10 5-3 16,10-5-6-16,0 0-8 15,0 0-25-15,0 0-31 16,0 0-3-16</inkml:trace>
  <inkml:trace contextRef="#ctx0" brushRef="#br1" timeOffset="70200.2">21790 9842 401 0,'0'0'5'16,"0"0"3"-16,0 0 2 15,-11-13 1-15,11 13 2 0,0 0-1 16,0 0 2-16,0 0 0 15,0 0-3-15,0 0-3 16,9 8-4-16,5 2-4 0,6 0 0 16,4 5 0-16,10-3 0 15,0 0 0-15,6-2 0 16,-6 2 0-16,6-1 0 16,-5-2 0-16,2-1 0 15,-9-1 0-15,-4 1 0 0,-9-1 0 16,-3 0 0-16,-3 4 0 15,-9-1 0-15,-9 4 0 0,-3 1 0 16,-10 3 0-16,-6 1 0 16,-2 6 0-16,-10-3 0 15,2 8 0-15,-5-6 0 16,-2 6 0-16,6-5 0 16,3-3 0-16,4 1 0 15,8-4 0-15,4-4 0 0,5-2 0 16,7-3 0-16,8-10 0 15,-5 10 0-15,5-10 0 16,7 4 0-16,-7-4 0 0,16 0 0 16,-6-6 0-16,5 0 0 15,-3 4-89-15,6-8 0 16</inkml:trace>
  <inkml:trace contextRef="#ctx0" brushRef="#br1" timeOffset="71183.7">22441 10050 336 0,'0'0'8'0,"0"0"4"16,0 0 4-16,-13-10 3 0,13 10-1 15,-7-5 3-15,7 5 0 16,-10-5 1-16,10 5-7 16,0 0-3-16,0 0-1 15,0 0-11-15,7-2 0 0,9 2 0 16,5 0 0-16,7 0 0 15,6 0 0-15,3-3 0 16,1 3 0-16,0-3 0 0,-1 3 0 16,-3-2 0-16,-4 2 0 15,-5 0 0-15,-5 0 0 16,-10 0 0-16,0 0 0 16,-10 0 0-16,0 0 0 0,2 10 0 15,-2-10 0-15,-14 20 0 16,2-5 0-16,-6 2 0 15,-5-2 0-15,-2 5 0 16,-7 0 0-16,0 2 0 16,-6-5 0-16,-6 6 0 0,1-4 0 15,-3 1 0-15,3-2 0 16,3 0 0-16,6-5 0 16,6 0 0-16,6-3 0 15,10-2 0-15,12-8 0 0,-8 10 0 16,8-10 0-16,8 4 0 15,4-4 0-15,1 0 0 16,3 0 0-16,5 0 0 16,1-2 0-16,8 0 0 0,0-1 0 15,7-2 0-15,3 0 0 16,1 0 0-16,7 0 0 16,-4 0 0-16,2 0 0 0,0 0 0 15,-3 0 0-15,-7 1 0 16,0 1 0-16,-11-1 0 15,-2 4 0-15,-7-3 0 16,-5 3 0-16,-11 0 0 0,10 0 0 16,-10 0 0-16,0 0 0 15,0 0 0-15,0 0 0 16,0 0 0-16,-3 4 0 16,3-4 0-16,0 0 0 15,-13 7 0-15,13-7 0 0,-12 8 0 16,12-8 0-16,-14 0 0 15,14 0 0-15,-13 0 0 16,13 0 0-16,-12-8-11 0,5 0-66 16,7 8-13-16</inkml:trace>
  <inkml:trace contextRef="#ctx0" brushRef="#br1" timeOffset="71950.22">22349 10043 337 0,'0'0'7'0,"0"0"5"16,0 0 3-16,0 0 2 0,0 0 1 15,0-11 1-15,0 11 2 16,12-4 1-16,3 1-7 16,7 0-4-16,5 1-1 15,6 2-3-15,5 0-7 0,1 0 0 16,5 0 0-16,-3 2 0 16,1 1 0-16,-5 0 0 15,-5-3 0-15,-2 0 0 0,-7 0 0 16,-7 0 0-16,-3 0 0 15,-13 0 0-15,10 0 0 16,-10 0 0-16,0 0 0 16,-12 15 0-16,-1-5 0 0,-4 2 0 15,-3 2 0-15,-5 1 0 16,3 3 0-16,-8 2 0 16,1 2 0-16,-6-2 0 15,3 2 0-15,-9-2 0 0,7-3 0 16,-4 3 0-16,-1 1 0 15,3-8 0-15,8 0 0 16,2-1 0-16,4 1 0 16,6-6 0-16,4 1 0 15,12-8 0-15,-9 7 0 0,9-7 0 16,0 0 0-16,0 0 0 16,5 4 0-16,-5-4 0 15,16 0 0-15,-3 0 0 0,8-1 0 16,0-2 0-16,4 0 0 15,5 2 0-15,2-2 0 16,5 3 0-16,6-3 0 16,-3 0 0-16,2 1 0 0,1 0 0 15,-4 0 0-15,3 2 0 16,-2-3 0-16,-3 3 0 16,-2 0 0-16,-7 0 0 15,-1 0 0-15,-6-3 0 0,-5 3 0 16,-6 0 0-16,-10 0 0 15,10 0 0-15,-10 0 0 16,0 0 0-16,-6 0 0 16,6 0 0-16,-12 3 0 15,12-3 0-15,-22 5-23 0,3-1-66 16,6-4-3-16</inkml:trace>
  <inkml:trace contextRef="#ctx0" brushRef="#br2" timeOffset="87150.21">10497 14277 210 0,'0'0'9'0,"0"0"1"15,0-11 5-15,0 11 3 16,2-7 2-16,-2 7 3 0,2-13 1 15,-2 13 2-15,5-10-4 16,-5 10-3-16,0 0-4 16,0 0-3-16,0 0-1 15,0 0-2-15,0 0-3 0,0 0-1 16,0 0-3-16,0 0 0 16,0 0 1-16,0 0-2 15,0 13 1-15,0-1 0 0,3 0 1 16,-1 6 0-16,-2-1 2 15,6 8-2-15,-4-5 1 16,3 4 0-16,0 4 0 16,-3 0-1-16,1-2 0 0,-1 4 0 15,3-1 0-15,-3 5-1 16,2-5 0-16,-2 1 1 16,3-2-3-16,-3-2 0 15,3-1 0-15,-2-3 0 16,1 3 0-16,-1-5 0 0,-1 0 0 15,-2-1 0-15,0-1 0 16,0-1 0-16,0 3 0 16,0-5 0-16,0 2 0 15,0 0 0-15,-2 1 0 0,-1-3 0 16,1 2 0-16,0-2 0 16,-1-3 0-16,1 2 0 15,-1-1 0-15,1-1 0 16,2 1 0-16,-2-1 0 0,2-1 0 15,0 1 0-15,0-2 0 16,0 2 0-16,0 0 0 16,0 1 0-16,0-1 0 0,0 1 0 15,0-2 0-15,0 4 0 16,0 2 0-16,0-3 0 16,-3-2 0-16,3 1 0 15,-2-1 0-15,-2-1 0 16,4 3 0-16,-2 0 0 0,-1-4 0 15,1 2 0-15,2 1 0 16,0-1 0-16,0 1 0 16,-2 1 0-16,-1 2 0 15,3 1 0-15,0-2 0 0,0 2 0 16,0 4 0-16,0-4 0 16,0 2 0-16,0-4 0 15,0 5 0-15,0 0 0 0,0-3 0 16,-2 4 0-16,2-2 0 15,-5 3 0-15,5-3 0 16,-2 1 0-16,-1 0 0 16,1 1 0-16,-1-2 0 15,0-5 0-15,3 4 0 0,0-5 0 16,0-1 0-16,0 1 0 16,0-13 0-16,0 12 0 15,0-12 0-15,0 0 0 16,0 0 0-16,0 0 0 0,0 0 0 15,0 0 0-15,3-12 0 16,-3-4 0-16,3-1 0 16,-1-3 0-16,3-2 0 15,-3-5 0-15,3-1 0 0,-5-1 0 16,3 2 0-16,-1-3 0 16,-2 2 0-16,0 2 0 15,0-4 0-15,0 2 0 16,0 0 0-16,-2-1 0 0,-1 2 0 15,3-5 0-15,-2-1 0 16,-1 1 0-16,1 0 0 16,2 0 0-16,0-1 0 15,-2 4 0-15,2 0 0 0,-3-1 0 16,3 5 0-16,0-2 0 16,-2 2 0-16,2 2 0 15,-3 1 0-15,0 0 0 16,3 0 0-16,-2 2 0 0,-1 0 0 15,3 0 0-15,-2 3 0 16,-1 0 0-16,3-1 0 16,-2-1 0-16,2 1 0 15,0 3 0-15,0-5 0 0,0 5 0 16,0-3 0-16,0 2 0 16,0-4 0-16,0 5 0 15,-2-3 0-15,2 1 0 16,-4 1 0-16,4 0 0 15,0 1 0-15,-1 0 0 0,1 3 0 16,-3-3 0-16,3 6 0 16,-2-7 0-16,0 7 0 15,-2-4 0-15,4 3 0 0,-2-2 0 16,-1-1 0-16,3 1 0 16,-2 0 0-16,2-1 0 15,0 1 0-15,0-3 0 16,0 3 0-16,0 0 0 0,0 2 0 15,-2-3 0-15,2 1 0 16,0-1 0-16,0 1 0 16,0 3 0-16,0-4 0 15,0 2 0-15,0-1 0 0,2 0 0 16,-2 2 0-16,2-2 0 16,1 2 0-16,3-3 0 15,-4 1 0-15,-2 2 0 16,2-3 0-16,-2 4 0 0,0 2 0 15,0 7 0-15,0-13 0 16,0 13 0-16,0 0 0 16,0 0 0-16,0 0 0 15,0 0 0-15,0 0 0 0,0 0 0 16,0 0 0-16,0 0 0 16,0 0 0-16,0 0 0 15,0 0 0-15,0 0 0 16,-4 7 0-16,4-7 0 0,-11 18 0 15,6-8 0-15,-2 4 0 16,2 1 0-16,-8 3 0 16,1-4 0-16,-1 4 0 15,-4 1 0-15,-1 5 0 0,2-5 0 16,-7 8 0-16,0-4 0 16,4 1 0-16,-2 1 0 15,2 0 0-15,2-5 0 16,-1 2 0-16,4 0 0 15,-2-4 0-15,4-2 0 0,-1 0 0 16,3-2 0-16,-2 2 0 16,4-4 0-16,1-2 0 15,2 0 0-15,5-10 0 0,-9 12 0 16,9-12 0-16,0 0 0 16,-5 10 0-16,5-10 0 15,0 0 0-15,0 0 0 16,0 0 0-16,0 0 0 0,-6-7 0 15,6 7 0-15,0-13 0 16,0 6 0-16,8-3 0 16,-4-3 0-16,7-2 0 15,2-4 0-15,1 1 0 16,4-4 0-16,1 0 0 0,1-1 0 16,1 1 0-16,0-3 0 15,-1 3 0-15,3 2 0 16,-6-1 0-16,1-2 0 0,1 0 0 15,-4 3 0-15,0 0 0 16,0-1 0-16,-5 3 0 16,-3 3 0-16,1 3 0 15,-3 2 0-15,-5 10 0 16,3-12 0-16,-3 12 0 0,0 0 0 16,0 0 0-16,0 0 0 15,0 0 0-15,0 0 0 16,0 0 0-16,0 0 0 0,0 0 0 15,0 0 0-15,9 12 0 16,2 2 0-16,-4 2 0 16,7 6 0-16,3 2 0 15,1 4 0-15,5-1 0 16,2 4 0-16,-3-2 0 0,6 3 0 16,-7-2 0-16,7-1 0 15,-8-1 0-15,5-1 0 16,-8-5 0-16,1-2 0 15,-4 0 0-15,-1-5 0 0,-1-5 0 16,-5 0 0-16,-7-10 0 16,9 10 0-16,-9-10 0 15,0 0 0-15,0 0 0 0,0 0 0 16,0-7 0-16,0 7 0 16,-4-16 0-16,4 16 0 15,-5-12 0-15,5 12 0 16,0 0 0-16,0-15 0 0,0 15-39 15,11-3-54-15</inkml:trace>
  <inkml:trace contextRef="#ctx0" brushRef="#br2" timeOffset="88533.95">10552 15733 338 0,'0'0'7'16,"0"0"3"-16,0 0 4 16,0 0 1-16,0 0 0 15,0 0 0-15,4-10 2 0,-4 10 0 16,0 0-5-16,12-2-4 15,-12 2-2-15,13 0 0 16,-5 0-2-16,3 0 0 0,5 0-1 16,1 4-1-16,5 0 0 15,6-3 0-15,2 4-1 16,2-3 0-16,7 1 0 16,4 0 0-16,4-1-1 15,1-2 1-15,3 0-1 0,4 0 1 16,2 0 0-16,-2 0-1 15,3-2 1-15,-1 2-1 16,-1 0 0-16,1 0 0 16,-3 0 1-16,2 0-1 0,-1 0 0 15,1 2 0-15,-1-2 0 16,3 3 0-16,1-3 1 16,-1 0-1-16,4-3 0 0,-3 1 1 15,3-4-1-15,-2 2 0 16,0-6 1-16,-3 5-1 15,-1-2 0-15,2 1 0 16,-3-1 0-16,-3 2 0 0,0-1 0 16,-2 5 0-16,0-2 2 15,-1 1-2-15,-1 2 0 16,-4 0 0-16,1-2 0 16,-1 2 0-16,-4 0 0 15,0 0 0-15,-3-3 0 0,-4 3 0 16,-4 0 0-16,1-3 0 15,-9 3 0-15,-2-2 0 16,-1 2 0-16,-9 0 0 0,-9 0 0 16,11 0 0-16,-11 0 0 15,0 0 0-15,0 0 0 16,0 0 0-16,0 0 0 16,0 0 0-16,0 0 0 0,0 0 0 15,0 0 0-15,0 0 0 16,0 0 0-16,0 0 0 15,0 0-14-15,0 0-44 16,0 0-28-16,0 0-1 16</inkml:trace>
  <inkml:trace contextRef="#ctx0" brushRef="#br2" timeOffset="89100.21">12922 15477 370 0,'0'0'8'0,"0"0"3"16,-13-7 3-16,13 7 2 15,-10-5 1-15,10 5 1 16,-9-5 0-16,9 5 0 16,0 0-5-16,0 0-5 15,0 0-8-15,7 5 0 0,3 3 0 16,7-1 0-16,3 3 0 16,2 0 0-16,6 2 0 15,-1-1 0-15,1-1 0 16,-1-2 0-16,0 0 0 0,-5 1 0 15,-2-1 0-15,-2-2 0 16,-8 4 0-16,-10-10 0 16,9 15 0-16,-9-6 0 15,-2 3 0-15,-8 4 0 0,-5-2 0 16,-4 6 0-16,-4-2 0 16,-2 1 0-16,-2 1 0 15,-1 0 0-15,4-3 0 0,1-2 0 16,-2-1 0-16,8-3 0 15,7-1 0-15,0-3 0 16,10-7 0-16,-7 8 0 16,7-8 0-16,0 0 0 15,0 0 0-15,0 0 0 0,5 4 0 16,-5-4 0-16,10-7-56 16,-10 7-33-16,15-12 0 15</inkml:trace>
  <inkml:trace contextRef="#ctx0" brushRef="#br2" timeOffset="89517.33">13779 15448 440 0,'0'0'5'16,"0"0"3"-16,0 0 3 0,0 0 0 16,0 0 2-16,0 0 0 15,0 0-3-15,0 0-10 16,-5-2 0-16,-3 10 0 15,-6 6 0-15,-2 3 0 0,0 3 0 16,-2 5 0-16,-2-1 0 16,0 4 0-16,-2 1 0 15,4-4 0-15,-1-3 0 16,3 1 0-16,-1-3 0 0,4-6 0 16,1 1 0-16,5-5 0 15,7-10 0-15,-10 12 0 16,10-12-16-16,0 0-43 15,0 0-28-15,0-7-3 16</inkml:trace>
  <inkml:trace contextRef="#ctx0" brushRef="#br2" timeOffset="89916.6">13570 15493 433 0,'0'0'6'16,"0"0"2"-16,0-10 2 0,0 10 2 16,0 0 1-16,-2-10 0 15,2 10 0-15,0 0-10 16,0 0-3-16,0 7 0 16,2 6 0-16,6-1 0 0,4 7 0 15,5-2 0-15,9 6 0 16,-1 2 0-16,4-3 0 15,6 1 0-15,0-3 0 16,2-1 0-16,-5-1 0 16,-2-4 0-16,-3-1 0 0,-4-6 0 15,-6 3 0-15,-2-2 0 16,-6-3 0-16,-9-5 0 16,0 0 0-16,0 0 0 15,0 0 0-15,0 0 0 0,0 0 0 16,0 0 0-16,-4 0 0 15,4 0 0-15,0 0 0 16,-10 10-21-16,10-10-71 16</inkml:trace>
  <inkml:trace contextRef="#ctx0" brushRef="#br2" timeOffset="91050.2">14174 15798 429 0,'0'0'5'15,"0"0"2"-15,0 0 3 0,0 0 1 16,0 0 0-16,0 0 2 16,-8-7-1-16,8 7 1 15,-9 0-13-15,9 0 0 0,-11 18 0 16,4-3 0-16,2 3 0 16,0 2 0-16,3 2 0 15,2 0 0-15,0 1 0 16,7-4 0-16,3 1 0 0,4-8 0 15,2-2 0-15,6-4 0 16,-2-2 0-16,6-4 0 16,-5-4 0-16,2-5 0 15,-5-2 0-15,-5-4 0 16,-2-3 0-16,-9-4 0 0,-2 0 0 16,-13 0 0-16,-6-3 0 15,-3 4 0-15,-5 5 0 16,-6 3 0-16,1 2 0 15,5 7 0-15,-3 4 0 0,17 4 0 16,13-4-82-16,0 0-9 16</inkml:trace>
  <inkml:trace contextRef="#ctx0" brushRef="#br2" timeOffset="92716.95">10690 13919 197 0,'0'0'6'0,"0"0"3"16,-12-5 7-16,12 5 2 15,0 0 5-15,-7-5 1 16,7 5 4-16,0 0-1 15,0 0-2-15,-13-5-5 16,13 5-4-16,0 0-5 0,-10 0-2 16,10 0-3-16,-9 4-1 15,9-4-1-15,0 0 1 16,-13 6 1-16,13-6 0 16,0 0 0-16,0 0 0 0,0 0 1 15,0 0 0-15,0 0 0 16,7 0-1-16,1-2 0 15,3-1-1-15,5-2-5 0,6 3 0 16,3-3 0-16,0-2 0 16,5 1 0-16,2-1 0 15,-2 2 0-15,-2 1 0 16,-1-2 0-16,-5 2 0 0,0 1 0 16,-10-2 0-16,1 5 0 15,-13 0 0-15,12 0 0 16,-12 0 0-16,0 0 0 15,0 0 0-15,0 0 0 16,0 0 0-16,0 0 0 0,-4 10 0 16,-6 0 0-16,-1 3 0 15,-5 1 0-15,-5 5 0 16,0 2 0-16,-7 3 0 16,1 1 0-16,-1 3 0 0,1-3 0 15,-1 1 0-15,1-2 0 16,4-5 0-16,2-2 0 15,5-1 0-15,4-2 0 0,3-7 0 16,3 3 0-16,6-10 0 16,0 0 0-16,0 0 0 15,8 5 0-15,-1-5 0 16,5-5 0-16,6-1 0 0,5-1 0 16,-4 0 0-16,6 0 0 15,-2 2 0-15,4-5 0 16,1 5 0-16,0-5 0 15,2 5 0-15,0 0 0 16,2 0 0-16,-2 1 0 0,0-2 0 16,-3 1 0-16,-1 0 0 15,-6 3 0-15,-3-4 0 16,-7 6 0-16,-10 0 0 0,15 0 0 16,-15 0 0-16,0 0 0 15,0 0 0-15,-5 3 0 16,5-3 0-16,-16 8 0 15,9-6 0-15,7-2 0 16,-17 5 0-16,17-5 0 0,-13 3 0 16,13-3 0-16,0 0 0 15,0 0 0-15,0 0 0 16,-12 0-81-16,12 0-12 16</inkml:trace>
  <inkml:trace contextRef="#ctx0" brushRef="#br2" timeOffset="93200.7">11269 14006 402 0,'0'0'8'0,"0"0"3"0,0 0 3 0,0 0 0 15,0-10 2-15,0 10 0 16,0 0 1-16,-12-2-4 16,12 2-13-16,-18 0 0 0,9 8 0 15,-2 1 0-15,6 3 0 16,-2 1 0-16,5-1 0 15,2 4 0-15,0-2 0 16,6-3 0-16,8-3 0 16,0 0 0-16,4-5 0 0,1-3 0 15,2 0 0-15,9-6 0 16,-5-3 0-16,-4-1 0 16,2-2 0-16,-5-4 0 15,-4 0 0-15,-7-2 0 0,-1 0 0 16,-12 1 0-16,-7 0 0 15,-4 2 0-15,-2 8 0 16,-6 1 0-16,0 6 0 16,0 6 0-16,1 6 0 0,6-7-9 15,6 15-79-15,4-2-2 16</inkml:trace>
  <inkml:trace contextRef="#ctx0" brushRef="#br2" timeOffset="94584.77">10522 15701 173 0,'0'0'6'0,"0"0"3"16,0 0 6-16,0 0 5 0,0 0 2 16,0 0 4-16,0 0 2 15,9-10 1-15,3 5-4 16,1-2-3-16,2-1-3 15,3-5-5-15,4 1-2 0,6-5-3 16,4-3-2-16,3-5-1 16,6-1 0-16,7-8-2 15,4-5-1-15,5 0 0 16,7-3 0-16,1-6-1 0,5-4-1 16,7 0 0-16,5-2-1 15,3-3 1-15,3-3-1 16,4 1 1-16,0-1-1 15,3-2 1-15,-3 3-1 0,-5 2 1 16,-5 2 1-16,-8 6 1 16,-4-1 0-16,-10 6 1 15,-11 4 0-15,-6 5 0 16,-6 3 0-16,-7 5 1 0,-3 5-2 16,-7 4-1-16,0 3 1 15,-10 5-1-15,0 0 1 16,-10 10-3-16,7-5 0 15,-7 5 0-15,0 0 0 0,-2 5 0 16,2-5 0-16,-5 10-4 16,5-10-5-16,-8 15-9 15,8-15-18-15,-19 8-48 16,19-8-2-16</inkml:trace>
  <inkml:trace contextRef="#ctx0" brushRef="#br2" timeOffset="95116.78">12274 14264 373 0,'0'0'6'0,"0"0"3"16,0 0 1-16,0 0 0 0,0 0 0 15,0 0 3-15,0 0 1 16,0 5 1-16,0-5-5 15,16 2-3-15,-3-2 0 16,4 0 0-16,6 0 0 0,2 0-2 16,2-2-1-16,-3-1 0 15,4-2-4-15,-3 3 0 16,-3-1 0-16,-2 3 0 16,-5 0 0-16,-5 5 0 15,-5 5 0-15,-2 0 0 0,-3 7 0 16,-6 8 0-16,-1-2 0 15,-3 3 0-15,-5 2 0 16,3 2 0-16,0-2 0 0,-1-4 0 16,3-2 0-16,3-2 0 15,-1-5 0-15,5-2 0 16,1-4 0-16,2-9 0 16,0 7 0-16,0-7-25 15,17 3-60-15,-7-6-3 0</inkml:trace>
  <inkml:trace contextRef="#ctx0" brushRef="#br2" timeOffset="95466.88">12715 14174 392 0,'0'0'7'0,"0"0"3"16,0 0 2-16,0 0 1 0,-7-5 1 15,7 5 1-15,0 0 1 16,-5 5 0-16,5-5-6 16,5 20-4-16,5-10-6 15,-1 2 0-15,2 4 0 16,2-2 0-16,6 4 0 0,-2-5 0 15,-1-1 0-15,-2-3 0 16,1 1 0-16,-3 0 0 16,-1-2 0-16,-11-8 0 15,14 10 0-15,-14-10 0 0,0 0-29 16,18 7-56-16,-18-7-3 16</inkml:trace>
  <inkml:trace contextRef="#ctx0" brushRef="#br2" timeOffset="95766.88">12944 14174 400 0,'0'0'8'0,"0"0"3"16,0-12 4-16,0 12 0 0,0 0 4 16,0-10 0-16,0 10-1 15,0 0-12-15,0 0-6 16,-5 14 0-16,0 9 0 15,-2 0 0-15,-3 6 0 0,-5 3 0 16,3 6 0-16,-1 1 0 16,1 1 0-16,2-6 0 15,-1 0 0-15,4-5 0 16,2-5 0-16,5-1 0 0,-2-9 0 16,0-1 0-16,2-3 0 15,0-10 0-15,0 0 0 16,0 0-17-16,0 0-70 0,12-10-2 15</inkml:trace>
  <inkml:trace contextRef="#ctx0" brushRef="#br2" timeOffset="96099.91">13049 14298 445 0,'0'0'5'0,"0"0"1"15,0 0 0-15,0 8 1 16,0-8-1-16,-5 17 2 0,-3-7-1 16,3 3 0-16,-2 1-4 15,1 1-1-15,4 0 0 16,2-3-1-16,0-4 0 16,0-8 1-16,20 10 1 0,-3-10-3 15,-1-4 0-15,5-4 0 16,2-3 0-16,-3-3 0 15,-3-1 0-15,-4-3 0 16,-3 4 0-16,-6-1 0 0,-4-3 0 16,-7 8 0-16,-8 0 0 15,-4 8 0-15,-4 2 0 16,5 0-46-16,-8 8-39 16,8 1-3-16</inkml:trace>
  <inkml:trace contextRef="#ctx0" brushRef="#br2" timeOffset="99099.99">10514 15624 386 0,'0'0'4'0,"0"0"3"15,0-10 1-15,0 10 4 0,-3-10 1 16,3 10 2-16,-10-13 0 16,10 13 1-16,-12-9-3 15,2 9-3-15,3 0-2 16,7 0-4-16,-15 17-4 0,7-2 0 15,-2 2 0-15,6 6 0 16,1-1 0-16,1 0 0 0,2-2 0 16,5 2 0-16,4-4 0 15,7-6 0-15,0-5 0 16,9-4 0-16,-2-3 0 16,9-3 0-16,-4-4 0 0,-1-5 0 15,-3-1 0-15,-1-3 0 16,-5-2 0-16,-4 0 0 15,-9-4 0-15,-5 2 0 16,-2 0 0-16,-13 0 0 16,-5 2 0-16,-3 4 0 0,-3 1 0 15,-4 6 0-15,0 6 0 16,-2 1 0-16,4 8 0 16,1 10 0-16,4 0 0 15,1 4 0-15,7 2 0 0,2 7 0 16,8-5 0-16,5 2 0 15,0-1 0-15,9-2 0 16,5-4 0-16,6 0 0 0,2-9 0 16,3-2 0-16,7-5 0 15,-2-5 0-15,2 0 0 16,-2-5 0-16,-5-5 0 16,0-2 0-16,-8-3 0 15,-4-2 0-15,-6-1 0 0,-7-4 0 16,-7 2 0-16,-11-3 0 15,-1 9 0-15,-8-3 0 16,-1 7 0-16,-4 7 0 0,0 3 0 16,2 8 0-16,0 7 0 15,5 2 0-15,5 4 0 16,5 0 0-16,8 2 0 16,7-5 0-16,2-3 0 0,13 1 0 15,5-9 0-15,10-5 0 16,1 1 0-16,7-3 0 15,-3-10 0-15,2-2 0 16,-5 2 0-16,-7-7 0 16,-7 2 0-16,-6-3 0 0,-12 1 0 15,-5 5 0-15,-15 1 0 16,-4 7 0-16,-3 4-6 16,4 4-80-16,-7 7-4 15</inkml:trace>
  <inkml:trace contextRef="#ctx0" brushRef="#br2" timeOffset="109084.55">10568 11081 195 0,'0'0'5'0,"0"0"-1"15,0 0 3-15,0 0-2 16,0 0 0-16,0 0-1 15,5-3-1-15,-5 3-3 16,0 0-5-16,0 0-2 0,0 0 0 16,0 0-1-16,0 0-1 15,0 0-2-15,0 0-8 16,6 4-23-16,-6-4-10 16</inkml:trace>
  <inkml:trace contextRef="#ctx0" brushRef="#br1" timeOffset="113116.88">10618 11106 176 0,'0'0'4'16,"0"0"2"-16,-9-3 2 15,9 3 2-15,0 0 1 16,-9 0 3-16,9 0 0 0,0 0 1 15,0 0 0-15,0 0 2 16,0 0-1-16,0 0 0 16,0 0-3-16,14-3 0 15,-5 1-1-15,9-1 0 0,-1 1-4 16,3-1-2-16,8-2-3 16,-1 2-1-16,3 2 0 15,0-2-1-15,2-2-1 16,-2 3 1-16,2-1 0 0,-2-1 0 15,0 1-1-15,4 0 1 16,-1-2 0-16,1 3 0 16,3-3 0-16,5-2 0 15,-4 1 0-15,7-3-2 0,-6 1 0 16,6 0 1-16,2-1-1 16,-2 4 0-16,-3-5 0 15,3 2 1-15,0 1-1 16,-6 2 2-16,4-2-1 15,-4 4 0-15,-4-2 0 0,2 3 1 16,-1-1-1-16,-4 1 0 16,-2-1 0-16,5 3 1 0,-8 0-1 15,-1 0 1-15,4 0-1 16,-2 0 1-16,-2 0-1 16,0 0 1-16,4 0-1 15,-5 0 1-15,3 0-1 16,-4 0 1-16,-2 0-1 0,1 0 1 15,-3 0-1-15,-5-2 1 16,0 2 0-16,-3-3 0 16,-5 1 0-16,-7 2 1 15,13-3-1-15,-13 3 0 0,0 0 0 16,0 0-3-16,0 0-3 16,0 0-8-16,0 0-20 15,0 0-39-15,-6 5-5 16</inkml:trace>
  <inkml:trace contextRef="#ctx0" brushRef="#br1" timeOffset="113983.82">10593 11078 266 0,'0'0'5'15,"0"0"3"-15,0 0 2 0,5-3 3 16,-5 3 1-16,13-2 4 16,-3 2-1-16,-1-2 3 15,4 2-5-15,4-3-2 16,8 3-1-16,5-3-3 0,2 2-1 15,10-5-3-15,4 1 0 16,4 0-1-16,6 0-1 16,4-5-1-16,-1 1-2 15,6 1-1-15,3 0 1 16,-1-1 1-16,2 4-1 0,0-2 0 16,-2 1 1-16,4 1-1 15,-2 5 2-15,0-2 0 16,-4-1-1-16,2 1 0 15,0 0 0-15,-2-1 0 0,-3 1 0 16,-5-3 0-16,-3-1 1 16,-1 4 0-16,-11-3 1 15,-2 0 0-15,-5 3 0 0,-8-1 1 16,1 1 0-16,-7-1-1 16,-5 0 0-16,-2 3 0 15,-1 0-1-15,-13 0 0 16,15-2-1-16,-15 2 0 0,0 0 0 15,0 0 0-15,0 0 0 16,0 0 0-16,0 0-1 16,0 0 0-16,-8 2 0 15,8-2-3-15,-9 0-2 16,9 0-5-16,-9 3-9 0,9-3-24 16,-14 0-39-16,14 0-3 15</inkml:trace>
  <inkml:trace contextRef="#ctx0" brushRef="#br1" timeOffset="114500.53">12239 10786 341 0,'0'0'5'16,"0"0"3"-16,0 0 3 0,0 0 4 16,0 0 0-16,-11-5 0 15,11 5 2-15,0 0 2 16,0 0-5-16,0 8-2 16,0-8-3-16,23 11-3 0,-11-4 1 15,8 1-2-15,-4 2 0 16,10 2-3-16,-1-2 1 15,0 0-1-15,-2 1-2 0,-2-4 0 16,2 0 0-16,-3 4 0 16,-5-4 0-16,-2 2 0 15,-6 0 0-15,-2-1 0 16,-5 3 0-16,-3 1 0 0,-4 6 0 16,-4-1 0-16,-1-2 0 15,-2 2 0-15,-9 3 0 16,3-3 0-16,1 1 0 15,-1 0 0-15,2-4 0 0,1 1 0 16,-1-1 0-16,4-3 0 16,3 1 0-16,6-5 0 15,5-7 0-15,-12 13 0 16,12-13 0-16,-4 9 0 0,4-9 0 16,0 0-2-16,0 0-25 15,0 0-57-15,0 9-3 16</inkml:trace>
  <inkml:trace contextRef="#ctx0" brushRef="#br1" timeOffset="114833.47">12979 10810 368 0,'0'0'7'0,"0"0"3"15,0 0 0-15,0 0 0 16,0 0 2-16,0 0 1 16,-8 0 0-16,-2 8 1 0,1 2-7 15,-7 5-2-15,0 7-1 16,-5-3 0-16,-1 6-2 15,2 0 0-15,-2 3 0 16,2-6-1-16,3-3 0 0,1 2-1 16,0-6-3-16,5-1-4 15,-1-3-7-15,5-4-15 16,7-7-51-16,-11 7-1 0</inkml:trace>
  <inkml:trace contextRef="#ctx0" brushRef="#br1" timeOffset="115233.81">12733 10828 425 0,'0'0'4'0,"0"0"3"0,0 0 0 16,0 0 1-16,0 0 0 15,0 0 2-15,7 0 0 16,-7 0 1-16,8 15-4 0,1-1-2 16,0 4-1-16,5 4 1 15,1 3-5-15,5 0 0 16,0-1 0-16,4 4 0 16,1-6 0-16,0 3 0 15,2-6 0-15,-2-2 0 0,3-4 0 16,-5-1 0-16,-4-1 0 15,-1-4 0-15,-6-2 0 16,-5-3 0-16,-7-2 0 16,0 0 0-16,0 0 0 0,0 0 0 15,0 0 0-15,-5-2 0 16,5 2 0-16,-10 0 0 16,-2 0-50-16,12 0-39 0</inkml:trace>
  <inkml:trace contextRef="#ctx0" brushRef="#br1" timeOffset="120434.91">10556 11039 214 0,'0'0'7'0,"0"0"4"0,0 0 2 16,0 0 5-16,0 0 2 16,5 0 1-16,-5 0 1 0,0 0 0 15,0 0-5-15,0 0 1 16,0 0-5-16,0 0 0 16,0 0-3-16,0 0 0 15,0 0-1-15,5-6-1 16,-5 6-1-16,0-15-1 0,0 15 0 15,0-15-2-15,0 1 0 16,0 1 0-16,0-1 0 16,0-1 0-16,0-3 1 15,-2 1 0-15,2-1-1 0,0-4-1 16,-3 5 0-16,3-6 0 16,0 6 0-16,0-2-3 15,-2-3 0-15,2 4 0 16,-3 0 0-16,3-1 0 0,0 1 0 15,0-1 0-15,-2 1 0 16,0 1 0-16,-1-1 0 16,1 1 0-16,2 0 0 0,-4 2 0 15,2 0 0-15,-1-1 0 16,1-2 0-16,2 0 0 16,0 1 0-16,0 2 0 15,0-3 0-15,0-1 0 0,0 1 0 16,0 1 0-16,0 0 0 15,0 1 0-15,0-3 0 16,0 5 0-16,0-7 0 16,0 6 0-16,0-2 0 15,0-2 0-15,0 1 0 0,0-2 0 16,0 5 0-16,0-4 0 16,0-1 0-16,0 3 0 15,0-3 0-15,0 2 0 16,0 1 0-16,-2 0 0 0,-1 2 0 15,3-3 0-15,-2 4 0 16,-1-1 0-16,-1-1 0 16,1 0 0-16,-2-2 0 15,2 1 0-15,-2-3 0 0,3 0 0 16,-3 3 0-16,3 0 0 16,-2-1 0-16,3 0 0 15,-4-4 0-15,3 8 0 16,-2-7 0-16,2 5 0 0,-1-5 0 15,1 1 0-15,0 4 0 16,-1-2 0-16,1-2 0 16,-1 3 0-16,1 2 0 0,2-3 0 15,-2 2 0-15,-1-2 0 16,3 1 0-16,-2-1 0 16,-2 1 0-16,4-4 0 15,0 5 0-15,-2-1 0 16,2-1 0-16,-2 0 0 0,2-1 0 15,-3 2 0-15,3 2 0 16,-3 0 0-16,3 0 0 16,0 1 0-16,-2-4 0 15,2 6 0-15,0-3 0 0,0 2 0 16,0-2 0-16,-2 1 0 16,0 1 0-16,-1 1 0 15,1 0 0-15,-1-1 0 0,3 3 0 16,-2 0 0-16,-1 4 0 15,0-2 0-15,3-2 0 16,-2 3 0-16,2 7 0 16,-3-17 0-16,3 17 0 15,-5-11 0-15,5 11 0 0,-4-13 0 16,4 13 0-16,0 0 0 16,-3-12 0-16,3 12 0 15,0 0 0-15,0 0 0 16,0 0 0-16,0 0 0 0,0 0 0 15,0 0 0-15,0 0 0 16,-7 10 0-16,1 5 0 16,1-4 0-16,1 14 0 15,-4-2 0-15,1 7 0 0,-3 0 0 16,-2 4 0-16,0-7 0 16,1 6 0-16,-1-6 0 15,1-2 0-15,2 0 0 0,-1-8 0 16,3-2 0-1,1-5 0-15,6-10 0 0,-5 10 0 16,5-10 0-16,0 0 0 16,0 0 0-16,0-8 0 0,3-2 0 15,2-3 0-15,3-6 0 16,-2-1 0-16,2-5 0 16,3 1 0-16,-2-3 0 15,-1-1 0-15,1 1 0 0,-2 0 0 16,4 2 0-16,-4 0 0 15,1 6 0-15,-3 2 0 16,2-1 0-16,-4 0 0 16,2 8 0-16,-3 0 0 15,-2 10 0-15,5-12 0 0,-5 12 0 16,0 0 0-16,2-10 0 16,-2 10 0-16,0 0 0 15,0 0 0-15,0 0 0 0,8 15 0 16,-3-8 0-16,0 8 0 15,2 1 0-15,1 3 0 16,5 1 0-16,-1 2 0 16,1 0 0-16,1 1 0 0,1-2 0 15,0 0 0-15,0-4 0 16,0 1 0-16,3-4 0 16,-6 2 0-16,-3-7 0 15,4-1 0-15,-6-4 0 0,-7-4 0 16,12 8 0-16,-12-8 0 15,0 0 0-15,0 0 0 16,0 0 0-16,0 0 0 0,0 0 0 16,0 0 0-16,0 0-83 15,0-5-10-15</inkml:trace>
  <inkml:trace contextRef="#ctx0" brushRef="#br1" timeOffset="121333.54">10214 8509 416 0,'0'0'5'15,"0"0"3"-15,0 0 2 16,0 0 1-16,0 0 0 0,0 0 2 15,4 0 0-15,-4 0 1 16,10 8-6-16,-10-8-6 16,18 14-2-16,-6-7 0 15,3 4 0-15,2 1 0 0,3 1 0 16,-3 1 0-16,1-3 0 16,2-3 0-16,-5 3 0 15,-2-1 0-15,1-6 0 0,-4 5 0 16,0-7 0-16,-10-2 0 15,12 6 0-15,-12-6 0 16,0 0 0-16,0 0 0 16,0 0 0-16,0 0 0 0,0-6-21 15,-2-9-58-15,2 15-7 16</inkml:trace>
  <inkml:trace contextRef="#ctx0" brushRef="#br1" timeOffset="121666.87">10504 8349 433 0,'0'0'7'0,"0"0"3"0,7-13 2 16,-7 13 0-16,8-8 1 15,-8 8 1-15,0 0-4 16,0 0-10-16,5 13 0 15,-5 6 0-15,-2 6 0 0,-1 10 0 16,-5 2 0-16,3 5 0 16,0 3 0-16,1-3 0 15,-4 0 0-15,4 0 0 16,-5-7 0-16,5-5 0 0,1-3 0 16,1-5 0-16,-1-2 0 15,3-5 0-15,0-5 0 16,0-10 0-16,3 9 0 0,-3-9 0 15,0 0 0-15,18-5-36 16,-18 5-51-16,8-9-4 16</inkml:trace>
  <inkml:trace contextRef="#ctx0" brushRef="#br1" timeOffset="134283.57">15799 10667 230 0,'0'0'6'16,"0"0"2"-16,0 0 5 16,0 0 2-16,0 0 2 0,0 0 4 15,0 0 1-15,0 0 1 16,0 0-4-16,0 0-1 15,0 0-4-15,0 0-2 16,0-8-2-16,0 8-3 0,0 0-3 16,0 0 0-16,0 0-1 15,0 0-2-15,0 0 0 16,0 0 0-16,0 0-1 0,0 0 0 16,0 0 0-16,0 0 0 15,0 0 0-15,0 0 0 16,0 0 0-16,0 0-4 15,0 0-3-15,0 0-13 16,0 8-55-16,0-8-2 0</inkml:trace>
  <inkml:trace contextRef="#ctx0" brushRef="#br0" timeOffset="168266.88">19640 9128 448 0,'0'0'4'0,"0"0"3"15,0-10 0-15,0 10 2 16,0 0 0-16,-2-7 0 0,2 7 0 15,0 0 0-15,-13 10-9 16,8 7 0-16,3 6 0 16,-1 7 0-16,1 4 0 15,-3 3 0-15,5 2 0 0,0 2 0 16,0-2 0-16,0-4 0 16,0-2 0-16,0-8 0 15,3-4 0-15,-3-6 0 0,0-6 0 16,0-9 0-16,0 0 0 15,0 0 0-15,0-14 0 16,-3-9 0-16,1-3 0 16,-1-9 0-16,-2-5 0 15,2-7 0-15,1 0 0 0,-1-5 0 16,3 5 0-16,0-3 0 16,8 6 0-16,2 9 0 15,2 0 0-15,6 15 0 16,1 1 0-16,9 9 0 0,-2 5 0 15,10 5 0-15,-1 5 0 16,0 5 0-16,2 9 0 16,-7-1 0-16,-2 4 0 15,-12 5 0-15,-5-2 0 0,-11 0 0 16,-8-3 0-16,-14-2 0 16,-14-2 0-16,-5-6 0 15,-6 0 0-15,-8-2 0 0,3 0 0 16,-1-7-6-16,11 1-78 15,17-4-3-15</inkml:trace>
  <inkml:trace contextRef="#ctx0" brushRef="#br3" timeOffset="190982.49">19238 10285 257 0,'0'0'7'0,"0"0"2"0,0 0 5 16,0 0 4-16,0 8 3 15,0-8 1-15,0 0 3 16,0 0 0-16,0 0-5 0,0 0-3 16,0 0-3-16,0 0-3 15,0-12-2-15,0 2-1 16,0-4-1-16,0 0 1 16,0-1-1-16,-2-2 0 15,-1-6-2-15,-3-2-5 0,4 4 0 16,0-9 0-16,-1 0 0 15,3-5 0-15,-2 3 0 16,-1-5 0-16,1 0 0 16,0 0 0-16,-1-3 0 0,-2 5 0 15,1-1 0-15,-2 0 0 16,1 3 0-16,3-1 0 16,-1 2 0-16,1 3 0 15,-1-1 0-15,3-2 0 0,-2 5 0 16,0-1 0-16,-1 4 0 15,3-1 0-15,0 5 0 16,-2-2 0-16,2 2 0 16,0 2 0-16,0 1 0 0,0 0 0 15,-4-3 0-15,4 3 0 16,0-6 0-16,0 2 0 16,0-2 0-16,0 3 0 0,0-5 0 15,-2 3 0-15,2-3 0 16,0 3 0-16,-3 2 0 15,3-3 0-15,-2 4 0 16,2-3 0-16,0-1 0 16,0 0 0-16,0 2 0 0,0-4 0 15,0 5 0-15,0-5 0 16,0 3 0-16,0 0 0 16,0-1 0-16,0 4 0 15,0 1 0-15,0-1 0 0,0 1 0 16,0 3 0-16,0-2 0 15,-2 2 0-15,2 0 0 16,-4 1 0-16,4-1 0 16,0 0 0-16,-1 1 0 0,1-3 0 15,0 3 0-15,0-1 0 16,0-2 0-16,0 5 0 16,0-4 0-16,0 5 0 0,0-2 0 15,0 1 0-15,0 2 0 16,0 10 0-16,0-18 0 15,0 18 0-15,0-10 0 16,0 10 0-16,0-10 0 0,0 10 0 16,0 0 0-16,0 0 0 15,0 0 0-15,0 0 0 16,0 0 0-16,0 0 0 16,0 0 0-16,-7 13 0 15,4-1 0-15,-3 3 0 0,-1 2 0 16,-2 3 0-16,-1 5 0 15,-3-2 0-15,-1 6 0 16,-2-4 0-16,2 2 0 16,-4 0 0-16,1 1 0 0,2-4 0 15,0-1 0-15,2-4 0 16,1-4 0-16,3-2 0 16,0-4 0-16,9-9 0 0,0 0 0 15,0 0 0-15,0 0 0 16,3-14 0-16,7 2 0 15,2-8 0-15,0-3 0 16,6-2 0-16,0 0 0 0,1-4 0 16,-1-1 0-16,-1 1 0 15,6 1 0-15,-8 1 0 16,-1 2 0-16,-2 3 0 16,-1 2 0-16,-5 3 0 0,0 1 0 15,-4 8 0-15,1-3 0 16,-3 11 0-16,0-10 0 15,0 10 0-15,0 0 0 16,0 0 0-16,6 15 0 16,-4 2 0-16,5 3 0 0,-2 7 0 15,7 1 0-15,6 6 0 16,-4 3 0-16,9 3 0 16,7 7 0-16,-3-8 0 0,6 11-50 15,8 2-40-15</inkml:trace>
  <inkml:trace contextRef="#ctx0" brushRef="#br3" timeOffset="192467.13">19227 10271 241 0,'0'0'4'0,"0"0"5"0,0 0 4 16,0 0 3-16,0 0 4 15,0 0 1-15,0 0 0 16,0 0 3-16,-7-8-4 0,7 8-5 16,0 0-4-16,0 0-3 15,0 0-2-15,0 0-1 16,0 0-1-16,13 2-1 16,-1 4 1-16,2-3 0 0,7-2 0 15,4 5-1-15,2-5 1 16,1-1-2-16,4 3 1 15,8-3-1-15,-3 0-1 16,3-3 0-16,7 2 1 0,-2-5-1 16,4 2-1-16,1-4 1 15,2 1 0-15,0 0-1 16,1-2 0-16,-1 5 1 16,0-4-1-16,-5 4 1 15,2-2-1-15,1-1 0 0,1 2 1 16,-5 0-1-16,2-3 0 15,-4 3 1-15,1-2-1 16,2 0 0-16,1 2 1 0,-3-1-1 16,2 0 0-16,-1 0 1 15,2-1-1-15,-4 2 0 16,6-2 1-16,-5 1-1 0,2 2 0 16,-5-4 1-16,4 3-1 15,-5 0 1-15,-4 1-1 16,-1 1 1-16,1-1-1 15,-2 1 0-15,-1 0 1 16,-4 0-1-16,0 1 1 0,2-1-1 16,1 3 0-16,-1-3 1 15,-2 3-1-15,4 0 1 16,3-1-1-16,1-2 0 16,2 3 0-16,-1-4 0 0,3 4 1 15,-1-6-1-15,-2 1 0 16,3 3 0-16,-1 0 0 15,-2-4 1-15,1 4 0 16,-3 0 0-16,1-1 0 0,0 0 0 16,0-2 1-16,-1 3-1 15,-5 0 0-15,1-1 1 16,-6 0-1-16,-2 1 1 16,-5 2 0-16,-5-2-1 0,-4 2 1 15,1 0 1-15,-12 0-3 16,12 0 0-16,-12 0 0 15,10 0 0-15,-10 0 0 16,0 0 0-16,0 0 0 0,0 0 0 16,0 0 0-16,0 0 0 15,0 0 0-15,-10-8 0 16,10 8-11-16,-21-3-30 16,9 2-45-16,0-2-1 0</inkml:trace>
  <inkml:trace contextRef="#ctx0" brushRef="#br3" timeOffset="192983.76">21820 9835 287 0,'0'0'11'0,"0"0"2"0,-3-10 4 16,3 10 1-16,-8-10 4 15,8 10 2-15,-7-14 1 16,7 14 0-16,-7-14-7 0,7 14-4 16,-7-5-3-16,7 5-3 15,0 0-1-15,0 0-2 16,0 0-1-16,0 8-2 16,7 3-2-16,5 3 0 0,3 0 0 15,4 4 0-15,4 2 0 16,1 0 0-16,5-3 0 15,0 0 0-15,-1 0 0 16,-2 3 0-16,2-4 0 16,-6-2 0-16,1-2 0 0,-6 0 0 15,-2 1 0-15,-5-8 0 16,1 2 0-16,-11-7 0 16,12 8 0-16,-12-8 0 15,0 0 0-15,0 0 0 0,0 0 0 16,0 0 0-16,0 10 0 15,0-10 0-15,-21 13 0 16,4-5 0-16,-3 6 0 0,-7 3 0 16,-3 2 0-16,-5 6 0 15,1 0 0-15,-1 3 0 16,4-1 0-16,5-1 0 16,5 7 0-16,-3 5-46 0,11-19-43 15</inkml:trace>
  <inkml:trace contextRef="#ctx0" brushRef="#br3" timeOffset="195016.96">19218 10300 253 0,'0'0'9'15,"0"0"2"-15,0 0 5 16,0 0 2-16,0 5 0 0,0-5 0 15,0 0 0-15,-3 13 2 16,3-13-7-16,-9 16-4 16,-2 1-4-16,2 7-2 15,-1 0 0-15,-8 11-1 0,1 5-1 16,-8 4 0-16,0 8 0 16,-5 3 1-16,-2 2 0 15,-5 4 1-15,-6 6 0 16,4-1 2-16,-6 5 1 0,-5-2 0 15,6-3 0-15,-4 7 0 16,2-6-1-16,0 0 0 16,5-3 0-16,-2-5-2 15,8 1-2-15,5-8 0 0,0 0 0 16,9-7-1-16,0-4 0 16,6-3 0-16,1-9-1 15,4 1 1-15,-3-7 1 0,6-4-1 16,0-1 1-16,2-6-1 15,-1-2 1-15,1 0-1 16,5-10 1-16,-7 10-1 16,7-10 1-16,0 0-1 15,-10 5 1-15,10-5 0 0,0 0-1 16,0 0 0-16,0 0-1 16,-8 0-1-16,8 0-2 15,0 0-3-15,0 0-5 16,0-10-11-16,0 0-42 0,0 10-14 15</inkml:trace>
  <inkml:trace contextRef="#ctx0" brushRef="#br3" timeOffset="195584.66">18160 11597 387 0,'0'0'7'0,"0"0"4"15,0 0 1-15,0 0 2 16,0 0-1-16,0 0 2 16,4 4 1-16,1 6 0 15,-3 1-7-15,1 7-3 16,-1 2-1-16,1 7-5 0,-3 5 0 16,0 3 0-16,0 3 0 15,-3-2 0-15,-2 2 0 16,-2-4 0-16,0-1 0 15,-1-6 0-15,1-4 0 0,2-5 0 16,3-3 0-16,2-7 0 16,0-8 0-16,0 0 0 15,14 2 0-15,-1-6 0 0,6-9 0 16,6-5 0-16,5-1 0 16,2-3 0-16,3-3 0 15,1 0 0-15,-2 1 0 0,-1 4 0 16,-6 1 0-1,-3 1 0-15,-4 2 0 0,-4 5 0 16,-4 3 0-16,-12 8 0 16,18-10 0-16,-18 10 0 15,0 0 0-15,0 8-78 16,0-8-9-16</inkml:trace>
  <inkml:trace contextRef="#ctx0" brushRef="#br3" timeOffset="195983.61">17856 12446 441 0,'0'0'6'0,"0"0"1"15,0 0 2-15,0 0 0 16,0 0 1-16,0 0 1 0,0 0 0 15,10 0-4-15,-10 0-7 16,20 14 0-16,-3-2 0 16,1 3 0-16,5-2 0 15,-2 2 0-15,2-3 0 16,-3 1 0-16,3-6 0 0,-4 5 0 16,-5-7-9-16,4 0-74 15,-7 0-4-15</inkml:trace>
  <inkml:trace contextRef="#ctx0" brushRef="#br3" timeOffset="196184.8">18215 12408 427 0,'0'0'7'0,"0"0"2"16,0 0 2-16,0 0 1 0,-9 3 1 15,5 7 0-15,-6 9 0 16,-1 6-7-16,-1 10-6 15,-2 6 0-15,-4 7 0 16,-2 4 0-16,1 4 0 0,-2 0 0 16,7-1 0-16,-9-4-83 15,8-8-3-15</inkml:trace>
  <inkml:trace contextRef="#ctx0" brushRef="#br3" timeOffset="197134.99">19084 7967 476 0,'0'0'4'0,"0"0"2"0,2-10 1 16,-2 10 1-16,5-10 2 15,-5 10-10-15,7-11 0 16,-7 11 0-16,0 0 0 0,11-8 0 16,-11 8 0-16,10 0 0 15,-10 0 0-15,14 4 0 16,-14-4 0-16,15 7 0 15,-15-7 0-15,15 3 0 16,-15-3 0-16,0 0 0 16,11 5 0-16,-11-5 0 0,0 0 0 15,0 0 0-15,0 0 0 16,0 0 0-16,9 5 0 16,-9-5 0-16,10 7 0 0,-10-7 0 15,15 10 0-15,-5-5 0 16,-1 0 0-16,7 2 0 15,-2-2 0-15,2 3 0 16,1-1 0-16,0-2 0 0,4 2 0 16,-5-1 0-16,2-2 0 15,-3 1 0-15,-2-2 0 16,-1-1 0-16,-3 1 0 0,-9-3 0 16,13 2 0-16,-13-2 0 15,0 0 0-15,0 0 0 16,0 0 0-16,0 0-83 15,0-7-7-15</inkml:trace>
  <inkml:trace contextRef="#ctx0" brushRef="#br3" timeOffset="197434.62">19342 7853 379 0,'0'0'9'16,"0"0"1"-16,0 0 4 0,0 0 1 15,2-10 3-15,-2 10 0 16,0 0 1-16,0 0 0 16,-7 7-9-16,-2 6-10 15,-8 9 0-15,-1 4 0 0,-5 12 0 16,-7-3 0-16,3 9 0 15,-3-1 0-15,3-1 0 16,2-4 0-16,8 4 0 0,-1-9-60 16,6-10-28-16</inkml:trace>
  <inkml:trace contextRef="#ctx0" brushRef="#br3" timeOffset="-150779.86">15801 10637 82 0,'0'0'8'0,"0"0"6"0,0 0 5 16,0 0 2-16,0 0 5 15,0 0 1-15,-5 7 3 16,5-7-1-16,0 0-6 0,-4 13-5 15,4-13-5-15,-3 10 1 16,3-10-4-16,0 0-1 16,-2 9 0-16,2-9 1 0,0 0 1 15,0 0 2-15,0 0-1 16,0 0 2-16,0 0-1 16,0 0 0-16,0 0-2 15,0 0 1-15,0 0-2 0,0-4 0 16,0-4-1-16,0-5-3 15,0 1 0-15,0-2 0 16,0-2-3-16,0 2-3 16,0-3 0-16,0-1 0 0,0 1 0 15,0-2 0-15,-3-2 0 16,1 1 0-16,-1-1 0 16,0-3 0-16,1 3 0 0,-1-4 0 15,1 2 0-15,0 1 0 16,2 0 0-16,-5-3 0 15,5 6 0-15,0-5 0 16,0 3 0-16,0 1 0 0,-3 0 0 16,1-2 0-16,-1-1 0 15,3 6 0-15,-2-3 0 16,0 3 0-16,2-1 0 16,-4 1 0-16,2 0 0 15,2 0 0-15,-2 1 0 0,2-3 0 16,0 0 0-16,-3-2 0 15,3 1 0-15,0 0 0 16,0 3 0-16,0 0 0 16,3 0 0-16,-3-1 0 0,0 0 0 15,0 2 0-15,0 0 0 16,0 0 0-16,0 0 0 16,0-1 0-16,0 3 0 0,0-4 0 15,0 1 0-15,0-3 0 16,0 0 0-16,0 1 0 15,0-5 0-15,0 3 0 16,0-2 0-16,0 4 0 0,0-5 0 16,0 3 0-16,-3 1 0 15,1 0 0-15,-1 1 0 16,1-1 0-16,-3 0 0 16,3 0 0-16,-3 0 0 15,5-2 0-15,-4 2 0 0,2-5 0 16,2 1 0-16,-2 4 0 15,2-7 0-15,0 2 0 16,0 3 0-16,0-3 0 0,0 5 0 16,0-3 0-16,0 1 0 15,0 2 0-15,0 0 0 16,0 1 0-16,0 1 0 16,0 1 0-16,0-4 0 15,0 5 0-15,0 1 0 0,0-2 0 16,2-1 0-16,0 1 0 15,2 0 0-15,-2 2 0 16,1 0 0-16,-1 0 0 0,-2 3 0 16,0 2 0-16,0-3 0 15,0 13 0-15,0-14 0 16,0 14 0-16,0-10 0 0,0 10 0 16,-2-8 0-16,2 8 0 15,0 0 0-15,-5-10 0 16,5 10 0-16,0 0 0 15,-4-10 0-15,4 10 0 0,0 0 0 16,0 0 0-16,0 0 0 16,-4-7 0-16,4 7 0 15,0 0 0-15,0 0 0 16,0 0 0-16,0 0 0 16,-10 7 0-16,3 6 0 0,0 4 0 15,-6 5 0-15,-4 6 0 16,-1 4 0-16,-7 5 0 15,0 5 0-15,3-5 0 16,-3 5 0-16,0-7 0 0,3-3 0 16,7 0 0-16,2-7 0 15,3-2 0-15,1-6 0 16,4-4 0-16,5-13 0 0,-6 14 0 16,6-14 0-16,0 0 0 15,0 0 0-15,0-6 0 16,4-8 0-16,3-3 0 15,0-2 0-15,3-6 0 0,3-5 0 16,1 3 0-16,2-8 0 16,0 3 0-16,2-5 0 15,-3 2 0-15,0 0 0 16,-1 3 0-16,0 2 0 16,-7 3 0-16,0 5 0 0,-2 4 0 15,0 3 0-15,-2 5 0 16,-3 10 0-16,5-7 0 15,-5 7 0-15,0 0 0 16,7 11 0-16,-2 3 0 0,4 3 0 16,0 5 0-16,3 3 0 15,3 0 0-15,-1 5 0 16,2-6 0-16,3 4 0 16,-1-3 0-16,-1-3 0 15,3-3 0-15,-6-3 0 0,7-4 0 16,-3 0 0-16,-4-4 0 15,-1-3 0-15,-3-1 0 0,-1-1 0 16,-9-3 0-16,13 5 0 16,-13-5 0-16,0 0 0 15,7 3 0-15,-7-3-37 16,0 0-53-16,-2-5-4 0</inkml:trace>
  <inkml:trace contextRef="#ctx0" brushRef="#br3" timeOffset="-150360.74">16122 8443 421 0,'0'0'7'0,"0"0"3"16,2-13 2-16,-2 13 1 16,3-17 2-16,-3 17 1 0,3-16 1 15,-3 16-17-15,0 0 0 16,0 0 0-16,-8 21 0 15,0 4 0-15,1 4 0 16,-3 0 0-16,-3 8 0 0,-1 3 0 16,2-5 0-16,-1 2 0 15,1-5 0-15,-1-4 0 16,1-3 0-16,5-6 0 0,2-4 0 16,1-2 0-16,2-3 0 15,2-10 0-15,0 0 0 16,0 0-5-16,2-10-80 15,2-5-4-15</inkml:trace>
  <inkml:trace contextRef="#ctx0" brushRef="#br3" timeOffset="-150063.25">15960 8484 411 0,'0'0'7'0,"0"0"2"15,0 0 4-15,-10 0 2 0,10 0 0 16,0 0 1-16,-9 0 0 15,9 0-7-15,0 15-9 16,5-5 0-16,7 5 0 16,1-1 0-16,6 6 0 0,6 3 0 15,5 2 0-15,4-3 0 16,4 0 0-16,2-2 0 16,-3 3 0-16,3-6 0 15,-6 2 0-15,-2-4 0 16,-4 3 0-16,-5-4 0 0,-6-2 0 15,-5 1 0-15,-4-1 0 16,-4-1 0-16,5 3 0 0,-2-1-65 16,-7-13-25-16</inkml:trace>
  <inkml:trace contextRef="#ctx0" brushRef="#br3" timeOffset="-149046.3">15799 10696 315 0,'0'0'7'0,"0"0"4"16,0 0 3-16,0 0 2 0,0 0 4 15,0 0 0-15,0 0 1 16,0 0-1-16,0 0-5 16,-7 0-4-16,2 5-3 15,-6 7-4-15,2 6 0 0,-6 4-3 16,0 8 1-16,-8 5-2 15,1 7 0-15,-5 2 2 16,0 3-1-16,-8 5 1 16,-2 1 0-16,-1 3 0 0,-6 1-1 15,2 3 2-15,-1 0-1 16,-4-2 0-16,4 3-1 16,-1 0-1-16,3-2 1 0,0-1-1 15,4 1 0-15,0-3 1 16,2 0-2-16,-1-4 1 15,2-3 0-15,1-1 0 16,1-7 1-16,5 3-1 16,-1-6 0-16,4-3 0 0,1-3 0 15,1-2 0-15,-1-3 2 16,9-5-2-16,-4-2 0 16,4-3 0-16,2-4 0 15,-2-3 0-15,14-10 0 0,-12 12 0 16,12-12 0-16,0 0 0 15,-10 8 0-15,10-8 0 16,0 0 0-16,0 0-3 16,0 0-2-16,0 0-7 0,0 0-9 15,0 0-18-15,6-5-43 16,-6 5-1-16</inkml:trace>
  <inkml:trace contextRef="#ctx0" brushRef="#br3" timeOffset="-148579.84">14683 12032 399 0,'0'0'8'0,"0"0"4"0,0 0 1 16,0-10 3-16,0 10 0 0,0 0 1 15,3-10 0-15,-3 10-4 16,0 0-13-16,0 0 0 16,0 12 0-16,0 8 0 15,0 5 0-15,-7 0 0 0,2 7 0 16,-3 3 0-16,-2-3 0 16,3 0 0-16,-4-2 0 15,2-3 0-15,-1-7 0 0,3 0 0 16,1-8 0-16,1 0 0 15,5-12 0-15,-2 10 0 16,2-10 0-16,4 3 0 16,7-3 0-16,4-6 0 0,5 2 0 15,5-6 0-15,-1-1 0 16,6-1 0-16,0 3 0 16,-3-1 0-16,0 2 0 15,-6 1 0-15,-5 2 0 16,-2 3 0-16,-2 2 0 0,-12 0 0 15,9 0 0-15,-9 0 0 16,0 0-29-16,0 7-56 16,0-7-4-16</inkml:trace>
  <inkml:trace contextRef="#ctx0" brushRef="#br3" timeOffset="-148164.14">14221 12745 454 0,'0'0'5'0,"0"0"2"0,0 0-1 0,0 0 2 15,0 0 1-15,5 5 0 0,-5-5 1 16,20 15-7-16,-8-5-3 16,6-1 0-16,6 2 0 15,1 2 0-15,7-2 0 16,-2-1 0-16,3-2 0 15,1-1 0-15,-4-2 0 0,-2 0 0 16,-6-2 0-16,-2-1 0 16,-5-2 0-16,-2 3 0 15,-13-3 0-15,9 2 0 0,-9-2 0 16,5-15-80-16,-5 15-8 16</inkml:trace>
  <inkml:trace contextRef="#ctx0" brushRef="#br3" timeOffset="-147796.52">14686 12689 360 0,'0'0'10'16,"0"0"5"-16,0 0 1 15,0 0 2-15,0 0 2 0,0 0 0 16,0 0 1-16,0 0 1 16,-7 2-13-16,-2 8-9 15,2 7 0-15,-2 4 0 0,-3 10 0 16,-4 7 0-16,-2 3 0 16,-3 8 0-16,0 4 0 15,-6-4 0-15,2 1 0 16,-1-3 0-16,5-5 0 0,-1-8 0 15,5-1 0-15,6-11 0 16,2-4 0-16,4-6 0 16,5-12 0-16,0 7 0 15,0-7-17-15,0-7-71 16,0 0-4-16</inkml:trace>
  <inkml:trace contextRef="#ctx0" brushRef="#br3" timeOffset="-127246.35">612 5767 214 0,'0'0'6'15,"0"0"4"-15,10 0 1 16,1 0 3-16,3 0 0 0,3 0 2 16,9 0 1-16,-2-3 0 15,7-4-3-15,11 3-4 16,0-10-2-16,10 3-1 0,5-10 0 15,10-1-2-15,12-4-1 16,13-10-1-16,11-1-1 16,10-10 2-16,14-3-3 15,12-7 0-15,13-5 1 0,9-2-1 16,14-8 0-16,6-5 1 16,17-2-1-16,9-5-1 15,7-3 2-15,7 0 0 16,4-1 0-16,7-2 0 15,-5 1 1-15,6 2 0 0,-10 3 0 16,-7 5 0-16,-7 4 0 16,-6 4 0-16,-13 3 0 15,-14 7-2-15,-17 9 1 16,-13 2-1-16,-17 8 0 0,-16 7 0 16,-21 6-2-16,-18 9-5 15,-17 5-11-15,-18 15-54 16,-14 0-3-16</inkml:trace>
  <inkml:trace contextRef="#ctx0" brushRef="#br3" timeOffset="-125779.67">734 5863 149 0,'0'0'7'0,"-7"-2"3"0,7 2 3 0,-13 0 3 16,6-2 2-16,7 2 2 16,-17 0-1-16,17 0 1 15,-16 9-6-15,6 1-3 16,6-2-3-16,-7 4-3 0,2 0-2 16,-1 6-1-16,-3-1-2 15,1 3 1-15,2 5-2 16,0-1 1-16,-2 4 0 0,1-3 0 15,2 5 0-15,-1-6-1 16,3 8 2-16,-1-4 0 16,0 0 0-16,6 1 0 15,0-2 0-15,-1 0 1 16,3 0 0-16,0 1 0 0,3-2 0 16,4 2 1-16,0-6-1 15,4 3 1-15,-2-3 0 16,6 0-1-16,0-1 1 15,0-2-2-15,0-1 1 0,8-4 0 16,-2 1-1-16,2 0 1 16,9-5 0-16,-4 0-1 15,6 3 1-15,1-9 0 16,8 6-1-16,-1-8 1 0,3-2 0 16,4 0 0-16,1-4 1 15,5-6-1-15,1-2 0 16,6-3-1-16,5-5 0 15,4-1-1-15,3 2 1 0,6-6-1 16,1 0 1-16,6-7-1 16,0 0 0-16,10-3 1 15,0-2 0-15,5-2-1 0,2 0 1 16,6-1-1-16,1-6 1 16,6 0 0-16,3-2-1 15,1-1 3-15,1 0-3 16,2-1 1-16,8-2-1 15,-1 0 1-15,-1-2-1 16,6-2 0-16,2 5-1 0,-4-3 0 16,7 1 1-16,1-1-1 15,-7 0 1-15,8 1 0 16,-6 2-2-16,-1 1 2 0,-4 0 0 16,3 3 2-16,-4 0-2 15,-2 0 1-15,-5 6 1 16,0 0-1-16,-4 2 0 15,-8 2 1-15,-1 2 1 0,-8 3 0 16,-9 2 0-16,-10 0 0 16,-4 6 2-16,-13 1 0 15,-11 1 1-15,-5 8 1 16,-9-2 0-16,-10 4 1 0,-7 2-1 16,-10 2 1-16,-2 6-1 15,-13 2-1-15,12-2-1 16,-12 2-1-16,0 0-2 15,0 0-1-15,-5 0 0 16,5 0-3-16,-10 0 0 0,10 0-3 16,-13 0-2-16,13 0-4 15,-12 0-9-15,12 0-40 16,0 0-21-16,-13-13-3 0</inkml:trace>
  <inkml:trace contextRef="#ctx0" brushRef="#br3" timeOffset="-125346.52">6186 3932 293 0,'0'0'5'0,"0"0"1"0,-5-11 2 0,5 11 4 16,-11-12 1-16,11 12 2 16,-9-15 3-16,9 15 1 15,-12-12-5-15,12 12-2 16,0 0-2-16,0 0-1 16,0 12-2-16,2 8-1 0,8 7-2 15,3 13 0-15,-1 5 1 16,8 7-1-16,4 9 0 15,1-2-1-15,0 3 0 16,0 3-1-16,2-6 0 0,-7-7-1 16,2 0 0-16,-6-6 0 15,1-7 0-15,-4-7-1 16,-5-5 1-16,0-5 0 16,-3-4 1-16,0-6 1 0,-5-12-1 15,6 10 0-15,-6-10-2 16,0 0-5-16,0-8-6 15,-3-1-28-15,-2-1-43 0,2-4-2 16</inkml:trace>
  <inkml:trace contextRef="#ctx0" brushRef="#br3" timeOffset="-123746.14">1115 6148 292 0,'0'0'7'0,"0"0"3"16,0 0 5-16,0 0 0 15,-3-7 3-15,3 7 1 0,0 0 3 16,-15-7 0-16,15 7-7 16,-13 0-3-16,13 0-2 15,-14 4-2-15,6 4-2 16,0 5-2-16,1 1-1 0,2 1-1 16,0 6 0-16,3-2-1 15,0 0 1-15,2 1-1 16,0-1 0-16,4-1 0 15,4-3 0-15,7-5 1 0,2 0-1 16,3-5 1-16,-2-5 0 16,8 0 0-16,-1-8 1 15,-2 1 0-15,-1-5 0 0,0-1 1 16,-4-5-4-16,-3 1 0 16,-6 1 0-16,-3-2 0 15,-4-2 0-15,-2 0 0 16,-4 3 0-16,-12-2 0 0,-1 1 0 15,-3 3 0-15,-2 5 0 16,-4 0 0-16,0 5 0 16,1 5 0-16,-2 0 0 15,2 5 0-15,-1 5 0 16,4 2 0-16,3 3 0 0,3 1 0 16,9 3 0-16,2-2 0 15,5 8-15-15,12-5-71 16,6-7-2-16</inkml:trace>
  <inkml:trace contextRef="#ctx0" brushRef="#br3" timeOffset="-122329.7">1132 6279 0 0,'0'0'13'0,"0"0"3"16,0 0 1-16,0 0 0 15,0 0 0-15,0 0-1 0,0 0-1 16,0 0-3-16,0 0-4 16,0 0-2-16,0 0 0 15,0 0 2-15,5-4 3 16,-5 4 3-16,0 0 0 0,0 0 3 16,0 0 3-16,0 0-1 15,0 0 2-15,9-6 0 16,-9 6-2-16,0 0 0 15,0 0-4-15,0 0 0 0,0 0 0 16,0 0-1-16,0 0-3 16,0 0 0-16,0 0-2 15,0 0-2-15,0 0-2 0,0 0 0 16,0 0-3-16,0 0 1 16,0 13-3-16,-5-3 1 15,1 7-1-15,-1-2 1 16,-2 5-1-16,-4 5 1 0,1 2-1 15,1 5 1-15,-4 3-1 16,1 5 1-16,-9 7-1 16,7 2 0-16,-4 6 0 15,-1 0 0-15,-4 6-1 16,1 4 1-16,-1 2-1 16,-4 2 0-16,0 2 1 0,-3 1 0 15,0 5 0-15,-2-2 0 16,0-1 0-16,2 3 1 0,0-3-1 15,0-2 0-15,3-7-1 16,2-4 1-16,1-3 0 16,6-5-1-16,-2-8 1 15,2-4 0-15,6-5 0 0,2-9 0 16,0-2 0-16,5-5 0 16,0-3-1-16,3-6-1 15,-1-2-1-15,3-9 0 16,0 7-3-16,0-7-3 15,0 0-5-15,0 0-13 0,0 0-33 16,-4-2-18-16</inkml:trace>
  <inkml:trace contextRef="#ctx0" brushRef="#br3" timeOffset="-121679.87">389 7756 389 0,'0'0'5'0,"0"0"3"15,0 0 1-15,0 0 3 16,0 0-1-16,0-9 2 0,0 9 0 16,0 0 0-16,0 9-4 15,5 3-3-15,-3 6-2 16,3 9-2-16,-5-2 1 15,5 9-2-15,-3 1 1 0,1 0-1 16,0 2 1-16,-3 2-1 16,0-1 0-16,0-1 1 15,-3-2-1-15,0-3 2 16,1-3-3-16,2-1 0 16,-3-6 0-16,3-7 0 15,0-3 0-15,0-12 0 0,16 6 0 16,-4-6 0-16,1-10 0 15,1-5 0-15,4-3 0 16,6-2 0-16,-1-4 0 0,2-1 0 16,-2-3 0-16,-2 3 0 15,2 3 0-15,-5 3 0 16,-2-1 0-16,-3 7 0 0,-3 2 0 16,-3 0 0-16,-7 11 0 15,13-10 0-15,-13 10 0 16,0 0 0-16,0 0 0 15,0 0 0-15,0 7 0 0,0-7 0 16,-2 16 0-16,2-7 0 16,0-9 0-16,-6 10-82 15,6-10-9-15</inkml:trace>
  <inkml:trace contextRef="#ctx0" brushRef="#br3" timeOffset="-113546.02">254 8643 371 0,'0'0'6'0,"0"0"4"16,0 0 2-16,-12-8 0 0,12 8 3 15,-9-4 0 1,9 4 1-16,-13-6 0 0,13 6-6 15,0 0-2-15,-10 0-1 16,10 0-1-16,0 0 1 0,10 0-7 16,0-4 0-16,7-1 0 15,3 0 0-15,5-3 0 16,-1 1 0-16,1-3 0 16,5 2 0-16,-2 2 0 0,-1-3 0 15,-2 4 0-15,0 1 0 16,-3 1 0-16,-2 1 0 15,5 2 0-15,-11-2 0 16,2 2 0-16,-4 0 0 0,-2 2 0 16,-10-2 0-16,3 17 0 15,-3-5 0-15,-13 6 0 16,1-1 0-16,-6 5 0 16,-5 3 0-16,2 3 0 15,-9 3 0-15,5-1 0 0,-4 0 0 16,3 3 0-16,1-4 0 15,1-2 0-15,4-2 0 16,-1-2 0-16,7-7 0 16,1-3 0-16,6-5 0 0,7-8 0 15,-5 10 0-15,5-10 0 16,0 0 0-16,12 0 0 16,3-8 0-16,5 0 0 0,2-1 0 15,6-5 0-15,4-3 0 16,7 1 0-16,2 1 0 15,3-5 0-15,-1 2 0 16,4 1 0-16,-2 0 0 0,-3 1 0 16,-5 2 0-16,-5 4 0 15,-2 0 0-15,-5 0 0 16,-7 5 0-16,-6 3 0 16,-2 0 0-16,-10 2 0 15,10-3 0-15,-10 3 0 0,0 0 0 16,0 0 0-16,-8 3 0 15,8-3 0-15,-12 4 0 16,12-4 0-16,-12 5 0 16,12-5 0-16,-11 3 0 0,11-3 0 15,-2-18 0-15,2 18-73 16,0 0-23-16</inkml:trace>
  <inkml:trace contextRef="#ctx0" brushRef="#br3" timeOffset="-112447">1300 6123 245 0,'0'0'7'0,"0"0"3"15,0 0 1-15,0 0 1 16,0 0 0-16,0 0 1 0,0 0 2 16,0 0 0-16,0 0-4 15,11-7-3-15,3 2-1 16,2 0 1-16,8-3-1 16,6-4 0-16,5-1-1 0,7-3-1 15,8-5-2-15,4-1 1 16,8-6-1-16,6 2-1 15,1-6-1-15,10-4 1 16,6 0-2-16,2-1 1 0,5 0-1 16,3-6-1-16,-1 2 1 15,3-2-1-15,2 4 0 16,1-4 1-16,-1 1 0 0,0 3-1 16,-4-3 1-16,1 2 0 15,-1 3 0-15,-3 0 0 16,-5-1 0-16,-5 6 0 15,-3 2-1-15,-4 3 2 16,-8 3-1-16,-7 0 0 16,-8 5 1-16,-7 2-1 0,-4 5 1 15,-9 2-1-15,-4-1 1 16,-10 7 0-16,-4 0 1 16,-3 4-1-16,-11 0 0 0,0 0 0 15,0 0 0-15,0 0-1 16,-11 0-2-16,11 0-4 15,-14 0-5-15,14 0-12 16,-12 8-26-16,12-8-26 0,0 0-4 16</inkml:trace>
  <inkml:trace contextRef="#ctx0" brushRef="#br3" timeOffset="-111946.98">3671 5006 357 0,'0'0'5'0,"0"0"3"0,0 0 1 0,0 0 2 0,0 0-1 15,0 0 0-15,0 0 3 16,0 0 0-16,0 0-3 16,0 0-2-16,15-8-1 0,0 8 0 15,2 0 0-15,6 0 0 16,1 0-2-16,4-1-2 16,-1-2 0-16,0 0-1 15,1 3 0-15,-5 0-1 0,1 0-1 16,-7 6 1-16,-5-2-1 15,1 4 0-15,-5 5 0 16,-4-1 0-16,-4 5 1 16,0 3-1-16,-7 4 1 15,-5 4-1-15,-6-1 1 0,-2 2 0 16,-4-1 0-16,1 1 0 16,1-4-1-16,3 0 1 15,-2-8 0-15,6-2-1 16,5-2 0-16,3-3 0 0,7-10 0 15,0 0-4-15,0 7-4 16,0-7-15-16,0-7-60 16,10-3-2-16</inkml:trace>
  <inkml:trace contextRef="#ctx0" brushRef="#br3" timeOffset="-111579.71">4447 4796 384 0,'0'0'8'15,"0"0"2"-15,0 0 4 16,0 0 0-16,0 0 1 0,0 0 1 15,0 0-1 1,-13 2 1-16,8 9-8 0,-2 3-3 16,-1 3-3-16,-4 8-1 15,0 0 0-15,-2 5 1 0,-3-1-2 16,2 1 0-16,-2 0 0 16,-3-1 0-16,2-6 0 15,4 0 0-15,-2-2 0 16,4-6-4-16,0-5-2 0,7 2-3 15,5-12-4-15,-5 13-16 16,15-13-55-16,-10 0-1 16</inkml:trace>
  <inkml:trace contextRef="#ctx0" brushRef="#br3" timeOffset="-111212.74">4183 4904 363 0,'0'0'8'0,"0"0"4"0,0 0 2 16,-5-7 0-16,5 7 2 15,0 0 1-15,0 0 1 16,7 0 1-16,5 3-6 0,9 4-4 16,1 6-1-16,3 1-8 15,3 1 0-15,1 3 0 16,0-1 0-16,4-3 0 15,-3 2 0-15,-3-4 0 0,-2 0 0 16,-2-2 0-16,-3-5 0 16,-6 1 0-16,-2-4 0 15,-1 0 0-15,-11-2 0 16,12 0 0-16,-12 0 0 16,0 0 0-16,0 0 0 0,2-4 0 15,-2 4 0-15,0 0 0 16,0-11 0-16,0 11 0 15,0 0 0-15,0 0 0 16,-9 0-89-16,9 0-3 0</inkml:trace>
  <inkml:trace contextRef="#ctx0" brushRef="#br3" timeOffset="-108280.1">592 4070 336 0,'0'0'4'0,"0"0"0"16,0 0 1-16,0 0 1 15,0 0 1-15,8-7 3 0,2 4 2 16,10-2 0-16,4 0-2 16,12-3-1-16,6-2 0 15,10-5 0-15,8-1-2 16,12-4-1-16,10-5-2 16,15-5-1-16,2-2 0 0,13-8-1 15,9 0-1-15,16-7 1 16,10 1-1-16,5-9 2 15,14-2-1-15,6-3 0 16,11-4 0-16,9-3 0 0,6-3 0 16,-1-1 0-16,4-1 0 15,0 3 0-15,0 0-1 16,-2 2 1-16,-5 2 0 0,-5 1-1 16,-6 5 1-16,-8-4-1 15,-7 6 0-15,-14 3 0 16,-7 4-1-16,-18 6 1 15,-10 4 0-15,-15 6 0 0,-14 6 0 16,-12 9 0-16,-16-2-1 16,-13 13 0-16,-11 2-1 15,-14 3-3-15,-9 3-4 16,-10 10-12-16,-10 8-43 16,-10-4-19-16</inkml:trace>
  <inkml:trace contextRef="#ctx0" brushRef="#br3" timeOffset="-106329.83">560 4226 146 0,'0'0'6'0,"0"0"5"16,0 0 0-16,0 0 4 15,0 0 2-15,0 0 0 0,5-3 2 16,-5 3-1-16,0 0-5 15,0 0-3-15,0 0-4 16,0 0-2-16,0 0 0 16,0 0-3-16,0 0 0 15,8-2 0-15,-8 2-1 0,0 0 1 16,0 0 0-16,12 0 1 16,-12 0 0-16,0 0 1 15,0 0 1-15,0 0 2 0,0 0 2 16,0 0-1-16,0 0 1 15,0 0 1-15,7 5-2 16,-7-5 1-16,0 0-1 16,0 0-2-16,0 0 0 0,0 0-3 15,0 0 0-15,0 0 0 16,0 0-1-16,0 0 0 16,0 0 0-16,0 0-1 15,0 0 1-15,0 0-2 16,0 0 1-16,0 0 0 0,0 0 0 15,0 0 0-15,0 0-1 16,0 0 1-16,0 0 0 16,0 0 1-16,0 0-1 15,0 0 0-15,8 0 0 0,-8 0 1 16,0 0 1-16,0 0-1 16,0 0 2-16,0 0 0 15,0 0 1-15,0 0-1 0,0 0 1 16,0 0 0-16,0 0 0 15,0 0 0-15,0 0-1 16,0 0-1-16,3-5 0 16,-3 5-1-16,0 0 1 0,0 0-1 15,0 0 1-15,0 0-2 16,0 0 0-16,0 0 1 16,0-10 0-16,0 10-1 15,0 0 1-15,0 0-1 16,0 0 0-16,2-8 0 0,-2 8 0 15,0 0 0-15,0 0 0 16,10-10 0-16,-10 10 0 16,0 0 0-16,0 0-1 15,9-4 1-15,-9 4 1 0,0 0-1 16,6 7 0-16,-3 6 0 16,-1 4 1-16,3 3 0 15,2 4-1-15,3 4 1 0,5 4-1 16,3-1 0-16,1 2 0 15,4 0 0-15,2-3 0 16,0-3-1-16,-1 0 1 16,1-4 0-16,0-2 0 0,-2 0 1 15,-4-5-1-15,1 2 1 16,-2-3-1-16,-1-4 1 16,-2 0 0-16,-5-1 0 15,-3 0 0-15,-7-10 0 16,13 10-1-16,-13-10 1 0,0 0-2 15,10 12-2-15,-10-12-4 16,0 0-13-16,0 0-57 16,0 0-3-16</inkml:trace>
  <inkml:trace contextRef="#ctx0" brushRef="#br3" timeOffset="-105246.43">1060 4865 51 0,'0'0'5'15,"0"0"4"-15,0 0 7 16,0 0 4-16,0 0 5 16,7 0-1-16,3-5 2 0,0 0 1 15,7-2-5-15,4-1-5 16,6 2-5-16,-1-5-3 15,15 1-5-15,3-5-2 0,9 1-2 16,4-4 0-16,3 0-1 16,9-7 1-16,5 4 0 15,6-7-1-15,2 1 1 16,7 0 1-16,6-5 0 0,4 4 0 16,8-9 1-16,-1 2 0 15,17-5 1-15,6 1-1 16,5-6 0-16,3 1 0 0,9-6 0 15,8-4-1-15,2 2 0 16,7-3 0-16,0 1 0 16,3-3 0-16,-1 0 1 15,-4 5-1-15,3-2 2 16,-4 4 0-16,-6-1-1 16,-3 1 0-16,-9 3 0 0,-3-3 1 15,-10 8-1-15,-7-1 1 16,-16 7-1-16,-9 1 1 15,-15 7 2-15,-10 1 0 0,-12 8 0 16,-12 6 1-16,-14 1 2 16,-4 7 1-16,-16-1 1 15,2 2 0-15,-16 4-1 16,10-3-4-16,-10 3-3 0,-8 0-3 16,8 0-5-16,-15 0-10 15,15 0-12-15,-7 7-36 16,7-7-10-16</inkml:trace>
  <inkml:trace contextRef="#ctx0" brushRef="#br3" timeOffset="-104464.22">5580 2430 244 0,'0'0'5'0,"0"0"3"0,0 0 3 0,0 0 2 16,-8-5 1-16,8 5-1 16,0 0 3-16,-7 2 0 0,4 6-3 15,3 7-1-15,0 6-1 16,3 10-1-16,1 6 0 15,11 5-1-15,3 8 0 16,2 1-2-16,7 5-1 16,0-2-2-16,5-2-2 0,-2-5 0 15,0 0-1-15,-5-8 1 16,2-2-2-16,-7-2 0 16,-3-7 1-16,-1-4 1 0,-7-2 0 15,-1-7-1-15,0 0 1 16,-7-7-1-16,-1-8-1 15,8 12-4-15,-8-12-9 16,0-4-55-16,0 4-7 16</inkml:trace>
  <inkml:trace contextRef="#ctx0" brushRef="#br3" timeOffset="-103514.03">2955 3337 207 0,'0'0'9'0,"0"0"5"0,0 0 3 16,0 0 5-16,0 0 1 0,0 0 2 15,0 0 1-15,-7 0 1 16,7 0-7-16,-7 5-5 16,5 10-3-16,2 1-3 15,0 9-2-15,0 8-1 0,7 6-2 16,2 4 1-16,3 7-1 16,4-1 0-16,2 3-2 15,1 0 1-15,4-3 1 16,-1-1-1-16,0-2 0 0,5 2 0 15,-4-4 0-15,0-4 0 16,-2-3-1-16,2 0 1 16,-5-6 0-16,0-3 0 15,-2-6 0-15,-1-2 0 0,-2-7 0 16,-4-1 0-16,-9-12 0 16,16 10 0-16,-16-10-1 15,9 0-2-15,-9 0 0 16,0 0 0-16,10-8 0 0,-10 8 0 15,5-9 0-15,-5 9 0 16,2-7 0-16,-2 7 0 16,0 0 0-16,0-13 0 15,0 13 0-15,0 0 0 0,0-10 0 16,0 10-9-16,0 0-13 16,0 0-44-16,-9-2-20 15</inkml:trace>
  <inkml:trace contextRef="#ctx0" brushRef="#br3" timeOffset="-103095.39">2955 3307 240 0,'0'0'9'0,"0"0"2"0,0 0 2 0,0 0 2 0,0 0 1 0,-9 10 3 16,9 5 0-16,0 7 4 15,0 15-8-15,7 6-2 16,5 8-2-16,6 9-1 16,2 4-1-16,4 0-3 0,4-2-1 15,1 1-3-15,6-12-2 16,-3-4-3-16,6-7-10 15,-8-5-34-15,2-8-28 16,1-8-4-16</inkml:trace>
  <inkml:trace contextRef="#ctx0" brushRef="#br3" timeOffset="-101945.98">948 4484 239 0,'0'0'5'0,"0"0"3"0,0 0 0 16,0 0 2-16,0 0-1 15,0 0-1-15,-10 0 1 16,10 0 0-16,0 0-4 0,0 0-1 16,10 0-1-16,2-2-1 15,8-2 2-15,5-1 0 16,7-4 0-16,8-4-1 16,8-4-2-16,3 0-1 15,11-8 0-15,11 0-1 16,-2-2 0-16,7-6-1 0,-1 6 0 15,5-5 0-15,-5 5 0 16,0-5 1-16,-3 7 0 0,-5 0 1 16,-9 3 0-16,-5 4 1 15,-12 4 0-15,-4 2 1 16,-14 4 1-16,-3 6 1 16,-11-1-1-16,-11 3 1 15,0 0 0-15,0 0-1 0,0 0 1 16,0 0-3-16,-11 3-2 15,11-3-4-15,0 0-12 16,-8 4-26-16,8-4-25 0,0 0-5 16</inkml:trace>
  <inkml:trace contextRef="#ctx0" brushRef="#br3" timeOffset="-101580.05">2498 3932 315 0,'0'0'7'0,"0"0"3"0,0 0 2 15,0 0 1-15,0 0 1 16,0 0 1-16,0 0 0 16,0 0-1-16,0 0-5 15,-2-6-5-15,2 6-1 16,0 0-2-16,0 0-2 0,7-3-7 15,-7 3-15-15,0 0-51 16,10-2-2-16</inkml:trace>
  <inkml:trace contextRef="#ctx0" brushRef="#br3" timeOffset="-100812.7">3008 3731 169 0,'0'0'2'0,"0"0"0"16,0 0 3-16,0 0 3 16,9-8 1-16,3 6 1 15,-1-3 1-15,6-1 3 16,3-1-3-16,10-3-1 0,2-2-3 16,8-1 0-16,7-4-3 15,0 0-1-15,8-8-1 16,2 0 1-16,8-2-2 0,2-1 0 15,-5-3 1 1,11-1-2-16,5-3 0 0,2 2 0 16,-3-1-1-16,8-1 0 15,-5 5-1-15,-2-5 0 0,2 3 2 16,-5 5 0-16,-9 3 2 16,-3-1 0-16,-9 5 0 15,-4 5 0-15,-8 1 0 16,-9 5 1-16,-1 2 1 15,-12 3-1-15,-8 0 1 0,-1 3-3 16,-11 1-3-16,0 0-8 16,0 0-14-16,-5 1-35 15,5-1-5-15</inkml:trace>
  <inkml:trace contextRef="#ctx0" brushRef="#br3" timeOffset="-99813.02">4866 3069 335 0,'0'0'4'0,"0"0"1"0,0 0 2 15,0 0 2-15,7-10 3 0,-7 10 0 16,21-10 0-16,-6 5-1 15,2-2-2-15,3-3-3 16,7 0-5-16,-5 0-11 0,10-1-29 16,1 5-33-16,-1-5-5 15</inkml:trace>
  <inkml:trace contextRef="#ctx0" brushRef="#br3" timeOffset="-99679.84">5065 3002 404 0,'0'0'3'0,"0"0"-1"0,0 0-5 16,0 0-14-16,0 0-53 0,8-2 0 15</inkml:trace>
  <inkml:trace contextRef="#ctx0" brushRef="#br0" timeOffset="-94462.99">814 4526 177 0,'0'0'8'0,"0"0"7"0,0 0 4 0,0 0 5 15,0 0 3-15,0 0 1 0,-11-8-1 16,11 8 0-16,0 0-5 16,0 0-6-16,0 0-4 15,0 0-3-15,0 0-2 16,5 0 0-16,-5 0-1 0,13 0 1 16,-3 0 0-16,3 0 0 15,-1-2-2-15,2-5 0 16,2 1 0-16,-2-1-2 15,4 2 0-15,5-2 0 16,-4-1-1-16,3 0 0 0,1 1 0 16,2 0-1-16,5 0 1 15,0-6-1-15,5 3 0 16,2 0 0-16,2-5 0 0,-2 2 0 16,6 1-1-16,-3-1 1 15,-3 2-1-15,0 1 1 16,-5 0-1-16,1 0 0 15,-4 3 1-15,1-3-1 0,-3 2 1 16,1 1-1-16,2-1 1 16,-3-5-1-16,5 5 1 15,1-5-1-15,-4 3 0 16,6-3 1-16,-3 3-1 0,-2 0 0 16,0 0 1-16,-3 1-1 15,1 2 0-15,-3-4 0 16,0 4 0-16,-3 0 0 15,3-1 0-15,0-2 0 0,0 3 0 16,2-3 0-16,-5 0 0 16,5-1 1-16,-2 3-1 15,0-2 0-15,0-1 1 16,0 4-1-16,-3-3 0 0,3 2 0 16,-2-2 0-16,-1 4 1 15,2-3-1-15,-1 2 0 16,0 0 0-16,-2 2 0 15,4-2 0-15,0 0 0 0,0-1 0 16,-2 0 0-16,1-1 0 16,-1 1 0-16,-1-2 1 15,2 3-1-15,-1-4 0 16,2 2 0-16,-5-1 1 16,8-2-1-16,-3 2 0 15,1-3 1-15,-1 1-1 0,5 0 0 16,-5-1 0-16,5-2 1 15,-3 5-1-15,6-5 0 0,-3 5 0 16,-1-5 1-16,1 5-1 16,0-2 0-16,0 1 1 15,2-2-1-15,-2 2 0 16,0-1 0-16,-3 2 0 0,-3 0 0 16,6 0 0-16,-7 1 0 15,2 1 0-15,-2 0 0 16,-2 2 0-16,2-4 0 15,2 2 0-15,-2-2 1 0,-2 3-1 16,2-3 1-16,-1 0 1 16,1 2-2-16,-1-2 0 15,-2 0 0-15,2 2 0 16,0 0 0-16,1-3 0 16,-1 1 0-16,-1 3 0 0,0-1 0 15,-3 4 0-15,-3-2 0 16,0 2 0-16,-5-4 0 15,-1 5 0-15,-9 3 0 16,13-7 0-16,-13 7 0 0,12-7 0 16,-12 7 0-16,7-4 0 15,-7 4 0-15,0 0 0 16,0 0 0-16,0 0 0 0,0 0 0 16,0 0 0-16,0 0 0 15,0 0 0-15,0 0 0 16,0 0-3-16,0 0-16 0,-7 0-26 15,7 0-40-15,-9 4 0 16</inkml:trace>
  <inkml:trace contextRef="#ctx0" brushRef="#br0" timeOffset="-93929.84">3547 3327 323 0,'0'0'8'0,"0"0"5"15,0 0 4-15,0 0 5 16,-8-8-1-16,8 8 2 16,0 0 0-16,-12-2 0 0,12 2-6 15,0 0-6-15,0 0-3 16,0 10-6-16,0-10-2 15,12 10 0-15,6-3 0 16,1-3 0-16,2 2 0 0,6-1 0 16,1-2 0-16,1-1 0 15,4 0 0-15,-1 1 0 16,0-3 0-16,-2 2 0 16,-3-2 0-16,-3 2 0 15,1 1 0-15,-7 3 0 0,2-4 0 16,-7 5 0-16,-6 0 0 15,0 4 0-15,-5 1 0 16,-2 5 0-16,-2 4 0 16,-5-3 0-16,-8 7 0 0,0 2 0 15,-4 1 0-15,-2-1 0 16,-1 3 0-16,-1-3 0 16,4-2 0-16,-4 0 0 0,5-6 0 15,4-3 0-15,4-1 0 16,2-8 0-16,8-7 0 15,-7 12 0-15,7-12 0 16,0 0 0-16,0 0 0 0,7 0 0 16,4-3 0-16,-9 9-61 15,10-14-29-15</inkml:trace>
  <inkml:trace contextRef="#ctx0" brushRef="#br0" timeOffset="-93212.74">4096 3235 353 0,'0'0'8'0,"0"0"4"15,-12-5 3-15,12 5 2 16,-16 0 2-16,16 0 0 16,-14 0 2-16,7 0 0 15,7 0-6-15,-11 0-4 0,11 0-11 16,0 0 0-16,0 10 0 15,5-8 0-15,8-2 0 16,4 3 0-16,4-3 0 16,10 0 0-16,-6-3 0 0,8-1 0 15,-6-4 0 1,0 3 0-16,-3-1 0 0,-3 0 0 16,-3 0 0-16,-6 1 0 15,-3 5 0-15,-9 0 0 0,11 0 0 16,-11 0 0-16,0 17 0 15,-3-4 0-15,-5 7 0 16,-4-1 0-16,0 6 0 16,-6 3 0-16,0 0 0 0,-1-2 0 15,-1-1 0-15,3 0 0 16,-1-5 0-16,3 0 0 16,5-8 0-16,3 3 0 15,7-15 0-15,-7 15 0 0,7-15 0 16,0 0 0-16,14 3 0 15,2-3 0-15,3-3 0 16,6-5 0-16,6-2 0 16,3 0 0-16,0 1 0 15,6-4 0-15,-2 4 0 0,-4-4 0 16,1 6 0-16,-8-3 0 16,-2 5 0-16,-5 0 0 15,-5 0 0-15,-5 2 0 0,-10 3 0 16,10 0 0-16,-10 0 0 15,0 0 0-15,0 15 0 16,-10 2-37-16,10-17-53 16</inkml:trace>
  <inkml:trace contextRef="#ctx0" brushRef="#br0" timeOffset="-80212.76">7299 3909 229 0,'0'0'3'0,"0"0"0"0,0 0 1 16,0 0 1-16,0 0 4 16,0 0 1-16,9 5 1 0,4-5 2 15,10-5-1-15,9-6 0 16,15 0 1-16,15-7-1 15,15-5-2-15,11-3-2 16,18-6-2-16,2-4 0 0,12 0-1 16,8-4-2-16,1 1 0 15,-3-6 0-15,3 5 0 16,-2 1-2-16,-5 3 1 0,-3 0 0 16,-10 4-1-16,-11 1 0 15,-12 7-2-15,-13 7 1 16,-21 1-2-16,-12 7-1 15,-11 4-9-15,-19 0-12 16,-10 5-37-16,0 0-10 0</inkml:trace>
  <inkml:trace contextRef="#ctx0" brushRef="#br0" timeOffset="-78929.09">7453 4855 127 0,'0'0'7'16,"0"0"5"-16,7 0 1 16,-7 0 5-16,20 0 1 15,-4-2 4-15,10-6 0 0,10 1 3 16,6-8-6-16,12-2-2 15,11-8-3-15,9-3-3 16,8-2-1-16,13-1-2 0,6-4-2 16,4-2-1-16,11-3 0 15,-1 2-2-15,7-1 0 16,2 2 0-16,0-2-1 16,3 1-1-16,-13 2 0 15,-2 3-1-15,-10 4 1 0,-8 1-1 16,-17 8 1-16,-12 3-1 15,-18 4 2-15,-10 7-1 16,-17 0-3-16,-8 1-1 16,-12 5-5-16,0 0-9 0,-14 0-16 15,1 5-39-15,1-3-5 16</inkml:trace>
  <inkml:trace contextRef="#ctx0" brushRef="#br0" timeOffset="-78179.84">9393 3659 236 0,'0'0'6'0,"0"0"2"16,0 0 1-16,20-11 4 15,-5 6 0-15,10-1 3 0,10-8-1 16,7 0 2-16,12-6-4 16,6 1-3-16,15-6-1 15,4-5 0-15,11-3-3 0,6-3 0 16,9-1-3-16,9-6 1 16,5 1-2-16,8-3 0 15,3 1-1-15,-3 0 0 16,2-1 0-16,-12 6 0 15,-4 3 0-15,-13 4-1 0,-8 6-1 16,-18 5-5-16,-14 4-5 16,-16 9-12-16,-14 8-31 15,-17 0-18-15</inkml:trace>
  <inkml:trace contextRef="#ctx0" brushRef="#br0" timeOffset="-77611.76">9269 3490 273 0,'0'0'7'0,"0"0"2"0,-2-10 2 15,2 10-2-15,0 0-1 16,0 0 3-16,2 15-1 16,3 5 1-16,5 10-6 15,0 4-4-15,2 10 1 0,4 6 0 16,-2 3 0-16,6 3-1 15,-8-3 2-15,6 1-3 16,-1-2 1-16,-2-2 2 0,0-6-2 16,-2-4 1-16,-4-1 0 15,7-9 0-15,-5-1 0 16,-1-6 0-16,1-3-2 0,-4-8-3 16,0-2-1-16,-7-10-3 15,10 10-3-15,-10-10-11 16,0 0-25-16,0 0-24 15,0 0-5-15</inkml:trace>
  <inkml:trace contextRef="#ctx0" brushRef="#br0" timeOffset="-77030.01">9416 3971 188 0,'0'0'5'0,"0"0"3"0,0 0 3 15,0 0 4-15,0-12 1 0,7 9 1 16,6-7 2-16,9 0-1 15,12 2-4-15,4-6-1 16,14-4-6-16,5-4-1 16,8-3-3-16,12-4 0 0,2-1-1 15,6-3-1-15,9-3 1 16,5-1-1-16,2-1 0 16,3 1 1-16,-3-2 0 0,4 4-1 15,-3-2-1-15,-6 7-2 16,-8-3-1-16,-12 9-1 15,-3 2-1-15,-16 4 0 16,-8 6 1-16,-14 1 1 16,-13 7 1-16,-6-1 0 0,-16 5 0 15,7-2-3-15,-7 2-6 16,-7 0-15-16,7 0-24 16,-18 9-15-16</inkml:trace>
  <inkml:trace contextRef="#ctx0" brushRef="#br0" timeOffset="-76862.7">11052 3371 327 0,'0'0'6'0,"0"0"1"16,0 0 0-16,0 0-1 15,0 0-7-15,0 0-19 16,-8 0-40-16,8 0-3 0</inkml:trace>
  <inkml:trace contextRef="#ctx0" brushRef="#br0" timeOffset="-76012.81">7192 4006 167 0,'0'0'3'16,"-8"0"-2"-16,-2 7 2 16,-4-3 0-16,-1 9-1 15,-8-1 1-15,-1 11 0 0,-12 7 0 16,4 2-2-16,0 7-1 15,-1 6 0-15,1 4-1 16,7 4 0-16,-1 1 0 16,8-2-1-16,6-5-1 0,4 3 2 15,5-7 0-15,3-2 0 16,7-9 1-16,9 3 1 16,7-3 2-16,4-12 3 0,12 2 2 15,3-12-2-15,8-8 1 16,-1-2-1-16,9 0 1 15,1-6-5-15,1-12-4 0,0 5-4 16,-10-4-4-16,1 4-1 16,-8 1-2-16,-3 5-2 15,-15 1 2-15,-3 2 1 16,-10 1 3-16,-12 3 3 16,0 0-6-16,0 0-26 0,0 0-4 15</inkml:trace>
  <inkml:trace contextRef="#ctx0" brushRef="#br0" timeOffset="-73543.82">8757 3998 134 0,'0'0'7'15,"0"0"3"-15,0 0 4 0,0 0 3 16,0 5 4-16,0-5 1 15,0 0 3-15,0 0 0 16,0 0-4-16,0 7-4 16,0-7 0-16,0 0-4 15,0 0 0-15,0 0 1 0,0 0 0 16,18 13-2-16,-11-13 0 16,5 0 0-16,6-6-1 15,2 2-1-15,0-3-2 16,10-1-1-16,-4 1-3 0,7-3 1 15,-1-3-2-15,0 4 1 16,4-4-2-16,-1 1 0 16,1 1 0-16,-1 0-1 15,5-5 1-15,0 4-1 0,-3-1 0 16,5 1 0-16,3-2 0 16,-3-2 0-16,6 1 0 15,-4 1-1-15,1-1 1 16,2-3 0-16,1 2-1 0,-4-1 1 15,1 0-1-15,-3 1 1 16,2-1 0-16,2 1-1 16,-4-1 0-16,3 3 1 15,-6-4-1-15,6 6 1 0,-5-3-1 16,0 2 0-16,-1-2 0 16,-2 5 1-16,1-5-1 15,-3 5 1-15,-3-2 0 16,3 0 0-16,-3-1 1 0,5 1-2 15,-2 0 1-15,-1-4 0 16,4 5-1-16,-3-4 0 16,2 2 0-16,-2 1 0 15,-1 0-1-15,1-4 1 0,1 5 0 16,-6-3 0-16,-4 5 0 16,1-1 0-16,-4-2 0 15,0 4 0-15,-6 1 0 16,0 0 0-16,-2 0 0 0,-1-2 0 15,-3 7 0-15,2-5 0 16,-1 4 0-16,-5 0 0 16,-7 3 0-16,13-1 0 15,-13 1 0-15,0 0 0 0,12-3 0 16,-12 3 1-16,0 0-1 16,0 0 1-16,0 0-1 15,0 0 1-15,0 0-1 16,0 0 1-16,0 0-1 0,0 0 0 15,0 0 0-15,-7-3-1 16,7 3-2-16,0 0-1 16,-7 0-3-16,7 0-5 15,0 0-10-15,-13 10-25 0,13-10-33 16,-10 8-4-16</inkml:trace>
  <inkml:trace contextRef="#ctx0" brushRef="#br0" timeOffset="-72730.42">10577 3119 243 0,'0'0'9'0,"0"0"6"0,0 0 4 16,0 0 4-16,0-11 2 15,0 11 2-15,0 0 3 0,0 0-2 16,-9-10-7-16,9 10-6 16,0 0-4-16,0 0-2 15,0 0-3-15,0 0 0 16,13 6-1-16,-1 1 1 0,4 1 0 16,3-4 1-16,5 6-7 15,7 1 0-15,-1-4 0 16,2 3 0-16,3 0 0 15,-1 0 0-15,-1 0 0 16,1 0 0-16,-2-6 0 0,-2 4 0 16,-3-1 0-16,1-2 0 15,-3 0 0-15,-7-3 0 16,1 1 0-16,-6 0 0 16,-3-1 0-16,-10-2 0 0,14 2 0 15,-14-2 0-15,0 0 0 16,0 0 0-16,0 0 0 15,0 0 0-15,0 0 0 0,-12 15 0 16,12-15 0-16,-20 18 0 16,6-5 0-16,-2 3 0 15,-3 7 0-15,1-2 0 0,-3 7 0 16,-4-1 0-16,4 4 0 16,1-2 0-16,2 0 0 15,-1-1 0-15,7-2 0 16,-3-2 0-16,7-2 0 15,1-5 0-15,-2-3 0 0,3 2 0 16,0-7 0-16,2 0 0 16,4-9 0-16,-7 14 0 15,7-14 0-15,0 0 0 16,0 0 0-16,-11 5 0 0,11-5 0 16,0 0 0-16,-5-12 0 15,5-1 0-15,0 5 0 16,0-12 0-16,9-4-49 15,-2 7-40-15,-2-5-3 0</inkml:trace>
  <inkml:trace contextRef="#ctx0" brushRef="#br0" timeOffset="-72179.72">10457 3133 323 0,'0'0'7'0,"0"0"4"0,0 0 3 0,-6-10 2 16,6 10 3-16,0 0-2 0,0 0 1 15,-12-9 0-15,12 9-7 16,0 0-3-16,0 0-2 15,16 5-1-15,-2 2-1 16,6 0 0-16,5 1 1 0,8 2 1 16,4 0-1-16,2 0 0 15,6 0 0-15,0 0-1 16,-1 0-4-16,1-4 0 0,-3 2 0 16,-1 0 0-16,-4-1 0 15,-5-2 0-15,0 0 0 16,-7 0 0-16,-1 0 0 15,-7-3 0-15,2 0 0 16,-7 1 0-16,-5 0 0 16,-7-3 0-16,11 4 0 0,-11-4 0 15,0 11 0-15,0-4 0 16,-8 6 0-16,-4-1 0 16,-4 8 0-16,-8 5 0 0,-3 5 0 15,-6 1 0-15,-7 4 0 16,-2 2 0-16,-2 1 0 15,0-4 0-15,5 1 0 16,1-4 0-16,12-3 0 0,1-3 0 16,10-3-16-16,2-3-69 15,10-2-3-15</inkml:trace>
  <inkml:trace contextRef="#ctx0" brushRef="#br3" timeOffset="-57479.67">15874 10647 278 0,'0'0'5'15,"0"0"4"-15,0 0 2 0,0 0 2 16,0 0 3-16,0 0 0 16,-3-8 2-16,3 8 3 15,0 0-6-15,0 0-3 16,0 0-4-16,0 0-1 16,0 0-2-16,0 0-1 0,0 0-2 15,0 0-1-15,8-2 0 16,4 2 1-16,1 0-1 15,1 2 1-15,9-2 0 16,0 0 0-16,5 0 0 0,2 0 0 16,6 0 0-16,1 0 0 15,0-2 0-15,0-1 0 16,-1 1-1-16,3-1 1 0,0-1 0 16,1 1 0-16,0-1 0 15,-2 1-1-15,-4 0 1 16,1-2 0-16,0 3-1 15,-3 2 1-15,-2-2-1 0,0-1 1 16,-3 3-1-16,-2 0 0 16,2 0 0-16,-3-3 0 15,4 3 0-15,-3-2-1 16,5 0 1-16,-5-1 0 0,2 3 0 16,1-3 0-16,-4 3 0 15,-4-2 0-15,0 2 0 16,-5 0 0-16,0-3 0 15,-3 3 0-15,1 0 1 16,-3 0-1-16,-3-2 0 0,-7 2 0 16,18 0 0-16,-18 0-1 15,14 0 1-15,-14 0 0 16,16 0 0-16,-7 0 0 16,-9 0 2-16,15 0-3 0,-15 0 0 15,13-2 0-15,-13 2 0 16,9 0 0-16,-9 0 0 15,0 0 0-15,0 0 0 16,0 0 0-16,0 0 0 0,0 0 0 16,0 0 0-16,0 0 0 15,0 0 0-15,0 0 0 16,0 0 0-16,0 0 0 16,0 0 0-16,0 0 0 0,0 0 0 15,0 0 0-15,0 0-15 16,0 0-24-16,0 0-46 15,0 0-3-15</inkml:trace>
  <inkml:trace contextRef="#ctx0" brushRef="#br3" timeOffset="-56346.25">16718 10315 165 0,'0'0'5'0,"0"0"3"0,-2-12 2 0,2 12 3 16,0 0 2-16,-5-10 3 0,5 10 4 15,-5-11 1-15,5 11-3 16,0 0-2-16,0 0 0 15,-8-8-2-15,8 8-2 16,0 0-1-16,-12-6-1 0,12 6-3 16,0 0 0-16,0 0-1 15,-10-3 0-15,10 3 0 16,0 0-2-16,0 0-1 16,0 0-1-16,0 0 0 0,0 0-1 15,0 0 1-15,5 6-2 16,-5-6 1-16,15 10 0 15,-5-4 1-15,5 2 0 16,3 2 1-16,1 0-1 0,6 0 0 16,5 2-1-16,-1-2 1 15,4 2 0-15,-1 1-1 16,3-1 0-16,-2 1 0 16,3-3-1-16,-3 2 0 0,-3-2-2 15,2 3 0-15,-5-6 0 16,-2 2 0-16,0 1 0 15,-2 0 0-15,-4-2 0 16,-1-1 0-16,-6-1 0 0,1-4 0 16,-4 3 0-16,-9-5 0 15,10 2 0-15,-10-2 0 16,0 0 0-16,0 0 0 16,0 0 0-16,0 0 0 0,0 0 0 15,0 0 0-15,0 0 0 16,0 0 0-16,0 0 0 15,0 0 0-15,0 0 0 16,0 0 0-16,0 0 0 0,0 0 0 16,0 0 0-16,-7 0 0 15,7 0 0-15,-12 0 0 16,12 0 0-16,-16 0 0 0,16 0 0 16,-14 3 0-16,4 1 0 15,0 6 0-15,0 0 0 16,-3 5 0-16,1 3 0 15,0-1 0-15,-1 5 0 16,1 3 0-16,0 2 0 0,4-2 0 16,-2 3 0-16,-5-2 0 15,5 0 0-15,-2-1 0 16,-1-4 0-16,0 1 0 16,4-1 0-16,-6-4 0 0,5-3 0 15,0-1 0-15,0-1 0 16,3-2 0-16,-3-3 0 15,10-7 0-15,-13 11 0 16,13-11 0-16,-9 7 0 0,9-7 0 16,0 0 0-16,0 0 0 15,0 0 0-15,0 0 0 16,0 0 0-16,0 0 0 16,0 0 0-16,0 0 0 0,0 0 0 15,0-5 0-15,0 5 0 16,0-10-10-16,0 0-12 15,2 3-37-15,-2 7-27 0,12-12-2 16</inkml:trace>
  <inkml:trace contextRef="#ctx0" brushRef="#br3" timeOffset="-47296.53">1208 16998 421 0,'0'0'6'16,"0"0"3"-16,-2-6 2 16,2 6 2-16,0-8 2 0,0 8 1 15,0 0-1-15,0-12-10 16,0 12-5-16,0 0 0 15,0 16 0-15,0 0 0 16,0 11 0-16,0 0 0 0,2 7 0 16,-2-14 0-16,0 5 0 15,3-3 0-15,-3 3 0 16,0 0 0-16,0 0 0 16,0 0 0-16,-3-3 0 15,3-2 0-15,-2-1 0 0,2-3 0 16,-5-4 0-16,5-12 0 15,0 0 0-15,-9 6 0 16,1-23 0-16,0-14 0 16,1-19 0-16,4-9 0 0,1-7 0 15,2 5 0-15,5 7 0 16,4 2 0-16,2 10 0 16,6 4 0-16,6 6 0 15,2 7 0-15,9 13 0 0,-1 5 0 16,4 7 0-16,0 4 0 15,2 9 0-15,-3 10 0 16,-4-1 0-16,-7 7 0 16,-6 1 0-16,-6 0 0 0,-5 3 0 15,-8-4 0-15,-10-2 0 16,-8-2 0-16,-7-3 0 16,-7-5 0-16,-3-2 0 15,3-7 0-15,-3-3 0 16,3-3 0-16,2-2 0 0,10 0 0 15,3-5 0-15,17 5 0 16,-8-7 0-16,8 7 0 16,18-3 0-16,-1 3 0 0,10 3 0 15,0 7 0-15,9 2 0 16,-4 5 0-16,2 3 0 16,-19-7 0-16,3-1 0 15,-1 0 0-15,1 5 0 16,-4-1 0-16,4-4 0 0,-6 3 0 15,4 0 0-15,-7-3 0 16,4-2 0-16,-6 0 0 16,3 0 0-16,-10-10-2 15,12 0-79-15,-12 0-10 16</inkml:trace>
  <inkml:trace contextRef="#ctx0" brushRef="#br3" timeOffset="-46912.77">1840 17156 479 0,'0'0'4'0,"0"0"2"16,0 0 1-16,-10 3 0 15,10-3 1-15,-13 10-8 0,6 0 0 16,-3 5 0-16,5-7 0 15,0 4 0-15,0-2 0 16,0 2 0-16,3 3 0 0,-1-3 0 16,3 1 0-16,0-1 0 15,5-2 0-15,5 3 0 16,0-8 0-16,5-1 0 16,4-1 0-16,17-3 0 15,3-12 0-15,-2-8 0 0,-4-8 0 16,-8 1 0-16,-10-3 0 15,-10 5 0-15,-15 6 0 16,-8 2 0-16,-4 7 0 16,-1 2 0-16,-6 4 0 0,4 4 0 15,0 4 0-15,3-1-11 16,12 4-78-16,10-7-3 16</inkml:trace>
  <inkml:trace contextRef="#ctx0" brushRef="#br3" timeOffset="-46596.5">2297 16899 503 0,'0'0'4'16,"0"0"0"-16,-8 0-4 0,8 0 0 16,-10 5 0-16,1 8 0 15,-2 1 0-15,-1 9 0 16,3 4 0-16,-2 8 0 0,-1 3 0 15,0 3 0 1,4-21 0-16,3 5 0 0,3-3 0 16,-1 3 0-16,3-3 0 15,0 3 0-15,0-5 0 16,0-1 0-16,7 1 0 16,2-2 0-16,3-6 0 0,-3 2 0 15,7-3 0-15,-4-4 0 16,3 0-25-16,4-4-64 15,-3-3-3-15</inkml:trace>
  <inkml:trace contextRef="#ctx0" brushRef="#br3" timeOffset="-46311.37">2086 17174 476 0,'0'0'3'0,"0"0"1"16,0 0 2-16,0 0 1 15,5 0 1-15,4 0-1 16,9 0-7-16,5-1 0 16,4-3 0-16,2 0 0 0,8 1 0 15,1-3 0-15,-1 5 0 16,0-5 0-16,-7 5 0 16,-7-2 0-16,0 3 0 15,-9 0 0-15,-3 0 0 0,-11 0 0 16,0 0 0-16,0 0 0 15,-6 4 0-15,6-4 0 16,-17 6 0-16,4-6 0 16,13 0-5-16,0 0-85 15,-15 1-2-15</inkml:trace>
  <inkml:trace contextRef="#ctx0" brushRef="#br3" timeOffset="-45312.87">2654 17105 428 0,'0'0'6'0,"0"0"1"16,-14-5 4-16,14 5 1 15,-13-2 1-15,13 2 0 16,-12 0 2-16,12 0-9 0,-11 0-6 16,11 0 0-16,0 0 0 15,4 10 0-15,5-8 0 16,4 0 0-16,4 1 0 15,6-3 0-15,4 0 0 0,-3 0 0 16,4 0 0-16,-3 0 0 16,-2 0 0-16,-3 3 0 15,-6 2 0-15,-4 3 0 16,-4 6 0-16,-10-3 0 16,-5 7 0-16,-8 5 0 0,4-14 0 15,-2 4 0-15,-3 2 0 16,-2 2 0-16,-4-5 0 15,2 6 0-15,-1-3 0 16,4 0 0-16,-4-3 0 0,3 2 0 16,4-1 0-16,4-1 0 15,5 1 0-15,0-3 0 16,7-10 0-16,0 13 0 16,10-6 0-16,3-6 0 0,6-1 0 15,1 0 0-15,5 0 0 16,3 0 0-16,-2 0 0 15,1 0 0-15,1 0 0 16,-5 0 0-16,2 0 0 0,-6 0 0 16,3 0-37-16,-6 0-53 15,-4 0-4-15</inkml:trace>
  <inkml:trace contextRef="#ctx0" brushRef="#br3" timeOffset="-44979.89">3316 16890 490 0,'0'0'2'0,"0"0"2"0,0 0 1 15,0 0 2-15,-2-6-4 16,2 6-3-16,-11 0 0 0,1 3 0 15,-2 9 0-15,-6 8 0 16,4 8 0-16,-4 6 0 16,-2 8 0-16,3 8 0 0,10-21 0 15,-4 4 0 1,7 1 0-16,-6 1 0 0,8 3 0 16,-1-1 0-16,3 0 0 15,0-3 0-15,3-1 0 16,4-4 0-16,2 1-5 0,-4-5-84 15,11-5-2-15</inkml:trace>
  <inkml:trace contextRef="#ctx0" brushRef="#br3" timeOffset="-44494.02">3495 17016 494 0,'0'0'3'0,"0"0"2"15,-6-12 1-15,6 12-3 16,0 0-3-16,0-11 0 0,0 11 0 16,-9 5 0-16,1 8 0 15,1 9 0-15,-6 6 0 16,1 6 0-16,5-14 0 16,1 5 0-16,-3 0 0 15,4-1 0-15,2 1 0 0,3 3 0 16,0-7 0-16,0 2 0 15,8-3 0-15,1-3 0 16,2-3 0-16,1-3 0 16,3-5 0-16,-5-6 0 0,22-6 0 15,0-12 0-15,1-16 0 16,-13-8 0-16,-8-10 0 16,-12-1 0-16,-7 6 0 15,-14 10 0-15,-4 8 0 16,1 1 0-16,-1 8 0 0,-5 8 0 15,8 10 0-15,3 2 0 16,1 10 0-16,8 7 0 16,4 3 0-16,6 4 0 15,6 6 0-15,6 0 0 0,8-4 0 16,4 2 0-16,6-6 0 16,6-1 0-16,6-6 0 15,-3-8 0-15,7 3 0 0,-30-8-51 16,8-4-40-1</inkml:trace>
  <inkml:trace contextRef="#ctx0" brushRef="#br3" timeOffset="-44312.72">3859 17137 500 0,'0'0'4'0,"0"0"1"0,0 0-3 16,0 0-2-16,0 0 0 15,-9 11 0-15,6-3 0 16,1 9 0-16,0-1 0 15,-1-3 0-15,3-1 0 16,0 0 0-16,0 4 0 0,-2 1 0 16,2-3-5-16,5-1-85 15,-1-1-3-15</inkml:trace>
  <inkml:trace contextRef="#ctx0" brushRef="#br3" timeOffset="-44029.84">4022 16780 501 0,'0'0'3'0,"0"0"2"15,0 0-3-15,0-7-2 0,0 7 0 16,0 0 0-16,7 6 0 16,3 5 0-16,3 10 0 15,3 8 0-15,7 8 0 16,4 8 0-16,1 7 0 15,-1 5 0-15,-12-26 0 0,-4 5 0 16,3-3 0-16,-5 9 0 16,-4-3 0-16,-2 3 0 15,-3-3 0-15,-5 4 0 0,-2-6 0 16,-3 0-27-16,-5-3-62 16,0-1-4-16</inkml:trace>
  <inkml:trace contextRef="#ctx0" brushRef="#br3" timeOffset="-39496.52">4603 17100 466 0,'0'0'5'0,"0"0"3"0,0 0 2 16,0 0 1-16,0-10 0 16,0 10-11-16,0 0 0 0,0-7 0 15,0 7 0-15,0 0 0 16,0 0 0-16,0 0 0 16,0 0 0-16,0 0 0 15,7 7-68-15,4-5-23 0</inkml:trace>
  <inkml:trace contextRef="#ctx0" brushRef="#br3" timeOffset="-39246.24">5165 16843 479 0,'0'0'3'0,"0"0"2"15,0 0 1-15,0 0 1 16,0 0-1-16,0 0-1 15,0 0-5-15,-3 7 0 0,1 11 0 16,2 1 0-16,0 6 0 16,0 7 0-16,0 3 0 15,0-1 0-15,0 4 0 16,0-6 0-16,0-3 0 0,0 4-4 16,0-13-19-16,0-4-33 15,0 5-30-15,-3-11-2 16</inkml:trace>
  <inkml:trace contextRef="#ctx0" brushRef="#br3" timeOffset="-39029.84">4871 16779 419 0,'0'0'5'16,"0"0"0"-16,-7-16 2 0,7 16 1 15,-5-15 0-15,5 3 2 16,2-3 0-16,8 0 1 15,7-4-3-15,6 1-2 16,10 1-1-16,4-4 0 16,7 7-1-16,4 3-4 0,7 3 0 15,-3 0-3-15,7 8-11 16,-2-13-40-16,-5 23-33 16,-7 5 0-16</inkml:trace>
  <inkml:trace contextRef="#ctx0" brushRef="#br3" timeOffset="-38662.75">5323 17011 485 0,'0'0'2'16,"0"0"0"-16,0 0 1 16,0-5 1-16,10-3 1 15,5 3 0-15,2 0 0 0,8 1-5 16,5-1 0-1,2 5 0-15,3 0 0 0,0 2 0 16,0 10 0-16,-5 1 0 16,-8 4 0-16,-4 3 0 15,-6 2 0-15,-7 3 0 0,-5 0 0 16,-8-3 0-16,-6-3 0 16,-2-1 0-16,4-5 0 15,-8-6 0-15,8-4 0 0,-1-3 0 16,4-8 0-16,6-7 0 15,3-4 0-15,0-1 0 16,7-7 0-16,9 5 0 16,-2-3 0-16,11 5-7 15,-2-3-16-15,9 1-48 0,3 10-15 16</inkml:trace>
  <inkml:trace contextRef="#ctx0" brushRef="#br3" timeOffset="-37861.64">6009 17004 441 0,'0'0'5'0,"0"0"1"16,-5 0 1-16,5 0 1 0,-17-3 0 16,6 3 1-16,0 0 0 15,-7 3 0-15,6 4-5 16,-4 3 1-16,2 2-5 0,4 3 0 16,2 2 0-16,3-2 0 15,5 5 0-15,0-8 0 16,5 3 0-16,3-2 0 15,2-5 0-15,4-4 0 0,-1-4 0 16,-1 0 0-16,1-7 0 16,4-7 0-16,-4 1 0 15,2-10 0-15,-3 3 0 0,3-4 0 16,-3 2 0-16,-1-3 0 16,-5 9 0-16,0 2 0 15,-4 4 0-15,-2 10 0 16,0 0 0-16,0 0 0 15,0 17 0-15,0-2 0 0,0 5 0 16,0-3 0-16,5 1 0 16,0-1 0-16,8-5 0 15,-1-5 0-15,6-2 0 16,-2-5 0-16,2 0 0 0,5-6 0 16,-4-5 0-16,3-3 0 15,-1-4 0-15,-4 1 0 16,1-1-2-16,-6 3 0 15,-5 6 1-15,-1-1-1 0,-6 10 1 16,0 0-1-16,0 0 0 16,-3 7 1-16,-2 4 0 15,0 1 0-15,2 2 1 16,3 1 0-16,5-3-1 0,8 1 1 16,6-6 1-16,9-2-1 15,4-5 0-15,3 0 1 16,5-5 0-16,0-6 0 15,-3-2-1-15,-3-2 1 0,-9-3 0 16,-4 3 0-16,-9 3 0 16,-12-2 0-16,-7 6 0 15,-11 3-1-15,-4 2 1 16,-5 3 0-16,-6 0-1 0,4 5 0 16,-1 3 0-16,0 2 0 15,10-3 0-15,5 4 0 16,7-2 0-16,6-2 1 15,2 6-1-15,4-5 1 16,12 1 1-16,-2 4-2 0,2-3 0 16,4 4 0-16,-8-3 0 15,0 3 0-15,-4-2 0 16,-3 1 0-16,-5 2 0 0,-2-3 0 16,-9 3 0-16,-4-1 0 15,-7-1-6-15,-1-5-5 16,4 4-17-16,4-4-55 15,-2-6-2-15</inkml:trace>
  <inkml:trace contextRef="#ctx0" brushRef="#br3" timeOffset="-37462.75">6758 16961 481 0,'0'0'4'0,"-18"0"1"16,11 0 1-16,-4 0 1 16,1 3 1-16,1-3-8 0,-2 0 0 15,1 0 0-15,10 0 0 16,0 0 0-16,8-10 0 16,9 3 0-16,4-1 0 0,11 0 0 15,3 1 0-15,4 2 0 16,3 1 0-16,-2 4 0 15,-7 0 0-15,-6 4 0 16,-12 8 0-16,-11 4 0 0,-4-2 0 16,-14 9 0-16,-11-1 0 15,2 5 0-15,-5-2 0 16,1 0 0-16,3 0 0 16,4-6 0-16,6-1 0 15,5-1 0-15,9-5 0 16,9-2 0-16,7-2 0 0,17-6 0 15,3-2 0-15,5-5 0 16,-13-3-73-16,26-6-18 16</inkml:trace>
  <inkml:trace contextRef="#ctx0" brushRef="#br3" timeOffset="-37196.72">7438 16599 469 0,'0'0'2'16,"0"0"1"-16,0-12 1 16,0 12 1-16,0-12 1 15,0 12 0-15,0 0 1 16,-6 8 0-16,-1 15-5 0,-7 13-2 16,-2 6 0-16,0 12 0 15,-6 9 0-15,9 6 0 16,0 0 0-16,10-2 0 15,3-32 0-15,3 3 0 0,10-5 0 16,4 3 0-16,5-7 0 16,6 3-75-16,6-5-15 15</inkml:trace>
  <inkml:trace contextRef="#ctx0" brushRef="#br3" timeOffset="-36396.5">7855 16766 454 0,'0'0'3'0,"0"0"1"15,0 0 3-15,0 0 1 16,0 0 1-16,0 0 1 16,0 0-1-16,3 10-2 15,-3 1-7-15,-8 7 0 0,-1 4 0 16,-7 6 0-16,2 1 0 16,-6 2 0-16,-1-2 0 15,2-5 0-15,-1 1 0 0,3-7 0 16,2 0 0-16,3-4 0 15,7-6 0-15,5-8 0 16,0 0 0-16,5 7 0 16,9-7 0-16,9-3 0 15,2-4 0-15,7 0 0 0,3-3 0 16,2 0 0-16,-5-3-5 16,-2 3-81-16,2 4-2 15</inkml:trace>
  <inkml:trace contextRef="#ctx0" brushRef="#br3" timeOffset="-36196.28">8101 16934 485 0,'0'0'2'0,"0"0"2"0,0 0 1 16,0 0 2-16,11 13-1 15,-11-13-4-15,17 17-2 16,-8-5 0-16,2 5 0 15,1 3 0-15,-3 0 0 0,2 1 0 16,-4-5 0-16,8 0-80 16,-7-4-8-16</inkml:trace>
  <inkml:trace contextRef="#ctx0" brushRef="#br3" timeOffset="-35930.07">8330 16565 508 0,'0'0'3'16,"0"0"-3"-16,0 0 0 0,0 0 0 15,8-3 0-15,1 3 0 16,7 13 0-16,3 2 0 16,6 4 0-16,0 9 0 0,7 4 0 15,-2 10 0-15,-3 8 0 16,-7 4 0-16,-5 5 0 15,-13 9 0-15,-4-34 0 16,-5 6 0-16,-11-2 0 0,8-17-44 16,-15 19-46-1,-2-6-2-15</inkml:trace>
  <inkml:trace contextRef="#ctx0" brushRef="#br3" timeOffset="-35263.14">8603 13409 386 0,'0'0'6'0,"0"0"4"0,0 0 2 16,0 0 1-16,0 0 2 15,0 0 1-15,0 0-1 0,0 0 1 16,0 0-6-16,3 5-3 16,-3 8-2-16,0 4-5 15,-6 5 0-15,2 3 0 0,-6 5 0 16,3 1 0-16,-6 2 0 16,0-2 0-16,-2-3 0 15,3-6 0-15,3-4 0 16,-2-3 0-16,4-7 0 0,7-8 0 15,0 0 0-15,0 0 0 16,7 2 0-16,6-2 0 16,4-7 0-16,3-1 0 15,5 0 0-15,0 1 0 16,2 0 0-16,0-3 0 0,-2 7-25 16,-7 1-59-16,-1-3-4 15</inkml:trace>
  <inkml:trace contextRef="#ctx0" brushRef="#br3" timeOffset="-35046.5">8887 13466 507 0,'0'0'4'0,"5"-10"-4"0,-5 10 0 16,0 0 0-16,14-4 0 15,-9 8 0-15,3 11 0 0,-3 7 0 16,0 10 0-16,-5 11 0 16,2 8 0-16,-2 2 0 15,5-6-52-15,-3 10-38 16</inkml:trace>
  <inkml:trace contextRef="#ctx0" brushRef="#br3" timeOffset="-34062.14">8979 16874 511 0,'0'0'0'15,"0"0"0"-15,0 0 0 0,0-4 0 16,0 4 0-16,0 0 0 15,0-12 0-15,0 12 0 16,0 0 0-16,0 0 0 16,0 0 0-16,2 10-78 0,-2-10-11 15</inkml:trace>
  <inkml:trace contextRef="#ctx0" brushRef="#br3" timeOffset="-32846.54">9366 16701 461 0,'0'0'4'0,"0"0"1"0,7-9 2 16,-7 9 1-16,0 0 1 15,11-3 0-15,-11 3-1 16,9 8-8-16,-4 12 0 15,-5-1 0-15,2 11 0 0,1 5 0 16,-2-1 0-16,6 5 0 16,-2-1 0-16,2-1 0 15,-2-5 0-15,3-5 0 16,-1-2 0-16,-2-3 0 0,0-4 0 16,-5-5 0-16,2-7 0 15,-2-6 0-15,0 0 0 16,0 0-5-16,0 0 2 15,-4-5 1-15,-1-7 1 0,-2-2 2 16,-4-6 0-16,1-5 0 16,1-3 1-16,-4-4 0 15,3-5 0-15,3 2 0 16,-1-4-2-16,5-1 0 16,3 1 0-16,3 2 0 0,5 0 0 15,4 7 0-15,0-1 0 16,6 6 0-16,2 4 0 15,2 4 0-15,3 4 0 0,-1 8 0 16,4 5 0-16,-4 0 0 16,5 10 0-16,-5 7 0 15,-4 4 0-15,-2-2 0 16,-6 6 0-16,-8 0 0 0,-1-3 0 16,-6-2 0-16,-9 0 0 15,-3-8 0-15,-2 1 0 16,-3-4 0-16,0-1 0 15,1-3 0-15,3-2 0 16,6-2 0-16,-2-1 0 0,12 0 0 16,0 0 0-16,0 0 0 15,0 0 0-15,12 16 0 16,3-8 0-16,5 3 0 0,5 1 0 16,0 9 0-16,3-1 0 15,-4-1 0-15,1 0 0 16,-3 2 0-16,-1 1-13 15,3-3-72-15,-9-3-2 16</inkml:trace>
  <inkml:trace contextRef="#ctx0" brushRef="#br3" timeOffset="-32512.97">9876 16818 479 0,'0'0'3'0,"0"0"1"0,0 0 1 15,0 0 0-15,0 0 1 16,-8 3 0-16,8-3-3 16,-13 19-3-16,11-4 0 0,-3 3 0 15,3 1 0-15,2 4 0 16,0 1 0-16,7-4 0 16,5-5 0-16,8-1 0 15,0-4 0-15,8-7 0 0,2-3 0 16,0-3 0-16,-1-3 0 15,1-5 0-15,-8-3 0 16,-4-4 0-16,-6 0 0 16,-7-1 0-16,-5-3 0 0,-10 2 0 15,-8 0 0-15,-3 0 0 16,-2 5 0-16,-7 4 0 16,10 5-7-16,-4 1-40 15,6 2-41-15,7 0-2 0</inkml:trace>
  <inkml:trace contextRef="#ctx0" brushRef="#br3" timeOffset="-32263.63">10214 16649 419 0,'0'0'9'15,"0"0"3"-15,-3-9 1 0,3 9 2 16,0 0 0-16,0 0-1 16,0 0 0-16,-8 14-14 15,8 4 0-15,0 7 0 16,-3 7 0-16,3 2 0 0,-2 11 0 15,2-5 0-15,0 2 0 16,2-3 0-16,9-4 0 16,1-3 0-16,11-5 0 15,-4-7 0-15,8-5 0 0,-1-5 0 16,1-3 0-16,-4-2-66 16,-4-6-25-16,-4-13 0 15</inkml:trace>
  <inkml:trace contextRef="#ctx0" brushRef="#br3" timeOffset="-32112.29">10099 16805 465 0,'0'0'3'15,"0"0"-1"-15,0 0 1 16,0 0 1-16,0 0 0 16,10 0 0-16,3 0-1 0,3 0-3 15,12 0-10-15,-3 0-30 16,12 0-43-16,3 0-1 15</inkml:trace>
  <inkml:trace contextRef="#ctx0" brushRef="#br3" timeOffset="-31646.52">10489 16815 495 0,'0'0'4'16,"0"0"2"-16,0 0 0 0,0 0-6 15,0 0 0-15,-10-7 0 16,10 7 0-16,0 0 0 15,0 0 0-15,2-7 0 16,9 7 0-16,-2 0 0 16,1 4 0-16,5 2 0 0,0 4 0 15,0 2 0-15,-5 7 0 16,-5 2 0-16,-5-2 0 16,0 6 0-16,-7 0 0 15,-8 0 0-15,-3-4 0 0,4-3 0 16,-2-1 0-16,2-7 0 15,3-2 0-15,11-8 0 16,0 0 0-16,-2-10 0 16,7-5 0-16,9-8 0 0,4-2 0 15,5-1 0-15,4-1 0 16,-2-1 0-16,-2 3 0 16,-4 6 0-16,-1 3 0 15,-4 7 0-15,-14 9 0 0,13 0 0 16,-13 9 0-16,0 9 0 15,0 2 0-15,-5 2 0 16,5 6 0-16,-3 1 0 16,3-1 0-16,3-2 0 0,5 2 0 15,6-3 0-15,4-6 0 16,1-9 0-16,11 0-9 16,20-8-79-16,-13-4-2 15</inkml:trace>
  <inkml:trace contextRef="#ctx0" brushRef="#br3" timeOffset="-31396.55">11101 16558 463 0,'0'0'5'0,"0"0"1"0,0 0 2 0,0 0 0 16,0 0 1-16,-11-6 1 15,11 6-8-15,-12 21-2 0,-1 1 0 16,-1 7 0-16,-2 11 0 15,4 7 0-15,-2 5 0 16,1 3 0-16,3 4 0 16,8-5 0-16,2-1 0 15,9-6 0-15,9-3 0 0,6-7 0 16,6-9 0-16,8-3-8 16,4-9-79-16,0-8-3 15</inkml:trace>
  <inkml:trace contextRef="#ctx0" brushRef="#br3" timeOffset="-30995.94">11510 16766 456 0,'0'0'4'16,"0"0"1"-16,-4-12 1 0,4 12 3 16,-18-11-1-16,6 4 2 15,-6 2 0-15,-5 0-7 16,-1 5-3-16,2 0 0 15,-6 7 0-15,3 6 0 0,6 2 0 16,-1 3 0-16,10 1 0 16,2-2 0-16,8-2 0 15,0-2 0-15,13-4 0 16,6-1 0-16,4-8 0 0,2 0 0 16,2-10 0-16,-2 0 0 15,-1-5 0-15,1 2 0 16,-7-1 0-16,-6 2 0 15,1 2 0-15,-13 10 0 0,12-13 0 16,-12 13 0-16,3 8 0 16,-3 4 0-16,0 6 0 15,0 2 0-15,0 7 0 16,0-1 0-16,0-1 0 0,0 0 0 16,2-5 0-16,5 0 0 15,-1-3-80-15,1-10-10 16</inkml:trace>
  <inkml:trace contextRef="#ctx0" brushRef="#br3" timeOffset="-30680.24">11727 16741 480 0,'0'0'4'16,"0"0"1"-16,0 0 1 16,0 0 1-16,0 0 0 15,-8 2-5-15,0 9-2 0,-1 1 0 16,-4 5 0-16,3 5 0 15,5 3 0-15,0 5 0 16,3-6 0-16,2 1 0 0,10-5 0 16,5-2 0-16,7-9 0 15,3-4 0-15,4-2 0 16,1-6 0-16,-2-4 0 16,-1-8 0-16,-2 0 0 15,-8 0 0-15,-6-4 0 0,-9-1 0 16,-4 0 0-16,-14-3 0 15,-5 4 0-15,-4 7 0 16,-10-4 0-16,8 9 0 0,-6 0 0 16,13 4-14-16,-3 8-62 15,11-5-13-15</inkml:trace>
  <inkml:trace contextRef="#ctx0" brushRef="#br3" timeOffset="-30447">11977 16533 443 0,'0'0'7'15,"0"0"2"-15,0 0 1 16,0 0 2-16,0 0 0 16,10-3 2-16,-10 3-10 15,15 16-4-15,0 3 0 0,0 6 0 16,8 4 0-16,1 8 0 16,3 6 0-16,-2 4 0 15,1 3 0-15,-10 2 0 16,-5-2 0-16,-9-1 0 0,-4 0 0 15,-16-2 0-15,-8-3 0 16,-8-11 0-16,-15-4-84 16,9-5-7-16</inkml:trace>
  <inkml:trace contextRef="#ctx0" brushRef="#br3" timeOffset="-27062.73">10581 11064 167 0,'0'0'9'15,"0"0"4"-15,0 0 2 0,0 0 2 16,0 0 3-16,5 0 2 16,-5 0 1-16,0 0 1 15,0 0-7-15,0 0-5 16,0 0-2-16,0 0-2 16,0 0-3-16,0 0-2 0,0 0-2 15,0 0-1-15,0 0 2 16,0 0-4-16,0 0 2 15,0 0 2-15,0 0-2 16,0 0 1-16,0 0 0 0,0 0 0 16,0 0 0-16,0 0 0 15,0 0 0-15,0 0-1 16,0 0 1-16,0 0-1 0,0 0 1 16,0 0 0-16,0 0 0 15,0 0 0-15,0 0 0 16,0 0-1-16,0 0 1 15,7 7-1-15,-7-7 0 0,0 0 2 16,0 0-2-16,0 0 1 16,0 0-1-16,0 0 2 15,0 0 0-15,0 0 1 16,0 0 0-16,0 0 1 16,0 0 1-16,0 0 1 0,0 0 0 15,0 0 0-15,0 0 0 16,0 0-2-16,0 0 1 15,0 0-1-15,0 0-1 16,0 0-1-16,0 0 0 0,0 0 0 16,0 0 0-16,0 0 0 15,10 0-1-15,-10 0 1 16,0 0 0-16,0 0-1 0,11 0 1 16,-11 0 0-16,0 0-1 15,9 0 0-15,-9 0-1 16,0 0 1-16,0 0-1 15,0 0 0-15,10 2 0 0,-10-2 0 16,0 0-1-16,0 0-4 16,0 0-10-16,0 22-53 15,0-22-10-15</inkml:trace>
  <inkml:trace contextRef="#ctx0" brushRef="#br3" timeOffset="-25479.84">10529 11028 297 0,'0'0'6'0,"0"0"4"0,0 0 3 16,-3-4 1-16,3 4 2 15,-2-12 3-15,2 12 1 0,0-16 1 16,0 7-6-16,0-4-2 16,0 1-1-16,0-1-1 15,0-2-1-15,0-5-2 16,0 0 0-16,0-4-1 0,2-3 0 16,-2-2-3-16,0-4-4 15,0-2 0-15,0 1 0 16,0-2 0-16,0 4 0 15,0 0 0-15,-2 2 0 16,2 5 0-16,-2 0 0 0,2 4 0 16,-3 3 0-16,3-1 0 15,0 1 0-15,0 0 0 16,0 4 0-16,0-1 0 0,0 0 0 16,0 5 0-16,3-2 0 15,-1 2 0-15,3-1 0 16,-5 11 0-16,7-14 0 15,-7 14 0-15,7-12 0 0,-7 12 0 16,6-15 0-16,-6 15 0 16,5-7 0-16,-5 7 0 15,0 0 0-15,2-10 0 16,-2 10 0-16,0 0 0 0,0 0 0 16,0 0 0-16,0 0 0 15,0 0 0-15,0 0 0 16,0 0 0-16,0 0 0 15,0 0 0-15,0 0 0 0,0 0 0 16,0 0 0-16,0 0 0 16,0 0 0-16,0 0 0 15,0 0 0-15,0 0 0 16,0 0 0-16,-9 7 0 0,0 0 0 16,0 6 0-16,-3 1 0 15,-4 3 0-15,0 7 0 16,-5-5 0-16,1 6 0 15,-5 0 0-15,1-1 0 0,1-1 0 16,3-3 0-16,-1-3 0 16,5 1 0-16,4-8 0 15,1-4 0-15,11-6 0 16,-12 10 0-16,12-10 0 0,0 0 0 16,0 0 0-16,8-12 0 15,-1 1 0-15,4-6 0 16,1 0 0-16,3-5 0 15,4-3 0-15,-1 1 0 0,-1 1 0 16,3-1 0-16,0 2 0 16,-3 1 0-16,1 4 0 15,-4 0 0-15,3 7 0 16,-4 3 0-16,-2 1 0 0,-4 2 0 16,3 4 0-16,-10 0 0 15,15 7 0-15,-3 3 0 16,-5 5 0-16,6 3 0 15,-1-2 0-15,4 4 0 0,1-2 0 16,-2 2 0-16,4-5 0 16,4 2 0-16,0-8 0 15,-2 1 0-15,-1-2 0 16,1-3 0-16,-5-3 0 0,2 1 0 16,-6-1 0-16,-1-2 0 15,-11 0 0-15,7 0 0 16,-7 0 0-16,0 0-19 15,12-7-70-15,-12-3-3 0</inkml:trace>
  <inkml:trace contextRef="#ctx0" brushRef="#br3" timeOffset="-24829.62">10591 10010 348 0,'0'0'8'0,"0"0"4"15,0 0 3-15,-5-10 2 16,5 10 1-16,0 0 2 0,0 0-2 16,-2-10 2-16,2 10-6 15,0 0-5-15,7 0-2 16,2 0-2-16,5 3-5 15,2-3 0-15,6 3 0 16,4-3 0-16,4 0 0 0,2 0 0 16,-2-3 0-16,2 0 0 15,-2 1 0-15,-7 0 0 16,-2-2 0-16,-8 4 0 16,-3 0 0-16,-10 0 0 0,0 18 0 15,-6-8 0-15,-8 5 0 16,-3 0 0-16,-6 4 0 15,3 1 0-15,-6-2 0 16,1 2 0-16,0-3 0 0,4 0 0 16,2-5 0-16,9 1 0 15,2-2 0-15,8-11 0 16,0 12 0-16,8-10 0 16,9-2 0-16,4 0 0 0,5 0 0 15,4-2 0-15,2-1 0 16,4 0 0-16,-2 1 0 15,-1-1 0-15,1 3 0 0,-4 3-36 16,-5 2-50-16,-1 3-4 16</inkml:trace>
  <inkml:trace contextRef="#ctx0" brushRef="#br3" timeOffset="-24030.12">10487 11064 309 0,'0'0'8'15,"0"0"5"-15,0 0 1 16,0 0 2-16,0 0 2 0,0 0 2 16,0 0-1-16,0 0 2 15,10-8-6-15,4 8-5 16,6 0 0-16,8-3-2 16,2 3-1-16,7-2-1 0,8 2-1 15,-1-5-1-15,6 2-1 16,-1 1 0-16,1-3-1 15,-1 2-2-15,2 3 0 16,-1-2 0-16,-4-3 0 0,0 5 0 16,-2-2 0-16,-5 2 0 15,-1-3 0-15,-3 3 0 16,-8-3 0-16,-1 1 0 16,-10 2 0-16,-4 0 0 0,-12 0 0 15,16 0 0-15,-16 0 0 16,0 0 0-16,0 0 0 15,0 0 0-15,0 0 0 0,0 0 0 16,0 0 0-16,0 0 0 16,0 0 0-16,0 0 0 15,0 0 0-15,0 0-5 16,-5-2-9-16,-6 2-14 16,-3 0-57-16,4 0-1 0</inkml:trace>
  <inkml:trace contextRef="#ctx0" brushRef="#br3" timeOffset="-23563.25">11073 10875 383 0,'0'0'6'0,"0"0"3"16,0 0 3-16,0 0 0 15,0 0 0-15,0 0 1 16,0 0 1-16,0 0 1 16,10 1-6-16,2 5-2 0,1 2-2 15,6-1 0-15,1 3 0 16,6-3-1-16,3 3-4 16,1-2 0-16,0-1 0 15,0 1 0-15,0-1 0 0,-5 1 0 16,-4-3 0-16,-3-1 0 15,-6 3 0-15,-5 2 0 16,-7-9 0-16,4 19 0 16,-8-9 0-16,-5 5 0 0,-1 0 0 15,-8 3 0-15,2-1 0 16,-5 5 0-16,-1-3 0 16,-2 4 0-16,1-3 0 15,0-3 0-15,3 0 0 0,1 1 0 16,4-6 0-16,3-2 0 15,4-3 0-15,8-7 0 16,-8 10 0-16,8-10-33 0,13 0-53 16,-3-5-5-16</inkml:trace>
  <inkml:trace contextRef="#ctx0" brushRef="#br3" timeOffset="-21979.3">11343 11251 425 0,'0'0'7'0,"0"0"2"0,0 0 2 16,9-9 2-16,-9 9 0 15,0 0 0-15,12-5 1 16,-12 5-8-16,17 0-6 16,-9 2 0-16,6 5 0 0,-3 3 0 15,3 0 0-15,4 5 0 16,-1 0 0-16,-4 3 0 16,1 4 0-16,-3-2 0 15,-6 2 0-15,-5 0 0 0,0 0 0 16,-13 0 0-16,-2-2 0 15,-3-2 0-15,-3-1 0 16,1-4 0-16,-1-6 0 16,4-2 0-16,2-5 0 0,15 0 0 15,-10-10 0-15,10-3 0 16,8-6 0-16,5-5 0 16,3-1 0-16,5-5 0 15,0-1 0-15,2 2 0 0,-3 2 0 16,-3 4 0-16,1 6 0 15,-11 3 0-15,0 3 0 16,-7 11 0-16,0 0 0 0,0 0 0 16,11 11 0-16,-11 3 0 15,0 3 0-15,0 6 0 16,2 0 0-16,3 2 0 16,2-7 0-16,4 5 0 0,1-6 0 15,8-6 0-15,-1-4 0 16,9-4 0-16,4-3 0 15,0 0-64-15,2-10-25 16</inkml:trace>
  <inkml:trace contextRef="#ctx0" brushRef="#br3" timeOffset="-20812.92">10591 10989 240 0,'0'0'5'16,"0"0"5"-16,0 0 4 0,0 0 4 15,0 0 2-15,-5-2 2 16,5 2 1-16,0 0 3 16,0 0-4-16,5-3-5 0,-5 3-3 15,12-8-2-15,-1 6-2 16,-2-5-2-16,9-3-1 16,-4 0 0-16,9-3-1 15,2-2 0-15,-1-3 0 0,6-3-1 16,6-2 1-16,-2-3-1 15,6-2-3-15,2-4-2 16,-2-2 0-16,7-2 0 16,1-1 0-16,1 2 0 0,1 1 0 15,-4 1 0-15,4 2 0 16,-8 3 0-16,-1 3 0 16,-7 3 0-16,-4 4 0 0,-7 1 0 15,-6 8 0-15,-2-2 0 16,-15 11 0-16,12-9 0 15,-12 9 0-15,0 0 0 16,0 0 0-16,0 0 0 16,0 0 0-16,0 0 0 0,0 0 0 15,0 0 0-15,0 0 0 16,0 0 0-16,-5 2 0 16,5-2 0-16,0 0 0 15,-9 3 0-15,9-3 0 0,0 0 0 16,0 0 0-16,0 0 0 15,0 0 0-15,-11 4 0 16,11-4 0-16,0 0 0 0,0 0-23 16,-2-12-54-16,2 12-9 15</inkml:trace>
  <inkml:trace contextRef="#ctx0" brushRef="#br3" timeOffset="-20163.06">11232 10337 369 0,'0'0'7'0,"0"0"4"0,0 0 1 0,0 0 2 15,-13 0 1-15,13 0 2 16,-9 3 0-16,9-3 1 16,0 0-5-16,0 0-4 0,0 0 0 15,7 0-9-15,8-3 0 16,4 0 0-16,4 1 0 15,7 0 0-15,0 0 0 16,0-1 0-16,-3 3 0 0,1 0 0 16,-3 0 0-16,-9 5 0 15,0 2 0-15,-7 6 0 16,-4-1 0-16,-5 2 0 16,0 4 0-16,-5 5 0 15,-4-2 0-15,-4 3 0 16,1 0 0-16,2-4 0 0,2-1 0 15,-3 2 0-15,10-7 0 16,-1-2 0-16,2-4 0 16,0-8 0-16,3 10 0 0,-3-10 0 15,11 3 0-15,-11-3-18 16,0 0-69-16,11-8-2 16</inkml:trace>
  <inkml:trace contextRef="#ctx0" brushRef="#br3" timeOffset="-19296.29">11644 10297 225 0,'0'0'9'0,"0"0"7"15,0-7 4-15,0 7 3 0,0 0 5 16,0-12 0-16,0 12 3 16,3-10 2-16,-3 10-8 15,0 0-5-15,0 0-5 16,0 0-3-16,0 0-3 0,0 0-3 15,0 0-2-15,-3 10-1 16,3 2-2-16,3 1 0 16,1 2-1-16,2-1 2 0,4 1-2 15,2-3 0-15,3 1 0 16,0-6 0-16,3-2 0 16,2-2 0-16,-3-3 0 15,1-3 0-15,-2-2 0 0,0-5 0 16,-4 0 0-16,3 1 0 15,-8-4 0-15,-2 1 0 16,-2-3 0-16,-3 2 0 16,0 3 0-16,0 1 0 15,0 9 0-15,0-13 0 0,0 13 0 16,0 0 0-16,0 0 0 16,0 0 0-16,-3 6 0 15,3 4 0-15,0-1 0 16,5 6 0-16,-3 0 0 0,3-1 0 15,-1 3 0-15,0 1 0 16,1-3 0-16,-2 0 0 16,1-2 0-16,-1 1 0 0,-1-3 0 15,1 1 0-15,-3-12 0 16,4 14 0-16,-4-14 0 16,0 13 0-16,0-13 0 15,0 10 0-15,0-10 0 0,0 0 0 16,-7 7 0-16,7-7 0 15,-7 3 0-15,7-3 0 16,-12 0 0-16,12 0 0 0,-11-3 0 16,11 3 0-16,-9-10 0 15,9 10-42-15,-5-15-46 16,3 5-1-16</inkml:trace>
  <inkml:trace contextRef="#ctx0" brushRef="#br3" timeOffset="-18343.95">11557 10274 363 0,'0'0'9'0,"0"0"2"0,0 0 3 15,0 0 1-15,0 0 3 0,0-9 0 16,0 9 1-1,0 0 1-15,0 0-8 0,0 0-3 16,0 0-6-16,0 0-3 16,11 10 0-16,-2 0 0 0,3 2 0 15,6 3 0-15,2 1 0 16,2 0 0-16,1-1 0 16,-1 1 0-16,1-4 0 15,-4-2 0-15,1-3 0 0,-5 1 0 16,-2-3 0-16,-1-5 0 15,-2 2 0-15,-10-2 0 16,10 0 0-16,-10 0 0 16,0 0 0-16,10 0 0 15,-10 0 0-15,0-10 0 0,0 2 0 16,0-1 0-16,0-7-22 16,0 2-4-16,0-5 1 15,2 1-2-15,1 0 6 0,1 1 5 16,2 2 8-16,-3 1 11 15,1 2 7-15,-1-1 10 16,-3 13 1-16,9-15 3 16,-9 15-1-16,5-10-3 15,-5 10-4-15,0 0-8 0,0 0-8 16,0 0 0-16,6 13 0 16,-6 6 0-16,0 3 0 15,-2 6 0-15,-2 4 0 0,-1 0 0 16,-4 0 0-16,2 0 0 15,-2-4 0-15,0-1 0 16,4-10 0-16,-2-2 0 16,4-2 0-16,1-3 0 0,2-10 0 15,0 0 0-15,0 0 0 16,0 0 0-16,0-13 0 16,2 1 0-16,3-3 0 15,1-10 0-15,7 1 0 0,-4-9 0 16,0 0 0-16,1 0 0 15,-2-3 0-15,-1 3 0 16,-2 5 0-16,0 6 0 16,-3 4 0-16,-2 18 0 0,0 0 0 15,0 0 0-15,-7 18 0 16,2 4 0-16,0 13 0 16,1-1 0-16,-2 5 0 15,3 1 0-15,1-2 0 0,2 6 0 16,-2-9-38-16,4-3-49 15,3-7-4-15</inkml:trace>
  <inkml:trace contextRef="#ctx0" brushRef="#br3" timeOffset="-15945.53">11331 10771 341 0,'0'0'7'0,"0"0"3"15,0 0 4-15,5 0 2 16,-5 0 0-16,0 0 2 16,11-5 1-16,-11 5 0 0,0 0-5 15,5-10-3-15,-5 10-3 16,0-13-1-16,0 13-2 15,0-10 1-15,0 10-6 16,-9-14 0-16,9 14 0 0,-9-13 0 16,9 13 0-16,-10-7 0 15,10 7 0-15,-13-7 0 16,13 7 0-16,-14-5 0 0,14 5 0 16,-16-3 0-16,16 3 0 15,-14 0 0-15,14 0 0 16,-18 0 0-16,18 0 0 15,-17 0 0-15,17 0 0 16,-13 3 0-16,4-1 0 16,-1 1 0-16,-1 1 0 0,2-1 0 15,-1-1 0-15,3 0 0 16,-4 4 0-16,4-2 0 16,-3 2 0-16,2-4 0 15,-1 3 0-15,-1 0 0 0,-1 1 0 16,11-6 0-16,-14 6 0 15,14-6 0-15,-14 10 0 16,14-10 0-16,-17 11 0 0,17-11 0 16,-11 12 0-16,11-12 0 15,-15 17 0-15,15-17 0 16,-15 13 0-16,7-4 0 0,1 0 0 16,0-1 0-16,-1 3 0 15,-3-4 0-15,2 3 0 16,2 0 0-16,0 0 0 15,-1 0 0-15,0 0 0 0,1-1 0 16,7-9 0-16,-11 17 0 16,4-6 0-16,2-4 0 15,3 3 0-15,-4 3 0 16,2-4 0-16,0 4 0 16,0-3 0-16,-1 3 0 0,1-1 0 15,-1-3 0-15,2 4 0 16,-1-1 0-16,1 1 0 15,-3-2 0-15,4 5 0 16,0-4 0-16,-1 0 0 0,1 1 0 16,-1-1 0-16,3 0 0 15,-2 4 0-15,2-4 0 16,-2 0 0-16,2 3 0 0,0-5 0 16,-3 5 0-16,3-3 0 15,0-1 0-15,0 3 0 16,3-3 0-16,-1-2 0 15,0 1 0-15,1 0 0 0,2 0 0 16,-1 3 0-16,2-5 0 16,-1 2 0-16,2 3 0 15,-2-3 0-15,2 0 0 16,-1 0 0-16,0-2 0 16,-6-8 0-16,11 14 0 0,-11-14 0 15,13 12 0-15,-13-12 0 16,14 10 0-16,-14-10 0 15,16 6 0-15,-16-6 0 16,12 8 0-16,-12-8 0 0,18 4 0 16,-9-4 0-16,-9 0 0 15,15 6 0-15,-15-6 0 16,17 0 0-16,-17 0 0 0,17 0 0 16,-17 0 0-16,13-4 0 15,-13 4 0-15,12-2 0 16,-12 2 0-16,11-3 0 15,-11 3 0-15,0 0 0 0,7-1 0 16,-7 1 0-16,0 0 0 16,0 0 0-16,0 0 0 15,0 0 0-15,0 0 0 16,0 0 0-16,0 0 0 0,0 0 0 16,0 0 0-16,0 0 0 15,0 0 0-15,0 0 0 16,0 0 0-16,0 0 0 15,0 0 0-15,0 0 0 16,0 0 0-16,0 0-13 0,0 0-69 16,-7-7-8-16</inkml:trace>
  <inkml:trace contextRef="#ctx0" brushRef="#br3" timeOffset="-15296.26">11046 11322 426 0,'0'0'5'0,"0"0"3"0,0 0 0 16,0 0 2-16,0 0 0 15,-5-4 1-15,5 4 0 16,0 0 1-16,0 0-5 0,3 8-4 16,-3-8-3-16,7 13 0 15,-7-13 0-15,14 17 0 16,-6-9 0-16,0 0 0 16,-8-8 0-16,16 18 0 0,-7-13 0 15,-9-5 0-15,14 13 0 16,-14-13 0-16,13 12 0 15,-13-12 0-15,10 6 0 0,-10-6 0 16,0 0 0-16,9 14 0 16,-9-14 0-16,0 0 0 15,0 0 0-15,7 10 0 16,-7-10 0-16,0 0 0 16,0 0 0-16,0 8 0 0,0-8 0 15,0 0 0-15,0 0 0 16,-7 11 0-16,7-11 0 15,-14 7 0-15,3-4 0 16,-1 2 0-16,0 0 0 0,-6 3 0 16,2-1 0-16,-5 1 0 15,-1-1 0-15,-1 0 0 16,6 4 0-16,-3-4 0 0,1 0 0 16,3 0 0-16,4 1 0 15,2-3 0-15,10-5 0 16,-12 7 0-16,12-7 0 15,0 0 0-15,0 0 0 0,-10 11 0 16,10-11 0-16,0 0 0 16,0 0 0-16,0 0 0 15,6 2 0-15,-6-2-63 16,13 0-29-16</inkml:trace>
  <inkml:trace contextRef="#ctx0" brushRef="#br3" timeOffset="-13980.14">9403 17449 388 0,'0'0'4'16,"0"0"2"-16,0 0 3 16,0 0 2-16,0 0-1 15,0 0 1-15,0 0 0 16,0 0 0-16,0 0-2 0,0 0-3 15,0 0-3-15,8 10-1 16,-8-10 0-16,10 8 0 16,-1-3 0-16,7 2 0 0,1 1 0 15,8-3-1-15,2 0 1 16,8-3-2-16,8 3 1 16,8-3 0-16,9 1 0 15,9-1-1-15,11-2 1 0,7 0-1 16,12-2 0-16,5-1 1 15,11-2-2-15,7-2 1 16,4 0 0-16,7-3-1 16,0 0 1-16,1-1 0 15,1 3 0-15,1 0 0 0,-4-2-1 16,-8 0 0-16,-5 2 0 16,-6 1-1-16,-10 0 0 15,-11-1-3-15,-9 3-8 16,-14-3-27-16,-7 4-42 15,-17-4 0-15</inkml:trace>
  <inkml:trace contextRef="#ctx0" brushRef="#br3" timeOffset="-13496.32">9595 17615 324 0,'0'0'7'0,"0"0"4"16,0 0 3-16,12 3 2 0,-2-3 2 16,7 0-1-16,6 0 2 15,7 0 0-15,6 0-6 16,9 0-3-16,10-3 0 0,10 0-2 16,12 2-1-1,4-5 1-15,14 2-1 0,10-2-4 16,6 4-3-16,4-3 0 15,6-2 0-15,1-1 0 16,2 1 0-16,3-1 0 16,-8 1 0-16,-2 2 0 0,-13-3 0 15,-5 4 0-15,-9-1 0 16,-10 0 0-16,-11 2 0 16,-14-1 0-16,-11 4 0 0,-10 0 0 15,-10-3-27-15,-4 3-59 16,-20 0-2-16</inkml:trace>
  <inkml:trace contextRef="#ctx0" brushRef="#br1" timeOffset="-3297.13">13299 11031 404 0,'0'0'9'0,"0"0"2"0,0-7 1 0,0 7 2 16,0 0 2-16,-7-10 0 15,7 10 0-15,0 0-3 0,0 0-13 16,-2 12 0-16,2 5 0 16,0 4 0-16,2 8 0 15,1-2 0-15,6-12-57 16,-6 22-28-16</inkml:trace>
  <inkml:trace contextRef="#ctx0" brushRef="#br1" timeOffset="-2196.15">10655 8688 397 0,'0'0'5'0,"0"0"1"0,0 0 1 15,0 0 3-15,0 0 1 16,5 12 1-16,-2-2 0 0,-1 6 0 15,-2 5-4-15,3 6-2 16,0 0-5-16,4 10-20 16,3 1-58-16,-3-7-4 15</inkml:trace>
  <inkml:trace contextRef="#ctx0" brushRef="#br1" timeOffset="-1429.84">9065 12639 448 0,'0'0'5'0,"0"0"2"0,0 0 2 0,0 0 1 15,0 0 1-15,0 0 0 16,0 0-1-16,-3 5-10 0,3 4 0 15,0 4 0-15,0 2 0 16,0 5 0-16,3 4 0 16,-3-6-13-16,3 9-72 15,2 3-3-15</inkml:trace>
  <inkml:trace contextRef="#ctx0" brushRef="#br1" timeOffset="2788.25">856 17390 331 0,'0'0'5'0,"0"0"3"0,0 0 2 0,0 0 4 16,0-10 1-16,0 10-1 15,0 0 1-15,0 0 0 16,0 0-4-16,2-7-3 0,-2 7-3 16,0 0 0-16,12 10-2 15,-6-1 0-15,1 5-1 16,3 4 1-16,0 2-1 15,3 5 0-15,1 3 1 0,6 1-2 16,3 6 1-16,-23-35-2 16,30 32 0-16,0 4-1 15,9-3 1-15,48 36-1 16,-32-33 0-16,10-7 1 16,4-4-1-16,13-5 2 15,7-3 1-15,9-2 1 16,8-5-1-16,9-6-1 0,6-1 1 15,11-3-1-15,4-4 1 16,8-2-1-16,3-1-2 16,7 0 1-16,3-3 0 15,9-3 0-15,1 1 0 0,1-1 0 16,2 1 1-16,-2 2-1 16,7-2 0-16,-1 2 1 15,-3 5-1-15,-2 3 1 0,-3-1-1 16,-4 6 1-16,-8-1-3 15,-5 5 1-15,-9 3 0 16,-9 5 0-16,-9-3 0 16,-14 8-1-16,-7 1 1 15,-20 1 0-15,-6 2 2 16,-15 1-1-16,-14 2 1 16,-46-27-1-16,30 25 0 15,0 2-1-15,-18-4-1 0,1-1 0 16,-13-22 0-16,0 19-1 15,-2 4 0-15,2-23 1 16,0 0 0-16,0 0 1 16,0 0-1-16,-16-17 3 0,25-3 0 15,7-3 0-15,7-2 0 16,7-1 1-16,5-6-1 16,4-1 0-16,9-2 0 15,3 1-1-15,4-1 0 16,7 3-1-16,3 0 1 0,7-1 0 15,3 4 0-15,7 2 0 16,3-1 0-16,7 2 1 16,-2 5-1-16,11 1 0 15,0 0 0-15,3 6 0 0,4 2 0 16,4 4 1-16,1 3-1 16,7 0 0-16,-3 3 1 15,7 2-1-15,3 0 1 16,2 4-1-16,2 1 0 0,4 3 0 15,-1-1 0-15,5 1 0 16,0 1 0-16,-2 1 0 16,4 0 0-16,1 3 0 15,3-3 0-15,-2 0 0 0,-1 0 0 16,1 1 1-16,4 0-1 16,-7-1 0-16,1-3 1 15,1 5-1-15,-2-2 1 16,-2 3-1-16,-4-1 1 0,2-1-1 15,-3-4 0-15,-4-3 0 16,-3 4 0-16,-2-6 0 16,-2 2 0-16,-5-4 0 15,-2-6 1-15,-5-2 0 0,-4 1 0 16,-4-6 1-16,-6-3-1 16,-6-7 2-16,-5-2-1 15,-8-5 0-15,22-14 1 16,12-23-1-16,-26 0-1 15,-28 0-5-15,-24 8-8 0,-24-10-60 16,-11 24-10-16</inkml:trace>
  <inkml:trace contextRef="#ctx0" brushRef="#br1" timeOffset="3503.08">7276 17935 423 0,'0'0'4'15,"0"0"1"-15,0 0 1 16,0 0 2-16,0 0-1 15,0 0 2-15,0 0 0 16,0 5 0-16,0 0-4 0,0 0 0 16,-7 51-2-16,4-25 0 15,1-7-2-15,0 3 0 16,-1 1-2-16,1 1-3 16,-1 5-3-16,1-3-8 15,0 1-20-15,-2 5-47 16,2-10-1-16</inkml:trace>
  <inkml:trace contextRef="#ctx0" brushRef="#br1" timeOffset="3870.75">6827 18031 377 0,'0'0'3'0,"0"0"5"16,0 0 0-16,0 0 2 16,0 0 2-16,0 0 2 0,0 0 1 15,27-44 2-15,-12 34-2 16,3 0-2-16,7-2-2 16,-2-3-3-16,7 0-8 15,3 0 0-15,7-2 0 16,2 3 0-16,0-3 0 0,6 1 0 15,2 3 0-15,1 1 0 16,2 2 0-16,-3 0 0 16,-6 2 0-16,0-1 0 0,-3 4 0 15,-4 0 0-15,-7 5 0 16,0 0 0-16,-8 0 0 16,-5 0 0-16,-17 0 0 15,0 0-11-15,0 0-62 16,0 0-16-16</inkml:trace>
  <inkml:trace contextRef="#ctx0" brushRef="#br1" timeOffset="4370.2">7676 18154 419 0,'0'0'4'0,"0"0"1"16,0 0 2-16,0 0 0 15,0 0 0-15,0 0 1 0,0 0 1 16,0 0-1-16,0 4-3 15,-5-1-1-15,0-2-1 16,1 2-1-16,-1 0 1 16,-15 16-1-16,15-6 0 15,0-1-1-15,-2 1 1 16,7-13 0-16,0 0 0 16,4 10 1-16,4 0 0 0,1 0 0 15,24-6-3-15,-8-4 0 16,-25 0 0-16,22-10 0 15,1-2 0-15,-23 12 0 16,12-22 0-16,-2-1 0 16,-10 23 0-16,-3-19 0 15,-3-3 0-15,6 22 0 0,0 0 0 16,-11-8 0-16,-2-2-7 16,1 0-22-16,-27-2-55 15,14 7-3-15</inkml:trace>
  <inkml:trace contextRef="#ctx0" brushRef="#br1" timeOffset="4736.8">7982 17705 350 0,'0'0'10'0,"0"0"5"16,0 0 3-16,0 0 1 0,0 0 2 15,0 0 2-15,0-7 1 16,0 7 1-16,0 0-19 16,0 0-6-16,-7 0 0 15,2 7 0-15,5-7 0 16,0 0 0-16,-3 22 0 0,1 0 0 16,0-2-63-16,-1 3-27 15</inkml:trace>
  <inkml:trace contextRef="#ctx0" brushRef="#br1" timeOffset="5986.33">13255 16998 511 0,'-15'0'0'0,"-6"0"0"0,2 0 0 0,1 0 0 16,-1 0 0-16,1 0 0 16,0 0 0-16,-3-5-7 0,21-2-82 15,2-11-2-15</inkml:trace>
  <inkml:trace contextRef="#ctx0" brushRef="#br1" timeOffset="7703.63">13592 16672 416 0,'0'0'5'15,"0"0"1"-15,0 0 3 16,0 0 2-16,0 0 0 0,0 0 0 16,0 0 1-16,0 0 1 15,3 7-5-15,2 7-1 16,-5 10-5-16,3 2-2 0,-3 7 0 15,4 3 0-15,-4 2 0 16,0 2 0-16,0-6 0 16,0 1 0-16,0-6 0 15,0-6 0-15,-4-1 0 16,1-7 0-16,1-5 0 0,2-10 0 16,0 0 0-16,-13 0 0 15,8-10 0-15,3-7 0 16,2-10 0-16,-5-5 0 15,2-6 0-15,3-9 0 0,-2 0 0 16,2-6 0-16,2 2 0 16,6-1 0-16,-1 8 0 15,6 6 0-15,4 4 0 16,1 12 0-16,1 5 0 0,3 11 0 16,3 6 0-16,-4 6 0 15,0 13 0-15,-3 1 0 16,-6 7 0-16,-4 1 0 15,-3 3 0-15,-5-1 0 16,-10 3 0-16,-2-7 0 0,-11-6 0 16,1 3 0-16,-3-5 0 15,3-7 0-15,1-3 0 16,5-1 0-16,0-2 0 0,6 0 0 16,10-5 0-16,0 0 0 15,0 10 0-15,10-5 0 16,6 2 0-16,0 4 0 15,5 0 0-15,1 3 0 16,0 0 0-16,0-2 0 0,-1 3 0 16,-2 5-8-16,-7-7-17 15,-12 1-58-15,18-4-3 16</inkml:trace>
  <inkml:trace contextRef="#ctx0" brushRef="#br1" timeOffset="8037.2">13957 16811 438 0,'0'0'2'0,"0"0"2"15,0 0 0-15,-7 4 2 16,7-4 1-16,-12 18 0 16,4-3 0-16,1-1 2 15,4 4-4-15,1 1 0 0,2 1-1 16,2-2-2-16,11-4 0 15,1-4-1-15,7-3 1 16,3-3-2-16,4-4 1 0,-1-5 0 16,0-3-1-16,-2-4 2 15,-4-1 0-15,-7-2-2 16,-4-2 0-16,-10-1 0 16,-7-1 0-16,-10 2 0 0,-8 2 0 15,-3 0 0-15,-2 2 0 16,-4 6-9-16,6 2-9 15,3 5-39-15,8 0-29 16,9-3-1-16</inkml:trace>
  <inkml:trace contextRef="#ctx0" brushRef="#br1" timeOffset="8304.02">14371 16562 485 0,'0'0'3'0,"0"0"1"0,0 0 1 15,0 0 0-15,-9 11 0 16,4 6-1-16,-7 2-4 16,0 6 0-16,-1 8 0 15,-1 1 0-15,-1 8 0 0,0-2 0 16,4 2 0-16,2-5 0 16,9-1 0-16,0-7 0 15,5-2 0-15,8-7 0 16,4-6 0-16,0-4 0 15,5-4 0-15,1-6 0 0,4 0 0 16,-9-8-27-16,-8-2-60 16,6-4-3-16</inkml:trace>
  <inkml:trace contextRef="#ctx0" brushRef="#br1" timeOffset="8469.98">14219 16773 444 0,'0'0'3'0,"0"0"1"15,0 0 2-15,0 0 1 0,0 0 1 16,0 0 1-16,9 7-1 16,12-7 1-16,0 3-4 15,9-3-5-15,6 0-12 16,-4 4-47-16,10-8-26 0,2-3-2 16</inkml:trace>
  <inkml:trace contextRef="#ctx0" brushRef="#br1" timeOffset="9140.2">14635 16821 487 0,'0'0'3'0,"0"0"1"16,0 0 2-16,0 0 0 15,0 0-1-15,0 0-5 0,7 2 0 16,-7-2 0-16,14-2 0 15,0-1 0-15,4 0 0 16,2-1 0-16,6-2 0 0,0 5 0 16,1-5 0-16,1 1 0 15,-3 5 0-15,-5 0 0 16,-4 0 0-16,-4 5 0 16,-8 2 0-16,-4 6 0 15,-13 4 0-15,-3 6 0 16,-10-1 0-16,-3 0 0 0,-1 3 0 15,-2-1 0-15,6-3 0 16,4-1 0-16,3-6 0 16,8 1 0-16,11-15 0 0,0 12 0 15,18-7 0-15,2-5 0 16,2 0 0-16,10-2 0 16,3-5 0-16,3 1 0 15,-4-6 0-15,3-3-52 0,-4 3-38 16,-8-4-2-16</inkml:trace>
  <inkml:trace contextRef="#ctx0" brushRef="#br1" timeOffset="9437.1">15208 16471 468 0,'0'0'4'0,"0"0"3"0,4-12 1 15,-4 12 2-15,0 0 0 0,8-11-6 16,-8 11-4-16,0 0 0 16,2 20 0-16,-4 3 0 15,-3 12 0-15,-7 4 0 16,1 11 0-16,-3 2 0 0,2 7 0 16,-4-5 0-16,7 1 0 15,4-3 0-15,5-5 0 16,0-5 0-16,0-7 0 15,12 2 0-15,6-12 0 0,-1-3 0 16,5-2 0-16,-5-10 0 16,1-8-72-16,5-2-19 15</inkml:trace>
  <inkml:trace contextRef="#ctx0" brushRef="#br1" timeOffset="9953.42">15454 16562 485 0,'0'0'3'0,"0"0"1"15,0 0 1-15,0 0 1 16,0 0 0-16,0 0-4 0,-10 11-2 16,4 6 0-16,-1-1 0 15,0 9 0-15,-5 8 0 16,1 0 0-16,2 6 0 15,-3 1 0-15,3-1 0 0,7-4 0 16,2-4 0-16,0-3 0 16,7-8 0-16,6-2 0 15,2-9 0-15,2-9 0 16,0 0 0-16,6-7 0 0,-3-8 0 16,-1-2 0-16,2-8 0 15,-6 1 0-15,-3-11 0 16,-2 0 0-16,-8-9 0 15,-2 1 0-15,-2-1 0 16,-8 0 0-16,-4 4 0 16,-2 5 0-16,-2 3 0 0,-1 7 0 15,1 10 0-15,-1 7 0 16,1 8 0-16,0 8 0 16,2 9 0-16,0 8 0 0,4 7 0 15,5 3 0-15,4 3 0 16,3 1 0-16,3-4 0 15,7-1 0-15,7-7 0 0,4-5 0 16,5-4 0-16,1-8 0 16,2-3 0-16,-3-7-16 15,-11 0-71-15,12-4-5 16</inkml:trace>
  <inkml:trace contextRef="#ctx0" brushRef="#br1" timeOffset="10504.05">15712 16763 441 0,'0'0'5'0,"0"0"3"16,0 0 3-16,0-7 0 16,0 7 1-16,2-10 0 15,-2 10-1-15,11-15-11 16,-11 15 0-16,12-18 0 0,1 14 0 15,-1-4 0-15,0 0 0 16,1 7 0-16,1-2 0 16,-1 3 0-16,-1 3 0 0,-12-3 0 15,12 19 0-15,-12-1 0 16,0-4 0-16,-2 6 0 16,-5 3 0-16,-8-1 0 15,2-3 0-15,4 4 0 16,-4-3 0-16,5-6 0 0,1 0 0 15,5-8 0-15,2-6 0 16,0 13 0-16,0-13 0 16,17 0 0-16,-2-5 0 15,-1-1 0-15,11-1 0 0,-7-2 0 16,10-4 0-16,-9 1 0 16,8-1 0-16,-6 4-60 15,-5-11-30-15,-2 1-2 16</inkml:trace>
  <inkml:trace contextRef="#ctx0" brushRef="#br1" timeOffset="10837.83">16005 16424 463 0,'0'0'4'0,"0"0"1"15,0 0 3-15,0 0 1 16,0 0 2-16,10-2 0 0,0 2-11 15,3 9 0-15,7 8 0 16,-1 6 0-16,4 2 0 16,4 12 0-16,-4 0 0 15,1 5 0-15,-4 5 0 16,-2 0 0-16,-6 1 0 0,-7 2 0 16,-5-2 0-16,-3-6 0 15,-6 1 0-15,-7-4 0 16,-1-4 0-16,-3-3 0 15,-5-5 0-15,6-5 0 16,-4-4 0-16,3-3 0 0,3-5 0 16,2-5 0-16,8 0 0 15,-6-5-45-15,13 0-45 0,-10-5-2 16</inkml:trace>
  <inkml:trace contextRef="#ctx0" brushRef="#br1" timeOffset="11237.22">16624 16718 511 0,'0'0'0'0,"0"0"0"16,0 0 0-16,0 0 0 0,0 0 0 15,0-5 0-15,0 5 0 16,0 0 0-16,0 0 0 16,0 0 0-16,0 0-3 15,10-4-84-15,-10 4-3 0</inkml:trace>
  <inkml:trace contextRef="#ctx0" brushRef="#br1" timeOffset="11536.34">16914 16548 464 0,'0'0'4'0,"0"0"2"16,0 0 2-16,0 0 1 16,0 0 1-16,11 0 0 15,-11 0-10-15,7 20 0 0,-5-1 0 16,1 9 0-16,-3 1 0 16,0 6 0-16,2 3 0 15,1-4 0-15,-1 5 0 0,-2-11 0 16,5 4 0-16,-5-9-14 15,-3-9-73-15,3 1-2 16</inkml:trace>
  <inkml:trace contextRef="#ctx0" brushRef="#br1" timeOffset="11770.73">16739 16479 456 0,'0'0'5'0,"0"0"1"16,0-11 1-16,0 11 2 16,14-14 0-16,1 3 1 15,7 2-1-15,8-3-9 16,5 2 0-16,7 0 0 0,0 2 0 16,4 1 0-16,-5 4 0 15,-4 0 0-15,3 3-7 16,-2 3-79-16,-16-3-3 15</inkml:trace>
  <inkml:trace contextRef="#ctx0" brushRef="#br1" timeOffset="20720.16">17173 16689 445 0,'0'0'3'16,"0"0"2"-16,0 0 2 16,0-5 1-16,0 5 2 15,7-10 0-15,-7 10 0 0,18-7 1 16,-4 7-9-16,5 0-2 15,-3 5 0-15,2 4 0 16,-1 2 0-16,3 3 0 16,-3 1 0-16,-1 5 0 0,-7-5 0 15,-4 2 0-15,-2-3 0 16,0 3 0-16,-3-9 0 16,-3 1 0-16,3-9 0 15,-10 9 0-15,10-9 0 0,-10 0 0 16,10 0 0-16,-5-15 0 15,5 1 0-15,0-7 0 16,8-1 0-16,1 0 0 16,7-3 0-16,3 1 0 15,-1 4 0-15,4 2 0 0,0 3 0 16,3 11-18-16,0-2-66 16,-5 5-4-16</inkml:trace>
  <inkml:trace contextRef="#ctx0" brushRef="#br1" timeOffset="21620">17680 16654 434 0,'0'0'4'0,"0"0"3"0,0 0-1 16,0-7 5-16,0 7 0 16,-12-13 1-16,12 13-1 15,-21-4 1-15,9 4-9 16,-1 4-3-16,-3 4 0 0,0 4 0 15,4 1 0-15,3 4 0 16,-2-2 0-16,6 4 0 16,3-8 0-16,2 1 0 15,2-2 0-15,-2-10 0 0,18 10 0 16,-6-10 0-16,3 0 0 16,5-5 0-16,-5 0 0 15,2-8 0-15,-3 4 0 16,4-7 0-16,-5 0 0 15,-3 0 0-15,-3-1 0 0,4 2 0 16,-7 3 0-16,4 2 0 16,-8 10 0-16,9-4 0 15,-9 4 0-15,8 11 0 0,-5-1 0 16,-1 5 0-16,3 0 0 16,-3-2 0-16,3-1 0 15,0-2 0-15,-5-10 0 16,20 9 0-16,-10-9 0 0,3-1 0 15,1-7 0-15,2-2 0 16,1-5 0-16,-2 0 0 16,-3 0 0-16,0 1 0 15,1-2 0-15,-8 9 0 16,2-4 0-16,-7 11 0 0,0 0 0 16,0 0 0-16,11 0 0 15,-11 11 0-15,2-1 0 16,1 3 0-16,1 1 0 15,4-1 0-15,1-4 0 0,4-1 0 16,4-3 0-16,3-2 0 16,3-3 0-16,2 0 0 15,-1-8 0-15,-1-2 0 0,-3 0 0 16,-1-5 0-16,-6 3 0 16,-6-2 0-16,-2 3 0 15,-5-3 0-15,0 3 0 16,-10 1 0-16,-2 6 0 15,-3 1 0-15,-3 3 0 0,-1 0 0 16,1 0 0-16,4 7 0 16,-2 3 0-16,7 1 0 15,4-3 0-15,5 5 0 16,5-1 0-16,7 4 0 0,3-4 0 16,5 3 0-16,0-5 0 15,0-1 0-15,-1 4 0 16,-4-2 0-16,-3-2 0 15,-12-9 0-15,11 17 0 0,-11-17 0 16,-11 13 0-16,-1-6 0 16,-3-2 0-16,-4 0 0 15,-4 1 0-15,3-5 0 0,1 5 0 16,-2-6 0-16,5 0 0 16,5 0-3-16,-1 0-11 15,12-13-53-15,0 13-18 16</inkml:trace>
  <inkml:trace contextRef="#ctx0" brushRef="#br1" timeOffset="22353.78">18393 16580 446 0,'0'0'4'0,"0"0"3"0,0 0 2 15,0 0 1-15,0 0 1 16,0 0 0-16,0-5 2 16,0 5-13-16,15-5 0 15,-3 5 0-15,6 0 0 16,-1 0 0-16,3 7 0 0,0 6 0 15,-3 3 0-15,1 1 0 16,-9 4 0-16,-1-1 0 0,-6 0 0 16,-2 0 0-16,-10 2 0 15,-2-7 0-15,-5-2 0 16,-4-1 0-16,5-2 0 16,0-3 0-16,4-4 0 15,0-3 0-15,12 0 0 0,-8-7 0 16,10-6 0-16,9-2 0 15,1-3 0-15,8-6 0 16,3-4 0-16,1 6 0 0,-2-6 0 16,4 9 0-16,-6-3 0 15,-1 9 0-15,-6 1 0 16,-3 9 0-16,-10 3 0 16,0 0 0-16,7 15 0 15,-7-2 0-15,0 6 0 0,-3 2 0 16,1 3 0-16,2-2 0 15,0-1 0-15,5-1 0 16,4-6 0-16,7 1 0 0,2-5 0 16,3-5 0-16,4 0 0 15,0-5 0-15,5 0 0 16,-5-3-14-16,-10 1-74 16,10-5-4-16</inkml:trace>
  <inkml:trace contextRef="#ctx0" brushRef="#br1" timeOffset="23537.4">19151 16295 413 0,'0'0'5'0,"0"0"3"0,0 0 4 0,0 0-1 16,7-12 2-16,-7 12 0 16,0 0 1-16,0 0-1 15,-7 15-4-15,-3 5-9 16,-5 10 0-16,-2 6 0 0,-3 11 0 15,-3 8 0-15,2 2 0 16,3 2 0-16,2-5 0 16,9 1 0-16,2-8 0 15,5 0 0-15,10-15 0 16,5 1 0-16,8-9 0 0,1-3 0 16,5-5 0-16,-1-3 0 15,2-6 0-15,-5-2 0 16,3-5 0-16,-6 3 0 15,-7-3-37-15,-6-5-49 0,2-2-3 16</inkml:trace>
  <inkml:trace contextRef="#ctx0" brushRef="#br1" timeOffset="24003.79">19399 16431 476 0,'0'0'1'0,"0"0"1"15,0 0 3-15,0 0 0 16,0 0 1-16,5-7 1 0,-5 7-1 16,2 5-3-16,-2 4-3 15,-2 7 0-15,-9 3 0 16,-1 4 0-16,-2 2 0 16,0 4 0-16,-7-2 0 15,4-2 0-15,0-4 0 0,4-2 0 16,-2-7 0-16,8 1 0 15,7-13 0-15,-8 12 0 16,8-12 0-16,0 0 0 0,18 2 0 16,-4-2 0-16,6 0 0 15,1-5 0-15,6 3 0 16,-3 0 0-16,-1-6 0 16,2 6 0-16,-8-6 0 0,0 8-18 15,-17 0-68-15,21-2-3 16</inkml:trace>
  <inkml:trace contextRef="#ctx0" brushRef="#br1" timeOffset="24420.16">19608 16612 505 0,'0'0'2'0,"0"0"2"0,-2-6-4 0,2 6 0 15,0-13 0-15,0 3 0 16,7 0 0-16,0-1 0 16,6 1 0-16,-1 4 0 15,4-3 0-15,1 8 0 0,0 1 0 16,-1 0 0-16,-2 1 0 15,-2 10 0-15,-7 1 0 16,-3 5 0-16,-2 4 0 16,-7-2 0-16,-2 1 0 0,-8-1 0 15,6 1 0-15,-4-3 0 16,3 1 0-16,2-6 0 16,4 1 0-16,6-13 0 15,0 15 0-15,11-12 0 0,3-3 0 16,7 0 0-16,4 0 0 15,2-8 0-15,5 0 0 16,-8 3-64-16,12-11-24 16</inkml:trace>
  <inkml:trace contextRef="#ctx0" brushRef="#br1" timeOffset="24669.97">19981 16280 500 0,'0'0'1'0,"0"0"0"16,0 0 2-16,2 10 1 16,3 0-2-16,2 5-2 15,4 4 0-15,3 6 0 0,7 8 0 16,-2-1 0-16,2 10 0 16,8 3 0-16,-9 2 0 15,-1 1 0-15,-6 2 0 16,-8 0 0-16,-5-2 0 0,-12 6 0 15,-13-7 0-15,-10-4 0 16,-10-7-7-16,-4-3-80 16,-4-4-2-16</inkml:trace>
  <inkml:trace contextRef="#ctx0" brushRef="#br1" timeOffset="25537.75">12887 9646 441 0,'0'0'6'0,"0"0"2"16,0 0 2-16,0 0 1 15,10-9 1-15,-10 9 1 16,0 0-3-16,0 0-10 0,0 0 0 16,-7 9 0-16,-6 6 0 15,1 2 0-15,-4 6 0 16,-3 4 0-16,1-2 0 15,-1 4 0-15,-1-4 0 0,4 0 0 16,2-6 0-16,4-1 0 16,2-3 0-16,6-7 0 15,2-8 0-15,7 7 0 16,3-7 0-16,10-3 0 0,5-1 0 16,2-1 0-16,-2-3 0 15,7 1 0-15,-2-1 0 16,0 3 0-16,-2 0 0 15,-3 2 0-15,-9-1-10 0,-2 4-75 16,-2 0-1-16</inkml:trace>
  <inkml:trace contextRef="#ctx0" brushRef="#br1" timeOffset="25939.76">13103 9747 489 0,'0'0'4'0,"0"0"2"16,0 0 1-16,5-15-2 16,-5 15-5-16,7-11 0 15,-7 11 0-15,12-15 0 0,-3 5 0 16,3 4 0-16,0 4 0 15,5 2 0-15,1 0 0 16,2 2 0-16,-3 9 0 0,0 1 0 16,-4 3 0-16,-8 4 0 15,-2 2 0-15,-6-2 0 16,-6 4 0-16,-7 2 0 16,2-6 0-16,-7 1 0 0,6-6 0 15,0 2 0-15,8-7 0 16,7-9 0-16,0 8 0 15,7-8 0-15,14 0 0 16,9-8 0-16,0 1 0 0,11 0 0 16,-1-4 0-16,5-5-46 15,-1 8-42-15</inkml:trace>
  <inkml:trace contextRef="#ctx0" brushRef="#br1" timeOffset="26937.02">20413 16623 511 0,'0'0'0'0,"0"0"0"16,0 0 0-16,-7 8 0 15,7-8 0-15,0 0 0 0,0 0 0 16,0 0 0-16,0 0 0 16,-2 11 0-16,2-11-55 15,0 0-35-15</inkml:trace>
  <inkml:trace contextRef="#ctx0" brushRef="#br2" timeOffset="31869.9">15817 10649 357 0,'0'0'8'15,"0"0"2"-15,0 0 4 16,0 0 0-16,0 0 3 16,0 0 1-16,0 0-1 15,0 0 2-15,2-12-7 0,-2 12-3 16,0 0-3-16,-7 0-2 16,7 0-1-16,-13 12 0 15,6-2-3-15,-3 3 0 16,2-1 0-16,3 3 0 0,3 3 0 15,2-4 0-15,0-2 0 16,7 1 0-16,3-3 0 16,5-5 0-16,-2 0 0 0,4-5 0 15,1 0 0-15,-2-8 0 16,0-2 0-16,-2-2 0 16,-3-1 0-16,-4-3 0 15,-5-2 0-15,-2 1 0 0,-2-1 0 16,-9 3 0-16,-3 3 0 15,-4 4 0-15,-1 1 0 16,-4 4 0-16,1 3 0 16,2 10 0-16,3 0 0 15,0 5 0-15,6 0 0 0,4 0 0 16,7 2 0-16,5-5 0 16,8 3 0-16,4-6 0 15,3-5 0-15,1-2 0 16,7-2 0-16,-1 0 0 0,-2-6 0 15,-2-3 0-15,-6-2 0 16,-2 0 0-16,-8-3 0 16,-4 1 0-16,-6-2 0 0,-6 5 0 15,-7-1 0-15,0 2 0 16,-5 4 0-16,-1 5 0 16,3 0 0-16,3 5-5 15,-3 8-46-15,8-3-36 0,6 2-1 16</inkml:trace>
  <inkml:trace contextRef="#ctx0" brushRef="#br2" timeOffset="32870.25">15833 10657 304 0,'0'0'6'0,"0"0"3"0,0 0 4 16,0 0 2-16,0 0 1 15,0 0 5-15,0 0-2 16,0 0 1-16,0 0-5 16,0 0-3-16,0 0-2 0,0 0-2 15,0 0-1-15,9-6-2 16,3 6 0-16,0 0-1 16,6 0 0-16,4 0-1 15,2 0 0-15,4 3-1 0,2-3 0 16,4 0 0-16,2 3 0 15,1-3-1-15,-2 0 2 16,-3 0-3-16,0 0 0 0,-2 0 0 16,-3 0 0-16,-4 0 0 15,-4 0 0-15,-1 0 0 16,-1 0 0-16,-4 0 0 16,-1 0 0-16,-1-3 0 15,-2 3 0-15,-9 0 0 16,10-3 0-16,-10 3 0 0,0 0 0 15,0 0 0-15,0 0 0 16,0 0 0-16,0 0 0 16,0 0 0-16,0 0 0 0,-5-2 0 15,5 2 0-15,-7 0 0 16,7 0 0-16,-13 0 0 16,13 0-3-16,-7 0-22 15,-3 13-54-15,10-13-9 0</inkml:trace>
  <inkml:trace contextRef="#ctx0" brushRef="#br2" timeOffset="33372.96">16208 10496 350 0,'0'0'6'0,"0"0"4"0,0 0 4 16,0 0 2-16,0 0 1 0,0 0 0 15,0 0 1-15,0 0 1 16,0 0-5-16,0 0-4 16,0 0-2-16,11 5-2 15,-1 0-2-15,5 2-2 0,2-2-2 16,3 2 0-16,3 0 0 15,1 1 0-15,1-2 0 16,0 1 0-16,0-3 0 16,-3 1 0-16,-5 1 0 15,1-4 0-15,-3 3 0 0,-8 0 0 16,-7-5 0-16,11 10 0 16,-11 0 0-16,0-1 0 15,-9 1 0-15,0 3 0 16,-6 4 0-16,-3-2 0 0,1 5 0 15,0-1 0-15,-3 4 0 16,0-3 0-16,0 2 0 16,0 0 0-16,5-5 0 0,0 1 0 15,3 0 0-15,5-4 0 16,-1-3 0-16,3-3 0 16,5-8 0-16,0 17 0 15,0-17-38-15,0 0-48 0,5 7-4 16</inkml:trace>
  <inkml:trace contextRef="#ctx0" brushRef="#br2" timeOffset="33902.72">16422 11041 402 0,'0'0'8'0,"0"0"0"0,-2-10 3 0,2 10 1 16,0 0 1-16,-10-13 0 16,10 13 2-16,-7-4-1 15,7 4-6-15,-11 0-1 0,11 0-7 16,-9 17 0-16,2-5 0 16,2 1 0-16,-6 4 0 15,-1 3 0-15,0-1 0 0,-1 1 0 16,1 3 0-16,-3-3 0 15,-2-2 0-15,1-2 0 16,4-1 0-16,2-5 0 16,0-2 0-16,10-8 0 15,-12 9 0-15,12-9 0 0,0 0 0 16,0 0 0-16,0 0 0 16,0 0 0-16,0 0-5 15,0 0-3-15,0-2-2 16,0 2-5-16,3-10-5 0,-3 10-14 15,2-13-32-15,-2 13-15 16</inkml:trace>
  <inkml:trace contextRef="#ctx0" brushRef="#br2" timeOffset="34687.32">16187 11036 343 0,'0'0'8'0,"0"0"4"16,0 0 4-16,0 0 2 15,0 0 0-15,0 0 0 16,0 0 1-16,0 0 0 15,0 0-7-15,0 0-4 0,0 0-2 16,9 7-2-16,0 1-1 16,3 2 0-16,0 2 1 15,6 4-4-15,-2-2 0 0,4 1 0 16,1-1 0-16,-4-1 0 16,1-1 0-16,-2 0 0 15,0 1 0-15,-4-6 0 16,-5 1 0-16,6 2 0 15,-13-10 0-15,12 10 0 0,-12-10 0 16,0 0 0-16,10 7 0 16,-10-7 0-16,0 0 0 15,0 0 0-15,0 0 0 0,0 0 0 16,0 0 0-16,0 0 0 16,0 0 0-16,0 0 0 15,5 10 0-15,-5-10 0 16,0 0 0-16,0 0 0 0,0 0 0 15,0 0 0-15,0 0 0 16,0 0 0-16,0 0-23 16,0 0-62-16,0 0-3 15</inkml:trace>
  <inkml:trace contextRef="#ctx0" brushRef="#br2" timeOffset="36570.51">15734 10831 266 0,'0'0'7'0,"0"0"6"15,0 0 2-15,0 0 3 0,0-13 3 16,0 13 2-16,0 0 2 15,0-8 1-15,0 8-7 16,0 0-5-16,0 0-3 16,0 0-2-16,0 0-3 0,3 5-2 15,-3 5-1-15,-7 8-1 16,-3-1-1-16,-3 5 0 16,-2 5-1-16,0 3 2 15,-4 2-1-15,1 0 1 0,-2 1-1 16,3-4 1-16,-1 1-1 15,1-3 1-15,-1-4 1 16,6-3-3-16,-1-3 1 16,1-2 0-16,3 0-1 0,-2-5 1 15,5-3-1-15,6-7 0 16,-8 15 1-16,8-15-1 16,0 0 0-16,0 0 1 15,-9 9-1-15,9-9 1 16,0 0-2-16,0 0 1 0,0 0-2 15,0 0-1-15,0 0-2 16,0 0-2-16,0 0-3 16,0 0-6-16,0 0-8 0,0-7-21 15,0 7-35-15,0 0-2 16</inkml:trace>
  <inkml:trace contextRef="#ctx0" brushRef="#br2" timeOffset="37119.91">15396 11071 415 0,'0'0'6'0,"0"0"3"16,0-7 1-16,0 7 2 16,0 0 0-16,0 0 0 0,0 0 1 15,0 0 1-15,0 0-6 16,-7 14-8-16,5 3 0 16,-1 6 0-16,-5-1 0 15,3 3 0-15,1 3 0 0,-4-4 0 16,3-2 0-16,1-2 0 15,-2-1 0-15,3-4 0 16,1-2 0-16,2-3 0 16,0-10 0-16,2 12 0 15,-2-12 0-15,13 5 0 0,-3-5 0 16,2 0 0-16,4-2 0 16,4-3 0-16,1-3 0 15,4 1 0-15,1-1 0 16,1-2 0-16,3 6 0 0,-3-7 0 15,-3 2 0-15,-1 2 0 16,0 1 0-16,-9-1 0 16,-3 2 0-16,-2 3 0 0,-9 2 0 15,10-3 0-15,-10 3 0 16,0 0 0-16,0 0 0 16,0 0 0-16,0 0 0 15,-7 5-62-15,7-5-26 0</inkml:trace>
  <inkml:trace contextRef="#ctx0" brushRef="#br2" timeOffset="37954.21">15449 11573 431 0,'0'0'7'0,"0"0"2"0,0 0 2 16,0 0 1-16,0 0 0 15,0 0 1-15,0 0 1 0,0 0-12 16,0 0-2-16,12-2 0 15,-3 2 0-15,5 0 0 16,6 0 0-16,1 0 0 16,4 0 0-16,3 0 0 0,-3 0 0 15,5 0 0-15,-5 0 0 16,-4 0 0-16,-5 0 0 16,-4 2 0-16,-12-2 0 15,9 8 0-15,-9-8 0 16,-9 16 0-16,-6-2 0 0,0 0 0 15,-4 4 0-15,-4-6 0 16,1 5 0-16,-1-4 0 16,1 3 0-16,2-2 0 15,2-4 0-15,1 2 0 0,4-5 0 16,13-7 0-16,-13 15 0 16,13-15 0-16,0 10 0 15,0-10 0-15,17 5 0 0,-3-5 0 16,4 0 0-16,1 0 0 15,4 0 0-15,0 0 0 16,-2-2 0-16,3-1 0 16,0 1 0-16,-4 2 0 0,-3 0 0 15,1 0 0-15,-4 0 0 16,-14 0 0-16,18 0 0 16,-18 0 0-16,0 0 0 15,10 0 0-15,-10 0 0 16,0 0 0-16,0 0 0 0,0 0 0 15,0 0 0-15,0 0 0 16,0 0 0-16,0 0 0 16,0 0 0-16,-10 0 0 15,3-10-73-15,7 10-18 0</inkml:trace>
  <inkml:trace contextRef="#ctx0" brushRef="#br2" timeOffset="39470.23">15714 10597 148 0,'0'0'8'0,"0"0"3"16,8 0 7-16,-8 0 1 16,0 0 5-16,12 3 2 15,-12-3 3-15,10 0 1 0,-10 0-5 16,0 0-4-16,0 0-2 16,0 0-2-16,0 0-4 15,0 0-2-15,0 0-2 0,0 0-1 16,0 0-2-16,8 3-1 15,-8-3 0-15,0 0-1 16,0 0 1-16,0 0-1 16,0 0-1-16,0 0 2 15,0 0-1-15,0 0 1 0,0 0 0 16,0 0 0-16,0 0-1 16,10-6 1-16,-10 6-1 15,2-10-1-15,-2 10 0 16,5-15-3-16,-3 5 0 0,1-2 0 15,-1 2 0-15,-2-2 0 16,3-1 0-16,-3 1 0 16,0 2 0-16,0 0 0 15,0 1 0-15,0-2 0 0,0 2 0 16,0 9 0-16,0-16 0 16,0 10 0-16,0-5 0 15,0 11 0-15,0-17 0 16,0 7 0-16,-3-2 0 0,1-1 0 15,2 1 0-15,-3-2 0 16,3 1 0-16,-2-5 0 16,2 3 0-16,-2 0 0 0,2 1 0 15,0 2 0-15,-3-4 0 16,3 4 0-16,-2 2 0 16,2-2 0-16,0 2 0 15,-3-3 0-15,3 4 0 16,-2-2 0-16,2 2 0 0,-3-3 0 15,3 2 0-15,0 2 0 16,0-4 0-16,0 1 0 16,0 11 0-16,0-14 0 15,0 14 0-15,0-12 0 0,0 12 0 16,0-13 0-16,0 13 0 16,3-12 0-16,-3 12 0 15,0-10 0-15,0 10 0 0,0-10 0 16,0 10 0-16,0 0 0 15,0-10 0-15,0 10 0 16,0 0 0-16,0 0 0 16,0 0 0-16,0 0 0 15,0 0 0-15,0 0 0 0,0 0 0 16,0 0 0-16,0 0 0 16,0 0 0-16,0 0 0 15,0 0 0-15,0 0 0 16,0 0 0-16,0 0 0 0,0 0 0 15,0 0 0-15,0 0 0 16,0 0 0-16,0 8 0 16,0-8 0-16,0 12 0 15,0-2 0-15,0-10 0 0,0 18-28 16,-7-4-58-16,7-3-3 16</inkml:trace>
  <inkml:trace contextRef="#ctx0" brushRef="#br2" timeOffset="42620.17">15709 10129 333 0,'0'0'6'0,"0"0"2"0,0 0 2 16,0 0 3-16,0 0 3 15,0 0 0-15,-2-12 2 0,2 12 0 16,0-10-3-16,0 10-2 15,0-13-2-15,0 3-1 16,2-2-1-16,1-3-2 0,-3 1 1 16,0-4-8-16,0-1 0 15,0-1 0-15,0-1 0 16,-3-1 0-16,1 3 0 16,-1-1 0-16,1 3 0 15,0-1 0-15,-1 3 0 16,3 3 0-16,-2-1 0 0,2 2 0 15,0 0 0-15,0 1 0 16,0 10 0-16,0-12 0 0,0 12 0 16,0-7 0-16,0 7 0 15,0 0 0-15,0 0 0 16,0 0 0-16,0 0 0 16,0 0 0-16,0 0 0 15,0 0 0-15,0 0 0 0,0 0 0 16,0 0 0-16,0 0 0 15,0 0 0-15,0 0 0 16,0 0 0-16,0 0 0 16,0 0 0-16,0 0 0 0,0 0 0 15,0 0 0-15,-7 4 0 16,-2 7 0-16,2-4 0 16,-5 8 0-16,-3-1 0 0,0 4 0 15,-5-3 0-15,4 5 0 16,-3-1 0-16,2-2 0 15,0-2 0-15,4 1 0 16,1-4 0-16,2-5 0 0,10-7 0 16,-8 10 0-16,8-10 0 15,0 0 0-15,13-10 0 16,-3 3 0-16,3-5 0 0,3-6 0 16,2-1 0-16,-1-1 0 15,1-5 0-15,1 0 0 16,1 1 0-16,-4-1 0 15,-2 2 0-15,-2 0 0 16,-1 4 0-16,-2 2 0 16,-1 2 0-16,0 5 0 0,-6 0 0 15,-2 10 0-15,5-10 0 16,-5 10 0-16,0 0 0 16,7 5 0-16,-4 5 0 0,4-1 0 15,-1 8 0-15,6 1 0 16,-5-3 0-16,8 7 0 15,-3-4 0-15,4-1 0 16,-2 1 0-16,2-4 0 0,-2-1 0 16,1-4 0-16,0-1 0 15,-3-3 0-15,3 0 0 16,-3 0 0-16,-4-5 0 0,2 5 0 16,-10-5 0-16,12 5 0 15,-12-5-72-15,0 0-20 16</inkml:trace>
  <inkml:trace contextRef="#ctx0" brushRef="#br2" timeOffset="43086.89">15955 9666 375 0,'0'0'10'0,"0"0"4"0,0 0 1 0,0 0 3 16,0 0 0-16,7 0 2 15,-7 0 0-15,11 10 1 16,-6 0-21-16,5-3 0 16,3 6 0-16,-1-4 0 0,0 4 0 15,5-1 0-15,1-2 0 16,-1 0 0-16,-1-2 0 16,-2-1 0-16,-1-2 0 0,-1 0 0 15,-5-3 0-15,-7-2 0 16,13 3 0-16,-13-3 0 15,0 0 0-15,0 0 0 16,0 0 0-16,0 0 0 0,0 0 0 16,0 0 0-16,-8-8-24 15,8 8-61-15,-12-7-3 16</inkml:trace>
  <inkml:trace contextRef="#ctx0" brushRef="#br2" timeOffset="43420.02">16217 9654 378 0,'0'0'9'0,"0"0"4"0,0 0 3 16,0-10 1-16,0 10 3 16,0 0 0-16,0 0 0 0,0 0-2 15,-9 0-18-15,2 7 0 16,-2 8 0-16,-4 7 0 16,3 5 0-16,-2 1 0 15,-1 7 0-15,1-6 0 0,2 6 0 16,0-5 0-16,5-3 0 15,-2-2 0-15,7 0 0 16,-5 0-48-16,5-11-40 0</inkml:trace>
  <inkml:trace contextRef="#ctx0" brushRef="#br2" timeOffset="50553.06">20731 16448 410 0,'0'0'3'0,"0"0"2"16,0 0 1-16,0 0 1 0,0 0 2 16,0 0 0-16,0 15 1 15,0-2 0-15,0 4-2 16,0 8-4-16,0 5 1 0,0-1-2 16,0 0-1-16,0 5-1 15,0-5 0-15,2-5 0 16,-2 1 0-16,3-7 1 0,-3-3-2 15,3-5 0-15,-3-10 0 16,2 12 0-16,-2-12 0 16,0 0 0-16,0 0 0 15,0-15 0-15,0 0 0 0,-2-7 2 16,-1-7-1-16,3-4 0 16,0-9 1-16,0 0 0 15,3-3 1-15,4-2 0 16,0 2-3-16,5 6 0 15,-1 5 0-15,4 6 0 0,0 6 0 16,2 5 0-16,1 6 0 16,1 4 0-16,-1 7 0 15,2 3 0-15,-1 7 0 16,1 2 0-16,-5 7 0 0,-2-1 0 16,-6 5 0-16,-7-1 0 15,0 0 0-15,-5-2 0 16,-7-1 0-16,-3-1 0 0,-5-3 0 15,0-5 0-15,2 0 0 16,4-6 0-16,1 2 0 16,3 1 0-16,10-7 0 15,-7 8 0-15,7-8 0 0,3 14 0 16,6-6 0-16,4 2 0 16,4 2 0-16,1 5 0 15,1-2 0-15,4 0 0 16,-1-1 0-16,-5 4 0 15,3-5 0-15,-2 1 0 0,-6-3 0 16,0 1-22-16,6-2-62 16,-18-10-4-16</inkml:trace>
  <inkml:trace contextRef="#ctx0" brushRef="#br2" timeOffset="50903.68">21151 16529 472 0,'0'0'3'0,"0"0"1"0,0 0 1 16,0 0-1-16,0 0 1 15,0 8 0-15,-2 3 0 16,-1-1 1-16,-1 7-4 0,4 1-2 16,0 1 0-16,0-1 0 15,2 1 0-15,8-4 0 16,4-3 0-16,4-1 0 15,2-6 0-15,2-5 0 16,-2 0 0-16,3 0 0 16,-7-8 0-16,2-2 0 0,-6-2 0 15,-1-6 0-15,-9-2 0 16,-2 1 0-16,-2-6 0 16,-9 3 0-16,-1 1 0 0,-3 2 0 15,0 2 0-15,0 7 0 16,-4 2 0-16,6 8-4 15,-2 3-55-15,15-3-29 0,-15 7-2 16</inkml:trace>
  <inkml:trace contextRef="#ctx0" brushRef="#br2" timeOffset="51203.49">21454 16345 486 0,'0'0'4'15,"0"0"1"-15,0 0 2 16,0 0 0-16,0 0-5 16,0 0-2-16,0 0 0 0,0 11 0 15,0 7 0-15,0 5 0 16,-7 4 0-16,4 5 0 16,0 0 0-16,-2 3 0 15,5 0 0-15,0-6 0 0,0-1 0 16,5-9 0-16,8 1 0 15,-3-7 0-15,8-6 0 16,1-5 0-16,6-2 0 16,-2-4 0-16,4-1 0 0,-10-8-47 15,3-7-41-15,-3 3-4 16</inkml:trace>
  <inkml:trace contextRef="#ctx0" brushRef="#br2" timeOffset="51388.28">21462 16483 464 0,'0'0'3'0,"0"0"2"16,0 0 2-16,0 0 1 15,0 0 1-15,0 0 1 0,9 0-5 16,-1 0-5-16,4-2 0 16,6 0 0-16,4-1 0 15,3 0 0-15,0-2 0 16,5 3-84-16,0-1-5 15</inkml:trace>
  <inkml:trace contextRef="#ctx0" brushRef="#br2" timeOffset="51837.18">21725 16466 464 0,'0'0'4'0,"0"0"2"15,0 0 2-15,0 0 1 16,0-5 0-16,0 5 2 0,0 0-11 16,4-10 0-16,9 7 0 15,0 3 0-15,4-2 0 16,1 2 0-16,1 0 0 16,6 0 0-16,-2 2 0 0,-4 4 0 15,-3 1 0-15,-4 3 0 16,-4 0 0-16,-6 2 0 15,-4 3 0-15,-11 3 0 0,-4 2 0 16,-3-4 0-16,-8 5 0 16,3-2 0-16,4-2 0 15,0-5 0-15,3 4 0 16,6-9 0-16,12-7 0 0,-4 15 0 16,8-10 0-16,11-5 0 15,5 0 0-15,3 2 0 16,4-2 0-16,5 0 0 0,-2 0 0 15,5-2 0-15,0 0 0 16,-13-1 0-16,2 3 0 16,-6-2 0-16,-2 2-5 15,-16 0-54-15,0 0-30 16,0 0 0-16</inkml:trace>
  <inkml:trace contextRef="#ctx0" brushRef="#br2" timeOffset="52388.83">22321 16237 433 0,'0'0'5'0,"0"0"2"0,0 0 1 15,0 0 2-15,0 0-1 16,0 0 1-16,-4 0-1 15,-9 11 1-15,-3 9-4 16,2 7-2-16,-8 5-4 0,2 6 0 16,-3 6 0-16,6 3 0 15,2 1 0-15,8-2 0 16,4-1 0-16,3-6 0 16,12-4 0-16,6-5 0 15,5-6-3-15,1-1-4 16,1-11-9-16,5-9-41 0,-3 2-29 15,1-5-1-15</inkml:trace>
  <inkml:trace contextRef="#ctx0" brushRef="#br2" timeOffset="52820.29">22501 16384 444 0,'0'0'4'0,"0"0"1"15,-5-10 1-15,5 10 2 16,-16-9-1-16,2 3 2 16,-2 2-1-16,0 1 1 0,-5 3-4 15,1 3-1-15,3 4-2 16,-1 0-2-16,9 3 0 16,-2 3 0-16,6-3 0 15,5 0 0-15,0-10 0 16,9 12 0-16,3-7 0 15,-1-5 0-15,8 0 0 0,-3 0 0 16,5-5 0-16,-1-2 0 16,-3-4 0-16,0 2 0 15,-5-1 0-15,2 2 0 0,-14 8 0 16,12-10 0-16,-12 10 0 16,4 5 0-16,-4 10 0 15,0 2 0-15,0 6 0 16,0 2 0-16,0 2 0 0,0 0 0 15,3 2 0-15,-3-6 0 16,5 2 0-16,-5-11-9 16,8-7-53-16,-3 6-27 15,-5-13 2-15</inkml:trace>
  <inkml:trace contextRef="#ctx0" brushRef="#br2" timeOffset="53137.07">22731 16443 445 0,'0'0'3'0,"0"0"1"16,-10 3 2-16,10-3 0 15,-15 15 1-15,5-3 0 16,-2 3 0-16,2 5-1 0,0 1-1 16,4 0-2-16,5 2-2 15,1-1 0-15,1-2 1 16,10-5-1-16,4-3 1 15,7-5 0-15,3-7 1 0,3 0-3 16,-1 0 0-16,0-7 0 16,-2-5 0-16,-3-1 0 15,-6 1 0-15,-9-3 0 16,-7 0 0-16,-7-2 0 0,-5 5 0 16,-11-5 0-16,-1 4 0 15,-2-2-2-15,0 0-52 16,5 5-33-16,3 0-2 15</inkml:trace>
  <inkml:trace contextRef="#ctx0" brushRef="#br2" timeOffset="53370.31">22979 16168 500 0,'0'0'2'0,"0"0"1"15,0 0 1-15,11 3-2 16,-11-3-2-16,15 20 0 15,0 0 0-15,-1 5 0 16,9 1 0-16,-4 12 0 0,6 2 0 16,-4 4 0-16,-1 3 0 15,-3 5 0-15,-10-6 0 16,-7 0 0-16,-7-4 0 16,-10 0 0-16,-15-8 0 15,-4 4 0-15,-11-3-51 0,-4-15-38 16</inkml:trace>
  <inkml:trace contextRef="#ctx0" brushRef="#br2" timeOffset="55086.89">15742 11311 334 0,'0'0'6'0,"0"0"1"0,8-3 3 0,-8 3 3 16,17-5 3-16,-10 3-1 15,6-3 2-15,-4 0 1 16,-1 3-4-16,5-4-1 15,-13 6-3-15,14-10 0 0,-14 10-2 16,18-11 0-16,-11 0-2 16,0 2 0-16,4 1-6 15,-4-4 0-15,3-1 0 0,-3 1 0 16,1-3 0-16,-1 2 0 16,-4-1 0-16,2 2 0 15,-5-3 0-15,0-1 0 16,0 4 0-16,-3-6 0 15,-2 4 0-15,1-1 0 0,-5 1 0 16,2-1 0-16,-2-1 0 16,4 7 0-16,-6-3 0 15,2 1 0-15,1 2 0 16,-1-1 0-16,0 2 0 0,-3-2 0 16,-1 3 0-16,6-1 0 15,-5 2 0-15,2-3 0 16,0 0 0-16,3-1 0 15,-5 0 0-15,1 0 0 0,4 2 0 16,-5-1 0-16,1-1 0 16,-3-1 0-16,3 4 0 15,-3-3 0-15,-4 1 0 0,4 2 0 16,-4-2 0-16,1 2 0 16,1-2 0-16,0 1 0 15,0 0 0-15,-1 3 0 16,2-2 0-16,-2-1 0 0,2 3 0 15,0 0 0-15,0 3 0 16,-2-3 0-16,2 3 0 16,3 0 0-16,-1 2 0 15,1 0 0-15,-4 0 0 16,4 2 0-16,-2 3 0 0,1-1 0 16,1 5 0-16,-6-3 0 15,1 2 0-15,2 2 0 16,-2 0 0-16,-1 0 0 15,6 2 0-15,-4-2 0 0,-2 1 0 16,7 0 0-16,1-1 0 16,-3 5 0-16,3-3 0 15,3 1 0-15,-2 2 0 16,3-4 0-16,1 6 0 0,0-3 0 16,0-2 0-16,3 3 0 15,0 0 0-15,-1 0 0 16,1-3 0-16,-2 1 0 0,2 1 0 15,2 1 0-15,-3-2 0 16,1-1 0-16,0 2 0 16,-2-1 0-16,4-1 0 15,-1 1 0-15,1-5 0 16,0-8 0-16,0 15 0 0,0-15 0 16,0 0 0-16,-3 7 0 15,3-7 0-15,0 0 0 16,0 0 0-16,0 0 0 15,0 0 0-15,0 0 0 0,0 0 0 16,-4-5 0-16,4 5 0 16,-3-10 0-16,3 10 0 15,-8-10-49-15,8 10-39 16,-7-15-2-16</inkml:trace>
  <inkml:trace contextRef="#ctx0" brushRef="#br2" timeOffset="55554.13">14944 11024 356 0,'0'0'6'0,"0"0"4"0,0 0 2 0,0 0 2 16,0-8 1-16,0 8 2 15,0 0 1-15,0 0 1 0,0 0-4 16,0 0-4-16,0 0-3 16,0 0-2-16,-5 5-2 15,5-5-4-15,0 12 0 16,0-12 0-16,2 20 0 0,3-9 0 16,-1 3 0-16,0 3 0 15,1-2 0-15,0 3 0 16,0-1 0-16,0 0 0 15,1 0 0-15,-4 1 0 0,0-6 0 16,1 1 0-16,-3-3 0 16,0-10 0-16,0 12 0 15,0-12 0-15,0 0 0 16,0 0 0-16,12 2 0 0,-12-2 0 16,20-4 0-16,-8-4 0 15,6 0 0-15,7 1 0 16,-6-5 0-16,4 2 0 15,4 0 0-15,-4-2 0 0,1 5 0 16,-4-4 0-16,3 9-8 16,9-3-79-16,-15-2-2 15</inkml:trace>
  <inkml:trace contextRef="#ctx0" brushRef="#br2" timeOffset="57270.34">16261 8211 315 0,'0'0'3'16,"-5"-17"6"-16,-2 5 1 15,-4-5 3-15,-3-3 2 16,-6-3 1-16,-5 4 3 0,-10-6 0 16,-2 4-4-16,-10 13-3 15,-5 2-4-15,-10 6 0 0,-5 13-2 16,-7 6-1-16,-1 13-2 16,-5 8 1-16,-2 10-1 15,5 12-1-15,3 10 1 16,7 7-1-16,1 3-1 15,15 12 1-15,8 2-1 0,13 1 1 16,13 0-2-16,12-8 2 16,10-3-1-16,14-9 0 15,13-6 0-15,12-13 1 16,13-6-2-16,7-15 1 0,8-4 0 16,6-13 0-16,3-8 0 15,1-7 1-15,0-8 0 16,2-11-2-16,-1-9 0 15,-3-7 0-15,-4-4 0 0,-3-10 0 16,-4-4 0-16,-5-1 0 16,-1-1 0-16,-8-4 0 15,-11 1 0-15,-5-6 0 0,-3 0 0 16,-12-4 0-16,-4 2 0 16,-9-10 0-16,-4 5 0 15,-7-8 0-15,-11 5 0 16,-8 2 0-16,-6-2 0 15,-7 4 0-15,-11 6 0 0,-1 2 0 16,-11 4 0-16,-2 6 0 16,-3 8 0-16,-5 2 0 15,1 7 0-15,2 8 0 16,-3 9 0-16,6 8 0 0,4 5 0 16,3 7 0-16,7 11 0 15,8 7 0-15,2 2 0 16,13 8 0-16,7-8 0 15,13 5-77-15,7-4-10 0</inkml:trace>
  <inkml:trace contextRef="#ctx0" brushRef="#br4" timeOffset="65469.68">15744 9735 155 0,'0'0'4'0,"0"0"6"0,-7-3 3 16,7 3 3-16,0 0 1 15,0 0 3-15,-12 0 1 16,12 0 1-16,0 0-2 15,0 5-4-15,0-5 0 0,0 0-2 16,7 16 0-16,-7-16 2 16,0 0-1-16,0 0 1 0,5 12-1 15,-5-12-1-15,0 0-2 16,0 0 0-16,0 0-2 16,7-8-1-16,-7 8-1 15,2-17-1-15,-2 8-1 0,4-4 0 16,-4-2 1-16,0-7-7 15,0 2 0-15,0-8 0 16,0-4 0-16,0-2 0 0,0-1 0 16,0-2 0-16,0-1 0 15,0-1 0-15,0 2 0 16,0 2 0-16,0 3 0 16,0 0 0-16,2-3 0 15,-2 3 0-15,0 5 0 0,0-4 0 16,0 5 0-16,0-4 0 15,0 5 0-15,0-2 0 16,0 2 0-16,-2 1 0 16,2-1 0-16,-4 3 0 0,4 4 0 15,0-1 0-15,-2 2 0 16,2 0 0-16,0 6 0 16,0 1 0-16,0-2 0 15,0 12 0-15,-2-16 0 0,2 16 0 16,-3-9 0-16,3 9 0 15,0 0 0-15,0-11 0 16,0 11 0-16,0 0 0 16,0 0 0-16,0 0 0 0,0 0 0 15,0 0 0-15,0 0 0 16,0 0 0-16,0 0 0 16,0 0 0-16,0 0 0 0,0 0 0 15,0 0 0-15,0 0 0 16,0 0 0-16,0 0 0 15,0 0 0-15,0 0 0 16,0 0 0-16,0 0 0 16,0 0 0-16,0 0 0 0,0-9 0 15,0 9 0-15,0-8 0 16,0 8 0-16,3-9 0 16,-3 9 0-16,0 0 0 15,0 0 0-15,0 0 0 0,0 0 0 16,-3 5 0-16,-2 9 0 15,-4 4 0-15,-2 1 0 16,-3 9 0-16,-4 1 0 0,-1 6 0 16,-4 0 0-16,-7 2 0 15,5 0 0-15,-2 0 0 16,-1-5 0-16,2 1 0 16,6-8 0-16,2-5 0 15,6-4 0-15,0-3 0 0,12-13 0 16,-6 10 0-16,6-10 0 15,0 0 0-15,8-12 0 16,4-1 0-16,0-1 0 16,4-2 0-16,-2-3 0 0,4 1 0 15,0-4 0-15,1 0 0 16,-4-3 0-16,2 0 0 16,1-2 0-16,-4-3 0 15,2 3 0-15,-4 2 0 0,1-3 0 16,-1 7 0-16,-5 1 0 15,4 3 0-15,-7 1 0 16,1 2 0-16,-2 4 0 16,1 0 0-16,-4 10 0 0,3-12 0 15,-3 12 0-15,0 0 0 16,0 0 0-16,0-8 0 16,0 8 0-16,0 0 0 0,0 5 0 15,0-5 0-15,7 22 0 16,1-7 0-16,2 5 0 15,2 5 0-15,3 0 0 16,0 4 0-16,5-2 0 0,-2 6 0 16,6-3 0-16,-6-1 0 15,2-5 0-15,-8 1 0 16,0 0 0-16,3-7 0 16,-5 0 0-16,0-4 0 15,-5-2 0-15,-5-12 0 0,8 16 0 16,-8-16 0-16,0 0 0 15,0 0 0-15,0 0 0 16,0 0 0-16,0 0 0 16,0 0 0-16,-5-3 0 0,5 3 0 15,0 0 0-15,-13-14 0 16,13 14 0-16,0 4-63 16,0-4-28-16</inkml:trace>
  <inkml:trace contextRef="#ctx0" brushRef="#br4" timeOffset="66619.71">15750 10728 292 0,'0'0'7'0,"0"0"5"0,0 0 3 16,0 0 2-16,0 0 1 16,0 0 4-16,0 0-1 15,-6-2 1-15,6 2-7 0,0 0-5 16,0 0-2-16,-12-2-1 15,12 2-3-15,-16-3 0 16,7 3-1-16,-3-2-1 16,1 2 1-16,-3 0 0 0,-2-2 0 15,0-2-1-15,-7 3 1 16,2 1-1-16,-2-3 0 16,-2 3 0-16,-3-3-1 0,1 3 1 15,-1 0-1-15,-2 0 0 16,1 0 0-16,-1 0 0 15,2 0 0-15,2 0 0 16,-4 0 0-16,3 0 1 16,-1 3-2-16,1 0 0 0,2-3 0 15,0 5 0-15,5-3 0 16,-2-2 0-16,6 2 0 16,-1 1 0-16,2-1 0 15,3-2 0-15,-2 0 0 0,3 0 0 16,-1 0 0-16,-1 0 0 15,-1 0 0-15,2 2 0 16,-4-2 0-16,2 0 0 16,1 0 0-16,1 3 0 0,-4-3 0 15,4 2 0-15,-1-2 0 16,4 0 0-16,-1 4 0 16,-1-4 0-16,11 0 0 0,-12 1 0 15,12-1 0-15,-7 0 0 16,7 0 0-16,0 0 0 15,0 0 0-15,0 0 0 16,0 0 0-16,-11 0 0 0,11 0 0 16,0 0 0-16,0 0 0 15,0 0 0-15,0 0 0 16,0 0 0-16,0 0 0 16,0 0 0-16,0 0-16 15,11-12-67-15,-11 12-3 0</inkml:trace>
  <inkml:trace contextRef="#ctx0" brushRef="#br4" timeOffset="67253.47">14984 10580 414 0,'0'0'6'0,"3"-8"2"0,-3 8 3 15,5-15 1-15,-5 15 2 16,7-14 0-16,-7 14 1 16,5-18 0-16,-5 18-13 0,0 0-2 15,-5 3 0-15,-7 4 0 16,-1 8 0-16,-4 3 0 16,-3 1 0-16,-5 3 0 15,5 1 0-15,-9 2 0 0,3-6 0 16,-1 6 0-16,0-5 0 15,-1-3 0-15,3 1 0 16,1-6 0-16,4-2 0 16,0 1 0-16,5-4 0 15,6-3 0-15,9-4 0 0,-13 3 0 16,13-3 0-16,0 0 0 16,9-4 0-16,2 4 0 15,-2-3 0-15,7 3 0 0,1 0 0 16,0 0 0-16,3 4 0 15,-2 3 0-15,4 4 0 16,0 2 0-16,3-4 0 16,-3 6 0-16,4-2 0 15,-1-1 0-15,-4-2 0 0,4 1 0 16,-2 0 0-16,0-4 0 16,-9 0 0-16,4 1 0 15,-6-3 0-15,-5 0 0 0,-7-5 0 16,13 5 0-16,-13-5 0 15,0 0 0-15,0 0 0 16,0 0 0-16,0 0 0 16,0 0 0-16,0 0 0 15,0 0 0-15,0 0 0 0,-6 0 0 16,6 0 0-16,0 0 0 16,-9-5 0-16,9 5 0 15,0 0 0-15,0 0-77 16,0 0-15-16</inkml:trace>
  <inkml:trace contextRef="#ctx0" brushRef="#br4" timeOffset="68120.1">14104 10701 386 0,'0'0'8'0,"0"0"2"0,0 0 4 0,-5-14 1 16,5 14 2-16,0-15 1 15,0 15 1-15,0-15 0 16,0 15-14-16,10-6-5 0,-10 6 0 15,18 13 0-15,-6 2 0 16,3 5 0-16,-3 2 0 16,6 3 0-16,1 0 0 15,-1 0 0-15,5-6 0 16,-6-2 0-16,5 1 0 0,-1-3 0 16,-5-8 0-16,5 3 0 15,-14 2-66-15,5-6-22 16</inkml:trace>
  <inkml:trace contextRef="#ctx0" brushRef="#br4" timeOffset="68337.38">14398 10649 450 0,'0'0'6'0,"0"0"1"0,0-12 3 15,0 12 1-15,0 0 1 16,0 0 0-16,0 0-9 0,1 14-3 15,-1 11 0-15,0 8 0 16,-7 7 0-16,-2 11 0 16,-3 2 0-16,-4 3 0 15,2 6 0-15,-10-7 0 16,2 1-81-16,8-1-7 16</inkml:trace>
  <inkml:trace contextRef="#ctx0" brushRef="#br4" timeOffset="70670.47">15712 10743 255 0,'0'0'7'0,"0"0"2"15,10-5 4-15,-10 5 4 16,10-5 3-16,-10 5 2 15,14-9 1-15,-6 4 4 0,-8 5-7 16,13-7-2-16,-13 7-5 16,0 0-2-16,0 0-3 15,0 9-2-15,-3 7-2 16,-4 0-2-16,0 7 0 16,-6 7-1-16,3-4 1 0,-3 10-1 15,-1-3-1-15,2 3 2 16,-1 1-1-16,1-5 1 15,-1 1 0-15,1-4 0 16,-1-2-1-16,3-2 1 0,-2-5 0 16,3-5-1-16,0-1 0 15,2-4 0-15,7-10 0 16,-12 10 0-16,12-10 0 0,0 0 0 16,-11 5 0-16,11-5 0 15,0 0 0-15,0 0-1 16,0 0 1-16,-7 0-1 15,7 0 1-15,0 0-1 0,0 0 0 16,0 0 0-16,0 0 0 16,-10 0 0-16,10 0-1 15,0 0 1-15,0 0-1 16,0 0 1-16,0 0 0 16,0 0-1-16,0 0 1 0,-4 7 0 15,4-7 0-15,0 0 1 16,-6 13-1-16,6-13 0 15,-7 10 0-15,7-10 1 16,-8 8-1-16,8-8 0 0,-7 10 1 16,7-10-1-16,-8 9 0 15,8-9 1-15,0 0-1 16,-5 11 0-16,5-11 1 0,0 0-1 16,0 0 0-16,0 0 0 15,-6 9 2-15,6-9-2 16,0 0 0-16,0 0-2 15,0 0-3-15,0 0-5 0,0 0-9 16,-1 18-48-16,1-18-16 16</inkml:trace>
  <inkml:trace contextRef="#ctx0" brushRef="#br4" timeOffset="71254.03">15481 11043 306 0,'0'0'7'0,"0"0"5"0,0 0 1 16,-2-10 4-16,2 10 1 15,-3-12 2-15,3 12-1 16,-6-13 1-16,6 13-6 16,-7-7-4-16,7 7-3 0,0 0-3 15,-5 7 1-15,3 3-1 16,0 8-1-16,-1-1-1 16,-2 8 0-16,1 3 0 0,0 1 1 15,2 1-1-15,-5 2-1 16,4-3 0-16,-2-2 0 15,1-2 0-15,1-2-1 16,1-6 1-16,-5-2-1 0,6-2 1 16,-2-6-1-16,3-7 0 15,-2 12 0-15,2-12-1 16,0 0 1-16,0 0 0 0,0 0 1 16,0 0-2-16,0 0 1 15,0 0-1-15,0 0 1 16,0 0-1-16,5 0 0 15,3-1 1-15,4-6-1 16,2 0 1-16,9 3 1 0,0-6 0 16,4 0 0-16,3 2 0 15,0-2 0-15,2 3 1 16,-2-3-1-16,-5 6 0 16,-1-2 0-16,-4 3-1 0,-2 1-3 15,-4 4-16-15,-4 3-60 16,-10-5-4-16</inkml:trace>
  <inkml:trace contextRef="#ctx0" brushRef="#br4" timeOffset="72970.66">23347 16466 511 0,'0'0'0'0,"0"0"0"15,0 0 0-15,0 0 0 0,0 0 0 16,0 0 0-16,0 0 0 16,0 0 0-16,0 0 0 15,0 0 0-15,0 0 0 16,0 0 0-16,3-7-53 0,-3 7-35 16,0 0-3-16</inkml:trace>
  <inkml:trace contextRef="#ctx0" brushRef="#br4" timeOffset="73653.5">23581 16262 481 0,'0'0'2'0,"0"0"1"0,0 0 2 15,0 0 0-15,0 0 0 16,0 0 0-16,0 0 0 0,0 9-5 16,0 7 0-16,0 5 0 15,0 5 0-15,0 2 0 16,0 4 0-16,3 0 0 16,-3-2 0-16,3 0 0 0,3-5 0 15,-3-3 0-15,-3-5 0 16,0-7 0-16,0-10 0 15,2 13 0-15,-2-13 0 16,0 0 0-16,-2-5 0 0,-7-8 0 16,3-2 0-16,-1-4 0 15,-4-6 0-15,7-5 0 16,-1-5 0-16,5 1 0 16,0-1 0-16,0 0 0 0,5 6 0 15,2-1 0-15,3 8 0 16,0 6 0-16,0 2 0 15,5 9 0-15,0 2 0 0,5 3 0 16,0 0 0-16,-3 8 0 16,3 5 0-16,-3-1 0 15,-2 2 0-15,-7 2 0 16,-1 3 0-16,-7-1 0 16,-4 1 0-16,-4-1 0 0,-2-4 0 15,-5 4 0-15,3-6 0 16,-1 1 0-16,3-3 0 15,3 0 0-15,-1-1 0 16,8-9 0-16,-5 15 0 0,5-15 0 16,0 17 0-16,0-17 0 15,18 18 0-15,-6-11 0 16,5 3 0-16,-2 0 0 0,5 0 0 16,0 1 0-16,0-4 0 15,-3 0 0-15,0-2 0 16,-1-1 0-16,-12-4 0 15,9 6-21-15,-13-6-67 16,0 0-4-16</inkml:trace>
  <inkml:trace contextRef="#ctx0" brushRef="#br4" timeOffset="77887.36">23924 16392 287 0,'0'0'11'0,"0"0"4"0,0 0 4 16,0 0 1-16,0 0 4 16,2-8 0-16,-2 8 1 15,0 0 0-15,0 0-10 0,0 0-4 16,0 0-4-16,-7 3-2 15,2 7-2-15,-5 2 0 16,3 3-2-16,-1 3 0 16,-1 6 0-16,1-4-1 0,8 5 1 15,0-6 0-15,2 1 0 16,9-5-1-16,3 0 1 16,4-5 0-16,-1-2 0 15,5-7-1-15,-4-1 1 0,1 0 0 16,-3-6 0-16,-4-4 1 15,-3-3 1-15,0-2-3 16,-5-3 0-16,-1-3 0 16,-3-4 0-16,-5 2 0 0,-2-2 0 15,-4 4 0-15,-1 1 0 16,-1 5 0-16,-1 2 0 16,1 6-3-16,1 2-7 15,4 5-6-15,-5 0-17 0,-3 0-51 16,16 0-3-16</inkml:trace>
  <inkml:trace contextRef="#ctx0" brushRef="#br4" timeOffset="78186.99">24217 16117 438 0,'0'0'3'0,"0"0"2"0,0 0 0 0,0 0 3 16,3 10 1-16,0 2 0 16,-3 5 0-16,0 8 0 0,0 2-2 15,0 6-3-15,0 3 1 16,0 5-5-16,0-3 0 16,0 0 0-16,0-3 0 15,7-1 0-15,2-6 0 16,2-3 0-16,1-5 0 0,2-6 0 15,2-2 0-15,-4-4 0 16,1-5-5-16,-4-1-10 16,-9-2-40-16,13-10-32 15,-5-3 1-15</inkml:trace>
  <inkml:trace contextRef="#ctx0" brushRef="#br4" timeOffset="78353.82">24175 16352 456 0,'0'0'3'0,"0"0"1"16,0 0 0-16,0 0 2 15,5 0-1-15,5 0 1 16,5 0-2-16,3 0-7 0,6 0-27 16,5 0-50-16,7-3-3 15</inkml:trace>
  <inkml:trace contextRef="#ctx0" brushRef="#br4" timeOffset="78904.02">24451 16327 441 0,'0'0'4'0,"0"0"2"0,0 0 2 16,0 0 1-16,2-4 1 0,-2 4 1 16,0 0-1-16,11-8 2 15,-11 8-12-15,17 0 0 16,-8 0 0-16,-1 8 0 16,4-1 0-16,-4 5 0 15,-1 2 0-15,-1 2 0 0,-6 1 0 16,0 0 0-16,-3 1 0 15,-3 0 0-15,-6-4 0 16,-2-2 0-16,1 1 0 16,3-8 0-16,0 0 0 0,2-3 0 15,8-2 0-15,0 0 0 16,-7-10 0-16,7 3 0 16,7-8 0-16,1-3 0 0,7-1 0 15,3-3 0-15,-1-3 0 16,1 3 0-16,-6 1 0 15,3 5 0-15,-5 0 0 16,-3 7 0-16,-7 9 0 16,0 0 0-16,0 0 0 0,7 15 0 15,-7 1 0-15,0 5 0 16,0 3 0-16,0 1 0 16,0 3 0-16,5-4 0 15,1 1 0-15,1-5 0 0,0-3 0 16,3 1 0-16,3-11-2 15,4-10-58-15,-2 3-28 16,-1 0-1-16</inkml:trace>
  <inkml:trace contextRef="#ctx0" brushRef="#br4" timeOffset="79220.18">24851 15933 403 0,'0'0'6'0,"0"0"3"0,0 0 1 15,0 0 1-15,0 0 0 0,0 0 1 16,0 5 0-16,-3 8 2 16,1 12-4-16,-5 4-3 15,-6 11-1-15,3 7-6 16,0 8 0-16,-3 4 0 0,3 3 0 15,8 0 0-15,-2-3 0 16,4 0 0-16,4-3 0 16,4-5 0-16,4-7 0 0,1 1 0 15,-1-13 0-15,3 1 0 16,-5-11-17-16,3-12-63 16,4 0-6-16</inkml:trace>
  <inkml:trace contextRef="#ctx0" brushRef="#br4" timeOffset="79670.52">24985 16181 446 0,'0'0'4'0,"0"0"2"16,0 0 2-16,0 0 0 15,0 0 1-15,0 0-1 16,0 0 1-16,-15 0 0 0,3 3-5 16,-1 6-4-16,-1 4 0 15,1 4 0-15,1 1 0 16,-1-4 0-16,10 2 0 0,1 0 0 16,2-3 0-16,5-3 0 15,-5-10 0-15,17 8 0 16,-2-6 0-16,-2-2 0 15,1-5 0-15,2-5 0 0,-4-2 0 16,1-4 0-16,-1 4 0 16,0 2 0-16,-6 1 0 15,-6 9 0-15,7-13 0 16,-7 13 0-16,0 0 0 16,-6 15 0-16,2-1 0 0,-4 7 0 15,1 1 0-15,-3 3 0 16,5 0 0-16,0-1 0 15,5-1 0-15,0-1 0 0,0-10-23 16,2 0-62-16,9-4-3 16</inkml:trace>
  <inkml:trace contextRef="#ctx0" brushRef="#br4" timeOffset="79987.33">25181 16265 427 0,'0'0'3'16,"0"0"2"-16,0 0 1 16,-4 12 2-16,-5-2 1 0,2 1 0 15,-2 3 0-15,4 1 1 16,-6 3-4-16,6-4-1 16,3 4-2-16,2-3-1 15,5-1-1-15,8-6 0 0,-1 0 0 16,3-6 0-16,2 0 0 15,3-2 1-15,-3-4 0 16,1-6-2-16,-6 0 0 16,-1-8 0-16,-9 3 0 0,-2-6 0 15,-2 0-3-15,-9 2-2 16,-3 1-3-16,-7 1-5 16,1 6-14-16,-2 10-53 0,2-9-6 15</inkml:trace>
  <inkml:trace contextRef="#ctx0" brushRef="#br4" timeOffset="80287.04">25223 15941 423 0,'0'0'7'0,"0"0"1"15,0 0 2-15,0 0 1 16,0 0 2-16,16 2 1 0,-7 6 1 15,3 9-5-15,6 8-10 16,2 7 0-16,0 8 0 16,2 9 0-16,-5 5 0 15,1 4 0-15,-3 3 0 0,-3-3 0 16,-4 3 0-16,-6-1 0 16,-2-3 0-16,-5-3 0 15,-4-4 0-15,-7-5 0 16,-3-4 0-16,-13-3 0 15,-4-2 0-15,-1-11-80 0,-7-10-11 16</inkml:trace>
  <inkml:trace contextRef="#ctx0" brushRef="#br4" timeOffset="82103.76">15594 6342 425 0,'0'0'7'0,"0"0"2"0,0-10 2 16,0 10 1-16,-4-8 1 16,4 8 0-16,-10-7 1 0,10 7-7 15,-18 0-7-15,9 10 0 16,2 7 0-16,-3 3 0 15,4 2 0-15,6 5 0 16,0-2 0-16,4 3 0 0,8-6 0 16,0-7 0-16,8-3 0 15,3-8 0-15,-2-4 0 16,2-4 0-16,-3-11 0 0,-1 0 0 16,-3-10 0-16,-4 1 0 15,-8-3 0-15,-4 2 0 16,-2-3 0-16,-10 8 0 15,-6 1 0-15,-1 9 0 0,-6 5 0 16,0 5 0-16,0 5 0 16,3 7 0-16,2 5 0 15,8 6 0-15,4 2 0 16,8-6 0-16,2 1 0 0,11-2 0 16,6-6 0-16,6-5 0 15,3-7 0-15,2 0 0 16,0-10 0-16,-5-2 0 15,0-5 0-15,-11-3 0 16,-3 0 0-16,-9 3 0 0,-2 0 0 16,-10 2 0-16,-7 5 0 15,-4 2 0-15,-1 8 0 16,3 0 0-16,-6 3 0 0,9 12 0 16,4 1-61-16,3 2-29 15</inkml:trace>
  <inkml:trace contextRef="#ctx0" brushRef="#br4" timeOffset="82953.5">15203 6547 373 0,'0'0'6'0,"0"0"4"0,0 0 1 16,0 0 2-16,0 0 2 16,0 0 1-16,0 0 1 15,-5-11 1-15,5 11-5 0,-4-14-3 16,2 2-1-16,0-3-9 15,2-2 0-15,-3-8 0 16,1-2 0-16,2-3 0 0,0-7 0 16,0-5 0-16,0-8 0 15,5-4 0-15,5-6 0 16,5 1 0-16,-2-8 0 16,9-3 0-16,3 1 0 0,4 3 0 15,1 3 0-15,3 4 0 16,4 7 0-16,1 2 0 15,-1 8 0-15,0 5 0 16,-3 7 0-16,-1 5 0 0,-6 1 0 16,-2 7 0-16,-6 4 0 15,-3 1 0-15,-4 2 0 16,-4 2 0-16,-8 8 0 0,10-10 0 16,-10 10 0-16,0 0 0 15,0 0 0-15,2-11 0 16,-2 11 0-16,-7-3 0 15,7 3 0-15,-13 0 0 16,13 0 0-16,-12-3 0 0,12 3 0 16,-12 0 0-16,12 0 0 15,0 0 0-15,-8-5 0 16,8 5 0-16,0 0 0 16,0 0 0-16,0 0 0 0,-10 3 0 15,10 9 0-15,0 3 0 16,0 5 0-16,5 7 0 15,4 1 0-15,7 8 0 16,6 2 0-16,8 6 0 0,0-4 0 16,7 4 0-16,5 4 0 15,1-2 0-15,-4 3 0 16,1 1 0-16,-5 2 0 0,-3-2 0 16,-6 3 0-16,0-4 0 15,-5-3 0-15,-12 2 0 16,1-6 0-16,-5-2 0 15,-5-8 0-15,0-3 0 16,-3-1 0-16,-2-9 0 0,-4-3 0 16,4-9 0-16,-8-5 0 15,13-2-6-15,-5-7-83 16,-5-3-2-16</inkml:trace>
  <inkml:trace contextRef="#ctx0" brushRef="#br4" timeOffset="83688.42">14824 6629 311 0,'0'0'8'0,"0"0"4"0,-12-6 2 15,0 5 3-15,2 1 4 0,-2-3 0 16,-4-2 1-16,0 0 2 15,-2 0-6-15,1-10-3 16,4 0-3-16,6-6-2 16,-3-10-4-16,8-1-6 0,2-16 0 15,2-3 0-15,8-11 0 16,7-7 0-16,5-10 0 16,6-11 0-16,4-4 0 15,8 0 0-15,-3 0 0 0,-2 0 0 16,0 7 0-16,-6 6 0 15,1 12 0-15,-2 8 0 16,-8 11 0-16,-6 9 0 0,2 8 0 16,-7 12 0-16,1 5 0 15,-10 16 0-15,11 0 0 16,-11 17 0-16,-4 16 0 16,-5 9 0-16,-6 8 0 15,-3 12 0-15,-7 7 0 0,-2 11 0 16,-10-4 0-16,5 6 0 15,-8-10 0-15,8-2 0 16,0-12 0-16,4-11 0 16,6-12 0-16,10-12 0 0,12-23 0 15,0 0 0-15,0-23 0 16,12-12 0-16,8-12 0 16,5-7 0-16,1-8 0 15,2-3 0-15,-1 8 0 0,-8 8 0 16,3 11 0-16,-10 13 0 15,-12 25 0-15,4 8 0 16,-4 26 0-16,0 17 0 0,-2 8 0 16,9 18-29-16,4 7-58 15,6 10-2-15</inkml:trace>
  <inkml:trace contextRef="#ctx0" brushRef="#br4" timeOffset="85686.62">15180 9408 391 0,'0'0'7'0,"0"0"1"15,-9-9 2-15,-2 1 2 16,-1 5 1-16,-6-2 1 16,-1-2 1-16,-5 2 1 15,-2 5-5-15,0-2-2 0,-5 2-4 16,3 2-5-16,-2 6 0 15,0-1 0-15,6 3 0 16,-5 2 0-16,3 4 0 0,4-2 0 16,-1 5 0-16,6 2 0 15,0-4 0-15,5 6 0 16,4-4 0-16,4 4 0 16,-2-1 0-16,6 0 0 0,6-2 0 15,3 0 0-15,3-1 0 16,4-4 0-16,-2 0 0 15,6-1 0-15,3 0 0 16,1-10 0-16,6 2 0 16,0-2 0-16,4-4 0 0,7 0 0 15,1 0 0-15,-1 0 0 16,5-3 0-16,-2 2 0 16,1-5 0-16,0 5 0 15,2 1 0-15,-3 0 0 0,2 0 0 16,-2 0 0-16,4 0 0 15,-2 0 0-15,0 0 0 16,5-3 0-16,2-5 0 16,-3 1 0-16,1-3 0 0,4 0 0 15,-2-2 0-15,-1-1 0 16,2 1 0-16,-4 0 0 16,-3-1 0-16,-2 1 0 0,-6 1 0 15,-2 2 0-15,-4-1 0 16,-6 0 0-16,-7 0 0 15,1 2 0-15,-9-2 0 16,0 3 0-16,1 0 0 16,-4-1 0-16,-9 8 0 0,13-15 0 15,-13 15 0-15,10-12 0 16,-10 12 0-16,7-13 0 16,-7 13 0-16,5-12 0 15,-5 12 0-15,0 0 0 0,8-10 0 16,-8 10 0-16,7-10 0 15,-7 10 0-15,0 0 0 16,3-12 0-16,-3 12 0 0,2-10 0 16,-2 10 0-16,3-7 0 15,-3 7 0-15,0 0 0 16,0-15 0-16,0 15 0 16,0 0 0-16,-3-10 0 0,3 10 0 15,-2-8 0-15,2 8 0 16,-10-9 0-16,10 9 0 15,-13-10 0-15,13 10 0 16,-12-13 0-16,3 8 0 0,-2 0 0 16,4 1 0-16,-6-1 0 15,5 0 0-15,-1-1 0 16,2 4 0-16,7 2 0 16,-16-7 0-16,16 7 0 15,-14-8 0-15,14 8 0 0,-8-5 0 16,8 5 0-16,0 0 0 15,0 0 0-15,0 0 0 16,0 0 0-16,-10-3 0 0,10 3 0 16,0 0 0-1,0 0 0-15,0 0 0 0,0 0 0 16,0 0 0-16,0 0 0 16,0 0 0-16,0 0 0 0,0 0 0 15,0 0 0-15,0 0 0 16,0 0 0-16,0 0 0 15,0 0 0-15,0 0 0 16,0 0 0-16,-5 6 0 0,5-6 0 16,-9 17 0-16,0-7 0 15,0 7 0-15,-1 1 0 16,-1-1 0-16,-1 0 0 0,0 4 0 16,-3-5 0-16,3 1 0 15,-3-4 0-15,5-3 0 16,0-2 0-16,10-8 0 15,-13 9 0-15,13-9 0 16,0 0 0-16,0-7 0 16,5-3 0-16,3 0 0 0,2-3 0 15,0-1 0-15,5-3 0 16,-1-1 0-16,2 1 0 16,-4 0 0-16,3-1 0 0,0 0 0 15,-3 4 0-15,1 2 0 16,-6-1 0-16,0 1 0 15,-7 12 0-15,11-12 0 16,-11 12 0-16,0 0 0 0,0 0 0 16,12-6 0-16,-12 6 0 15,7 7 0-15,-1 4 0 16,1 1 0-16,3 1 0 16,-1-1 0-16,2 2 0 0,6-1 0 15,-4-2 0-15,-1-2 0 16,6 1 0-16,-4-5 0 15,-1-3 0-15,6 1 0 0,-6-3 0 16,2 0-6-16,3-3-88 16,-6-4-3-16</inkml:trace>
  <inkml:trace contextRef="#ctx0" brushRef="#br2" timeOffset="97003.45">23514 16254 401 0,'0'0'6'0,"0"0"1"0,0 0 2 0,0 0 1 16,0 0 1-16,0 0-1 15,0 0 2-15,-5 0-1 16,5 8-4-16,0 5-2 0,0 5-1 16,0 7-1-16,-3 2-1 15,3 5 1-15,-2 5-1 16,-1 0 0-16,-1 3 0 15,-1-2-3-15,0-5 2 0,3 3 0 16,-3-10-1-16,-1 2 0 16,1-6 0-16,5-4 0 15,-2-6-1-15,-1-5 2 16,3-7-2-16,-2 10 1 0,2-10-1 16,0 0 0-16,0 0 1 15,-7-4-1-15,4-9 3 16,3 1-3-16,-2-6 1 15,-2-4 0-15,4-6 1 16,-2-1-1-16,0-6 0 0,2-2 1 16,0 0-2-16,0-1 2 15,0 2 1-15,4-2 0 16,5 6-2-16,0 2 0 0,1 3 0 16,3 4 0-16,-1 2 0 15,1 1 0-15,4 3 0 16,-4 4 0-16,-1 3 0 15,0 0 0-15,-2 6 0 0,0 0 0 16,0 4 0-16,3 0 0 16,-1 5 0-16,1 8 0 15,-1 2 0-15,2 2 0 16,-1 6 0-16,-1-1 0 0,-3 0 0 16,0 3 0-16,-7 0 0 15,-2-3 0-15,0-5 0 16,-4 1 0-16,-7-3 0 15,-3-3 0-15,-4-2 0 16,-4-3 0-16,0 0 0 0,-1-3 0 16,0-3 0-16,2 2 0 15,-2-3 0-15,8 0 0 16,3 0 0-16,2-3 0 0,10 3 0 16,0 0 0-16,0 0 0 15,7-1 0-15,3 1 0 16,3 4 0-16,1 4 0 15,4 1 0-15,1 4 0 16,0-1 0-16,5 4 0 0,-5 1 0 16,2-2 0-16,-1-1 0 15,-1 1 0-15,1-3 0 16,-4 1 0-16,-4-4 0 16,2 4 0-16,-14-13-18 0,18 7-36 15,-18-7-35-15,10 11 2 16</inkml:trace>
  <inkml:trace contextRef="#ctx0" brushRef="#br2" timeOffset="97470.15">23862 16409 403 0,'0'0'6'0,"0"0"3"0,0 0 1 0,5-5 2 15,-5 5 1-15,0 0-1 16,0 0 1-16,0 0 1 16,0 0-7-16,0 0-2 15,-7 5-2-15,-1 4-2 0,3 4 0 16,-3 4 1-16,6 1-2 15,-1-1 0-15,3 4 0 16,0-2 0-16,8-2 0 16,7-5 0-16,0-2 0 0,2-4 0 15,0-4 0-15,6-2 0 16,-1 0 0-16,-2-2 0 16,0-8 0-16,-5 0 0 15,-5-2 0-15,-3-3 0 16,-4-2 0-16,-3-4 0 0,-5-1 0 15,-7-5 0-15,-1 5 0 16,1-1 0-16,-4 6 0 0,4 0 0 16,-2 7 0-16,1 2 0 15,13 8-4-15,-20 0-20 16,20 0-61-16,-3 5-4 16</inkml:trace>
  <inkml:trace contextRef="#ctx0" brushRef="#br2" timeOffset="97853.75">24202 16092 407 0,'0'0'7'0,"0"0"3"16,0-11 2-16,0 11 3 0,0 0 0 15,0 0 0-15,0 0 1 16,0 0-2-16,3 6-14 16,-3 11 0-16,-5 8 0 15,-2 2 0-15,-4 8 0 0,4 3 0 16,-5 1 0-16,1 1 0 16,4-3 0-16,2-3 0 15,3-1 0-15,-1-3 0 16,3-4 0-16,5-3 0 0,5-6 0 15,0-2 0-15,5-2 0 16,3-3 0-16,-2-6 0 16,7-2 0-16,-1-2 0 15,0 0 0-15,1-2 0 0,-5-8 0 16,-4 6-9-16,-6-9-39 16,0 1-40-16,-8-1 0 15</inkml:trace>
  <inkml:trace contextRef="#ctx0" brushRef="#br2" timeOffset="98020.29">24160 16323 458 0,'0'0'3'0,"0"0"1"16,0 0 2-16,0 0 0 0,8 0 1 16,-8 0 0-16,14 0 0 15,1 0-1-15,0 0-4 16,8 0-7-16,-6-3-12 15,10-2-65-15,-1 5-5 0</inkml:trace>
  <inkml:trace contextRef="#ctx0" brushRef="#br2" timeOffset="98570.88">24391 16330 460 0,'0'0'4'0,"0"0"1"0,0 0 1 15,0 0 0-15,0 0 1 16,0 0 1-16,0 0-1 16,5 0 1-16,5 0-8 0,-3 0 0 15,6 1 0-15,0 5 0 16,-1 2 0-16,-3 2 0 15,4 2 0-15,-5 2 0 16,-4 2 0-16,-1 1 0 0,-3-2 0 16,0-2 0-16,-3 1 0 15,-4-4 0-15,0 0 0 16,7-10 0-16,-16 10 0 16,16-10 0-16,-9 2 0 15,9-2 0-15,0 0 0 0,-7-9 0 16,7 1 0-16,4-7 0 15,4 1 0-15,-1-4 0 16,6-2 0-16,-1 3 0 0,1-3 0 16,-3 5 0-16,-1 0 0 15,1 5 0-15,-10 10 0 16,10-9 0-16,-10 9 0 16,0 0 0-16,3 6 0 0,-1 4 0 15,-2 5 0-15,0 3 0 16,0 2 0-16,3-1 0 15,-3 4 0-15,2-4 0 16,5 1 0-16,-1-5 0 16,4-2 0-16,2-8 0 0,3 5-16 15,-5 2-66-15,8-12-6 16</inkml:trace>
  <inkml:trace contextRef="#ctx0" brushRef="#br2" timeOffset="98970.29">24826 15958 345 0,'0'0'9'0,"0"0"6"0,0 0 1 16,0 0 1-16,0 0 2 16,0 0-1-16,0 0 1 15,0 3 0-15,-3 9-8 0,-2 2-4 16,-2 11-2-16,-3 8-1 16,0 2-2-16,0 9 0 15,0 5 1-15,3 7-3 16,-3-8 0-16,3 5 0 0,1-4 0 15,1-2 0-15,3-5 0 16,2-6 0-16,2-4 0 16,3-6 0-16,3-5-2 15,4-2-6-15,-2-9-3 0,8-3-18 16,7-3-55-16,-13-4-1 16</inkml:trace>
  <inkml:trace contextRef="#ctx0" brushRef="#br2" timeOffset="99437">25005 16208 407 0,'0'0'4'0,"0"0"2"16,0 0 4-16,0-12 1 15,0 12 1-15,0 0 0 0,-5-12 1 16,5 12-1-16,-13-5-3 16,6 5-2-16,-5 0-4 15,-1 5-2-15,-2 2 0 16,3 0-2-16,-3 6 1 0,5-1 0 16,2 2-1-16,6-3 0 15,2-1 1-15,0 0 0 16,8-3-1-16,4-2 1 15,3-2 0-15,-1-3 1 16,5 0-1-16,-5-3 1 0,4-4 0 16,-4-1 0-16,-1 1-1 15,-3 0 1-15,-3 2 1 16,-7 5-2-16,0 0 0 0,0 0 0 16,5 5 0-16,-5 9 0 15,0 4 0-15,0 4 0 16,0 0 0-16,0 3 0 15,0-3-2-15,0 1-2 16,0-6-4-16,2 0-8 0,-2-6-20 16,0-5-48-16,0-6-3 15</inkml:trace>
  <inkml:trace contextRef="#ctx0" brushRef="#br2" timeOffset="99787.15">25149 16273 415 0,'0'0'4'0,"0"0"2"15,0 0 1-15,0 0 1 0,0 7 1 16,0-7 1-16,-5 20 0 16,-3-5 1-16,3 0-4 15,-2 3-3-15,2 3 0 0,1-3-2 16,1 1 0-16,3-1-1 15,7-6 0-15,3-2-1 16,0-2 1-16,7-6 0 16,-2-2 0-16,3 0 1 0,-4-8-1 15,4-2 1-15,-6-2 0 16,1-2-2-16,-6-1 0 16,-2-5 0-16,-5-2 0 15,-2 1 0-15,-8 2 0 0,-3 2 0 16,-1 2-4-16,-4 5-3 15,-2 2-5-15,3 8-11 16,-3 10-54-16,5-10-9 16</inkml:trace>
  <inkml:trace contextRef="#ctx0" brushRef="#br2" timeOffset="100137.01">25219 15918 456 0,'0'0'2'15,"0"0"1"-15,0 0 2 0,0 0 1 16,0 0 2-16,0 11 0 16,0 1 1-16,7 5 1 15,6 5-6-15,1 8-4 16,4 5 0-16,-1 1 0 15,3 10 0-15,-3-2 0 0,3 6 0 16,-4-6 0-16,-2 3 0 16,-4 0 0-16,-5-2 0 15,-5-1 0-15,-3-1 0 16,-7-1 0-16,-10-2 0 0,-6-4 0 16,-12 2 0-16,-2-9 0 15,1-8-54-15,-7 5-34 16,2-6-3-16</inkml:trace>
  <inkml:trace contextRef="#ctx0" brushRef="#br2" timeOffset="102037.2">13394 17087 438 0,'0'0'2'0,"0"0"-1"0,0 0 1 16,0 0 0-16,0 0 2 16,-6 13 0-16,6-1 0 15,0 6 2-15,3 4-1 16,2-7-2-16,-2 2 1 0,4 3-1 15,1 2-1-15,6 3 0 16,-1 3 0-16,7-1-1 16,2-3-1-16,8 4 2 15,2-1-1-15,8-2 1 0,8-1-1 16,3-2-1-16,9 3 1 16,10-2-1-16,4-6 1 15,11 0-1-15,9-4 0 16,5-3 1-16,11-5-1 0,6-5-1 15,6 0 2-15,10-8-2 16,5-2 1-16,5-4-1 16,3-2 1-16,7-1-1 15,-49 5 2-15,212-33 1 16,-9-1 0-16,-18 2 0 0,-20-2 0 16,-22 6 1-16,-30 14 0 15,-25 3 0-15,-52 16-1 16,-2 4-2-16,-10 3 0 0,-10 0 0 15,-7 8 0-15,-11 1 0 16,-57-4 0-16,8 3 0 16,-8 2 0-16,1-3-2 15,-6 4 1-15,0-2 0 16,-8 1-1-16,4 0 1 16,-8 0 0-16,0 0 2 15,-6-3-1-15,-1 3-1 0,-6-3 1 16,3 3 1-16,-3-2-1 15,-2-1 0-15,-10-7 0 0,13 10 0 16,-13-10 0-16,0 0 0 16,0 0 0-16,0 0-1 15,10 0 0-15,-10 0 0 16,9-13 1-16,4 5 0 16,10-13 1-16,7-1-1 0,9-3 1 15,8 0 0-15,8 3 0 16,4 0-1-16,8 4 0 15,-2 6-2-15,5 2 1 16,4 2-1-16,0 1 1 0,11 1-1 16,5 2 1-16,4 0 0 15,5 1 0-15,4 0 0 16,1-2 1-16,3 5 0 0,4-2-1 16,-1 2 1-16,-1 0 0 15,1 0-1-15,-4 2 1 16,-1 3 0-16,-3 1 0 15,-6 1 0-15,1 3 0 16,-3-2 0-16,1 0 0 0,0 3 1 16,-4-4-2-16,7 3 0 15,1-5 0-15,3 3-1 16,3-4-1-16,1-1 0 16,4-1 0-16,3-2 0 15,4 0 1-15,3 0 0 0,-1 0 0 16,0 0 1-16,3 0 1 15,-2 0-1-15,0-2 1 16,0 2 0-16,-3-3 0 0,5-4 0 16,-3 2-1-16,0-3 1 15,-2 1 0-15,3 0 0 16,-2-4-1-16,2 3 1 16,-3-3 0-16,-8-2 0 15,0 4 0-15,-4-4 0 0,-3 1 0 16,-3-1 0-16,-5 1 1 15,-4-3-1-15,-6 2 1 16,-2-1 0-16,-5-1 1 0,-5 0-1 16,-2 1 1-16,-8-2 1 15,-8 2-1-15,-6 1 1 16,-6-4 0-16,-10 4 0 16,-7 1 0-16,-5 2-1 15,-8-1 0-15,-7 0-1 16,-2 4-3-16,-3 7-3 0,-5-12-11 15,2-8-61-15,3 20-8 16</inkml:trace>
  <inkml:trace contextRef="#ctx0" brushRef="#br2" timeOffset="102788.04">19193 17681 448 0,'0'0'4'16,"0"0"2"-16,0 0 1 0,0 0 1 16,-10 4 2-16,10-4 1 15,-2 13 0-15,-1-5-5 16,3-8-6-16,0 0 0 16,-7 25 0-16,1 3 0 15,1-8 0-15,1 5 0 16,0 2 0-16,-2 0 0 0,1 2-9 15,-1 1-61-15,-1 3-16 16</inkml:trace>
  <inkml:trace contextRef="#ctx0" brushRef="#br2" timeOffset="103204.7">18825 17779 381 0,'0'0'6'0,"0"0"3"16,0 0 2-16,0 0 2 15,0 0 1-15,0 0 3 0,0 0 0 16,0-10 1-16,0 10-4 15,8-2-3-15,2-3-11 16,-1-1 0-16,7-1 0 16,-2 2 0-16,6-2 0 0,1-1 0 15,0 2 0-15,7-3 0 16,-1 1 0-16,1 1 0 16,-1 0 0-16,1 0 0 15,-1-1 0-15,-1 1 0 16,-3-1 0-16,0 4 0 0,-3-4 0 15,-3 3 0-15,-2 2 0 16,-3 1 0-16,-5-1 0 16,-7 3 0-16,13-2 0 15,-13 2 0-15,0 0-19 0,0 0-68 16,0 0-1-16</inkml:trace>
  <inkml:trace contextRef="#ctx0" brushRef="#br2" timeOffset="103571.43">19397 17952 473 0,'0'0'2'0,"0"0"1"0,0 0 1 0,0 0 2 16,0 0 0-16,0 0 0 15,0 0 1-15,0 0-3 16,0 0-4-16,0 0 0 0,0 4 0 15,0 0 0-15,2 3 0 16,-2-4 0-16,12 29-16 16,-12-22-29-16,0 2-39 15,6 20-1-15</inkml:trace>
  <inkml:trace contextRef="#ctx0" brushRef="#br2" timeOffset="104187.32">19590 17556 479 0,'0'0'4'0,"0"0"2"16,0 0 1-16,0 0 2 15,-7-5-3-15,7 5-6 16,0 0 0-16,-2-9 0 0,2 9 0 16,0-11 0-16,0 11 0 15,7-7 0-15,-7 7 0 16,13-7 0-16,-13 7 0 15,19-3 0-15,-9 3 0 0,-2 0 0 16,-1 3 0-16,-7-3 0 16,16 14 0-16,-11-2 0 15,-3 1 0-15,-2-1 0 16,0 6 0-16,-7-3 0 16,1 2 0-16,-4 0 0 0,3-2 0 15,-1 2 0-15,1-3 0 16,-3 0 0-16,5-4 0 15,3 2 0-15,2-2 0 16,0-10 0-16,7 10 0 0,5-8 0 16,1-2 0-16,4 0 0 15,3 0 0-15,0-5 0 16,2 2 0-16,-2 1 0 0,-2 0 0 16,1-1 0-16,-1-2 0 15,-3 3 0-15,-2-3 0 16,-1 5 0-16,-12 0 0 15,12 0 0-15,-12 0 0 16,0 0 0-16,0 11 0 16,0-3-44-16,0-8-48 15</inkml:trace>
  <inkml:trace contextRef="#ctx0" brushRef="#br2" timeOffset="106620.3">17257 9725 287 0,'0'0'5'0,"-10"-10"0"0,1 1 2 16,-7-1 1-16,-3 0 2 15,-11 5 0-15,-10 0 1 0,-9 5 1 16,-9 14-2-16,-8 14-1 15,-7 11-2-15,-6 11 1 16,-11 17-1-16,3 10 0 16,5 15 0-16,8 9 0 0,7 11 0 15,12 4-1-15,15 3 0 16,20-5-1-16,15 0 0 16,17-8 0-16,18-5-1 15,13-15-1-15,9-9 0 0,10-15 0 16,8-6 0-16,7-14-1 15,5-13-1-15,5-11-2 16,0-11 0-16,2-7-1 0,-5-16 1 16,-1-15-1-16,-1-8 1 15,-8-13 0-15,-5-13 1 16,-9-11 1-16,-7-11 2 16,-9-15 0-16,-7-7 1 15,-7-12 0-15,-5-3 1 0,-14-7 1 16,-9 2 0-16,-4 1 0 15,-17 6-1-15,-12 10-2 16,-11 15 1-16,-13 16-4 16,-10 19 0-16,-10 19 0 0,-6 24 0 15,-11 16 0-15,-5 18 0 16,2 20-3-16,6 17-6 16,7 13-6-16,15 4-31 15,14 5-38-15,24 3-1 0</inkml:trace>
  <inkml:trace contextRef="#ctx0" brushRef="#br2" timeOffset="107604.55">22338 9376 260 0,'-9'-5'6'0,"-6"-3"1"16,-12-1 5-16,-14-1 1 15,-5 0 0-15,-16 2 2 0,-16 6 0 16,-13 0 2-16,-2 12-3 15,-8 14-3-15,-6 16-2 16,-3 14 0-16,2 18 0 16,0 15 0-16,9 11 0 0,12 13-2 15,20 4 1-15,22 7 0 16,26-3-1-16,23 0-2 16,33-11-1-16,30-3-1 15,25-11 0-15,18-10 0 0,17-12-1 16,15-18 0-16,9-14-1 15,11-15 1-15,4-16 0 16,-5-11 0-16,4-20 0 16,-7-13 1-16,-6-12 0 15,-13-10 0-15,-18-15-1 0,-8-5 1 16,-24-14 0-16,-15-14 0 16,-19-3-1-16,-15-13-2 15,-20-6 0-15,-20 1 0 0,-18 0 0 16,-21 9 0-16,-23 10 0 15,-26 13 0-15,-20 20 0 16,-27 17 0-16,-17 20 0 16,-12 17 0-16,-10 23 0 0,-1 19 0 15,16 20-18-15,29 17-66 16,5 10-2-16</inkml:trace>
  <inkml:trace contextRef="#ctx0" brushRef="#br2" timeOffset="112107.02">21218 17754 396 0,'0'0'6'0,"0"0"2"0,0 0 2 0,0 0 1 15,0 0 2-15,0 0 1 16,0 0 1-16,0 0 1 15,0 0-5-15,0 0-3 0,0 0-5 16,0 0-3-16,0 0 0 16,0 0 0-16,0 0 0 15,7-7 0-15,-7 7 0 16,8 0 0-16,-8 0 0 0,10-3 0 16,-10 3 0-16,10-2 0 15,-10 2 0-15,0 0 0 16,7-5 0-16,-7 5 0 15,0 0 0-15,0 0 0 0,0 0 0 16,0 0 0-16,0 0 0 16,-3-6 0-16,3 6 0 15,-12 0 0-15,12 0 0 0,0 0-47 16,0 0-40-16,0 0-2 16</inkml:trace>
  <inkml:trace contextRef="#ctx0" brushRef="#br2" timeOffset="112536.29">21800 17591 450 0,'0'0'6'0,"0"0"3"0,0 0 1 0,0 0 2 16,0 0 0-16,0 0 0 16,0 0-12-16,0 0 0 0,-5 4 0 15,5 6 0-15,-3 3 0 16,1 2 0-16,2 2 0 16,0-17 0-16,0 0 0 15,-2 27 0-15,-4-2 0 0,3-3 0 16,1 1 0-16,0-1 0 15,-1 2-76-15,1-6-13 16</inkml:trace>
  <inkml:trace contextRef="#ctx0" brushRef="#br2" timeOffset="112969.91">21554 17568 336 0,'0'0'7'0,"0"0"3"16,0 0 2-16,0 0 2 15,0 0 2-15,0 0 1 16,0 0 1-16,0 0 2 0,-3-5-5 15,3 5-2-15,0 0-1 16,0 0 0-16,5-9-3 0,-5 9-9 16,13-12 0-16,-1 4 0 15,0-2 0-15,3 4 0 16,5-3 0-16,2-1 0 16,1 0 0-16,4 0 0 15,-2 0 0-15,2 0 0 0,-2 3 0 16,0-1 0-16,0 1 0 15,0 0 0-15,-3 1 0 16,0 5 0-16,-4 1 0 16,-3 0 0-16,-2 0 0 0,-13 0 0 15,12 4 0-15,-12-4-26 16,0 17-62-16,-3-9-3 16</inkml:trace>
  <inkml:trace contextRef="#ctx0" brushRef="#br2" timeOffset="113386.33">21827 17625 475 0,'0'0'5'16,"0"0"2"-16,0 0 1 16,0 0 2-16,0 0-4 15,7 0-6-15,-7 0 0 16,12 0 0-16,-4 0 0 0,2 4 0 15,0-3 0-15,0 4 0 16,2 0 0-16,1 3 0 16,-3-1 0-16,4 3 0 15,-1 0 0-15,-5 2 0 0,1 0 0 16,2-2 0-16,-4 5 0 16,-2-2 0-16,0-3 0 15,-3-1 0-15,0 2 0 0,-2-11 0 16,0 9 0-16,0-9 0 15,0 0 0-15,0 0 0 16,5-7 0-16,1 0 0 16,-1-3 0-16,2-3 0 15,0 3 0-15,2-5 0 0,0 3 0 16,-2-1 0-16,3 4 0 16,3 2 0-16,-3-1 0 15,-1 3-45-15,-1 0-42 16,2 2-2-16</inkml:trace>
  <inkml:trace contextRef="#ctx0" brushRef="#br2" timeOffset="114286.83">22284 17608 499 0,'0'0'4'0,"0"0"1"0,0 0-2 15,0 0-3-15,0 0 0 16,0 0 0-16,0 0 0 15,-8-3 0-15,8 3 0 16,0 0 0-16,-12 13 0 0,12-13 0 16,-9 15 0-16,4-6 0 15,-1 1 0-15,3 0 0 16,-4 1 0-16,5 3 0 0,-1-3 0 16,1-3 0-16,2 3 0 15,0-11 0-15,0 12 0 16,0-12 0-16,0 0 0 15,12 2 0-15,-12-2 0 0,11-4 0 16,-11 4 0-16,17-18 0 16,-10 11 0-16,-7 7 0 15,14-13 0-15,-14 13 0 16,16-12 0-16,-16 12 0 16,13-4 0-16,-13 4 0 15,12 0 0-15,-12 0 0 0,7 8 0 16,-7-8 0-16,10 17 0 15,-10-17 0-15,10 11 0 16,-10-11 0-16,16 10 0 0,-16-10 0 16,14 5 0-16,-4-5 0 15,3 0 0-15,-4-5 0 16,1 3 0-16,0-6 0 16,-1 4 0-16,2-2 0 0,2 2 0 15,-6-4 0-15,2 8 0 16,-9 0 0-16,14-6 0 15,-14 6 0-15,12 4 0 16,-12-4 0-16,9 10 0 0,-9-10 0 16,11 14 0-16,-11-14 0 15,14 15 0-15,-3-10 0 16,-2 0 0-16,3-2 0 16,1-1 0-16,1-2 0 0,0 0 0 15,-2-5 0-15,0 0 0 16,1-5 0-16,-3 3 0 15,-6-3 0-15,5 0 0 16,-7-2 0-16,-2 5 0 0,0-4 0 16,0 11 0-16,-11-12 0 15,11 12 0-15,-16-5 0 16,7 2 0-16,-3 3 0 16,12 0 0-16,-12 13 0 15,8-6 0-15,4 4 0 0,0-3 0 16,0 6 0-16,2-4 0 15,5 2 0-15,-2 2 0 16,5-1 0-16,0-1 0 16,0-1 0-16,-5 1 0 0,2-2 0 15,-1 0 0-15,-6-10 0 16,2 14 0-16,-2-14 0 16,-8 10 0-16,8-10 0 0,-19 10 0 15,8-10 0-15,-3 3 0 16,2-1 0-16,-4-2 0 15,4-2-51-15,12 2-36 16,-18-7-1-16</inkml:trace>
  <inkml:trace contextRef="#ctx0" brushRef="#br2" timeOffset="115203.34">22888 17601 425 0,'0'0'6'16,"0"0"3"-16,0 0 3 15,0 0 2-15,0 0 1 16,0 0 0-16,0 0 0 0,-8 0-15 15,8 0 0-15,0 0 0 16,0 0 0-16,0 0 0 16,0 0 0-16,0 0 0 15,0 0 0-15,0 0 0 16,10 0 0-16,1 0 0 0,-2 0 0 16,3 0 0-16,1 0 0 15,2-3 0-15,-2 3 0 16,-1-3 0-16,1 1 0 0,1 2 0 15,-2 0 0-15,1 0 0 16,-3 2 0-16,-10-2 0 16,13 10 0-16,-13-10 0 15,0 15 0-15,-6-5 0 16,-4 5 0-16,1-2 0 0,-4-1 0 16,-4-1 0-16,1 6 0 15,0-6 0-15,3 4 0 16,-4 3 0-16,1-4 0 15,0-1 0-15,3-1 0 0,1 0 0 16,7-1 0-16,5-11 0 16,-5 14 0-16,5-14 0 15,5 11 0-15,7-9 0 16,1 0 0-16,4 3 0 0,5-2 0 16,1-1 0-16,-2-2 0 15,9 0 0-15,-5 0 0 16,3 0 0-16,-28 0 0 15,55 0 0-15,-34 0 0 16,2 0 0-16,-3 0 0 0,-1 0 0 16,-3 0 0-16,-2 0 0 15,-3 0 0-15,-1 0 0 16,-10 0 0-16,9 0 0 16,-9 0 0-16,0 0 0 0,0 0 0 15,0 0 0-15,0 0 0 16,0 0 0-16,0 0 0 15,0 0 0-15,0 0 0 16,0 0 0-16,0 0 0 0,0 0 0 16,0 0 0-16,-7-2 0 15,7 2-72-15,-2-10-22 16</inkml:trace>
  <inkml:trace contextRef="#ctx0" brushRef="#br2" timeOffset="115970.38">23584 17343 395 0,'0'0'7'0,"0"0"2"0,0 0 3 16,0 0 3-16,0 0 0 0,0 0 2 16,0-10 1-16,0 10 0 15,0 0-13-15,0 0-5 16,0 0 0-16,0 0 0 15,0 0 0-15,0 0 0 0,-8 0 0 16,4 10 0-16,-7 8 0 16,4-2 0-16,-5 5 0 15,-1 5 0-15,1 4 0 0,-1 5 0 16,13-35 0-16,-10 35 0 16,-10 45 0-1,13-39 0-15,-1 3 0 0,4 4 0 16,4-4 0-16,0 1 0 15,4-3 0-15,-4-42 0 16,10 37 0-16,1 0 0 0,3-9 0 16,1 4 0-16,2-12 0 15,1 5 0-15,-18-25-18 16,28 17-69-16,1 5-4 16</inkml:trace>
  <inkml:trace contextRef="#ctx0" brushRef="#br2" timeOffset="116537.07">23827 17689 468 0,'0'0'2'0,"0"0"3"0,0 0 1 16,-2-4 0-16,2 4 1 15,0 0 0-15,0 0 1 16,-8-10-6-16,8 10-2 16,-12-2 0-16,12 2 0 0,-15 0 0 15,15 0 0-15,-15 2 0 16,15-2 0-16,-17 6 0 15,17-6 0-15,-15 17 0 16,10-10 0-16,2 5 0 16,1-2 0-16,2-10 0 0,0 15 0 15,0-15 0-15,10 10 0 16,2-8 0-16,1 0 0 16,-1-2 0-16,3-4 0 15,2-6 0-15,-2-1 0 0,-3-6 0 16,6 1 0-16,-3-5 0 15,-7-6 0-15,4-3 0 16,-5 3 0-16,0 2 0 0,-4-1 0 16,2 1 0-16,-2 2 0 15,-3 3 0-15,0 5 0 16,0 8 0-16,0 7 0 16,0 0 0-16,0 0 0 15,-11 10 0-15,11 9 0 0,-2 4 0 16,2 4 0-16,0 0 0 15,0 3 0-15,0-30 0 16,0 32-76-16,13 33-14 16</inkml:trace>
  <inkml:trace contextRef="#ctx0" brushRef="#br2" timeOffset="117037.19">24078 17670 499 0,'0'0'4'0,"0"0"4"0,0 0-8 0,0 0 0 16,0 0 0-16,0 0 0 15,0 0 0-15,0 0 0 16,5-8 0-16,-5 8 0 0,10-2 0 16,-10 2 0-16,17-5 0 15,-9 2 0-15,-1 1 0 16,3 2 0-16,-10 0 0 0,15 0 0 15,-15 0 0 1,15 0 0-16,-15 0 0 0,12 8 0 16,-12-8 0-16,3 9 0 15,-3-9 0-15,0 14 0 16,0-6 0-16,-3 2 0 0,-4-3 0 16,2 4 0-16,0-1 0 15,0-3 0-15,5 3 0 16,-3 0 0-16,3 0 0 15,0-2 0-15,3 1 0 0,5 2 0 16,-8-11 0-16,0 0 0 16,0 0 0-16,9 7 0 15,-1 0 0-15,5 0 0 16,-1 3 0-16,-12-10 0 16,0 0 0-16,7 10 0 15,-2 0 0-15,5 3 0 16,-2-3 0-16,-13-6 0 0,-5-1 0 15,-1 0-30-15,-48 4-54 16,37-7-4-16</inkml:trace>
  <inkml:trace contextRef="#ctx0" brushRef="#br2" timeOffset="117287.14">24352 17279 503 0,'0'0'3'0,"0"0"0"0,0 0-1 16,0 0-2-16,9 0 0 16,-9 0 0-16,16 19 0 0,-9-1 0 15,5-1 0-15,1 8 0 16,-1 7 0-16,3 1 0 16,-15-33 0-16,12 36 0 15,11 47 0-15,-11-37 0 0,-5 1 0 16,-1-1 0-16,-4 4 0 15,-7 8-11 1,-3-14-79-16,-6-1-1 0</inkml:trace>
  <inkml:trace contextRef="#ctx0" brushRef="#br2" timeOffset="118287.13">17332 9081 414 0,'0'0'6'0,"0"0"2"15,-7-7 2-15,-4 4 0 0,2 1 0 16,-6 2 1-16,0 0 1 16,-3 0-1-16,1 2-4 15,-3 8-3-15,6 3-2 16,0 4-1-16,5 0 0 0,4 1 0 15,3-1-1-15,4-2-1 16,5-2 1-16,9-4 0 16,1-6 1-16,3-3 2 15,5-8-3-15,2-5 0 0,2-8 0 16,-1-2 0-16,-1-7 0 16,-7-7 0-16,0-5 0 15,-5-5 0-15,-8-3 0 16,-7-4 0-16,0-3 0 0,-12-2 0 15,-8 2 0-15,3 5 0 16,-6 6 0-16,3 13 0 16,3 10 0-16,-1 13 0 15,6 13 0-15,5 14 0 0,7 21 0 16,0 6 0-16,7 13 0 16,5 5 0-16,4 2 0 15,1 3 0-15,3-3 0 0,3-4 0 16,-2-8 0-16,2-8 0 15,1-8 0-15,-4 6-62 16,3-23-26-16,-3-4-1 16</inkml:trace>
  <inkml:trace contextRef="#ctx0" brushRef="#br2" timeOffset="118804.89">17725 8980 485 0,'0'0'5'0,"0"0"1"15,-6-8 1-15,6 8 1 16,-5-12-8-16,5 12 0 0,0-15 0 16,0 2 0-16,5 5 0 15,8-6 0-15,4 7 0 16,-2-3 0-16,6 5 0 0,-2 3 0 15,0 2 0 1,-3 0 0-16,-6 5 0 0,0 4 0 16,-8 4 0-16,-2 2 0 15,-5 2 0-15,-2-2 0 0,-6 0 0 16,0 4 0-16,1-6 0 16,2 2 0-16,3-3 0 15,5 1 0-15,2-13 0 16,0 15 0-16,0-15 0 0,14 9 0 15,-3-6 0-15,3 2 0 16,4-3 0-16,-3 1 0 16,-2 0 0-16,-1 1 0 15,0-1 0-15,-12-3 0 16,8 12 0-16,-8-12 0 0,0 12 0 16,-8-4 0-16,-4 2 0 15,-6-3 0-15,-1 1 0 16,-4 2 0-16,-2 0 0 15,0-3 0-15,3 6 0 0,-3-11 0 16,12 5-25-16,-1 0-61 16,4-4-3-16</inkml:trace>
  <inkml:trace contextRef="#ctx0" brushRef="#br2" timeOffset="120303.5">24747 17655 511 0,'0'0'0'16,"0"0"0"-16,0 0 0 16,0 0 0-16,0 0 0 0,0 0 0 15,0 0 0-15,0 0 0 16,0 0 0-16,0 0 0 15,0 0 0-15,0 0 0 16,0 0 0-16,0 0 0 0,0 0-66 16,0 0-23-16</inkml:trace>
  <inkml:trace contextRef="#ctx0" brushRef="#br2" timeOffset="121255.33">24975 17330 417 0,'0'0'6'0,"0"0"3"15,0 0 1-15,0 0 2 0,0 0 2 16,0 0-1-16,0 0 1 16,0 0 0-16,0 0-12 15,-5 3-2-15,0 4 0 16,1 7 0-16,-2 2 0 0,1 1 0 15,0 2 0-15,0 5 0 16,3 5 0-16,-5 1 0 16,7 2 0-16,-6 3 0 15,6-35 0-15,0 35 0 16,0 3 0-16,0-5 0 0,3 4 0 16,2-5 0-16,4 4 0 15,1-11 0-15,3 1 0 16,2-6 0-16,-2 0 0 15,18 2 0-15,-16-16 0 16,3-2 0-16,-1-4 0 16,-1-7 0-16,-2-6 0 0,1-1 0 15,0-9 0-15,-2 1 0 16,-4-8 0-16,1 3 0 16,-5-8 0-16,1 3 0 15,-4-5 0-15,0-1 0 0,-2 2 0 16,0-2 0-16,-10-16 0 15,-2-13 0-15,-6 8 0 16,-1 17 0-16,-6 9 0 16,2 13 0-16,13 18 0 15,-2-3 0-15,-1 5 0 16,4 0 0-16,-1 7 0 16,0 3 0-16,-2 3 0 0,4 5 0 15,3 4 0-15,0 0-35 16,2-3-53-16,3 4-4 15</inkml:trace>
  <inkml:trace contextRef="#ctx0" brushRef="#br2" timeOffset="123720.29">21462 17927 323 0,'0'0'10'0,"0"0"4"0,0 0 4 0,0 0 2 16,0 0 0-16,0 0 2 15,0 0 1-15,0 0 0 16,0 0-9-16,0 0-4 15,0 0-2-15,0 0-4 16,0 0-2-16,0 0-2 0,0 0 0 16,0 0 0-16,0 0 0 15,0 0 0-15,0 6 0 16,2-2 0-16,13 48 0 16,-7-24 0-16,1-8 0 15,-2-1 0-15,7 4 0 16,-2-4 0-16,3 1 0 15,2-2 0-15,3 0 0 0,0-4 0 16,4-3 0-16,-1 0 0 16,2-6 0-16,2 5 0 15,-2-10 0-15,-1 5 0 16,2-5 0-16,-1-2 0 16,-3-4 0-16,2-1 0 15,-4-1 0-15,1 0 0 16,-21 8 0-16,27-17 0 15,1 6 0-15,-28 11 0 0,21-15 0 16,2 2 0-16,-23 13 0 16,23-10 0-16,-4-2 0 15,-19 12 0-15,25-3 0 16,0-2 0-16,-25 5 0 0,25 0 0 16,1 5 0-1,-26-5 0-15,29 10 0 0,1 0 0 16,-30-10 0-16,26 15 0 15,1 3 0-15,-27-18 0 16,18 14 0-16,7 4 0 16,-25-18 0-16,0 0 0 15,8 9 0-15,-1 4 0 16,0-3 0-16,4 2 0 0,-11-12 0 16,0 0 0-16,2 10 0 15,-2 1 0-15,2-3 0 16,3 5 0-16,-5-13 0 15,0 0 0-15,0 0 0 16,0 0 0-16,0 0 0 16,0 0 0-16,0 0 0 0,0 0 0 15,0 0 0-15,0 0 0 16,0 0 0-16,0-2 0 16,0-3 0-16,0-1 0 15,0 2 0-15,0 0 0 16,0-2 0-16,3-16 0 15,4 12 0-15,1-2 0 16,-1 1 0-16,3 3 0 16,3-1 0-16,-3 1 0 0,22-18 0 15,-12 13 0-15,-20 13 0 16,26-7 0-16,2-1 0 16,-5 6 0-16,-6-3 0 15,5 5 0-15,1 0 0 16,-1 0 0-16,1 3 0 15,1 1 0-15,-1 4 0 16,2 2 0-16,0 0 0 0,-4-1 0 16,4 4 0-16,-2-3 0 15,4 2 0-15,-6 0 0 16,5-2 0-16,-1 3 0 16,3-1 0-16,-3-2 0 15,2 1 0-15,1-3 0 16,1 3 0-16,1-1 0 0,-2-3 0 15,2 1 0-15,2-3 0 16,0 0 0-16,-2-1 0 16,5-2 0-16,-1 7 0 15,6-9 0-15,37 2 0 16,-35-2 0-16,-3 0 0 16,2 0 0-16,3 0 0 15,-2 0 0-15,1-2 0 0,1-1 0 16,-1-3 0-16,4 4 0 15,-5-2 0-15,3 1 0 16,-1-4 0-16,1-4 0 16,0 3 0-16,-5-3 0 15,0 1 0-15,-1-3 0 16,-39 13 0-16,35-14 0 16,5-1 0-16,-10-3 0 0,2 5 0 15,-2-5 0-15,0 0 0 16,-8 1 0-16,3-1 0 15,-25 18 0-15,25-22 0 16,-3 0 0-16,-22 22 0 16,0 0 0-16,7-13 0 0,1 4 0 15,-3-4-70-15,8 3-20 16,-13 10-3-16</inkml:trace>
  <inkml:trace contextRef="#ctx0" brushRef="#br2" timeOffset="124787.17">21352 18485 402 0,'0'0'7'0,"0"0"3"0,0 0 2 15,0 0 2-15,0 0 0 16,0 0 1-16,0 0 2 16,0 0-1-16,0 0-12 15,0 0-4-15,0 0 0 16,0 0 0-16,0 0 0 0,0 0 0 16,0 0 0-16,0 7 0 15,0 1 0-15,3-3 0 16,-3 57-15-16,-8-35-14 15,1-7-51-15,2 2-5 16</inkml:trace>
  <inkml:trace contextRef="#ctx0" brushRef="#br2" timeOffset="125237.05">21109 18379 373 0,'0'0'8'0,"0"0"4"0,0 0 1 16,0 0 1-16,0 0 1 15,0 0 2-15,0 0 2 16,0 0 0-16,0 0-6 15,0 0-5-15,0 0-8 16,0 0 0-16,7 0 0 16,53-8 0-16,-41 3 0 0,9 2 0 15,-3 1 0 1,4-3 0-16,-1 0 0 0,4 3 0 16,-2-4 0-16,0 5 0 15,0-5 0-15,-3 3 0 16,-2-1 0-16,-3-1 0 15,1 0 0-15,-23 5 0 16,0 0 0-16,0 0 0 0,0 0 0 16,0 0 0-16,0 0 0 15,0 0 0-15,0 0 0 16,0 0 0-16,0 0 0 16,0 0-71-16,0 0-17 15</inkml:trace>
  <inkml:trace contextRef="#ctx0" brushRef="#br2" timeOffset="126536.99">21536 18548 453 0,'0'0'4'15,"0"0"3"-15,0 0 1 16,0 0 1-16,0 0 1 0,0 0 0 16,0 0 0-16,0 0-10 15,0 0 0-15,0 0 0 16,0 0 0-16,6-4 0 16,-2-1 0-16,4 3 0 15,-6-4 0-15,30-11 0 0,-19 15 0 16,-1 0 0-1,0-2 0-15,-12 4 0 16,9 6 0-16,-5 5 0 0,4-3 0 16,-6 23 0-16,-4-10 0 15,2-21 0-15,-10 21 0 16,-1-1 0-16,11-20 0 16,-12 22 0-16,3-2 0 15,9-20 0-15,0 0 0 0,0 0 0 16,0 0 0-16,0 0 0 15,4 5 0-15,8-3 0 16,36 1 0-16,-29-3 0 16,9-5 0-16,-3 0 0 15,0 0 0-15,0 0 0 16,-1-3 0-16,3 4 0 16,-9-2 0-16,3 1 0 0,-21 5 0 15,0 0 0-15,0 0 0 16,8 0 0-16,3 0-23 15,-1 0-62-15,0 0-4 16</inkml:trace>
  <inkml:trace contextRef="#ctx0" brushRef="#br2" timeOffset="127253.94">21812 18326 427 0,'0'0'7'0,"0"0"2"16,0 0 3-16,0 0 1 0,0 0 0 16,0 0 1-16,0 0 2 15,0 0-16-15,0 0 0 16,0-4 0-16,0-1 0 15,0-4 0-15,0 7 0 16,0-2 0-16,10-14 0 16,2 11 0-16,-2-1 0 0,3-2 0 15,-4 10 0-15,1 0 0 16,1 0 0-16,-2 0 0 16,-9 0 0-16,0 0 0 15,0 0 0-15,0 0 0 16,3 0 0-16,2 5 0 15,-3 0 0-15,1 3 0 16,0-4 0-16,-1 2 0 0,1-1 0 16,-1 11 0-16,-4-2 0 15,-1-3 0-15,-5-1 0 16,8-10 0-16,0 0 0 16,0 0 0-16,8 8 0 15,2 2 0-15,4-5 0 16,-1 5 0-16,-13-10 0 0,10 7 0 15,-2 1 0-15,6-1 0 16,-2 1 0-16,-12-8 0 16,0 0 0-16,-2 6 0 15,-3 5 0-15,0-1 0 16,-20 11 0-16,0-13 0 16,25-8 0-16,-24 11 0 15,-3-1 0-15,27-10-30 16,-25 9-55-16,0 1-3 15</inkml:trace>
  <inkml:trace contextRef="#ctx0" brushRef="#br2" timeOffset="171153.34">20289 6064 141 0,'0'0'7'0,"0"0"2"16,0 0 6-16,0 0 3 16,0 0 6-16,0 0 3 0,0 0 1 15,5-10 3-15,-5 10-6 16,0 0-3-16,0 0-1 15,0-7-4-15,0 7-4 16,0 0-4-16,-12-11 1 16,12 11-3-16,-16-9 0 0,16 9 0 15,-14-10-1-15,2 7 0 16,4-1-1-16,-2-2 0 16,-3 6-1-16,1 0-1 15,-3 0 0-15,0 0 0 0,0 0 0 16,-5 0-1-16,5 0 0 15,-4 3 0-15,1 0 0 16,1-2 0-16,-1 2-1 0,-2 3 0 16,3-2-1-16,-1 1 0 15,2 0 1-15,-2 3 0 16,1-3-1-16,2 5 1 16,-6-6 0-16,4 7 0 0,1-4 0 15,-2 3 1-15,0-1-1 16,1 2-1-16,-1 1 1 15,1-2 0-15,0 2-1 16,-1-2 1-16,1 4-1 0,2-3 1 16,-2 2-1-16,1-4 0 15,4 4 1-15,-3-1-1 16,0 1 0-16,5-1 1 16,-5-1-1-16,3 3 1 0,2 0-1 15,-2 1 1-15,-4-2-1 16,7-1 0-16,-1 3 1 15,3 0-1-15,-6-1 0 16,6 2 0-16,-3 1 0 16,4-2 0-16,-1 2 0 0,2 1 0 15,0-2 0-15,1 4 0 16,-1-5 0-16,-2 3 0 16,3 1 0-16,-1-2 0 0,3 1 0 15,-3 0 0-15,5 2 0 16,-2-6 0-16,-1 3-1 15,3 1 1-15,0-3 0 16,0-3-1-16,0 4 1 0,0-2 0 16,0-2-1-16,0 0 1 15,3 1 0-15,-1-3-1 16,3 2 1-16,0 0 0 0,1 1 0 16,1-1 0-16,0-2 0 15,0 3 0-15,5-3 1 16,-4-1-1-16,4 2 0 15,1-1 0-15,0 0 0 16,-1-4 0-16,1 5 0 16,1-4 0-16,4 0 0 0,1 1 0 15,-1-1 0-15,5 1 1 16,-2-1-1-16,3 1 0 16,2-1 0-16,2-1 0 0,2 4 1 15,-1-6-1-15,6 4 0 16,2-4 0-16,3 2 0 15,7-3 1-15,-1-2-1 16,6-1 0-16,4 0 0 0,6 0 1 16,-2-1-1-16,5-5 0 15,6-1 0-15,0-1 0 16,8 1 1-16,3 0-1 16,5-1 0-16,-2 3 0 0,12 3 0 15,2-1 0-15,2-2 0 16,1 0 0-16,0 0 0 15,2 2 0-15,4 1 0 16,0 0 0-16,0-6 0 0,0 4 0 16,2-2 0-16,-1 3 0 15,-1 1 1-15,0-3-1 16,-3 1 0-16,-1-1 0 16,-9 0 0-16,-6 1 0 0,-4 2 0 15,-9 0 0-15,-9 0 0 16,-5-1 0-16,-7 1 2 15,-9-1-2-15,-9 1 0 16,-5-1 0-16,-7-2 0 0,-8 2 0 16,-4 1 0-16,-4 2 0 15,-9 0 0-15,0 0 0 16,0 0 0-16,0 0 0 16,0 0 0-16,-4-5 0 0,4 5 0 15,-12 0 0-15,12 0-7 16,-13 0-4-16,13 0-13 15,-17 7-41-15,17-7-20 0,-13 0-1 16</inkml:trace>
  <inkml:trace contextRef="#ctx0" brushRef="#br2" timeOffset="173420.05">22791 6938 229 0,'0'0'9'0,"0"0"4"0,0 0 4 15,0 0 3-15,2-10 1 16,-2 10 2-16,0 0 0 15,16-10 1-15,-16 10-5 0,14-7-7 16,1 7-2-16,5-2-2 16,2-1-1-16,8 3 0 15,10 0-1-15,5-2 0 16,10 0-1-16,7 2-1 16,2-5 1-16,6 2-1 15,-1-3-1-15,4 2 0 0,-4-1 0 16,-4 0-1-16,-3 0 0 15,-7 0 0-15,-4 0 1 16,-3 3-1-16,-9-3 0 0,-4 2 0 16,-13 1 1-16,1-1-1 15,-11 3 1-15,-5 0 0 16,-7 0-1-16,0 0 0 0,0 0-2 16,-4 3 0-16,4-3 0 15,-18 5 0-15,18-5 0 16,-20 7-7-16,13-2-2 15,-3-2-7-15,10-3-13 0,-15 7-55 16,15-7 1-16</inkml:trace>
  <inkml:trace contextRef="#ctx0" brushRef="#br2" timeOffset="174304.68">23258 5878 167 0,'0'0'10'0,"0"0"5"15,-10-7 3-15,10 7 4 16,0 0 1-16,0 0 3 15,0 0 1-15,0 0 3 16,20-8-8-16,0 8-3 0,5 0-2 16,12-2-2-16,6 0-3 15,3-1-1-15,12 0-2 16,-4 1-1-16,4-1-2 16,-4 1-2-16,-4-1 0 0,-5 3-1 15,-13 0-1-15,-5 0-1 16,-10 0 1-16,-17 0-1 15,5 8 0-15,-5-8-2 16,-14 12 0-16,-2-2-6 0,-5-5-10 16,3 3-59-16,0-2-2 15</inkml:trace>
  <inkml:trace contextRef="#ctx0" brushRef="#br2" timeOffset="176703.56">20033 6200 231 0,'0'0'4'0,"0"0"4"0,5-5 3 0,-5 5 4 16,15-4 2-16,-8-2 2 15,8 2 1-15,3 1 0 16,4 0-2-16,10 1-3 16,3 0-2-16,10-2-4 0,5 4-2 15,6-6-2-15,11 4-1 16,1-4-1-16,6 1-1 16,8-2 0-16,3 0-1 15,4-1 0-15,3 3 0 0,5 0 0 16,0 0-1-16,7 0 0 15,-5 0 1-15,6 1-1 16,-1 1 0-16,1-2 0 16,-1 0 0-16,5 0 0 0,1-1 0 15,2 5 0-15,2-2 0 16,0-2 0-16,1 2 0 16,4 1 0-16,-5-3 0 0,0 3 0 15,1-3-1-15,-4-3 2 16,1 3 0-16,0-5 0 15,-5 3 0-15,-2 0 0 16,-6 0 0-16,-5-4 0 16,-4 4 0-16,-9-3-1 0,-8 2 0 15,-9 4 1-15,-9-2-1 16,-10-1 2-16,-11-3-2 16,-4 5 2-16,-10-2-1 15,-10 4 1-15,-10 3-1 0,0 0 0 16,0-8 0-16,0 8-2 15,-12-1-1-15,-1 1-3 16,-2 0-6-16,2 0-3 16,-1 0-3-16,4 0-7 0,0 0-8 15,-2 0-15-15,12 0-10 16,-13 1-3-16</inkml:trace>
  <inkml:trace contextRef="#ctx0" brushRef="#br2" timeOffset="177103.95">23942 5909 37 0,'0'0'9'0,"0"0"7"0,-4-13 3 16,4 13 4-16,0 0 4 16,0-12 5-16,0 12 5 0,0-11 3 15,0 11-6-15,0 0-4 16,0 0-4-16,0 0-2 16,0 0-2-16,4 5-3 15,-4 5-6-15,0 5-4 16,0 5-4-16,0 10 0 15,0 7-1-15,0 7-1 0,-4 6 1 16,2 7-3-16,-5 5 1 16,4 2-1-16,-4 1 2 15,2 1 1-15,0-4 0 0,2-3 0 16,1-1 0-16,-3-6 0 16,5-8-1-16,-2-4 1 15,2-3-1-15,0-7-1 16,-3-6 0-16,1 0-1 0,2-8 0 15,0-3 0-15,-3-3 0 16,3-10 0-16,0 10 1 16,0-10 0-16,0 0-1 0,0 0-1 15,0 0-1-15,0 0-4 16,-9-5-9-16,9-10-29 16,0 15-39-16,-8-15-2 15</inkml:trace>
  <inkml:trace contextRef="#ctx0" brushRef="#br2" timeOffset="177953.42">19912 6611 292 0,'0'0'8'0,"0"0"4"0,-3-9 5 16,3 9 4-16,-6-13 1 16,6 13 2-16,-12-12 0 15,12 12 0-15,-14-10-7 0,3 10-4 16,-1 5-4-16,-1 5-5 16,-1 5-1-16,4 2-1 15,-3 5-1-15,8 3 0 16,1-2 0-16,4-4-1 0,4 3 0 15,12-5 0-15,3-4 0 16,6-3 1-16,2-5 0 16,8-3 0-16,-3-2 1 0,3-7 1 15,0-3 1-15,-3-4 0 16,-6-6-4-16,-7-3 0 16,-2-2 0-16,-9-5 0 15,-8 1 0-15,-6 1 0 0,-8-1 0 16,-6 1 0-16,-8 9 0 15,-4 6 0-15,-3 4 0 16,3 9 0-16,-5 2 0 16,7 8 0-16,3 5 0 15,7 6-5-15,3 10-76 0,10-9-4 16</inkml:trace>
  <inkml:trace contextRef="#ctx0" brushRef="#br2" timeOffset="178987.82">19896 6772 251 0,'0'0'6'0,"0"0"7"0,0 0 3 0,0 0 3 15,0 0 0-15,0 0 0 16,0 0 0-16,-5 0 3 0,5 0-8 15,-12 8-6-15,3 0-3 16,0 4-2-16,0-1-2 16,-7 3 1-16,2 3-1 15,-1 0-1-15,0 1 1 16,-3 2-1-16,-4-1 0 0,2 1 0 16,-1 3 0-16,-3-1 0 15,0 3 0-15,-1-3 0 16,-5 3 1-16,0 0-1 0,1 0-1 15,-1-1 2-15,0 1-1 16,0 0 0-16,0-1 1 16,0 1-1-16,5-1 1 15,4 0-1-15,-4-6 1 0,4 5-1 16,-1-3 1-16,5-2-1 16,-1-2 0-16,4 0 0 15,1-2 0-15,1-2 0 16,2-1 0-16,-3 1 0 0,13-12 0 15,-10 13 0-15,10-13 1 16,-13 7-1-16,13-7 1 16,0 0 1-16,0 0 0 15,0 0 1-15,0 0 0 0,0 0 0 16,0 0-1-16,0 0 2 16,0 0-2-16,0 0 0 15,0 0-1-15,0 0 0 16,0 0 0-16,0 0-1 0,0 0 0 15,0 0-1-15,0 0 0 16,0 0-2-16,0 0 0 16,0 0-2-16,0 0 1 15,0-5-2-15,0 5-2 0,0 0-3 16,0 0-5-16,0 0-21 16,9-5-35-16,-9 5-4 15</inkml:trace>
  <inkml:trace contextRef="#ctx0" brushRef="#br2" timeOffset="180103.51">19886 6717 171 0,'0'0'8'0,"0"0"6"0,0 0 4 16,0 0 3-16,0 0 3 15,0-8 3-15,0 8 2 0,0 0 0 16,0 0-5-16,0 0-3 16,0 0-5-16,0 0-2 15,0 0-3-15,0 0-3 0,0 0-1 16,-4 0-2-16,4 0 0 15,-16 12-1-15,4-2-1 16,-6 1-1-16,2 4 0 16,-5 3 0-16,-1 4 1 15,-6 3-1-15,2 0 0 16,-4 2-1-16,-6 3 1 0,2 2-1 16,-3-2 0-16,0 3 1 15,-3-2-2-15,1 2 1 16,3-2 0-16,-5-1-1 0,8 0 1 15,-2-3-1-15,5 1 0 16,3-4 1-16,-1 1-1 16,6-5 1-16,-3-1-1 0,6 1 1 15,-3-2-1-15,5-3 1 16,-2-1-2-16,3 0 1 16,-2-3 0-16,2-1 0 15,4-2 0-15,3-1 0 0,-2 1 0 16,11-8-1-16,-12 9 1 15,12-9 0-15,0 0 0 16,-11 5-1-16,11-5-1 16,0 0-2-16,0 0 0 0,0 0-3 15,0 0-7-15,8 0-6 16,-8 0-6-16,12-5-11 16,-2 5-26-16,-2-2-16 15</inkml:trace>
  <inkml:trace contextRef="#ctx0" brushRef="#br2" timeOffset="180870.12">18799 7659 331 0,'0'0'7'0,"0"0"4"0,0 0 2 16,7-5 5-16,-7 5 1 16,0 0 0-16,9-7 2 15,-9 7 0-15,0 0-6 16,0 0-4-16,0 0-3 15,0 0-2-15,0 0-2 0,0 0-1 16,-7 2-1-16,7-2 0 16,-9 5-2-16,9-5 0 15,-11 0 0-15,11 0 0 16,0 0 0-16,0 0 0 0,0 0 0 16,0 0-14-16,0-19-50 15,0 19-20-15,11-6-2 16</inkml:trace>
  <inkml:trace contextRef="#ctx0" brushRef="#br2" timeOffset="181569.9">18027 8222 315 0,'0'0'1'0,"0"0"-9"0,0 0-50 15,0 0-6-15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2-23T08:46:10.612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1696 6664 73 0,'0'0'3'0,"0"0"2"0,0 0 2 0,0 0 2 0,0-10 3 15,0 10 0-15,2-11 1 16,-2 11 0-16,11-9-2 0,-11 9-2 16,16-7 1-16,-3 2-2 15,4 5 0-15,3 0-3 16,8 0 2-16,-4-3 0 15,14 1 0-15,6-1-3 0,-2 0 2 16,11 1-2-16,4-3 1 16,3 3-2-16,2-3 0 15,5 2-1-15,2-2 1 16,-4 2-1-16,14-1 0 16,-1 1-1-16,3 3 0 0,4-2 0 15,2 2-1-15,0 0 1 16,8 0-1-16,1 0 1 15,1 0-1-15,-5 0 1 0,2 0-1 16,-2 2 1-16,8 1 2 16,2-3-2-16,-3 2 0 15,-2-2 0-15,2 0 0 16,-2 0 1-16,3 0-1 0,-6 0 0 16,3 0-1-16,-2 0 1 15,1-2 0-15,-1 2 0 16,1 0 0-16,-1-3 2 15,5 3-1-15,4 0 0 0,-7 0 1 16,-3 0-1-16,5 3 1 16,-4-1 0-16,2 0 1 15,5 1-2-15,-8 0 0 16,-2-1 0-16,0-2 0 0,-2 3-1 16,-3-3 0-16,7 2 1 15,-8-2 0-15,4 0 0 16,-3 0 1-16,3 0 0 15,-2 0 1-15,5 0 0 16,-3 0-1-16,2-2 1 0,-1-1 0 16,-1 3-1-16,0-5 1 15,-3 5-1-15,5-3 0 16,-4-1 0-16,-1 1 0 0,-4 3-1 16,-1-2 1-16,-1-1 0 15,-3 1-2-15,1-1 3 16,-4 3-2-16,-3 0 0 15,-1-2 1-15,2 2-1 0,-4 0 0 16,3 0 1-16,-10 0-1 16,0 0-1-16,-4 0 2 15,-4-3-1-15,-1 0 1 16,-9 2 0-16,-1-2-1 0,-8 3 2 16,2-3-1-16,-3 2 0 15,-4 1 0-15,0-3-1 16,-7 3 0-16,1 0 0 15,-6 0 0-15,2 0 1 16,-3 0-2-16,-4 0 1 0,-6 0 0 16,3 0 0-16,-10 0-1 15,9 0 1-15,-9 0-1 16,0 0 2-16,11 0-3 0,-11 0 1 16,0 0 0-16,0 0 1 15,0 0-1-15,9 0 0 16,-9 0 0-16,0 0 1 15,8 0-1-15,-8 0 1 0,0 0-1 16,15 0 1-16,-15 0-1 16,10 0 0-16,-10 0 0 15,13-3 0-15,-4 3 0 16,-9 0 0-16,18 0-1 16,-18 0 1-16,12 0-1 0,-12 0 0 15,12 0 1-15,-12 0-3 16,3 7-15-16,17 0-59 15,-25-7-1-15</inkml:trace>
  <inkml:trace contextRef="#ctx0" brushRef="#br0" timeOffset="1930.08">9987 6745 18 0,'0'0'4'0,"0"0"0"0,0 0 6 0,0 0 2 0,8 0 3 0,4 0 3 16,0 2 2-16,8 1 2 16,10 0-2-16,-2-3-1 15,11 0-3-15,-2 0-2 16,13 0-3-16,3 0-1 16,4 0-2-16,7-3 0 0,1 0-2 15,9-2-1-15,8 4-1 16,6-5-1-16,4 2 1 15,3 1-2-15,1-2 0 16,5-1 0-16,11 2 0 0,-10 0 1 16,3 1-1-16,4-3 1 15,-2 2 0-15,4 1 0 16,9-2 1-16,-1 1 0 16,0 1-1-16,6-2-1 0,6-3 1 15,-2 4 0-15,3-4-2 16,-10 3 2-16,-3-3-1 15,2 4-1-15,4-4 1 16,-13 6-1-16,0-4 0 0,-1 5 0 16,-3-2 0-16,9-2 0 15,-1 2 1-15,-4-1-1 16,-2 1 0-16,0-4 0 16,-4 4 0-16,-1-2 0 0,2 2 0 15,-4-4-1-15,-9 5 1 16,1-1 0-16,-3 1-1 15,-3-1 1-15,6 1 0 16,-8-1 0-16,0 0-1 0,1 2 2 16,-1-2-1-16,1-1-1 15,1 1 1-15,1 0-1 16,-3 3 0-16,0-3 0 16,-1 3 0-16,-1-2 0 0,0 2 0 15,-3 0 0-15,6 0 0 16,-5 0 0-16,-3 0 0 15,-1 0 0-15,3 0 0 16,-2 0 0-16,-1 2 0 0,1 1 0 16,-4 0 1-16,2 0-1 15,1-2 0-15,-4 2 1 16,-1-3-1-16,1 3 1 16,-3-3-1-16,-1 1 0 0,-6-1 1 15,8 3-1-15,-4 0 0 16,3-1 0-16,1-2 1 15,-2 0-1-15,1 3 0 16,-2-3 0-16,2 2 0 0,-7-2 0 16,-1 3 1-16,1-3 0 15,-1 2 1-15,0 3-1 16,1-3 1-16,-5 1 0 16,4 0 0-16,-4-1 1 0,-3 1-1 15,5-1 1-15,-4 3 1 16,-1-2 0-16,-2-1 0 15,-6 3 0-15,-1-2 2 16,-4-1-1-16,-4 2 0 0,-10-4 0 16,0 0 1-16,-11 0-1 15,1 0 0-15,-5 0 1 16,-4 0 1-16,-11 0 0 16,12 0 0-16,-12 0-1 0,0 0 0 15,0 0-1-15,0 0-1 16,0 0 0-16,0 0-2 15,0 0-1-15,0 0 0 16,0 0-1-16,0 0-1 0,-5 0-6 16,-5 0-12-16,-3 4-57 15,13-4-2-15</inkml:trace>
  <inkml:trace contextRef="#ctx0" brushRef="#br0" timeOffset="2663.79">19995 6567 88 0,'0'0'1'0,"0"0"1"0,0 0 4 0,11-3 5 0,-2 0 1 15,12 3 2-15,3-4 2 16,3 4 3-16,14-3-2 15,1 3 2-15,12 0-3 16,4 0-3-16,11 0-1 0,8 0-1 16,10 3-2-16,7 0-1 15,9-2 1-15,5 2-3 16,5 0 2-16,8-1-2 16,8-2 0-16,0 3-1 15,3-1 0-15,3 1 0 0,3-3-2 16,4 2-1-16,-1-2 0 15,1 5 0-15,4-3-1 16,0 1 0-16,2 0 0 16,-1-1-1-16,-10 1 1 0,2-1-1 15,-2 1 0-15,-15-3 0 16,-11 0 0-16,-12 0 0 16,-12 0 1-16,-12-3 0 15,-8 1 1-15,-12 2 0 0,-16-3 1 16,-9 3 0-16,-5-2 0 15,-8-1 0-15,-17 3 0 16,0 0-7-16,-9-3-17 0,-19-1-44 16,-2 4-5-16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17:35.5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5686 5211 369 0,'0'0'6'0,"-4"11"5"16,-2 1 1-16,-1 1 2 15,2 1 1-15,-1 1 2 16,6-15 2-16,26-7 1 0,34-45-4 15,61-45-4-15,124-54-12 16,79-45 0-16,158-49-69 16,102-55-14-16</inkml:trace>
  <inkml:trace contextRef="#ctx0" brushRef="#br0" timeOffset="782.92">14514 5256 468 0,'0'0'1'16,"-10"0"0"-16,10 0 0 0,18-29 1 16,31-12 1-16,54-30 0 15,68-35 0-15,97-36 2 16,128-33-32-16,158-19-50 16,101-19-3-16</inkml:trace>
  <inkml:trace contextRef="#ctx0" brushRef="#br0" timeOffset="2698.85">21832 5413 355 0,'0'0'3'0,"0"0"4"0,-12-8 3 16,9-9 2-16,13-15 2 15,25-18 3-15,34-22 0 16,60-24 1-16,55-24-7 15,89-23-56-15,65-3-29 0,120-23-4 16</inkml:trace>
  <inkml:trace contextRef="#ctx0" brushRef="#br0" timeOffset="4251.14">2787 6691 223 0,'0'0'10'16,"0"-18"4"-16,0 6 5 0,2-6 2 15,-2 4 4-15,0-1 0 16,3-2-1-16,-3 6 3 16,0 11-11-16,2 18-5 0,-2 17-3 15,0 17-4-15,0 17-2 16,-2 10-2-16,2 16 2 15,0 6-1-15,0 3 0 16,2-2 0-16,-2-3 0 0,7-5-1 16,-2-7 0-16,0-11-3 15,1-4-6-15,-6-10-9 16,2-12-46-16,-2-3-13 16</inkml:trace>
  <inkml:trace contextRef="#ctx0" brushRef="#br0" timeOffset="4733.1">2684 6564 287 0,'0'0'3'16,"0"0"0"-16,0 0 2 16,-7 8-1-16,5 6 1 0,-3 4 0 15,-6 5 2-15,-6 6 0 16,5 6-3-16,-8 5 0 16,2-1-1-16,-1 5 0 15,1-9-1-15,1 0 0 16,7-8-1-16,0-7 1 0,8-8 0 15,2-12 1-15,0 0 1 16,5-7 0-16,7-13 1 16,3-10 0-16,8-7 0 0,-2-5 0 15,4-8 0-15,3-1 0 16,-1 4 0-16,1 2-1 16,-7 8 1-16,0 7-1 0,-6 11 1 15,-1 10 0-15,-4 15-1 16,3 11-1-16,-1 10-1 15,6 11 1-15,1 6-2 16,13 5 0-16,9 4-7 16,1-2-17-16,4 2-51 0,25-4-2 15</inkml:trace>
  <inkml:trace contextRef="#ctx0" brushRef="#br0" timeOffset="5216.91">5199 6607 314 0,'0'0'7'0,"0"0"2"0,-2-13 3 0,2 13 0 16,0 0 0-16,0 0 3 0,-10 25-1 15,3 7 0-15,6 15-5 16,-1 18-3-16,2 8-3 16,0 14 0-16,3 10 0 15,4 0-1-15,0-5 1 16,3-1-3-16,0-5 0 0,-2-9-4 15,-1-8-2-15,-2-6-9 16,0-15-22-16,-10-9-39 16,5-8-4-16</inkml:trace>
  <inkml:trace contextRef="#ctx0" brushRef="#br0" timeOffset="5584.1">5224 6622 323 0,'0'0'2'0,"-5"-11"-1"15,5 11 1-15,-5-9 0 0,5 9 0 16,-20-3 1-16,3 3 1 16,-3 10 0-16,-5 12-1 15,0 6 0-15,-7 6 0 16,2 1 0-16,0 2 0 15,3 1-1-15,2-2-1 0,8-8-1 16,2-9 1-16,5-3 2 16,10-16 0-16,0 0 0 15,0 0 0-15,14-25 1 16,4 2 1-16,7-9 0 0,0 0-2 16,8-1 1-16,-1-1 0 15,2 11 0-15,1 7 0 16,0 13 0-16,2 6-1 15,0 16 1-15,8 13-1 0,-1 11-6 16,4 7-14-16,7 4-55 16,17 0-3-16</inkml:trace>
  <inkml:trace contextRef="#ctx0" brushRef="#br0" timeOffset="6066.45">8066 6599 354 0,'0'0'5'0,"0"0"1"0,0 0-1 16,-2 12 0-16,0 8 3 15,-6 13-1-15,3 3 0 16,-3 17 0-16,4 5-4 0,-1 13 1 16,0 3 0-16,2 2-1 15,3 3-3-15,0-6-3 16,0-4-4-16,0-5-6 0,3-12-20 15,2-2-39-15,-5-15-5 16</inkml:trace>
  <inkml:trace contextRef="#ctx0" brushRef="#br0" timeOffset="6416.9">7890 6614 397 0,'0'0'0'16,"0"0"0"-16,0 0-1 0,0 0 1 16,-5 13-1-16,-5 3 0 15,-1 7 0-15,-3 2 0 16,-4 9 1-16,-3 1 0 16,3 2 0-16,1-5-1 0,4-2 2 15,6-7 0-15,2-8 2 16,5-15 0-16,10 1 1 15,8-7 1-15,3-17 0 0,7-4 1 16,8-8-1-16,3-2-1 16,5 1-1-16,4 5 0 15,-4 4-1-15,1 12-2 16,0 10 2-16,-4 10-2 0,5 15 0 16,-2 12 0-16,-1 8-9 15,11 4-27-15,3 6-39 16,3-5-1-16</inkml:trace>
  <inkml:trace contextRef="#ctx0" brushRef="#br0" timeOffset="6801.01">10703 6664 430 0,'0'0'5'0,"0"0"1"15,-2-8-2-15,2 8 1 16,0 10 0-16,0 10 0 0,5 11 0 16,-1 12 0-16,1 19-5 15,0 13 0-15,2 12-1 16,-3 4 0-16,-2 3 0 16,-2 0-1-16,0-7-2 15,-6-1-1-15,-1-9-4 0,-5-15-11 16,1-19-50-16,2 0-8 15</inkml:trace>
  <inkml:trace contextRef="#ctx0" brushRef="#br0" timeOffset="7133.32">10695 6770 423 0,'0'0'2'0,"0"0"0"0,0 0-1 15,0 0 0-15,-7 0-1 16,-3 10 1-16,-3 4 0 16,-1 6-1-16,-7 8-1 0,0 2 0 15,-2 2 0-15,-2 0 1 16,0-2 0-16,6-8 1 16,6-1 0-16,2-10 0 15,11-11 1-15,0 0 0 0,8-14-1 16,10-8 1-16,10-6 0 15,6-5-1-15,6-4 0 16,4 8-1-16,6 1-1 0,0 10 1 16,-4 14 0-16,3 11 0 15,-3 14-2-15,4 16-7 16,-8 9-34-16,6 7-32 16,1 4-3-16</inkml:trace>
  <inkml:trace contextRef="#ctx0" brushRef="#br0" timeOffset="7652.63">13595 6579 466 0,'0'0'0'0,"0"0"0"0,0 0 0 0,0 13 0 16,0 6 0-16,0 13-1 0,0 13 1 15,-3 17-1-15,1 13 1 16,-3 13 0-16,2 12 0 16,1 4 0-16,0 0 0 15,2 0-1-15,0-5-2 0,0-5 0 16,0-9-2-16,0-9-3 16,-5-8-4-16,-2-9-13 15,-2-5-50-15,-5-21-3 0</inkml:trace>
  <inkml:trace contextRef="#ctx0" brushRef="#br0" timeOffset="8000.21">13566 6681 416 0,'0'0'2'0,"0"-13"1"15,-6 4 1-15,6 9 0 16,-15-18-1-16,0 16 0 0,-2 2 0 15,-8 4 0-15,-5 17-1 16,0 3-2-16,-7 9-1 16,5 1 1-16,-3 3-1 15,6-1 1-15,1-7-1 16,10-7 1-16,6-4 1 0,7-9 0 16,5-9 1-16,10-4 0 15,6-14 1-15,3-7 0 16,11-5 0-16,-3-5 0 15,5 1-1-15,-2 2-1 0,2 4 0 16,-2 12-1-16,-2 10 0 16,4 12 1-16,3 13-2 15,4 16-2-15,6 7-10 0,13 14-63 16,6 5-2-16</inkml:trace>
  <inkml:trace contextRef="#ctx0" brushRef="#br0" timeOffset="8400.87">15879 6684 441 0,'0'0'0'0,"0"0"0"0,0 7 1 16,0 8-1-16,5 14 1 15,-1 8 0-15,4 16 0 0,0 8-1 16,1 14 1-16,1 6-3 16,0 4-1-16,0-1 0 15,-3 0-5-15,1-10-1 16,-2-1-7-16,-2-12-5 0,-4-14-24 16,8-2-30-16,-11-12-4 15</inkml:trace>
  <inkml:trace contextRef="#ctx0" brushRef="#br0" timeOffset="8717.77">15953 6589 404 0,'0'0'3'0,"0"0"0"0,0 0 0 15,0 0-1-15,-3-5 0 16,3 5 0-16,-20 20-1 15,3 3 0-15,-3 6-3 0,-5 8 0 16,-1 5 0-16,-8 5 1 16,8-4 1-16,-4-1 0 15,8-12 2-15,-1-5 1 16,11-11 0-16,12-14 1 16,-11 0 0-16,15-13 0 0,8-12 0 15,13-6-2-15,4-7 0 16,11-3-2-16,8-2 1 15,1 7-2-15,10 11-2 16,4 12-12-16,-9 13-60 0,23 22-1 16</inkml:trace>
  <inkml:trace contextRef="#ctx0" brushRef="#br0" timeOffset="16133.35">3080 9651 358 0,'0'0'3'0,"0"0"1"0,0 0 0 16,9 0 0-16,-9 0 0 15,18 3 2-15,-4 1-1 0,7-1-1 16,11 4-1-16,5 1-1 15,11-1 0-15,11 0-1 16,15 4 0-16,11-5 1 0,19 2-1 16,16 1 0-16,14-5 0 15,7 0 0-15,18 4 0 16,16-1 0-16,13-1-1 0,14 1 0 16,9-5-1-16,15 4-1 15,13-2-1-15,12-1 0 16,12-3-1-16,10 0 1 15,16 0-1-15,5-3 1 16,20 1 1-16,2 0 1 0,22-1-1 16,12 0 2-16,6 3 0 15,8 0 2-15,36 3-2 16,-20 2 0-16,1 3 1 16,1-4-1-16,1 4 1 0,4 3-1 15,-3-2 0-15,0 0-2 16,-30 1-3-16,16 0-2 15,35-2-2-15,-40-1 1 0,-22-4-1 16,-15-1 1-16,-13-2 0 16,-16 0 2-16,-18-8 2 15,-16 1 3-15,-61-2-2 16,5-4-8-16,-18 1-33 0,-21 3-19 16</inkml:trace>
  <inkml:trace contextRef="#ctx0" brushRef="#br0" timeOffset="17051.93">3261 9844 231 0,'0'0'5'0,"-2"-9"2"15,2 9 4-15,-10-16 3 16,10 16 3-16,-11-15 1 0,11 15-3 16,-9-11 3-16,9 11-5 15,-10 14-1-15,8 16-1 16,-2 5-6-16,4 19-1 0,0 13 0 16,0 19 2-16,11 11-1 15,-4 12-1-15,2 10 0 16,2 8 0-16,1 4 0 15,-7 7 2-15,6 1 0 16,-6 3-1-16,-5 1 0 16,0 5 1-16,-5-1-1 0,-3 2 1 15,-4-3 0-15,2-5-3 16,-3 0 1-16,-1-2-1 16,1-8-1-16,1-4 1 0,2-11-1 15,-1-4 0-15,7-4-1 16,-1-9 0-16,0-5 0 15,3-4-1-15,-1-6 0 16,3-5 0-16,-2-4-1 0,-2-3 1 16,-1-5 0-16,-2-6-1 15,2-2 0-15,-2-6-1 16,1-8-1-16,-1-6-2 0,2-5-1 16,1-9-5-1,-1-3-6-15,2-4-13 0,1-3-35 16,0-5-16-16</inkml:trace>
  <inkml:trace contextRef="#ctx0" brushRef="#br0" timeOffset="17517.62">3004 13904 159 0,'0'0'4'0,"0"0"0"0,0 0 3 15,0 0 3-15,4 10 2 16,-4-10 2-16,0 0 1 16,7 10 2-16,-7-10-3 15,0 0 0-15,7 13-1 16,-7-13-1-16,7 7-4 0,-7-7-1 15,0 0 0-15,9 13-1 16,-9-13-1-16,0 0-2 16,0 0 0-16,7 9-1 0,-7-9-1 15,0 0-3-15,0 0-2 16,0 0-3-16,2 11-13 16,-2-11-34-16,0 9-16 15</inkml:trace>
  <inkml:trace contextRef="#ctx0" brushRef="#br0" timeOffset="18083.02">3134 13679 323 0,'0'0'5'0,"0"0"3"0,0 0 1 0,0 0 1 16,0 0 3-16,-2 7-1 15,-3 4 1-15,5 6 1 16,-2 5-6-16,2 13-2 15,0 2 0-15,-4 10-1 0,4 6-1 16,0 5-1-16,0 2-1 16,-4 3 1-16,1-3 0 15,-4 0 0-15,2-3-1 0,-4-2 1 16,-3-8-1-16,3-3 1 16,2-7-1-16,-3-7 0 15,2-5-1-15,4-8-1 16,-1-2-1-16,0-5-3 0,5-10-5 15,0 0-7-15,0 0-15 16,-11-5-42-16,11 5-9 16</inkml:trace>
  <inkml:trace contextRef="#ctx0" brushRef="#br0" timeOffset="18752.75">2930 14719 293 0,'0'0'5'0,"0"0"0"0,0 8 3 0,0-8 0 16,3 14 2-16,-3-14-1 15,15 18 1-15,0-11 1 16,7-1-1-16,1 4-1 0,14-6 0 16,5 1-1-16,15 0 1 15,12-2 0-15,16 0-1 16,9-3 0-16,16 2-2 15,153-2 3 1,-111 0-6-16,12 0-2 0,14-2 0 16,17-4 0-16,11-1 0 15,18 0 0-15,6-3 0 16,19 0 0-16,7-3 0 16,20 3 1-16,5-2-1 0,16 1 0 15,7 3 0-15,9-3 0 16,8 4 0-16,6-3-1 15,6 2 1-15,5-4-1 0,5 2 1 16,0 0-1-16,3 0 1 16,-1 2 0-16,5 0-1 15,33-1 1-15,-35 2-1 16,-10 2 0-16,0 3 1 0,30 0-1 16,-44 2 0-16,-7 0 1 15,-12 0 0-15,-42 0-1 16,20 0 0-16,-7 0 1 15,-12 0-1-15,-50-6 0 16,16 2 0-16,-14-2 0 0,-11-1 0 16,-24 2-2-16,-15-3-1 15,-19 1-5-15,-20-3-8 16,-15 2-27-16,-15-2-35 0,-26 1-4 16</inkml:trace>
  <inkml:trace contextRef="#ctx0" brushRef="#br0" timeOffset="19749.21">15913 9693 278 0,'0'0'0'0,"0"13"1"0,-2 5 0 15,0 8 0-15,-1 14 2 16,-3 9-1-16,2 16 2 0,-1 12 1 16,0 14 2-16,-2 20 1 15,2 6 3 1,-1 9 0-16,1 13 0 0,3 8 2 16,0 3 2-16,-3 6 1 15,0 5-3-15,3 0-1 0,-3 3 0 16,-6 0-1-16,1 1 0 15,-3-1-3-15,4-5 0 16,-3-3-2-16,-4-3-1 0,4-7-1 16,3-4-2-16,-4-4-1 15,1-7 0-15,1-6 0 16,-1-4-1-16,2-10 1 16,0-7-1-16,-2-7 1 0,-4-5 1 15,4-8-1-15,0-5 1 16,-3-6-1-16,5-4-1 15,-1-3 1-15,2-7-1 16,-3-3 1-16,1-5-1 16,2-4 0-16,2-5 0 0,-3-4 1 15,2-6-1-15,1-5 1 16,-1-2 0-16,4-5-1 16,-1-2 1-16,1-7 0 0,2-1-1 15,2-10 2-15,-2 12-1 16,2-12 1-16,0 0 1 15,0 0 0-15,0 0 0 16,0 0-3-16,0 0 0 0,0 0 0 16,0 0 0-16,-5-4 0 15,5-6 0-15,-7-8-27 16,-7-4-56-16,10-7-4 0</inkml:trace>
  <inkml:trace contextRef="#ctx0" brushRef="#br0" timeOffset="21466.85">3254 10893 277 0,'0'0'3'0,"0"0"-1"15,0 0 1-15,0 0 1 16,0 0 0-16,0 0 4 0,0 7-1 16,9 0 1-16,7 0-2 15,6 1 0-15,7 2 0 16,8-3-1-16,6 1 0 16,6-1-2-16,6 1-1 15,10-1-1-15,3 0 0 16,8 4 1-16,7-2-1 0,0 1 1 15,7 0 0-15,12 2 0 16,-2 1 0-16,8-3 1 16,12 3 0-16,2-6-2 0,2 3 1 15,11-1-1-15,3 1 1 16,7 0 0-16,9 0-1 16,0 0 1-16,9 3-1 15,4-5 2-15,4 3-2 0,5-1 1 16,7 0-1-16,0 1 0 15,9 0 0-15,-1-1 0 16,2-2-1-16,9-1 1 16,4 3-1-16,2-3 1 0,4 0-1 15,4 2 0-15,-2-5 1 16,3 1-1-16,11 0 0 16,-5 0 1-16,5 1-1 0,2-4 1 15,0 0-1-15,-3 0 1 16,-1 1 0-16,2-1-1 15,-4 3 1-15,4-2 0 16,-2-1-1-16,3 1 1 16,-3 0-1-16,1 1-1 0,-1-1 0 15,-1 2-1-15,0 0 0 16,-7 0-1-16,3 2 1 16,-9-3-1-16,-7 2 0 15,-4 1 0-15,1-2 2 0,-13 2 1 16,-2 1 0-16,-9-3 0 15,-9 3 1-15,-8-1-1 16,-4 1 1-16,-5-4-1 0,-10 2 2 16,-11 1-2-16,-4-2 0 15,-8-1 1-15,-9 2 1 16,-11-3-1-16,-5-2 1 16,-9 2 1-16,-8 0 0 0,-8-3-1 15,-9 0 1-15,-10 0-1 16,-6 0 0-16,-9 0-1 15,-10 0 0-15,-5 0-3 16,-11 0-11-16,-9 0-56 16,0 0-2-16</inkml:trace>
  <inkml:trace contextRef="#ctx0" brushRef="#br0" timeOffset="22700.24">5363 9908 161 0,'0'0'6'0,"0"0"6"0,0 0 1 15,0 0 1-15,0 0 1 16,0 0 3-16,0 0 2 16,0 8 2-16,0 2-7 15,0 5-3-15,0 5-2 0,0 5 0 16,0 7 0-16,2 5-3 15,1 8-3-15,0 9-1 16,0 0 1-16,1 13-1 16,1 2-1-16,5 11 0 0,-5 4 0 15,3 5 2-15,-3 6-2 16,2 12 1-16,0 1 1 16,1 3 1-16,-5 8 1 15,-1 6 1-15,0 0 0 0,1 2 1 16,-1 4 1-16,-2 0-2 15,2 1 0-15,-2-3-1 16,0 2-2-16,5-5 0 0,-5 1-2 16,5-4 0-16,-2-1-1 15,2-4 0-15,0 0-1 16,-2-8 0-16,-1 2 0 16,3-6 0-16,-3 1 1 15,1-5-1-15,-1-5 1 0,3-4 0 16,-2-1 2-16,1-2 0 15,2-4-1-15,-1-5 1 16,0 2 0-16,-1-4-1 16,5-3 0-16,-5-1-1 0,1-2 1 15,0-4-2-15,0-8 1 16,-3-2 1-16,6-1-2 16,-5-7 1-16,2-4-1 15,-3-7 1-15,3-3-1 0,0-7 0 16,-2-5 0-16,7-3-1 15,-8-6 0-15,3-7-2 16,-5-9-1-16,5 12-3 16,-5-12-7-16,0 0-6 0,0-12-10 15,-3-8-29-15,3-2-20 16,0-1 4-16,-2-7 19 16,2-1 26-16,0 3 17 15,-3 3 16-15,3 3 14 0,0 10 34 16,-4-1 18-16,-6 3-11 15,10 10-24-15,-11-5-36 16,11 5-57-16,-9 0-9 16</inkml:trace>
  <inkml:trace contextRef="#ctx0" brushRef="#br0" timeOffset="23650.07">4019 10706 325 0,'0'0'5'0,"0"0"3"0,8 0 1 16,-8 0 3-16,14 0 2 16,-3 0 2-16,1 0 0 15,5-5 3-15,0-4-5 0,3-4 0 16,-3-2-2-16,6-5-1 15,-3-2-1-15,-1-3-2 16,2 0 0-16,-9-4-2 16,5-3-2-16,-9-1-4 0,0 1 0 15,-6 0 0-15,-2 5 0 16,0 2 0-16,-2 6 0 16,-2 1 0-16,-4 8 0 15,8 10 0-15,0 0 0 0,0 0 0 16,-4 17 0-16,4 2 0 15,3 9 0-15,2 2 0 16,3 5 0-16,-1 4 0 16,0 2 0-16,5 0 0 0,-1-6 0 15,-1 2 0-15,-1-5 0 16,2-2-10-16,-2-10-9 16,3-11-43-16,-1 1-24 15,-1-5-2-15</inkml:trace>
  <inkml:trace contextRef="#ctx0" brushRef="#br0" timeOffset="23950.08">4181 10129 470 0,'0'0'3'0,"0"0"1"0,0 0 0 0,0 0 1 16,0 0 0-16,0 0 0 15,0-7 1-15,0 7-1 0,0 0-1 16,0 0-4-16,0 0 0 16,0 0 0-16,0 0 0 15,4 0 0-15,-4 0 0 0,12 10-4 16,-12-10-4-16,6 25-17 15,9-11-58-15,-15 6-3 16</inkml:trace>
  <inkml:trace contextRef="#ctx0" brushRef="#br0" timeOffset="26166.39">6337 10344 404 0,'0'0'6'0,"0"0"3"0,3-12 2 15,-3 12 1-15,0-14 1 16,0 14 0-16,0-8-1 16,0 8 1-16,-5 10-5 15,-6 10-4-15,2 8-1 0,-1 5-2 16,0 8-1-16,0 3 2 16,3 1-2-16,7-1 0 15,0-7 0-15,2-2 0 16,8-6 0-16,5-6 0 0,2-5 0 15,8-9 0-15,-2-7 0 16,2-4 0-16,2-7 0 16,0-12 0-16,0-1 0 15,0-9 0-15,-6-5 0 16,1-3 0-16,-10-5 0 0,-5-4 0 16,-7 1 0-16,-2 2 0 15,-12 4 0-15,-9 5 0 16,-2 10 0-16,-5 6 0 0,-2 5 0 15,0 15 0-15,1 0 0 16,2 17 0-16,4 2 0 16,8 9 0-16,10-1 0 15,4 4 0-15,6-5 0 0,14 1 0 16,8-4 0-16,7-5 0 16,7-6 0-16,9-5 0 15,-1-7-18-15,10 0-66 16,0-5-2-16</inkml:trace>
  <inkml:trace contextRef="#ctx0" brushRef="#br0" timeOffset="27548.8">8046 9949 352 0,'0'0'8'0,"0"0"3"0,0-13 4 15,0 13 0-15,-5-10 2 16,5 10-1-16,0 0 1 0,-9-5 0 15,4 17-7-15,0 13-3 16,-1 10-3-16,4 15-2 16,-3 14 0-16,5 12-1 15,-2 15 1-15,2 4 0 0,5 10-1 16,-1 1 0-16,4 6 0 16,0-1 3-16,4 4 0 15,-4 0-2-15,2 2-2 16,-6 6 0-16,-1-3 0 15,-1 1 0-15,1 4 0 0,-3-2 0 16,0 1 0-16,0-6 0 16,0-1 0-16,1-3 0 15,6 3 0-15,-5-1 0 0,3-5 0 16,2-4 0-16,-4 2 0 16,2-6 0-16,-1-1 0 15,2 0 0-15,-3-8 0 16,-1-3 0-16,3-3 0 0,-3-10 0 15,3 2 0-15,-3-5 0 16,1-4 0-16,-1-4 0 16,4-2 0-16,-4-6 0 15,3-2 0-15,0 5 0 0,-4-5 0 16,5-6 0-16,-3 1 0 16,-3 3 0-16,2-6 0 15,-2-4 0-15,0 3 0 16,-2-4 0-16,2-1 0 0,-3-4 0 15,1-2 0-15,-2 0 0 16,4-2 0-16,-1-1 0 16,1-4 0-16,0 5 0 15,-2-10 0-15,-1-3 0 16,1 0 0-16,-1-9 0 0,1-1 0 16,2-12 0-16,0 12 0 15,0-12 0-15,0 0 0 16,-8-9 0-16,8-16-77 0,0 7-14 15</inkml:trace>
  <inkml:trace contextRef="#ctx0" brushRef="#br0" timeOffset="28316.07">9239 10682 413 0,'0'0'6'0,"3"-8"2"0,-3-2 1 0,0 0 2 16,0-1 1-16,-3-6 1 15,-2 3 0-15,1-3 0 0,-7 2-4 16,-3 5-5-16,-7 2-4 16,0 8 0-16,-7 3 0 15,1 10 0-15,-3 4 0 16,0 6 0-16,5 3 0 15,5 4 0-15,5 2 0 0,8-5 0 16,7-2 0-16,5-5 0 16,7-2 0-16,11-11 0 15,2-4 0-15,2-3 0 16,3-13 0-16,0-6 0 0,-3-4 0 16,0-7 0-16,-7-7 0 15,-5-8 0-15,-5-1 0 16,-8-7 0-16,-2-1 0 15,-2 0 0-15,-5 6 0 0,-4 7 0 16,4 8 0-16,0 5 0 16,2 17 0-16,5 11 0 15,-5 19 0-15,5 13 0 0,5 10 0 16,5 11 0-16,2 8 0 16,3 10 0-16,5-1 0 15,4 0 0-15,6-3 0 16,-2-8 0-16,4-4-14 0,13-6-72 15,-13-11-3-15</inkml:trace>
  <inkml:trace contextRef="#ctx0" brushRef="#br0" timeOffset="29217.48">10457 9888 399 0,'0'0'5'0,"0"0"1"0,0 0 0 16,0 0 1-16,0 0 0 15,0 0 1-15,-6 18 2 16,6 5 0-16,0 13-3 0,0 14-2 15,0 14 2-15,0 16 0 16,0 11-2-16,6 10 0 16,-3 4-2-16,-1 9 0 15,3 0 0-15,0 1 2 16,-1-2-2-16,1-1-3 0,-1 1 0 16,-4-1 0-16,2 3 0 15,-2-5 0-15,0 5 0 16,0-4 0-16,2 3 0 15,-2 0 0-15,4-3 0 16,0 1 0-16,0-1 0 0,1 0 0 16,-2-1 0-16,-1-2 0 15,4-3 0-15,-1-6 0 16,-1 0 0-16,1-4 0 0,0-4 0 16,0-5 0-16,-3-1 0 15,4-11 0-15,-3 3 0 16,-3-8 0-16,0 3 0 15,0-6 0-15,0-1 0 0,-5-3 0 16,1-2 0-16,-3 2 0 16,0-6 0-16,0 1 0 15,2-5 0-15,-1 0 0 16,1-2 0-16,3-1 0 16,-3-1 0-16,3-4 0 0,-2-4 0 15,4-3 0-15,-1-3 0 16,-2-1 0-16,1-6 0 15,2-5 0-15,-2 1 0 16,-2-3 0-16,2-6 0 0,-1 1 0 16,1-3 0-16,2 1 0 15,0-3 0-15,0 0 0 16,0-3 0-16,0 3 0 0,0-10 0 16,0 15 0-16,0-15 0 15,0 14 0-15,0-14 0 16,0 13 0-16,0-13 0 15,0 10 0-15,0-10 0 16,0 0 0-16,0 10 0 0,0-10 0 16,0-15-71-16,0 15-20 15</inkml:trace>
  <inkml:trace contextRef="#ctx0" brushRef="#br0" timeOffset="30416">11651 10271 370 0,'0'0'7'0,"6"-8"5"16,-6 8 2-16,8-14 2 15,-8 14 0-15,4-13 2 0,-4 13-1 16,0 0 0-16,0 0-7 16,0 10-3-16,-12 12-4 15,-1 7-1-15,-4 4 0 16,-3 6-2-16,-2 6 0 0,-6-1 0 16,0-1 0-16,0-1 0 15,-2-7 0-15,-6-4-2 16,4-6 0-16,-3-2-1 15,1-8 1-15,2-3 0 16,4-9 0-16,3-3 0 0,6-8 0 16,6-7 2-16,6-5-1 15,4-6 1-15,3-5 1 16,7-3-1-16,6-1 1 0,-1 0-1 16,6 3 1-16,-1 2-1 15,1 8 0-15,-1 5 0 16,1 7 0-16,2 7 1 15,1 3-1-15,0 15 1 16,1 5 0-16,2 5 0 0,4 4 0 16,2 9 0-16,4-2 0 15,-1 2-1-15,5-3 1 16,3-3-1-16,-1-5 0 0,3 1-2 16,-1-8-7-16,5 5-23 15,2-11-50-15,-1-1-1 16</inkml:trace>
  <inkml:trace contextRef="#ctx0" brushRef="#br0" timeOffset="31317.03">13195 10012 345 0,'0'0'6'0,"0"0"4"15,0 0 4-15,0 0-1 0,5-9-1 16,-5 9 2-16,7 12 0 16,-2 5 1-16,2 13-5 15,-1 15-5-15,-3 15 0 16,-2 13 0-16,5 15 1 16,-4 10-1-16,3 7 0 0,2 7-1 15,-1 3 2-15,-1 7 0 16,0-1 0-16,0 6-1 15,-5 4-5-15,0 0 0 16,0 5 0-16,-8 0 0 0,4 8 0 16,-7-7 0-16,6-2 0 15,-5-1 0-15,7-2 0 16,2-4 0-16,1-6 0 16,0-5 0-16,0-6 0 0,0 0 0 15,0-1 0-15,-3-9 0 16,-3 2 0-16,-1-9 0 15,2-1 0-15,1 1 0 0,-7-6 0 16,1-2 0-16,3-5 0 16,-2-4 0-16,0-8 0 15,2-4 0-15,0-4 0 16,2-8 0-16,-3-9 0 16,5-5 0-16,1-3 0 0,0-7 0 15,2-7 0-15,0 1 0 16,0-1 0-16,0-2 0 15,0-3 0-15,0 3 0 16,0-5 0-16,0 0 0 0,0 2 0 16,0-4 0-16,0 1 0 15,0-2 0-15,0-1 0 16,0-1 0-16,0-10 0 16,0 12 0-16,0-12 0 0,0 0 0 15,0 0 0-15,0 0 0 16,0 0 0-16,0 0 0 15,-8-5-52-15,8-12-37 0,0-2-2 16</inkml:trace>
  <inkml:trace contextRef="#ctx0" brushRef="#br0" timeOffset="32050.1">14558 10518 398 0,'0'0'6'0,"8"-10"4"0,-3 3 1 16,-2-6 2-16,1 1 0 16,-4-8 0-16,0 6 0 15,-7-7 1-15,-7 7-7 0,-6 4-3 16,-5 7-1-16,-3 3-2 15,-7 7 0-15,1 9 0 16,-1 1 0-16,0 7-1 16,1 1 0-16,6 5 0 0,6-3-1 15,10-2 0-15,5-3 0 16,7-4-1-16,12-4 2 16,4-4-1-16,9-2 1 15,8-8 0-15,1 0 0 0,2-8 1 16,-1-6 1-16,-3-4 0 15,-2-1 1-15,-9-3-3 16,-3-2 0-16,-8 5 0 0,-2 2 0 16,-6 4 0-16,-2 13 0 15,0 0 0-15,0 5 0 16,-2 13 0-16,2 7 0 0,2 4 0 16,6 1 0-16,8 6 0 15,5-3 0-15,13 4-19 16,-1-7-66-16,1-10-3 15</inkml:trace>
  <inkml:trace contextRef="#ctx0" brushRef="#br0" timeOffset="33932.82">3450 12081 130 0,'0'0'3'0,"15"0"0"16,0 3 3-16,7-3 1 15,8 3 2-15,2-3 2 16,17 0 0-16,2 0 2 0,11 0-1 16,5 0-1-16,5-3 1 15,2 0-4-15,4 3-1 16,6 0 0-16,0 0-2 0,16 0-3 16,-6 0 1-16,3 6-1 15,5-4 0-15,-3 3-2 16,14-3 1-16,3 3 0 15,-4 0 0-15,2 0 1 16,8 0 1-16,-5-3-2 0,10 3 3 16,7-2-2-16,-5-1 0 15,0 1 1-15,3 2-1 16,9-2-1-16,-6-1 0 0,6 0 0 16,-4 2 0-16,2 0-1 15,-6 1 0-15,6-3 2 16,-6 4-2-16,-7-2 0 15,9 0 0-15,4 2 0 16,-7-1 0-16,-1-3 0 0,10 3 0 16,4-2 0-16,2-1-2 15,2 0-1-15,3 4-7 16,2-4-8-16,0 1-2 0,0-1 0 16,-3 0-2-16,6 1 2 15,-5 0 2-15,-4-1 8 16,-1 0 8-16,-3 1 7 15,-3 0 6-15,1-3 0 0,-2 2 1 16,-4-2-1-16,-2 0-2 16,5 0-3-16,-2 0-3 15,-3 0 1-15,5 0-3 16,3 0 0-16,-3 0 1 16,-7 0 0-16,7-2 3 15,0 2-2-15,-5 0 3 0,2 0-3 16,-6 0 2-16,2 0 0 15,-3 0-2-15,2 0-1 16,-4 0-1-16,-8 2-1 0,8-2 1 16,3 0-1-16,-8 0 1 15,-9 0 1-15,2 0 0 16,-3 0 0-16,-1 0 0 16,4 0 0-16,-9 0 1 0,-3 0-1 15,-2 0 0-15,-2 0-1 16,2 0 0-16,3 0 0 15,-10 3 0-15,-5-3 0 16,6 0 0-16,-10 0 0 0,2 0 0 16,5 0 0-16,-9 0 0 15,-3 0 2-15,-3-3 0 16,-2 3 3-16,-8-5 0 16,2 5 2-16,-12-5 1 0,-6 5-1 15,-7-5-1-15,-7 5-1 16,-2 0-7-16,-14 0-32 15,3 0-31-15,-10 0-3 16</inkml:trace>
  <inkml:trace contextRef="#ctx0" brushRef="#br0" timeOffset="35366.51">3197 13483 279 0,'0'0'5'0,"0"0"1"16,0 0 4-16,0 0 3 15,0 0 2-15,7-7-1 16,8 7 1-16,9 0 1 16,8 0-4-16,7 0-3 0,10 2-4 15,8 1-2-15,7-3-1 16,11 2-1-16,2-2 0 15,10 3 0-15,8-3 0 16,9 0 0-16,3 0 0 0,12 0 0 16,6-5 0-16,8 2 1 15,7-4-1-15,9 2 0 16,2 0 0-16,6 0-1 0,7 1 1 16,0-4-1-16,4 5 1 15,6 1-1-15,1-1 0 16,1 1 1-16,6 2-1 15,-2 0 1-15,10 0-1 16,-1 0 1-16,-1-2-1 16,4-3 0-16,-1 2 1 0,1 1-1 15,-6-1 1-15,0-2-1 16,-2 0 0-16,0 0 1 16,0 0-1-16,-2 0 0 0,0 0 1 15,2-2-1-15,6 2 0 16,-4 0-1-16,1-2 0 15,-3 1-1-15,0 1 1 16,-1 1-1-16,-2-2 0 0,-9 3 0 16,0 2 1-16,-4-2 0 15,-2 3 1-15,-4 0 0 16,-3 0 0-16,-2 0 0 0,-3 0 0 16,0 0 0-16,0 0 0 15,-5 0-1-15,-2 0-1 16,1 0 0-16,-3 0-1 15,-3 0-1-15,-1 0-1 16,-4 3 0-16,-6-3 0 16,1 0 0-16,-3 1 1 0,-2 2 1 15,0 0 1-15,-8-3 1 16,2 3 1-16,-6-3 0 16,-5 2 0-16,-4 0 0 0,-1-2-1 15,-8 0 2-15,-1 0-1 16,-6 0 0-16,-5 0 0 15,-2 0 1-15,-5 0 1 16,-6-2 0-16,3 2 0 0,-8-2 1 16,-5-1 1-16,0 3-1 15,-7 0 0-15,-1-3 1 16,-2 3-2-16,-10 0 0 16,1 0 0-16,-8 3-1 0,-6-3 1 15,-1 3 0-15,-7-3 0 16,2 0 1-16,-5 2-1 15,-1-2 1-15,-4 0-1 0,-1 0 0 16,-3 2 0-16,0-2-1 16,-9 0-4-16,16 5-7 15,-16-5-27-15,0 0-37 16,5 13-3-16</inkml:trace>
  <inkml:trace contextRef="#ctx0" brushRef="#br0" timeOffset="36382.96">4243 11412 410 0,'0'0'6'16,"0"0"2"-16,0-12 3 0,0 12 2 16,-3-15 1-16,3 15 1 15,0-15 0-15,0 15 1 16,-2-10-13-16,2 10-3 15,0 0 0-15,0 15 0 16,0 3 0-16,2 7 0 0,3 0 0 16,0 4 0-16,0 6 0 15,3-3 0-15,2 2-11 16,-8-1-37-16,8-6-39 16,0-5 0-16</inkml:trace>
  <inkml:trace contextRef="#ctx0" brushRef="#br0" timeOffset="37700.39">4168 12648 432 0,'0'0'6'0,"0"0"0"0,-3-14 3 16,-2 3 1-16,3 2 2 15,0-3-1-15,-3-6 2 16,2 3-1-16,1 0-12 0,2 2 0 16,0 2 0-16,2-3 0 15,-2 14 0-15,20-7 0 16,-7 7 0-16,1 7 0 0,4 2 0 16,-4 6 0-16,-1 2 0 15,-2 5 0-15,-3 2 0 16,-8 1 0-16,0 3 0 15,-9-1 0-15,-6 4 0 0,0-5 0 16,1 2 0-16,-4-6 0 16,3-4 0-16,2-4 0 15,9-4 0-15,4-10 0 16,0 7 0-16,4-7 0 0,12-2 0 16,3-3 0-16,4-2 0 15,2 1 0-15,0-4 0 16,2 6 0-16,-3-6 0 15,1 10-17-15,-10 0-67 16,2 0-2-16</inkml:trace>
  <inkml:trace contextRef="#ctx0" brushRef="#br0" timeOffset="38466.97">4101 13916 451 0,'0'0'4'0,"0"0"2"16,0 0 2-16,0-7 0 15,0 7 1-15,0-12 0 16,0 12 0-16,10-17-2 16,0 7-7-16,2 2 0 0,3 1 0 15,2 4 0-15,3 1 0 16,-2 2 0-16,-1 0 0 15,-2 5 0-15,-3 2 0 16,-4 8 0-16,-4 2 0 0,-4 3 0 16,-4 0 0-16,-6 3 0 15,0-3 0-15,-5-1-4 16,5-1 2-16,-3-4 0 16,9-1 1-16,1-6 1 15,3-7 0-15,5 13 1 0,8-10-1 16,1-2 2-16,9 2-1 15,-3 0 1-15,4-2-1 16,1 5 1-16,0-4-2 16,-5 1 0-16,0 4 0 0,-5 0 0 15,-5 4 0-15,-5-4 0 16,0 3 0-16,-5 2 0 16,-8-2 0-16,-4 2 0 0,-6-2 0 15,-7 5 0-15,-7-5 0 16,-2 0 0-16,-8-2 0 15,-2-1 0-15,5-2 0 16,2 0-8-16,-2-2-36 16,14-3-41-16,5-5-2 0</inkml:trace>
  <inkml:trace contextRef="#ctx0" brushRef="#br0" timeOffset="43115.78">3281 12064 345 0,'0'0'5'15,"0"0"3"-15,0 0 2 16,0 0 2-16,0 0 1 0,0 0 0 15,0-11 0-15,0 11 1 16,20-4-5-16,-3 2-4 16,11 2-7-16,6 0-22 15,6 0-51-15,17 2-3 0</inkml:trace>
  <inkml:trace contextRef="#ctx0" brushRef="#br0" timeOffset="45168.16">6352 11451 443 0,'0'0'5'15,"0"0"3"-15,2-8 1 16,-2 8 2-16,0-17 0 16,0 9 1-16,0 8 0 0,-2-10-12 15,2 10 0-15,-17 4 0 16,4 10 0-16,3 7 0 15,-4 6 0-15,3 6 0 16,-1 1 0-16,5 3 0 0,-1 0 0 16,8-5 0-16,0 1 0 15,6-8 0-15,3-5 0 16,3-6 0-16,6-4 0 0,1-8 0 16,4-2 0-16,-3 0 0 15,-1-12 0-15,4-5 0 16,-5 3 0-16,-1-14 0 15,-4 1 0-15,-4-5 0 0,-4-3 0 16,-5-3 0-16,-2-1 0 16,-6 2 0-16,-7 2 0 15,-4 6 0-15,-1 1 0 16,-5 12 0-16,0 5 0 16,0 5 0-16,0 6 0 0,3 10 0 15,5 5 0-15,4 6 0 16,6 4 0-16,7 0 0 15,5-4 0-15,8 4 0 16,8-2 0-16,4-4 0 0,5-4 0 16,4-3 0-16,-1-2 0 15,2-7 0-15,-1-3 0 16,-4 0 0-16,-5 0 0 16,0-3 0-16,-7-1 0 0,-4 2 0 15,-4-7 0-15,-10 9-3 16,13 0-84-16,-13 0-2 0</inkml:trace>
  <inkml:trace contextRef="#ctx0" brushRef="#br0" timeOffset="45449.98">6774 11576 504 0,'0'0'5'0,"0"0"-3"0,0 0-2 16,0 0 0-16,0 0 0 16,0 0 0-16,0 7 0 0,0 3 0 15,-4 5 0-15,4 12 0 16,-3 0 0-16,1 12 0 15,-3 4 0-15,5 12 0 16,-2-6-63-16,-4-1-29 0</inkml:trace>
  <inkml:trace contextRef="#ctx0" brushRef="#br0" timeOffset="49099.97">9125 11558 408 0,'0'0'7'16,"0"0"3"-16,0 0 3 0,8-12 0 16,-8 12 2-16,0 0 0 15,7-9-1-15,-7 9 2 16,0 0-16-16,0 4 0 0,-7 13 0 16,-1 3 0-16,-2 3 0 15,0 4 0-15,-5 0 0 16,3 3 0-16,-6 0 0 15,4-6 0-15,-4-4 0 0,6-3 0 16,-6-1 0-16,6-5 0 16,5-2 0-16,-4-2 0 15,11-7 0-15,-12 4 0 16,12-4 0-16,0 0 0 0,0 0 0 16,0 0 0-16,7-4 0 15,9-1 0-15,-2 0 0 16,9-3 0-16,2 1 0 15,5 0 0-15,2-2 0 0,-2 5 0 16,0-1 0-16,0 0 0 16,-4 0 0-16,-1 5 0 15,-2 0 0-15,-6 0 0 0,-2 0 0 16,-6 0 0-16,-9 0 0 16,14 0 0-16,-14 0 0 15,0 0 0-15,0 0 0 16,0 0 0-16,0 0 0 0,0 0 0 15,0 0 0-15,0 0 0 16,0 0 0-16,0 0 0 16,0 0-37-16,-5 8-47 15,5-8-5-15</inkml:trace>
  <inkml:trace contextRef="#ctx0" brushRef="#br0" timeOffset="49516.98">9584 11639 472 0,'0'0'5'0,"0"0"3"0,0 0 2 15,0 0 1-15,0 0-6 0,0 0-5 16,0 0 0-16,0 0 0 16,0 6 0-16,-2 9 0 15,2 3 0-15,0 4 0 16,-5 0 0-16,5 7 0 0,-5-4 0 16,3 0 0-16,0 2 0 15,2-7 0-15,-4 0 0 16,4-5 0-16,0-2 0 15,0-13 0-15,0 12 0 0,0-12 0 16,0 0 0-16,0 0 0 16,0 0 0-16,0 0 0 15,0 0 0-15,4-8 0 16,-4 8 0-16,0-11 0 0,0 0 0 16,4-3-47-16,-4 14-44 15</inkml:trace>
  <inkml:trace contextRef="#ctx0" brushRef="#br0" timeOffset="53601.17">11550 11757 429 0,'0'0'6'0,"0"0"2"0,0-14 2 16,0 14 1-16,-2-18 0 15,-3 5 0-15,-5 1 1 16,2-1-1-16,-4 4-9 16,-6 3-2-16,1 4 0 0,-1 2 0 15,2 2 0-15,-6 6 0 16,9 7 0-16,0-1 0 15,3-1 0-15,5 4 0 0,5-2 0 16,3-2 0-16,6-4 0 16,7-3 0-16,3-4 0 15,4-2 0-15,-1-2 0 16,6-6 0-16,-9-4 0 0,4-1 0 16,-3-2 0-16,-6 0 0 15,-2 4 0-15,-6-2 0 16,-1 1 0-16,-5 12 0 0,2-13 0 15,-2 13 0-15,0 0 0 16,0 13 0-16,-4 4 0 16,1 2 0-16,-3 5 0 15,6 5 0-15,-2 2 0 16,2 3 0-16,0-5 0 16,0 1 0-16,2-4 0 0,4-3 0 15,-1-3 0-15,0-2 0 16,-3-7 0-16,3-4 0 15,-5-7 0-15,7 13 0 0,-7-13 0 16,0 0-11-16,0 0-49 16,0 0-27-16,13-5-1 15</inkml:trace>
  <inkml:trace contextRef="#ctx0" brushRef="#br0" timeOffset="53983.81">11865 11708 456 0,'0'0'5'0,"0"0"2"15,0 0 0-15,0 0 1 16,-2-7 0-16,2 7-1 0,-12 8 1 16,5 5-3-16,-2 8-5 15,-4 0 0-15,5 4 0 16,3 5 0-16,-1-1 0 15,6-5 0-15,3 0 0 0,5-5 0 16,6-4 0-16,6-5 0 16,-3-5 0-16,6-5 0 15,-3 0 0-15,-1-10 0 16,2 0 0-16,-4-7 0 16,-5-2 0-16,0-6 0 15,-6 0 0-15,-3-5 0 0,-6-3 0 16,-7 4 0-16,-5 1 0 15,-5 9 0-15,-10 2 0 16,0 12 0-16,-4 5 0 0,-3 9 0 16,9 19 0-16,3 1-84 15,2 3-5-15</inkml:trace>
  <inkml:trace contextRef="#ctx0" brushRef="#br0" timeOffset="56201.14">5477 9728 236 0,'0'0'7'0,"0"0"3"0,0-15 2 15,0 15 2-15,-4-20 3 16,-1 8 0-16,2-6 2 0,0-1-1 16,1-1-3-16,2-5-3 15,0 0 0-15,2-6-3 16,6-2-2-16,-1-2 0 15,5 0-2-15,6-4 1 0,0 4-2 16,4 1 0-16,3-1-2 16,5 3 0-16,0 5-1 15,2-1 1-15,0 6-2 16,3-3 0-16,-1 8 1 0,-1 2-1 16,5 2 1-16,-4 1-1 15,3 2 0-15,-4 8 0 16,1 2 0-16,-4 2 0 15,5 10 0-15,-8 1-1 16,1 4 1-16,-1 1 0 0,-4 4-1 16,1-1 1-16,1-2 0 15,-1 1 0-15,7-7 0 16,-1 1 0-16,7-3 0 0,5 0 0 16,0-1 0-16,8-6 1 15,0-4-1-15,2 0 0 16,5 0 0-16,-3-2 0 15,1-5 0-15,5-3 1 0,-9-3-1 16,8-1 0-16,-8-1 0 16,-2-3 1-16,-4 1 0 15,-2-3 0-15,-6 1 0 16,-4-1-1-16,-4 0 2 0,-6 2-1 16,-4-2 0-16,-3 8 0 15,-4-1 0-15,-2 4 0 16,-10 9 1-16,8-12-1 15,-8 12 1-15,0 0-1 0,0 0 0 16,0 0 0-16,-5 7 0 16,2 3-1-16,1 2 0 15,2 1 0-15,0 4-1 16,0 3 1-16,7 0-1 0,0 0 0 16,9 0 1-16,1-1-1 15,10-1 0-15,3-4 1 16,9 1 1-16,9-5-1 15,7 1 0-15,5-7 0 0,9-4 0 16,3 0 1-16,3-3-1 16,9-6 0-16,-2 0 0 15,10-4 1-15,0-3-1 16,0-1 1-16,2 0 0 0,0 0 0 16,-2-5 0-16,3 4 0 15,-1 0-1-15,-4-1 1 16,-3-1 0-16,-5 3-1 15,2 2 0-15,-2-3 0 0,-5 4 0 16,-5-2 0-16,-5 2 0 16,-2 4 0-16,-8 3 0 15,-2-1 0-15,-8 6 0 16,-2-4 0-16,-6 6 0 0,-4 3 0 16,-5 0 0-16,-3 7 0 15,-4-1 0-15,-1 1 0 16,-5 2 0-16,-5 4 0 15,-1-4 0-15,-4 5 0 0,1-5 0 16,-1 6 1-16,-1-6-1 16,-2 6-1-16,1-1 0 15,2-2 1-15,3 3-1 16,3-4 0-16,1 1 1 0,4 0-1 16,-1-1-1-16,1 1 2 15,2-2 0-15,-3 3-1 16,1 1 1-16,-1 0 0 15,-2-1-1-15,-3 5 1 0,1-1-1 16,2 0 1-16,-6 1 0 16,2 2 0-16,-2 2 0 15,4 0 0-15,-1 1 0 16,-2-1 0-16,3 0 0 0,1 0 0 16,0-3 0-16,-2-2 0 15,-1 0 0-15,0-8 0 16,-4-2 1-16,1 0-2 15,-8-10-3-15,9 7-10 0,-9-7-58 16,0 0-4-16</inkml:trace>
  <inkml:trace contextRef="#ctx0" brushRef="#br0" timeOffset="57033.36">6253 8657 305 0,'0'0'8'0,"0"0"4"0,-12 0 2 15,12 0 1-15,0 0 2 16,-9-4 2-16,9 4 0 16,4-10 1-16,8-1-8 0,8 3-2 15,7-3-3-15,8-3-1 16,7 3-1-16,6-1-2 15,1 2 0-15,-2 2-2 16,0 4 1-16,-4 4-1 0,-11 0 0 16,-8 4 0-16,-6 12 0 15,-13-2 1-15,-8 9-1 16,-11 1 1-16,-9 6-1 16,-4 0 0-16,-8 1 0 0,1 2-1 15,-3 0 0-15,3-4 0 16,8-1 0-16,2-9 0 15,12-1 0-15,10-5-1 0,2-13 1 16,13 7 0-16,12-7 0 16,1-7 1-16,10-4-1 15,3-1 0-15,3-6 1 16,4 3-1-16,0 1-1 0,0 1-5 16,-9 1-12-16,-5 4-60 15,-2 4-4-15</inkml:trace>
  <inkml:trace contextRef="#ctx0" brushRef="#br0" timeOffset="57982.81">7195 8596 424 0,'0'0'3'0,"0"0"0"0,-13-13 0 0,-2 11 0 16,0 2 1-16,-2 0 0 15,-8 2-1-15,-3 6 1 16,3 4-3-16,0 6 0 16,9 2-1-16,-2-4 1 15,13 2-1-15,5 0 0 0,5-6 0 16,8-2 1-16,1-7-1 15,9-3 1-15,4-3 0 16,1-7 0-16,-3-2 0 0,-1-6 1 16,-6 0-1-16,2 2 1 15,-6 0 0-15,-7-2 0 16,-2 10 0-16,-5 8 0 16,0-13-1-16,0 13 0 0,0 0-1 15,-2 13 1-15,2-1-1 16,2 2 0-16,7 2 0 15,-2-2-1-15,5 1-2 16,1-3-1-16,1-4-4 0,2-3-2 16,-4-3-1-16,5-2-4 15,-5-2 2-15,-2-3 0 16,1-5 5-16,-4 0 2 16,-6-3 6-16,3 1 5 0,-4-1 4 15,0 2 2-15,0-3 1 16,-4 3 0-16,3 1-2 15,1-2-1-15,0 1-2 16,5 2-3-16,2 4-2 0,8-3 0 16,0 5-2-16,0 3 1 15,2 0-1-15,1 11 0 16,-4-4 0-16,-3 9 1 16,-4-2 0-16,-2 1-1 0,-5-3 1 15,0 3-1-15,0-5 1 16,-2 1 0-16,2-11 0 15,-10 6 1-15,10-6-1 16,0 0 0-16,-8-10 1 0,8-3-1 16,0-1 0-16,8-1-1 15,-1-2 2-15,3-3-1 16,0 5 0-16,0 2-1 16,0 4 1-16,-2 4-1 15,-8 5-1-15,14 2 1 0,-7 9-1 16,-2 1 0-16,1 0 0 15,1 5-1-15,-2-2 1 16,0-2-1-16,4-1-3 0,0 1-5 16,3-3-7-16,1-6-21 15,-13-4-41-15,21 0-3 16</inkml:trace>
  <inkml:trace contextRef="#ctx0" brushRef="#br0" timeOffset="58150.17">7756 8492 384 0,'0'0'5'0,"0"0"2"16,0 0 1-16,-5 5-1 16,5-5 1-16,-2 17 0 0,-1-5 0 15,3 0 0-15,0 4-7 16,8-2-10-16,-5 4-24 16,8-8-42-16,2 1-2 0</inkml:trace>
  <inkml:trace contextRef="#ctx0" brushRef="#br0" timeOffset="58450.15">8032 8425 381 0,'0'0'5'0,"0"0"1"0,-12-5 1 16,1 5 1-16,-1 0 1 16,-3 0 0-16,0 0 1 15,-3 5 1-15,2 0-4 16,3 5-2-16,3 0-2 0,5 2 1 15,5-2-2-15,0 2 0 16,10-2-2-16,3 3 0 16,4-3 0-16,5 2-1 15,1-4 1-15,1 2-1 0,1-3 1 16,0 0-1-16,-5 0 2 16,-5 3 0-16,-8-2 1 15,-5 2 0-15,-4 0-1 0,-15 2 1 16,-6-2-2-16,-2 7-9 15,-4 18-58-15,-1-22-11 16</inkml:trace>
  <inkml:trace contextRef="#ctx0" brushRef="#br0" timeOffset="59966.89">10487 9594 284 0,'0'0'5'16,"0"-12"4"-16,0 4 2 15,0-6 4-15,2-3 0 16,2-7 2-16,4-2 1 0,2-7 1 15,5-1-4-15,6-6-4 16,-2-2-2-16,1-1-1 16,5-1-2-16,3 2-1 15,1 1-1-15,4-5-1 0,-1 5 0 16,3 1-1-16,2 3-1 16,-3-1 0-16,3 9-1 15,0-4 0-15,-1 9 0 0,1 4 0 16,-2 0 0-16,2 7 0 15,-2 4 0-15,2 1 1 16,-2 5-1-16,2 3 0 16,0 0 0-16,0 8 0 15,-2 0 0-15,3-1 1 0,-3 3-1 16,-3 0 1-16,5-3-1 16,3 1 1-16,0-3 0 15,4-3 0-15,4-2 0 16,1 0 0-16,6 0 0 0,5-7-1 15,2 2 1-15,0-5-1 16,2-3 1-16,3 3 0 16,-2-4-1-16,-1-4 1 15,-9-1-1-15,0-1 1 0,-7 1-1 16,-6-5 1-16,-8 2 0 16,-9 0 0-16,-5 4 0 15,-5 4 1-15,-8-1 0 0,-2 5-1 16,-5 10 0-16,0-11 0 15,0 11 0-15,-10 0 0 16,10 0-1-16,-12 11-1 16,7 6 1-16,0 1 0 0,2 4 0 15,3 3 0-15,0 4 0 16,5 6 0-16,5 0 0 16,3-1 1-16,5 4-1 15,2-3 1-15,11-3-1 16,4-5 1-16,7 2 0 0,8-9 0 15,7-2 0-15,11-3 0 16,6-5 0-16,13-5-1 16,5 0 1-16,7-5-1 15,5 0 0-15,4-8 0 0,0 0 0 16,2 1 0-16,2-5 0 16,-3 2 1-16,1-2-1 15,-1-1 0-15,1-2 0 16,-4 3 0-16,1-1 0 0,-8 1 0 15,-2 2 0-15,-7 0 0 16,-1 1 0-16,-7 0 0 16,-2 5 0-16,-9 1 0 0,0 2-1 15,-5 1 1-15,-1 0 0 16,-5 1 0-16,-3 2 0 16,-2 4-1-16,-8 1 1 15,3 2 0-15,-9 0 1 16,-1-1-1-16,0 7 0 0,-5-3 0 15,0 8 0-15,-3-4 0 16,3 1 0-16,-1 4 1 16,-1 0-2-16,-1 3 1 15,-1 0 0-15,6 2-1 0,-5 2 1 16,-2-1 0-16,-9 5-1 16,0 0 1-16,-7 0 0 15,-3 0 1-15,-6-1-1 0,-5-3 1 16,0 4 0-16,0-9-2 15,-5-2-1-15,2-4-5 16,-3-6-9-16,6-12-56 16,0 0-10-16</inkml:trace>
  <inkml:trace contextRef="#ctx0" brushRef="#br0" timeOffset="60716.52">11841 8313 427 0,'0'0'4'0,"0"0"3"0,0-12-1 16,0 2 2-16,3 0 0 15,4-2 1-15,2-3 0 16,7 3-1-16,3 2-3 15,4 2-2-15,4 6-1 0,3 4-1 16,2 8 0-16,1 7 0 16,-11 8 0-16,3 0-1 15,-13 5-1-15,-5-1 1 0,-7 1-1 16,0 0 0-16,-9-7-1 16,-7-4 1-16,0-2 0 15,-2-9 1-15,3-3 0 16,2-5 0-16,1 0 0 15,7-10 0-15,3-8 0 0,4-2-1 16,6-4 1-16,7-3-1 16,0-3 1-16,0 3-1 15,-1 2 1-15,2 5 0 0,-4 5 1 16,-3 11-1-16,-9 4 0 16,13 7 1-16,-8 7 0 15,2 6 0-15,2 3-1 16,3 4 1-16,2-2 0 15,6 2-1-15,0-5-2 0,7 1-9 16,0-9-25-16,11-1-43 16,4-3-2-16</inkml:trace>
  <inkml:trace contextRef="#ctx0" brushRef="#br0" timeOffset="61603.25">12844 8451 450 0,'0'0'3'0,"0"-8"2"15,-4-3 1-15,-1 1 1 0,-2 1-1 16,-6-4 1-16,1 1-1 16,-9 2 0-16,-1 7-2 15,0 3-3-15,-1 3-1 0,-2 7-1 16,5 5 1-16,3 2-1 16,3 0 1-16,6 3-1 15,8-3 0-15,2-2 0 16,9-3 1-16,6-4 0 0,0-5 0 15,3-3 1-15,2-3-1 16,1-7 2-16,-3 0 0 16,-1-5 1-16,-3 3-2 15,-4-3 0-15,-5 0 0 16,1 5 0-16,-5 3 0 0,-3 7-1 16,0 0-1-16,0 0 1 15,7 0 0-15,-7 0-1 16,14 15 1-16,-6-5-2 15,4 1-2-15,3 0-3 16,0 1-5-16,-4-7-4 0,6 0-4 16,-5-2-3-16,3-1 1 15,-5-2 0-15,-1-2 6 0,-9 2 9 16,13-13 8-16,-13 13 10 16,5-12 5-16,-5 12 1 15,0-19 3-15,0 8-2 16,0-1-1-16,3-3-6 0,-1 3-3 15,3-3-4-15,6 5-2 16,1-2 0-16,2 5-2 16,4 4 1-16,-5 3-1 15,8 0 0-15,-3 7 0 16,-6 3 1-16,1 2-1 16,-5 6 1-16,-6-4-1 0,0 1 1 15,-2 0 0-15,0-5 0 16,-2 0 0-16,2-10 0 15,-5 12 0-15,5-12 1 0,0 0-1 16,0 0 0-16,-8-7 0 16,8-1-1-16,6-3 0 15,1-6 0-15,3 1-1 0,0-1 1 16,4 2-1-16,-1 0 0 16,0 5 0-16,-4 3 0 15,4 4 1-15,-6 3-1 16,-7 0 1-16,12 13-2 0,-7-1 1 15,-2-2-2-15,3 7-3 16,-2-5-6-16,1 3-12 16,0 7-50-16,-5-22-6 15</inkml:trace>
  <inkml:trace contextRef="#ctx0" brushRef="#br0" timeOffset="61766.82">13444 8324 392 0,'0'0'4'0,"0"0"1"16,-6 0 0-16,6 0 1 16,-7 12 1-16,2-2 0 0,0 4 0 15,0 1 1-15,5 0-5 16,0 2-5-16,3 1-11 0,-1 0-32 16,8-4-29-16,0-2-3 15</inkml:trace>
  <inkml:trace contextRef="#ctx0" brushRef="#br0" timeOffset="62083.27">13750 8281 420 0,'0'0'6'16,"0"-9"1"-16,0 9 1 16,-14-16 1-16,2 11 0 15,2 1 1-15,-2-1 0 0,0 2 0 16,1 3-5-16,2 5-2 15,-1 7 0-15,4 1-1 16,4 1 0-16,2 4-1 0,8-3 0 16,2 5 0-16,4-3 0 15,4 0 0-15,2-2 1 16,2 3-2-16,0-6 0 0,-1 3 0 16,-5-2 0-16,0 1 0 15,-7-3 0-15,-4-3 0 16,-5 3 0-16,-7 1 0 15,-11 1-3-15,-8-6-27 16,1 3-51-16,-8 2-4 16</inkml:trace>
  <inkml:trace contextRef="#ctx0" brushRef="#br0" timeOffset="64300.12">6526 12572 441 0,'0'0'5'0,"0"-8"1"0,0 8 2 16,-7-17 0-16,7 17 1 16,-11-14 0-16,2 8 0 15,1 4 0-15,-5 4-4 16,1 12-3-16,0 7-2 0,-1 6 0 16,0 7 0-16,5 7 0 15,2-2 0-15,1 3 0 16,5 0 0-16,0-2 0 0,7-8 0 15,4-2 0-15,6-8 0 16,3-7 0-16,3-2 0 16,2-11 0-16,1-2 0 15,4-10 0-15,-5-7 0 0,2-3 0 16,-6-8 0-16,-2-4 0 16,-6-5 0-16,-8 0 0 15,-5-2 0-15,-3-6 0 16,-10 3 0-16,-6-1 0 0,-4 6 0 15,-7 3 0-15,3 11 0 16,-5 6 0-16,2 7 0 16,5 10 0-16,1 5 0 15,6 13 0-15,6 1 0 0,4 10 0 16,8 2 0-16,6 6 0 16,2 0 0-16,10-2 0 15,7-1 0-15,0-4-2 16,10 3-26-16,17-11-56 15,-12-3-3-15</inkml:trace>
  <inkml:trace contextRef="#ctx0" brushRef="#br0" timeOffset="64650.09">6899 12760 458 0,'0'0'4'0,"0"0"2"15,-12-2 1-15,12 2 1 0,-9-13 1 16,9 13 0-16,0-14-1 16,0 4-6-16,11 3-2 15,5-1 0-15,3 3 0 0,1 1 0 16,-1 4 0-16,4 4 0 16,-9 6 0-16,-1 4 0 15,-3 6 0-15,-10 5 0 16,0 5 0-16,-5 2 0 15,-7 0 0-15,1 0 0 16,-3 0 0-16,-2-2 0 0,7-2 0 16,2-6 0-16,7-5 0 15,2-7 0-15,10-2 0 16,11-8 0-16,2 0 0 0,7-10 0 16,10-1-7-16,8-3-76 15,7-8-2-15</inkml:trace>
  <inkml:trace contextRef="#ctx0" brushRef="#br0" timeOffset="67471.86">14090 12651 406 0,'0'0'6'0,"0"0"3"0,5-15 3 15,-1 6 1-15,3-2 2 16,-2 2 2-16,0-1 0 16,1 0-1-16,-3 2-16 15,-3 8 0-15,0 0 0 0,0 0 0 16,4 5 0-16,-6 13 0 16,-3 3 0-16,-6 4 0 15,-3 5 0-15,-1 3 0 0,-5-1 0 16,0 0 0-16,-2-5 0 15,5-2 0-15,-4-3 0 16,9-7 0-16,-1-5 0 16,1 0 0-16,12-10 0 0,-9 7 0 15,9-7 0-15,0 0 0 16,0 0 0-16,14 0 0 16,4 0 0-16,1-2 0 0,9-1 0 15,4 1 0-15,0-5 0 16,3 4 0-16,1 1 0 15,-7 2 0-15,-2-3 0 16,-5 3 0-16,-4 0 0 16,-3 3-9-16,-11 16-73 0,-4-19-5 15</inkml:trace>
  <inkml:trace contextRef="#ctx0" brushRef="#br0" timeOffset="68250.66">14428 12837 507 0,'0'0'4'0,"0"0"-4"0,-4-10 0 15,4 10 0-15,0-15 0 0,0 15 0 16,6-17 0-16,-1 5 0 15,0 4 0-15,4-5 0 16,4 9 0-16,1-4 0 16,5 5 0-16,-2 1 0 0,5 2 0 15,-2 5 0-15,4 5 0 16,-8 2 0-16,-2 3 0 16,-5 6 0-16,-5-2 0 15,-4 3 0-15,-2 3 0 16,-11-3 0-16,-4 3 0 0,2-3 0 15,-9-1 0-15,6-4 0 16,-2-1 0-16,8-5 0 16,0-1 0-16,12-10 0 15,-12 15 0-15,12-15 0 0,12 7 0 16,-3-7 0-16,6 3 0 16,5-3 0-16,0 2 0 15,2-2 0-15,0 0 0 16,-4 0 0-16,-3 0 0 0,-2 0 0 15,-1 0 0-15,-12 0 0 16,7 0 0-16,-7 0 0 16,0 0 0-16,0 0 0 0,0 0 0 15,0 0 0-15,0 0 0 16,0 0 0-16,0 0 0 16,0 0 0-16,0 0 0 15,0 0 0-15,0 0 0 16,0 0 0-16,0 0 0 0,0 0 0 15,0 0 0-15,0 0 0 16,0 0 0-16,0 8 0 16,0-8 0-16,0 0 0 0,0 0 0 15,0 9 0-15,0-9 0 16,0 0 0-16,0 0 0 16,0 0 0-16,0 0 0 15,-3 7 0-15,3-7 0 16,0 0 0-16,0 0 0 0,0 0 0 15,0 0 0-15,0 0 0 16,0 0 0-16,0 0 0 16,0 0 0-16,0 0 0 0,0 0 0 15,0 0 0-15,-7 0-80 16,7 0-12-16</inkml:trace>
  <inkml:trace contextRef="#ctx0" brushRef="#br0" timeOffset="70266.5">7257 13030 425 0,'0'0'4'15,"0"0"3"-15,0 0 0 0,0 0 0 16,0 0 1-16,0 0 1 15,0 0-1-15,0 13 1 16,0 3-4-16,-5 5-3 0,-3 6 0 16,3 5-2-16,-2 0 0 15,0 0-2-15,-2 4-5 16,2-10-6-16,2-1-20 0,15-3-50 16,-10-7-1-16</inkml:trace>
  <inkml:trace contextRef="#ctx0" brushRef="#br0" timeOffset="70750.16">7542 12762 421 0,'0'0'5'0,"0"0"2"15,0-9 2-15,0 9 0 16,-9-14 2-16,-2 8-1 16,1 1 1-16,-2 5-1 0,-3 0-4 15,-5 3-3-15,5 6-1 16,-3 6-1-16,4 0-1 16,2 2-1-16,-1-2 0 15,6 2 0-15,7-4 1 0,0-4-1 16,0-9 1-16,12 6-1 15,1-6 1-15,4-6 0 16,0-3 1-16,0-7 0 16,1 0 2-16,0 0-1 0,-4-3 2 15,-2 7-4-15,-1-2 0 16,-6 3 0-16,-5 11 0 16,6-7 0-16,-6 7 0 0,0 12 0 15,-1 8 0-15,-4 2 0 16,2 8 0-16,-1 4 0 15,-1 1 0-15,1 2 0 16,2 0 0-16,2-4 0 0,0-2 0 16,0-6 0-16,0-3 0 15,0-4-5-15,6-4-20 16,-6-3-59-16,0-11-3 16</inkml:trace>
  <inkml:trace contextRef="#ctx0" brushRef="#br0" timeOffset="71116.05">7756 12721 471 0,'0'0'3'0,"0"0"0"0,0 0 0 0,-2 7 1 0,-6 4 0 0,0 3 0 0,1 5 0 16,-3 6 1-16,1 3-2 15,-2 1-1-15,4 3-1 16,4-4 0-16,1-1-1 16,2-4 0-16,5-6 1 0,4-8-1 15,7-2 2-15,-4-7-2 16,8-7 0-16,-3-2 0 16,3-8 0-16,-2-6 0 15,-1-2 0-15,-8-2 0 0,2-3 0 16,-8 0 0-16,-3-2 0 15,-5 3 0-15,-8 4 0 16,1 7 0-16,-6 4 0 16,1 9 0-16,-1 5 0 0,6 12 0 15,2 5-73-15,2 8-19 16</inkml:trace>
  <inkml:trace contextRef="#ctx0" brushRef="#br0" timeOffset="73350.82">11662 12651 463 0,'0'0'4'16,"0"0"1"-16,0-7 1 0,0 7 0 15,0-13 1-15,0 13 0 16,-18-12 0-16,1 7-1 15,-3 2-6-15,2 6 0 16,-6 4 0-16,2 6 0 0,-1 1 0 16,9 4 0-16,-4 2 0 15,8-5-2-15,5 2 0 16,5-7 0-16,3-3 0 0,6-2 0 16,9-5 1-16,-1-1 1 15,8-7 1-15,-2-2 1 16,-2-8 1-16,4 4 2 0,-4-2-5 15,-5 1 0-15,-2 3 0 16,-5 2 0-16,-9 10 0 16,7-8 0-16,-7 8 0 15,4 8 0-15,-4 7 0 16,0 5 0-16,-4 6 0 16,4 2 0-16,-2 7 0 0,0 0 0 15,-1 2 0-15,3-5 0 16,0 0 0-16,-2-5 0 15,-1-2 0-15,1-2 0 0,-3-5 0 16,5-7-18-16,0 4-35 16,0-15-34-16,0 10 0 15</inkml:trace>
  <inkml:trace contextRef="#ctx0" brushRef="#br0" timeOffset="73733.99">11903 12641 455 0,'0'0'5'0,"0"0"2"0,0 0 0 16,0 0 1-16,0 10 0 0,-6 3 1 16,2 1 0-16,-4 5-6 15,-4 5-3-15,2 2 0 16,3 5 0-16,2-1 0 15,2-4 0-15,3-1 0 0,5 0 0 16,5-7 0-16,8-9 0 16,-2 1 0-16,10-10 0 15,-1 0 0-15,0-7 0 16,2-5 0-16,-4-4 0 16,-2-4 0-16,-3-2 0 0,-1-6 0 15,-9-1 0-15,-5 0 0 16,-3-7 0-16,-9 5 0 15,-5-2 0-15,-6 9 0 16,-8 1 0-16,-2 14 0 16,-2 6 0-16,2 15 0 0,11 8-67 15,-13 5-25-15</inkml:trace>
  <inkml:trace contextRef="#ctx0" brushRef="#br0" timeOffset="80583.3">8984 13959 346 0,'0'0'7'0,"0"0"3"0,0 0 4 15,0-12 1-15,0 12 1 16,-8-10 0-16,8 10 2 15,-20-13-1-15,5 11-5 0,-2 2-4 16,-6 0-2-16,-4 2-2 16,-2 8-1-16,3 5 0 15,-3 5-2-15,4 0 0 16,0 5 0-16,5 0-1 16,5-3-1-16,5 2-1 0,5-1 1 15,5-6-1-15,5-2 1 16,10-6-1-16,3-3 2 15,4-6 0-15,7-3 1 16,4-8 2-16,-1-5-1 0,3-7 0 16,-3-7 1-16,1 1 0 15,-1-8 0-15,-8 0 0 16,-1-5-1-16,-5-2-2 0,-4-2 0 16,-1-2 0-16,-8 0 0 15,-2 4 0-15,-3-1 0 16,0 9 0-16,-5 5 0 15,-1 8 0-15,3 8 0 16,-4 4 0-16,7 11 0 0,0 0 0 16,-7 19 0-16,7 3 0 15,0 13 0-15,0 0 0 16,5 12 0-16,-3 2 0 0,5 4 0 16,2-2 0-16,0-4 0 15,1-2 0-15,5-6 0 16,-5-6 0-16,2-5 0 15,-1-12-7-15,1 7-33 16,15-11-46-16,-27-12-3 0</inkml:trace>
  <inkml:trace contextRef="#ctx0" brushRef="#br0" timeOffset="81116.13">9323 13922 470 0,'0'0'4'0,"0"0"1"0,-6-6 1 0,6 6 2 16,-9-12-1-16,9 12 1 15,-7-14-5-15,5 4-3 0,2 0 0 16,5 0 0-16,5 2 0 15,2-1 0-15,6 1 0 16,1 3 0-16,4 2 0 16,2 1 0-16,-3 2 0 0,-2 2 0 15,-8 6 0-15,1 2 0 16,-6 0 0-16,-7 5 0 16,0 2 0-16,-9 0 0 15,-4 3 0-15,1-3 0 0,2-1 0 16,-3-2 0-16,6 1 0 15,2-5 0-15,2-3 0 16,3 4 0-16,0-11 0 16,10 14 0-16,3-6 0 15,-1-1 0-15,3-2 0 0,2 0 0 16,1 0 0-16,-4 1 0 16,1-2 0-16,-2 0 0 15,-6 4 0-15,-7-8 0 0,5 9 0 16,-5-9 0-16,-5 11 0 15,-9-1 0-15,-7 0 0 16,-3-5 0-16,-9 5 0 16,-1-4 0-16,-3 5 0 0,0-5 0 15,7 2-16-15,19-5-69 16,-13-3-1-16</inkml:trace>
  <inkml:trace contextRef="#ctx0" brushRef="#br0" timeOffset="86217.03">1706 5843 77 0,'0'0'4'16,"0"0"0"-16,-13-12 5 0,13 12 3 16,-12-9 0-16,12 9 3 15,-15-13-2-15,15 13-1 16,-5-15 0-16,5 15-5 15,20-15-2-15,5 3-1 0,4-1-3 16,21-5-1-16,10-1 0 16,9-3 1-16,13-3-1 15,15 0 0-15,0-3 1 16,20 2-1-16,12-6 0 0,6 2 1 16,3-5 2-16,19 1-3 15,6-3 1-15,9-1-2 16,3 1 1-16,8 2 0 0,1 1-1 15,15-1 1-15,3 5-3 16,3 2 4-16,-6 9-1 16,15-6 2-16,5 8-1 15,2-3 0-15,2 0 0 0,4 2 0 16,-1 7 1-16,2-4 0 16,1 0-1-16,-3 3 0 15,-1-1 0-15,-3 6 0 16,-3 2 0-16,-14 2 0 15,-5 1 0-15,-2 2 1 16,1 0-1-16,-15 5 0 0,-10 3 0 16,-8 1-1-16,-9 3 0 15,-10 6-1-15,-8-1 0 16,-13 1 0-16,-11 3-2 0,-14 2 1 16,-3-3 0-16,-19 2 0 15,-7-4 0-15,-10 2 1 16,-5-4 0-16,-9 0 1 15,-9-1 0-15,-6-1-2 0,-6-4 0 16,-7 3-1-16,-5-6 0 16,-5 3 1-16,-10-10-1 15,3 17 0-15,-3-17 1 16,-11 13 2-16,-1-8 0 16,-1 2 0-16,1-3 0 0,-6 5 0 15,6 6 1-15,-8-3 0 16,5 5 0-16,0-5 0 15,-2 9 0-15,-1-7 0 0,3 11 2 16,-4-8-1-16,2 3-2 16,-3 5 1-16,-1-3 0 15,2 3-1-15,-6 0 1 16,0-1 1-16,-5 4-2 0,3-1 1 16,-5 0-1-16,-3 2 0 15,3 2 0-15,-5-1 0 16,0-1 0-16,-4 4 0 15,2-1 0-15,-9 5 0 0,-1 2 0 16,-6-2 0-16,-7 8 0 16,-3-5-1-16,-4 5-1 15,-8-6 1-15,2 3 1 16,-7-3-1-16,0-4 0 16,-7 5 1-16,0-5 0 0,-1-1 0 15,-4-1 1-15,-3 3-1 16,-8-6 0-16,-1 5 0 15,-9 0 0-15,-2 0 0 0,-2-1 0 16,-10 1-1-16,-5 0 1 16,-11-3-1-16,-4 5 0 15,-5-2 0-15,-5-3-1 16,-4-2 1-16,-10 0 1 0,3-4-1 16,0-1 1-16,-4-3 0 15,1-1 1-15,-4-1 2 16,5-8-1-16,1 0 0 15,-1-2 0-15,4-3 1 0,-1-4-1 16,2 0-2-16,1-3 0 16,2 0-2-16,0-3-1 15,0-7 1-15,0 0 0 16,2-5 0-16,1-1 0 0,7-8 2 16,0 0 2-16,2-6 1 15,3 1 2-15,7-6-1 16,8 0 1-16,8-3 0 15,-1-1 0-15,10 0-1 16,8-4 0-16,9-1-3 0,8-1 0 16,13-4 0-16,7-1 0 15,12-4-1-15,16-4 1 16,16 2-1-16,8-1 1 0,18-6 2 16,12-3-1-16,15-1 0 15,12 0 2-15,21 0 1 16,6-2 0-16,26 2 0 15,16 1 0-15,18 3-1 0,10 9-4 16,31 4-11-16,16 13-43 16,20-1-7-16</inkml:trace>
  <inkml:trace contextRef="#ctx0" brushRef="#br0" timeOffset="88699.83">9655 5873 109 0,'0'0'2'0,"0"0"2"16,14-14 2-16,4 1 1 16,4-7 2-16,13-2 1 0,12-3 0 15,3-5 0-15,17-2 0 16,5 3-2-16,5 1-3 16,4 2-1-16,7 1-1 15,1 0-2-15,3 2 1 16,12 9-1-16,-1-4 0 0,3 0 0 15,13 6 0-15,-2-1 0 16,17 5-1-16,6-3 1 16,3-2 0-16,-1 4-1 15,12-4 2-15,-1-2-4 0,6 5 2 16,-1-5 2-16,-4 7 0 16,-3-9-1-16,-4 9 1 15,2-3 3-15,-2 9-4 16,2-2 3-16,-3 3 1 0,1 1-1 15,2 0-1-15,8 0 1 16,-5 0-1-16,4 1 0 16,-4 3 0-16,2-4-1 15,-5 0-1-15,-3 0 0 0,-7 0 0 16,-5 2-1-16,-5-2 0 16,1 0 0-16,-14 0 1 15,-1 0-1-15,-1 0 1 16,3 3 0-16,-9-3 0 0,3 0 0 15,-5 0-1-15,-1 0 1 16,-1 0 1-16,0 0-2 16,-9-5 0-16,-6 5 0 15,-7-5 0-15,-2 2-2 0,-3 3 2 16,-8-2 0-16,-4 2 0 16,-8 0 2-16,3 0-2 15,2 2 0-15,-2-2 0 16,-3 4 1-16,-2 0-1 0,7-4 0 15,-7 2 0-15,-1-2 0 16,-2 3 1-16,-7-3-1 16,2 0 0-16,-2 0 0 15,2 2-1-15,3-2 1 16,-1 3 0-16,6 0 0 0,-2-3 0 16,4 4 0-16,-8-1 2 15,8 4 0-15,-7-2 0 16,-1 2-1-16,4-4 1 0,-5 7 0 15,1-5 1-15,3 2-1 16,-3-2-2-16,4-3 0 16,-6 6 0-16,5-3 1 15,-7 1-1-15,4 3 0 0,-6-1 1 16,-4-1-1-16,3 0 0 16,-6 0 1-16,3 1 1 15,-4-4 0-15,2 4 0 16,-2 0 0-16,3-1 1 0,-1 3 1 15,-5 0-1-15,5 0-1 16,-7-1 0-16,2 4 0 16,-4 4-1-16,2-2 0 15,-5 3 0-15,-4 2 0 0,6 2 0 16,-4-2 1-16,0 2-1 16,-4-2 0-16,-1 4-1 15,2-2 1-15,-3 1 0 16,-1 2 0-16,-4 2-1 0,-3-2 1 15,4 5 1-15,-3-1-4 16,0 6 2-16,-5 0-1 16,-2-1 1-16,-3 1 0 15,-8-3-1-15,-2 3 1 0,-7-2 0 16,-3 0 1-16,-10 0 2 16,-5-4-2-16,-2 6 1 15,-8-5 0-15,-10 5 0 0,-7-5 0 16,-5 2 0-16,-7-2 0 15,-6-1 0-15,-7-4-1 16,-5 3 1-16,-12-3-1 16,0-1-1-16,-6 6 1 15,-7-8-1-15,-7 8 1 0,-5-8-1 16,-2 3 0-16,-9-3 1 16,-7 0 0-16,-1-2-1 15,-6-2 1-15,-6-2 0 16,-6-3 0-16,0 2-1 0,-11 0 0 15,3-3-1-15,-4 3 1 16,-4-3-2-16,1-1 1 16,-3 3-2-16,2-3 1 15,-1-5 0-15,-1 4 0 0,-5-2 0 16,5-1 1-16,-7 1 1 16,1-1-1-16,-1-1 1 15,-2 1 0-15,4-3 0 16,0 2 0-16,0 2 0 0,0-4 0 15,8 2-1-15,0-2 1 16,-1-1 0-16,6 1-1 16,10-2 0-16,-2 1 1 15,12-3-1-15,-3 0 1 0,12 0-1 16,0 0 1-16,9 0-1 16,4-5 1-16,4-2 0 15,1-3 0-15,7-5 0 16,5 1 0-16,6-4 0 0,6-4 1 15,3-1 0-15,3-2-1 16,5-2 1-16,7 3 0 16,4-4 0-16,7 1 0 15,4 0 0-15,9 2 1 0,12-5 0 16,11 3 0-16,7-5 0 16,14 4 0-16,8-4-1 15,11 0 0-15,18 2 0 0,17-2-2 16,19 0-7-16,13 5-18 15,21 2-37-15,29-3-4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19:21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18473 8318 298 0,'0'0'8'16,"0"0"4"-16,-12 3 3 0,12-3 2 15,-11 5 3-15,11-5 2 16,-14 5 1-16,14-5 0 16,0 0-5-16,0 0-4 15,2-13-1-15,23-6-2 0,10-11-2 16,14-13-3-16,21-8-4 16,16-11-2-16,14-8 0 15,16-12 0-15,6 3 0 16,8-3 0-16,-6 6 0 0,-10 6 0 15,-14 8 0-15,-16 19 0 16,-20 10 0-16,-23 16 0 16,-22 14 0-16,-19 13 0 15,-27 19 0-15,-23 18 0 0,-16 10 0 16,-19 15 0-16,-19 8 0 16,-16 11 0-16,-14 8 0 15,-7 2 0-15,-4-4 0 0,7-2 0 16,5-13 0-16,11-8 0 15,23-12 0-15,19-16 0 16,26-16 0-16,27-15 0 16,27-15 0-16,25-17 0 15,24-15 0-15,26-18 0 0,17-9 0 16,22-20 0-16,16-5 0 16,6-3 0-16,4 3 0 15,-2 1 0-15,-9 11 0 16,-21 14 0-16,-19 12 0 0,-29 21 0 15,-26 18 0-15,-29 14 0 16,-25 16 0-16,-27 15 0 16,-23 8 0-16,-16 14 0 15,-14 12 0-15,-14 0 0 0,-3 4 0 16,-2-1 0-16,4-6 0 16,16-10 0-16,14-6 0 15,23-19 0-15,18-9 0 16,31-17 0-16,24-11 0 0,28-22 0 15,23-10 0-15,23-14 0 16,16-10 0-16,14-13 0 16,12-8 0-16,2 4 0 0,-5 1 0 15,-17 11 0-15,-21 9 0 16,-24 24 0-16,-26 18 0 16,-36 13 0-16,-23 31 0 15,-31 17 0-15,-23 9 0 16,-15 12 0-16,-6 7 0 0,2 0 0 15,4-12 0-15,22-2 0 16,15-18 0-16,26-11-78 16,29-16-9-16</inkml:trace>
  <inkml:trace contextRef="#ctx0" brushRef="#br0" timeOffset="616.74">18912 5417 309 0,'0'0'9'0,"0"0"4"15,13-10 1-15,-13 10 1 0,0 6 6 16,0 17 3-16,-8 25-1 16,-4 24 1-16,-16 31-9 15,1 32-3-15,-10 31-2 16,-5 25-2-16,-3 10-4 0,1 8-3 15,-2-5 0-15,2-8-1 16,1-15 0-16,6-20-1 16,7-17 1-16,0-28 0 0,9-20 0 15,3-19-1-15,8-17-1 16,5-24-1-16,5-23 0 16,10-17-1-16,13-31 0 15,7-22-2-15,4-20-1 16,10-13-3-16,4-11-3 15,6 9-12-15,-6 6-54 0,-6 16 0 16</inkml:trace>
  <inkml:trace contextRef="#ctx0" brushRef="#br0" timeOffset="1283.33">8579 8266 430 0,'0'0'4'0,"0"0"2"16,0 0 1-16,0 0 1 15,0 6 1-15,-5 5 0 16,1 7 0-16,0 5 0 15,-6 6-3-15,-2 3-2 0,-1 5-2 16,-4 1-3-16,2-4-2 16,-2 1-7-16,4-6-17 15,3-1-54-15,0-11-3 16</inkml:trace>
  <inkml:trace contextRef="#ctx0" brushRef="#br0" timeOffset="1716.68">8968 7984 420 0,'0'0'4'0,"0"0"2"16,0-10 2-16,0 10 0 0,-21-10 1 16,5 7 1-16,-4 3-1 15,-4 0 1-15,-6 8-5 16,-2 9-1-16,-1 3-1 15,4 7-2-15,4-3 1 0,2 4-2 16,9-3 1-16,3 0 0 16,11-9 0-16,2-2 0 15,11-7 0-15,10-7-1 16,-1-4 1-16,10-9 0 16,-2-7 0-16,-3 0 1 0,3-4 0 15,-5-4-2-15,-5 3 0 16,-5 5 0-16,-3 3 0 15,-6 7 0-15,-6 10 0 16,0 0 0-16,-3 20 0 0,-5 5 0 16,3 5 0-16,-2 9 0 15,2 3 0-15,0 4 0 16,2 0 0-16,-2 2 0 16,0-7 0-16,3-1 0 0,-3-3 0 15,5-5 0-15,-2-12 0 16,2-9-68-16,4 0-19 15,-4-11 0-15</inkml:trace>
  <inkml:trace contextRef="#ctx0" brushRef="#br0" timeOffset="2049.98">9182 8011 419 0,'0'0'6'0,"0"0"3"0,-7-3 0 0,7 3 2 15,-15 8 0-15,5 4 0 16,-2 9 1-16,-4 1 0 16,6 12-5-16,-1 1-3 0,0 0-4 15,6-1 0-15,3-1 0 16,2-3 0-16,7-11 0 16,8-4 0-16,2-13 0 15,3-2 0-15,2-7 0 0,4-11 0 16,-2-6 0-16,-4-3 0 15,-2-11 0-15,-8 1 0 16,-8-2 0-16,-2-1 0 0,-12 8 0 16,-8 4 0-16,-10 14 0 15,-8 9 0-15,1 12 0 16,-7 13-30-16,7 10-53 16,4 13-4-16</inkml:trace>
  <inkml:trace contextRef="#ctx0" brushRef="#br0" timeOffset="12233.6">8370 4447 348 0,'0'0'3'16,"0"0"0"-16,0 4 1 16,0 13 0-16,0 8 0 15,0 16 2-15,0 10-1 0,0 11-1 16,0 14-9-16,0 10-15 15,0-3-41-15,7 6-11 16</inkml:trace>
  <inkml:trace contextRef="#ctx0" brushRef="#br0" timeOffset="12683.73">11239 4411 423 0,'0'0'2'0,"0"0"0"0,-7 10 0 16,7 13 0-16,0 11 0 15,3 22 3-15,1 8-8 0,6 17-13 16,3 16-58-16,4 7-2 16</inkml:trace>
  <inkml:trace contextRef="#ctx0" brushRef="#br0" timeOffset="13133.63">14052 4625 480 0,'0'0'0'0,"-7"-2"-2"0,7 2 0 16,-10 12 0-16,10 14 0 15,0 20-3-15,0 15-10 0,5 16-35 16,4 17-30-16,9 13-2 16</inkml:trace>
  <inkml:trace contextRef="#ctx0" brushRef="#br0" timeOffset="13467.06">16336 4266 494 0,'0'0'-1'0,"0"7"-2"0,0 18 1 15,0 22-4-15,5 27-30 16,0 25-45-16,7 19-2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19:41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8330 5298 394 0,'0'0'6'16,"0"0"3"-16,0 0 1 15,0 0 1-15,0 0 1 0,0 0 0 16,0 0 0-16,8 0 1 15,-8 0-6-15,12 0-2 16,-2 0-1-16,5-2-2 0,0-1 0 16,4 3 0-16,4-2-4 15,2 0-3-15,0-3-10 16,-3 5-23-16,5 0-46 16,-14 0 0-16</inkml:trace>
  <inkml:trace contextRef="#ctx0" brushRef="#br0" timeOffset="183.73">8271 5447 353 0,'0'0'7'0,"0"0"6"0,0 0 1 16,14 0 1-16,-1-5 2 16,4-2 0-16,8 2-1 15,5-2 0-15,0-3-8 16,7 2-9-16,-3-7-12 0,3 9-65 15,1 0-4-15</inkml:trace>
  <inkml:trace contextRef="#ctx0" brushRef="#br0" timeOffset="1200.28">9359 4473 332 0,'0'0'7'0,"2"-9"5"0,0-4 2 0,1-2 4 15,-1 0-1-15,-2-2 0 16,-2-1 1-16,-3-1 0 0,-7 5-7 16,-6 6-5-16,-2 5-3 15,-7 3-1-15,-2 8 0 16,-1 2-2-16,0 8 0 15,-2 3 0-15,4 1 0 16,3 8-1-16,3 1 0 0,7 5 0 16,7 5 1-16,3 0 0 15,5 6 0-15,2 5 0 16,9 6 0-16,4 1 0 0,0 7 1 16,-3 1-1-16,6 6 0 15,-6-3 0-15,0 8 0 16,-5 1 2-16,-1-2 1 15,-4 2 0-15,-2-2 1 16,0 5 0-16,0-1 0 0,-2 2 0 16,-4-2 0-16,5 1-3 15,-2-3 1-15,3-2-1 16,-3-3 0-16,0-4-1 16,1-7 1-16,0-3-1 0,2-10 2 15,-5-5-2-15,5-6 0 16,-3-3 0-16,1-7 0 15,-5-6 0-15,1 1 0 16,1-5 0-16,0-1 0 0,3-4 0 16,-3-3 0-16,0-2 0 15,5-9 0-15,-4 12 0 16,4-12 0-16,0 0 0 0,0 0 0 16,0 0 0-16,0 0 0 15,0 0 0-15,0 0 0 16,0 0 0-16,7 0 0 15,0 0 0-15,8-4 0 0,7-1 0 16,3 0 0-16,7-2 0 16,8-1 0-16,3 1 0 15,6-1 0-15,-2 3 0 16,6 0 0-16,-6 5 0 16,-5 0 0-16,-2 0 0 0,-5 0 0 15,-8 5 0-15,-7 0 0 16,-10 0 0-16,-10-5 0 15,9 13 0-15,-9-13 0 0,-9 12-21 16,-1-10-61-16,-3-2-2 16</inkml:trace>
  <inkml:trace contextRef="#ctx0" brushRef="#br0" timeOffset="7199.99">9858 4488 422 0,'0'0'4'16,"0"0"1"-16,0 0 2 0,0-10-1 16,0 10 0-16,0 0 0 15,-10 4 1-15,3 5-1 16,1 6-3-16,6 5-2 15,-2 5-1-15,2 2 0 16,0 2 0-16,0 0 0 0,2-4 0 16,-2-2 1-16,6-3-1 15,-6-8 1-15,2 1 0 16,-2-13 0-16,0 0 1 16,0 0-1-16,0 0 1 0,-4-18 0 15,0 1-1-15,-1-8 1 16,1-5-1-16,1-4 0 15,3-1 0-15,0-1 0 16,5-2 0-16,2 6-1 0,6 4 1 16,-1 6 0-16,6 4-1 15,2 8 0-15,2 8 0 16,-2 2 0-16,5 5 0 16,-6 10-1-16,-1 2 1 0,-3 6-1 15,-7 1 0-15,-6 4-1 16,-2 2-2-16,-8-3-1 15,-4-4-3-15,0 1-7 16,-8-7-22-16,-10 1-45 0,18-4-1 16</inkml:trace>
  <inkml:trace contextRef="#ctx0" brushRef="#br0" timeOffset="7683.73">10134 4615 417 0,'0'0'6'0,"0"0"3"0,0 0 1 15,0 0 2-15,0 0-1 16,2-12 1-16,-2 12 0 16,0 0 0-16,11-11-6 15,-2 11-2-15,1 0-4 0,8 3 0 16,-4 5 0-16,4 0 0 15,-4 6 0-15,4-3 0 16,-8 2 0-16,-5 2 0 0,-3 0-4 16,-2-2 2-16,-5-1 0 15,-4-5-1-15,-3 1 1 16,-4-4 1-16,7-4 0 16,-5 0 1-16,14 0 0 15,-11-14 1-15,8 2-1 0,3-6 1 16,5 0 0-16,2-1 0 15,4 0-1-15,1-1 1 16,0 2-1-16,-2 6 0 16,0 5 0-16,-10 7 0 0,12-6 0 15,-12 6 0-15,8 13 0 16,-5 2-1-16,-3 2 1 16,2 3 0-16,2 2-1 15,4-2 0-15,-1-1-2 0,4-1-4 16,1-6-8-16,8-2-39 15,3 3-28-15,-4-5-3 16</inkml:trace>
  <inkml:trace contextRef="#ctx0" brushRef="#br0" timeOffset="8733.31">9809 5252 383 0,'0'0'6'16,"0"0"3"-16,-3-8 3 0,3 8 1 0,0 0-1 15,0-12 1-15,0 12 0 16,0 0 0-16,0 7-6 0,0 6-3 15,0 4-2-15,0 3-1 16,3 4-1-16,-1 4 1 16,3-3 1-16,-5-1 0 15,5-1-1-15,0-6 0 0,-3-5 0 16,-2 0 0-16,0-12 1 16,0 0-1-16,0 0-1 15,0 0 0-15,-2-18 2 16,-3 5-3-16,0-10 1 0,3-1-1 15,-1-6 1-15,3-3 0 16,0 4-1-16,0-3 1 16,0 4-1-16,7 3 1 15,5 4 1-15,1 4-1 16,2 9 0-16,3 3 0 0,1 5-1 16,3 2 1-16,-5 8 0 15,1 2 0-15,-2 5-1 16,-4 3-1-16,-10 0 0 0,0 3-1 15,-4-3-2-15,-8-1-2 16,-5-1-5-16,-2-1-9 16,-1-2-37-16,-1-3-25 15,6-5-1-15</inkml:trace>
  <inkml:trace contextRef="#ctx0" brushRef="#br0" timeOffset="9150.03">10177 5239 365 0,'0'0'4'16,"0"0"3"-16,0 0 1 15,-6 8 0-15,6-8 0 0,-3 9 1 16,3-9 1-16,-2 16 1 16,2-16-3-16,5 12-4 15,5-10 1-15,0 1 0 16,2-3 0-16,3 0 0 15,2-8-1-15,1 3 1 0,-3-5 0 16,-3-2-1-16,0 2 0 16,-1 0 0-16,-6 0-1 15,-5 10 0-15,2-13-1 16,-2 13-1-16,0 0 0 0,-4 0-1 16,1 11 0-16,1 1 0 15,-2 3 0-15,4 2 0 16,4 3 0-16,1 3 0 15,2-4-1-15,0 1 2 0,0 2 0 16,-3-4 0-16,-2-1 0 16,-2-2 0-16,0 0-1 15,-6-5 1-15,-8 2-1 16,-4-2-4-16,-1-3-3 0,-6-2-5 16,0 2-28-16,13-4-42 15,-16 2-2-15</inkml:trace>
  <inkml:trace contextRef="#ctx0" brushRef="#br0" timeOffset="9868.58">9826 5913 438 0,'0'0'4'0,"0"0"3"0,-5-10 1 0,5 10 1 15,-5-11 0-15,5 11 0 16,0 0 0-16,0 0 0 15,0 17-4-15,0 2-1 16,0 8-4-16,0 3 0 0,0 5 0 16,2-1 0-16,1 1 0 15,-1-3-2-15,1-5 1 16,-1-4 0-16,0-6 1 0,1-5 0 16,-3-12 0-16,0 13 1 15,0-13-1-15,0 0 1 16,-5-10 1-16,3-5-2 15,-3 0 0-15,0-10 0 16,3-2 0-16,-1-5 0 0,3-5 0 16,-2-4 0-16,2 2 0 15,2 1 0-15,3 2 0 16,5 4 0-16,-1 7 0 0,7 6 0 16,-2 6 0-16,6 8 0 15,-2 5 0-15,1 5 0 16,-1 8 0-16,-1 1 0 15,-4 3 0-15,-1 3 0 0,-5-1 0 16,-7 2 0-16,0 0 0 16,-7-5-6-16,-7 1-2 15,-4-2-5-15,-1 0-11 16,-4 2-35-16,3-7-25 0,3 0-1 16</inkml:trace>
  <inkml:trace contextRef="#ctx0" brushRef="#br0" timeOffset="10349.99">10057 6086 443 0,'0'0'4'0,"0"0"1"0,0 0 0 0,0 0 2 15,0 0 0-15,3-5 1 16,-3 5 1-16,16-9 0 16,0 4-4-16,3-1 0 0,4 2-1 15,2 1-4-15,0 1 0 16,-3 2 0-16,-2 0 0 15,0 2 0-15,-8 5 0 16,-12-7 0-16,7 18 0 0,-7-6 0 16,-7 1 0-16,-3-1 0 15,-8 6 0-15,2-4 0 16,-5 4 0-16,5-3 0 16,0-1 0-16,2 0 0 0,3-6 0 15,4 3 0-15,7-11 0 16,2 12 0-16,10-10 0 15,6-2 0-15,5-2 0 16,9-6 0-16,0-2 0 0,8 1 0 16,-6-4-4-16,9 4-24 15,-1-4-54-15,-8-4-3 16</inkml:trace>
  <inkml:trace contextRef="#ctx0" brushRef="#br0" timeOffset="11333.21">10301 4292 331 0,'0'0'4'0,"0"0"1"16,0 0 1-16,0 0 2 16,0 0 3-16,9-7 0 0,8 6 2 15,3-3 0-15,10 2-3 16,5 0-1-16,4 2-2 15,3 0 0-15,1 2-3 16,0 4-1-16,-8-2-1 16,-3 3-1-16,-7 3 0 0,-6 5 0 15,-6 0 0-15,-3 3-1 16,-3 11 2-16,-2 3-1 16,-3 11 0-16,-2 9 0 15,0 9 1-15,0 11-1 0,0 8 1 16,0 11-1-16,4 0 0 15,-1 3 1-15,8 6-1 16,-6 1 4-16,4-7-1 0,2 1 1 16,1-5 0-16,-1-7 1 15,-2-2 0-15,0-3 0 16,-1-4 0-16,-2-7-3 16,1 0-1-16,-2-5-2 0,-3-5 0 15,3-3 0 1,-2-4 0-16,-1-4 0 0,0-3 0 15,2-4 0-15,1-4 0 16,-3-5 0-16,3-2 0 16,-3-7 0-16,3-1 0 0,-5-5 0 15,2-2 0-15,1-4 0 16,-3-9 0-16,2 13 0 16,-2-13 0-16,0 0 0 15,0 9 0-15,0-9 0 0,0 0 0 16,0 0 0-16,0 0 0 15,0 0 0-15,0 0 0 16,0 0 0-16,0 0 0 16,0 0 0-16,0 0 0 0,0 0 0 15,0 0 0-15,0 0 0 16,-7 0 0-16,7 0 0 16,-12-6 0-16,-1 3 0 15,-4 0 0-15,-10 3 0 0,-8 0 0 16,-8 0 0-16,-8 6 0 15,-7 3 0-15,-4 0 0 16,5-21-51-16,-1 20-33 16,10-4-3-16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20:16.22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11078 4576 263 0,'0'0'5'0,"0"0"0"0,0 0 4 16,0 0-1-16,12 0 3 15,-1 2-1-15,3 0 2 16,9 0 1-16,7-2-4 0,9 3 0 16,9-3-1-16,8 0 1 15,6 0-3-15,9 0 2 16,5 0-2-16,2-3 0 16,5-1-2-16,4 2-1 0,1-4-1 15,-1 2 0-15,-2-2 0 16,-9 5-1-16,-3-5 0 15,-9 4 0-15,-10-1-1 16,-9 3 1-16,-12 0 0 0,-11 0 0 16,-5 0 1-16,-7 0 0 15,-10 0 0-15,0 0-3 16,0 0-3-16,0 0-9 16,0 0-19-16,0 12-37 0,0-12-9 15</inkml:trace>
  <inkml:trace contextRef="#ctx0" brushRef="#br0" timeOffset="216.28">12782 4357 387 0,'0'0'7'15,"0"0"2"-15,0 0-1 0,0 0 1 16,0 0 0-16,3 4 0 15,-3 6-1-15,0 5 1 16,0 1-7-16,-3 3-2 0,3 4-4 16,0 1-8-16,-2-4-14 15,-3 1-50-15,5-2-4 16</inkml:trace>
  <inkml:trace contextRef="#ctx0" brushRef="#br0" timeOffset="616.16">12810 4117 390 0,'0'0'3'0,"-10"-4"0"16,0 4 0-16,-5 0 1 0,-3 1 0 16,-6 9 0-16,-1 8 0 15,-2 9 0-15,-3 7-2 16,2 11 0-16,8 8-1 0,6 3 0 15,4 6 0-15,10-5 1 16,0 1 0-16,12-7 0 16,11-7-1-16,4-9 2 15,8-2 0-15,2-14-1 0,7-6 1 16,2-8-1-16,-2-5 1 16,4-8 1-16,-4-7 1 15,-4-7-1-15,-5-8 0 16,-8-4 1-16,-7-9 0 15,-12-1-1-15,-8-6 0 0,-4 1-1 16,-12-1-1-16,-7 9 0 16,-7 0-1-16,-9 14-1 15,-1 6-2-15,-3 13-4 16,-3 8-10-16,3 0-42 0,-2 22-24 16,6 3-2-16</inkml:trace>
  <inkml:trace contextRef="#ctx0" brushRef="#br0" timeOffset="1132.47">11138 5254 292 0,'0'0'4'0,"0"0"1"0,0 0 3 16,0 0 2-16,12 0 2 0,-3 5 1 16,9 0 1-16,5 0 2 15,4 2-1-15,13-2-4 16,8-2-2-16,7-1-1 0,14-2-2 16,7 0-1-16,11-7-1 15,8 0-2-15,4-4 0 16,2 2 0-16,-3-1-1 15,1-3 0-15,-9 3 0 0,-11 0-1 16,-9 4 1-16,-16 2-1 16,-13 0 1-16,-7 4-1 15,-17 0 1-15,-17 0-1 16,0 0-2-16,2 4-5 16,-6 0-7-16,4-4-26 0,-8 6-35 15,8-6-4-15</inkml:trace>
  <inkml:trace contextRef="#ctx0" brushRef="#br0" timeOffset="1882.29">12787 5214 415 0,'0'0'4'16,"0"0"1"-16,0 0 1 0,-5-11 2 16,5 11-1-16,-2-14 1 15,2 14 0-15,0-17 0 16,7 10-3-16,4-1-2 0,3 4-1 16,2-1-1-1,0 5-1-15,2 0 0 0,-6 7-1 16,-2 5 0-16,-7 3 0 15,-3 2 0-15,-3 3 0 16,-7 0-1-16,-2 0 1 0,-1-3-1 16,-1 0 2-16,4-1-1 15,0-4 1-15,7-2 0 16,3-10-1-16,0 11 1 0,0-11 0 16,18 0-2-16,-1-4-2 15,3-6-2-15,0-2-3 16,7-3 0-16,-2-5-1 15,-3-2-1-15,3-3 1 16,-13-5 0-16,2 1 3 0,-12-4 4 16,-2 6 4-16,-11-3 3 15,-3 6 1-15,-14 1 2 16,3 7 1-16,-7 3 0 16,-3 8-1-16,1 5 0 15,-6 5-3-15,0 9-1 0,0 11 0 16,3 0-2-16,3 7 1 15,6 5-1-15,6 6 1 16,10-1 0-16,6 0-1 16,9 0 1-16,16-2 1 0,6-3 0 15,8-8-1-15,6-4 1 16,6-7-1-16,2-6 0 16,3-10 1-16,0-2-2 0,-1-4 1 15,-1-13 1-15,-6-4-1 16,-7-4 1-16,-3-6 0 15,-10-3 0-15,-4-5-1 16,-10-3 1-16,-8-2-2 0,-14 2 0 16,-5-3 0-16,-11 7 0 15,-4 5-1-15,-7 8-1 16,-5 7-1-16,-4 13-3 16,0 5-4-16,5 15-11 15,-1 22-54-15,0-5-10 0</inkml:trace>
  <inkml:trace contextRef="#ctx0" brushRef="#br0" timeOffset="2449.21">11274 6359 339 0,'0'0'4'0,"0"0"2"0,0 0 2 0,0 0 3 16,0 0 2-16,7 0 2 16,6 0 0-16,15 0 1 15,6-3-3-15,11 1-1 0,12-5-1 16,7-1-3-16,14 1-2 15,7-3-1-15,12-3 0 16,2 3-2-16,-3-3 0 16,8 5-1-16,-3-3 0 0,-5 4-1 15,-9 1 0-15,-8 5 0 16,-9 1 0-16,-15 0-1 16,-13 0 0-16,-12 1 1 15,-10 6-1-15,-13-1 1 0,-7-6 0 16,-3 15-2-16,-9-8-1 15,-2 1-3-15,-2-3-5 16,2 2-8-16,-6 1-39 16,7-6-26-16,13-2-1 0</inkml:trace>
  <inkml:trace contextRef="#ctx0" brushRef="#br0" timeOffset="2969.15">12775 6166 435 0,'0'0'5'0,"0"0"1"16,0 0 1-16,-9-7 1 16,9 7 1-16,-15-8 0 15,15 8 1-15,-11-10 0 16,11 10-5-16,-2-10-2 0,2 10 1 15,12-10-4-15,1 7 0 16,4 1 0-16,3-3 0 16,-1 5 0-16,-1 0 0 15,0 0 0-15,-6 0-3 0,-5 7 1 16,-2 1 0-16,-5 4-1 16,0-2 1-16,-5 3 1 15,-2-1-1-15,-1 0 1 0,1 0 0 16,2 0 0-16,2-4 1 15,3 3 0-15,0-11-1 16,8 12 1-16,5-8 0 16,1 2 0-16,4-2 1 0,-1-1-1 15,3 5 0-15,-2-4 0 16,-4 5 1-16,-4-1-1 16,-4 3 0-16,-6-1 1 15,-3 0-1-15,-12-3 0 16,-2 1 0-16,-8-1 0 0,-5-2 1 15,-5-1-1-15,-3 0-2 16,1-4-2-16,-5 0-4 16,8 0-3-16,-2-10-9 15,10-5-18-15,5 5-42 0,9-18-3 16</inkml:trace>
  <inkml:trace contextRef="#ctx0" brushRef="#br0" timeOffset="3332.66">12817 5841 397 0,'0'0'5'0,"0"0"1"0,0 0 1 16,-7-7 1-16,-5 7 1 16,-6 2 1-16,-7 8 1 15,-3 7 0-15,-4 11-2 0,-2 9-4 16,-1 5 0 0,3 10 0-16,4 5-2 0,6 2-1 15,10 0 0-15,9 1-1 16,6-3 0-16,12-7 1 0,11-8-1 15,12-6 1-15,9-6-1 16,6-7 1-16,4-11-1 16,5-9 1-16,0-3-1 15,0-13 1-15,-2-6-2 16,-9-11 0-16,-1-7 0 16,-10-8 0-16,-13-4 0 0,-9-11 0 15,-15-5 0-15,-11-1 0 16,-17-1 0-16,-9-2 0 15,-14 4 0-15,-9 8 0 0,-5 11 0 16,-5 16 0-16,-5 7 0 16,5 15-48-16,-3 16-34 15,3 17-2-15</inkml:trace>
  <inkml:trace contextRef="#ctx0" brushRef="#br1" timeOffset="9566.27">15392 4325 346 0,'0'0'7'0,"0"0"1"15,0 0 5-15,0 0 1 16,-3-10 2-16,3 10 0 0,0 0 2 16,-2-12 0-16,2 12-5 15,0 0-3-15,0 0-1 16,-3-8-2-16,3 8-1 0,0 0 0 15,0 0-2-15,0 0-4 16,0 0 0-16,0 0 0 16,0 0 0-16,0 0 0 15,0 0 0-15,0 0 0 0,0 0 0 16,0 0 0-16,0 0 0 16,0 0 0-16,0 0 0 15,0 0 0-15,0 0 0 0,0 0 0 16,0 0 0-16,0 0 0 15,0 0 0-15,0 0 0 16,0 0 0-16,0 0 0 16,0 0 0-16,0 0 0 15,0 0 0-15,0 0 0 0,0 0 0 16,0 0 0-16,0 0 0 16,0 0 0-16,0 0 0 15,0 0 0-15,0 0 0 16,0 0 0-16,0 0 0 0,0 0 0 15,0 0 0-15,0 0 0 16,0 0 0-16,0 0 0 16,0 0 0-16,0-10 0 15,0 10 0-15,0 0 0 0,0 0 0 16,0 0 0-16,0 0 0 16,0 0 0-16,0 0 0 15,0 0 0-15,0 0 0 16,0 0 0-16,0 0 0 0,0 0 0 15,0 0 0-15,0 0 0 16,0 0 0-16,0 0-7 16,0 0-78-16,0 0-2 15</inkml:trace>
  <inkml:trace contextRef="#ctx0" brushRef="#br1" timeOffset="10499.04">15344 4361 338 0,'0'0'9'0,"0"0"4"0,0 0 4 15,0 0 2-15,0 0 1 16,0 0 2-16,-3-11-1 16,3 11 2-16,0-15-7 0,9 5-5 15,-5 2-9-15,9-2-2 16,0 1 0-16,-1 2 0 15,0 1 0-15,5 1 0 16,-5 3 0-16,6 2 0 0,-3 0 0 16,-5 6 0-16,1 1 0 15,0 3 0-15,0 4 0 16,-7 3 0-16,-4 1 0 0,0 3 0 16,-7 2 0-16,-3 0 0 15,-2-1 0-15,-6 0 0 16,-4 1 0-16,2-6 0 15,-5 0 0-15,0-4 0 0,5-2 0 16,0 0 0-16,2-4 0 16,6-1 0-16,12-6 0 15,-9 4 0-15,9-4 0 16,12 0 0-16,6-3 0 16,3-1 0-16,2 1 0 15,7-2 0-15,0 1 0 0,-1 1 0 16,0 0 0-16,-3 3 0 15,-1 0 0-15,-8 0 0 16,-1 0 0-16,-4 3 0 0,-3 0 0 16,-9-3 0-16,11 4 0 15,-11-4 0-15,0 0 0 16,0 0 0-16,-9 0 0 0,9 0 0 16,-21 5-59-16,10-5-31 15</inkml:trace>
  <inkml:trace contextRef="#ctx0" brushRef="#br1" timeOffset="11033.66">15449 4166 411 0,'0'0'5'0,"0"0"3"0,-16-14 1 15,7 4 1-15,-10 2 1 16,1 1 1-16,-10 0 1 16,1 1 0-16,-5 6-4 0,-5 3-3 15,-4 9-2-15,2 8-4 16,2 8 0-16,0 4 0 16,2 10 0-16,3 5 0 15,7 8 0-15,7 1 0 0,11 3 0 16,4 1 0-16,6 0 0 15,17-6 0-15,3-2 0 16,8-7 0-16,12-6 0 0,-4-8 0 16,7-6 0-16,6-8 0 15,6-11 0-15,-3-6 0 16,5-2 0-16,-3-13 0 16,-3-5 0-16,1-4 0 15,-7-11 0-15,-4-7 0 0,-5-3 0 16,-5-1 0-16,-13-9 0 15,-5-5 0-15,-7 1 0 16,-9-3 0-16,-7 5 0 0,-11 7 0 16,-7 3 0-16,-9 10 0 15,-6 5 0-15,-7 12 0 16,-5 5 0-16,0 8 0 16,-3 4 0-16,-3 3 0 15,9 8 0-15,2 2 0 0,7 10 0 16,6-3-21-16,11 11-66 15,8 1-4-15</inkml:trace>
  <inkml:trace contextRef="#ctx0" brushRef="#br1" timeOffset="11850.07">14674 5150 285 0,'0'0'7'0,"0"0"6"0,0 0 3 15,-8-2 0-15,8 2 2 16,0 0 1-16,0 0 1 16,-10 0-1-16,10 0-6 0,0 0-4 15,12 2-3-15,6 1-2 16,2 1 0-16,8 0-1 16,9 2 0-16,7-1-1 15,11-5 0-15,7 3-1 0,7-3 0 16,9 0 0-16,3-3 0 15,4-4 0-15,2 2 0 16,5-2-1-16,0-1 1 16,-5 3 0-16,0 0-1 15,-10 2 1-15,-2-1 0 0,-11 1 0 16,-12 3-1-16,-7 0 2 16,-15 0 0-16,-11 0 2 15,-4-2 0-15,-7 2 0 0,-8 0-1 16,0 0 1-16,0 0 0 15,0 0-1-15,0 0-1 16,-5 0-2-16,5 0-1 16,0 0-2-16,0 0-2 0,-10 2-4 15,10-2-10-15,-6 15-48 16,6-15-18-16</inkml:trace>
  <inkml:trace contextRef="#ctx0" brushRef="#br1" timeOffset="12365.63">15384 5606 447 0,'0'0'5'0,"0"0"2"0,0 0 2 16,0 0-1-16,5 0 2 15,-5 0 0-15,5 10 0 16,-5 5-5-16,0 2-5 15,0 2 0-15,0 6 0 0,0 0 0 16,0 7 0-16,0-7 0 16,0-1 0-16,5-3 0 15,-3-4 0-15,2-2-6 0,-4-15-36 16,12 10-42-16,-12-10-3 16</inkml:trace>
  <inkml:trace contextRef="#ctx0" brushRef="#br1" timeOffset="12816.1">15382 5497 381 0,'0'0'5'0,"-13"-8"2"0,3 5 3 15,-5 1 2-15,-2-3 1 16,-3 4 1-16,-8 1 0 0,1 0 2 16,-3 6-4-16,0 7-3 15,6 9-3-15,-3 6-1 16,-1 9-1-16,2 4-1 15,5 9-3-15,4 3 0 0,3 1 0 16,10 5 0-16,4-4 0 16,7-1 0-16,16-4 0 15,7-6 0-15,4-4 0 16,9-6 0-16,6-9 0 16,1-7 0-16,3-6 0 0,1-10 0 15,-2-2 0-15,1-14 0 16,-4-4 0-16,-2-7 0 15,-7-4 0-15,-5-6 0 0,-8-5 0 16,-9-9 0-16,-11-6 0 16,-5-4 0-16,-6-8 0 15,-14 0 0-15,-10 5 0 16,-9 0 0-16,-5 8 0 0,-8 9 0 16,-7 12 0-16,-3 12 0 15,4 9 0-15,-1 9 0 16,4 3 0-16,5 10 0 15,14 8 0-15,4 1 0 0,16 6 0 16,2 14-76-16,17-14-12 16</inkml:trace>
  <inkml:trace contextRef="#ctx0" brushRef="#br1" timeOffset="13349.57">16415 5048 460 0,'0'0'5'0,"0"0"1"16,0 0 2-16,0 0 1 15,0 0-1-15,0 0 0 16,0 0-1-16,0 0-7 0,0 0 0 16,10-7 0-16,5 7 0 15,3-3-5-15,8-21-74 16,4 24-8-16</inkml:trace>
  <inkml:trace contextRef="#ctx0" brushRef="#br1" timeOffset="13482.65">16383 5195 453 0,'0'0'4'16,"0"0"1"-16,5 4 1 0,8-4 1 15,2 0-1-15,11 0-1 16,9-2-6-16,12-3-74 16,8-1-5-16</inkml:trace>
  <inkml:trace contextRef="#ctx0" brushRef="#br1" timeOffset="17733.21">17489 4259 374 0,'0'0'7'0,"0"0"5"15,9-6 2-15,-9 6 2 16,13-10 1-16,-13 10 0 0,15-7 1 15,-15 7 0-15,15-2-6 16,-15 2-6-16,7 12-6 16,-7 2 0-16,-2 6 0 15,-5 5 0-15,-6 2 0 0,-2 1 0 16,-3-2 0-16,-2 2 0 16,0-6 0-16,-4-1 0 15,1-5 0-15,4-1 0 0,-1-5 0 16,2 1 0-16,4-2 0 15,2-4 0-15,1 0 0 16,11-5 0-16,0 0 0 16,0 0 0-16,0 0 0 15,20 6 0-15,3-6 0 0,4 0 0 16,8 0 0-16,0-3 0 16,2 0 0-16,2 1 0 15,-4-1 0-15,-5-2 0 16,-1 5 0-16,-6-2 0 0,-5 2 0 15,-4 0 0-15,-4-3 0 16,-10 3 0-16,11 0 0 16,-11 0 0-16,0 0 0 15,0 0-7-15,0 0-17 0,-8 3-60 16,8-3-3-16</inkml:trace>
  <inkml:trace contextRef="#ctx0" brushRef="#br1" timeOffset="20751.21">17861 4468 358 0,'0'0'7'0,"0"0"5"0,0 0 2 0,5-9 2 16,-5 9 1-16,5-12 0 0,-5 12 1 16,13-18 1-16,-6 8-7 15,3 2-4-15,-2 1-2 16,4 2-2-16,0 2-1 16,8 3-3-16,-4 0 0 0,0 0 0 15,0 8 0-15,-2-1 0 16,2 3 0-16,-9 3 0 15,-2 7 0-15,-5-1 0 16,-8 1 0-16,-5 3 0 0,-1 2 0 16,-12 0 0-16,2-6 0 15,-4 1 0-15,1-2 0 16,5-5 0-16,2-2 0 16,6-4 0-16,3 0 0 0,11-7 0 15,0 0 0-15,0 0 0 16,16 0 0-16,0-2 0 15,5 0 0-15,6-2 0 16,1-2 0-16,-1 1 0 16,5 2 0-16,-4 3 0 0,4-3 0 15,-8 2 0-15,-1 1 0 16,-6 0 0-16,-2 1 0 16,-2 2-9-16,-13-3-15 0,0 0-60 15,-3 14-3-15</inkml:trace>
  <inkml:trace contextRef="#ctx0" brushRef="#br1" timeOffset="21016.13">18385 4335 481 0,'0'0'4'0,"0"0"1"0,10-7 1 0,-10 7 0 16,11-5 1-16,-11 5-5 16,7 0-2-16,0 7 0 15,-7 5 0-15,5 7 0 0,-5 6 0 16,6 6 0-16,-4-1 0 16,3 1 0-16,0-3-7 15,2 0-42-15,-5-7-38 0,-2-3-1 16</inkml:trace>
  <inkml:trace contextRef="#ctx0" brushRef="#br1" timeOffset="21183.19">18286 4439 411 0,'0'0'6'16,"0"0"0"-16,0 0 1 15,5-7 1-15,2 4 0 16,6 1 1-16,4-4 0 0,8 4-1 15,0 0-11-15,10 2-20 16,7 0-54-16,-2 2-4 16</inkml:trace>
  <inkml:trace contextRef="#ctx0" brushRef="#br1" timeOffset="21615.47">18820 4345 428 0,'0'0'4'15,"0"0"2"-15,0 0 0 0,-17-9 3 16,4 5 0-16,-1 4 1 16,-6-2 0-16,-1 2 1 15,0 0-4-15,-2 5-2 16,3 5-2-16,8 2 0 0,2 2-3 16,8 4 0-16,2-3 0 15,5 0 0-15,9 2 0 16,4-5 0-16,5-1 0 15,1-6 0-15,3-5 0 16,-3 0 0-16,0-5 0 0,-5-7 0 16,1-6 0-16,-8-4 0 15,-1-6 0-15,-9-3 0 16,-2-4 0-16,0-5 0 0,0-5 0 16,-7 3 0-16,-4 2 0 15,2 3 0-15,-1 3 0 16,0 9 0-16,2 7 0 15,8 18 0-15,-12-4 0 0,12 14 0 16,0 12 0-16,0 7 0 16,10 9 0-16,-3 6 0 15,6 1 0-15,6 2 0 16,-1-5 0-16,10 6-9 16,-9-17-22-16,-6 4-53 0,10-7-3 15</inkml:trace>
  <inkml:trace contextRef="#ctx0" brushRef="#br1" timeOffset="22099.3">19079 4336 419 0,'0'0'7'0,"0"0"2"0,-8-13 2 0,8 13 0 15,-5-18 2-15,5 5-1 16,0 6 1-16,0-2 0 15,0 9-10-15,18-13-3 16,-2 13 0-16,0 0 0 0,-1 0 0 16,2 7 0-16,-2 3 0 15,0 1 0-15,-7 1 0 16,1 0-2-16,-5 1-1 16,-2 1-1-16,-2-3 2 0,-6-3-1 15,-1 2 2-15,0 1 0 16,-3-7 0-16,2 4 2 15,1-3 0-15,7-5 0 16,-12 8 0-16,12-8 1 16,0 0-1-16,0 12 1 0,0-12 0 15,14 8-1-15,-1-1 0 16,2-2 0-16,5 4 0 16,-3 0 1-16,0-2-2 15,0 5 0-15,-1-2 0 0,-7 2 0 16,2 1 0-16,-6-1 0 15,-5-1 0-15,-3 0 0 16,-7-1-2-16,-5-2 1 0,-5-1-2 16,-3-1-2-16,2-4-5 15,-9-2-9-15,5-2-38 16,0-1-26-16,2-4-3 0</inkml:trace>
  <inkml:trace contextRef="#ctx0" brushRef="#br1" timeOffset="22383.56">19295 3951 474 0,'0'0'3'0,"0"0"2"16,12-10 0-16,-2 7 2 16,5 1 0-16,6 2 1 15,3 0-6-15,5 12-2 0,6 13 0 16,3 5 0-16,2 12 0 15,-1 8 0-15,-7 9 0 16,-2 8 0-16,-7 4 0 16,-11 1 0-16,-10 3 0 0,-4-3 0 15,-15-1 0-15,-15-6 0 16,-5-5 0-16,-11-6 0 16,-7-9 0-16,-5 0 0 15,-11-1-56-15,-5-7-33 0,-5-10 0 16</inkml:trace>
  <inkml:trace contextRef="#ctx0" brushRef="#br1" timeOffset="22849.93">17290 4048 380 0,'0'0'7'0,"0"0"2"16,-8-10 0-16,8 10 2 15,-19-10 1-15,3 8 1 0,-3 2 1 16,-1 0 0-16,-5 12-5 16,-3 10-2-16,-4 7-1 15,2 11-1-15,0 13-2 16,3 6 0-16,5 7 0 15,7 6-1-15,8 3-1 0,7-1 2 16,14-2-3-16,9-3 0 16,14-4 0-16,11-8 0 15,11-3 0-15,6-9-13 16,14-3-70-16,3-10-2 0</inkml:trace>
  <inkml:trace contextRef="#ctx0" brushRef="#br1" timeOffset="24798.93">20090 4207 380 0,'0'0'7'0,"0"0"1"0,0-14 2 16,0 5 1-16,-3-2 1 0,-3 0 1 15,0 1 1-15,-9-3-1 16,3 3-4-16,-9 5-3 15,2 5-2-15,-1 0-2 16,-3 0 0-16,4 5-1 0,1 3 0 16,6 1 0-16,5 4 0 15,1-1-1-15,6 1 1 16,6 1 0-16,6 1 0 16,6 3 0-16,4-1 0 0,0 1 0 15,3-4-1-15,0 4 1 16,-1-1-1-16,-1-2 1 15,-3 0-1-15,-3-6 0 16,-6 4 1-16,-2 2-1 16,-6-5 0-16,-3 0 0 0,0-1 0 15,-8-1 0-15,-1-3-1 16,-9 0 0-16,-2 0 0 16,-2-3-1-16,2 1 0 0,-5-3 0 15,0 0-1-15,3 0-2 16,-1 0-4-16,8 0-7 15,1 0-24-15,-9-3-41 16,23 3-2-16</inkml:trace>
  <inkml:trace contextRef="#ctx0" brushRef="#br1" timeOffset="25519.27">20406 4216 419 0,'0'0'5'0,"0"0"2"0,-2-9 2 16,2 9 0-16,0 0 1 16,-14-11 0-16,14 11 0 15,-19 0-1-15,9 5-4 0,-5 10-1 16,0 3-3-16,3 1-1 16,-4 8 0-16,7-2 0 15,-1 5 0-15,5-5 0 16,5-3 0-16,3 0 0 0,6-7 0 15,3-2 1-15,4-4 0 16,4-3 0-16,-1-6 0 16,4 0 1-16,-4-6 0 15,1-6 0-15,-4 0 1 0,-2-9-3 16,-1-1 0-16,-6-7 0 16,-2-3 0-16,1-3 0 15,-6-2 0-15,-6 3 0 16,1 0 0-16,-8 7 0 15,-3 2 0-15,-2 8 0 0,-1 8 0 16,-2 6 0-16,-1 3 0 16,2 7 0-16,3 8 0 15,5 5 0-15,3 3 0 0,9-1 0 16,0 6 0-16,9-4 0 16,5 1 0-16,6-3-7 15,8 1-19-15,11-4-56 0,-7-4-4 16</inkml:trace>
  <inkml:trace contextRef="#ctx0" brushRef="#br1" timeOffset="25700.25">20654 4332 422 0,'0'0'4'0,"0"0"1"15,0 0 2-15,0 0-1 16,0 13 0-16,0-13 1 15,0 16 0-15,0 1 0 16,3-1-5-16,-1-1-5 0,5 5-12 16,-7 2-38-16,8-7-27 15,2 1-2-15</inkml:trace>
  <inkml:trace contextRef="#ctx0" brushRef="#br1" timeOffset="26065.89">21109 4109 442 0,'0'0'5'0,"0"0"1"16,0 0 3-16,-6-10 1 15,6 10 0-15,-12-10 1 16,12 10 0-16,-17-4-4 15,5 4-7-15,-6 4 0 16,3 11 0-16,-5 2 0 16,3 6 0-16,-3 4 0 0,3 3 0 15,7 0 0-15,2-1 0 16,8-1 0-16,0-3 0 16,10-3 0-16,8-4 0 15,4-7 0-15,1-1 0 0,4-5 0 16,2-2 0-16,-1-3 0 15,-1 0 0-15,-2-4 0 16,-5-3 0-16,-3 0-14 0,-5-4-56 16,1 8-16-16</inkml:trace>
  <inkml:trace contextRef="#ctx0" brushRef="#br1" timeOffset="26632.46">21459 4109 428 0,'0'0'5'0,"0"0"2"0,0 0 2 16,0-10 1-16,0 10 0 16,0 0 0-16,-12 0 1 0,-1 0 0 15,-7 14-5-15,1 5-2 16,-4 3-4-16,0 3 0 16,4 7 0-16,1 0 0 15,4 1 0-15,9-6 0 0,5 0 0 16,0-4 0-16,10-9 0 15,4 1 0-15,9-8 0 16,-1-2 0-16,4-5 0 16,-5 0 0-16,4-10 0 15,-2-4 0-15,-4-6 0 0,1-5 0 16,-7-5 0-16,-1-2 0 16,-4-3 0-16,-8 0 0 15,0-1 0-15,-5 3 0 0,-7 5 0 16,-9 7 0-16,1 11 0 15,-7 5 0-15,3 5 0 16,-1 5 0-16,2 9 0 16,3 10 0-16,8-3 0 0,7 7 0 15,5-1 0-15,7 1 0 16,9-1 0-16,8-2 0 16,1-4-7-16,9-10-70 15,-1 5-9-15</inkml:trace>
  <inkml:trace contextRef="#ctx0" brushRef="#br1" timeOffset="26999.17">21733 4276 492 0,'0'0'4'0,"0"0"2"0,-8-17 1 16,8 17-5-16,-5-13-2 15,2 5 0-15,1-2 0 0,2 0 0 16,0 10 0-16,7-9 0 16,0 7 0-16,9 2 0 15,-3 2 0-15,1 5 0 0,4 3 0 16,-6 2 0-16,-5 3 0 16,-4 2 0-16,-3 4 0 15,-3-2 0-15,-9 1 0 16,-6 0 0-16,-1-3 0 0,-1 2 0 15,-3-6 0-15,4 2 0 16,1-8 0-16,4 4 0 16,14-11 0-16,-8 12 0 15,8-12 0-15,13 4 0 16,8 2 0-16,4-3 0 0,10 4 0 16,-3-7-23-16,9 0-62 15,-2 4-3-15</inkml:trace>
  <inkml:trace contextRef="#ctx0" brushRef="#br1" timeOffset="27816">16999 5153 336 0,'0'0'6'0,"0"0"3"0,10 0 1 0,0 0 2 0,2 0 1 15,8 2 0-15,8 0 2 16,11 1-1-16,6-2-4 15,17-1-5-15,13 0 1 16,14 0 0-16,20 0-2 0,18-4 0 16,19 0 0-16,11-4-2 15,22 1 1-15,17-1 0 16,8 1-2-16,17-3 1 16,16 0-1-16,11-1 0 0,8 4 0 15,7 0 0-15,3 0 0 16,2-1 0-16,-12 4 1 15,-10-7 1-15,-12 4 1 16,-25-3 1-16,-25 2 0 0,-21-1 1 16,-25-1-4-16,-27 3-2 15,-22-1 0-15,-19 0 0 16,-23 4 0-16,-14-1 0 16,-11 0 0-16,-12 2 0 0,-10 3 0 15,0 0 0-15,-10-3 0 16,10 3 0-16,-18 0 0 15,18 0 0-15,-12 8 0 16,12-8 0-16,-8 12 0 0,6 4-73 16,2-16-15-16</inkml:trace>
  <inkml:trace contextRef="#ctx0" brushRef="#br1" timeOffset="30032.65">17424 5678 338 0,'0'0'8'0,"0"0"3"15,10-15 5-15,-10 15 3 16,13-13 0-16,-13 13 2 0,14-15 1 15,-4 8 0-15,-10 7-7 16,13-3-4-16,-13 3-2 16,5 13-9-16,-5 4 0 0,-3 6 0 15,-4 2 0-15,-4 4 0 16,-1 3 0-16,-3 1 0 16,-2-4 0-16,-3 1 0 15,3-5 0-15,-1-6 0 0,1-2 0 16,2-4 0-16,1-3 0 15,3-3 0-15,11-7 0 16,-10 8 0-16,10-8 0 16,0 0 0-16,15 2 0 0,3-2 0 15,2 0 0-15,10-2 0 16,-1-3 0-16,4 2 0 16,-1 1 0-16,-2-3 0 15,-6 5 0-15,1-2 0 0,-5 2 0 16,-10 0-35-16,0 0-48 15,0 0-3-15</inkml:trace>
  <inkml:trace contextRef="#ctx0" brushRef="#br1" timeOffset="30416.37">17901 5868 488 0,'0'0'4'0,"0"0"1"0,-3-12 2 15,3 12 0-15,-5-15-7 0,5 5 0 16,0 1 0-16,0-2 0 16,0 11 0-16,11-13 0 15,3 12 0-15,-2 1 0 16,6 7 0-16,-3 3 0 0,-2 2 0 15,-1 5 0-15,-5-1 0 16,-1 3 0-16,-1-1 0 16,-5 2 0-16,-3-6 0 0,-2 3 0 15,0-1 0-15,-3-1 0 16,4-3 0-16,1 1 0 16,3-13 0-16,0 11 0 15,10-8 0-15,3-3 0 16,6 0 0-16,6-6 0 0,7 5-13 15,16-6-70-15,-11-4-4 16</inkml:trace>
  <inkml:trace contextRef="#ctx0" brushRef="#br1" timeOffset="30598.99">18398 5717 451 0,'0'0'5'0,"0"0"3"0,0 0 0 16,0 0 1-16,0 0 1 0,0 11 0 15,0 0 0-15,5 4-10 16,2 3 0-16,3 4 0 16,3 6 0-16,2-2 0 15,-2-3-4-15,-4 4-78 16,3-2-4-16</inkml:trace>
  <inkml:trace contextRef="#ctx0" brushRef="#br1" timeOffset="30749.44">18395 5802 424 0,'0'0'5'16,"0"0"0"-16,0-8 1 15,0 8-1-15,13-10 1 16,-1 5-4-16,8 3-5 0,3-3-19 16,-9 5-54-16,16 0-2 15</inkml:trace>
  <inkml:trace contextRef="#ctx0" brushRef="#br1" timeOffset="31132.21">18790 5739 441 0,'0'0'4'0,"0"0"2"15,0 0 1-15,-12-11 3 16,-1 8 0-16,-1 0 1 16,-6 3 0-16,-2 0 0 0,-1 0-11 15,-2 10 0-15,5 3 0 16,6 1 0-16,2 4 0 15,8 2 0-15,4-1 0 16,4-4 0-16,10 0 0 16,6-8 0-16,2-1 0 0,3-6 0 15,0-3 0-15,0-5 0 16,0-6 0-16,-6-6 0 16,-3-2 0-16,-9-6 0 0,0-1 0 15,-7-3 0-15,0-4 0 16,0 7 0-16,-7 0 0 15,-3 4 0-15,6 5 0 16,-5 12 0-16,9 8 0 0,-9 5 0 16,6 15 0-16,3 8 0 15,0 1 0-15,10 6 0 16,1 2 0-16,1 0 0 16,0-7 0-16,10 2-11 0,3-5-73 15,0-10-3-15</inkml:trace>
  <inkml:trace contextRef="#ctx0" brushRef="#br1" timeOffset="31583.55">19017 5698 434 0,'0'0'7'0,"0"0"2"0,0 0 2 0,-6-10 2 15,6 10 0-15,-7-10 0 0,7 10-2 16,0-15-11-16,0 15 0 15,0-13 0-15,11 8 0 16,1 5 0-16,2 0 0 16,4 0 0-16,-4 3 0 0,4 4 0 15,0 1 0-15,-6 2 0 16,-5-1 0-16,4 4 0 16,-9-3 0-16,-2 0 0 15,-2 3 0-15,-6-5 0 0,3 1 0 16,5-9 0-16,-15 16 0 15,15-16 0-15,-4 13 0 16,4-13 0-16,0 15 0 0,0-15 0 16,14 15 0-16,-4-8 0 15,5 4 0-15,-3-4 0 16,1 0 0-16,-1 3 0 16,0-3 0-16,1 3 0 0,-6 3 0 15,-4-3 0-15,-1 0 0 16,-2 0 0-16,-7 0 0 15,-7-6 0-15,-4 4 0 16,-3-2 0-16,0-6 0 16,1 0-62-16,-3-4-22 0,0-3-3 15</inkml:trace>
  <inkml:trace contextRef="#ctx0" brushRef="#br1" timeOffset="31833.16">19344 5385 458 0,'0'0'2'0,"0"0"2"0,0 0 1 0,16 3 3 0,-9 7 1 15,7 2 1-15,4 3 0 16,7 10-5-16,0 4-5 16,-1 9 0-16,4 6 0 15,-6 6 0-15,4 6 0 0,-12 2 0 16,-6 1 0-16,-8 5 0 15,-8-6 0-15,-9-1 0 16,-15-6 0-16,-9-6 0 16,2-6-40-16,-10-3-46 0,-8-7-4 15</inkml:trace>
  <inkml:trace contextRef="#ctx0" brushRef="#br1" timeOffset="32949.32">17270 5417 360 0,'0'0'6'0,"0"0"4"15,2-12 2-15,-2 12 0 0,-2-13 1 16,2 13 2-16,-23-7 0 16,4 10 2-16,-3 12-5 0,-6 10-3 15,-4 11 0-15,0 14-2 16,-3 9-1-16,3 6-1 16,7 4-2-16,4 6-3 15,9-4 0-15,10-1 0 0,7-3 0 16,14-8 0-16,11-7 0 15,18-5 0-15,9-10 0 16,17-2-14-16,0 2-50 16,21-16-19-16,9-10-2 0</inkml:trace>
  <inkml:trace contextRef="#ctx0" brushRef="#br1" timeOffset="39649.37">19976 5628 331 0,'0'0'9'0,"0"0"4"0,7-11 4 16,-7 11 2-16,12-14 1 16,-4 4 2-16,0-2 0 15,-1-1 1-15,-5 1-8 0,1 3-4 16,-3 9-2-16,-5-13-9 16,-7 10 0-16,-4 3 0 15,-3 5 0-15,-4 6 0 0,1 3 0 16,-6 6 0-16,3 2 0 15,1 0 0-15,2 6 0 16,6-3 0-16,7 2 0 16,6-3 0-16,3-4 0 15,12-2 0-15,11-3 0 0,7-3 0 16,4-2 0-16,9-5 0 16,4-3 0-16,-2 1 0 15,3-3 0-15,1 0-17 16,8 0-66-16,-17-8-2 15</inkml:trace>
  <inkml:trace contextRef="#ctx0" brushRef="#br1" timeOffset="40132.44">20460 5539 432 0,'0'0'6'16,"0"0"0"-16,-3-10 3 0,3 10 1 15,-9-2 1-15,2 2 0 16,-6 0 0-16,-2 7 1 16,2 6-9-16,-4 6-3 15,-1 6 0-15,4 0 0 0,-1 4 0 16,3 1 0-16,7-2 0 16,0-2 0-16,5-1 0 15,2-5 0-15,8-8 0 16,3 0 0-16,4-6 0 15,3-6 0-15,-1 0 0 0,4-6 0 16,-3-3 0-16,-1-3 0 16,-1-4 0-16,-3-3 0 15,-5-3 0-15,-3-3 0 16,-7-3 0-16,0-1 0 0,-4 2 0 16,-6 0 0-16,-8 4 0 15,0 3 0-15,-1 8 0 16,-6 2 0-16,0 5 0 15,0 5 0-15,1 5 0 0,1 5 0 16,6 2 0-16,5 3 0 16,7 2 0-16,5 1 0 15,2 2 0-15,8-3 0 0,10 0 0 16,2-2 0-16,7-5 0 16,4-2 0-16,7 2-10 15,-3-8-75-15,0-2-2 16</inkml:trace>
  <inkml:trace contextRef="#ctx0" brushRef="#br1" timeOffset="40318.08">20706 5659 423 0,'0'0'7'0,"0"0"2"0,0 0 2 15,0 0 0-15,0 11 2 16,0-1-1-16,3 5 1 15,2 0-1-15,-3 4-12 16,6 1 0-16,-1 3 0 0,1-6-5 16,6-14-61-16,-2 16-18 15</inkml:trace>
  <inkml:trace contextRef="#ctx0" brushRef="#br1" timeOffset="42099.4">21362 5522 417 0,'0'0'6'0,"0"0"2"0,0-15 2 0,0 15 0 16,-4-10 2-16,-5 5 0 15,-3-1 1-15,-5 6 0 16,-5 3-5-16,-1 5-6 0,1 4-2 16,-3 3 0-16,5 5 0 15,0 0 0-15,8 2 0 16,4 1 0-16,6-7 0 15,2 4 0-15,10-2 0 0,5-6 0 16,7-2 0-16,6-3 0 16,6-1 0-16,3-6 0 15,3 2 0-15,-2-2-22 0,4-2-61 16,-3-1-2-16</inkml:trace>
  <inkml:trace contextRef="#ctx0" brushRef="#br1" timeOffset="42549.84">21658 5440 436 0,'0'0'5'0,"0"0"1"16,-12 0 2-16,2 0 1 0,-3 5 0 16,1 4 0-16,-4 7 1 15,2 0 1-15,1 7-5 16,1 2-4-16,5 0-2 15,4 2 0-15,3-2 0 16,5-1 0-16,5-4 0 0,5-5 0 16,7-5 0-16,0-2 0 15,4-8 0-15,3 0 0 16,-1-3 0-16,-2-7 0 0,0-2 0 16,-6-6 0-16,-3-2 0 15,-5-4 0-15,-4-4 0 16,-8-4 0-16,0 0 0 15,-10 1 0-15,-4-2 0 0,-7 8 0 16,-4 5 0-16,-2 4 0 16,-5 8 0-16,4 8 0 15,-4 2 0-15,4 12 0 16,2 7 0-16,11-2 0 16,7 6 0-16,6 0 0 0,7 4 0 15,9-6 0-15,11-1 0 16,7 0 0-16,8-2 0 15,-2-9-22-15,6-4-62 0,2 0-4 16</inkml:trace>
  <inkml:trace contextRef="#ctx0" brushRef="#br1" timeOffset="42915.6">21968 5541 479 0,'0'0'5'0,"0"0"1"15,-10-7 1-15,10 7 1 16,-14-10-2-16,14 10-6 16,-15-13 0-16,15 13 0 0,0-14 0 15,0 14 0-15,20-11 0 16,-3 9 0-16,5 2 0 16,3 0 0-16,-2 2 0 0,-1 9 0 15,-7-1 0-15,-3 5 0 16,-10 2 0-16,-2 0 0 15,-4 3 0-15,-13 2 0 16,-3-3 0-16,-1 2 0 0,-6 0 0 16,3-5 0-16,1 1 0 15,1-4 0-15,7-1 0 16,5-4 0-16,10-8 0 16,0 10 0-16,17-10 0 0,16 0 0 15,-4-3 0-15,16 0 0 16,0-9 0-16,2 5-55 15,10-3-33-15</inkml:trace>
  <inkml:trace contextRef="#ctx0" brushRef="#br1" timeOffset="43517.41">22522 4991 455 0,'0'0'4'0,"0"0"3"16,0 0 0-16,0 0 2 16,6-5 0-16,-6 5 0 0,14-9 2 15,2 4-11-15,5-3 0 16,4 3 0-16,1 0 0 16,11 5 0-16,-5-2-28 15,2 2-56-15,-4 5-4 16</inkml:trace>
  <inkml:trace contextRef="#ctx0" brushRef="#br1" timeOffset="43649.01">22572 5115 387 0,'0'0'6'0,"0"0"4"0,0 0 1 16,7 10 1-16,6-10 0 16,4 0 0-16,6 0 1 15,9 0-1-15,0-5-11 16,14 5-19-16,10-5-61 0,-11-5-1 15</inkml:trace>
  <inkml:trace contextRef="#ctx0" brushRef="#br1" timeOffset="44332.69">23646 4248 457 0,'0'0'5'16,"0"-10"2"-16,0 10 1 15,-5-10 1-15,5 10 0 16,-7-10 0-16,7 10-2 0,0 0-7 16,-8 18 0-16,8-1 0 15,0 10 0-15,0 8 0 16,0 3 0-16,0 1 0 15,0 1 0-15,0 0 0 0,2-9 0 16,-2 0 0-16,2-6 0 16,-2-8 0-16,0-5 0 15,0-12 0-15,0 0 0 16,-4-3 0-16,-4-12 0 16,4-7 0-16,-1-5 0 0,0-8 0 15,2-3 0-15,0-6 0 16,3-3 0-16,6-3 0 15,4 3 0-15,2 3 0 0,5 5 0 16,3 4 0-16,2 7 0 16,3 6 0-16,3 9 0 15,-1 9 0-15,1 4 0 16,1 13 0-16,-4 6 0 0,0 3 0 16,-10 6 0-16,-5 4 0 15,-6 0 0-15,-4-2 0 16,-9 3 0-16,-11-10 0 15,-5 2 0-15,-2-4 0 0,0-4 0 16,-3-5 0-16,5 2-15 16,-5 4-45-16,10-13-26 15,8 0-2-15</inkml:trace>
  <inkml:trace contextRef="#ctx0" brushRef="#br1" timeOffset="44765.97">24036 4417 436 0,'0'0'3'0,"0"0"-1"0,0 0 1 0,0 0 0 15,-8 10 1-15,8-10 0 0,-7 12 0 16,7-12 1-16,0 18-2 15,0-18 0-15,9 11 0 16,2-3 0-16,6-6 1 0,-2-2 0 16,0 0 0-16,3 0 2 15,-4-10-1-15,-1 1 0 16,-3-3 2-16,-3-3-7 16,-2 0 0-16,-2 0 0 15,-1 2 0-15,-2 3 0 0,0 10 0 16,0-9 0-16,0 9 0 15,0 8 0-15,0 6 0 16,3 5 0-16,2 2 0 16,-3 6 0-16,3 0 0 0,-5 3 0 15,0-1 0-15,0-1 0 16,-5-3 0-16,-2 0 0 16,-6-6 0-16,-2 3-16 0,-7 6-54 15,-1-16-16-15</inkml:trace>
  <inkml:trace contextRef="#ctx0" brushRef="#br1" timeOffset="45099.15">23335 4851 423 0,'0'0'3'0,"0"0"1"15,0 0 4-15,0 0-1 16,0 0 4-16,5 0 1 16,10 0 2-16,10 0 0 0,13 0-1 15,11 0-11-15,8 0-2 16,15 0 0-16,10 0 0 16,5 0 0-16,5 0 0 15,0-3 0-15,-2 3 0 0,-4 0 0 16,-4-3 0-1,-13 3 0-15,-14-3 0 0,-7 3 0 16,-18-2 0-16,-6 2 0 16,-11 0 0-16,-13 0 0 0,0 0-4 15,0 8-85-15,-20-3-2 16</inkml:trace>
  <inkml:trace contextRef="#ctx0" brushRef="#br1" timeOffset="45615.51">23641 5165 480 0,'0'0'3'0,"0"0"-1"15,0 0 1-15,0 7-1 16,0 3 1-16,0 3 0 15,5 3 0-15,0 7 0 0,2 4-3 16,-2 3 2-16,5 2 0 16,2 5 0-16,-3-2 1 15,5-2-3-15,-5-1 0 0,0-8 0 16,-4-4 0-16,2 0 0 16,-7-5 0-16,0-15 0 15,-5 12 0-15,-2-12 0 16,-6-3 0-16,3-4 0 15,-5-3 0-15,3-7 0 0,-1-5 0 16,3-6 0-16,3-4 0 16,7 0 0-16,0-8 0 15,7 1 0-15,6 2 0 16,4 2 0-16,3 3 0 0,3 7 0 16,6 5 0-16,0 3 0 15,4 10 0-15,2 4 0 16,-2 6 0-16,-6 9 0 15,-5 3 0-15,-2 5 0 0,-11 2 0 16,-9 3 0-16,-4 2 0 16,-13-5 0-16,-3 3 0 15,-8-5 0-15,1-3 0 0,-6-3-8 16,4-3-19-16,-8-1-59 16,15-3 0-16</inkml:trace>
  <inkml:trace contextRef="#ctx0" brushRef="#br1" timeOffset="46099.34">24011 5420 479 0,'0'0'4'0,"0"0"2"0,0 0 1 15,0-5 1-15,0 5-1 16,0 0-7-16,15-12 0 0,-5 9 0 16,5 3 0-16,0-2 0 15,2 2 0-15,-6 2 0 16,5 5 0-16,-4 3 0 16,-3 5 0-16,-7-2 0 0,-2 2 0 15,-5 3 0-15,-5-4 0 16,-2 1 0-16,-1 0 0 15,-2-6 0-15,5-1 0 16,-5-3 0-16,5-2 0 0,10-3 0 16,0 0 0-16,-7-8 0 15,10-7 0-15,6 0 0 16,6-8 0-16,5 7 0 16,3-12 0-16,-1 9 0 15,0-1 0-15,-2 2 0 0,-2 3 0 16,-4 5 0-16,-4 9 0 15,-10 1 0-15,5 4 0 16,-2 9 0-16,0 3 0 0,1 2 0 16,6 4 0-16,5 3 0 15,7 2 0-15,8-7 0 16,10-7-61-16,12 9-28 16</inkml:trace>
  <inkml:trace contextRef="#ctx0" brushRef="#br1" timeOffset="48167.18">16857 5048 166 0,'0'0'4'0,"0"0"2"0,0 0-1 16,0 0 3-16,0 0 3 15,6 0 3-15,-6 0 2 16,12-2 1-16,0-6 0 0,6-2-1 16,11-2 0-16,11-6-1 15,10-6-2-15,12-8-2 16,17-7-2-16,13-9-3 0,11-4 0 16,18-8-1-16,1-4 0 15,12-5 1-15,8-6-1 16,6-1 1-16,4-5 0 15,8 1 0-15,-6-2 1 16,5 0-1-16,-5 3-1 0,-5 0 0 16,-13 12-2-16,-14 3 0 15,-16 9 1-15,-19 13 0 16,-20 4 2-16,-19 12-2 16,-17 6 0-16,-9 7 0 0,-22 13-1 15,7-8-1-15,-7 8-2 16,-18 0-4-16,7 8-8 15,-2 2-9-15,-5-3-51 16,6 11-5-16</inkml:trace>
  <inkml:trace contextRef="#ctx0" brushRef="#br1" timeOffset="49099.46">16902 6577 222 0,'0'0'6'0,"0"0"5"0,0 0 2 0,0 0 3 16,-8-8 1-16,8 8 2 15,0 0 1-15,0 0 1 16,6-5-5-16,3 2-2 0,7-1-3 16,3 0-3-16,9-5-1 15,4-3-1-15,11-1-2 16,3-6-1-16,12-1-1 16,6-10 0-16,14-2 1 15,11-7-1-15,10-8 2 0,8-3 0 16,12-7 1-16,10-2 0 15,8-3-1-15,2-3 1 16,3 4-2-16,-6 0 0 0,-1 3-2 16,-4 3 1-16,-5 5-3 15,-8 3 1-15,-14 5-1 16,-1 2 0-16,-20 8 1 16,-8 5 0-16,-15 2 0 15,-16 8-1-15,-11 2 2 0,-11 3-1 16,-10 7 0-16,-12 5 1 15,0 0 0-15,0 0-1 16,0 0 0-16,-12-3 1 0,12 3-1 16,-13 5 0-16,13-5-2 15,-12 10-4-15,12-10-14 16,-27 13-56-16,24-3-1 16</inkml:trace>
  <inkml:trace contextRef="#ctx0" brushRef="#br1" timeOffset="50799.19">20940 6086 97 0,'0'0'10'0,"0"0"1"15,0 0 4-15,0 0 2 16,0 0 3-16,0 0 3 15,-10 0 3-15,10 0-2 0,0 0-3 16,-13 3-3-16,13-3-2 16,-10 2-2-16,10-2 0 0,0 0-3 15,-11 7-1-15,11-7 0 16,0 0 1-16,-11 6-2 16,11-6 2-16,0 0-2 15,-10 5 1-15,10-5 0 0,0 0-1 16,0 0 0-16,0 0-1 15,0 0 0-15,7-11-1 16,9-1 1-16,11-5 0 16,3-8 0-16,17-5-1 0,10-4 0 15,17-8-1-15,9-4 0 16,6 0-3-16,13-8-3 16,3 1 0-16,3 2 0 15,0 4 0-15,-4 2 0 16,-7 0 0-16,-8 8 0 0,-9 5 0 15,-15 3 0-15,-11 6 0 16,-14 6 0-16,-9 2 0 16,-11 2 0-16,-7 4 0 15,-13 9 0-15,3-13 0 0,-3 13 0 16,-5-4 0-16,5 4 0 16,-13 0 0-16,13 0 0 15,-14 0 0-15,14 0 0 0,-10 8 0 16,10-8-10-16,-11 17-19 15,20-9-55-15,-9 3-3 16</inkml:trace>
  <inkml:trace contextRef="#ctx0" brushRef="#br1" timeOffset="51650.26">20900 4729 215 0,'0'0'6'0,"0"0"4"0,0 0 3 16,0 0 5-16,0 0 1 15,0 0 3-15,-7-6 1 16,7 6 0-16,0 0-2 15,0 0-3-15,0 0-3 0,0-9-1 16,0 9-2-16,14-15 0 16,4 0 0-16,2-5-1 15,9-5 1-15,14-9-2 16,11-5 0-16,19-11-1 0,11-2-3 16,18-8-6-16,12-2 0 15,8-2 0-15,2 2 0 16,-2 5 0-16,-8 5 0 15,-15 8 0-15,-14 7 0 0,-20 6 0 16,-15 7 0-16,-18 9 0 16,-9 0 0-16,-15 10 0 15,-8 5 0-15,0 0 0 16,0 0 0-16,-12 2 0 16,0 6 0-16,3 5 0 0,-5-1 0 15,2 5 0-15,0-4 0 16,-3 3-73-16,8 5-16 15</inkml:trace>
  <inkml:trace contextRef="#ctx0" brushRef="#br1" timeOffset="53265.34">19116 7092 465 0,'0'0'4'0,"5"-14"3"0,0 1 1 16,0-5 1-16,3 1 1 16,-3 0-2-16,-1-5-8 15,0 5 0-15,0 2 0 16,-4 15 0-16,0 0 0 15,0 25 0-15,0 7 0 16,0 7 0-16,2 10 0 0,0 3 0 16,1 8 0-16,3-2 0 15,1 0 0-15,-2-5 0 16,2-7 0-16,4-3 0 0,-2-6 0 16,1-6 0-16,-5-6 0 15,-3-2-87-15,6-8-3 16</inkml:trace>
  <inkml:trace contextRef="#ctx0" brushRef="#br1" timeOffset="53965.99">19011 7374 458 0,'0'0'4'0,"0"0"1"0,0 0 1 15,0 0 0-15,6-7 0 16,6 1-1-16,4 5 2 15,5-5-1-15,4 5-6 16,7-2-2-16,5 0-6 0,9 3-5 16,-2 0-3-16,4-3-2 15,-4-1 0-15,-5 2 2 16,2-1 5-16,-11-4 7 16,-5-1 6-16,-11-2 7 0,2 3 5 15,-16 7 2-15,2-15 1 16,-2 15-2-16,-11-5-3 15,-1 5-4-15,-4 0-2 16,3 5-2-16,-3 4-2 0,4 7 0 16,0-1-2-16,4 4 1 15,3-2-1-15,5 4 0 16,0-4 0-16,7 0 0 16,4-5 0-16,-4-1 0 0,5-6 1 15,1-3 0-15,-1-2 0 16,-1-5 2-16,3-5-3 15,-4-5 0-15,3 3 0 16,-1-6 0-16,1-2 0 0,-3 4 0 16,-1 1 0-16,-2 2 0 15,-1 1 0-15,-6 12 0 16,0 0 0-16,12-3 0 16,-9 8 0-16,-1 8 0 0,5 3 0 15,-1 0 0-15,-4 3 0 16,6-1 0-16,-1-6 0 15,-2 1 0-15,2-4 0 16,-7-9 0-16,13 3 0 0,-13-3 0 16,14-7 0-16,-3-3 0 15,-1-5 0-15,2-1 0 16,1-3 0-16,-1 2 0 0,1 5 0 16,-1-1 0-16,-3 3 0 15,-1 2 0-15,-8 8 0 16,12 0 0-16,-12 0 0 15,10 13 0-15,-4-1 0 16,-2-2 0-16,2 5 0 0,1 2-2 16,0-5-8-16,6 4-11 15,-6 9-57-15,8-16-7 16</inkml:trace>
  <inkml:trace contextRef="#ctx0" brushRef="#br1" timeOffset="55716">20192 7203 267 0,'0'0'7'16,"0"0"6"-16,0 0 3 0,0 0 3 16,0-6 1-16,0 6 0 15,0 0 4-15,0 0-3 16,0 0-6-16,0 0-6 0,0 0-2 16,0 0-3-16,0 0-3 15,0 0 1-15,0 0-1 16,0 0 1-16,0 0 2 15,0 0 0-15,0 0 2 0,0 0 0 16,0 0 1-16,0 0 0 16,0 0 0-16,0 0-1 15,0 0 0-15,0 0-1 16,0 0 0-16,0 0-5 0,0 0 0 16,0 0 0-16,0 0 0 15,0 0 0-15,0 0 0 16,-5 9 0-16,-3 1 0 15,1 5 0-15,2 3 0 0,-4 0 0 16,0 6 0-16,0 5 0 16,1-5 0-16,6 1 0 15,2 3 0-15,0-3 0 0,5 0 0 16,4-6 0-16,5-2 0 16,0-1 0-16,1-4 0 15,2-5 0-15,3-4 0 16,-4 0 0-16,8-3 0 15,-4-3 0-15,-3-7 0 16,1-2 0-16,-4-6 0 0,1-2 0 16,-2-5 0-16,-6-4 0 15,-4 0 0-15,0-5 0 16,-3 3 0-16,-3-1 0 0,-5 1 0 16,-4 5 0-16,-3 3 0 15,-2 3 0-15,-3 6 0 16,0 3 0-16,-2 4 0 15,-3 5 0-15,2 2 0 0,-1 5 0 16,4 6 0-16,-3 3 0 16,11 6 0-16,-1-1 0 15,8 1 0-15,5 2 0 0,5-2 0 16,8-3 0-16,4 1 0 16,8-3 0-16,2-8 0 15,3 0 0-15,0-2 0 16,0-5 0-16,-3 0 0 0,1 0 0 15,-4-5 0-15,-6 3 0 16,-4-3 0-16,-3 2 0 16,-11 3 0-16,9-7 0 15,-9 7-40-15,0 0-46 16,0 0-2-16</inkml:trace>
  <inkml:trace contextRef="#ctx0" brushRef="#br1" timeOffset="55983.34">20609 7378 479 0,'0'0'1'0,"0"0"2"16,0 0 0-16,5 14 0 15,1-4 1-15,-4 2-1 16,0 5 1-16,3 1 0 0,0 1-1 16,-3 6-1-16,2-2-3 15,-4-1-2-15,4 0-7 16,-4-7-25-16,0 2-48 0,6-4-1 16</inkml:trace>
  <inkml:trace contextRef="#ctx0" brushRef="#br1" timeOffset="56216.24">21121 7221 505 0,'0'0'3'16,"0"0"0"-16,0 0-3 15,0 0 0-15,0 0 0 16,0 0 0-16,7 3 0 16,-7-3 0-16,18 0 0 0,-1 0 0 15,-4-3 0-15,9 3-79 16,3 0-10-16</inkml:trace>
  <inkml:trace contextRef="#ctx0" brushRef="#br1" timeOffset="56382.28">21099 7340 467 0,'0'0'0'0,"0"0"2"16,0 0 0-16,0 0 2 0,0 0 0 15,15 7 1-15,-1-7-1 16,4 0 1-16,10 0-6 16,-1-7-26-16,8 2-51 15,9-5-5-15</inkml:trace>
  <inkml:trace contextRef="#ctx0" brushRef="#br1" timeOffset="57015.99">22092 6671 487 0,'0'0'4'0,"0"0"2"15,-2-12 1-15,2 12 0 16,-3-11-7-16,3 11 0 16,0 0 0-16,-4 6 0 15,4 16 0-15,0 2 0 0,0 14 0 16,7 4 0-16,-1 6 0 16,3 3 0-16,-2-2 0 15,7-2 0-15,-5-6 0 0,-2-7 0 16,1-12 0-16,-4-5 0 15,-4-7 0-15,0-10 0 16,0 0 0-16,-9-14 0 16,2-4 0-16,-3-7 0 0,-1-1 0 15,2-9 0-15,1-5 0 16,-2-3 0-16,7 2 0 16,1-2 0-16,0 1 0 15,2 8 0-15,9 2 0 16,4 10 0-16,8 4 0 15,3 8 0-15,3 8 0 0,2 2 0 16,4 10 0-16,-5 4 0 16,-3 6 0-16,-9 7 0 15,-5 3 0-15,-11 0 0 0,-2 2 0 16,-14 0 0-16,-1-4 0 16,-8-1 0-16,0-3 0 15,3-6-17-15,2-13-65 16,3 7-3-16</inkml:trace>
  <inkml:trace contextRef="#ctx0" brushRef="#br1" timeOffset="57415.52">22384 6916 439 0,'0'0'4'0,"0"0"2"15,0 0 0-15,0 0 1 16,0 7-1-16,0-7 1 15,-5 13 0-15,2-3 0 0,3 0-4 16,0 0-2-16,3 5 1 16,6-5-1-16,3-1 1 15,6 0 0-15,0-5 1 16,-1-4 0-16,5 0 0 0,-7-4-1 16,3-6-2-16,-6-4 0 15,-2 3 0-15,-5-2 0 16,-2 3 0-16,-3 0 0 0,0 0 0 15,0 10 0-15,0 0 0 16,0 0 0-16,-8 5 0 16,6 7 0-16,-1 8 0 15,0 3 0-15,1 3 0 0,-1 2 0 16,1 2 0-16,0 2 0 16,-3-7 0-16,0 4-8 15,-2-2-53-15,-2-6-25 16,-3-4-1-16</inkml:trace>
  <inkml:trace contextRef="#ctx0" brushRef="#br1" timeOffset="57666.14">21871 7350 414 0,'0'0'6'16,"0"0"1"-16,11 0 1 15,3 0 2-15,7 0 2 16,13 0 1-16,6-3 1 0,15-2 1 16,9 1-5-16,8-2-8 15,8 2-2-15,9-4 0 16,-2 3 0-16,-5-3 0 16,-2 1 0-16,-13 4 0 0,-5 1 0 15,-15 2 0-15,-10 0 0 16,-16-3 0-16,-7 3 0 15,-14 0-26-15,-10 5-59 16,0 1-5-16</inkml:trace>
  <inkml:trace contextRef="#ctx0" brushRef="#br1" timeOffset="58149.32">22229 7603 445 0,'0'0'3'0,"0"0"0"16,0 12 1-16,0 1 1 15,0 3 0-15,0 7 1 16,0 4 1-16,0 6-1 0,0-2-1 16,3 4-2-16,-1 2 2 15,1-2-2-15,-1-6 0 16,0-1 0-16,-2-8-1 15,0-5 1-15,0-3-3 16,0-12 0-16,-4 12 0 0,4-12 0 16,0 0 0-16,-10-12 0 15,8 2 0-15,-6-7 0 16,3-3 0-16,2-5 0 16,-2-2 0-16,3 0 0 0,2-6 0 15,0 1 0-15,2 5 0 16,6-2 0-16,7 4 0 15,-1 5 0-15,4 4 0 16,3 4 0-16,-2 6 0 0,3 6 0 16,-1 0 0-16,-7 10 0 15,-2 4 0-15,-4 5 0 16,-3 1 0-16,-5 3 0 16,-2 1 0-16,-9-1 0 0,-1-3-2 15,-2-6-20-15,-2 4-62 16,2-8-3-16</inkml:trace>
  <inkml:trace contextRef="#ctx0" brushRef="#br1" timeOffset="58583.71">22453 7800 464 0,'0'0'5'0,"0"0"1"0,0 0 3 16,0 0 0-16,0 0 1 15,13-4-2-15,-13 4-8 16,17-3 0-16,-4 3 0 16,1 0 0-16,1 7 0 0,-2 3 0 15,3 4 0-15,-3 0 0 16,-5 5 0-16,-1-1 0 16,-7 4 0-16,0-5 0 15,-7 3 0-15,-5-5 0 0,-4 0 0 16,4-7 0-16,-1-1 0 15,4-2 0-15,-1-5 0 16,10 0 0-16,-7-8 0 0,7-4 0 16,7-5 0-16,7-2 0 15,4-6 0-15,5-3 0 16,1 0 0-16,-2 6 0 16,1 3 0-16,-6 4 0 0,-3 5 0 15,-3 7 0-15,-11 3 0 16,5 15 0-16,-5 5 0 15,2-1 0-15,2 4 0 16,3 4 0-16,10 1 0 16,-4-9-16-16,3 1-68 0,16-8-3 15</inkml:trace>
  <inkml:trace contextRef="#ctx0" brushRef="#br1" timeOffset="60765.53">19178 8787 397 0,'0'0'8'0,"0"-13"4"16,0 13 1-16,0-15 2 15,0 7 1-15,0 8 0 0,0-14-1 16,0 14 2-16,-9 0-15 15,-2 6-2-15,-1 10 0 16,-3 7 0-16,0 7 0 0,2 4 0 16,1 6 0-16,0 2 0 15,4-5 0-15,6 5 0 16,2-7 0-16,2-1 0 16,6-9 0-16,4-5 0 15,6-5 0-15,-1-8 0 0,8-4 0 16,0-3 0-16,0-10 0 15,5-8 0-15,-6-4 0 16,3-3 0-16,-9-4 0 0,1-9 0 16,-8-1 0-16,-6-6 0 15,-5 1 0-15,-7-1 0 16,-10 1 0-16,1 6 0 16,-6 4 0-16,-3 9 0 15,-3 5 0-15,-2 7 0 0,5 13 0 16,4 0 0-16,0 13 0 15,7 5 0-15,1 4 0 16,8 5 0-16,5 3 0 16,5 2 0-16,8 0 0 0,6 0 0 15,5-7 0-15,7-3 0 16,4-4 0-16,-3-3 0 16,5-8 0-16,-1-4 0 0,-2-1-8 15,8-2-76-15,-9 0-3 16</inkml:trace>
  <inkml:trace contextRef="#ctx0" brushRef="#br1" timeOffset="60982.63">19593 8957 476 0,'0'0'2'0,"0"0"2"0,0 0 1 15,0 0 1-15,2 15 0 16,1-2 1-16,0-1-2 16,2 5-5-16,-3 3 0 15,3 3 0-15,2 1 0 0,-2-4 0 16,6 0-45-16,-4 0-37 16,0-5-4-16</inkml:trace>
  <inkml:trace contextRef="#ctx0" brushRef="#br1" timeOffset="61199.33">19928 8891 493 0,'0'0'5'16,"0"0"1"-16,0-9 1 15,0 9-7-15,11-11 0 16,-11 11 0-16,19-13 0 15,-6 8 0-15,2 3 0 0,5 2 0 16,-6 0-2-16,11 2-84 16,-2 8-2-16</inkml:trace>
  <inkml:trace contextRef="#ctx0" brushRef="#br1" timeOffset="61332.61">19921 9069 436 0,'0'0'5'16,"0"0"3"-16,0 0 2 0,7 5 1 15,-7-5 1-15,13 0-1 16,2 0 1-16,5 0-6 16,-3-7-6-16,15 3-14 15,13 0-66-15,-15-4-4 16</inkml:trace>
  <inkml:trace contextRef="#ctx0" brushRef="#br1" timeOffset="61582.99">20408 8690 492 0,'0'0'4'0,"0"0"3"15,0-10 1-15,0 10-8 16,0 0 0-16,0 0 0 16,0 0 0-16,0 5 0 0,0 15 0 15,5 4 0-15,-2 11 0 16,1 5 0-16,7 5 0 15,-4-1 0-15,0 1 0 16,1-3 0-16,-4-8 0 0,5-1-22 16,0-6-64-16,-9-7-4 15</inkml:trace>
  <inkml:trace contextRef="#ctx0" brushRef="#br1" timeOffset="61716.08">20388 8987 455 0,'0'0'5'0,"0"-12"2"0,-2 2 2 16,2-2 0-16,-3-1 0 15,3-2 1-15,0-3-3 16,3 4-7-16,6-1 0 16,12 8 0-16,1-1-35 0,10 6-47 15,10 2-3-15</inkml:trace>
  <inkml:trace contextRef="#ctx0" brushRef="#br1" timeOffset="62216.87">20806 8831 442 0,'0'0'5'0,"0"0"1"0,-8 0 3 15,-4 0 2-15,0 2-1 16,-4 1 1-16,-1 2 0 16,0 5-5-16,-4 0-6 0,12 5 0 15,-3 2 0-15,1 0 0 16,6 5 0-16,5-4 0 16,0 2 0-16,3-3 0 15,4-3 0-15,1-3 0 0,4-9 0 16,-5 1 0-16,6-3 0 15,-1-3 0-15,1-7 0 16,2-4 0-16,0-1 0 16,-3-5 0-16,0 3 0 15,1-1 0-15,-3 1 0 0,-3 5 0 16,1 3 0-16,-8 9 0 16,10 0 0-16,-10 0 0 15,10 14 0-15,-6-3 0 0,-1 7 0 16,5 0 0-16,-1-4 0 15,-2 1 0-15,2-2 0 16,2-4 0-16,-9-9 0 16,14 7 0-16,-7-7 0 0,6-1 0 15,-3-9 0-15,-1-5 0 16,7 3 0-16,-2-6 0 16,4 1 0-16,-5-1 0 15,4 4 0-15,-5 0 0 0,-1 10 0 16,-2 2 0-16,1 2 0 15,-10 0 0-15,10 12 0 16,-10 3 0-16,3 0 0 16,-1 2 0-16,1-5 0 15,1 4-13-15,-4-3-45 0,8-2-26 16,2-8-2-16</inkml:trace>
  <inkml:trace contextRef="#ctx0" brushRef="#br1" timeOffset="62433.19">21161 8650 496 0,'0'0'4'0,"0"0"2"0,0 0-1 16,0 0-5-16,0 0 0 15,0 0 0-15,9-9 0 16,-9 9 0-16,21 0 0 15,-8 0 0-15,6 0 0 0,-4 4-72 16,4 0-15-16</inkml:trace>
  <inkml:trace contextRef="#ctx0" brushRef="#br1" timeOffset="62616.86">21447 8554 469 0,'0'0'5'0,"0"0"0"15,0 0 1-15,0 0 0 0,0 9 1 16,0 6 0-16,0 0-1 16,5 5-6-16,-5-1 0 15,2 9 0-15,1 2 0 16,2-1-8-16,-3 6-73 0,0-10-4 16</inkml:trace>
  <inkml:trace contextRef="#ctx0" brushRef="#br1" timeOffset="63049.23">21942 8403 396 0,'0'0'7'0,"2"-10"2"0,-2-1 3 16,0 4 2-16,0 7-1 15,-15-15 1-15,3 15 0 16,-4 6 1-16,-5 13-8 0,-9 11-2 16,0 15-2-16,2 9-1 15,-1 10-2-15,3 8 0 16,4 3 0-16,7 4 0 16,11-1 0-16,4-3 0 0,2 0 0 15,12-6 0-15,3-7 0 16,14-7 0-16,4-4 0 15,4-13 0-15,9-3-27 16,3-14-56-16,4-10-3 0</inkml:trace>
  <inkml:trace contextRef="#ctx0" brushRef="#br1" timeOffset="63583.09">22282 8301 471 0,'0'0'5'16,"0"0"1"-16,0 0 2 16,0 0 0-16,0 0 0 15,0 0-3-15,0 0-5 0,0 0 0 16,-2 15 0-16,-4 10 0 15,1 2 0-15,0 5 0 16,5 5 0-16,0 0 0 16,0 1 0-16,3-3 0 0,1-6 0 15,-1-4 0-15,3-8 0 16,-4-4 0-16,-2-13 0 16,0 7 0-16,0-7 0 15,-11-7 0-15,2-8 0 0,4-2 0 16,-2-4 0-16,1-8 0 15,3-1 0-15,-1-5 0 16,4 1 0-16,0-1 0 0,2-2 0 16,3 8 0-16,6-2 0 15,1 10 0-15,5 3 0 16,0 2 0-16,3 9 0 16,3 7 0-16,-4 0 0 15,4 13 0-15,-3 1 0 0,-5 6 0 16,-8 1 0-16,-5 5 0 15,-2-1 0-15,-7 3 0 16,-5-6 0-16,-3-3 0 16,-5-1 0-16,0-1-5 0,0 5-63 15,5-11-17-15</inkml:trace>
  <inkml:trace contextRef="#ctx0" brushRef="#br1" timeOffset="63982.13">22520 8400 438 0,'0'0'5'16,"0"0"1"-16,0 0-1 15,0 0 1-15,0 0 1 0,0 10-1 16,-3-2 1-16,3 4 0 16,0 1-4-16,0 4-3 15,0-1 1-15,5 0-1 0,3 1 1 16,4-4 0-16,0-6 0 15,6 1 0-15,0-7 2 16,1-1 0-16,-3 0 3 16,-4-7-2-16,3 0-4 15,-5 0 0-15,-5-6 0 0,-3 6 0 16,-2 7 0-16,0-15 0 16,0 15 0-16,0 0 0 15,0 0 0-15,0 0 0 16,-5 7 0-16,5 3 0 0,0 5 0 15,0 2 0-15,0 3 0 16,0 3 0-16,0-1 0 16,0 0 0-16,0 1 0 15,-7-4 0-15,0 3-22 0,3-3-61 16,-8-1-2-16</inkml:trace>
  <inkml:trace contextRef="#ctx0" brushRef="#br1" timeOffset="64233.14">22034 8920 429 0,'0'0'5'0,"0"0"3"16,7 0 1-16,-1 0 2 0,10 0 1 16,4 0 2-16,9 0 0 15,9 0-5-15,4-4-9 16,10-2 0-16,10-1 0 0,4 0 0 15,3-3 0-15,0 5 0 16,-7-5 0-16,-4 5 0 16,-8-5 0-16,-9 10 0 15,-15-5 0-15,-5 5 0 16,-13 15-73-16,-8-15-16 0</inkml:trace>
  <inkml:trace contextRef="#ctx0" brushRef="#br1" timeOffset="64701.57">22276 9096 466 0,'0'0'4'0,"0"0"1"0,0 0-1 16,0 0 1-16,4 12 1 15,-2-2 0-15,0 3 0 16,2 2 1-16,2 5-5 15,1 5-2-15,0 2 0 0,2 2 0 16,-5 0 0-16,1-1 0 16,0 0 0-16,-3-4 0 15,-2-4 0-15,3-5 0 16,-3-5 0-16,0-10 0 0,-3 10 0 16,3-10 0-16,-9-5 0 15,2-5 0-15,-2-3 0 16,2-4 0-16,0-5 0 15,1-3 0-15,2-2 0 16,4-3 0-16,0 0 0 0,4-2 0 16,4 3 0-16,4 1 0 15,1 3 0-15,4 6 0 16,3 4 0-16,3 2 0 16,2 9 0-16,-3 4 0 0,0 2 0 15,1 5 0-15,-6 5 0 16,-4 6 0-16,-6 0 0 15,-7 1 0-15,-5 1 0 16,-8 2 0-16,-4-2 0 0,-5 0 0 16,-3-5 0-16,10-10-68 15,-5 7-18-15</inkml:trace>
  <inkml:trace contextRef="#ctx0" brushRef="#br1" timeOffset="65183.17">22567 9213 480 0,'0'0'5'0,"0"0"3"0,0 0 1 0,12-8 0 15,-12 8-9-15,0 0 0 16,13-12 0-16,-13 12 0 16,12-8 0-16,-2 5 0 0,1 3 0 15,1 0 0-15,-3 3 0 16,7 5 0-16,-7 2 0 15,2 5 0-15,-4-1 0 16,-4 4 0-16,-3-3 0 0,-8 5 0 16,0-6 0-16,-4-1 0 15,0-1 0-15,-6-2 0 16,9-6 0-16,-4 2 0 16,13-6 0-16,-12 0 0 0,12 0 0 15,0-15 0-15,0 5 0 16,9-8 0-16,4 2 0 15,2-4 0-15,0 5 0 16,0-3 0-16,0 4 0 0,-3 3 0 16,-2 4 0-16,-10 7 0 15,10-1 0-15,-10 1 0 16,3 6 0-16,-3 7 0 16,0 1 0-16,2 4 0 0,0-3 0 15,3 5 0-15,2-4 0 16,7 0 0-16,-2-4 0 15,10-3 0-15,-3-3 0 16,11-6-36-16,-2 0-49 0,-1-6-4 16</inkml:trace>
  <inkml:trace contextRef="#ctx0" brushRef="#br1" timeOffset="65934.58">22876 8279 444 0,'0'0'4'0,"0"0"0"0,0 0 2 15,7 0 1-15,2 8 1 16,7 4 2-16,4 7 0 15,4 12-1-15,8 5-3 16,6 14-3-16,-2 7-3 0,5 7 0 16,-6 8 0-16,-6 1 0 15,-1 8 0-15,-10-5 0 16,-11 1 0-16,-7-2 0 0,-3-6 0 16,-12-5 0-16,-2-7 0 15,-5-2 0-15,-8-13 0 16,2-5 0-16,-4-5 0 15,7-7 0-15,1-8 0 16,9-1-45-16,0-4-40 16,1-8-1-16</inkml:trace>
  <inkml:trace contextRef="#ctx0" brushRef="#br1" timeOffset="66715.78">18211 8360 395 0,'0'0'6'0,"0"-10"1"0,0 10 3 0,6-12 1 15,-6 12-1-15,0 0 1 16,0 0 1-16,5 8 1 0,-5 21-6 16,0 16-1-16,0 14-2 15,5 13 0-15,2 12 0 16,6 10 0-16,1 1-2 16,2 1 0-16,-2-4 1 15,2-8-3-15,-4-2 0 0,-5-10 0 16,-3-8 0-16,-1-7 0 15,-3-10 0-15,0-5 0 16,0-7-3-16,0-8-1 16,-3-9-4-16,1-7-3 0,2 0-22 15,0-11-49-15,0 0-2 16</inkml:trace>
  <inkml:trace contextRef="#ctx0" brushRef="#br1" timeOffset="70783.03">18341 8316 177 0,'0'0'3'0,"0"0"2"16,0 0 3-16,0 0 4 0,0 0 2 16,0 0 1-16,0 0 1 15,0-10-1-15,0 10-3 16,10 0-2-16,2-3-2 0,6 3-5 16,2 0-1-16,4 0-1 15,6 0-1-15,4 0 1 16,4 0-1-16,4 0 1 15,-2 3-1-15,3-1 0 16,-1-2 1-16,8 0-4 0,1 3-1 16,4-3-3-16,2 0 0 15,1 0-3-15,6 0 0 16,-2-3-1-16,5 3-1 16,0-2 2-16,-2-3 2 0,7 3 1 15,2 0 2-15,-1-4 1 16,4 2 2-16,0-2 1 15,0 1 0-15,-2-2 0 16,1 1 1-16,2-1 0 0,-4 0 0 16,-2 2 0-16,5 0-1 15,-3-2 1-15,1 1 0 16,0 2 0-16,-1-1 0 0,-2-3-2 16,0 6 2-16,-3-1 0 15,-1 0 0-15,-1 1 0 16,-5 2 2-16,0-2 0 15,3-1 0-15,-5 3 1 16,-3-1 0-16,5-3 0 0,3 1-1 16,-1 3 2-16,1-1-2 15,-1-2 0-15,1 3-1 16,-6-3 0-16,3 0-1 0,-4 3 2 16,-8-1-2-16,1 1 0 15,-6-3 1-15,10 3-1 16,-6-3 0-16,4 2 0 15,-1-2 0-15,-3-1 1 16,6 3-1-16,-5-2 0 0,2 1 0 16,-4 2 0-16,-7 0-1 15,10 0 1-15,-10 0 0 16,10 0 0-16,-2 0 0 16,1 0 0-16,2 0 0 0,-3 0 0 15,6 0 0-15,-5-4 0 16,4 3 0-16,-1-2-1 15,-6 1 1-15,5 0 0 16,-2-1-2-16,7 1 2 0,0-4-1 16,3 6 1-16,2-4 0 15,0 1 0-15,0 0 0 16,-2-1 0-16,2 1 0 16,-5 1 0-16,-7-4 1 0,4 6 1 15,-9-2-1-15,2-3 1 16,-2 4 0-16,-5-3 1 15,0 2 3-15,-8 0 0 0,-2-1 3 16,-8-3 4-16,0 6 4 16,-11-1 2-16,-2 1 1 15,-9 0-2-15,10-3 0 16,-10 3-1-16,0 0-3 0,0 0-5 16,0 0-4-16,0 0-7 15,0 0-6-15,0 0-12 16,0 0-20-16,-10 0-32 15,10 0-4-15</inkml:trace>
  <inkml:trace contextRef="#ctx0" brushRef="#br1" timeOffset="72016">18314 9638 246 0,'0'0'1'16,"0"0"-1"-16,0 0 2 16,0 0 1-16,0 0 0 0,7 16 2 15,-7-16 0-15,5 22 0 16,-3-8 0-16,3 9 0 15,1-1-1-15,-4 0-1 16,1 3-1-16,-1-6 1 0,5 5-3 16,-2-7 3-16,0 3-1 15,3-8 1-15,3-2 0 16,2-2 1-16,2-4-1 16,2-1 0-16,6 2 1 0,2-5 0 15,5 0-1-15,4 0-1 16,6 0-1-16,0-3 1 15,2 1-1-15,13-1 0 16,5 1 0-16,2-4 0 0,7 5 0 16,3-2 0-16,8-2 1 15,7 2 0-15,3 1 0 16,6 0 1-16,8-1-1 16,4 1 0-16,0-1 0 0,14 3-1 15,0-2 0-15,7 2 0 16,8-3 0-16,2 1-1 15,3-4 1-15,7 2-2 16,5-1 0-16,5 0-2 0,5-3-5 16,0 4-3-16,0-3-2 15,7 1 1-15,-2 1-1 16,0-2 0-16,-4 1 1 16,-2-1 2-16,-4-2 5 0,2-1 5 15,-1-1 2-15,-6 1 2 16,-4 0 2-16,-9 4 2 15,-2-4 1-15,-19 2 2 16,-16 6 1-16,-15-3 0 0,-12 2 0 16,-22-1 1-16,-16 1 1 15,-9 3 1-15,-12-3-3 16,-11 0-4-16,-7 3-3 0,0 0-3 16,0 0-7-16,-10-4-9 15,-3-1-17-15,-4-5-38 16,8 10-7-16</inkml:trace>
  <inkml:trace contextRef="#ctx0" brushRef="#br1" timeOffset="72767.03">23949 8237 316 0,'0'0'7'0,"0"0"2"0,0 0 2 16,0 0 3-16,2-8 3 15,-2 8 0-15,0 0-3 0,0 0 1 16,0 0-4-16,-4 15-3 15,1 10-3-15,1 9-1 16,-4 12-3-16,4 12 2 16,2 17 2-16,0 6 1 0,2 9-1 15,9 1-1-15,-4 3 0 16,2 0-2-16,2-4 2 16,-1-8-2-16,-1-4-1 0,-1-5-1 15,-3-9 0-15,-2-2-1 16,1-7 2-16,-1-3 0 15,-3-8-1-15,0-7 1 16,0-5-1-16,0-7 1 0,0-5-1 16,0-8 1-16,0-2 0 15,0-10 1-15,0 8 0 16,0-8 0-16,0 0 0 16,0 0-2-16,0 0-7 15,0 0-18-15,18-5-55 0,-16-3-3 16</inkml:trace>
  <inkml:trace contextRef="#ctx0" brushRef="#br1" timeOffset="99683.53">15498 10799 434 0,'0'0'4'0,"0"0"1"0,0 0 0 0,0 0 0 16,0 0 1-16,0 0 0 0,8 11 0 16,-5 3 1-16,-3-1-4 15,0 7-1-15,2 3-1 16,0 1 0-16,-2 1 0 15,3 0-4-15,-3-3-4 0,5-2-14 16,-5 0-58-16,0-5-1 16</inkml:trace>
  <inkml:trace contextRef="#ctx0" brushRef="#br1" timeOffset="100182.64">15518 10493 405 0,'0'0'4'0,"0"0"1"15,-9-12 1-15,-4 7 1 16,1 0 1-16,-6 5 0 0,-4 0 0 16,-3 7 0-16,-7 8-3 15,2 13-1-15,-2 7-1 16,2 6-2-16,-2 11 1 15,4 5-1-15,5 8 1 16,3-1-1-16,8 1 1 0,5-1 1 16,7-4-1-16,5-3 1 15,7-6-1-15,15-4 1 16,1-7 0-16,9-10 1 0,8-3-2 16,2-10 0-16,8-7 0 15,2-7 0-15,5-3-1 16,-2-15 1-16,-1-7-2 15,-1-8 0-15,-7-5 0 0,-3-10 0 16,-9-4 0-16,-6-8 0 16,-8-2 0-16,-13-9 0 15,-4 2 0-15,-11-4 0 0,-14 4 0 16,-8 1 0-16,-10 9 0 16,-7 6 0-16,-6 5 0 15,-7 13 0-15,-3 10 0 16,-2 6 0-16,3 10 0 15,2 6 0-15,5 6 0 16,15 19-14-16,14 8-70 0,5 2-2 16</inkml:trace>
  <inkml:trace contextRef="#ctx0" brushRef="#br1" timeOffset="100966">16343 10884 388 0,'0'0'7'0,"0"0"2"16,0 0 2-16,0 0 2 0,0 0 0 15,5 0 1-15,-5 0 0 16,12-4 0-16,-1 4-6 15,1-4-3-15,6 3-2 16,-3 1-3-16,7 0-3 0,3 0-9 16,-6 0-18-16,-8 5-52 15,5-1-1-15</inkml:trace>
  <inkml:trace contextRef="#ctx0" brushRef="#br1" timeOffset="101117.1">16298 10971 369 0,'0'0'8'0,"0"0"4"0,0 0 0 16,0 0 0-16,0 0 2 0,0 0 1 16,0 0 0-16,13 7 1 15,4-7-8-15,8 0-3 16,2 0-4-16,9-2-7 0,2-5-12 16,5 5-60-16,2-1-5 15</inkml:trace>
  <inkml:trace contextRef="#ctx0" brushRef="#br1" timeOffset="101449.74">16597 10659 455 0,'0'0'3'0,"0"0"3"16,-10-2 1-16,10 2 1 0,-13-6 0 15,13 6 1-15,0 0-1 16,-10-2-1-16,10 2-7 15,15 5 0-15,7 3 0 16,8 4 0-16,10 6 0 16,5 2 0-16,5 5 0 0,0-1 0 15,2 8 0-15,-8-1 0 16,-7 0 0-16,-11 1 0 16,-7 3 0-16,-14 0 0 15,-5 0 0-15,-17-1 0 0,-10 1 0 16,-1-1 0-16,-6-1 0 15,-4-4 0-15,-1-4 0 16,8 0 0-16,1-8 0 16,18 5 0-16,3-9-85 0,9-13-5 15</inkml:trace>
  <inkml:trace contextRef="#ctx0" brushRef="#br1" timeOffset="103316.92">17757 10647 470 0,'0'0'4'0,"0"0"2"0,7-10 1 15,-7 10 1-15,10-8 0 16,-10 8 0-16,11-4-8 15,-11 4 0-15,12 9 0 16,-8 6 0-16,-1 10 0 16,-3 2 0-16,0 5 0 0,0 3 0 15,-7 3 0-15,-3-1 0 16,-3-4 0-16,-4 0 0 0,-1-3 0 16,-2-2 0-16,3-8 0 15,-3-4 0-15,6-3 0 16,-2-1 0-16,9-4 0 15,-3-3 0-15,10-5 0 16,0 0 0-16,0 0 0 0,12 2 0 16,1-2 0-16,7 0 0 15,0-2 0-15,7 0 0 16,3-4 0-16,2 6 0 0,-4-5 0 16,4 3 0-16,0 0 0 15,-2-1 0-15,-2 3 0 16,-4-3 0-16,-6 3 0 15,-1 0 0-15,-7 0 0 16,0 3 0-16,-10-3-45 0,0 0-42 16,0 0-4-16</inkml:trace>
  <inkml:trace contextRef="#ctx0" brushRef="#br1" timeOffset="103932.59">18303 10929 468 0,'0'0'4'0,"0"0"2"0,0 0 2 16,0-10 2-16,0 10 0 15,0-10-5-15,0 10-5 16,-2-12 0-16,2 12 0 16,0-15 0-16,0 15 0 0,2-10 0 15,-2 10 0-15,20-2 0 16,-10 2 0-16,3 5 0 16,1 2 0-16,-1 5 0 0,-1 3 0 15,-2 0 0-15,-4 0 0 16,-6 5 0-16,0-3 0 15,-6 3 0-15,-7-2 0 16,0-1 0-16,-5-2 0 0,0 0 0 16,6-5 0-16,-6 0 0 15,11-1 0-15,-3-1 0 16,10-8 0-16,0 8 0 16,0-8 0-16,17 1 0 0,1-1 0 15,2 0 0-15,-1-1 0 16,9-2 0-16,-6-2 0 15,6 2 0-15,-1-2 0 16,1 4 0-16,-4-3-67 16,-4-3-23-16</inkml:trace>
  <inkml:trace contextRef="#ctx0" brushRef="#br1" timeOffset="104165.25">18744 10764 488 0,'0'0'4'16,"0"0"2"-16,0 0 1 0,9-6-1 15,-9 6-6-15,0 0 0 16,12 6 0-16,-6 4 0 16,-1 9 0-16,0 2 0 15,-1 5 0-15,1 6 0 0,4 3 0 16,-2-3 0-16,-5 0 0 15,5-19-71-15,-2 15-19 16</inkml:trace>
  <inkml:trace contextRef="#ctx0" brushRef="#br1" timeOffset="104332.8">18691 10914 446 0,'0'0'3'0,"0"0"1"15,0 0 1-15,5-7 0 0,6 1 0 16,-2 5 0-16,8 1 0 16,3-3-5-16,-2-1-19 15,10 4-60-15,0 0-2 16</inkml:trace>
  <inkml:trace contextRef="#ctx0" brushRef="#br1" timeOffset="104782.22">19199 10865 485 0,'0'0'3'0,"0"0"1"15,-6-12 1-15,6 12 0 16,-15-10 1-16,8 4-3 0,-6 0-3 16,1 3 0-16,-6 0 0 15,4 3 0-15,-2 6 0 16,-3 3 0-16,4 4 0 15,0 2 0-15,2 1 0 0,6 4 0 16,5 0 0-16,2-2 0 16,4-3 0-16,6-1 0 15,8-4 0-15,0-4 0 16,3-6 0-16,2 0 0 0,0-11 0 16,-7-3 0-16,2-6 0 15,-3-4 0-15,-2-10 0 16,-6 0 0-16,-2-6 0 15,-3-4 0-15,-2 2 0 16,-5-3 0-16,-2 3 0 0,-6 5 0 16,6 9 0-16,-3 6 0 15,3 7 0-15,-4 12 0 16,7 9 0-16,0 16 0 0,4 5 0 16,0 8 0-16,6 7 0 15,1 6 0-15,6 4 0 16,2-10-29-16,7 2-57 15,-1 0-4-15</inkml:trace>
  <inkml:trace contextRef="#ctx0" brushRef="#br1" timeOffset="105248.94">19392 10922 448 0,'0'0'6'0,"0"0"1"0,-7-15 3 16,7 15-1-16,-4-17 2 15,4 9-1-15,0-4 0 0,0 2-10 16,0 10 0-16,16-15 0 16,-2 10 0-16,2 0 0 15,-2 2 0-15,4 3 0 16,0 0 0-16,-4 0 0 16,2 8 0-16,-9 2 0 0,0-3 0 15,-7 6 0-15,0-3 0 16,-2 0-2-16,-8 1 1 15,-1 0 0-15,-1-1 1 16,-4 0 0-16,5-3 1 0,1 3-1 16,10-10 1-16,-13 15 1 15,13-15-2-15,0 14 0 16,0-14 0-16,23 11 0 16,-9-1 0-16,7-6 0 0,-1 1 0 15,5 3 0-15,-3 2 0 16,0-3 0-16,-4 3 0 15,-1-2 0-15,-5 2 0 0,-4 0 0 16,-8-3 0-16,0 4 0 16,-11-2 0-16,-3-1 0 15,-6-4 0-15,-4 1 0 16,1 0 0-16,-7-5 0 0,5 0-34 16,0-5-50-16,3-4-5 15</inkml:trace>
  <inkml:trace contextRef="#ctx0" brushRef="#br1" timeOffset="105533.03">19687 10419 460 0,'0'0'4'0,"0"0"2"15,13-5 1-15,2 5 2 16,2 3 0-16,6 6 1 0,7 3-4 15,7 8-6-15,2 13 0 16,6 1 0-16,0 11 0 16,-1 3 0-16,-1 6 0 0,-6 7 0 15,-12 2 0-15,-8-2 0 16,-9 1 0-16,-16 0 0 16,-14 3 0-16,-18-8 0 0,-9-1 0 15,-11-6 0-15,-7 0 0 16,-13-11-15-16,-2-1-73 15,1-6-3-15</inkml:trace>
  <inkml:trace contextRef="#ctx0" brushRef="#br1" timeOffset="106049.85">17426 10404 374 0,'0'0'6'0,"0"0"4"0,-2-10 0 16,2 10 2-16,-10 0 1 15,-5 10 2-15,1 7 0 16,-11 11 0-16,2 16-6 0,-7 9-2 16,-2 10-1-16,2 10-1 15,5 3-3-15,8 3 2 16,9 2-1-16,8-5 2 16,17-5-5-16,16-4 0 0,9-6 0 15,15-10 0-15,18-4 0 16,2-7 0-16,12-3 0 15,1 3-62-15,11-18-22 16,7-8-3-16</inkml:trace>
  <inkml:trace contextRef="#ctx0" brushRef="#br1" timeOffset="107165.52">20450 10696 422 0,'0'0'5'0,"0"0"3"0,0 0 1 16,7-12 2-16,-7 12 1 15,0-12 1-15,0 12 0 0,0-15 1 16,-7 7-10-16,-5 6-4 15,-6 2 0-15,-2 7 0 16,-4 8 0-16,-4 5 0 16,-1 4 0-16,1 6 0 0,3 1 0 15,6 2 0-15,6 0 0 16,8-3 0-16,5 0 0 16,11-6 0-16,13-4 0 15,6-5 0-15,4-3 0 0,12-7 0 16,0-5 0-16,4 5-23 15,2-5-62-15,-7-7-3 16</inkml:trace>
  <inkml:trace contextRef="#ctx0" brushRef="#br1" timeOffset="107484.25">20664 10781 439 0,'0'0'4'0,"0"0"2"15,0 0 0-15,-10 5 1 16,10-5 1-16,-14 17 0 16,10-6 0-16,-3 0 1 15,0 4-5-15,5 2 0 16,2 1-2-16,2-3 0 0,8-4-1 16,5 6 0-16,4-11 1 15,9-4-2-15,-4 1 0 16,4-3 0-16,-6-5 0 0,1-5 0 15,-6-3 0-15,-5-4 0 16,-4 3 0-16,-8-3 0 16,-3-1 0-16,-6 3 0 15,-3 2 0-15,-9 9 0 0,1-3 0 16,3 7-25-16,17 0-59 16,-25 7-3-16</inkml:trace>
  <inkml:trace contextRef="#ctx0" brushRef="#br1" timeOffset="107866.01">21076 10731 455 0,'0'0'4'0,"0"0"0"0,-5-3 2 16,-4 3 0-16,-3 0 0 15,-1 0 1-15,-2 0 0 16,-3 5 0-16,-2 0-3 15,3 6-1-15,-1 1-1 0,9 1-2 16,-1 2 0-16,5 2 0 16,5-3 0-16,0-2 0 15,5 3 0-15,7-2 0 16,4-1 0-16,0 0 0 0,5-2 0 16,-2-3 0-16,-1 4 0 15,0-4 0-15,-4-2 0 16,-2 0 0-16,-12-5 0 15,13 10 0-15,-13-10 0 0,0 0 0 16,-10 12 0-16,-3-6 0 16,-3-1 0-16,-5 0 0 15,1-5-6-15,-2 4-3 0,0-4-6 16,4 0-23-16,8 0-47 16,1-2 0-16</inkml:trace>
  <inkml:trace contextRef="#ctx0" brushRef="#br1" timeOffset="108316.32">21340 10643 484 0,'0'0'4'16,"0"0"1"-16,0 0 0 16,-5-6 1-16,5 6 1 0,-15 0-7 15,3 7 0-15,0 6 0 16,-1 4 0-16,1 5 0 15,-4 8 0-15,4 0 0 16,2 4 0-16,2 0 0 0,6-1 0 16,2-3 0-16,0 1 0 15,7-10 0-15,6-3 0 16,4-4 0-16,3-9 0 16,5-3 0-16,3-2 0 0,-6-9 0 15,5-6 0-15,-5-7 0 16,-1-3 0-16,-7-7 0 15,-3-3 0-15,-9-2 0 16,-2-2 0-16,-8 1 0 0,-4 4 0 16,-3 4 0-16,-7 7 0 15,-1 6 0-15,-4 10 0 16,2 7 0-16,3 3 0 16,-1 11 0-16,8 3 0 15,3 8 0-15,9 2 0 0,3 3 0 16,8-3 0-16,7 4 0 15,4-6 0-15,2-4 0 16,8 1-9-16,8-4-77 0,-7-9-3 16</inkml:trace>
  <inkml:trace contextRef="#ctx0" brushRef="#br1" timeOffset="108865.56">21634 10904 472 0,'0'0'5'0,"0"0"2"0,0 0 2 16,0 0 0-16,-11-3 0 16,11 3-9-16,0-8 0 0,0 8 0 15,7-11 0-15,1 4 0 16,4 2 0-16,1 3 0 15,1-1 0-15,5 3 0 16,-7 0 0-16,0 5 0 0,-3 5 0 16,2 4 0-16,-9 1 0 15,1 0 0-15,-3 0 0 16,-5 5 0-16,-6-3 0 16,-1 1 0-16,-2 0 0 0,-2-2 0 15,2-1 0-15,1-2 0 16,-1-1 0-16,6-2 0 15,0-3 0-15,8-7 0 16,0 13 0-16,8-11 0 0,4 1 0 16,6-3 0-16,4 0 0 15,5-3 0-15,1-2 0 16,2 3 0-16,-3-2 0 16,0 0 0-16,-2 1 0 0,-3 3 0 15,-6-1 0-15,-4 1 0 16,-12 0 0-16,10 0 0 15,-10 0 0-15,0 0 0 16,0 0 0-16,0 0 0 0,0 0 0 16,-8 4 0-16,8-4 0 15,-10 4 0-15,10-4 0 16,-16 14-33-16,16-14-57 16,-14-5-5-16</inkml:trace>
  <inkml:trace contextRef="#ctx0" brushRef="#br1" timeOffset="110300.29">22304 10749 427 0,'0'0'5'0,"0"0"2"0,0 0 2 16,0 0 1-16,0 0 0 16,4-3 1-16,-4 3 0 15,21-5 1-15,-8 2-6 0,3 2-3 16,5-3-8-16,6 4-13 15,-8 0-64-15,3 0-3 16</inkml:trace>
  <inkml:trace contextRef="#ctx0" brushRef="#br1" timeOffset="110466.03">22255 10835 413 0,'0'0'4'16,"0"0"1"-16,0 0 3 15,7 8 2-15,5-6 0 0,6-2 1 16,7 0-1-16,9 0-1 16,3-2-10-16,16 2-31 15,4-8-47-15,5-2-3 16</inkml:trace>
  <inkml:trace contextRef="#ctx0" brushRef="#br1" timeOffset="111066.89">23526 10100 431 0,'0'0'7'0,"0"0"0"16,0 0 3-16,0 0 1 15,0 0 0-15,0 0 0 16,0 0 1-16,3 7-1 0,-3 8-11 16,2 5 0-16,-2 7 0 15,3 3 0-15,5 4 0 16,-3 4 0-16,2-2 0 15,2-3 0-15,0-4 0 0,-2-1 0 16,1-6 0-16,1-4 0 16,-7-9 0-16,-2-9 0 15,3 10 0-15,-3-10 0 16,-5-5 0-16,-4-4 0 0,1-7 0 16,-3-3 0-16,2-6 0 15,-1-6 0-15,3 0 0 16,3-7 0-16,1-1 0 15,3 2 0-15,7 0 0 0,5 5 0 16,0 2 0-16,6 7 0 16,4 4 0-16,2 9 0 15,4 2 0-15,-1 8 0 16,1 6 0-16,-1 6 0 16,-4 2 0-16,-6 7 0 0,-4 3 0 15,-13 3 0-15,0-2 0 16,-13 3 0-16,-7-4 0 15,-2-2 0-15,-8-1 0 0,7 1-6 16,-4-15-38-16,5 5-43 16,4-2-1-16</inkml:trace>
  <inkml:trace contextRef="#ctx0" brushRef="#br1" timeOffset="111554.39">23942 10271 481 0,'0'0'4'0,"0"0"1"15,0 0 2-15,9-10 0 16,-9 10 0-16,12-8-7 16,-12 8 0-16,14-7 0 0,-14 7 0 15,16 0 0-15,-16 0 0 16,16 11 0-16,-7 0 0 15,-1 3 0-15,-4 1 0 16,2-2 0-16,-3 2 0 0,-3 0 0 16,-3-4 0-16,-3 0 0 15,-3-4 0-15,-1 0 0 16,0-4 0-16,2 0 0 16,-1-3 0-16,9 0 0 0,-13-10 0 15,13 0 0-15,0-2 0 16,10-6 0-16,5-2 0 15,0-2 0-15,4-3 0 16,2 3 0-16,-1 3 0 0,-1-1 0 16,-1 7 0-16,-6 3 0 15,-4 8 0-15,-8 2 0 16,5 9 0-16,-5 7 0 16,-2 4 0-16,-1-1 0 0,-3 12 0 15,4-5 0-15,2 4 0 16,0-1 0-16,0-4 0 15,8 3-2-15,2-3-46 16,2-4-38-16,8-3-2 0</inkml:trace>
  <inkml:trace contextRef="#ctx0" brushRef="#br1" timeOffset="112087.03">23142 10679 271 0,'0'0'6'0,"0"0"3"0,0 0 3 0,0 0 2 15,0 0 3-15,0 0 2 16,0 0 2-16,9 0 2 16,6 0-4-16,7 0-2 15,7 0-1-15,12-3-2 0,11 1-2 16,13 0-2-16,10-3-1 15,10 2-1-15,14-2-2 16,5 3-1-16,8-1-2 16,4 3-3-16,6-3 0 0,-3 3 0 15,-4 0 0-15,-7 3 0 16,-5 0 0-16,-13-3 0 16,-14 2 0-16,-16-2 0 0,-13 3 0 15,-14-3 0-15,-12 0 0 16,-5 2 0-16,-16-2 0 15,0 0 0-15,0 0 0 16,-13 0 0-16,6 0 0 0,7 0-25 16,0 0-60-16,-20 10-3 15</inkml:trace>
  <inkml:trace contextRef="#ctx0" brushRef="#br1" timeOffset="112649.34">23251 11147 452 0,'0'0'3'0,"0"0"2"0,0 0 0 0,-10-7 1 16,-3 4 1-16,-6 3 0 16,-2 0 1-16,-8 0 1 15,-4 6-3-15,-1 6-3 16,-1 2-3-16,3 6 0 0,2 3 0 15,7-1 0-15,5 0 0 16,11 5 0-16,7-4 0 16,7-3 0-16,14 0 0 0,9-2 0 15,7-7 0-15,5-1 0 16,8 0 0-16,2-5 0 16,1-5 0-16,-4 0-8 15,-7 8-59-15,0-11-18 0</inkml:trace>
  <inkml:trace contextRef="#ctx0" brushRef="#br1" timeOffset="113615.39">23489 11239 393 0,'0'0'7'15,"0"0"3"-15,0 0 1 0,0 0 1 16,0 0 0-16,-4-5 0 15,4 5 0-15,-14 3 0 16,10 6-6-16,-4 1-4 16,4 3-1-16,-1-1 0 0,-1 0-1 15,6 1 1-15,2-3 0 16,9 0 1-16,3-5-1 16,7-3 1-16,-1-2 0 0,3 0 0 15,3-2 1-15,-3-7 0 16,-1 1 0-16,-5-5-3 15,-4 1 0-15,-8-4 0 16,-3-1 0-16,-2 3 0 16,-9-2 0-16,-9 4 0 0,0 2 0 15,-4 0 0-15,5 9 0 16,-7-3-17-16,11 4-21 16,13 0-46-16,-18 8-2 15</inkml:trace>
  <inkml:trace contextRef="#ctx0" brushRef="#br1" timeOffset="113967.66">23880 11122 449 0,'0'0'3'0,"0"0"1"0,-8-2 1 16,-2 0 1-16,-2 2 1 15,-4 0 1-15,2 0-1 16,-4 0 1-16,4 2-4 0,1 6 0 15,3-1-2-15,3 3-1 16,4 0 0-16,3 3-2 16,3-2 1-16,7 4 0 0,2 0 0 15,8 0-1-15,-3 0 0 16,5-3 0-16,6 3-1 16,-8-3 1-16,-3-1-1 15,1-4 0-15,-11 0 1 16,-7-7 1-16,5 15-1 0,-5-15 1 15,-17 10 0-15,1-5 1 16,-3 1-1-16,-1-2 0 16,-5-1-1-16,2-2-3 15,4 2-5-15,1-3-10 0,1 0-59 16,7 0-5-16</inkml:trace>
  <inkml:trace contextRef="#ctx0" brushRef="#br1" timeOffset="114449.32">24188 11081 460 0,'0'0'4'0,"0"0"1"16,0 0 2-16,0 0 0 16,0 0 1-16,-8 0 0 15,-2 0 1-15,-2 9-6 16,-3 4-3-16,0 6 0 0,0 2 0 15,-4 5 0-15,8 4 0 16,-1-3 0-16,4 3 0 16,3-3 0-16,5-4 0 15,2-1 0-15,9-3 0 16,-2-6 0-16,5-5 0 0,7-4 0 16,-1-1 0-16,0-3 0 15,0-10 0-15,-2-2 0 16,-6-5 0-16,0-3 0 15,-4-7 0-15,-3-3 0 16,-3 0 0-16,-2-2 0 0,-5 3 0 16,-5-2 0-16,-5 6 0 15,-3 8 0-15,-1 3 0 0,-3 8 0 16,-1 4 0-16,-3 2 0 16,8 9 0-16,5 7 0 15,1 1 0-15,4 5 0 16,6 0 0-16,4 1 0 0,10 2 0 15,4-6 0-15,1-1 0 16,10 0 0-16,-2-7 0 16,7-1 0-16,-4 8-72 15,7-16-15-15</inkml:trace>
  <inkml:trace contextRef="#ctx0" brushRef="#br1" timeOffset="115049.63">24515 11197 469 0,'0'0'5'0,"0"0"2"16,0 0 3-16,10-10 1 0,-10 10-2 16,13-5-9-16,-13 5 0 15,0 0 0-15,7-3 0 16,-7 3 0-16,0 15 0 0,0 3 0 16,0-1 0-16,0 3 0 15,0 7 0-15,0-2 0 16,0 2 0-16,5-2 0 15,-5-3 0-15,0-2 0 16,5 0 0-16,-2-9 0 0,-3 3 0 16,0-14 0-16,-3 11 0 15,3-11 0-15,0 0 0 16,0 0 0-16,0 0 0 0,0 0 0 16,0 0 0-16,0 0 0 15,0 0 0-15,0 0 0 16,0 0 0-16,0 0 0 15,0 0-46-15,0 0-46 16</inkml:trace>
  <inkml:trace contextRef="#ctx0" brushRef="#br1" timeOffset="118199.67">13754 10847 321 0,'0'0'7'0,"0"0"2"0,0 0 4 16,0-10 2-16,0 10 0 16,0 0 3-16,-8-9-2 15,8 9 1-15,0 0-7 16,-12-3-3-16,2 3-2 0,0 10-3 15,-2 2-1-15,-3 9 0 16,2 1-1-16,-3 7-2 16,-2 3 2-16,3 4-1 15,0-5-1-15,3 4 0 16,4-3-1-16,3-5 1 0,5-2-1 16,5-11 2-16,8 0-1 15,3-7 1-15,5-4 1 16,1-3 0-16,3-3 1 0,-3-7 1 15,3-2 0-15,-2-3 1 16,-9 0 0-16,2-5 0 16,-4-5 1-16,-5 1-2 15,1-3 1-15,-6-3-1 0,-2 0-1 16,0-2 0-16,0 0 0 16,-10 2-1-16,3 3-1 15,-4 2 2-15,2 7-1 16,-6 1 1-16,1 5-1 0,-4 5 0 15,-3 7 0-15,5 0 0 16,-5 7 0-16,-1 3-1 16,3 5 1-16,1 3-1 15,3-1 0-15,5 2 1 16,5 1-1-16,5 0 1 0,2-1 0 16,9-2 0-16,6-4 0 15,3-3 1-15,3-2 0 16,3-3 0-16,1-5-1 0,3 0 1 15,-5 0-1-15,0-5-2 16,0-1-6-16,-3 4-18 16,5 2-53-16,-11 0 0 15</inkml:trace>
  <inkml:trace contextRef="#ctx0" brushRef="#br1" timeOffset="118465.44">13960 11082 429 0,'0'0'3'0,"0"0"1"0,0 0 2 0,0 0 0 16,0 3 0-16,0-3 1 15,0 21 0-15,0-9 0 16,2 2-3-16,-2 1-1 15,0 3-1-15,4-1-2 16,-4 0-1-16,0 1-3 0,2-6-4 16,0 1-6-16,1-4-16 15,4-1-50-15,-7-8-1 16</inkml:trace>
  <inkml:trace contextRef="#ctx0" brushRef="#br1" timeOffset="119049.45">14214 11085 312 0,'0'0'5'0,"0"0"3"0,0 0 0 0,10 0 2 15,-10 0-1-15,14-3 2 16,-3 3 1-16,1 0 1 16,6 0-4-16,1 0-3 0,3 0-2 15,3 0 0-15,3-1 0 16,4-2-1-16,0 3-1 15,3-5 0-15,0 3 0 16,-3-1 0-16,0-1 0 0,-7 1-1 16,0 0 1-16,-8-2 0 15,-1 5 1-15,-9-2 0 16,-7 2 0-16,0 0-2 16,0 0 1-16,0 0-3 0,0 0-1 15,0 0-4-15,-10 0-5 16,10 0-11-16,-16 5-27 15,16-5-26-15,-14 2-6 16</inkml:trace>
  <inkml:trace contextRef="#ctx0" brushRef="#br1" timeOffset="119399.8">14606 10914 373 0,'0'0'5'0,"0"0"4"0,0 0-1 15,0 0 2-15,0 0 2 16,0 0 0-16,0 0 0 16,11 4 1-16,1 0-5 0,3-2-3 15,-1 3 0-15,7 3-2 16,0-3-1-16,-1 2-1 15,3 3 0-15,-6 0-1 16,3 2 0-16,-5 1 1 0,-2-1 0 16,-6 3 1-16,-5 3-1 15,-4-1 1-15,-10 2 0 16,-4 1 0-16,-3 3 1 16,-3-4-1-16,-1 1-2 0,0-2-2 15,6 0-8-15,-3 1-38 16,11-7-33-16,1-2-1 15</inkml:trace>
  <inkml:trace contextRef="#ctx0" brushRef="#br1" timeOffset="138665.04">15562 12696 192 0,'0'0'10'15,"0"0"8"-15,0 0 6 16,0 0 4-16,0 0 1 16,0 0 1-16,0 0 1 0,4 5 3 15,-4-5-9-15,0 0-6 16,0 0-5-16,-6 0-2 16,6 0-2-16,0 0 0 0,0 0-2 15,0 0-2-15,0 0 0 16,0 0-1-16,0 0-5 15,6-8 0-15,1 4 0 16,5-2 0-16,4 1 0 16,-2-2 0-16,6 2 0 15,-1 0 0-15,2 2 0 0,-6 1 0 16,-1 2 0-16,2 0 0 16,-6 5 0-16,-10-5 0 15,9 12 0-15,-6-2 0 0,-3 0 0 16,-8 3 0-16,-1-1 0 15,-2-2 0-15,-3 2 0 16,4-2 0-16,-1 0 0 0,2-2 0 16,9-8 0-16,-10 12 0 15,10-12 0-15,0 11 0 16,0-11 0-16,17 11 0 16,-4-4 0-16,-1 0 0 0,6 2 0 15,-4-2 0-15,4 0 0 16,-3-2 0-16,-3 3 0 15,1-1 0-15,-4-2 0 16,-9-5 0-16,4 14 0 0,-4-14 0 16,-4 16 0-16,-5-12 0 15,-7 1 0-15,-1 1 0 16,-8-4 0-16,0-2 0 16,-2-5 0-16,-1 1 0 15,2-7-3-15,1-2-3 0,0 1-4 16,5-2-8-16,8-4-27 15,0 6-38-15,8-5 0 16</inkml:trace>
  <inkml:trace contextRef="#ctx0" brushRef="#br1" timeOffset="139215.96">15750 12408 398 0,'0'0'5'0,"0"0"1"16,-6-10 2-16,6 10 1 0,-17-17 3 15,2 9-1-15,-5 4 1 16,-5-1 1-16,-7 5-4 16,-5 5-1-16,-6 12-3 15,-1 11-2-15,-4 4 0 0,2 9-2 16,0 9-1-16,7 7 0 15,2 2 0-15,9 6 0 16,6-3 0-16,10-1 0 16,7 0-1-16,7-7 1 0,13-2 0 15,12-7 1-15,8-7-1 16,8-2 1-16,3-10-1 16,7-6 1-16,4-4 1 15,3-11-1-15,-1-5 2 16,-2-3-3-16,-2-10 0 0,-3-6 0 15,-5-3 0-15,-4-11 0 16,-9-5 0-16,-4-6 0 16,-9-6 0-16,-5-3 0 0,-8-9 0 15,-8 0 0-15,-10 0 0 16,-10 0 0-16,-10 2 0 16,-10 8 0-16,-1 2 0 15,-7 13 0-15,-1 5 0 0,-1 10 0 16,4 2 0-16,2 11 0 15,7 6 0-15,7 6 0 16,3 9 0-16,7 8 0 16,8 2 0-16,12 3-44 0,0 7-43 15,7 1-3-15</inkml:trace>
  <inkml:trace contextRef="#ctx0" brushRef="#br1" timeOffset="139732.81">16306 12775 421 0,'0'0'4'0,"0"0"3"0,0 0 1 16,0 0 0-16,10 0 1 15,-10 0 1-15,14 0-1 16,2 0 1-16,1-3-4 16,3 1-4-16,5 0-4 15,0-4-7-15,7 6-17 0,0 0-55 16,-5 0 0-16</inkml:trace>
  <inkml:trace contextRef="#ctx0" brushRef="#br1" timeOffset="139915.67">16296 12864 424 0,'0'0'4'0,"0"0"1"16,0 0 1-16,0 0 1 15,0 0 2-15,0 8 1 16,8-6 0-16,6-2 1 0,9 0-4 16,7 0-1-16,4-2 0 15,3-4-3-15,3 2-5 16,5 1-8-16,-5-7-17 0,-18 5-55 15,13 0-2-15</inkml:trace>
  <inkml:trace contextRef="#ctx0" brushRef="#br1" timeOffset="140367.45">16585 12544 409 0,'0'0'6'0,"0"0"2"0,0 0 2 16,0 0 1-16,0 0 1 15,0 0 0-15,0 0 0 16,0 0 2-16,0 0-6 0,16 6-1 16,2-2-5-16,12 6-2 15,4-2 0-15,6 4 0 16,8 1 0-16,-3 1 0 0,2 2 0 16,-3 1 0-16,-7 0 0 15,-7 5 0-15,-12 3 0 16,-9 0 0-16,-6 4 0 15,-8 4 0-15,-9-1 0 0,-9 3 0 16,-2-1 0-16,-10 1 0 16,1-2 0-16,-1 0 0 15,5-5 0-15,0 0 0 0,5-6 0 16,5 3 0-16,1-11-15 16,8 4-72-16,9-3-1 15</inkml:trace>
  <inkml:trace contextRef="#ctx0" brushRef="#br1" timeOffset="141682.26">6807 6828 256 0,'0'0'7'0,"0"0"1"0,0 0 5 16,-15-3 3-16,15 3 1 16,-10-3 1-16,10 3 0 15,0 0 2-15,0 0-3 0,0 0-3 16,10 6-3-1,14-2-2-15,8 0-2 0,16-1 0 16,5 0 0-16,11-1-3 16,5-2 0-16,1 0-1 0,5-2-1 15,-6 2 1-15,-4-6-1 16,-8 5 0-16,-10-2-1 16,-9 3 1-16,-8 0 0 15,-9 0 0-15,-8 0 1 16,-13 0-1-16,0 0 1 0,0 0-1 15,-2 10-3-15,-3 0-10 16,-9-1-66-16,8 4-4 16</inkml:trace>
  <inkml:trace contextRef="#ctx0" brushRef="#br1" timeOffset="143766.32">17799 12414 460 0,'0'0'4'15,"2"-11"1"-15,-2 11 3 16,8-17 1-16,-6 7 1 15,4 3 1-15,-4-3-7 0,-2 10-4 16,0 0 0-16,0 0 0 16,-2 19 0-16,-6 9 0 15,-7 2 0-15,0 6 0 16,-2 4 0-16,-3 2 0 16,-3-2 0-16,-1-3 0 0,4-2 0 15,0-5 0-15,3-4 0 16,1-5 0-16,4-2 0 15,3-6 0-15,9-4 0 0,0-9 0 16,7 11 0-16,10-9 0 16,1-2 0-16,7 0 0 15,2 0 0-15,8-2 0 16,-1-3 0-16,6-1 0 0,-5 2 0 16,3 2 0-16,-6-6 0 15,5 6-77-15,-10-1-12 16</inkml:trace>
  <inkml:trace contextRef="#ctx0" brushRef="#br1" timeOffset="144166">18135 12808 489 0,'0'0'3'15,"0"0"2"-15,0-8 1 0,-5-1 2 16,2 1-8-16,1-5 0 16,0 1 0-16,2-1 0 15,0-1 0-15,0 4 0 16,2 0 0-16,10 2 0 0,6 2 0 16,-4 6 0-16,7 4 0 15,-2 3 0-15,1 6 0 16,-2-1 0-16,-11 8 0 15,-2-1 0-15,-5 4 0 0,-5 1 0 16,-10-2 0-16,-7 3 0 16,-1 0 0-16,-2-5 0 15,5 0 0-15,1-3 0 16,1-4 0-16,8-3 0 16,10-10 0-16,-2 12 0 15,7-12 0-15,9 0 0 0,6-2 0 16,10-1 0-16,0-9 0 15,-12 2-81-15,21-5-8 0</inkml:trace>
  <inkml:trace contextRef="#ctx0" brushRef="#br1" timeOffset="144369.15">18599 12569 497 0,'0'0'3'0,"0"0"2"0,0 0 1 15,0 0-6-15,0 0 0 16,0 0 0-16,10 10 0 0,-4 2 0 16,-4 8 0-16,5 3 0 15,-2 4 0-15,2 3 0 16,-2 1 0-16,3 7 0 16,-8-3-76-16,5-8-13 0</inkml:trace>
  <inkml:trace contextRef="#ctx0" brushRef="#br1" timeOffset="144533.4">18549 12708 464 0,'0'0'4'0,"0"0"1"0,-2-15 0 16,2 15 0-16,2-15 0 16,-2 15 0-16,20-12 0 15,-4 2-3-15,5 10-8 0,2-3-21 16,4 3-54-16,6 8-3 15</inkml:trace>
  <inkml:trace contextRef="#ctx0" brushRef="#br1" timeOffset="144932.22">19029 12639 473 0,'0'0'4'0,"0"0"0"15,0 0 2-15,-5-11 1 16,5 11 0-16,-15-9 1 0,-1 4-6 15,0 2-2-15,-4 3 0 16,-2 0 0-16,1 3 0 16,5 4 0-16,-5 6 0 15,9-1 0-15,4 3 0 0,8 0 0 16,0 0 0-16,11-3 0 16,3 0 0-16,9-6 0 15,-3-2 0-15,8-4 0 0,-2-4 0 16,-1-6 0-16,0-5 0 15,-2-3 0-15,-9-4 0 16,-1-6 0-16,-6-3 0 16,-2-4 0-16,-5-5 0 0,0 1 0 15,-9-1 0-15,-2 5 0 16,1 3 0-16,3 8 0 16,0 4 0-16,7 20 0 15,-11-5 0-15,11 15 0 16,0 12 0-16,11 8 0 0,-1 7 0 15,4 7 0-15,1-2 0 16,-10 8-87-16,18-5-2 16</inkml:trace>
  <inkml:trace contextRef="#ctx0" brushRef="#br1" timeOffset="145382.59">19323 12671 478 0,'0'0'4'0,"0"0"2"0,0-10 0 16,0 10 3-16,-6-17-1 16,6 17-8-16,-2-17 0 15,-2 6 0-15,4 11 0 16,0-13 0-16,0 13 0 0,21-6 0 16,-11 3 0-16,3 3 0 15,1 0 0-15,2 3 0 16,-8-1 0-16,3 6 0 0,-6 1 0 15,-3 2 0-15,-2 1 0 16,0 2 0-16,-7-1 0 16,0-1 0-16,-3 3 0 15,0-2 0-15,2-1 0 0,1-2 0 16,2 1 0-16,3-3 0 16,2 3 0-16,5-1 0 15,2 0 0-15,7-4 0 16,4 1 0-16,0 2 0 0,1-1 0 15,2 0 0-15,1 1 0 16,-7-2 0-16,0 0 0 16,-8 3 0-16,0 0 0 15,-7-3 0-15,-7 4 0 0,-2-2 0 16,-14-1 0-16,3 1 0 16,-8-1 0-16,-2 0-18 15,5-8-66-15,-1 0-2 16</inkml:trace>
  <inkml:trace contextRef="#ctx0" brushRef="#br1" timeOffset="145683.28">19489 12168 481 0,'0'0'3'0,"9"-3"2"16,2 2 0-16,3-2 3 15,9 3 1-15,-4 3-9 16,11 8 0-16,2 7 0 0,2 4 0 16,0 15 0-16,1 8 0 15,-3 10 0-15,-2 4 0 0,-5 5 0 16,-8 8 0-16,-7 2 0 16,-5 1 0-16,-13-3 0 15,-13-3 0-15,-12-3 0 16,-10-1 0-16,-11-5 0 15,-6-8 0-15,-9 0 0 0,-13-13-4 16,-10 1-84-16,8-8-3 16</inkml:trace>
  <inkml:trace contextRef="#ctx0" brushRef="#br1" timeOffset="146132.81">17417 12139 423 0,'0'0'4'16,"0"0"2"-16,0 0 0 16,0 0 1-16,-8-3 1 0,-2 6 1 15,-2 5 0-15,-6 17 2 16,-7 11-4-16,-2 11-1 15,-3 12 0-15,3 10-2 16,5 13 1-16,4 3-5 0,8 4 0 16,10-3 0-16,15-3 0 15,12-5 0-15,15-3 0 16,11-8 0-16,11-8 0 16,6-2 0-16,7-15-8 15,10-14-52-15,7 9-26 0,3-13-1 16</inkml:trace>
  <inkml:trace contextRef="#ctx0" brushRef="#br1" timeOffset="146950.6">20279 12450 411 0,'0'0'6'0,"0"0"2"16,0 0 2-16,5-10 2 15,-5 10 0-15,0-9 1 0,0 9-1 16,-7-13 1-16,-4 11-5 16,-1 0-2-16,-2 2-6 15,-2 0 0-15,1 4 0 16,-2 6 0-16,4 1 0 16,1 0 0-16,7 7 0 0,5-3 0 15,0 2 0-15,12-2 0 16,3 0 0-16,7-1 0 15,3 4 0-15,5-1 0 16,0-2 0-16,2 0 0 0,-2-3 0 16,-2 3 0-16,-6-3 0 15,-5-2 0-15,-1 0 0 16,-12 0 0-16,-4-10 0 0,0 15 0 16,-14-7 0-16,-6-1 0 15,-8-4 0-15,-2 4 0 16,-4-4 0-16,-3-3 0 15,-1 0 0-15,3 0 0 16,5-3 0-16,6-1 0 0,4-7-10 16,10 5-10-16,-3 6-50 15,13-6-15-15</inkml:trace>
  <inkml:trace contextRef="#ctx0" brushRef="#br1" timeOffset="147182.57">20579 12490 482 0,'0'0'4'0,"0"0"1"15,0 0 2-15,8-3 0 16,-8 3-1-16,5 6-6 16,-2 4 0-16,1-4 0 15,-4 10 0-15,3 0 0 0,-3 5 0 16,2-1 0-16,1 1 0 15,-1-3 0-15,6 2-4 16,-8-5-29-16,0 2-52 0,3-1-4 16</inkml:trace>
  <inkml:trace contextRef="#ctx0" brushRef="#br1" timeOffset="147498.84">20671 12634 406 0,'0'0'6'16,"0"0"3"-16,0 0 2 0,0 0 2 15,-2-11 1-15,2 11 2 16,0 0 0-16,-3-12 0 16,3 12-12-16,0 0-4 0,0 0 0 15,0 0 0-15,0 0 0 16,0 0 0-16,0 0 0 16,-2 12 0-16,2-1 0 15,0 1 0-15,0 0 0 0,2 1 0 16,1-3 0-16,-1 0 0 15,-2-10 0-15,3 12 0 16,-3-12 0-16,0 0 0 16,0 0 0-16,0 0 0 15,0 0 0-15,0 0 0 0,0 0 0 16,5-6-16-16,-5-2-21 16,0 8-47-16,0-11-2 15</inkml:trace>
  <inkml:trace contextRef="#ctx0" brushRef="#br1" timeOffset="148432.48">20804 12525 449 0,'0'0'5'0,"0"0"2"0,0 0 1 16,0 0 1-16,0 0 0 15,0 0 0-15,0 0 0 16,0 9-3-16,0-9-6 15,0 16 0-15,0-7 0 0,0 4 0 16,2 2 0-16,0 0 0 16,1-1 0-16,-1-2 0 15,3 4 0-15,0-9 0 0,-3 3 0 16,-2-10 0-16,0 0 0 16,0 0 0-16,0 0 0 15,0 0 0-15,0 0 0 0,8-13 0 16,-8-1 0-16,5 1 0 15,0-6 0-15,0-1 0 16,4 2 0-16,2 1 0 16,-1 4 0-16,-1-1 0 15,2 6 0-15,-2 4 0 0,1 4 0 16,3 4 0-16,-3 6 0 16,-1 5 0-16,1 0 0 15,1 5 0-15,1-1 0 16,1 1 0-16,-4-3 0 15,4 1 0-15,-5-3 0 0,4 2-9 16,-2-6-77-16,2-7-3 16</inkml:trace>
  <inkml:trace contextRef="#ctx0" brushRef="#br1" timeOffset="148882.4">21315 12389 469 0,'0'0'5'0,"0"-11"1"15,0 11 3-15,2-12 1 0,-2 12 2 16,0-14-12-16,0 14 0 16,0 0 0-16,-12 0 0 15,3 12 0-15,-7 7 0 0,2 12 0 16,-2 1 0-16,2 7 0 16,3 1 0-16,2 1 0 15,6 0 0-15,3-4 0 16,7-5 0-16,6-7 0 0,2-4 0 15,8-8 0-15,-1-8 0 16,2-5 0-16,1-1 0 16,3-13 0-16,-6-5 0 15,-2-9 0-15,2-4 0 0,-9-7 0 16,2-6 0-16,-11-5 0 16,-4-4 0-16,0 4 0 15,-7-5 0-15,-5 9 0 16,-6 5 0-16,-4 10 0 15,-1 6 0-15,-3 12 0 0,1 11 0 16,-3 10 0-16,8 9 0 16,3 10 0-16,4 8 0 15,6-1 0-15,7 12 0 16,5-5 0-16,10 3 0 0,2-4 0 16,13 0-23-16,-3-3-65 15,5-7-2-15</inkml:trace>
  <inkml:trace contextRef="#ctx0" brushRef="#br1" timeOffset="149249.46">21608 12607 481 0,'0'0'5'0,"0"0"2"0,0 0 2 15,0 0 0-15,-2-10-9 16,2 10 0-16,0-8 0 15,0 8 0-15,10-12 0 0,2 7 0 16,3 2 0-16,0 0 0 16,-2 3 0-16,3 0 0 15,0 3 0-15,-4 7 0 16,-2 2 0-16,-6 4 0 0,-4 4 0 16,0 1 0-16,-7 2 0 15,-3-1 0-15,-6 3 0 16,-5-3 0-16,6 3 0 15,-2-6 0-15,-1-3 0 0,6 0 0 16,7-3 0-16,1-3 0 16,4-10 0-16,4 13 0 15,11-11 0-15,5-2 0 16,0 0 0-16,13-5 0 0,-7-10 0 16,7 3-82-16,7-5-8 15</inkml:trace>
  <inkml:trace contextRef="#ctx0" brushRef="#br1" timeOffset="149549.9">22244 12500 505 0,'0'0'3'0,"0"0"0"0,0 0-3 16,0 0 0-16,13-7 0 0,-13 7 0 15,19-6 0-15,-7 2 0 16,6 4 0-16,0-8 0 15,7 8 0-15,10 0-77 16,-13 0-12-16</inkml:trace>
  <inkml:trace contextRef="#ctx0" brushRef="#br1" timeOffset="149683.1">22175 12671 420 0,'0'0'6'0,"0"0"2"0,4 7 1 16,7-7 1-16,3 0 0 15,7 0-1-15,0 0-12 16,2-2-67-16,14-6-8 16</inkml:trace>
  <inkml:trace contextRef="#ctx0" brushRef="#br1" timeOffset="151499.06">22970 12403 394 0,'0'0'7'0,"0"0"3"16,0-14 4-16,0 14 0 0,-3-13 3 16,3 13 0-16,-2-10-1 15,2 10 2-15,0 0-14 16,0 7-4-16,0 9 0 16,0 9 0-16,0 0 0 15,0 6 0-15,0 4 0 0,2 4 0 16,6-1 0-16,-4-4 0 15,5-2 0-15,-2-2 0 16,0-5 0-16,0-6 0 0,-2-6 0 16,-1-3 0-16,-4-10 0 15,0 0 0-15,0 0 0 16,-6-6 0-16,-4-11 0 16,3-4 0-16,-4-7 0 0,2-4 0 15,1-6 0-15,-1-1 0 16,3-3 0-16,4 3 0 15,-1-4 0-15,1 6 0 16,2 0 0-16,0 10 0 0,9 0 0 16,2 6 0-16,6 5 0 15,6 6 0-15,2 3 0 16,0 4 0-16,4 3 0 16,1 3 0-16,-2 8 0 15,-9 2 0-15,-4 2 0 0,-3 0 0 16,-9 5 0-16,-3 0 0 15,-5-3 0-15,-7 0 0 16,-3 0 0-16,-9 1 0 16,3-3 0-16,-4-1 0 0,3 1 0 15,-3-2 0-15,5 2 0 16,3-3 0-16,5-1-17 16,3 3-69-16,4-3-4 0</inkml:trace>
  <inkml:trace contextRef="#ctx0" brushRef="#br1" timeOffset="152199.75">23204 12673 421 0,'0'0'6'0,"0"0"2"0,0 0 1 16,-11-2 2-16,11 2 1 15,0 0 1-15,-9-5 0 0,9 5 0 16,0 0-8-16,0 0-5 15,0 0 0-15,12 0 0 16,5 0 0-16,0 0 0 16,6 2 0-16,2-2 0 0,5 0 0 15,2 3 0-15,-2-1 0 16,-3-2 0-16,1 3 0 16,-9-1 0-16,-1 3 0 15,-6 1 0-15,-12-6 0 0,6 12 0 16,-10-2 0-16,-8 0 0 15,-8 2 0-15,1 2 0 16,-9 1 0-16,1 1 0 0,-3-3 0 16,3 4 0-16,2-3 0 15,3-4 0-15,7-1 0 16,3 2 0-16,12-11 0 16,-5 12 0-16,10-10 0 0,7 1 0 15,8-3 0-15,1 3 0 16,4-3 0-16,5 0 0 15,3 0 0-15,-1 0 0 16,2 0 0-16,-4 0 0 0,-2-3 0 16,-1 3 0-16,-4 0 0 15,-5 0 0-15,-4 0 0 16,-4 0 0-16,-10 0 0 16,0 0 0-16,10 0 0 15,-10 0 0-15,0 0 0 0,0 0 0 16,0 0 0-16,0 0 0 15,0 0 0-15,-5 3 0 16,5-3 0-16,0 0 0 0,0 0-24 16,0 0-67-16,-14 0-3 15</inkml:trace>
  <inkml:trace contextRef="#ctx0" brushRef="#br1" timeOffset="155034.7">23710 12572 398 0,'0'0'6'0,"0"0"3"15,0 0 3-15,0 0 1 16,0-8 1-16,0 8 1 16,0 0 1-16,0-10 0 15,0 10-4-15,10-2-12 0,1 2 0 16,-2-2 0-16,9 2 0 16,1 0 0-16,6 0 0 15,5 0 0-15,2-3 0 0,-2 3 0 16,5-3 0-16,-3 3 0 15,0-3 0-15,-7 2 0 16,-2-2 0-16,-4 0 0 16,-3 3 0-16,-4-1 0 0,-2 1 0 15,-10 0 0-15,0 0 0 16,0 0 0-16,0 0 0 16,0 0 0-16,0 0 0 15,-10 0 0-15,10 0 0 0,-10 0-15 16,10 0-72-16,0 0-1 15</inkml:trace>
  <inkml:trace contextRef="#ctx0" brushRef="#br1" timeOffset="155499.07">24441 12322 453 0,'0'0'5'0,"0"0"2"15,10-10 2-15,-10 10 1 16,12-8 0-16,-12 8 1 16,10-7-5-16,-10 7-6 15,8 5 0-15,-8 7 0 0,0 6 0 16,-10 3 0-16,2 4 0 16,-2 5 0-16,-2 1 0 15,-3 0 0-15,2-4 0 0,-4 1 0 16,2-1 0-16,-2-5 0 15,2-2 0-15,0-3 0 16,0-5 0-16,0 4 0 16,3-7 0-16,2-1 0 0,10-8 0 15,-15 10 0 1,15-10 0-16,0 0 0 0,0 0 0 16,15 5 0-16,2-5 0 15,3 0 0-15,8-3 0 16,2 1 0-16,-1 0 0 0,8-1 0 15,-4 0 0-15,1 1 0 16,-6 2 0-16,-3-3 0 16,-6 3 0-16,-1 0 0 15,-6 0 0-15,-12 0 0 0,18 0 0 16,-18 0 0-16,0 0-27 16,0 0-59-16,0 0-4 15</inkml:trace>
  <inkml:trace contextRef="#ctx0" brushRef="#br1" timeOffset="155732.59">24851 12527 483 0,'0'0'4'0,"0"0"2"0,0 0 1 15,0 0 0-15,0 0-3 16,0 0-4-16,2 14 0 0,1-3 0 15,-3 9 0-15,0-1 0 16,0 6 0-16,0 5 0 16,0 0 0-16,0 0 0 15,0-1 0-15,0-2 0 16,2-11-46-16,0 3-42 0,1 0-3 16</inkml:trace>
  <inkml:trace contextRef="#ctx0" brushRef="#br1" timeOffset="166299.46">16517 14065 426 0,'0'0'6'0,"0"0"3"15,0 0 2-15,0-10 1 16,0 10 2-16,0-9 1 0,0 9 0 16,3-18-12-16,4 8-3 15,5 3 0-15,4-2 0 16,4 1 0-16,6 0 0 16,-1 6 0-16,3 2 0 15,1 0 0-15,-6 0 0 0,-1 5 0 16,-7 4 0-16,-5 4 0 15,-8-1 0-15,-2 4 0 16,-4-2 0-16,-13-2 0 0,-1 6 0 16,-5-5 0-16,4-1 0 15,-4-2 0-15,6-3 0 16,2 1 0-16,15-8 0 16,-7 8 0-16,7-8 0 15,12 11 0-15,0-5 0 0,8-2 0 16,5 0 0-16,0 4 0 15,-1-3 0-15,-1 5 0 16,-3-2 0-16,-3-1 0 16,-2 1 0-16,-15-8 0 0,8 15 0 15,-8-15 0-15,-15 14 0 16,-5-9 0-16,-5 2 0 16,-7-1 0-16,-3-4 0 0,-4 1 0 15,-2-3 0-15,2 0-3 16,-1-3-13-16,8-2-24 15,9-5-44-15,-4-2-1 16</inkml:trace>
  <inkml:trace contextRef="#ctx0" brushRef="#br1" timeOffset="166899.46">16734 13796 425 0,'0'0'4'15,"-4"-10"2"-15,-5 2 2 0,-3-2 1 16,-6 0 2-16,-7 0-1 16,-5 1 2-16,-7 1 0 15,-5 5-4-15,-3 6-2 0,-4 7-6 16,-1 7 0-16,-3 11 0 15,2 4 0-15,3 5 0 16,6 7 0-16,7 4 0 16,6 1 0-16,8 3 0 0,9 0 0 15,10-3 0-15,4 4 0 16,13-9 0-16,12 1 0 16,5-3 0-16,10-10 0 15,3 3 0-15,5-8 0 16,7-5 0-16,3-2 0 0,2-10 0 15,-3-2 0-15,4-8 0 16,-1-3 0-16,-3-9 0 16,1-6 0-16,-5-6 0 15,-5-6 0-15,-6-5 0 0,-4-2 0 16,-13-8 0-16,-7-2 0 16,-8-2 0-16,-12-3 0 15,-2-3 0-15,-12 3 0 16,-9 1 0-16,-9 6 0 0,-3 3 0 15,-5 7 0-15,-7 7 0 16,2 6 0-16,-4 7 0 16,-4 3 0-16,6 5 0 0,-3 2 0 15,9 5 0-15,2 0 0 16,10 7 0-16,5 3 0 16,11 0 0-16,5 5 0 15,13 2-54-15,5 3-35 16,10-5 0-16</inkml:trace>
  <inkml:trace contextRef="#ctx0" brushRef="#br1" timeOffset="167515.57">17387 14064 338 0,'0'0'6'0,"0"0"4"16,0 0 2-16,0 0 3 0,0 0 1 15,0 0-1-15,-2 4 1 16,2-4 2-16,0 0-5 16,7 3-2-16,5-3-3 15,3 0 1-15,4 0-2 16,9 0 2-16,2 0-1 0,10 0-8 16,0 0 0-16,2 1 0 15,3-1 0-15,-3 0 0 16,0 0 0-16,-7 0 0 15,0 0 0-15,-11 0 0 16,-1 0 0-16,-8 0 0 0,-3 0 0 16,-12 0 0-16,12 0 0 15,-12 0 0-15,0 0 0 16,0 0 0-16,-5-1 0 0,5 1 0 16,-14-6 0-16,7 5 0 15,7 1 0-15,-18 0-66 16,8 0-22-16</inkml:trace>
  <inkml:trace contextRef="#ctx0" brushRef="#br1" timeOffset="167882.8">17583 13877 469 0,'0'0'4'0,"0"0"1"0,0 0 1 16,0 0 0-16,0 0 1 0,0 0 0 15,0 0 0-15,0 0-7 16,0 0 0-16,0 0 0 16,5 0 0-16,-5 0 0 0,13-3 0 15,-4 1 0-15,3 0 0 16,-1-3 0-16,3 0 0 15,-4-3 0-15,1 1 0 16,-11 7 0-16,7-12 0 0,-7 12 0 16,-5-11 0-16,-5 11 0 15,-3 0 0-15,4 3 0 16,-4 2 0-16,0 10-18 16,-4 0-45-16,10 2-23 0,2 3-1 15</inkml:trace>
  <inkml:trace contextRef="#ctx0" brushRef="#br1" timeOffset="168266.19">17710 14314 435 0,'0'0'5'0,"0"0"1"16,0 0 2-16,0 0 1 16,0 0 2-16,0 0 0 0,0 0 1 15,0 0 0-15,0 0-10 16,0 0-2-16,0-6 0 16,0 6 0-16,15-10 0 15,-3 3 0-15,0-1 0 0,1 2 0 16,-1-2 0-16,-4 0 0 15,-8 8 0-15,10-15 0 16,-10 15 0-16,-3-7 0 16,-7 4 0-16,-2 3 0 0,-3 0 0 15,-2 3 0-15,-1 4 0 16,1 0 0-16,4 1 0 16,1 0 0-16,7 0 0 15,5-8-20-15,-6 12-65 16,6-12-2-16</inkml:trace>
  <inkml:trace contextRef="#ctx0" brushRef="#br1" timeOffset="168616.31">18636 13845 467 0,'0'0'5'0,"0"0"1"0,0 0 2 16,-2-10 0-16,2 10 0 15,0 0 1-15,0 0-9 0,-10 12 0 16,5 1 0-16,1 7 0 15,0 2 0-15,2 3 0 16,-1 5 0-16,1-1 0 16,2-4 0-16,0 3 0 15,7-6 0-15,-3-3 0 16,3-2-3-16,-5 1-54 0,-2-18-31 16,12 10 0-16</inkml:trace>
  <inkml:trace contextRef="#ctx0" brushRef="#br1" timeOffset="169132.64">18631 13682 449 0,'0'0'5'0,"0"0"0"16,-7-10 3-16,7 10 0 0,-9-10 0 15,9 10-1-15,-16-10 1 16,4 8-1-16,-1 4-3 15,-12 10-2-15,3 8-2 0,-5 3 0 16,0 11 0-16,-6 5 0 16,6 6 0-16,-1 4 0 15,8 1 0-15,6 4 0 16,4-1 0-16,10-1 0 16,3-5 0-16,11-3 0 0,6-4 0 15,3-2 0-15,9-7 0 16,0-6 0-16,5-3 0 15,0-6 0-15,5-4 0 16,4-6 0-16,-5-6 0 0,7-4 0 16,-4-10 0-16,-1 1 0 15,2-12 0-15,-6-2 0 16,-3-5 0-16,-6-8 0 0,-4-7 0 16,-6-3 0-16,-8-7 0 15,-6-2 0-15,-6-3 0 16,-2 0 0-16,-14 5 0 15,-4 3 0-15,-10 7 0 0,-2 5 0 16,-10 7 0-16,0 6 0 16,-9 6 0-16,0 8 0 15,-1 7 0-15,2 6 0 16,2 2 0-16,4 5 0 16,7 7 0-16,7 8 0 0,15-1-31 15,10 12-57-15,5 4-3 16</inkml:trace>
  <inkml:trace contextRef="#ctx0" brushRef="#br2" timeOffset="175015.59">17921 15304 435 0,'0'0'6'0,"0"-10"1"16,0 0 3-16,0 3 1 15,0-5 2-15,2 2 1 0,-2 0 1 16,3 0-15-16,-3 10 0 16,0 0 0-16,0 0 0 15,0 17 0-15,-3 8 0 0,-2 7 0 16,-2 5 0-16,0 5 0 16,4 3 0-16,-5 2 0 15,6 3 0-15,2-6 0 16,0-2 0-16,0-4 0 15,7-6 0-15,4-3 0 16,-2-4 0-16,3 0 0 0,9-10 0 16,-3-4 0-16,6-3 0 15,-4-2 0-15,5-5 0 16,1-1 0-16,3-1 0 0,-5-9 0 16,1 2-3-16,-7-2-44 15,-2-5-40-15,0-2-2 16</inkml:trace>
  <inkml:trace contextRef="#ctx0" brushRef="#br2" timeOffset="175215.59">17831 15498 415 0,'0'0'5'0,"0"0"2"0,0 0 1 15,0 0 2-15,0 0 0 16,0 0 0-16,0 0 1 15,0 0 0-15,0 0-4 16,13-5-2-16,4 5-2 16,6 0-2-16,4 0-4 0,8 5-7 15,-3-5-28-15,10 2-43 16,1 0-3-16</inkml:trace>
  <inkml:trace contextRef="#ctx0" brushRef="#br2" timeOffset="175852.56">18382 15498 418 0,'0'0'5'0,"0"0"3"0,-6-3 1 15,6 3 2-15,-18-8 1 16,4 6 0-16,-7 2 1 16,1 0 1-16,1 0-5 15,-4 2-9-15,1 6 0 0,2 2 0 16,3 5 0-16,7-1 0 15,3 1 0-15,3 0 0 16,8 3 0-16,5-1 0 16,6-5 0-16,5-2 0 15,5-2 0-15,0-3 0 0,-1-5 0 16,3 0 0-16,-1-5 0 16,-4-3 0-16,-5-2 0 15,1 1 0-15,-9-4 0 0,0-2 0 16,-7 3 0-16,1 2 0 15,-1-2 0-15,-2 12 0 16,0-10 0-16,0 10 0 16,0 0 0-16,-5 10 0 0,5 2 0 15,0 2 0-15,0 2 0 16,3 1 0-16,1-2 0 16,1-2 0-16,2-4 0 15,-7-9 0-15,16 10 0 16,-16-10 0-16,17 0 0 0,-9-8 0 15,-1-1 0-15,3-4 0 16,3-1 0-16,-1-4 0 16,-3-4 0-16,4 4 0 15,2 4 0-15,-6-1 0 0,2 2 0 16,-4 6 0-16,3 5 0 16,-2 2 0-16,-8 0 0 15,17 12 0-15,-8 3 0 16,0-1 0-16,3 1 0 0,3 0 0 15,-5 3 0-15,4-3 0 16,-1-1 0-16,-1-1 0 16,4-3 0-16,-4-6 0 0,3 4-13 15,-15-8-29-15,19 5-43 16,-3-5-2-16</inkml:trace>
  <inkml:trace contextRef="#ctx0" brushRef="#br2" timeOffset="177499.83">19165 15262 380 0,'0'0'8'16,"0"0"3"-16,0 0 1 0,0 0 1 16,0 0 1-1,0 0 0-15,0 0 0 0,-13 0 1 16,5 4-8-16,-3 13-3 15,-1-1-1-15,0 12-1 16,1 1 0-16,-3 6-1 0,3 0 0 16,9 4 0-16,-3-6 0 15,5 3-1-15,3-8 0 16,5 1 1-16,4-9-1 0,2-2 0 16,4-4 0-16,2-3 1 15,-3-7-1-15,6-4 1 16,2 0 0-16,-6-4 0 0,4-7 2 15,-3-3-3-15,-3-4 0 16,-4-4 0-16,-4-5 0 16,-6-2 0-16,-3-6 0 15,-3-1 0-15,-9 0 0 16,-3 1 0-16,-2 3 0 16,-6 5 0-16,1 4 0 0,-6 5 0 15,3 10 0-15,4 8 0 16,-2 0 0-16,5 4 0 15,-1 8 0-15,6 3 0 0,8 5 0 16,5 2 0-16,0 3 0 16,11 0 0-16,3-1 0 15,6 1 0-15,8-5 0 16,-2 0 0-16,4-10-3 16,8 5-40-16,-3-5-41 0,2-7-1 15</inkml:trace>
  <inkml:trace contextRef="#ctx0" brushRef="#br2" timeOffset="177915.69">19556 15569 481 0,'0'0'4'0,"0"0"2"0,-10-5 1 15,10 5 1-15,-5-10-3 16,5 10-5-16,-2-17 0 16,2 10 0-16,0 7 0 0,13-15 0 15,0 10 0-15,3 0 0 16,4 5 0-16,-3 0 0 16,3 7 0-16,-6 1 0 15,2 5 0-15,-9 1 0 0,-2 3 0 16,-5 3 0-16,-2 2 0 15,-6 1 0-15,-10-1 0 16,4 0 0-16,-4-2 0 0,-1-2 0 16,1-4 0-16,6-2 0 15,4-1 0-15,8-11 0 16,-11 14 0-16,11-14 0 16,9 6 0-16,6-6 0 15,4 0 0-15,-1 0 0 0,9-6 0 16,1-4 0-16,4-9-68 15,0 7-20-15</inkml:trace>
  <inkml:trace contextRef="#ctx0" brushRef="#br2" timeOffset="178149.27">20192 15406 500 0,'0'0'3'16,"0"0"1"-16,0 0 0 0,0 0-4 15,0-5 0-15,0 5 0 16,12-5 0-16,-2 5 0 16,5 0 0-16,3-3 0 15,4 3 0-15,0-5 0 16,3 3-69-16,-2 2-20 0</inkml:trace>
  <inkml:trace contextRef="#ctx0" brushRef="#br2" timeOffset="178299.3">20132 15533 474 0,'0'0'2'0,"0"0"2"0,0 0 0 16,0 7 2-16,0-7 1 15,12 7 0-15,4-5 0 16,3 1-7-16,4-3 0 15,14 2-22-15,3-2-60 0,5-7-3 16</inkml:trace>
  <inkml:trace contextRef="#ctx0" brushRef="#br2" timeOffset="179548.97">21136 14662 495 0,'0'0'3'0,"0"0"2"15,-5-15 1-15,5 15-4 16,-3-8-2-16,3 8 0 0,0 0 0 16,0 0 0-16,0 0 0 15,-7 11 0-15,7 11 0 16,0 1 0-16,0 9 0 16,5 0 0-16,2 2 0 15,2 2 0-15,-2-4 0 0,2-3 0 16,1-4 0-16,-2-3 0 15,-3-1 0-15,-3-9 0 16,-2-12 0-16,0 10 0 0,0-10 0 16,-4-8 0-16,-5-6 0 15,2-7 0-15,0-3 0 16,0-9 0-16,2-4 0 16,3 0 0-16,2-7 0 15,0 1 0-15,0 4 0 0,9-1 0 16,1 5 0-16,5 9 0 15,2 5 0-15,6 6 0 16,-1 11 0-16,3 4 0 0,-1 4 0 16,1 9 0-16,-4 7 0 15,-5 2 0-15,-6 5 0 16,-2 0 0-16,-8 6 0 16,-9-6 0-16,-7 0 0 0,-4-2 0 15,-4 0 0-15,-3-5 0 16,-1-2 0-16,-2-4-20 15,3-14-63-15,4 13-6 16</inkml:trace>
  <inkml:trace contextRef="#ctx0" brushRef="#br2" timeOffset="180083.43">21457 14858 488 0,'0'0'4'0,"0"0"1"16,0 0 2-16,0 0 0 16,0 0-7-16,-10-2 0 15,10 2 0-15,0 0 0 16,0 0 0-16,0 0 0 0,3-10 0 15,6 10 0-15,3-3 0 16,8 3 0-16,1 0 0 16,3 0 0-16,3 0 0 15,-2 0 0-15,0 3 0 0,-4 2 0 16,-5 2 0-16,-3 1 0 16,-5-2 0-16,-8 5 0 15,-5 2 0-15,-11 1 0 16,-4 1 0-16,-4 3 0 0,-6-1 0 15,0 0 0-15,1-3 0 16,-1 3 0-16,5-3 0 16,7-2 0-16,6-5 0 15,12-7 0-15,-7 16 0 0,7-16 0 16,14 4 0-16,1-4 0 16,7 0 0-16,5 0 0 15,3-2 0-15,3-3 0 16,-1 0 0-16,0 3 0 0,-2-4 0 15,-3 4 0-15,-6 0 0 16,-4-1 0-16,-5 1 0 16,0-3-55-16,-12 5-35 15,9-5 1-15</inkml:trace>
  <inkml:trace contextRef="#ctx0" brushRef="#br2" timeOffset="180665.81">22073 14811 324 0,'0'0'7'0,"0"0"5"15,0 0 3-15,0 0 4 16,0 0 2-16,0 0 0 0,0 0 1 16,0 0 0-16,0 0-5 15,0 7-3-15,0-7-3 16,10 3-5-16,3-1-6 0,3-2 0 16,10 4 0-16,-1-4 0 15,7 0 0-15,2 0 0 16,1 0 0-16,0 0 0 15,-3-4 0-15,-5 4 0 0,-1-2 0 16,-10-1 0-16,-3 3 0 16,-1 0 0-16,-12 0 0 15,9 0 0-15,-9 0 0 0,0 0 0 16,0 0 0-16,0 0 0 16,0 0 0-1,0 0 0-15,0 0 0 0,0 0 0 16,0 0 0-16,0 0 0 15,-4 9-40-15,4-9-50 16,0 0-2-16</inkml:trace>
  <inkml:trace contextRef="#ctx0" brushRef="#br2" timeOffset="181116.94">22834 14552 497 0,'0'0'3'0,"0"0"1"0,4-13 3 0,-4 13-7 15,0 0 0-15,10-12 0 16,-10 12 0-16,0 0 0 0,0 0 0 16,0 9 0-16,-2 7 0 15,-10 5 0-15,-5 4 0 16,6 6 0-16,-9 0 0 15,2 0 0-15,1 0 0 16,-1-4 0-16,6-2 0 16,-5-6 0-16,7-1 0 0,0-6 0 15,6-2 0-15,4-10 0 16,-11 13 0-16,11-13 0 16,0 0 0-16,0 0 0 0,15 5 0 15,-3-5 0-15,9 0 0 16,0-5 0-16,4 2 0 15,5-2 0-15,0 0 0 16,0 1 0-16,0-2 0 0,-3 1 0 16,-2 1 0-16,-6 1 0 15,-1 1 0-15,-6-1 0 16,1 3 0-16,-13 0 0 0,5-15-75 16,-5 15-15-16</inkml:trace>
  <inkml:trace contextRef="#ctx0" brushRef="#br2" timeOffset="181416.29">23221 14658 497 0,'0'0'3'0,"0"0"3"0,13 0-1 0,-13 0-5 16,9 0 0-16,-9 0 0 15,8 12 0-15,-4 1 0 16,-4 3 0-16,0 7 0 16,-4 2 0-16,1 5 0 0,1-1 0 15,-3 1 0-15,3 0 0 16,2 0 0-16,0-6 0 16,0 1 0-16,2-5 0 15,5-1 0-15,-4-4 0 0,4-6-42 16,-7-9-48-16,10 8-2 15</inkml:trace>
  <inkml:trace contextRef="#ctx0" brushRef="#br2" timeOffset="181985.45">23368 14303 422 0,'0'0'5'0,"0"0"1"0,0 0 3 0,4 0 1 16,-4 0 1-16,21 3 2 15,-5 5 0-15,9 6 0 16,0 4-4-16,10 8-9 0,2 12 0 16,0 1 0-16,4 11 0 15,-7 4 0-15,-4 4 0 16,-9-1 0-16,-2-1 0 0,-12 4 0 15,-7-3 0-15,-12-2 0 16,-11-1 0-16,-9-2 0 16,-7 0 0-16,-12-2 0 15,-3-11 0-15,-3 3-40 16,-2-7-46-16,-6-6-3 0</inkml:trace>
  <inkml:trace contextRef="#ctx0" brushRef="#br2" timeOffset="182566.31">21069 14377 331 0,'0'0'6'0,"0"0"2"16,-10-13 2-16,10 13 1 15,-15-11 3-15,5 4 2 0,-2 4-2 16,-6 0 1-16,-2 3-4 16,-5 10-3-16,1 10-1 15,-4 10-1-15,-1 10-2 16,-1 11 0-16,2 11 0 16,3 10-1-16,4 2 0 0,3 6-1 15,8 2 0-15,5-3-1 16,5-3 0-16,3-4-2 15,9-5-1-15,8-2-3 16,8-6-8-16,1-6-21 0,-2-9-45 16,20-4-3-16</inkml:trace>
  <inkml:trace contextRef="#ctx0" brushRef="#br2" timeOffset="183499.47">20774 15624 386 0,'0'0'2'16,"0"0"3"-16,0 0 2 16,9 0 1-16,3 0 1 15,4 0 1-15,3 0 2 0,11 3-1 16,8-3 0-16,9 0-3 16,12 2-2-16,8-2-1 15,16 0-1-15,8 0-1 0,13-2 0 16,13-4-1-16,15 3 1 15,10-1 0-15,14-1 0 16,14 0 0-16,8 3 1 16,12-1-1-16,3-3-3 0,1 4 0 15,-1 0 0-15,-7-3 0 16,-4 0 0-16,-13-2 0 16,-15 1 0-16,-17-2 0 15,-16-1 0-15,-16 1 0 16,-21 0 0-16,-19-1 0 0,-15 1 0 15,-13 2 0-15,-19-2 0 16,-6 4 0-16,-12 4 0 16,0 0 0-16,0 0 0 15,-10-8 0-15,3 8 0 0,7 0 0 16,-16 0 0-16,16 0 0 16,-14 22-76-16,14-22-13 15</inkml:trace>
  <inkml:trace contextRef="#ctx0" brushRef="#br2" timeOffset="184899.35">21792 15966 420 0,'0'0'5'0,"0"0"3"16,0 0 3-16,0 0 1 16,0 0 2-16,0-8-1 0,0 8 2 15,0 0-2-15,0 0-13 16,0 0 0-16,5 10 0 15,-2 2 0-15,-1 10 0 16,0-1 0-16,1 4 0 0,2 1 0 16,0 4 0-16,3-3 0 15,-4-4 0-15,1 0 0 16,-3-4 0-16,3-4 0 0,-2-3 0 16,-3-12 0-16,0 13 0 15,0-13 0-15,0 0 0 16,0-6 0-16,-3-3 0 15,-2-8 0-15,1-1 0 16,-1-5 0-16,0-6 0 16,3-3 0-16,-1-5 0 0,3-1 0 15,0-2 0-15,5 4 0 16,2-2 0-16,5 6 0 16,1 5 0-16,4 7 0 0,4 5 0 15,1 8 0-15,2 4 0 16,-1 3 0-16,2 6 0 15,-7 6 0-15,-1 3 0 16,-4 5 0-16,-6-1 0 0,-5 4 0 16,-2-4 0-16,-5 4 0 15,-8-3 0-15,-3-3 0 16,-5 0 0-16,-1-2 0 16,-2-3 0-16,-9-2-3 0,8 1-6 15,-5-7-9-15,8-4-44 16,2 4-22-16,5-4-4 15</inkml:trace>
  <inkml:trace contextRef="#ctx0" brushRef="#br2" timeOffset="185516.14">22158 16084 492 0,'0'0'2'0,"0"0"2"0,0-4 1 15,0 4 1-15,2-15-4 0,1 6-2 16,-3 9 0-16,7-19 0 15,-7 19 0-15,14-12 0 16,-3 7 0-16,3 3 0 16,4 2 0-16,-1 0 0 15,3 5 0-15,0 2 0 0,-8 3 0 16,0 2 0-16,-1 1 0 16,-11-1 0-16,0 3 0 15,-5-3 0-15,-8 1 0 16,0-3 0-16,-1-3 0 0,-3 1 0 15,4-7 0-15,1-1 0 16,5 0 0-16,7 0 0 16,-8-6 0-16,8-4 0 0,8-3 0 15,4-2 0-15,3-4 0 16,4-5 0-16,2 5 0 16,-5-3 0-16,7 7 0 15,-8-2 0-15,0 7 0 0,-4 3 0 16,-11 7 0-16,12 0 0 15,-12 10 0-15,0 1 0 16,0 10 0-16,0-2 0 16,-3 3 0-16,1 6 0 15,2-3 0-15,0-3 0 0,7-3 0 16,0-1 0-16,6-2 0 16,4-5 0-16,-2-6 0 15,13-5-62-15,-7 3-27 0</inkml:trace>
  <inkml:trace contextRef="#ctx0" brushRef="#br2" timeOffset="186132.47">21464 16548 333 0,'0'0'4'0,"0"0"3"15,0 0 3-15,0 0 2 0,0 0 3 16,7 2 2-16,6 0 1 16,6 1 1-16,7-3-2 15,6 0-3-15,13 0-2 16,7 0-2-16,12-3-3 0,14 1 0 16,4-2-3-16,5-5-1 15,15 5-1-15,-3-3-2 16,2 2 0-16,2 0 0 15,-6 0 0-15,-5-1 0 0,-5 2 0 16,-11 1 0-16,-11-2 0 16,-10 5 0-16,-16-2 0 15,-7-1 0-15,-9 1 0 0,-11-1 0 16,-1 3 0-16,-11 0 0 16,0 0-5-16,0 0-13 15,-5-7-55-15,-3 7-13 16</inkml:trace>
  <inkml:trace contextRef="#ctx0" brushRef="#br2" timeOffset="186632.72">21852 16845 408 0,'0'0'5'0,"0"0"2"0,-2-12 2 0,2 12 1 16,-6-15 1-16,6 15 0 16,-15-13 1-16,3 9 1 0,-5 1-4 15,-1 6-3-15,-1 7-1 16,-7 4 0-16,4 9-5 15,3-1 0-15,0 2 0 16,10 4 0-16,1 1 0 16,6-4 0-16,4 0 0 0,11-3 0 15,6-4 0-15,6-4 0 16,7-4 0-16,7 0-3 16,-7-10-45-16,12 0-37 15,-2-7-2-15</inkml:trace>
  <inkml:trace contextRef="#ctx0" brushRef="#br2" timeOffset="186949.77">22145 16873 445 0,'0'0'4'16,"0"0"1"-16,0 0 1 16,-7 4 1-16,7-4 1 15,-16 13 0-15,9-4 1 16,-3 1-1-16,3 3-2 0,1-4-1 15,4 4-5-15,2-1 0 16,2-1 0-16,11-2 0 16,-1-4 0-16,11-2 0 15,2-1 0-15,2-2 0 0,-2-2 0 16,2-1 0-16,-4-4 0 16,-2-3 0-16,-5 0 0 15,-6 0 0-15,-7 0 0 16,-3-2 0-16,-9 2 0 0,-5 0 0 15,-6 2 0-15,-2 4 0 16,-1 4-7-16,-2-3-17 16,0 0-52-16,9 3-11 15</inkml:trace>
  <inkml:trace contextRef="#ctx0" brushRef="#br2" timeOffset="187298.06">22438 16848 443 0,'0'0'5'0,"0"0"1"16,0 0 0-16,0 0 1 16,-4-5 0-16,4 5 1 15,-21 0 0-15,8 0 0 16,-1 5-4-16,0 2-2 16,-2 0-1-16,4 1 0 0,4 2 0 15,1 0-1-15,7 2 0 16,0-5 0-16,4 3-1 15,7-2 1-15,1 2 0 16,6-3 0-16,1 0 0 0,1-2 0 16,-3 0 1-16,3 1-1 15,-2-1 0-15,-6-3 0 16,-12-2 0-16,7 14-1 0,-7-14 1 16,-4 10 0-16,-8-2-1 15,-9 2-1-15,1-5 0 16,1 0-2-16,1 0-3 15,-3-5-7-15,5 2-16 0,9-2-51 16,7 0-3-16</inkml:trace>
  <inkml:trace contextRef="#ctx0" brushRef="#br2" timeOffset="187782.48">22768 16768 449 0,'0'0'4'16,"0"0"3"-16,0 0 2 0,0 0 0 15,0 0 0-15,0 0 1 16,-9 12 0-16,-1 1-6 16,-1 5-4-16,2 1 0 0,-3 6 0 15,-4 0 0-15,7 1 0 16,1 5 0-16,4-7 0 15,4-1 0-15,0-6 0 16,9-2 0-16,6-5 0 16,0-3 0-16,2-7 0 0,3 0 0 15,0 0 0-15,-3-7 0 16,3-6 0-16,-3-4 0 16,-1 0 0-16,-7-8 0 0,-4-5 0 15,-1-2 0-15,-4-2 0 16,-6-1 0-16,-4 2 0 15,-4 6 0-15,-4 7 0 16,-5 6 0-16,4 6 0 16,-1 8 0-16,2 2 0 0,3 11 0 15,2 5 0-15,6 4 0 16,5 0 0-16,2 1 0 16,9 1 0-16,7-1 0 0,4-4 0 15,1-4-4 1,14-5-54-16,-5-3-28 0,0-2-2 15</inkml:trace>
  <inkml:trace contextRef="#ctx0" brushRef="#br2" timeOffset="188166.23">23112 16858 504 0,'0'0'2'0,"0"0"1"0,0 0-1 15,0 0-2-15,0 0 0 16,10 7 0-16,-10 2 0 0,4 4 0 16,-1 2 0-16,-3 2 0 15,0 3 0-15,0-3 0 16,5 1-48-16,-1-4-39 0,0-4-2 15</inkml:trace>
  <inkml:trace contextRef="#ctx0" brushRef="#br2" timeOffset="188516">23129 15933 447 0,'0'0'4'15,"0"0"1"-15,0 0 2 16,6-4 1-16,-6 4 2 0,19 2 0 16,-7 5 1-16,10 13-2 15,6 5-9-15,4 12 0 16,8 10 0-16,2 10 0 15,4 15 0-15,3 5 0 16,-3 12 0-16,-5 0 0 0,-2 8 0 16,-9 2 0-16,-7-3 0 15,-13 1 0-15,-8-6 0 16,-4-48 0-16,-6 4 0 16,-11-3 0-16,-2 3 0 15,-10-4 0-15,-3 1-10 0,-5-1-66 16,-5-6-13-16</inkml:trace>
  <inkml:trace contextRef="#ctx0" brushRef="#br2" timeOffset="188965.39">21514 15941 366 0,'0'0'8'0,"0"0"2"0,0 0 2 15,-13 0-1-15,13 0 2 0,-22 10 1 16,5 7 1-16,-6 8 1 16,-4 17-6-16,-1 7-3 15,-4 16-2-15,2 15 1 16,1 9-3-16,7 7 2 15,8 8-1-15,14 2-1 0,6 3 0 16,21-5-3-16,16-2 0 16,-14-53 0-16,9 1-10 15,1-5-72-15,21-1-3 16</inkml:trace>
  <inkml:trace contextRef="#ctx0" brushRef="#br2" timeOffset="191232.4">2123 13285 372 0,'0'0'7'16,"0"-7"3"-16,0 7 3 15,0-17 1-15,0 7 1 16,0-2 2-16,0-1 1 0,0 1 0 15,0 12-6-15,-7-11-3 16,7 11-3-16,-16 5-6 16,9 10 0-16,-5 9 0 15,-3 7 0-15,3 6 0 16,-1 6 0-16,3 3 0 0,5 2 0 16,0-2 0-16,5-4 0 15,3-2 0-15,4-4 0 16,5-8 0-16,4-3 0 15,-1-5 0-15,7-10 0 0,0-2 0 16,6-8 0-16,-1 0 0 16,-5-10 0-16,8-3 0 0,-5-7 0 15,-3-7 0-15,1-1 0 16,-7-4 0 0,-5-5 0-16,-6-5 0 0,-2-3 0 15,-3 1 0-15,-8-6 0 0,-7 3 0 16,-3 0 0-16,-4 3 0 15,0 6 0 1,-3 4 0-16,-5 12 0 0,8 2 0 16,-5 13 0-16,2 4 0 15,2 6 0-15,-2 11 0 16,8 6 0-16,-1 5 0 0,4 7 0 16,6 3 0-16,3 0 0 15,5 1 0-15,0 0 0 16,13-3 0-16,4-2 0 0,3-6 0 15,5-6 0-15,-1-4 0 16,6-5 0-16,-5-5 0 16,5-3 0-16,-3-2 0 15,-2 0 0-15,-4-2 0 0,0-1-3 16,-5-9-20-16,-5 9-63 16,5-4-2-16</inkml:trace>
  <inkml:trace contextRef="#ctx0" brushRef="#br2" timeOffset="191749.15">2625 13702 462 0,'0'0'3'0,"0"0"2"16,-12-11 2-16,12 11 0 0,-10-14 0 16,4 3 1-16,4 2 0 15,2-7-4-15,2 8-4 16,9-6 0-16,3 4 0 15,-1 3 0-15,9 0 0 16,-7 5 0-16,6-1 0 0,-7 3 0 16,0 5 0-16,-3 5 0 15,-4 1 0-15,-2 7 0 16,-5 2 0-16,0 5 0 0,-7-1 0 16,-5 1 0-1,-2 0 0-15,0 0 0 0,-3-3 0 16,0 0 0-16,-4-1 0 15,6-4 0-15,3-5 0 16,1-1 0-16,4-3 0 0,7-8 0 16,0 0 0-16,11 6 0 15,3-6 0-15,-1-7 0 16,11-3 0-16,-3 0 0 0,6-2 0 16,-4-3 0-16,4-1-87 15,-3 3-3-15</inkml:trace>
  <inkml:trace contextRef="#ctx0" brushRef="#br2" timeOffset="191982.46">3100 13458 480 0,'0'0'3'0,"0"0"2"0,0 0 1 15,0 0 0-15,0 0 0 16,2-5-1-16,-2 5-5 16,12-1 0-16,-1-3 0 0,3 2 0 15,7 2 0-15,-2-5-2 16,6-2-83-16,-3 7-3 16</inkml:trace>
  <inkml:trace contextRef="#ctx0" brushRef="#br2" timeOffset="192133.23">3084 13619 460 0,'0'0'4'0,"5"0"0"15,6 0 2-15,3-4 1 16,9-2-1-16,3-1 1 16,8 2-1-16,5-7-3 15,6 10-17-15,2-6-68 0,-2-5-4 16</inkml:trace>
  <inkml:trace contextRef="#ctx0" brushRef="#br2" timeOffset="195699.18">4105 13183 430 0,'0'0'5'0,"0"-10"1"15,0 3 3-15,4-2 0 16,-2-1 3-16,-2 2-1 0,0 8 1 15,0-12 0-15,0 12-7 16,-6 12-5-16,-1 10 0 16,-5 8 0-16,-1 7 0 15,1 10 0-15,-2 3 0 0,3 2 0 16,2-1 0-16,4 2 0 16,5-6 0-16,2-5 0 15,10-3 0-15,4-8 0 16,5-7 0-16,4-4 0 15,5-10 0-15,2-5 0 16,1-2 0-16,-4-3 0 0,0-8-16 16,-3-4-20-16,-14-4-51 15,1 0-1-15</inkml:trace>
  <inkml:trace contextRef="#ctx0" brushRef="#br2" timeOffset="195865.85">4027 13419 415 0,'0'0'4'0,"0"0"1"16,0 0 0-16,0 0 1 0,0 0 0 16,0 0 1-16,20-3-2 15,-1 1-2-15,11 2-11 16,4 0-16-16,4-7-52 0,12 7-4 16</inkml:trace>
  <inkml:trace contextRef="#ctx0" brushRef="#br2" timeOffset="196416.19">4489 13350 410 0,'0'0'3'0,"0"0"2"16,-13 0 2-16,5 0 0 0,-4 8 0 15,-5-1 1-15,0 3-1 16,1 4 1-16,4 4-3 16,-1-1-2-16,8 3-2 15,5 0 0-15,0 2-1 0,11-7-1 16,1-1 1-16,6-4 0 15,4-2 0-15,-5-2-1 16,3-6 1-16,-3 0 0 16,-1-11 0-16,-2-2 1 0,-2 1 0 15,-1-2 0-15,-1-7 0 16,-6 1 1-16,4 4-1 16,-3-2 1-16,-2 6-2 15,-1 1 1-15,-2 11-1 16,0 0 0-16,0 0-1 0,3 11 1 15,-1 3 0-15,0 4-1 16,6 0 1-16,-4-2-1 0,5 5 0 16,-5-9 1-16,4 1-1 15,1-5 1-15,-9-8 0 16,16 11 1-16,-16-11-1 16,12-5 2-16,-7-5-1 15,3-3 1-15,-1-1 0 0,3-6-1 16,-3 2 1-16,3 1-1 15,-2 3 0-15,1 1-1 16,-1 3 0-16,-8 10 0 16,17-5 0-16,-17 5 0 0,16 8-1 15,-9 4 1-15,3 2-1 16,0 2 2-16,0 1-1 16,-1 0-1-16,7 3 0 15,-4-7-4-15,3 1-5 0,-3-6-16 16,-12-8-56-16,15 13-1 15</inkml:trace>
  <inkml:trace contextRef="#ctx0" brushRef="#br2" timeOffset="196615.57">4953 13173 477 0,'0'0'3'0,"0"0"0"0,0 0 1 16,7 0 1-16,-7 0 0 16,13 0-1-16,-3 0 1 15,0 0 0-15,0 4-5 0,7 0-2 16,-4-2-10-16,9 1-36 16,-2 2-36-16,3 0-2 15</inkml:trace>
  <inkml:trace contextRef="#ctx0" brushRef="#br2" timeOffset="196799.47">5252 13045 478 0,'0'0'3'16,"0"0"1"-16,0 0 0 0,0 0 1 16,0 0 0-16,0 13-1 15,2-2 1-15,1 10-2 16,-3 1-3-16,4 7 0 15,-1 3-7-15,4 6-16 0,1 2-60 16,-1-6-4-16</inkml:trace>
  <inkml:trace contextRef="#ctx0" brushRef="#br2" timeOffset="197266.29">6181 12408 444 0,'0'0'4'0,"0"0"0"16,-13 0 1-16,-4 3 1 0,-3 8 0 15,-10 13 1-15,-5 10 1 16,-4 13 0-16,-1 20-3 15,-7 15-1-15,5 17-1 16,1 12-1-16,7 9 0 0,6 11 1 16,11 3-3-16,7 2 0 15,10-3 0-15,13 1 0 16,12-5 0-16,14-8 0 16,11-6 0-16,7-13 0 0,13-4 0 15,6-14 0-15,12-12-73 16,-5-13-16-16</inkml:trace>
  <inkml:trace contextRef="#ctx0" brushRef="#br2" timeOffset="199498.91">6712 12597 462 0,'0'0'4'0,"0"0"1"15,0 0 1-15,5-10 0 16,-5 10 1-16,0 0-1 15,0 0 1-15,0 0-1 16,0 20-4-16,0 1-2 16,0 4 0-16,-2 8 0 0,2 3 0 15,0 0 0-15,7 1 0 16,-1-3 0-16,1-4 0 16,-2-5 0-16,0-6 0 15,-4-3 0-15,-1-7 0 0,0-9 0 16,0 0 0-16,-4 3 0 15,4-3 0-15,-14-15 0 16,8-3 0-16,-1-6 0 0,2-3 0 16,0-5 0-16,3-8 0 15,2 0 0-15,0 1 0 16,2-1 0-16,5 0 0 16,3 8 0-16,5 2 0 0,0 9 0 15,5 3 0-15,3 8 0 16,-2 5 0-16,2 5 0 15,-3 8 0-15,3 0 0 0,-9 13 0 16,-2-4 0-16,-4 6 0 16,-8 2 0-16,0-4 0 15,-8 2 0-15,-1-3 0 16,-6-3-8-16,0-3-2 16,0 0-7-16,-5-7-13 0,-5 3-54 15,15-5 0-15</inkml:trace>
  <inkml:trace contextRef="#ctx0" brushRef="#br2" timeOffset="199999.87">6953 12795 472 0,'0'0'3'0,"0"0"2"15,0 0 0-15,0 0 1 16,-4-5 1-16,4 5 0 16,2-10-1-16,5 5-6 15,5 2 0-15,5-1 0 16,2 1 0-16,0 0 0 0,6 3 0 15,0 0 0-15,-2 3 0 16,-4 2 0-16,-1 3 0 16,-1-2 0-16,-9 5 0 0,-3 2 0 15,-5 1 0-15,-3 5 0 16,-7-1 0-16,-7 0 0 16,-3 1 0-16,-1-1 0 15,0-1 0-15,1-2 0 0,3-3 0 16,4-4 0-16,13-8 0 15,-12 12 0-15,12-12 0 16,9 3 0-16,7-3 0 0,3 0 0 16,6 0 0-16,-2-3 0 15,4-3 0-15,-3 2 0 16,8 2 0-16,-9-3-15 16,-5 0-70-16,5 0-2 15</inkml:trace>
  <inkml:trace contextRef="#ctx0" brushRef="#br2" timeOffset="200216.43">7448 12780 467 0,'0'0'4'0,"0"0"2"16,0 0 0-16,0 0 1 15,0 0 1-15,12-5-1 0,-12 5-1 16,20 0-6-16,-4 0 0 16,0 0 0-16,5 0 0 15,-2 0-11-15,3 0-73 0,6 0-1 16</inkml:trace>
  <inkml:trace contextRef="#ctx0" brushRef="#br2" timeOffset="200583.17">7885 12603 454 0,'0'0'4'15,"0"0"2"-15,0 0 2 0,0-9 1 16,0 9-1-16,0 0 1 16,0 0 1-16,0 0-7 15,5 9-3-15,-5 7 0 16,0 4 0-16,-5 5 0 0,-2 2 0 15,-3 3 0-15,0-4 0 16,-2 2 0-16,-2-6 0 16,2 0 0-16,-2-7 0 15,1 0 0-15,3-5 0 16,10-10 0-16,-15 10 0 0,15-10 0 16,-7 5 0-16,7-5 0 15,0 0 0-15,7-2 0 16,4-1 0-16,3 0 0 15,4-1 0-15,7 1 0 0,-3-2 0 16,-2 3 0-16,5-1 0 16,-6-2-10-16,4 5-31 15,-3 0-44-15,-6 0-2 0</inkml:trace>
  <inkml:trace contextRef="#ctx0" brushRef="#br2" timeOffset="200803.32">8166 12743 462 0,'0'0'4'0,"0"0"0"15,0 0 0-15,0 0 0 16,4 10 1-16,-4-10 0 0,4 17 0 16,-2-4 0-16,-2 1-3 15,5 5 0-15,0 2-2 16,2 1-3-16,-2-4-8 15,8 3-18-15,19-8-52 0,-15-1-2 16</inkml:trace>
  <inkml:trace contextRef="#ctx0" brushRef="#br2" timeOffset="201082.38">8340 12362 486 0,'0'0'2'16,"0"0"1"-16,0 0 1 0,7-6 0 16,3 6 1-16,5 6 2 15,3 3-7-15,6 6 0 16,1 10 0-16,5 4 0 16,-3 11 0-16,3 5 0 0,-3 4 0 15,-1 4 0-15,-9 3 0 16,-4 0 0-16,-11 0 0 15,-2-2 0-15,-13 0 0 16,-9 1 0-16,-13-5 0 16,-5 1 0-16,-9-8-9 0,-1-21-67 15,-10 15-12-15</inkml:trace>
  <inkml:trace contextRef="#ctx0" brushRef="#br2" timeOffset="201549.27">6516 12247 386 0,'0'0'7'0,"0"0"1"0,0 0 2 16,-4-2 1-16,-7 2 0 15,-3 13 1-15,-4 4 1 16,-10 7-1-16,-2 14-5 16,-2 8-3-16,0 11-1 0,0 8 0 15,7 4-1-15,4 5-1 16,18-1 1-16,3-3-1 16,12-2-1-16,13-6 1 15,14-5 0-15,11-7 0 16,15-9-1-16,9-6-3 0,6-2-5 15,16-4-14-15,17-1-60 16,-7-8-1-16</inkml:trace>
  <inkml:trace contextRef="#ctx0" brushRef="#br2" timeOffset="202032.87">8926 12819 475 0,'0'0'4'0,"0"0"-1"0,0 0 1 16,0 0 0-16,-2-11 0 15,2 11-3-15,0 0-3 0,0 0-11 16,0 0-67-16,0 0-5 15</inkml:trace>
  <inkml:trace contextRef="#ctx0" brushRef="#br2" timeOffset="202449.47">9501 12602 469 0,'0'0'3'0,"0"0"1"0,0-11 1 16,0 11 0-16,-9-7 0 15,-1 5 1-15,-7-1-1 16,-2 3 0-16,-9 12-1 0,1 4-4 16,-3 5 0-16,5 7 0 15,0 2 0-15,8 2 0 16,5 3 0-16,9-5 0 15,3-4 0-15,13 2 0 0,6-8 0 16,6-3-2-16,2-5-14 16,8-2-66-16,8-4-2 15</inkml:trace>
  <inkml:trace contextRef="#ctx0" brushRef="#br2" timeOffset="202749.01">9632 12708 456 0,'0'0'2'0,"0"0"1"0,-13 3 0 16,13-3 0-16,-17 17 0 15,10-6 1-15,-1 5-1 16,3-1 1-16,0 5-1 16,5-2-1-16,10-1-1 0,5-3 1 15,5 1 0-15,2-10 0 16,8 2 0-16,0-7 1 15,-3 0 0-15,-2-2 1 16,0-3 0-16,-8-5-2 0,-1 0-2 16,-9-2 0-16,-5 0 0 15,-2-3 0-15,-5-1 0 16,-2 4 0-16,-6 0 0 0,-1 7-10 16,-4-5-18-16,-4 10-56 15,9 0-3-15</inkml:trace>
  <inkml:trace contextRef="#ctx0" brushRef="#br2" timeOffset="203133.11">10171 12728 472 0,'0'0'4'0,"0"0"-1"0,0-10 2 15,0 10-1-15,-12-10 1 16,2 5-1-16,-5 3 1 15,0-2 0-15,-5 4-4 16,0 0 0-16,1 9-1 0,0 0 0 16,8 1-1-16,0 0 1 15,6 5-1-15,5 0 1 16,5 0-1-16,8 0 1 16,-1-2 0-16,11 1 0 0,-3-2 0 15,4 3-1-15,-4-5 2 16,-2 3-1-16,-4-3 0 15,0-1 1-15,-7 2-1 16,-7-11 1-16,-3 17 0 0,-5-10 1 16,-6 0-2-16,-4 1-2 15,-1-3 0-15,-6 0-3 16,2 2-4-16,1-4-8 16,4-3-41-16,6 0-26 0,2-5-1 15</inkml:trace>
  <inkml:trace contextRef="#ctx0" brushRef="#br2" timeOffset="203583.11">10430 12627 480 0,'0'0'4'0,"0"0"0"16,0-13 2-16,0 13 0 15,-3-11 1-15,3 11-3 0,-10-1-4 16,-2 1 0-16,2 9 0 15,-8 8 0-15,4 8 0 16,-4 5 0-16,4 5 0 16,1 0 0-16,5 2 0 0,1-5 0 15,7 0 0-15,3-9 0 16,4 2 0-16,7-11 0 16,4-4 0-16,2-8 0 15,2-2 0-15,3-5 0 0,-5-7 0 16,3-5 0-16,-9-5 0 15,-2-3 0-15,-4-6 0 16,-5-1 0-16,-3-5 0 0,-11 1 0 16,-3 1 0-16,-6 0 0 15,-5 5 0-15,0 3 0 16,-2 7 0-16,0 8 0 16,2 7 0-16,2 5 0 0,4 12 0 15,6 6 0-15,8 7 0 16,5 4 0-16,2 4 0 15,14 0 0-15,5 3 0 16,7-1 0-16,4-6 0 16,0-7-16-16,9-2-67 0,-2-5-3 15</inkml:trace>
  <inkml:trace contextRef="#ctx0" brushRef="#br2" timeOffset="203765.46">10789 12703 474 0,'0'0'4'0,"0"0"1"0,-2-12 2 0,2 12-1 0,0 0 1 16,0 0 1-16,-10 0-8 15,8 6 0-15,2 15 0 0,-3 6 0 16,3 8 0-16,-2 4 0 16,2 6 0-16,-2-6-12 15,-1 6-73-15,3-4-1 0</inkml:trace>
  <inkml:trace contextRef="#ctx0" brushRef="#br2" timeOffset="206032.91">6914 13365 344 0,'0'0'6'0,"0"0"1"0,0 0 1 15,-11 0 0-15,11 0 0 16,0 0 3-16,0 0 0 15,9 10 0-15,5-3-4 16,11 0-1-16,15 3-1 0,5 0 1 16,19 3-2-16,15-3 0 15,13-1-3-15,16-2 0 16,11 1-1-16,15 0-1 16,8-4 0-16,14 1 1 0,10-2-1 15,11-3 0-15,7 0 1 16,9 0 0-16,6 0-1 15,2-3 0-15,1 1 0 16,-3-1-1-16,-8 3 1 0,-10 0 1 16,-4 0 0-16,-16 3 0 15,-14 4 2-15,-16-2 1 16,-14 3 0-16,-13 2-1 16,-12 0 1-16,-19-3-2 15,-17 3-3-15,-13 1-5 16,-8 0-13-16,-13 1-58 15,-14-4 0-15</inkml:trace>
  <inkml:trace contextRef="#ctx0" brushRef="#br2" timeOffset="206732.25">8484 13850 396 0,'0'0'3'0,"0"0"0"15,0 0 2-15,0 0 1 16,0 10 0-16,0 4 1 15,3 9 1-15,-1 2 0 16,5 10-3-16,-2 2 0 0,2 5-3 16,4-3-2-16,-4 1-1 15,0-3 0-15,-2-5-2 16,1-4 0-16,-6-6-1 16,0-3 0-16,0-6 1 15,0-13 1-15,-11 7 1 0,2-7 0 16,-4-9 2-16,3-6 1 15,-2-7 2-15,2-3 1 16,-2-11 0-16,2-3 1 16,-1-3 0-16,4-4 0 0,2-4 0 15,5 0-2-15,0 1-1 16,7 6-1-16,7 4 0 16,2 4-1-16,9 8 1 15,3 4-1-15,6 11 0 0,1 4 0 16,0 8 0-16,-1 8 0 15,-6 9 0-15,-6 3-1 16,-6 8 1-16,-9-1-1 0,-7 5-1 16,-7 1-2-16,-6-2-3 15,-7-3-5-15,0-1-13 16,3 5-56-16,-7-15-4 16</inkml:trace>
  <inkml:trace contextRef="#ctx0" brushRef="#br2" timeOffset="207249">8779 14064 416 0,'0'0'6'0,"0"0"2"0,0 0 1 16,0 0 2-16,3-9 0 15,-3 9 1-15,0 0 0 16,8-9 1-16,-8 9-7 16,12-7-1-16,-2 7-3 15,0 0-2-15,0 2 0 0,2 3 0 16,-1 2 0-16,-2 4 0 16,-4 0 0-16,-5 3 0 15,0-3-5-15,-2 1 1 16,-8-2 0-16,-3 1 0 0,1-3 1 15,-4 0 1-15,7-2 0 16,-4-3 0-16,13-3 4 16,-10-6 0-16,10-5 0 0,3-3 0 15,7-3 0-15,7-4 0 16,1-4 0-16,2 2 1 16,-1 3-1-16,2 1-1 15,-7 1 0-15,1 8 0 16,-5 7 0-16,-10 3 0 0,2 7 1 15,-2 6-2-15,0 2 0 16,-2 5 0-16,2 0 0 16,0 2 0-16,0 0-2 15,7-2 1-15,4-5 1 0,6-3-2 16,5-4-2-16,6-4-6 16,4-4-15-16,-2-2-56 15,17-5-3-15</inkml:trace>
  <inkml:trace contextRef="#ctx0" brushRef="#br2" timeOffset="208065.59">11044 12319 378 0,'0'0'7'0,"0"0"1"15,0 0-1-15,0 0 2 16,0 0 2-16,0 0 1 0,8 9 1 16,11 7 0-16,5 9-5 15,11 9-1-15,5 9-1 16,9 14-1-16,6 9-2 0,2 11 0 15,-2 8-2-15,-6 9 0 16,-6 7-1-16,-6 1 1 16,-7 4-1-16,-15 0 0 15,-7 1 1-15,-8-8 0 0,-8 2 2 16,-12-4 0-16,-5-5 1 16,-12-7 0-16,-6-2-2 15,-3-9-2-15,-4-6 0 0,-2-6 0 16,2-11 0-16,0-6 0 15,10-5 0-15,3-7-7 16,8-7-16-16,8-1-60 16,2-10-3-16</inkml:trace>
  <inkml:trace contextRef="#ctx0" brushRef="#br2" timeOffset="212232.8">2049 14749 97 0,'0'0'3'16,"0"0"-1"-16,-4-5 3 16,4 5-1-16,0 0 5 15,0 0 2-15,0 0 4 0,0 0-2 16,14 8 1-16,-2-6-1 16,8 6-1-16,2-4-1 15,6 7-5-15,4-9 0 0,8 5-4 16,4-4 2-16,1 4-1 15,12-1 1-15,-3-2 0 16,14 1-1-16,2 0 0 16,6 2 0-16,2-1 1 0,6-2-2 15,2 4-1-15,4-1 0 16,10 1 0-16,-3-1 0 16,-3 1 0-16,8 0-1 15,-3-1 1-15,8 0 0 0,10-3 1 16,-5 3-1-16,-3-3-1 15,8-2 1-15,-3 1-1 16,4-3 1-16,10 0-1 16,-14 0 0-16,1 0 0 0,4 0 0 15,0 0 0-15,3 0 0 16,2 0 0-16,-2 0 0 16,-5-3-1-16,7-2 1 15,1 4-2-15,6-6 0 0,-6 3-2 16,6-3-2-16,3 1-5 15,3 2-3-15,1-4-4 16,2-2-2-16,4 3-2 16,-2-1 1-16,5-2 3 15,-6 0 3-15,-4 1 8 0,10-1 4 16,-1-8 9-16,-2 4 2 16,-8 1 3-16,9 1 0 15,4-6 0-15,-8 5 0 16,8 2-3-16,-2 1-1 0,2 2-1 15,1-4-1-15,4 2 0 16,-5-3 3-16,0 4 4 16,-1-4 0-16,-1 5 5 0,2-6 0 15,-4 4 2-15,-2-2 1 16,4 5-4-16,-2-4-1 16,0 4-4-16,2 2-3 15,2 1-3-15,-4-5-1 16,-7 5-1-16,-3-4 2 0,-1 4 3 15,-11-5 0-15,-9 5 1 16,-6-3-1-16,-9-1 0 16,-7 3 0-16,-7-2-2 15,-10 2-5-15,-8 0-6 0,-10 0-8 16,-12 2-25-16,-18-2-35 16,-9 0-4-16</inkml:trace>
  <inkml:trace contextRef="#ctx0" brushRef="#br2" timeOffset="-213864.07">1993 14779 201 0,'0'0'3'0,"-9"3"0"16,-6 1 2-16,5-1-1 0,-8 1 2 16,4 2 0-16,-6-3 0 15,2 1 3-15,1-4-1 16,-1 0 1-16,6-2 2 0,-3-6 3 16,1-6 0-16,-2-2-1 15,-1-1 2-15,-3-5 0 16,3-3-2-16,-3-2 1 15,3-5-4-15,-1-3-1 16,0-2 0-16,4-7-3 0,1-1 0 16,-1-7-3-16,4-3-1 15,5-2 0-15,-3-5 0 16,6 0-2-16,-1-2 0 16,3-5 1-16,0-1-1 0,0 1 1 15,-2-1 0-15,-1 1-1 16,1-3 0-16,-3 2 0 15,0 1 0-15,0 5 0 16,0 0 0-16,2 7 0 0,3 3 0 16,0-1 0-16,0 3 0 15,5 4-1-15,3 2 1 16,-3 1-1-16,5 1 0 0,-1-2 0 16,2 0-1-1,-4 4 1-15,3-1 1 0,-3 4 0 16,1 2-1-16,-3 2 1 15,-3 5 0-15,1 1 0 0,-3 1 0 16,2 1 0-16,-2 7 0 16,5-2-1-16,-3 5 1 15,2-1-1-15,6 4 1 16,-1-2 0-16,1 4-1 16,5-1 1-16,-3 4-1 0,1-4 1 15,2 6-1-15,0-1 1 16,-1 1-1-16,4 0 1 15,-3 5-1-15,5-4 1 16,0 2-1-16,7-2 1 0,5 5 0 16,0-7 0-16,6 3 0 15,9-3 0-15,1 4-1 16,3-4 1-16,2 0-1 0,4-1 0 16,-2 3 1-16,7-1-2 15,0 2 1-15,2-2 0 16,-1 2 0-16,1-2 1 15,3-1-1-15,-3 1 1 0,1-3-1 16,-1-1 1-16,0 2 0 16,1-1 0-16,3-3 1 15,-1 4-1-15,0-1 0 16,2 0 0-16,-1 0 0 16,-3 2 1-16,2 4-1 0,-5 1-1 15,-5-2 1-15,1 5 0 16,-1-3-1-16,-3 3 1 15,3 0 0-15,-2 0 0 16,5-2 0-16,-8 2 0 0,10-2 0 16,-6-1 0-16,2 3 0 15,-1-3 0-15,-2-1 0 16,7 1 0-16,-5 1 0 0,3-1 0 16,-5 0 0-16,-4 3-1 15,4 0 1-15,-7 0 0 16,1 3 0-16,-6 0 0 15,-4-1 0-15,3 3 0 16,4-3 0-16,-5 1 1 0,4 0-1 16,5-1 0-16,0-2 0 15,4 0 0-15,-2 0 0 16,-2 0 0-16,2 0 0 0,-5 0 0 16,1-2 0-16,-1 2 0 15,-8-3 0-15,7 3 0 16,-7 0 0-16,3-3 0 15,3 3 0-15,2-2 0 16,-2 2 1-16,2-2-2 0,0 2 1 16,-2-3 0-16,5 1 0 15,-8 2 0-15,1-3 0 16,1 3 0-16,-7-3 0 16,3 1 0-16,-5 2 0 0,2 0 0 15,-5 0 0-15,5 0 0 16,-2 0 0-16,-3 0-1 15,9 0 1-15,-9 0 0 16,7 0 0-16,-2 0 0 0,2 0 0 16,-2 0 1-16,-5-2-1 15,3-1 0-15,-3 2 0 16,0 1 0-16,-2-4 0 0,0 2 0 16,0 2 0-16,-1-2 0 15,-1-1 0-15,9 3 0 16,0 0 0-16,-3-3 0 15,10 3 0-15,-10-3 0 0,6 2 0 16,-3 1 0-16,3-3 0 16,-10 0 0-16,5 3 0 15,-8-1 0-15,3 1 0 16,-4 0-1-16,1 0 1 16,4 0 0-16,-6 0 0 0,7 0 0 15,-5 1 0-15,6 2 0 16,4 0 0-16,1-3 0 15,4 1 0-15,0-1-1 0,0 0 1 16,3 0 0-16,0 0 0 16,-1 0 0-16,4 0-1 15,-6 0 1-15,2 0 1 16,1 0-1-16,0 0 0 0,5 0-1 16,0 0 1-16,-1 0 0 15,3 0 0-15,1 0 0 16,-3 0-1-16,4 0 0 15,-2 0 1-15,-3 0 0 0,4 0-1 16,-3 0 1-16,-3 0 0 16,5-1 0-16,-5 1 0 15,8 0 0-15,-3 0 0 0,3-3 1 16,-1 0-1-16,3 3 1 16,3-1-1-16,-1-2 0 15,1 0 0-15,-2 1 0 16,-4-1 1-16,3-3-1 15,-5 5 0-15,1-2 0 16,-1 1 0-16,-3 0 0 0,-1-1 0 16,-1 0 0-16,0 1 0 15,-5-1 0-15,0 1 0 16,1 2 0-16,-4-3 0 0,4 3 0 16,-1-2 1-16,0-1-1 15,1 3 0-15,-1-2 0 16,-3 0 0-16,2-4 0 15,-2 4 0-15,-4-1 1 0,2 1-1 16,-5-1 0-16,-4 1 1 16,-1 0-1-16,0-1 0 15,1 3 0-15,-3-2 0 16,1 2 1-16,-3 0-1 0,2 0 0 16,-5 0 0-16,4 0 1 15,-1 0-1-15,-3 0 0 16,-1 0 0-16,-1 2 0 0,0-2 0 15,-1 0 0-15,-2 0 0 16,2 3 0-16,1-1 0 16,1-2 0-16,1 2 0 15,1 1 0-15,4-3 0 16,-7 2 0-16,6 1 0 0,-8-1 0 16,7-2 0-16,-4 3 0 15,-1-3 0-15,5 3 0 16,-1-3 1-16,3 0-1 15,-3 2 0-15,8-2 0 0,-3 0 0 16,8 0 0-16,-3 2 0 16,6-2 0-16,-3 0 0 15,9 3 0-15,1-3 0 16,0 2 0-16,2-2 0 16,0 3 1-16,1-3-1 0,-4 0 0 15,4 2 0-15,-9-2 0 16,1 0 0-16,-6 0 1 15,2 0-1-15,-4 0 0 0,-2 3 1 16,-3-3-1-16,0 2 0 16,-2-2 1-16,-5 0-1 15,-3 0 0-15,-1 0 1 16,-4 0 0-16,-2 0 0 0,-10 0 1 16,15 0 0-16,-15 0 0 15,0 0 1-15,9-2-1 16,-9 2 1-16,0 0-2 15,0 0 0-15,0 0-1 0,0 0-1 16,0 0 0-16,0 0-1 16,0 0 1-16,0 0-1 15,3 15 1-15,0 0 1 0,-3 9-1 16,0 11 1-16,0 10 0 16,-6 14 0-16,-3 13 0 15,-6 10-1-15,-3 14 1 16,-2 8 0-16,-4 2-1 0,1 6 1 15,-3 0 0-15,7-1 1 16,2-4 0-16,8-3 1 16,3-7 1-16,3-6 0 15,3-1 0-15,0-4 2 16,5-2 0-16,1-2 0 0,1-3-2 16,-2-2 1-16,2-4 0 15,-2-13-1-15,1-2 1 16,1-9 1-16,-2-7 0 15,2-7 0-15,0-13 0 0,-1-2 0 16,-3-8-1-16,1-4 1 16,-4-8 0-16,0 0-2 15,0 0-1-15,0 0-1 0,0 0-1 16,8 0-1-16,-8 0-3 16,4-8-4-16,-4 8-13 15,5-10-60-15,-1 1-4 16</inkml:trace>
  <inkml:trace contextRef="#ctx0" brushRef="#br2" timeOffset="-203597.27">2185 15725 409 0,'0'0'5'16,"0"0"2"-16,0 0 2 15,0 0 2-15,0 0 0 0,-5-4 0 16,5 4 1-16,-15 8 0 15,2 3-4-15,-1 9-4 16,-3 5 0-16,-4 6-3 0,5 5 1 16,-2 5-1-16,3 4 0 15,5-4-1-15,0 0 1 16,10-5-1-16,0-2 2 0,7-10-2 16,6-4 0-16,4-11 0 15,11-3 0-15,-1-8 0 16,5-11 0-16,3-4 0 15,2-10 0-15,-5-4 0 16,6-1 0-16,-8-5 0 0,-2 1 0 16,-9-2 0-16,-4 1 0 15,-11 0 0-15,-4 0 0 16,-4 5 0-16,-11-1 0 16,-8 5 0-16,-3 3 0 15,-4 9 0-15,-2 3 0 0,-1 6 0 16,4 4 0-16,1 3 0 15,5 10 0-15,6 3 0 16,2 7 0-16,10-3 0 0,5 5 0 16,0 3 0-16,10-3 0 15,5 3 0-15,5-3 0 16,5-2 0-16,2-2 0 16,3-3 0-16,2-6 0 0,5-2 0 15,0-4-2-15,1 0-23 16,4-3-60-16,-9 0-3 15</inkml:trace>
  <inkml:trace contextRef="#ctx0" brushRef="#br2" timeOffset="-203264.21">2654 15966 449 0,'0'0'5'0,"0"0"1"0,0 0 2 0,0 0 0 16,-4 14 1-16,1-1 1 16,-2 2 0-16,-2 4-4 15,2 3-6-15,0 3 0 16,0 3 0-16,0-3 0 0,0 0 0 15,5-4 0-15,-2-1 0 16,2-2 0-16,0 0 0 0,2-10 0 16,3 3-3-16,-5-11-14 15,12 3-36-15,-12-3-36 16,15-3 0-16</inkml:trace>
  <inkml:trace contextRef="#ctx0" brushRef="#br2" timeOffset="-202647.27">3121 16102 421 0,'0'0'5'0,"0"0"2"0,0 0 1 0,0 10 1 16,-7 2 0-16,0 6 1 15,-5 1-1-15,-6 8 1 0,0 3-5 16,-1 3-2-16,-4-1-2 16,1 0-2-16,3-5-4 15,1 0-6-15,8-4-18 16,8-9-54-16,-1-2-2 0</inkml:trace>
  <inkml:trace contextRef="#ctx0" brushRef="#br2" timeOffset="-201964.49">3549 15822 379 0,'0'0'8'0,"0"0"1"0,0-13 4 15,0 13 0-15,-5-10 3 16,5 10-2-16,-7-12 2 16,7 12 0-16,-10-6-5 0,10 6-4 15,-15 6-3-15,5 9-1 16,1 5-1-16,0 2-2 15,0 8 0-15,4 2 0 16,3 5 0-16,-1-1 0 0,3-3 0 16,3 0 0-16,9-5 0 15,1-7 0-15,3-3 0 16,2-8 0-16,2-5 0 16,5-5 0-16,-3 0 0 0,6-10 0 15,-7-3 0-15,4-4 0 16,-4-3 0-16,-5-2 0 15,2-5 0-15,-6-5 0 16,-4-3 0-16,0-5 0 0,-8 3 0 16,0-6 0-16,-5 2 0 15,-2 1 0-15,-9 5 0 16,4 3 0-16,-7 5 0 0,0 7 0 16,0 11 0-16,-4 0 0 15,3 9 0-15,-2 6 0 16,0 6 0-16,2 8 0 15,3 3 0-15,4 6 0 16,3-2 0-16,5 6 0 0,5-6 0 16,0 5 0-16,10-7 0 15,5 2 0-15,5-10 0 16,2-2 0-16,3-5 0 16,3-2 0-16,-3-4 0 0,5-4 0 15,-2 0 0-15,-5-2 0 16,2 0-11-16,-11 2-64 15,4-3-13-15</inkml:trace>
  <inkml:trace contextRef="#ctx0" brushRef="#br2" timeOffset="-201480.54">4101 16055 479 0,'0'0'2'0,"0"0"2"16,0 0 1-16,-3-10 0 16,3 10 0-16,-6-15 1 15,6 15-1-15,-3-18-5 16,3 8 0-16,0 1 0 0,0 9 0 15,22-13 0-15,-10 9 0 16,6 4 0-16,-1 0 0 16,1 0 0-16,-1 3 0 0,-2 5 0 15,-5 7 0-15,-3 1 0 16,-5 1 0-16,-2 4 0 16,-5 3 0-16,-4-2 0 15,-7 0 0-15,2 1 0 0,-4-3 0 16,1-1 0-16,-1-4 0 15,6 0 0-15,3-5 0 16,9-10 0-16,-8 15 0 16,8-15 0-16,4 0 0 15,9 0 0-15,-1 0 0 0,9-4 0 16,1-3 0-16,2 0 0 16,1-5-3-16,4 7-27 15,9-5-56-15,-10 0-2 0</inkml:trace>
  <inkml:trace contextRef="#ctx0" brushRef="#br2" timeOffset="-198130.74">4903 15864 273 0,'0'0'7'0,"0"0"3"15,0 0 5-15,0 0 2 0,0 0 1 16,0 0 1-16,0 0 2 15,0 0 2-15,-9 0-7 16,9 0-4-16,0 0-3 16,0 0-2-16,0 0-1 0,0 0-1 15,4 8 0-15,9-6-2 16,4-2 1-16,6 3-1 16,7-3-1-16,4 0 0 15,3 0 0-15,6 0-1 16,4 0 0-16,3 0 0 0,1 0-1 15,4-3 1-15,0 1 0 16,0-2-1-16,-3 3 1 16,-2-2 0-16,0 3-1 15,-6-2 1-15,-4 2-1 0,-5 0 1 16,-3 0-1-16,-8 0 0 16,-6 0 1-16,-3 0-1 15,-7 0 1-15,-8 0 0 16,0 0 1-16,10 0-1 0,-10 0 1 15,0 0-1-15,0 0 0 16,0 0 0-16,0 0-2 16,-5 0 0-16,5 0-2 0,0 0-3 15,0 0-5-15,0 0-11 16,0 0-25-16,0 0-36 16,0 0-3-16</inkml:trace>
  <inkml:trace contextRef="#ctx0" brushRef="#br2" timeOffset="-197464.56">5723 15673 336 0,'0'0'7'0,"0"0"3"0,0 0 3 0,0 0 4 16,0 0-2-16,0 0 0 0,-9 0 1 16,9 0 2-16,0 0-5 15,0 0-4-15,14 6-3 16,-4-2 0-16,5 4 0 15,2 2-1-15,6 0 0 0,1 0-2 16,4-1-1-16,0 1 0 16,-2 0-1-16,3 2 1 15,-5-1-1-15,0-4-1 16,-5 3 1-16,-5 2 1 16,-3-2-2-16,-4 5 0 0,-7 0 0 15,-3-3 0-15,-7 8 0 16,-2-2 0-16,-9-1 0 15,2 0 0-15,-3 0 0 16,-3-2 0-16,5 3 0 0,-2-7 0 16,4 4 0-16,3-2 0 15,5-5 0-15,0 2 0 16,10-10 0-16,-9 12 0 0,9-12 0 16,0 0 0-16,0 11 0 15,0-11 0-15,0 0-5 16,9 9-27-16,19-9-53 15,-28 0-3-15</inkml:trace>
  <inkml:trace contextRef="#ctx0" brushRef="#br2" timeOffset="-196630.65">6641 15679 347 0,'0'0'8'16,"0"0"5"-16,0 0 3 15,0-13 1-15,0 13 0 0,0 0 1 16,0 0 0-16,0-10 0 15,0 10-8-15,0 0-4 16,0 7-3-16,0-7-2 16,0 16 1-16,0-8-1 0,0 6 0 15,0-3 0-15,0 2 0 16,0 2 0-16,0 0 0 16,0 0 0-16,0 0-1 15,-3-1 1-15,3-1-1 16,-2 2 0-16,2-5 1 0,0 0-1 15,-4-1 0-15,4-9 0 16,0 16 0-16,0-16 0 16,0 7-1-16,0-7-1 0,0 0-1 15,0 0-4-15,0 0-5 16,0 0-14-16,-9 0-57 16,9 0-3-16</inkml:trace>
  <inkml:trace contextRef="#ctx0" brushRef="#br2" timeOffset="-196080.61">6657 15455 378 0,'0'0'6'0,"0"0"1"16,0 0 3-16,-12-12 1 15,12 12 0-15,-20-7 1 0,6 7 0 16,-4 0 0-16,-1 1-3 16,-4 12-3-16,-2 2-2 15,2 3-1-15,2 7 0 16,-2 4-1-16,0 0 0 0,7 7 0 16,-2 3-1-16,2 1 0 15,6 2 0-15,4 0 0 16,3-2-1-16,3 2 1 15,3-5 0-15,9 0 0 0,3-2 0 16,10-5 1-16,2-6-1 16,6-4 1-16,1-5 0 15,3-5-1-15,5-6 1 16,4-4-1-16,0 0 1 0,2-7-2 16,1-5 0-16,-5-3 0 15,4 0 0-15,-8-8 0 16,-3 2 0-16,-4-9 0 15,-8-2 0-15,-8-4 0 0,-2-3 0 16,-10-5 0-16,-5-1 0 16,-3 1 0-16,-10-4 0 15,-6 4 0-15,-3 4 0 0,-8 9 0 16,0-2 0-16,-7 10 0 16,0 6 0-16,0 7 0 15,-4 6 0-15,7 4 0 16,-4 2 0-16,11 10-31 0,0 3-56 15,6 0-4-15</inkml:trace>
  <inkml:trace contextRef="#ctx0" brushRef="#br2" timeOffset="-191497.09">6452 16693 376 0,'0'0'8'0,"0"0"3"16,0 0 3-16,0 0 1 0,7-9 2 16,-7 9 1-16,0 0 1 15,5-8 0-15,-5 8-7 16,0 0-10-16,0 0-2 15,0 5 0-15,-3 6 0 0,-4 6 0 16,-3 3 0-16,-2 2 0 16,-4 7 0-16,-3 2 0 15,-2 1 0-15,-3-2 0 16,0-1 0-16,-4-2 0 0,1-2 0 16,2-7 0-16,0-2 0 15,2 0 0-15,6-7 0 16,4-1 0-16,4 0 0 15,9-8 0-15,0 0 0 0,0 0 0 16,9 0 0-16,9 0 0 16,5 0 0-16,4-6 0 15,8 4 0-15,-1-1 0 16,6 1 0-16,-5-1 0 16,3 1 0-16,-1 2 0 0,-5 0 0 15,-2 0 0-15,-5 0 0 16,-6 0 0-16,-4-3 0 15,-3 3 0-15,-12 0 0 16,16-2 0-16,-16 2 0 0,0 0 0 16,0 0 0-16,0 0 0 15,0 0 0-15,0 0 0 16,0 0 0-16,-3-8 0 0,3 8 0 16,-3-14-65-16,3 14-25 15</inkml:trace>
  <inkml:trace contextRef="#ctx0" brushRef="#br2" timeOffset="-190864.46">6846 16964 439 0,'0'0'5'0,"0"0"2"0,0 0 3 0,-2-8 0 16,2 8 1-16,0-12 1 15,0 2 0-15,4 0-7 16,5 1-5-16,0-4 0 16,7 5 0-16,-2-2 0 15,4 3 0-15,1 3 0 0,1 1 0 16,-3 3 0-16,4 0 0 16,-6 4 0-16,-5 9 0 15,-3-1 0-15,-5 6 0 16,-2 2 0-16,-9-1 0 0,-3 6 0 15,-9 0 0-15,-4 0 0 16,2-2 0-16,-4-2 0 0,3-1 0 16,-1-3 0-16,7-2 0 15,1-5 0-15,7-2 0 16,10-8 0-16,-7 10 0 16,7-10 0-16,7 0 0 15,6 0 0-15,4 0 0 16,5 0 0-16,3-6 0 0,3 5 0 15,2-5 0-15,-3 4 0 16,-3-1 0-16,-1 3 0 16,-5-2 0-16,-4 2 0 0,1 0 0 15,-15 0 0 1,10 0 0-16,-10 0 0 0,0 0 0 16,0 0-28-16,0 0-42 15,0 0-17-15</inkml:trace>
  <inkml:trace contextRef="#ctx0" brushRef="#br2" timeOffset="-190547.81">7549 16738 449 0,'0'0'5'0,"0"0"2"0,0 0 3 0,0 0 0 0,0 0 1 16,0 0 0-16,0 0-3 16,0 5-8-16,0 8 0 15,0 4 0-15,0 8 0 16,0 2 0-16,0 3 0 15,3 2 0-15,3-2 0 0,-4 0 0 16,5-3 0-16,-7-3-51 16,3-4-36-16,-1-5-3 15</inkml:trace>
  <inkml:trace contextRef="#ctx0" brushRef="#br2" timeOffset="-190347.95">7400 16873 443 0,'0'0'4'16,"0"0"2"-16,0 0 1 0,0 0 1 15,0 0 1-15,6-11 0 16,6 9 0-16,6 0 0 16,3 2-2-16,7 0-7 0,7 0 0 15,-1 0 0-15,9 0-17 16,-6 0-66-16,5 0-3 15</inkml:trace>
  <inkml:trace contextRef="#ctx0" brushRef="#br2" timeOffset="-189847.4">8084 16833 445 0,'0'0'4'16,"0"0"2"-16,-6-6 1 16,6 6 1-16,-14-9 0 0,2 3 1 15,-3 2 0-15,-6 0 1 16,5 1-5-16,-9 3-5 16,8 0 0-16,-6 3 0 15,3 4 0-15,5 3 0 0,0 2 0 16,8 3 0-16,2-1 0 15,5 1 0-15,0 2 0 16,10-2 0-16,5-5 0 0,7 0 0 16,0-8 0-16,6-2 0 15,2-2 0-15,-1-8 0 16,-1-5 0-16,-1-5 0 16,-7-4 0-16,0-6 0 15,-6 1 0-15,-8-11 0 0,-4 0 0 16,-2 0 0-16,-2-7 0 15,-9 3 0-15,-3 2 0 16,-1 5 0-16,3 7 0 16,-5 8 0-16,6 11 0 0,1 11 0 15,0 8 0-15,7 19 0 16,3 8 0-16,0 7 0 16,11 10 0-16,1 0 0 15,2 2 0-15,4-4 0 16,7 0-20-16,0-3-66 0,-1-13-2 15</inkml:trace>
  <inkml:trace contextRef="#ctx0" brushRef="#br2" timeOffset="-189343.14">8350 16870 471 0,'0'0'4'0,"0"0"2"0,0 0 1 16,-10-8 2-16,10 8-1 16,0-12-2-16,0 5-6 15,2-3 0-15,8 0 0 0,3 2 0 16,1 4 0-16,7-2 0 16,-1 2 0-16,-1 4 0 15,4 0 0-15,-6 0 0 16,-2 7 0-16,-8 3 0 15,-2-1 0-15,-5 7 0 0,0-4 0 16,-7 3 0-16,-3-1 0 16,3 0 0-16,-6 0 0 15,1-4 0-15,4 2 0 16,0-4 0-16,8-8 0 0,-2 14 0 16,2-14 0-16,5 8 0 15,6-4 0-15,3 0 0 16,4 0 0-16,-4 1 0 15,9-2 0-15,-3 5 0 0,-3-2 0 16,3 2 0-16,-5 2 0 16,-8 0 0-16,-1-3 0 15,-6 3 0-15,0 2 0 0,-11-2 0 16,-6 0 0-16,-6 1 0 16,1-5 0-16,-8-3 0 15,6 4-14-15,-9-7-49 16,6-2-24-16,-1-8-1 15</inkml:trace>
  <inkml:trace contextRef="#ctx0" brushRef="#br2" timeOffset="-189047.89">8630 16268 490 0,'0'0'2'0,"0"0"2"0,0 0 0 16,11 0 2-16,1 3-1 0,3 6-5 16,7 9 0-16,3 7 0 15,10 7 0-15,5 10 0 16,-3 9 0-16,3 9 0 16,-1 5 0-16,-7 4 0 0,-2 0 0 15,-10 6 0-15,-10-3 0 16,-10-1 0-16,-10-7 0 15,-2-28 0-15,-5-3 0 16,-9 5 0-16,-6-1-7 16,-7-5-70-16,-9 5-12 0</inkml:trace>
  <inkml:trace contextRef="#ctx0" brushRef="#br2" timeOffset="-188542.07">5890 16446 414 0,'0'0'3'0,"0"0"3"0,-12 0 2 16,4 2 0-16,-5 6 2 15,-4 9 0-15,-3 6 0 0,-5 10 1 16,4 11-2-16,-2 10-2 16,5 11-2-16,6 6 0 15,2 9 0-15,10-4-5 16,8 6 0-16,1-42 0 15,1 5 0-15,3-1 0 0,6 3 0 16,9-2-10-16,1-4-10 16,12 0-44-16,6-5-21 15,7-1-2-15</inkml:trace>
  <inkml:trace contextRef="#ctx0" brushRef="#br2" timeOffset="-188080.74">9368 16746 484 0,'0'0'2'0,"0"0"0"0,0 0 1 16,0 0 2-16,0 0 0 16,0 0 1-16,11 10-2 15,-2-5-4-15,6-3 0 0,3 1 0 16,2-3 0-16,12 5-17 15,3-3-67-15,-10-2-4 16</inkml:trace>
  <inkml:trace contextRef="#ctx0" brushRef="#br2" timeOffset="-187930.59">9381 16912 434 0,'0'0'2'16,"0"0"1"-16,0 0 3 0,10 5-1 15,2-3 1-15,8-2-3 16,5 0-11-16,9-4-66 16,11-7-2-16</inkml:trace>
  <inkml:trace contextRef="#ctx0" brushRef="#br2" timeOffset="-186130.96">11187 16074 426 0,'0'0'6'0,"0"-12"2"16,2 2 2-16,4-2 2 16,-1 2 1-16,0 0 1 0,-3-2 1 15,1 4-8-15,-3 8-7 16,0 0 0-16,4 15 0 16,-4 3 0-16,0 5 0 0,0 11 0 15,3 0 0-15,3 3 0 16,-2 6 0-16,1-10 0 15,2 3 0-15,-2-7 0 16,-2-1 0-16,1-9 0 16,-4-1 0-16,0-8 0 15,0-10 0-15,0 10 0 0,0-10 0 16,-7-8 0-16,2-4 0 16,1-7 0-16,1-5 0 15,-2-2 0-15,1-10 0 0,-2 0 0 16,3-9 0-16,3 3 0 15,0 0 0-15,5 1 0 16,1 8 0-16,6 0 0 0,0 9 0 16,8 9 0-16,3 5 0 15,2 5 0-15,1 5 0 16,4 7 0-16,0 4 0 16,-5 6 0-16,-2 5 0 15,-5 0 0-15,-9 6 0 0,-4-4 0 16,-5 3 0-16,-7-4 0 15,-9 2 0-15,0-8 0 16,-6-3 0-16,3-1 0 16,-3-3 0-16,2-2 0 0,6-4 0 15,-2-4 0-15,16 0-13 16,-20 0-16-16,18-7-47 16,2 7-12-16</inkml:trace>
  <inkml:trace contextRef="#ctx0" brushRef="#br2" timeOffset="-185413.31">11706 16152 403 0,'0'0'6'0,"0"0"2"0,0 0 3 16,0 0 2-16,0 0 1 16,0 0 1-16,3-10 0 15,-3 10 0-15,0 0-4 0,15-8-11 16,-5 8 0-16,-1 5 0 16,4 3 0-16,2 4 0 15,0 0 0-15,0 8 0 16,-5-3 0-16,0 5 0 15,-5-1 0-15,-5-1 0 0,0-1 0 16,-4-1 0-16,-4-3 0 16,-3-4 0-16,-1-3 0 15,0-1 0-15,-1-1 0 0,3-6 0 16,1 0 0-16,9 0 0 16,-11-7 0-16,11-4 0 15,0-2 0-15,0-3 0 16,7-5 0-16,4-4 0 0,3 4 0 15,-3-2 0-15,4 1 0 16,-3 5 0-16,1 1 0 16,-1 7 0-16,-12 9 0 15,13-5 0-15,-13 5 0 0,7 5 0 16,-7 8 0-16,0 1 0 16,0 6 0-16,0 2 0 15,2 1 0-15,1 2 0 16,1 2 0-16,1-5 0 15,8 0 0-15,2-5 0 0,0-2 0 16,10-2 0-16,-3-6-17 16,3-2-70-16,5-5-2 15</inkml:trace>
  <inkml:trace contextRef="#ctx0" brushRef="#br2" timeOffset="-184647.78">10235 16687 385 0,'0'0'5'0,"0"0"4"0,0 0 2 15,0 0 2-15,-5-6 2 16,5 6-1-16,0 0 1 15,0 0 0-15,0 0-4 16,5-5-4-16,8 5-2 0,2 0-2 16,12 0 0-16,1 5-3 15,14-2 0-15,10 2 0 16,10-1 0-16,16 0 0 16,11-2 0-16,10 0 0 0,16-2 0 15,14 0 0-15,12-8 0 16,6 4 0-16,14-4 0 15,8-1 0-15,8-4 0 16,1 3 0-16,5-5 0 16,-3 5 0-16,-6 1 0 0,-3-1 0 15,-17 3 0-15,-7-1 0 16,-18 5 0-16,-17 1 0 16,-20 0 0-16,-18 2 0 15,-16 0 0-15,-15 0 0 0,-17 2 0 16,-8 0 0-16,-18-2 0 15,10 0 0-15,-10 0 0 16,0 0 0-16,0 0 0 0,-8 3 0 16,8-3 0-1,-12 0 0-15,12 0 0 0,-10 0-17 16,0-3-70-16,10 3-3 16</inkml:trace>
  <inkml:trace contextRef="#ctx0" brushRef="#br2" timeOffset="-182963.93">10740 17038 421 0,'0'0'5'0,"0"0"2"0,0 0 2 16,12-9 3-16,-12 9 1 15,5-11 1-15,-5 11 0 16,6-12 0-16,-6 12-12 15,-6-8-2-15,-4 8 0 16,-4 0 0-16,-1 8 0 0,-8 2 0 16,1 3 0-16,-5 1 0 15,2 4 0-15,0 1 0 16,2 3 0-16,6 1 0 16,4 0 0-16,6-2 0 0,7 2 0 15,2-6 0-15,14 0 0 16,3-1 0-16,8-4 0 15,6-5 0-15,-1 0 0 16,6-4 0-16,-3-3 0 0,-3 0 0 16,-2 0 0-16,-7-3 0 15,-9 2 0-15,0 1 0 16,-14 0 0-16,13-4 0 16,-13 4 0-16,0 0 0 15,0 0 0-15,0 0 0 0,-2-9 0 16,2 9-35-16,0 0-50 15,0 0-4-15</inkml:trace>
  <inkml:trace contextRef="#ctx0" brushRef="#br2" timeOffset="-182430.33">11145 17021 443 0,'0'0'4'0,"0"0"2"0,5-13 2 0,-5 13 3 16,7-10 1-16,-7 10 0 0,6-10 1 15,-6 10-11-15,0 0-2 16,0 0 0-16,-11 8 0 16,2 7 0-16,-4 5 0 15,-2 3 0-15,1 2 0 0,3 1 0 16,2 4 0-16,4-6 0 15,5 1 0-15,0-5 0 16,5-2 0-16,7-6 0 16,1-7 0-16,6-2 0 0,1-3 0 15,0-3 0-15,2-7 0 16,-2-2 0-16,0-3 0 16,-5-6 0-16,0 2 0 15,-10-6 0-15,-4-4 0 0,-1 1 0 16,-8-1 0-16,-8-4 0 15,0 3 0-15,-5 3 0 16,-4 8 0-16,0 1 0 16,6 11 0-16,-4 2 0 0,6 5 0 15,0 10 0-15,4 2 0 16,2 8 0-16,7-2 0 16,4 3 0-16,0 4 0 15,4-2 0-15,9-3 0 0,7-1 0 16,1-1 0-16,6-6 0 15,-1-2 0-15,4-5 0 16,11 0-20-16,5-5-66 16,-11-3-2-16</inkml:trace>
  <inkml:trace contextRef="#ctx0" brushRef="#br2" timeOffset="-182230.42">11570 17054 481 0,'0'0'2'0,"0"0"2"0,0 0 2 16,0 0 0-16,0 14 1 16,0-3-2-16,-2 2-5 15,-1 5 0-15,3 2 0 0,-2 5 0 16,-1 1 0-16,3-13 0 16,0 2 0-16,0 0-2 15,0 4-80-15,0-6-6 16</inkml:trace>
  <inkml:trace contextRef="#ctx0" brushRef="#br2" timeOffset="-181897.32">12005 17095 511 0,'0'0'0'0,"0"0"0"0,0 0 0 16,0 0 0-16,0 0 0 16,0 0 0-16,0 0 0 0,0 0 0 15,0 0 0-15,0 0 0 16,0 0-80-16,0 0-11 16</inkml:trace>
  <inkml:trace contextRef="#ctx0" brushRef="#br2" timeOffset="-181514.16">12395 16992 453 0,'0'0'4'0,"0"0"3"16,0 0 1-16,0 0 1 16,3-11 0-16,-3 11 1 15,0 0-1-15,-11-7-7 0,1 7-2 16,1 0 0-16,-4 10 0 16,-2-1 0-16,-2 9 0 15,5 4 0-15,-1 3 0 16,5 3 0-16,4-2 0 0,1 2 0 15,3-1 0-15,7-5 0 16,2-5 0-16,10 1 0 16,-1-8 0-16,6-1 0 15,-2-9 0-15,6 0-24 16,-6 0-51-16,8-4-11 16</inkml:trace>
  <inkml:trace contextRef="#ctx0" brushRef="#br2" timeOffset="-180847.63">12718 16942 463 0,'0'0'3'0,"0"0"3"0,0 0 1 15,0 0 2-15,7-8-1 16,-7 8 1-16,0 0-3 0,0 0-6 16,-5 5 0-16,-4 10 0 15,-1-1 0-15,-3 10 0 16,1 0 0-16,-1 3 0 0,3 3 0 16,6-1 0-16,-4-1 0 15,8-6 0-15,3 0 0 16,6-4 0-16,3-6 0 15,6-4 0-15,2-6 0 16,0-2 0-16,2 0 0 0,3-8 0 16,-2-1 0-16,-1-7 0 15,-5 0 0-15,0-4 0 16,-4-7 0-16,-6-1 0 16,-4-4 0-16,-3 0 0 15,-3-2 0-15,-7-2 0 0,-2 4 0 16,-5 6 0-16,-1 2 0 15,1 10 0-15,-3 4 0 16,2 10 0-16,-1 2 0 0,1 14 0 16,6 0 0-16,2 6 0 15,2 6 0-15,4-1 0 16,4 4 0-16,4-5 0 16,9 1 0-16,2-2 0 0,3-8 0 15,9 1-27-15,10-11-57 16,-12-1-4-16</inkml:trace>
  <inkml:trace contextRef="#ctx0" brushRef="#br2" timeOffset="-180331.11">13118 17079 464 0,'0'0'4'0,"0"0"4"0,-10 0 0 0,10 0 3 15,-10-9 0-15,10 9-6 16,0 0-5-16,-10-9 0 16,10 9 0-16,0-7 0 15,0 7 0-15,10-11 0 0,0 6 0 16,2 0 0-16,1 3 0 16,4 2 0-16,-1 0 0 15,0 0 0-15,-3 10 0 16,-3 0 0-16,-5 1 0 0,-5 7 0 15,-3 0 0-15,-6 4 0 16,-7 0 0-16,-3 1 0 16,-1-1 0-16,-3 0 0 15,11-12 0-15,2 2 0 0,0-4 0 16,0 2 0-16,10-10 0 16,-13 14 0-16,13-14 0 15,0 0 0-15,-2 10 0 16,2-10 0-16,15 6 0 15,10-6 0-15,2 0 0 16,3-6 0-16,5 1 0 0,-1 0 0 16,-14 3 0-16,1 0 0 15,-9 2 0-15,-12 0 0 16,10 0 0-16,-10 0 0 16,0 0 0-16,0 0 0 0,0 0 0 15,0 0 0-15,0 8 0 16,0-8 0-16,-2-8-28 15,2 8-62-15</inkml:trace>
  <inkml:trace contextRef="#ctx0" brushRef="#br0" timeOffset="-168481">15063 17263 381 0,'0'0'6'0,"0"0"2"15,0 0 1-15,0 0 2 16,0 0 1-16,-9-4 1 0,9 4 0 16,-16 0 1-16,7 0-4 15,9 0-5-15,-12 2-1 16,12-2-1-16,-18 7-1 16,6 1-2-16,-1-1 0 15,3 3-1-15,-4 3 0 0,3 1 2 16,-1-1-1-16,1 2 0 15,4 2-1-15,0 1 1 16,2-3 0-16,3-1 0 16,2 1 1-16,0 0-1 0,5-5 1 15,4 0 0-15,7-5 1 16,0 0 0-16,5-5 0 16,-1 0 2-16,4-10-1 0,12-10 3 15,13-20-6 1,-4-8 0-16,-8-2 0 0,-10-11 0 15,-7 5 0-15,-12-4 0 16,-8 6 0-16,-4 12 0 16,-5-1 0-16,2 6 0 0,-7 5 0 15,5 7 0-15,2 8 0 16,0 8 0-16,7 9 0 16,-9 0 0-16,5 13 0 15,-1 12 0-15,5 8 0 0,-3 9 0 16,3 6 0-16,0-22 0 15,0 5 0-15,3-2 0 16,-1 4 0-16,3 0 0 16,-3 3 0-16,4-2 0 15,1-2 0-15,1-2 0 0,-1 0 0 16,1-3 0-16,2-2 0 16,2 0-14-16,-8-1-54 15,7-6-21-15,-4-3-1 16</inkml:trace>
  <inkml:trace contextRef="#ctx0" brushRef="#br0" timeOffset="-167739.61">15449 17279 441 0,'0'0'4'0,"0"0"4"0,0 0 2 0,0 0 1 16,7-12 1-16,-7 12 0 16,14-13 1-16,-5 2-13 15,5 4 0-15,2 0 0 0,0 0 0 16,5-1 0-16,-1 6 0 15,-1 2 0-15,-1 0 0 16,-1 0 0-16,-2 5 0 0,-15-5 0 16,7 12 0-1,-7-12 0-15,0 14 0 0,-2-3 0 16,0-2 0-16,-8 1 0 16,2 0 0-16,-4 3 0 15,5-1 0-15,-4-2 0 16,1 1 0-16,1 0 0 0,0-1 0 15,5 1 0-15,-1 1 0 16,0-5 0-16,5 3 0 16,0-2 0-16,0-8 0 0,14 14 0 15,-3-6 0-15,1-1 0 16,6 0 0-16,-6 1 0 16,3-2 0-16,-5 2 0 15,2-2 0-15,-1 4 0 16,-11-10 0-16,9 17 0 0,-9-17 0 15,0 15 0-15,-2-5 0 16,-10-3 0-16,-1 1 0 16,-2-3 0-16,-5 3 0 15,2-2 0-15,-3 0 0 0,0-2 0 16,-1-1 0-16,3-1 0 16,-4-2-19-16,7 0-56 15,2 0-12-15</inkml:trace>
  <inkml:trace contextRef="#ctx0" brushRef="#br0" timeOffset="-167497.39">16060 17279 482 0,'0'0'3'0,"0"0"2"0,-8-6 1 16,8 6 1-16,-2-6 1 0,2 6-8 16,0-11 0-16,0 11 0 15,17-13 0-15,-5 6 0 16,6 5 0-16,-1-8-7 16,-9 8-78-16,12-3-2 0</inkml:trace>
  <inkml:trace contextRef="#ctx0" brushRef="#br0" timeOffset="-167361.34">16015 17365 464 0,'0'0'3'0,"0"0"2"0,0 0 0 15,0 0 1-15,0 0 0 16,0 0 0-16,0 0 1 16,7 0-3-16,1 0-9 15,7 0-32-15,5-4-46 16,-3-9-1-16</inkml:trace>
  <inkml:trace contextRef="#ctx0" brushRef="#br0" timeOffset="-166712.53">16825 16602 425 0,'0'0'5'0,"0"0"3"15,0 0 2-15,0 0 1 16,0-12 2-16,0 12-1 15,0 0 2-15,0 0-1 0,0 0-13 16,0 0 0-16,3 12 0 16,0 5 0-16,-1 11 0 15,0-1 0-15,1 8 0 16,4 2 0-16,-5 0 0 0,3-2 0 16,0-1 0-16,1-5 0 15,-1-4 0-15,-3-4 0 16,3-6 0-16,-3-3 0 15,-2-5 0-15,0-7 0 16,0 0 0-16,-5-5 0 0,1-7 0 16,-4-5 0-16,-2-4 0 15,2-5 0-15,-1-6 0 16,1-5 0-16,3-1 0 0,1-4 0 16,4 0 0-16,0 5 0 15,6 0 0-15,5 5 0 16,1 7 0-16,6 3 0 15,1 9 0-15,1 6 0 16,3 7 0-16,1 2 0 0,-1 13 0 16,-3 4 0-16,-6 6 0 15,-3 3 0-15,-6-2 0 16,-5 7 0-16,-3-5 0 16,-12 1 0-16,3 1 0 15,-8-10-3-15,3 2-8 0,-6-7-8 16,5-8-41-16,1 3-25 15,0-2-3-15</inkml:trace>
  <inkml:trace contextRef="#ctx0" brushRef="#br0" timeOffset="-166195.31">17134 16743 443 0,'0'0'5'0,"0"0"1"0,0 0 2 0,0 0 1 16,7-5 0-16,-7 5 1 15,10-5-1-15,-1 3 1 16,2 2-8-16,1 0-2 16,3 2 0-16,-3 6 0 15,3 2 0-15,-2 2 0 16,-4 5 0-16,-4 1 0 0,-2-1 0 15,-3-2 0-15,-5 3 0 16,0-1 0-16,-5-5 0 16,0-2 0-16,10-10-2 0,-15 12 4 15,15-12-2-15,0 0 0 16,0 0 0-16,-7-7 0 16,10-4 0-16,3-2 0 15,7-7 0-15,0-3 0 0,-1-1 0 16,6-4 0-16,-4-2 0 15,4 5 0-15,-6 0 0 16,-5 8 0-16,1 3 0 16,-5 4 0-16,-3 10 0 15,0 4 0-15,0 14 0 0,0 1 0 16,0 9 0-16,0-1 0 16,0 5 0-16,0 3 0 15,0-2 0-15,2-4 0 16,3-4 0-16,7-3 0 0,1-4-4 15,12-6-45-15,-1-2-37 16,3-7-1-16</inkml:trace>
  <inkml:trace contextRef="#ctx0" brushRef="#br0" timeOffset="-165580.64">16433 17112 322 0,'0'0'7'0,"0"0"2"0,0 0 3 0,7 0 1 15,-7 0 4-15,18 0 0 0,-6 0 2 16,2 0 0-16,7 0-6 16,6 0-3-16,3 0-2 15,9 0-1-15,7 0-2 16,7 0-1-16,7 0-1 16,11-2-1-16,5 0-1 0,9-1 1 15,-3 0 0-15,2 3-1 16,5-2 1-16,1-3 0 15,-8 5-1-15,-3-3 2 0,-4 1-1 16,-10-1 1-16,-3 2 0 16,-7-5-1-16,-13 6-2 15,-10 0 0-15,-5 0 0 16,-6 0 0-16,-9 0 0 0,-12 0 0 16,12 0 0-16,-12 0 0 15,0 0 0-15,0 0-10 16,0 0-9-16,0 0-49 15,0 0-17-15</inkml:trace>
  <inkml:trace contextRef="#ctx0" brushRef="#br0" timeOffset="-164664.31">16587 17415 305 0,'0'0'11'0,"0"0"6"16,0 0 1-16,0 0 4 16,-2-9 1-16,2 9 0 15,0 0 1-15,-11-8 0 0,11 8-10 16,-12 0-5-16,12 0-4 15,-16 0-1-15,7 0-2 16,-1 4 0-16,0 0-2 16,-2 7 1-16,0-1 0 0,-1 3 0 15,3-1 0-15,-2 3-1 16,4 2 1-16,0 0 0 16,1 0 1-16,2 1-2 15,0 2 0-15,5-3 0 0,0 1 0 16,0-5 0-16,3 1 0 15,4-2 0-15,3-5 0 16,-1 1 0-16,5-3 0 16,-2 0 0-16,3-2 0 15,-3-1 0-15,1-2 0 0,-1 0 0 16,0 0 0-16,-1 0 0 16,1-2 0-16,-4-1 0 15,4 3 0-15,-2-5 0 0,-10 5 0 16,12-2 0-16,-12 2 0 15,8-3 0-15,-8 3 0 16,0 0 0-16,9-3 0 16,-9 3-11-16,0 0-13 0,0 0-52 15,0 0-10-15</inkml:trace>
  <inkml:trace contextRef="#ctx0" brushRef="#br0" timeOffset="-164130.99">16825 17417 426 0,'0'0'6'0,"0"0"1"16,0 0 1-16,0 0 1 15,0 0 0-15,0 0 1 16,0 0-1-16,0 0 1 0,0 7-5 16,0-7-3-16,-5 18 0 15,0-8-1-15,3 0-1 16,-1 0 1-16,1 5-1 0,2-3 1 16,-3 3-1-1,3-5 0-15,0 2 0 0,3 0 1 16,2-2 0-16,2 3-1 15,4-8 1-15,-2 0 1 0,3-3-2 16,-1-2 0-16,1-4 0 16,3-9 0-16,-5 1 0 15,2-4 0-15,-4-1 0 16,-3 0 0-16,0-6 0 16,-3 4 0-16,-2-1 0 15,-2 1 0-15,-6 2 0 0,-2 1 0 16,0 3 0-16,1 1 0 15,-4 5 0-15,1 4 0 16,1 2 0-16,1 1 0 0,10 0 0 16,-12 16 0-16,10-3 0 15,2-1 0-15,0 3-3 16,2-1-7-16,8 4-17 0,0-6-55 16,3 1-3-16</inkml:trace>
  <inkml:trace contextRef="#ctx0" brushRef="#br0" timeOffset="-163897.46">17091 17536 459 0,'0'0'2'0,"0"0"2"0,0 0 1 0,0 0 0 16,0 0 0-16,2 10 1 15,-2-10 0-15,0 12 0 16,0-2-2-16,3 1-4 16,-3 1-5-16,0-2-6 0,2 1-27 15,9 6-44-15,-9-6 0 16</inkml:trace>
  <inkml:trace contextRef="#ctx0" brushRef="#br0" timeOffset="-160297.34">17576 17365 332 0,'0'0'8'15,"0"0"3"-15,0 0 3 16,0 0 4-16,0 0 0 16,0 0 0-16,0 0 1 15,0 0 1-15,0 0-8 0,0 0-4 16,0-10-2-16,0 10-2 16,0 0-1-16,0 0-1 15,-11 0-1-15,11 0 0 0,-12 3-1 16,12-3 1-16,-17 12-1 15,7-2 1-15,0 0-1 16,-3 2 1-16,1 1-1 16,2 2 0-16,0 3 0 0,3-4 1 15,-1 5-1-15,4-1 1 16,1 0 0-16,3-1-1 16,0 0 1-16,0 0-1 15,7-2 1-15,3-3-1 16,1 1-1-16,1-1 1 0,0-2-2 15,5-5-3-15,-2 0-2 16,3 0-11-16,-4 0-25 16,-3-5-38-16,1 0-2 15</inkml:trace>
  <inkml:trace contextRef="#ctx0" brushRef="#br0" timeOffset="-159696.64">17836 17355 416 0,'0'0'5'0,"0"0"2"0,0 0 1 16,0 0 0-16,0 0 1 15,0 0 0-15,-5-5 0 16,5 5-1-16,0 0-3 0,-12 8-3 16,12-8 0-16,-10 19-1 15,5-6-1-15,-2-1 1 16,2 3 0-16,0-2 0 0,3 1-1 16,-1 4 0-16,3-3 0 15,0 2 0-15,0 0 0 16,3-4 0-16,4 1 0 15,-2 2 1-15,4-7-1 0,2-1 1 16,1-8 0-16,0 0-1 16,3-3 1-16,-3-4-1 15,4-3 1-15,-7-5-1 16,1 0 0-16,-2-2 0 0,-1 0 0 16,-2-3 0-16,2-13 1 15,-7-9 1-15,-2 4-1 16,-5 7 1-16,-5 4-1 15,-1 12 1-15,13 15-3 16,-12-5 1-16,12 5-1 16,-13 0-1-16,13 0 0 0,-10 12 1 15,10-12-1-15,-5 18 1 16,3-8 1-16,2 0 0 16,0 1 0-16,0 0 0 0,0 2-1 15,5-1 1-15,0 0-2 16,-3-2 0-16,5 1-5 15,1-2-8-15,0 0-26 16,1-3-40-16,2-2-2 0</inkml:trace>
  <inkml:trace contextRef="#ctx0" brushRef="#br0" timeOffset="-159047.27">18082 17534 442 0,'0'0'4'0,"0"0"3"0,0 0 0 16,0 0 2-16,0 0 0 16,0 0-1-16,0-5 2 15,0 5-1-15,0 0-3 16,8-8-6-16,-8 8 0 0,10-7 0 16,-10 7 0-16,14-8 0 15,-14 8 0-15,16-2 0 16,-16 2 0-16,14 0 0 0,-14 0 0 15,16 7 0-15,-16-7 0 16,9 10 0-16,-9-10 0 16,5 15 0-16,-5-3 0 15,0-2 0-15,0 3 0 0,-7-1 0 16,2-2 0-16,3 2 0 16,-6 1 0-16,0-2 0 15,3-3 0-15,1 0 0 16,4-8 0-16,-5 15 0 15,5-15 0-15,0 10 0 0,0-10 0 16,14 3 0-16,-1-1 0 16,-1-2 0-16,6 0 0 15,-1 0 0-15,1 0 0 0,1 0 0 16,1 0 0-16,-2-2 0 16,-1 2 0-16,1-3 0 15,-2 3 0-15,-2-3 0 16,0 1 0-16,-3 2 0 15,-2-3 0-15,-9 3 0 0,0 0 0 16,0 0-22-16,0 0-64 16,0 0-4-16</inkml:trace>
  <inkml:trace contextRef="#ctx0" brushRef="#br0" timeOffset="-156996.1">18410 17016 402 0,'0'0'2'0,"0"0"2"0,0 0 2 0,0 0 1 16,0 0 1-16,0 0 2 15,0 0 2-15,5 5 0 16,-5-5-1-16,12 2-1 15,-3 1-1-15,5-3-2 0,4 3 0 16,1-3-3-16,6 0-4 16,4 0 0-16,9 0 0 15,-6 0 0-15,6-3 0 16,-3-2 0-16,-3 5 0 0,-4-3 0 16,-1 1 0-16,-8 2 0 15,-1 0 0-15,-11 0 0 16,-7 0 0-16,10 0 0 15,-10 0 0-15,0 0 0 0,0 0 0 16,0 0 0-16,0 0 0 16,0 0 0-16,0 0 0 15,0 0 0-15,0 0 0 16,0 0 0-16,-7 0 0 0,7 0-13 16,-5 5-47-16,5-5-28 15,0 0 0-15</inkml:trace>
  <inkml:trace contextRef="#ctx0" brushRef="#br0" timeOffset="-156447.18">19231 16779 446 0,'0'0'2'0,"0"0"2"0,0 0 1 0,0 0 1 0,0 0-1 16,0 0 2-16,0 0 0 16,7 0 0-16,-7 11-1 0,-2 4-3 15,-3 3 0-15,-6 7-1 16,4 1 0-16,-5 4 0 15,-3 0 0-15,3-3 0 16,-2-2-2-16,2-5 0 0,-1 0 0 16,4-5 0-16,-1-5 0 15,10-10 0-15,-13 14 0 16,13-14 0-16,0 0 0 16,-9 8 0-16,9-8 0 0,0 0 0 15,4 0 0-15,7 0 0 16,1 0 0-16,2-3 0 15,3 1 0-15,7-1 0 16,-1-1 0-16,1 4 0 0,5-3 0 16,-1 3 0-16,-1 0 0 15,1 0 0-15,-3-3 0 16,-6 3 0-16,1 0 0 16,-8 0 0-16,-1 0 0 0,-11 0 0 15,7 0 0-15,-7 0 0 16,0 0 0-16,0 0 0 15,0 0-9-15,-5 0-14 16,-4 3-46-16,9-3-16 16</inkml:trace>
  <inkml:trace contextRef="#ctx0" brushRef="#br0" timeOffset="-155814.4">19620 16986 451 0,'0'0'2'16,"0"0"3"-16,-5-5 1 0,5 5 1 0,-2-9 2 15,2 9 0-15,0-16 1 16,0 7 2-16,0 9-12 16,2-16 0-16,-2 16 0 0,15-12 0 15,-7 5 0-15,4 1 0 16,4 6 0-16,-4-2 0 16,3 2 0-16,-1 0 0 15,-2 8 0-15,-1-1 0 16,-1 3 0-16,-6 3 0 15,-4-1 0-15,0 2 0 0,-4 2 0 16,-6-2 0-16,-1-1 0 16,-1 2 0-16,-2-3 0 15,1-2 0-15,1 0 0 0,1-3 0 16,11-7 0-16,-12 10 0 16,12-10 0-16,0 0 0 15,0 11 0-15,0-11 0 16,12 1 0-16,6-1 0 15,0 0 0-15,0 0 0 0,8 0 0 16,-1-1 0-16,5 1 0 16,-2-3 0-16,-4 0 0 15,-2 3 0-15,-4 0 0 0,-4 0 0 16,0 0 0-16,-14 0 0 16,12 0 0-16,-12 0 0 15,0 0 0-15,0 0 0 16,0 0 0-16,0 0 0 0,0 0 0 15,-8 0 0-15,8 0 0 16,5 12-67-16,-5-12-23 16</inkml:trace>
  <inkml:trace contextRef="#ctx0" brushRef="#br0" timeOffset="-153830.65">14608 16334 341 0,'0'0'5'0,"0"-16"3"0,0 3 3 16,0-2 2-16,0-2 0 16,0 5 0-16,0-1 0 0,0 13 0 15,0 0-2-15,-5 25-4 16,5 22-1-16,-4 20-3 15,4 17 2-15,-5 20 0 16,-2 14 0-16,7-50-1 16,-5 11 0-16,-1-2-2 0,1 7 1 15,-4 1 1-15,4 6-3 16,0-5-1-16,-3 6 0 16,5-7-2-16,-1 4-3 15,-4-10-5-15,1 8-13 16,-1-15-31-16,6-3-27 0,-3-10-3 15</inkml:trace>
  <inkml:trace contextRef="#ctx0" brushRef="#br0" timeOffset="-151563.78">14612 16181 177 0,'0'0'3'0,"0"0"4"16,7-10 3-16,0 7 5 16,5 2 3-16,4-3 5 15,4 4-1-15,4 0 4 0,6 0-3 16,8 5-3-16,1 4-2 15,14-5-1-15,9 3-5 16,12 1-3-16,13 0-2 16,10-1-2-16,7-2 0 0,15 0-3 15,3 3 0-15,0-4-1 16,0 0 0-16,2 2-1 16,-5-1 1-16,3 2-1 15,0 0 0-15,-5-1 0 0,-1-1 1 16,9-3-1-16,-3 0 1 15,4-2-1-15,1 0 1 16,-3 0 0-16,-2-2-1 0,0-2 1 16,-6 1-1-16,-4 0 0 15,-2 0 0-15,-9 3 0 16,1 0 0-16,-3 0 0 16,1 0 0-16,-3 0 0 15,-3 3 0-15,2 0 1 0,-1-3-1 16,5 3 0-16,-4-3 0 15,2 0 0-15,-1 0 0 16,-3 0 1-16,-2 0-1 16,-2 0 0-16,-3 0 0 0,-8 0 1 15,1 0-1-15,-6 0 1 16,-2 0 0-16,0 0 0 16,-2 0 2-16,1 0-2 15,0 0 2-15,-2-3 0 0,0-3 0 16,-7 2 0-16,-1-3 1 15,-2-3 0-15,-7 5 0 16,-10-5 0-16,-5-3 1 16,-7 4 0-16,-5-2 0 15,-7 2-1-15,-1-2 0 0,-7 1 0 16,2 3-1-16,-12 7-1 16,12-13 0-16,-12 13-1 15,0 0-1-15,9-9 1 0,-9 9-1 16,0 0 1-16,0 8-1 15,-4 2 0-15,-1 6 1 16,0 7-1-16,3 7 1 16,-3 7 1-16,0 13-1 0,1 4-1 15,-2 15 0-15,-1 5 2 16,-1 11-2-16,-1-1 0 16,-2 8 0-16,4 2 0 15,0-3 0-15,4-44 0 16,-1 6 0-16,1-4 0 0,3 3 0 15,-3 0 0-15,3 5 0 16,0-5 0-16,0 2 0 16,0-1 0-16,0 4 0 15,6-8 0-15,1 4 0 0,0-3 0 16,0-2 0-16,1-1 0 16,2 1 0-16,-3-3 0 15,0-6 0-15,-7-39 0 16,11 31 0-16,-4 5 0 15,-2-9 0-15,5 0 0 16,-4-5 0-16,3 1 0 16,-9-23 0-16,7 25 0 0,-2-1 0 15,-5-24 0-15,0 0 0 16,3 13 0-16,0-1 0 16,-1-2 0-16,1 2 0 15,-3-12 0-15,0 0 0 16,2 11 0-16,1-3 0 15,-1 3 0-15,0 2 0 0,-2-13 0 16,0 0 0 0,0 0 0-16,0 0 0 0,0 0 0 15,3 1 0-15,-3 5 0 16,2-1 0-16,-2 1 0 16,0-2 0-16,3 0 0 15,-8 14 0-15,-5-15 0 16,-3-1 0-16,-26 3 0 15,11 0 0-15,1-5 0 0,2 0 0 16,-10 0 0-16,-41 3 0 16,28-3 0-16,-4 0 0 15,-5 0 0-15,-3 0 0 16,-6 0 0-16,-7 0 0 16,-4 0 0-16,-3 0 0 15,-4 0 0-15,-3 0 0 0,0 0 0 16,-7-3 0-16,0 3 0 15,-1-3 0-15,-5 1 0 16,-1-1 0-16,-1 3 0 16,-3-2 0-16,1-3 0 15,-6 5 0-15,1-3 0 16,2-1 0-16,6 1 0 16,-3 0 0-16,4 3 0 0,3-5 0 15,0 1 0-15,5 0 0 16,5 0 0-16,1-1 0 15,0 3 0-15,4-4 0 16,1 5 0-16,6-2 0 16,1-1 0-16,1 1 0 15,6-3 0-15,0 4 0 16,1-5 0-16,1 4 0 0,-4-4 0 16,3 2 0-16,2 2 0 15,-6-2 0-15,1 0-2 16,-1 1 1-16,0-2 0 15,-1 4 1-15,4-8 0 16,-3 5 0-16,-1 0 0 0,5-3 0 16,-1 4 0-16,3-4 1 15,-1 3-1-15,1 1-1 16,2-1 1-16,-4 0 0 16,4-1-1-16,0 2 1 15,-1 1-1-15,8 1 1 16,-5-3 0-16,3 2 0 0,2 3 0 15,5 0-1 1,1 0 2-16,1 0-1 0,4 0 0 16,3 3-1-16,2-3 1 15,39 0 0-15,-37 2 0 16,0 1 1-16,4-1-2 16,1 1 2-16,2-1-1 15,0 0 1-15,10 1-1 16,-7 2-1-16,8-5 2 15,-2 3-1-15,21-3 0 0,-22 2 0 16,-1 1 0-16,23-3 0 16,-22 0 0-16,0 2-1 15,22-2 1-15,0 0 1 16,-12 0-1-16,1 0 0 16,-1 0 0-16,-1 2 0 15,13-2 0-15,0 0 1 0,-10 0-1 16,1 0 0-16,-2 0 0 15,-1 0 1-15,12 0 0 16,0 0 1-16,0 0-2 16,0 0 0-16,0 0 0 15,0 0 0-15,0 0 0 16,0 0 0-16,0 0 0 0,0 0 0 16,0 0 0-16,0-2 0 15,-14-53 0-15,10 42 0 16,2-1 0-16,0-5 0 15,2-2 0-15,-3-1-5 16,3-3-78-16,0-4-1 16</inkml:trace>
  <inkml:trace contextRef="#ctx0" brushRef="#br0" timeOffset="-119297.24">16534 16471 241 0,'0'0'6'16,"0"0"3"-16,0 0 3 16,0 0 2-16,-2 0-1 0,2 0 1 15,-12 12 1-15,4 1-1 16,-4 7-3-16,-1 10-5 15,-4 7 0-15,-8 11-1 16,2 8 1-16,-4 11 0 0,3 2 1 16,-6 6-2-16,5-1-1 15,9-40 1-15,2 11-3 16,4-4 1-16,-3 4-2 16,4-3 0-16,2 3 0 0,-2-2-1 15,5 3 1-15,1-5 0 16,3 3 1-16,0-5-1 15,5 3-2-15,6-3-2 16,1 1-5-16,3-7-13 0,4-4-41 16,4 1-11-16</inkml:trace>
  <inkml:trace contextRef="#ctx0" brushRef="#br0" timeOffset="-118463.54">18055 16466 224 0,'0'0'4'15,"0"0"3"-15,0 0 3 0,0 0 4 16,8 7 2-16,2 6 2 16,-1 6 1-16,7 12 2 15,0 8-3-15,7 5-1 16,2 11-2-16,5 4-5 15,1 9 0-15,2-1-2 0,2-1 1 16,-5 4-3-16,-16-36-2 16,2 3-1-16,-2 3-1 15,-1 1 1-15,-1 0-2 16,-1 4 0-16,-4-6 0 0,0 6-1 16,-2-1 0-16,-3 1-1 15,1-4-5-15,-3 7-10 16,0-4-40-16,0-1-17 15,-5-4-6-15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26:23.67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9244 1575 379 0,'0'0'7'16,"0"0"1"-16,0 0 2 0,0 0 2 15,0-12 0-15,0 12 1 16,0 0-1-16,0 0 0 16,0 0-5-16,0 0-1 15,5 23-2-15,-2-4-2 0,0 11 0 16,1 4 0-16,1 9 0 15,2 6 0-15,1 3 0 16,0-15-3-16,-1 1 0 16,-5-6 1-16,1-8-1 15,-1-4 1-15,-2-7 0 16,0-13 0-16,0 0 0 0,-12-10 1 16,5-13-1-16,-1-7 1 15,-2-7 0-15,5 15-2 0,3 0 0 16,-3-5 0-16,2-1 0 15,-1-1 0-15,4 1 0 16,0-1-1-16,0 0 0 16,0 5 2-16,7 0 0 15,0 1 0-15,3 6 0 16,3 0-1-16,-1 3 0 0,0 6 0 16,4 0 0-16,-2 6 1 15,1 2-1-15,2 7 2 16,8 15-1-16,-7 9-1 0,-8-2-2 15,-10 2-1-15,-8-3-5 16,-7 0-10-16,-10-6-32 16,6-7-32-16,-4-5-2 15</inkml:trace>
  <inkml:trace contextRef="#ctx0" brushRef="#br0" timeOffset="499.4">9471 1796 397 0,'0'0'4'16,"0"0"3"-16,0 0 0 0,7-2 0 15,-7 2 1-15,17-6 1 16,-4 4 0-16,1 2 0 15,4 0-4-15,-1 0-3 16,1 2 0-16,0 8-1 16,-4 0 0-16,-2 2-1 0,-4 3 1 15,-3 5-1-15,-5 0 0 16,0 1 1-16,-10-3 0 0,0 0-1 16,-5-1 2-16,2-7-1 15,1 0 0-15,3-8 1 16,9-2-1-16,-11-17 1 0,9 1-1 15,2-8 1-15,4 0 0 16,6-3-1-16,3-1 1 16,0 1 0-16,-1 7-1 15,3 1 1-15,-2 7-1 16,-4 1-1-16,1 6 1 16,-10 5-1-16,15 5 0 0,-8 6 0 15,-2 1-1 1,4 2 1-16,-2 4 0 0,2 1-1 15,4-4-3-15,2 2-3 0,0-4-9 16,2-3-29-16,8-5-37 16,0-5-3-16</inkml:trace>
  <inkml:trace contextRef="#ctx0" brushRef="#br0" timeOffset="685.25">9960 1763 402 0,'0'0'6'0,"0"0"3"0,0 0 0 16,0 0 1-16,0 0 0 0,0-6 1 15,0 6-1-15,12-8 0 16,5 5-11-16,3-4-11 16,10 1-25-16,3 2-44 15,-4 1-2-15</inkml:trace>
  <inkml:trace contextRef="#ctx0" brushRef="#br0" timeOffset="849.1">9997 1870 400 0,'0'0'4'0,"0"0"2"0,0 0 1 16,5 0 1-16,5 0 0 15,3 0 0-15,1-3 1 16,11-1-3-16,0-4-12 0,9 3-26 15,2-1-46-15,3-5-3 16</inkml:trace>
  <inkml:trace contextRef="#ctx0" brushRef="#br0" timeOffset="1250.91">10807 1498 428 0,'0'0'4'0,"0"0"0"15,0 0 1-15,0 0-1 16,0 0 0-16,-5 0 0 0,5 0 0 16,-13 15 0-16,6 0-1 15,-10 9 0-15,4 7-2 16,-1 1 1-16,1 5 0 15,3 3 0-15,8-3 0 16,2-3 0-16,9-9-2 0,7-5 0 16,3-2 1-16,4-9 1 15,-1 0 0-15,3-9 0 16,-3 0 1-16,3-9 0 0,-7-6 0 16,-4-3 0-16,-3 4 0 15,-6-5 0-15,-5 3-1 16,-3-1 0-16,-10 5-2 15,-4 4 0-15,-3 1-4 0,-5 5-5 16,4 2-10-16,3-3-43 16,2 6-22-16,4 2-4 15</inkml:trace>
  <inkml:trace contextRef="#ctx0" brushRef="#br0" timeOffset="1599.4">11052 1621 444 0,'0'0'4'0,"0"0"1"0,0 0 0 15,0 0 1-15,0 0 0 0,0 0 0 16,0 0 0-16,-6-4 0 16,6 4-4-16,0 0-1 15,-13 8 2-15,13-8-1 0,-17 17-1 16,12-4 0-1,-1 1 1-15,6 1 0 0,4 3 0 16,3-8 1-16,5 2-3 16,4-4 1-16,0 1 0 15,0 1 1-15,-2-4-2 0,-3-2 0 16,1 1 0-16,-12-5 0 16,9 10 0-16,-9-10 0 15,0 0 0-15,-7 12 0 16,-7-9 0-16,-2 2 0 0,-4-5-16 15,3 0-29-15,-3 0-40 16,3-8-5-16</inkml:trace>
  <inkml:trace contextRef="#ctx0" brushRef="#br0" timeOffset="1749.09">11051 1583 427 0,'0'0'5'15,"0"0"1"-15,0 0 1 16,0 0 0-16,0 0 1 15,0 0-1-15,9-10-2 16,-9 10-6-16,18-4-24 0,5 0-56 16,-6 2-4-16</inkml:trace>
  <inkml:trace contextRef="#ctx0" brushRef="#br0" timeOffset="2049.73">11478 1523 432 0,'0'0'3'16,"0"0"1"-16,0 0 0 0,-7 8 0 16,7-8 1-16,-11 10-1 15,7 1 3-15,-1 7 0 16,0 2-3-16,3 0 0 16,2 2-1-16,7 1 1 15,7-7-1-15,6 0 0 0,10-9-1 16,-2-5 0-16,2-2 0 15,-14 0-1-15,2-4-1 16,-2-4 1-16,0-2 0 16,-4 0 0-16,-1 1-1 0,-1-4 0 15,-5-2-1-15,-5 3 1 16,0 2-6-16,-3 0-12 16,-9 5-65-16,-1 1-4 15</inkml:trace>
  <inkml:trace contextRef="#ctx0" brushRef="#br0" timeOffset="2717.58">9244 2438 428 0,'0'0'7'0,"0"-8"2"0,0 8 1 15,-2-10 1-15,2 10-1 0,-3-10 1 16,3 10 0-16,0 0-1 16,-7 13-6-16,2 4-4 15,5 13 0-15,0 2 0 16,3 7 0-16,1-2 0 15,4 1 0-15,2-2 0 0,0-6 0 16,-1-2 0-16,-1-11 0 16,0-2 0-16,-8-15 0 15,0 0 0-15,0 0 0 0,0 0 0 16,0-17 0-16,-5-6 0 16,-3-9 0-16,3-3 0 15,-2-4 0-15,4-3 0 0,3 0 0 16,0 1 0-16,3 5 0 15,6 3 0-15,4 11 0 16,2 5 0-16,3 6 0 16,-1 7 0-16,3 2 0 15,-3 2 0-15,0 6 0 0,-1 8 0 16,-4-3 0-16,-5 7 0 16,-5 2 0-16,-2-3 0 15,-7 5 0-15,-7-5 0 16,3 4-14-16,-9-9-13 15,6 1-56-15,2 2-2 0</inkml:trace>
  <inkml:trace contextRef="#ctx0" brushRef="#br0" timeOffset="3211.86">9595 2527 408 0,'0'0'4'0,"0"0"1"0,-5 0-1 15,5 0 2-15,-8 5-1 0,8-5 1 16,-12 14 0-16,10-3-1 16,-2 1-2-16,4 2-1 15,0 1 0-15,6-2 0 16,4-5 0-16,0-1 1 15,5-6 0-15,-1-1 2 16,4-4 0-16,-3-3 2 0,-3-6 0 16,3-2 0-16,-5 1 0 15,-5-3 0-15,0 4-7 16,-3-2 0-16,-2 5 0 16,0 0 0-16,0 10 0 0,0 0 0 15,0 0 0-15,0 12 0 16,5 4 0-16,6 4 0 15,-2 1 0-15,1 7 0 0,3-3 0 16,-3 4 0-16,2-4 0 16,-2 0 0-16,-5 0 0 15,-5-6 0-15,0 4 0 16,-7-6 0-16,-9 3-4 0,2-8 1 16,-9 1 0-16,-2-3-4 15,0-1-6-15,1-9-14 16,-11 0-53-16,18 0-2 15</inkml:trace>
  <inkml:trace contextRef="#ctx0" brushRef="#br0" timeOffset="3416.22">10184 2494 495 0,'0'0'2'0,"0"0"3"0,0 0 1 0,0 0-3 16,0 0-3-16,0 0 0 0,9-2 0 16,-9 2 0-16,13-3 0 15,-3-2 0-15,2 5 0 16,6-2 0-16,1 2-78 0,4 0-9 16</inkml:trace>
  <inkml:trace contextRef="#ctx0" brushRef="#br0" timeOffset="3566.02">10260 2611 436 0,'0'0'4'15,"0"0"3"-15,0 0 0 0,0 0 0 16,11-5 0-16,0 2 1 16,8-2-3-16,5 1-10 15,-2 4-41-15,13-11-34 16,2 2-2-16</inkml:trace>
  <inkml:trace contextRef="#ctx0" brushRef="#br0" timeOffset="3799.35">10772 2370 483 0,'0'0'4'15,"0"0"2"-15,0 0 0 16,0-4 0-16,0 4 0 0,0 0-6 15,0 0 0-15,3 4 0 16,2 11 0-16,-3 0 0 16,0 2 0-16,3 4 0 15,-1 1 0-15,-2 0 0 0,1 0 0 16,-1-2-17-16,0-11-66 16,1 9-3-16</inkml:trace>
  <inkml:trace contextRef="#ctx0" brushRef="#br0" timeOffset="4188.1">11026 2360 433 0,'0'0'5'0,"0"0"3"16,0 0 0-16,0 0 1 15,0 0 1-15,0 0 0 0,-3-8 0 16,3 8 0-16,-12 0-4 16,12 0-4-16,-13 4-2 15,13-4 0-15,-12 14 0 16,7-7 0-16,1 4 0 16,4 1 0-16,0 1 0 0,2-1 0 15,5-2 0-15,5 0 0 16,1-1 0-16,-1 1 0 15,4 0 0-15,-3-2 0 0,6-1 0 16,-5-2 0-16,-2 3 0 16,-3-3 0-16,-9-5 0 15,12 12 0-15,-12-12 0 16,-3 14 0-16,-9-6 0 16,2 0 0-16,-7-6 0 0,1 5-26 15,16-7-59-15,-25 3-3 16</inkml:trace>
  <inkml:trace contextRef="#ctx0" brushRef="#br0" timeOffset="4333.75">11041 2351 445 0,'0'0'5'0,"0"0"0"16,0 0 2-16,10-15 0 0,-1 10-1 15,9 0-1-15,1 2-8 16,4-4-25-16,7 7-51 15,5-5-3-15</inkml:trace>
  <inkml:trace contextRef="#ctx0" brushRef="#br0" timeOffset="4648.93">11522 2299 490 0,'0'0'2'0,"0"0"-2"16,0 0 2-16,-7 2 2 15,7-2-1-15,-18 18 1 16,11-6 0-16,-2 3-2 16,4 2-2-16,0 5 0 15,3-5 0-15,2 4 0 0,4-4 0 16,1-3 0-16,10-1 0 16,5-6 0-16,-4-4 0 15,7-3 0-15,2-6 0 16,0-5 0-16,-4-4 0 0,-2-3 0 15,-6-7 0-15,-8 0 0 16,-5 4 0-16,-11-4 0 16,-6 7 0-16,-8 6 0 0,-2 2 0 15,-1 10-13-15,12 8-73 16,-12-1-3-16</inkml:trace>
  <inkml:trace contextRef="#ctx0" brushRef="#br0" timeOffset="5420.85">9336 3296 441 0,'0'0'6'0,"0"0"2"0,0 0 2 15,0 0 1-15,0 0-1 16,0 0-1-16,0 0 1 15,5 8-4-15,-5 7-6 0,3 5 0 16,-3 7 0-16,3 3 0 16,1 2 0-16,1 0 0 15,0-2 0-15,2-3 0 0,-2-6 0 16,1-5 0-16,-4-3 0 16,-2-13 0-16,5 10 0 15,-5-10 0-15,0 0 0 16,-5-7 0-16,-3-9 0 15,1 0 0-15,0-9 0 0,-1-6 0 16,1 0 0-16,-1-7 0 16,3-4 0-16,0 5 0 15,5-1 0-15,0 6 0 16,3 0 0-16,4 10 0 0,4 3 0 16,1 5 0-16,2 8 0 15,4 4 0-15,2 2 0 16,-3 2 0-16,3 8 0 15,-5 4 0-15,0 1 0 0,-3 5 0 16,-4 2 0-16,-8 3 0 16,-3-6 0-16,-4 4-3 15,-8-5-6-15,-5-1-9 0,0-5-24 16,3 0-41-16,-3 1 0 16</inkml:trace>
  <inkml:trace contextRef="#ctx0" brushRef="#br0" timeOffset="5849.04">9646 3413 428 0,'0'0'7'0,"0"0"2"15,-9 0 3-15,9 0 0 16,-15 0 2-16,15 0-1 0,-13 0 1 16,13 0-12-16,0 0-2 15,0 0 0-15,0 0 0 16,5-4 0-16,11 4 0 16,0-3 0-16,7 3 0 0,0 0 0 15,2 0 0-15,-6 3 0 16,1 1 0-16,-8 4 0 15,-1-1 0-15,-9 6 0 0,-2-2 0 16,-8 5 0-16,-4-2 0 16,-2 2 0-16,-4 1 0 15,0-3 0-15,1-1 0 16,2-1 0-16,3-2 0 0,12-10 0 16,-12 13 0-16,12-13 0 15,0 0 0-15,12 5 0 16,2-5 0-16,4 0-10 15,9-12-50-15,3 6-25 16,2-9-1-16</inkml:trace>
  <inkml:trace contextRef="#ctx0" brushRef="#br0" timeOffset="6048.87">10226 3332 490 0,'0'0'4'0,"0"0"1"16,0 0 0-16,0-5 2 16,0 5-7-16,9-10 0 0,-9 10 0 15,20-10 0-15,-2 5 0 16,1-2 0-16,9 7-3 16,-1-3-81-16,6-1-3 15</inkml:trace>
  <inkml:trace contextRef="#ctx0" brushRef="#br0" timeOffset="6199.59">10258 3434 439 0,'0'0'4'0,"0"0"2"15,0 0 0-15,0 0 1 16,5 0 0-16,5 0 0 16,2-6 1-16,11 4-3 15,-4-8-14-15,19-15-63 16,4 18-8-16</inkml:trace>
  <inkml:trace contextRef="#ctx0" brushRef="#br0" timeOffset="6699.31">10819 3254 473 0,'0'0'5'0,"0"0"2"0,-12-4 2 15,12 4 1-15,-9-12-3 0,9 12-7 16,-11-18 0-16,6 5 0 16,5 13 0-16,0-16 0 15,0 16 0-15,11-14 0 0,-2 8 0 16,3 6 0-16,1 0 0 16,-1 0 0-16,6 0 0 15,-3 2 0-15,-2 9 0 16,-5-4 0-16,3 0 0 15,-6 2 0-15,-3-1 0 0,-2 2 0 16,0 3 0-16,-7-1 0 16,0-2 0-16,-1 0 0 15,-2-1 0-15,10-9 0 16,-12 16 0-16,12-16 0 0,-5 14 0 16,5-14 0-16,5 12 0 15,4-6 0-15,4-1 0 16,2 2 0-16,0 0 0 0,2-1 0 15,-4 1 0-15,-1 0 0 16,0 3 0-16,-6 0 0 16,-6 0 0-16,0 0 0 15,-6 0 0-15,-6 0 0 16,-2-1 0-16,-2-1 0 0,-6 0 0 16,2-3 0-16,0-1 0 15,-2-4-9-15,10 0-22 16,12 0-50-16,-18-1-4 0</inkml:trace>
  <inkml:trace contextRef="#ctx0" brushRef="#br0" timeOffset="7082.66">11251 3161 494 0,'0'0'5'16,"0"0"0"-16,0-10 2 15,0 10-7-15,-7-10 0 16,7 10 0-16,-12-5 0 0,12 5 0 16,-18 0 0-16,6 8 0 15,3 4 0-15,-2 5 0 16,4 1 0-16,2 1 0 16,0 3 0-16,5-2 0 0,3-1 0 15,6-1 0-15,3-3 0 16,4 0 0-16,2-5 0 15,-2 0 0-15,2-3 0 16,-1 1 0-16,-4-5 0 0,-3 4 0 16,-10-7 0-16,9 7 0 15,-9-7 0-15,-12 7 0 16,-3-1 0-16,-2-6 0 16,-6 2 0-16,-2 1 0 15,4-3 0-15,-7-3 0 0,8-1-24 16,8-7-62-16,-3-6-3 15</inkml:trace>
  <inkml:trace contextRef="#ctx0" brushRef="#br0" timeOffset="7202.37">11198 3169 445 0,'0'0'4'0,"0"0"1"16,0 0 1-16,12-8 0 15,-3 3 0-15,2 2-3 0,8 1-11 16,-5-3-65-16,17 3-6 15</inkml:trace>
  <inkml:trace contextRef="#ctx0" brushRef="#br0" timeOffset="7533.81">11607 3136 462 0,'0'0'4'0,"0"0"1"0,-12 2 1 16,2 4 0-16,-2 3 0 15,2 1 0-15,-3 3 0 16,-1 5 0-16,3 1-4 16,4 3 0-16,4 0-2 0,3-2 0 15,0-2 0-15,10-1 0 16,1-8 0-16,5-1 0 16,5-5 0-16,1-3 0 15,6-11 0-15,-4-3 0 16,-2-5 0-16,-2-5 0 0,-5-2 0 15,-8-5 0-15,-7 1 0 16,-5-1 0-16,-16 6 0 16,-2 0 0-16,-9 8 0 15,-5 7 0-15,-1 8 0 0,-4 2 0 16,2 6-81-16,13 8-6 16</inkml:trace>
  <inkml:trace contextRef="#ctx0" brushRef="#br0" timeOffset="8283.03">11396 1555 386 0,'0'0'4'0,"0"0"2"0,0 0 1 0,0 0 2 15,0 0 1-15,7-7 0 16,-7 7 2-16,13-4-1 16,-3 1-2-16,3 0-3 0,-1-2-1 15,0 3-1-15,3 2-1 16,0 0-2-16,5 0 0 15,-6 0 0-15,4 0 0 16,0 0 0-16,-1 5 0 0,-2 0-1 16,-3 2-2-16,-12-7-1 15,28 22-14-15,-28-2-63 16,7 0-2-16</inkml:trace>
  <inkml:trace contextRef="#ctx0" brushRef="#br0" timeOffset="11482.7">14557 1388 422 0,'0'0'4'0,"0"0"2"15,0 0 2-15,0 0 0 16,1-14 1-16,-1 14 1 16,0 0-1-16,0 0 1 0,0 0-4 15,-4 3-3-15,0 4-1 16,-5 8-1-16,2-2-1 16,5-1 3-16,-10 25-1 15,1 10 1-15,2 3-1 16,1 2 1-16,8-3-3 0,8-6 0 15,8-16 0-15,9-15 0 16,5-7 0-16,0-5 0 16,4-7 0-16,-1-6 0 15,-13 6 0-15,-4-5 0 0,0-3 0 16,2-6 0-16,-3 2 0 16,-2-8 0-16,-4 0 0 15,-1-1 0-15,-8-1 0 16,0 1 0-16,-3-2 0 0,-6 5 0 15,-7 1 0-15,-1 2 0 16,-5 4 0-16,-3 4 0 16,-3 1 0-16,0 6 0 15,-1 5 0-15,5 2 0 0,-1 5 0 16,7 6 0-16,6 4 0 16,5 5 0-16,7-2 0 15,2 1 0-15,10-1 0 16,8-4 0-16,8 2 0 0,7-2-6 15,-1-6-15 1,6-1-64-16,3-2-3 0</inkml:trace>
  <inkml:trace contextRef="#ctx0" brushRef="#br0" timeOffset="11782.66">15091 1573 485 0,'0'0'3'0,"0"0"1"0,0 0 0 16,0 0 0-16,0 0 0 15,2 4-1-15,-2-4 1 0,2 13-4 16,1 2 0-16,-1 5 0 16,2 1 0-16,-2 4 0 15,-2 0 0-15,5 3-21 16,-5-3-62-16,5-11-6 16</inkml:trace>
  <inkml:trace contextRef="#ctx0" brushRef="#br0" timeOffset="11999.07">15470 1478 485 0,'0'0'4'15,"0"0"0"-15,0 0 1 16,0 0-1-16,0 0 1 0,4-7-1 15,-4 7-4-15,10-5 0 16,-1 3 0-16,2-1-4 16,6 3-26-16,8 0-56 15,-11 0-3-15</inkml:trace>
  <inkml:trace contextRef="#ctx0" brushRef="#br0" timeOffset="12166.06">15487 1638 455 0,'0'0'5'0,"0"0"2"0,9 0 1 16,-9 0-2-16,20 0 0 15,-6-3 0-15,6 0-1 16,5-2-7-16,3-1-30 16,2 2-53-16,4 2-2 0</inkml:trace>
  <inkml:trace contextRef="#ctx0" brushRef="#br0" timeOffset="12966.28">14591 2348 392 0,'0'0'8'0,"0"0"2"0,0-17 3 15,0 17 2-15,3-15 0 16,-3 7 2-16,0 8 0 16,0-17-1-16,0 17-8 15,0 0-8-15,-5 0 0 0,-6 10 0 16,-3 10 0-16,-4 7 0 16,4 2 0-16,-4 14 0 15,4 1 0-15,-2-1 0 16,4 4 0-16,10-5 0 0,2 0 0 15,2-7 0-15,8-6 0 16,5-6 0-16,8-10 0 16,-2-2 0-16,4-8 0 15,3-3 0-15,-3-7 0 0,2-9 0 16,-3 0 0-16,1-12 0 16,-4-5 0-16,-3-3 0 15,-9-9 0-15,-4 1 0 16,-5-4 0-16,-2 1 0 15,-10 3 0-15,-9 7 0 0,1 2 0 16,-7 13 0-16,-4 4 0 16,2 8 0-16,-1 10 0 15,-2 3 0-15,10 11 0 16,4 2 0-16,6 6 0 0,12 3 0 16,8 2 0-16,8 0 0 15,12 3 0-15,6-3 0 16,7 4 0-16,1-10-9 0,-8 2-75 15,14-6-2 1</inkml:trace>
  <inkml:trace contextRef="#ctx0" brushRef="#br0" timeOffset="13349.98">15051 2524 457 0,'0'0'6'0,"-9"-5"4"15,9 5 2-15,-16-15 0 0,9 5 2 16,0 0-14-16,-4-3 0 16,9 2 0-16,2-3 0 15,0 6 0-15,15 0 0 16,0 1 0-16,2 1 0 16,7 2 0-16,1 4 0 0,-2 4 0 15,0 6 0-15,-6 1 0 16,-2 11 0-16,-8 0 0 15,-7 0 0-15,-2 6 0 16,-14-2 0-16,0 2 0 0,-7-1 0 16,-2 1 0-16,1-6 0 15,-4 0 0-15,6-5 0 16,2-2 0-16,10-7 0 0,10-8 0 16,-2 10 0-16,11-10 0 15,14 0 0-15,7-8 0 16,3 2 0-16,8-2 0 15,6 2-8-15,6-1-76 16,-6-5-2-16</inkml:trace>
  <inkml:trace contextRef="#ctx0" brushRef="#br0" timeOffset="15119.13">14507 3451 445 0,'0'0'5'0,"0"0"2"0,7-10 1 0,-7 10 2 15,2-15 1-15,-2 5 0 16,-4 0 0-16,-1 0-8 16,-10 3-3-16,-3 2 0 15,-2 3 0-15,-4 4 0 16,-3 5 0-16,2 8 0 0,-5 5 0 15,2 5 0-15,6 0 0 16,5 4 0-16,4-2 0 16,10-2 0-16,3-3 0 0,14-7 0 15,5-2 0-15,8-11 0 16,5-2 0-16,7-2 0 16,-2-13 0-16,0-3 0 15,-3-7 0-15,-6-4 0 0,-2-3 0 16,-6-8 0-16,-7-5 0 15,-5-1 0-15,-8-4 0 16,0 0 0-16,-3-2 0 16,-6 8 0-16,0 2 0 0,0 6 0 15,-3 12 0-15,5 7 0 16,1 7 0-16,6 10 0 16,-5 10 0-16,5 15 0 15,5 6 0-15,5 9 0 0,5 10 0 16,0 2 0-16,4 4 0 15,2 2 0-15,1-9 0 16,0 0 0-16,1-11-10 16,-10-3-77-16,11-11-3 0</inkml:trace>
  <inkml:trace contextRef="#ctx0" brushRef="#br0" timeOffset="15585.89">14927 3376 442 0,'0'0'7'0,"0"0"3"0,-11-7 2 16,11 7 2-16,-12-15 1 15,5 5-4-15,2-2-11 0,3-3 0 16,2 2 0-16,2 1 0 16,6-1 0-16,8 4 0 15,5-1 0-15,4 7 0 16,0 0 0-16,-4 3 0 15,2 6 0-15,-5 5 0 0,-6 6 0 16,-5-1 0-16,-7 1 0 16,0 4 0-16,-7 1 0 15,-5-4 0-15,-2-2 0 0,0-1 0 16,1-2 0-16,4-4 0 16,-1 2 0-16,10-11 0 15,-2 10 0-15,2-10 0 16,12 7 0-16,6-4 0 0,-4-1 0 15,4 3 0-15,7-1 0 16,-6-1 0-16,-1 5 0 16,-1-4 0-16,-7 4 0 15,-10-8 0-15,10 10 0 0,-10-10 0 16,-10 10 0-16,-5-5 0 16,1-3 0-16,-12 0 0 15,1-2 0-15,0 3 0 16,-4-3 0-16,7-3-20 0,-1-6-64 15,3-6-2-15</inkml:trace>
  <inkml:trace contextRef="#ctx0" brushRef="#br0" timeOffset="15950.96">15646 2420 463 0,'0'0'4'16,"0"0"2"-16,0 0 2 0,-4-10 1 16,4 10 0-16,-2-12 0 15,2 12-6-15,2-10-3 16,8 7 0-16,1-2 0 16,8 2 0-16,-1 2 0 0,12 1-3 15,-6 0-37-15,6 1-43 16,-9 7-3-16</inkml:trace>
  <inkml:trace contextRef="#ctx0" brushRef="#br0" timeOffset="16115.88">15610 2521 386 0,'0'0'9'0,"0"0"3"16,0 0 2-16,0 0 3 16,0 0-2-16,0 0 3 0,0 0-1 15,12 0 1-15,8 0-13 16,5-4-5-16,5 1 0 15,5-2 0-15,9 5-32 16,-1 0-50-16,1 0-3 16</inkml:trace>
  <inkml:trace contextRef="#ctx0" brushRef="#br0" timeOffset="16543.79">15553 3364 495 0,'0'0'3'0,"0"0"3"0,0 0 1 16,0-10-7-16,0 10 0 16,5-15 0-16,-5 15 0 15,20-15 0-15,-4 10 0 0,-2-2 0 16,13 4 0-16,-12 1-72 16,10 2-16-16</inkml:trace>
  <inkml:trace contextRef="#ctx0" brushRef="#br0" timeOffset="16682.73">15560 3448 452 0,'0'0'4'16,"0"0"2"-16,0 0 1 15,0 0 1-15,8 4 0 16,2-4 1-16,4 0-1 0,7 0-4 16,8-4-36-16,6-1-47 15,4 0-4-15</inkml:trace>
  <inkml:trace contextRef="#ctx0" brushRef="#br1" timeOffset="34900.61">15913 1236 414 0,'0'0'5'0,"0"0"1"15,0 0 2-15,3-10 1 16,-3 10 0-16,0 0 1 16,0 0-1-16,0 0 0 0,0 0-4 15,0 0-2-15,12 2-1 16,-12 8-2-16,2 3-1 15,1 2 1-15,0-1-1 16,2 1-1-16,-3 5-2 0,1 3-4 16,-1 2-8-16,0-4-20 15,8 7-47-15,-8-6-3 16</inkml:trace>
  <inkml:trace contextRef="#ctx0" brushRef="#br1" timeOffset="35349">16102 1320 422 0,'0'0'5'16,"0"0"2"-16,0 0 1 15,-2-9 3-15,2 9 0 0,-3-13 0 16,3 13 1-16,0-12-1 15,0 12-3-15,0-16-3 16,0 7-5-16,0 9 0 16,12-15 0-16,-12 15 0 0,18-15 0 15,-8 10 0-15,5 2 0 16,0 1 0-16,-3 2 0 16,3 2 0-16,-4 6 0 15,3 2 0-15,-4 2 0 0,-3 5 0 16,-2 1 0-16,-2 2 0 15,-3 2 0-15,0-2 0 16,-6 1 0-16,-3 0 0 16,2-1 0-16,-3 0 0 15,-1-3 0-15,2 0 0 0,1-5 0 16,3 1 0-16,5-13 0 16,-3 17 0-16,3-17 0 15,8 3 0-15,0-3 0 0,5-3-2 16,4-2-5-16,-3-2-12 15,6 2-65-15,0-3-3 16</inkml:trace>
  <inkml:trace contextRef="#ctx0" brushRef="#br1" timeOffset="35599.97">16585 1295 493 0,'0'0'3'0,"0"0"2"0,0 0 1 16,0 0-2-16,0 0-4 0,2-9 0 16,-2 9 0-16,0 0 0 15,0 0 0-15,0 0 0 16,2-9 0-16,-2 9-17 0,0 0-70 15,12 0-3-15</inkml:trace>
  <inkml:trace contextRef="#ctx0" brushRef="#br1" timeOffset="36149.73">16949 1152 441 0,'0'0'4'0,"0"0"1"16,0 0 1-16,0 0 1 15,-5-13 0-15,5 13 0 16,-14-7 0-16,4 2 1 0,-3 2-4 16,3 0-3-16,-5 3-1 15,1 0 0-15,-2 0-2 16,4 3 1-16,-3 0-1 16,5 2 0-16,0 0 1 0,10-5 0 15,-15 12 1-15,15-12 1 16,0 10 0-16,0-10 0 15,18 10 1-15,-6-8 1 16,3-2-1-16,2 0 1 16,3-2 0-16,1-3 2 0,-2-2-3 15,-1-1-2-15,1-2 0 16,-6 1 0-16,4 0 0 16,-4 2 0-16,-4 2 0 0,-9 5 0 15,13 0 0-15,-13 0 0 16,5 8 0-16,-2 2 0 15,-3 5 0-15,0 2 0 16,0 0 0-16,0 3 0 0,0 3-2 16,2-1-7-16,-2 0-7 15,2 3-19-15,8-2-52 16,-8-4-1-16</inkml:trace>
  <inkml:trace contextRef="#ctx0" brushRef="#br1" timeOffset="36598.96">17379 1050 445 0,'0'0'3'0,"0"0"0"0,-5-8 2 0,5 8-1 0,-14-4 1 0,3 2 1 16,-1 2-1-16,0 0 1 0,-4 0-4 15,1 0 0-15,1 2-2 16,2 2 0-16,-4 4-1 16,7 0 0-16,-3-1 0 0,1 1 0 15,3 2 1-15,6-1 0 16,2-2 2-16,0-7 0 16,2 14 1-16,8-10 0 15,1-2 1-15,1-2 0 16,3 0 0-16,0 0 0 0,0-6-1 15,0-2-3-15,-1-2 0 16,-1 3 0-16,-3 2 0 16,0-1 0-16,-10 6 0 15,15 0 0-15,-15 0 0 0,9 8 0 16,-6 3 0-16,0 6 0 16,0 2 0-16,-3 1 0 15,2 2-4-15,-2 3-3 0,0 2-5 16,0-2-7-16,0 4-22 15,0-7-46-15,2 3 0 16</inkml:trace>
  <inkml:trace contextRef="#ctx0" brushRef="#br1" timeOffset="36999.3">17422 713 471 0,'0'0'3'0,"0"0"1"0,0 0-1 16,0 0 1-16,0 0 0 15,0 0-1-15,0 0 1 16,0 0-1-16,0 0-3 0,0 0 0 15,0 0 0-15,0 0-1 16,0 0 0-16,0 0 2 16,0 0 0-16,0 3 0 15,-3 0 1-15,1 4 1 16,-1-3 0-16,0 2 0 16,-2-1-3-16,5 6 0 15,13-8 0-15,-3-3 0 0,5 3 0 16,-15-3 0-16,0 0 0 15,5-6 0-15,-1-2 0 16,2-3-13-16,1-2-21 16,-7 13-52-16,0 0 0 15</inkml:trace>
  <inkml:trace contextRef="#ctx0" brushRef="#br1" timeOffset="37715.99">15879 1277 280 0,'0'0'8'0,"0"0"4"0,0 0 3 16,0 0 4-16,0-8 1 16,0 8 3-16,0 0 1 15,0 0 0-15,0-11-7 0,0 11-5 16,0 0-3-16,0 0-3 15,0 0-2-15,0 0-2 16,0 0-1-16,-5 8-1 16,5 2 0-16,0 2 0 0,0 5 0 15,2-2 0-15,1 7 1 16,-1-1-1-16,1-2 2 16,-1 3-1-16,3-2-1 15,-3 5 1-15,1-5-4 16,-1-1-3-16,4 4-11 0,-4-6-65 15,1-4-2-15</inkml:trace>
  <inkml:trace contextRef="#ctx0" brushRef="#br1" timeOffset="49416.05">6432 1026 357 0,'0'0'6'0,"0"0"3"15,0 0 4-15,0 0 0 16,0 0 2-16,0 0 0 16,0 0 1-16,-4-6 0 15,-10-31-5-15,14 37-3 0,0 0-2 16,-10 3-3-16,10-3-2 15,-12 15 0-15,4-3-1 16,0-2 1-16,2 9-2 0,-2 4 1 16,-2 0 0-16,0 2 0 15,-4 1 0-15,1 1 0 16,-2 1 1-16,2-1-1 16,-1-4 1-16,1-1-1 0,1-2 0 15,0-4 1-15,3-3-1 16,5 2 0-16,-2-7 0 15,6-8 1-15,3 8-1 16,-3-8 1-16,21 4 0 0,-5-4-1 16,2-4 1-16,2 3-1 15,2-4-2-15,1 3-4 16,4-1-10-16,-8 3-38 16,6-2-30-16,-2-1-4 15</inkml:trace>
  <inkml:trace contextRef="#ctx0" brushRef="#br1" timeOffset="49649.8">6643 1201 423 0,'0'0'5'0,"0"0"1"0,0 0 0 15,0 0 1-15,0 0 1 16,5 7-1-16,-5-7 0 0,0 15 0 15,0-5-4-15,0 3-2 16,0 2 0-16,0 0-1 16,0 3-2-16,0-1-3 15,0 2-7-15,0 3-19 0,5-3-51 16,-5 2-2-16</inkml:trace>
  <inkml:trace contextRef="#ctx0" brushRef="#br1" timeOffset="49982.66">6864 1157 201 0,'0'0'9'0,"0"0"8"0,0 0 6 16,0 0 2-16,0 0 4 16,0 0 1-16,0 0 1 15,0 0 2-15,0 0-8 16,0 0-7-16,5 0-6 0,-5 0-3 16,13-3-2-16,-13 3-2 15,14-2-2-15,-5-1-2 16,5 3-4-16,-2-3-7 15,3 1-23-15,9 2-49 0,-7-2 0 16</inkml:trace>
  <inkml:trace contextRef="#ctx0" brushRef="#br1" timeOffset="50132.73">6844 1270 356 0,'0'0'9'0,"0"0"1"15,0 0 3-15,0 0 0 16,0 0 0-16,0 0 1 15,8 0 0-15,-8 0 0 16,17-1-8-16,-4-2-11 0,1 3-38 16,6 0-35-16,-1-3-5 15</inkml:trace>
  <inkml:trace contextRef="#ctx0" brushRef="#br1" timeOffset="50699.4">6206 1870 413 0,'0'0'4'0,"0"0"2"15,0 0 1-15,0 0-1 16,0 0 1-16,0 0 1 0,2 7-1 15,1 6 1-15,-3 4-4 16,0 8-2-16,-5 2-1 16,2 3 1-16,-5 0-1 15,-1 2 0-15,1 0 0 0,-5-5 0 16,-1-2-1-16,4-3 1 16,0-4-1-16,3-4 0 15,-1-1 1-15,8-13-1 0,-6 11 1 16,6-11-1-16,14 0 1 15,0 0 0-15,9-11 0 16,-1 1 0-16,8 0 0 16,2-2 0-16,1 2 0 0,-4 0 0 15,1 0 0-15,-2 0 0 16,-7 3-1-16,0 4-2 16,-6 2-2-16,-5 1-5 15,-10 0-9-15,12-4-38 16,-12 4-29-16,0 0-1 0</inkml:trace>
  <inkml:trace contextRef="#ctx0" brushRef="#br1" timeOffset="51149.85">6587 2095 432 0,'0'0'4'16,"0"0"3"-16,0-12 0 0,0 2 1 15,0 0 1-15,0-2 0 16,3-1 0-16,5-1 0 0,0 1-4 15,-1 6-2 1,3 2-1-16,-1 5-1 0,2 0 0 16,-1 5-1-16,-3 2 0 15,1 8 0-15,-7 3 0 16,-1 1 0-16,0 3 0 0,-7 1 0 16,-2-4 0-16,-1 2 0 15,-3-2-1-15,6-1 1 16,-3-7 0-16,3 0 0 0,7-11 0 15,0 12 0-15,0-12 0 16,17 0 0-16,1 0 1 16,7-6-2-16,1-5-2 15,4 4-4-15,0-3-9 0,2-4-67 16,-5 10-2-16</inkml:trace>
  <inkml:trace contextRef="#ctx0" brushRef="#br1" timeOffset="52418.2">7053 1852 443 0,'0'0'4'0,"0"0"2"0,0-7 2 15,0 7 0-15,0 0 0 16,0-12 0-16,0 12 0 16,0 0 0-16,0 0-3 15,4-7-5-15,7 7-5 0,-1 0-11 16,4 1-66-16,4 7-4 16</inkml:trace>
  <inkml:trace contextRef="#ctx0" brushRef="#br1" timeOffset="52566.06">7023 1987 396 0,'0'0'5'0,"0"0"2"15,0 0 1-15,0 0 1 0,7 0 0 16,4 0 0-16,1 0 0 16,5 0-5-16,-2-3-15 15,5 3-66-15,8 0-3 0</inkml:trace>
  <inkml:trace contextRef="#ctx0" brushRef="#br1" timeOffset="59732.95">7246 1048 402 0,'0'0'6'0,"0"0"3"0,0 0 2 15,0 0 1-15,0 0 0 16,0 0 2-16,-2-25 0 16,2 25 1-16,0-7-5 15,0 7-4-15,0 0-6 0,0 0 0 16,0 0 0-16,0 0 0 16,22-35 0-16,-22 35 0 15,16-5 0-15,-16 5 0 16,17 5 0-16,-13 2 0 0,5 6 0 15,-7 2 0-15,0-5 0 16,1 9 0-16,-3-4 0 16,0 8 0-16,-5-7 0 15,3 4 0-15,-7-5 0 16,5 5 0-16,-1-5 0 0,-2-1 0 16,2-1 0-16,1-2 0 15,4-11 0-15,0 9 0 16,0-9 0-16,11 3 0 15,-1-3 0-15,5-3-22 0,-15 3-63 16,24-15-3-16</inkml:trace>
  <inkml:trace contextRef="#ctx0" brushRef="#br1" timeOffset="60101.92">7574 956 433 0,'0'0'7'15,"0"0"2"-15,0 0 1 16,0 0 1-16,0 0 0 16,0 0 1-16,0 0-1 0,0 0-4 15,0 0-7-15,-12 0 0 16,12 0 0-16,0 0 0 16,-8 13 0-16,8-13 0 15,-2 12 0-15,2-2 0 16,0-3 0-16,0 3 0 0,0 2 0 15,6-2 0-15,-2 2 0 16,4 1 0-16,-4-3 0 16,4 0 0-16,2 0 0 15,0 0 0-15,-3 0 0 0,-7-10 0 16,18 14 0-16,-18-14 0 16,10 11 0-16,-10-11 0 15,4 9 0-15,-4-9 0 16,0 0 0-16,-2 10-12 0,2-10-74 15,-12 0-2-15</inkml:trace>
  <inkml:trace contextRef="#ctx0" brushRef="#br1" timeOffset="60249.59">7545 969 403 0,'0'0'7'0,"0"0"2"0,0 0 2 15,0 0 1-15,0 0-1 16,0 0 0-16,0 0 0 15,0 0-4-15,0-6-14 16,7 4-23-16,-1-3-53 16,-2 2 0-16</inkml:trace>
  <inkml:trace contextRef="#ctx0" brushRef="#br1" timeOffset="60565.95">7823 832 403 0,'0'0'7'0,"0"0"1"0,0 0 2 15,0 0 0-15,0 0 0 16,0 0 1-16,0 0 0 16,0 32 1-16,0-22-7 15,0 0-2-15,0 5-1 0,0-2 0 16,0 3 0-16,2 0-1 16,1-2 0-16,5 1 1 15,2-2 0-15,-3-4 0 16,4 1 1-16,3-4 1 0,-14-6-4 15,0 0 0-15,22 0 0 16,0 0 0-16,-22 0 0 16,0 0 0-16,13-6 0 15,-3-5 0-15,3 0 0 16,-1-21 0-16,-10 13 0 0,-2 19 0 16,0 0-33-16,-30-31-53 15,16 31-2-15</inkml:trace>
  <inkml:trace contextRef="#ctx0" brushRef="#br1" timeOffset="61500.7">7500 1746 365 0,'0'0'8'0,"0"0"4"16,0 0 2-16,0 0 2 15,0 0 1-15,-8-13 0 16,8 13 1-16,-9-1 0 0,9 1-7 16,-15 1-4-16,7 7-3 15,-2 2-2-15,1 5 0 16,-4-3-2-16,5 4 0 16,-1-2 0-16,6 4 0 15,1-6 0-15,2 0 0 0,0 1 0 16,7-6 0-16,3 0 0 15,5-1 0-15,0-1 0 16,3-3 0-16,-2 8 0 16,2-3 0-16,-1-1 0 0,-2 1 0 15,0 0 0-15,-2 4 0 16,-6-5 0-16,0 4 0 16,-7-10 0-16,5 15 0 15,-5-5 0-15,-2 0 0 0,-8-3 0 16,-2 4 0-16,-3 1 0 15,-2-5 0-15,-1 3 0 16,-2-5 0-16,3-2-12 0,-3-3-17 16,8-8-57-16,1-2-3 15</inkml:trace>
  <inkml:trace contextRef="#ctx0" brushRef="#br1" timeOffset="61685.26">7430 1729 375 0,'0'0'9'0,"0"0"2"15,0 0 2-15,2-8 2 16,-2 8 1-16,13-14 1 16,-13 14 1-16,17-15-1 15,-6 5-7-15,3 2-3 0,2 3-4 16,1 3-6-16,0-1-7 16,6 3-24-16,-4 5-50 15,4-3-1-15</inkml:trace>
  <inkml:trace contextRef="#ctx0" brushRef="#br1" timeOffset="62034.08">7731 1771 391 0,'0'0'8'0,"0"0"2"16,-7 0 3-16,7 0 0 15,-16 2 1-15,7 3 0 16,-6 5 1-16,5 0-1 15,0 8-7-15,3-4-3 0,4 8-2 16,3-4-1-16,0 0 0 16,10-4-1-16,4-9 1 15,2 1 0-15,7-6 1 0,-9 0-2 16,9-11 0-16,-7-1 0 16,0-3 0-16,-2-2 0 15,-3-1 0-15,-6-2 0 16,-5-2 0-16,0 2 0 15,-8 3 0-15,-5-3 0 16,-1 8 0-16,-4 4 0 0,-4 3 0 16,5 5 0-16,-2 5 0 15,-2 6 0-15,11 3-8 16,0-3-29-16,3 1-50 0,7 0-2 16</inkml:trace>
  <inkml:trace contextRef="#ctx0" brushRef="#br1" timeOffset="62332.57">7952 1664 466 0,'0'0'3'15,"0"0"1"-15,0 0 1 16,-12 0-1-16,12 0 1 16,-12 10 0-16,4 3 0 0,-2 2 1 15,5 4-4-15,3 1-1 16,2 2-1-16,0-2 0 15,12-5 1-15,1 3-1 0,6-8 1 16,4-6 0 0,-1-4-1-16,2 0 2 0,-1-4-2 15,2-6 0-15,-7-5 0 16,-4-3 0-16,-6 1 0 16,-6 0 0-16,-2-3 0 15,-7 3 0-15,-8 1 0 0,-7 7 0 16,-1 4-13-16,-7 5-71 15,5 5-3-15</inkml:trace>
  <inkml:trace contextRef="#ctx0" brushRef="#br1" timeOffset="65199.32">7860 802 247 0,'0'0'8'0,"0"0"5"0,0 0 3 0,0 0 3 16,0 0 3-16,0 0 1 16,0 0 2-16,0 0 2 15,0 0-7-15,0 0-5 0,0 0-2 16,0-4-3-1,0-2-3-15,0 2-1 0,0-1-2 16,0-1 0-16,0 2-2 16,0-2-1-16,0 0 1 15,0 6-1-15,-5 2 0 16,0 2-1-16,-37 61 2 0,40-51 0 16,0 4 0-16,2 0-1 15,0 1 1-15,0 1 0 16,2-3 0-16,3 1 0 15,2-1-1-15,3-2 0 16,0-2 1-16,2 2 0 16,2-8 0-16,2-3 0 15,-1 2-2-15,-15-6 0 0,0 0 0 16,21 0 0-16,3-7 0 16,-24 7 0-16,0 0 0 15,12-10 0-15,1 2 0 0,-3-2 0 16,10-27 0-16,-13 14 0 15,-7 23 0-15,0-26 0 16,-7-2 0-16,7 28 0 16,-18-17 0-16,1-6 0 15,17 23 0-15,-25-14 0 16,0 1 0-16,25 13 0 0,-25-3 0 16,-2 2 0-16,27 1 0 15,0 0 0-15,0 0-78 16,0 0-11-16</inkml:trace>
  <inkml:trace contextRef="#ctx0" brushRef="#br1" timeOffset="66899.39">8298 817 387 0,'0'0'8'0,"0"0"2"16,0 0 3-16,0 0 1 16,0 0 1-16,0 0 1 15,0 0 0-15,0 0-1 16,0 0-6-16,0 0-4 16,0 0-2-16,0 0-3 15,0 0 0-15,0 0 0 0,0 0 0 16,0 0 0-16,0 0 0 15,0 0 0-15,0 0 0 16,0 0 0-16,5 4 0 16,-5 2 0-16,5-1 0 15,15 25 0-15,-15-21 0 0,-3 2 0 16,3 1 0-16,-5-12 0 16,0 0 0-16,0 0 0 15,0 0 0-15,0 0 0 16,0 0 0-16,0 0 0 15,0 0 0-15,0-5 0 16,0 0 0-16,0 0 0 0,0 0 0 16,0 0 0-16,0-18 0 15,0 11 0-15,0 2 0 16,0 0 0-16,0 10 0 16,0 0 0-16,12 0 0 15,-1 6 0-15,1-2 0 16,0 2 0-16,-12-6 0 0,0 0 0 15,10 2 0-15,0 5 0 16,3-2 0-16,-1 0 0 16,-12-5 0-16,0 0 0 15,0-7 0-15,5-3 0 16,-1-1 0-16,1 3 0 16,-5 8 0-16,3-13 0 0,3 1 0 15,-4 1 0 1,0 1 0-16,-2 10 0 0,0 0 0 15,0 0 0-15,0 0 0 16,5 0 0-16,0 0 0 16,0 3-3-16,0-3-9 15,0 3-11-15,0-1-33 0,12 21-29 16,-9-13-4-16</inkml:trace>
  <inkml:trace contextRef="#ctx0" brushRef="#br1" timeOffset="67502.53">8588 651 386 0,'0'0'8'0,"0"0"2"16,0 0 1-16,0 0 2 15,0 0 0-15,0 0 1 16,0 0-2-16,0 2 2 16,0 3-9-16,0 0-2 0,0 1-2 15,0-2 0-15,-2 1-1 16,2 18 0-16,0-13 0 16,0 2 0-16,0 1 1 15,0-13 1-15,0 0 0 16,5 9 0-16,0 1 0 15,-1-2 1-15,2 4-1 0,-6-12 0 16,0 0 0-16,0 0 0 16,0 0-2-16,0 0 0 15,0 0 0-15,5 0 0 16,-3-5-2-16,1 0 1 16,2 1 0-16,-1-2 0 15,-1 2 0-15,2-2-1 0,0 5 1 16,-5 1 1-16,0 0 0 15,0 0-1-15,5-6 2 16,0 4 0-16,0-1 0 16,0 0 1-16,-1-1-1 15,2 1 0-15,-1 0 0 16,2-1 1-16,-7 4-2 16,0 0 0-16,0 0 0 15,5 0 0-15,0 0 0 0,0 0 0 16,1 0-3-16,-2 0 2 15,1 3-1-15,0-3-3 16,0 4-6-16,-5-4-28 16,0 0-45-16,0 0 0 15</inkml:trace>
  <inkml:trace contextRef="#ctx0" brushRef="#br1" timeOffset="68399.11">8347 1617 439 0,'0'0'2'0,"0"0"0"0,0 0 0 15,0 0 0-15,0 0 0 0,0 0 3 16,5 10-1 0,0 1 1-16,-2-3-2 0,2 3 0 15,2 1-1-15,-2-2 1 16,-3 0 1-16,-2-10-3 16,0 0 1-16,13 7 0 0,-13-7 0 15,0 0-3-15,2-7 1 16,-2 7 0-16,0-15-1 15,0 5-1-15,0 1 1 16,0-1-1-16,0 0 0 16,0 0 2-16,0-2 0 0,0 4 0 15,0-2 0-15,0 10-1 16,0-9 1-16,0 9-1 16,0 0 1-16,13-6-1 15,-13 6 1-15,7 0-1 0,-7 0 4 16,15 10 0-16,-15-10-2 15,10 15 0 1,-10-15 0-16,7 10-1 0,-7-10 1 16,0 0 0-16,13 6-2 15,-13-6 0-15,0 0 2 0,8-8 0 16,-8 8 0-16,4-18 0 16,-4 18 0-16,3-15-1 15,-3 15 0-15,5-17 0 16,-5 17-1-16,8-11 1 15,-8 11 0-15,9-7-1 0,-9 7 1 16,10 0-1-16,-10 0-2 16,11 7-4-16,-11-7-10 0,14 11-34 15,-14-11-31 1,13 14-5-16</inkml:trace>
  <inkml:trace contextRef="#ctx0" brushRef="#br1" timeOffset="68932.49">8616 1457 408 0,'0'0'5'0,"0"0"2"0,0 0 1 15,0 0 2-15,0 0-3 16,0 0 2-16,0 0 0 0,0 0 0 16,9 4-5-16,-9-4-2 15,5 13-1-15,-5-13 0 16,8 12 0-16,-8-12-1 0,8 12 0 15,-8-12 0-15,7 15 1 16,-7-15 1-16,7 13-1 16,-7-13 1-16,5 7-1 15,-5-7 0-15,0 0 1 16,8 0 0-16,-8 0-1 16,5-10-1-16,-5 10 0 0,2-15 0 15,-2 15 0-15,5-20 0 16,-5 20-1-16,1-12 0 15,-1 12 0-15,6-7 1 0,-6 7-1 16,0 0 1-16,11-3 0 16,-11 3 0-16,0 0 0 15,12 5 0-15,-12-5 0 16,7 12 1-16,-7-12-1 0,6 8 1 16,-6-8 0-16,0 0 0 15,12 5 0-15,-12-5 0 16,5-8 0-16,-5 8-1 15,7-17 1-15,-5 7-1 0,1 0-1 16,0 3 1-16,2-5-1 16,-5 12 0-16,10-15 0 15,-10 15 1-15,9-5-1 16,-9 5 0-16,13 0-1 0,-3 0-6 16,-3 7-52-16,9-2-24 15,-2 0-2-15</inkml:trace>
  <inkml:trace contextRef="#ctx0" brushRef="#br1" timeOffset="83982.95">7508 938 293 0,'0'0'6'0,"0"0"1"15,0 0 2-15,0 0 2 16,0 0 1-16,0 0 2 16,0 0 0-16,0 0 4 15,0 0-6-15,0 0-1 16,0 0-1-16,0 0 0 16,0 0 1-16,0 0-3 0,0 0 0 15,0 0-1-15,0 0 0 16,0 0-2-1,0-2 0-15,4 2-1 0,1 0-2 16,0-3 0-16,1 3 0 16,20-7 0-16,-13 5 0 15,-3-1 0-15,5-1-1 0,-5-1 1 16,0 1 0 0,0 0-2-16,0-1 2 0,-10 5-2 15,0 0 0-15,0 0-1 16,9-5-2-16,2 0-4 15,-1 0-5-15,-1 0-14 16,-9 5-57-16,0 0-1 0</inkml:trace>
  <inkml:trace contextRef="#ctx0" brushRef="#br1" timeOffset="84999.4">7517 874 369 0,'0'0'7'0,"0"0"3"0,0 0 1 0,0 0 1 16,0 0 1-16,0 0 0 16,0 0 0-16,0 0 0 15,0 0-6-15,0 0-2 16,5 33-2-16,-3-23-1 0,2-1-1 16,-2 1 0-16,3 0 0 15,-3 2 0-15,1 1 0 16,-1 2 0-16,1-3-1 0,1 1 1 15,-1-1-2-15,-1 3 1 16,2-1 1-16,-2-1-1 16,0-1 0-16,1 0 0 15,-3-5 0-15,0 4 0 16,0-11 1-16,0 14 0 0,0-14-1 16,0 0 1-16,0 11-1 15,0-11 1-15,0 0-1 16,0 0 0-16,0 0 1 15,0 0-1-15,0 0-1 0,0 0 1 16,0 0 0-16,0 0 0 16,0 0 1-16,0 0 0 15,0 0 0-15,5-5 0 0,-5 5 1 16,0 0-1-16,9-8 1 16,-9 8 0-16,11 0-1 15,-11 0 0-15,12-2 0 16,-12 2 0-16,12-3 0 0,-12 3 0 15,15 0-1-15,-15 0 0 16,15 3 0-16,-15-3 1 16,13 7-1-16,-13-7 1 15,12 8-1-15,-12-8 1 16,9 14 1-16,-9-14-2 0,6 13 0 16,-6-13 0-16,0 15 0 15,0-6 0-15,0 2 0 16,-2-2 0-16,-4-1 0 0,1 2 0 15,5-10 0-15,-14 17 0 16,7-7 0-16,-2 0 0 16,0-2 0-16,-1-1 0 15,0 0 0-15,0 1 0 16,-2-1 0-16,1-1 0 0,2-2 0 16,-1 2 0-16,2-2 0 15,-4-4 0-15,5 2 0 16,7-2 0-16,-16 6 0 0,16-6 0 15,-12 2 0 1,12-2 0-16,-7 0-7 0,7 0-32 16,0 0-47-16,0 0-1 15</inkml:trace>
  <inkml:trace contextRef="#ctx0" brushRef="#br1" timeOffset="87382.64">7195 1033 202 0,'0'0'5'0,"0"0"4"0,0 0 4 16,0 0 2-16,0 0 1 15,0 0 5-15,0 0-1 16,0-10 3-16,0 10-4 15,0 0-4-15,0 0 1 16,0 0-2-16,0 0-3 16,0 0-2-16,0 0-2 0,0 0 0 15,0-4-2-15,0-2 0 16,0 1-1-16,0 2-1 16,0-4-1-16,0 4 0 15,0-4 0-15,9 0-1 16,-4 2 0-16,0 2 0 15,1-1-1-15,-1-2 0 0,34-6 2 16,-39 12-2-16,12 2 1 16,-12-2 0-16,11 10 0 15,-11-10 0-15,7 15 0 16,-7-15 0-16,9 17-1 16,-4-10 0-16,1 4 1 0,-4-4 0 15,1 3-1-15,2 0 0 16,-5-10 1-16,4 18-1 15,-4-9 0-15,0 1 1 0,0 1-1 16,0-3 0-16,0 1 1 16,0 0-1-16,0 1 0 15,-2 0 0-15,2-10 0 16,-2 15 1-16,2-15-2 0,-5 15 2 16,5-15-1-16,-7 15 0 15,7-15 0-15,-11 15 1 16,11-15-1-16,-5 13 0 15,5-13 0-15,-5 12 0 16,5-12-1-16,-4 9 1 0,4-9 0 16,-5 10 0-16,5-10 0 15,-8 10 0-15,8-10 0 16,-8 10 0-16,8-10 0 16,0 0 1-16,-7 11-1 0,7-11 0 15,0 0 0-15,0 0 1 16,-9 8-1-16,9-8 0 15,0 0 0-15,0 0 0 0,-9 9-1 16,9-9 2-16,0 0-1 16,0 0 0-16,0 0 0 15,0 0 0-15,-9 8 1 16,9-8-1-16,0 0-1 16,0 0 1-16,0 0 0 0,0 0 0 15,-10 8 0-15,10-8 0 16,0 0 0-16,0 0 1 15,0 0 0-15,0 0-1 16,0 0 0-16,0 0 1 0,0 0-1 16,0 0 1-16,0 0 0 15,0 0-1-15,7 0 1 16,-7 0 0-16,12-7 1 16,-12 7 0-16,16-5 0 0,-7 1-1 15,3-2 1-15,-1 3 0 16,1-1 0-16,3 0 0 15,-3 1-1-15,0-2 0 0,2-3 0 16,-5 6 1-16,4-1-1 16,-3-1-1-16,-1-2 1 15,2 4-1-15,-1-1 1 16,-10 3-1-16,12-2 1 16,-12 2-1-16,10 0 1 15,-10 0 0-15,0 0-1 0,0 0 2 16,0 0-2-16,0 0 1 15,0 0 0-15,0 0-2 16,0 0-2-16,0 0-7 0,0 0-30 16,0 0-44-16,0 0-1 15</inkml:trace>
  <inkml:trace contextRef="#ctx0" brushRef="#br1" timeOffset="139050.93">16316 2282 337 0,'0'0'5'0,"9"-11"4"16,-9 11 3-16,14-14 4 0,-10 3 1 15,4 2 1-15,-4-4 1 16,-1 2 0-16,-3 3-5 16,0 8-3-16,-12-16-3 15,-1 12-4-15,-4 4-1 16,-3 0-2-16,-2 3 0 0,-5 4-1 15,4 3 0-15,-2-1-1 16,2 4 2-16,9-3 1 16,-2 5 1-16,7-5-1 15,9 4 1-15,0-4 0 16,13 3 1-16,6-4-4 0,4 2 0 16,9-2 0-16,-2 1 0 15,7 3 0-15,-3-4 0 0,1 1 0 16,-7-3 0-16,-1 6 0 15,-9-3 0-15,-4 3 0 16,-7-3 0-16,-3-1 0 16,-4-1 0-16,0-8 0 15,-20 14 0-15,7-8 0 0,-4-2 0 16,-6-1 0-16,2-3 0 16,-2 0 0-16,0-3 0 15,5-4 0-15,1-4 0 16,2 0 0-16,8-1 0 0,0-6 0 15,7-2 0-15,0 4 0 16,2-2 0-16,8-2 0 16,3 0 0-16,1 5 0 15,2 1 0-15,0-2 0 0,2 7-5 16,-1-6-12-16,3 2-39 16,-2 8-32-16,-3 2 0 15</inkml:trace>
  <inkml:trace contextRef="#ctx0" brushRef="#br1" timeOffset="139232.74">16624 2266 451 0,'0'0'1'0,"0"0"2"15,0 0 1-15,0 0 0 16,0-9 0-16,0 9-1 0,0 0-2 15,0 0-6-15,0-8-18 16,0 8-55-16,0 0-2 16</inkml:trace>
  <inkml:trace contextRef="#ctx0" brushRef="#br1" timeOffset="139650.57">16852 2125 438 0,'0'0'4'16,"0"0"1"-16,0 0 1 15,0 0 0-15,0 0 0 0,-12 2 0 16,12-2 0-16,-9 8 0 16,9-8-4-16,-15 13-1 15,12-4-1-15,0 1 0 16,1 5 0-16,2-2 0 15,0-1 0-15,5 2 2 0,2-1 1 16,6-1 0-16,-1 1 0 16,3-3 1-16,0 3 0 15,4-6 0-15,-1 0-2 16,-3-2-2-16,0 0 0 0,-2 0 0 16,-4 0 0-16,-9-5 0 15,10 10 0-15,-10-10 0 16,-5 10 0-16,-7-5 0 15,-3 2 0-15,-7-4 0 0,-4-2 0 16,0 5 0-16,-7-6 0 16,6 0-10-16,-3 0-18 15,5-7-55-15,6-8-4 16</inkml:trace>
  <inkml:trace contextRef="#ctx0" brushRef="#br1" timeOffset="139766.34">16855 2132 391 0,'0'0'4'16,"0"0"2"-16,0 0-1 0,0 0 0 16,0 0-2-16,13-5-8 15,-4-7-62-15,4 12-5 16</inkml:trace>
  <inkml:trace contextRef="#ctx0" brushRef="#br1" timeOffset="140166.22">17036 2167 477 0,'0'0'3'16,"0"0"1"-16,0 0 0 15,0 0-1-15,5-10 1 0,-5 10 0 16,12-12 0-16,-2 5 1 15,4-1-4-15,2 1-1 16,2 3 0-16,1 4 2 16,-1 0-2-16,-1 0-2 0,-4 1 2 15,-1 6-1-15,-7 4 0 16,-2 1 1-16,-3 3-1 16,-8 0 0-16,-4 1 1 0,-3 2 2 15,0-3 0-15,0 2 0 16,0-4-2-1,0-3 0-15,5 0 0 16,3 0 0-16,7-10 0 16,0 10 0-16,0-10 0 0,15 0 0 15,0 2 0-15,3-2-3 16,8-10-57-16,4 5-26 16,0-2-2-16</inkml:trace>
  <inkml:trace contextRef="#ctx0" brushRef="#br1" timeOffset="140515.92">17473 2094 420 0,'0'0'5'15,"0"0"1"-15,-5-6 1 0,5 6 2 16,-9-3-1-16,-1 3 1 16,-1 0 0-16,2 0 0 15,-3 3-4-15,-1 3-2 16,1 2-2-16,5 3 0 0,-4-1-1 15,6 2 0-15,3 3 0 16,2 0 0-16,0-3-1 16,7 3 1-16,4-2 0 0,1 1 1 15,5-4-1-15,-2 3 3 16,3-3 0-16,1 0 1 16,-4-3 0-1,-3 0 1-15,-2 0-5 0,-10-7 0 16,13 13 0-16,-13-13 0 15,0 10 0-15,-11-8 0 16,2 3 0-16,-6-2 0 16,-5 0 0-16,-3-1 0 0,-1-2-23 15,2-15-57-15,1 8-9 16</inkml:trace>
  <inkml:trace contextRef="#ctx0" brushRef="#br1" timeOffset="140638.2">17417 2026 358 0,'0'0'3'0,"0"0"-1"16,9-7-3-16,1 2-10 15,1 5-45-15,3-3-14 0</inkml:trace>
  <inkml:trace contextRef="#ctx0" brushRef="#br1" timeOffset="140982.82">17727 1749 474 0,'0'0'4'16,"0"0"1"-16,0 0-1 0,-8-10 1 16,8 10-1-16,-9 0 1 15,9 0 0-15,-15 14 0 16,10 2-5-16,-1-2 0 15,4 4 0-15,2 1 0 0,0-1 0 16,5-1 0-16,8-2 0 16,1-5 0-16,4-5 0 15,5-5 0-15,-4-5 0 16,-1-5 0-16,-1-5 0 0,-7-2 0 16,0-11 0-16,-10 6 0 15,0 0 0-15,-12-3 0 16,-4 8 0-16,-3 5 0 15,-1 2 0-15,-7 4 0 0,4 12 0 16,-7 6-81 0,11 3-9-16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29:53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16169 3146 379 0,'0'0'8'0,"0"0"3"0,2-13 2 15,-2 13 1-15,3-10 0 16,-3 10 1-16,2-9-1 16,-2 9 0-16,0 0-6 0,0 0-5 15,6 17-2-15,-6-2 0 16,2 8-2-16,1 6 1 15,2-2 0-15,-1 5 1 0,1 0 0 16,-1 0 0-16,3-5-1 16,-2 1-2-16,0-6-3 15,-3-7-6-15,0 3-11 16,-2-3-32-16,3-5-26 16,-3-10-4-16</inkml:trace>
  <inkml:trace contextRef="#ctx0" brushRef="#br0" timeOffset="465.58">16376 3184 358 0,'0'0'7'15,"0"0"1"-15,0 0 4 16,0 0 0-16,0 0 2 0,0 0-1 16,0 0 1-16,0 0-1 15,0 0-4-15,0 0-3 16,9-13-2-16,4 8-1 16,2 0-1-16,0-3 1 0,4-1 0 15,2 1-1-15,-2 0 0 16,-1 1 0-16,-3 2 0 15,-1-4 0-15,-2 3-1 16,-3 3 0-16,-9 3 0 16,12-2-1-16,-12 2 1 0,0 0-1 15,4 12 0-15,-4 3 0 16,0 3 0-16,-2 4 0 16,0 3 1-16,-1-3-1 15,1 8 0-15,-1-6 0 0,1 4 1 16,0-6-1-16,2-2 0 15,0 0-1-15,0-8-4 16,2 4-4-16,-2-16-9 16,7 14-24-16,-7-14-38 0,10 13-2 15</inkml:trace>
  <inkml:trace contextRef="#ctx0" brushRef="#br0" timeOffset="880.95">16905 3083 429 0,'0'0'5'0,"0"0"1"0,0 0 0 16,0 0 1-16,0 0 0 15,0 0-1-15,0 0 1 16,0 0 1-16,2 6-6 0,-2 6 0 15,-7 6-2-15,1-1 1 16,-6 3 1-16,2 1-1 16,-2 0 1-16,-1 0-1 15,1-2 1-15,-3-3-1 0,3-3 1 16,-1-1-1-16,1-3 0 16,0-1-2-16,4-2 0 15,8-6 0-15,-10 7-1 0,10-7 0 16,0 0 0-16,7 3 1 15,4-3-1-15,6-5 1 16,3-3 1-16,-3 4 0 16,3-6 0-16,5 2 0 15,-2 1 1-15,-2-3-1 0,2 2-1 16,-8 1-4-16,2 4-8 16,-17 3-23-16,20-7-42 15,-10 7-3-15</inkml:trace>
  <inkml:trace contextRef="#ctx0" brushRef="#br0" timeOffset="1147.77">16997 3114 385 0,'0'0'7'0,"0"0"3"15,0 0 1-15,0 0-1 16,0 0 0-16,0 0 1 15,2 12 0-15,-2 0 0 0,5 3-6 16,-3 5-3-16,3 5-1 16,-2 0 1-16,2 2-1 15,0 0 0-15,0-2 1 16,0 0-1-16,-1-6 1 0,2-1-2 16,-1-4-2-16,-3 2-5 15,-2-16-13-15,2 17-57 16,-2-17-2-16</inkml:trace>
  <inkml:trace contextRef="#ctx0" brushRef="#br0" timeOffset="1414.87">17511 3219 478 0,'0'0'3'0,"0"0"3"16,0-17 1-16,0 17 1 15,0-14 1-15,0 14-9 16,-6-17 0-16,6 17 0 16,-4-10 0-16,4 10 0 15,0 0 0-15,0 0 0 0,0 0 0 16,-5 10-82-16,5 0-5 15</inkml:trace>
  <inkml:trace contextRef="#ctx0" brushRef="#br0" timeOffset="1830.6">17732 2977 418 0,'0'0'2'0,"0"0"3"16,0 0 1-16,0 0 1 0,0-7 0 15,0 7-1-15,0 0 1 16,-13 0-1-16,13 0-1 16,-12 7-3-16,5 4-2 15,2 1-1-15,-3 2 1 16,3 1-1-16,3 2 1 0,2-1 0 15,0-1 1-15,2-1-1 16,6-1 1-16,4 2 1 16,0-6 0-16,6 4 1 15,-1-1 0-15,-2-2 0 0,3 0 0 16,-1 1 0-16,-1-4-1 16,-4 0 1-16,-3-3 0 15,-9-4 1-15,11 11-1 16,-11-11 0-16,-6 10 0 15,-4-3-3-15,-4-2 0 0,-4 2-7 16,-7 1-6-16,3-1-16 16,-7-4-52-16,1 0-2 0</inkml:trace>
  <inkml:trace contextRef="#ctx0" brushRef="#br0" timeOffset="1999.65">17727 2916 455 0,'0'0'5'0,"0"0"3"0,3-8 1 16,-3 8 0-16,7-10 0 15,-7 10 0-15,10-10-2 16,-10 10-7-16,20-5 0 0,-11 0-6 16,9 5-77-16,-1 0-1 15</inkml:trace>
  <inkml:trace contextRef="#ctx0" brushRef="#br0" timeOffset="2497.57">18068 3010 436 0,'0'0'5'0,"0"0"2"16,-7-8 3-16,7 8 0 15,-4-12 1-15,4 1 1 0,-2 2 0 16,2-4-4-16,2 4-8 16,2-1 0-16,-4 10 0 15,16-15 0-15,-6 11 0 16,3 1 0-16,1 3 0 16,2 0 0-16,-2 4 0 15,2 6 0-15,-7 4 0 0,1-1 0 16,-2 5 0-16,-8 2 0 15,0 2 0-15,-8 0 0 16,-4 1 0-16,0-2 0 0,-6 7 0 16,-5-3 0-16,4-5 0 15,1 1 0-15,4-3 0 16,-2-3 0-16,7-2 0 0,4-4 0 16,5-9 0-16,0 0 0 15,0 0 0-15,10 6 0 16,4-6 0-16,6-8 0 15,3-2 0-15,2-3 0 16,2 4 0-16,0-4 0 0,3 1 0 16,-3 0 0-16,-2 4 0 15,-7-1 0-15,-1 3 0 16,-6 4 0-16,1 2-21 16,2 0-62-16,-14 0-2 15</inkml:trace>
  <inkml:trace contextRef="#ctx0" brushRef="#br0" timeOffset="3298.75">18512 2876 439 0,'0'0'6'0,"0"0"4"0,0 0 1 0,-10-5 0 15,10 5 1-15,0 0-1 16,0 0 0-16,-9 0-11 16,9 0 0-16,0 12 0 0,2 1 0 15,1 1 0-15,1 6 0 16,1 2 0-16,0 1 0 16,0-2 0-16,-3 0 0 15,4-4 0-15,-6-2 0 0,2-5 0 16,-2-10 0-16,0 8 0 15,0-8 0-15,-2-5 0 16,-4-8 0-16,1 1 0 0,3-11 0 16,-3 1 0-16,3 0 0 15,2-4 0-15,0 2 0 16,0 5 0-16,0-1 0 16,2 8 0-16,-2 12 0 15,12-11 0-15,-1 11 0 16,-4 5 0-16,5 3 0 15,4 2 0-15,-2 5 0 0,-1-1 0 16,-1-1 0-16,1-1 0 16,-6 1 0-16,3-1 0 0,-10-12 0 15,7 13 0-15,-7-13 0 16,0 0 0-16,0 0 0 16,0-6 0-16,0-6 0 15,-2 1 0-15,-1-6 0 0,3 0 0 16,0-2 0-16,0-1 0 15,0 0 0-15,5 2 0 16,1 6 0-16,-4-1 0 16,-2 13 0-16,15-6 0 0,-8 6 0 15,6 6 0-15,-3 7 0 16,-1 5 0-16,4 1 0 16,-3 1 0-16,-1 3 0 15,2-1-2-15,-1-1-5 16,-6-5-6-16,7 3-14 15,-1-6-54-15,-1-5-2 0</inkml:trace>
  <inkml:trace contextRef="#ctx0" brushRef="#br0" timeOffset="3846.52">18953 2792 411 0,'0'0'5'0,"0"0"1"0,0 0 1 0,-12 0-1 15,12 0 1-15,0 0-1 16,-4 15 0-16,4-6 1 16,0 4-6-16,3-1-2 15,-2 5 0-15,5-2 2 0,0 3-1 16,-2-7 1-16,1 6 0 16,-2-9 0-16,-1 0 4 15,-2-8 0-15,0 0 0 16,0 0-1-16,0 0 1 15,10 0 1-15,-8-8 0 16,-2-3-2-16,6-7-1 0,-4 1-1 16,3-1 0-16,0 1-2 15,0 3 0-15,-3-2-3 0,0 8 0 16,-2 8-1-16,0 0 1 16,11-1-1-16,-11 1 1 15,12 14 0-15,-7-2 1 16,2-1 2-16,1 1-1 0,-3-2 2 15,-5-10 0-15,10 15 1 16,-10-15 1-16,0 0 0 16,7 5 0-16,-7-5-1 15,6-10 2-15,-1-3-2 16,-1-1 0-16,6-3-1 0,-3-3 1 16,1-3-4-16,2 5 1 15,-3 1-1-15,6 8-1 16,-6-1 0-16,-7 10 0 15,15 0 0-15,-9 10 1 0,1 4 0 16,-2 6 1-16,2 3-1 16,6 1-5-16,-3 1-6 15,2 0-16-15,5 0-50 16,-2-6-1-16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45:25.25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1557 7557 264 0,'0'0'5'0,"0"-12"3"15,-5 2 0-15,2-1 2 16,-7-2 0-16,0-5 0 0,-5-1 0 16,-4 1 0-16,-9 9-6 15,-6 0-3-15,-4 9-4 16,-7 6-2-16,-7 11 0 0,-2 8-1 16,-3 10-1-16,-3 4 2 15,5 14 1-15,5 3 1 16,6 11 2-16,4 4 2 15,6 8 1-15,13 9 1 16,4 6 0-16,2 7 1 0,8 9-1 16,-1 14 2-16,3-1-1 15,-3 6-1-15,4 12 0 16,-4 8 0-16,-2 0-1 0,-2 12 2 16,-6 2 0-16,-1 1 0 15,-1 9 1-15,-3 3 0 16,-4 0 1-16,-1-1-1 15,-4-1 0-15,5 4-1 16,-3-12 1-16,-3 1 0 0,1-12-2 16,0 1 0-16,2-8 0 15,0-3 0-15,6-8-1 16,-1-17 0-16,5-1-2 16,6-13-1-16,3-13-1 0,4-14 0 15,4-13-1-15,3-8 1 16,5-18-1-16,0-7 0 15,8-9 0-15,-1-10 1 0,3-2-1 16,2-6 2-16,-1-1 0 16,3-3 2-16,8 0 2 15,3 1 1-15,10 0 4 16,17-3 2-16,20 0 2 0,27 0 0 16,36-13 1-16,26-3-1 15,43-9-4-15,32-13-35 16,72-4-49-16,-5-13-2 15</inkml:trace>
  <inkml:trace contextRef="#ctx0" brushRef="#br0" timeOffset="983.9">7967 7667 310 0,'0'0'0'0,"20"-6"0"0,7 4-1 16,8-3 1-16,15 4 0 16,8-3-1-16,15-1 1 15,9 4 0-15,3 1-1 16,0 0 1-16,-9 10-1 0,-1 1-1 15,-5 11 1-15,-6 11 0 16,-12 16 2-16,-2 21 2 16,-11 20 2-16,-3 13 1 15,-7 26 2-15,-4 14 0 16,-7 16 1-16,-1 10-1 0,0 6-1 16,1 6-1-1,-1 3-1-15,6 4-2 0,-4-4 0 16,4-3-2-16,-3-4 0 15,0 6 2-15,-3-6 2 0,-2-6-1 16,-3-8 2-16,-2-2 1 16,1-8 1-16,-2-6 2 15,1-14 0-15,0-8-1 16,2-13-2-16,-2-7 0 0,3-14-2 16,-1-8 0-16,6-14-2 15,-6-6-1-15,0-14-1 16,-1-7-1-16,-2-10 1 0,-4-8 0 15,-3-7-1-15,-2-4 0 16,0-13 0-16,-19 8 0 16,-6-6 0-16,-14-2 1 15,-14 2-1-15,-16 6 0 0,-23 7 0 16,-25 5-2-16,-20 12-3 16,-27 10-10-16,-25 10-62 15,-20 15-3-15</inkml:trace>
  <inkml:trace contextRef="#ctx0" brushRef="#br0" timeOffset="23049.91">5798 17942 186 0,'0'0'0'16,"0"0"0"-16,0 0 0 16,0 0 1-16,0 0 0 15,10 6 1-15,5-4 2 0,49 10-2 16,21-4 2-16,-21-8-1 16,8 0 1-16,23 0 0 15,12 0-1-15,24-3 2 16,14-2-2-16,23-2-2 15,16-6 1-15,24 6 0 16,14-8-2-16,39 3 0 0,-5-6 0 16,20 7-3-16,7-10 6 15,13 6 3-15,5-7 4 16,9 5 5-16,1-8 5 16,-3 8 3-16,-2-6 3 0,-14 3 0 15,-5 3 0-15,-22 2-3 16,-12 1-5-16,-24-1-4 15,-20 2-4-15,-39 1-6 16,-4 2-9-16,-25-1-30 0,-14 4-42 16,-32 3-2-16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40:22.303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00B050"/>
    </inkml:brush>
    <inkml:brush xml:id="br4">
      <inkml:brushProperty name="width" value="0.05292" units="cm"/>
      <inkml:brushProperty name="height" value="0.05292" units="cm"/>
      <inkml:brushProperty name="color" value="#7030A0"/>
    </inkml:brush>
    <inkml:brush xml:id="br5">
      <inkml:brushProperty name="width" value="0.05292" units="cm"/>
      <inkml:brushProperty name="height" value="0.05292" units="cm"/>
      <inkml:brushProperty name="color" value="#C00000"/>
    </inkml:brush>
    <inkml:brush xml:id="br6">
      <inkml:brushProperty name="width" value="0.05292" units="cm"/>
      <inkml:brushProperty name="height" value="0.05292" units="cm"/>
    </inkml:brush>
  </inkml:definitions>
  <inkml:trace contextRef="#ctx0" brushRef="#br0">14330 13161 181 0,'0'0'8'15,"0"0"3"-15,0 10 0 0,3 0 1 16,-3 7 4-16,8 3-1 0,-6 9 1 16,3 7 1-16,4 3-5 15,-4 11-3-15,4 6 2 16,-2 7 1-16,0 4-2 16,0 8 1-16,-1 1 0 15,-1 8 1-15,-3 6 0 16,-2 1-1-16,0 3 0 0,0 7 0 15,0 3-1-15,-2 3 0 16,-2 4-1-16,1 2-1 16,3-1 0-16,-4 3-2 0,4-1-1 15,0 2 0-15,0-5-2 16,0 1 0-16,0 0 0 16,0-3-2-16,0-3 0 15,0 1 0-15,0-1 0 0,0-1-1 16,0-7 1-16,-2-1-1 15,-1-5 0-15,1-3 1 16,0 0-2-16,-3-4 1 16,-2-6 0-16,-2 0 0 15,4 1 1-15,-4-7 0 0,2-3 0 16,-1 1 0-16,0-9 1 16,0-4 0-16,4-7-1 15,-1-26-2-15,3 3 0 16,0-4 0-16,-4 3 0 0,3-4-1 15,-1 2-2-15,4-3-3 16,-3-2-7-16,1 0-6 16,-1-3-16-16,-1-5-46 15,4 1-3-15</inkml:trace>
  <inkml:trace contextRef="#ctx0" brushRef="#br0" timeOffset="1249.82">15871 13268 159 0,'0'0'4'0,"0"15"3"0,3-1 1 15,-3 11 0-15,5 3 2 0,0 13 3 16,-1 9 0-16,4 10 3 16,-4 4-1-16,5-2 0 15,-5 8 1-15,1 4 1 16,0 0 0-16,0 3 0 0,-3-1-1 16,-2 6 1-16,3-3-2 15,-3 6-3-15,0-1-2 16,0 0-1-16,0 3-1 15,0-3-1-15,0 1-2 0,0-4-1 16,3 1-1-16,-1 0 0 16,1-4-2-16,-1 2 0 15,-2 3 0-15,0-7 1 16,3 1-1-16,-3-1 0 0,0 1-1 16,0-4 0-16,-5 0 0 15,2 0 1-15,1-2 0 16,-1 1 0-16,0-1 1 15,-2-3 0-15,1 1 0 16,1-5 1-16,1 1 0 0,-1-3 0 16,1 0-1-16,0-8 0 15,-3 3 0-15,1-5 0 16,2-2-3-16,0 0 2 0,-1-6-1 16,1 0 0-16,-1-2 0 15,-1 0 0-15,1-4 1 16,1-1-1-16,-3-3 2 15,-1-1-1-15,4-3-1 16,-1-5 1-16,1-1 0 0,2 1 0 16,0-3-1-16,0-4 1 15,0 4-1-15,0-5 1 16,0 1 0-16,0 0-1 0,0-2 0 16,0-1 1-16,0-2-2 15,2-1-1-15,1-5-1 16,-3 3-3-16,0-10-1 15,2 17-5-15,-2-17-4 16,0 15-10-16,0-15-32 0,0 13-21 16,0-4-3-16</inkml:trace>
  <inkml:trace contextRef="#ctx0" brushRef="#br0" timeOffset="2216.27">13706 17323 292 0,'0'0'7'0,"0"0"1"0,0 0 2 0,0 0 2 15,0 0 1-15,0 0 0 16,0 0 0-16,-9-3 2 15,9 3-7-15,0 0-2 16,0 0-1-16,9 0-1 0,-1 0-2 16,10 0 0-16,4 0 0 15,3-2-1-15,10 2-1 16,2-2 1-16,10-1-1 16,-4 1 2-16,86-11 0 0,17 3 0 15,13-2 0-15,12-3 0 16,11 1 0-16,-8 1 0 15,-10-2 0-15,-27 8-1 0,1 1-1 16,-3 4 0-16,2 0 0 16,-8 2 0-16,-10 0 0 15,-2 2 0-15,-5 0 1 16,-8 4-1-16,-2-1 0 16,-10 0-2-16,-8-1 1 15,-4 1 0-15,-10-2-1 0,-9-1-2 16,-10-2-5-16,-7 3-6 15,-14-3-18-15,-23 0-39 16,3 0-5-16</inkml:trace>
  <inkml:trace contextRef="#ctx0" brushRef="#br0" timeOffset="3300.09">13722 17354 198 0,'0'0'7'0,"0"0"7"0,0 0 1 15,0 0 6-15,2-9 2 0,-2 9 1 16,0 0 1-16,0 0 2 16,0 0-5-16,8-2-5 15,-8 2-4-15,4 15-4 0,1 0-1 16,-2 4-1-16,3 4-2 16,-2 6-1-16,1 1 1 15,-5-30-2-15,3 37 0 16,4 43 0-16,-5-38-1 15,-2 2 0-15,3 3-1 16,-3-2 0-16,2-1-2 16,-2 1 1-16,3-3-1 0,-3-42-1 15,0 35 0-15,0 3-1 16,0-9-1-16,0-2 0 16,-3-5 0-16,1 1-3 15,2-23 2-15,0 22-1 16,-3 0 0-16,3-22 0 15,0 0 1-15,0 0 1 0,-2 11 0 16,-1-3 2-16,1 3 0 16,0 2 2-16,2-13 0 15,0 0 2-15,0 0 0 16,0 0 0-16,0 0 2 16,0 0-1-16,0 0 1 15,0 0 0-15,0 0 1 0,0 0-2 16,0 0 0-16,0 0-1 15,0 0 0-15,0 0 0 16,0 0-1-16,2 1-1 16,3-1 1-16,59 11-1 15,11-16 2-15,-21 5-1 16,6-6 3-16,10 5-2 0,12-6 0 16,5 4 1-16,7 0 0 15,9 0 0-15,5-1-1 16,9-1-1-16,3 2-1 15,2-1 0-15,4 1-1 16,1 0-1-16,-1 3-1 16,-4-2-2-16,0 2-4 0,-7-3-2 15,-4 3-3 1,-9 0-1-16,-7 3-6 0,-8-3-7 16,-8 5-14-16,-11-5-22 15,-7 0-12-15</inkml:trace>
  <inkml:trace contextRef="#ctx0" brushRef="#br0" timeOffset="3733.57">16730 17320 308 0,'0'0'4'0,"0"0"3"0,0 0 3 0,0 0 3 16,0 0 1-16,0 0 2 15,0 10 3-15,3 3-2 16,-2 2-2-16,-1 7-2 0,7 0-2 16,-2 7-3-16,0 7-3 15,-5-36-1-15,2 37-2 16,13 47-1-16,-10-39-2 15,2 3-3-15,-2 2-5 16,2 3-12-16,-1-4-57 0,-1-2-2 16</inkml:trace>
  <inkml:trace contextRef="#ctx0" brushRef="#br0" timeOffset="3865.95">16730 18074 401 0,'0'0'0'15,"0"0"-2"-15,0 0-10 16,0 0-31-16,0 0-29 0,0 0-3 16</inkml:trace>
  <inkml:trace contextRef="#ctx0" brushRef="#br0" timeOffset="4816.6">13682 13223 257 0,'0'0'3'0,"0"0"4"0,0 0 3 15,0 0 1-15,0 0 3 0,13 0 1 16,-4 3 1-16,9-3 0 16,4 2-3-16,10 0-1 15,8 1-3-15,12 3-4 16,8-5-1-16,10 2-2 16,9 1 0-16,15 0-2 0,5-4 1 15,11 2-1-15,5 0 0 16,7 1 1-16,4 0-1 15,10 1 0-15,4 2 0 0,-1-2-3 16,3 1-1-16,0 0-2 16,6-3-1-16,-4 6 0 15,-4-3-2-15,-6 3-1 16,-5-4-1-16,-7 4 1 16,-10-3-2-16,-13 3-6 0,-17-1-21 15,-12 0-29-15,-4 0-3 16</inkml:trace>
  <inkml:trace contextRef="#ctx0" brushRef="#br0" timeOffset="6251.26">13500 11940 212 0,'0'0'7'16,"0"0"1"-16,0 0 1 0,0 0 1 16,0 0 1-16,0 0 2 15,0 0 3-15,0 0 1 16,13 0-4-16,-1 0-2 16,4 0-3-16,9 3 1 0,4-3-1 15,13 0-2-15,3 0-3 16,14 2-2-16,8-2 0 15,8 0-1-15,8 0 0 16,5 0-1-16,2 0 0 0,12-2 1 16,2-1-1-16,0 0 0 15,4 1 0-15,4 2-2 16,-3-2-1-16,3 2-1 0,10-3 0 16,-11 1-1-16,-1-1 1 15,6-2-2-15,-9 0 0 16,3 0 1-16,-2 1 1 15,-8-5 0-15,-11 8 1 16,-4-5 0-16,-5 2 0 0,-13-1 2 16,-5 0 1-16,-12 1 1 15,-13 0 1-15,0 4 1 16,-12-2-1-16,-3 0 2 0,-2 2 1 16,-9 0 2-16,1 0-1 15,-12 0 1-15,0 0-2 16,0 0 2-16,0 0-1 15,0 0-1-15,0 0-1 0,-5-6-2 16,5 6 0-16,0 0 0 16,0 0 0-16,-8-5 0 15,8 5 0-15,0 0-1 16,0 0 0-16,0 0-1 0,0 0 0 16,0 0 0-16,0 0-1 15,0 0 1-15,0 0-1 16,0 0 1-16,0 0 1 15,0 0 2-15,0 0-1 16,0 0 2-16,0 0 0 0,0 0 0 16,0 0-1-16,0 0 0 15,0 0 0-15,0 0 1 16,5 8-2-16,-2 3 0 0,4 6 0 16,0 4 0-16,9 6 3 15,-9 11 1-15,7 3 2 16,-1 12-3-16,2 1 2 15,0 8-1-15,0 8 1 0,-5-1-1 16,2 3 0-16,0 0-1 16,1 0-1-16,2-3 1 15,-2-5-1-15,-1-2 1 16,0-2-1-16,1-1 0 0,1-7-1 16,-1-5 0-16,-3-3-1 15,-3-4 1-15,1-2-1 16,-3-9-1-16,-3 1 2 15,1-7-4-15,-3-3-1 16,0-1-4-16,0-7-5 0,0 1-14 16,0 5-34-16,0-11-17 15</inkml:trace>
  <inkml:trace contextRef="#ctx0" brushRef="#br0" timeOffset="7583.63">13545 12034 257 0,'0'0'6'0,"0"0"0"16,0 0-1-16,0 0 2 0,0 0 2 16,0 13 4-16,0-1 0 15,0 6 1-15,2 6-2 16,4 8-2-16,-2 10 1 16,2 8 0-16,1 7-1 0,1 5-4 15,-4 2-1-15,6 0 0 16,-4 4 0-16,3-1-1 15,-1-8 0-15,-4 0 0 16,2-1 0-16,-3-7 0 0,2 1-1 16,-3-5 0-16,0-2-1 15,1-5-1-15,2-3 1 16,-1-2-2-16,-1-9 2 16,3 2-2-16,-2-6 0 0,-1 1 0 15,2-4 1-15,-3-1-2 16,0-1 1-16,3-2 0 15,-2-1 0-15,-3-1-3 0,0-3 1 16,2 3 1-16,-2-1-1 16,0-2-1-16,0 0 1 15,0-10-1-15,0 14 0 16,0-14 1-16,0 11 0 0,0-11 1 16,0 0 0-16,0 0 1 15,0 0 1-15,0 0-1 16,0 0 2-16,0 0-1 15,0 0-1-15,3-11 1 16,-3 11-1-16,5-7 0 0,-5 7-1 16,10-10 1-16,-10 10 0 15,18-10 0-15,-2 3 0 16,5-1 0-16,1 1 0 16,11-1 1-16,-1-2-1 0,10 6 0 15,5-1 1-15,0-2-1 16,10 0 0-16,5 1 0 15,3 1 0-15,2-1 0 16,10-1 1-16,5 3-1 0,0-2 0 16,8 2 0-16,-1 1 0 15,3 1 0-15,2-3 0 16,3 3 0-16,-2 2 0 0,1 0-1 16,-1 0 1-16,-1-3-1 15,6 3 0-15,-3 0 0 16,-3 0 0-16,1 0-1 15,1 0 1-15,-6-3-1 0,-3 3 1 16,-2 0 0-16,-11 0 0 16,-7 0 0-16,-5 0 1 15,-7 0-1-15,-8 3 1 16,-7 0 0-16,-10-1-1 16,-5 0-1-16,-8 1-2 0,-8-1-5 15,-9-2-6-15,0 0-12 16,0 0-21-16,-7 5-21 15,-10-5-9-15</inkml:trace>
  <inkml:trace contextRef="#ctx0" brushRef="#br0" timeOffset="8501.98">16364 12282 210 0,'0'0'4'0,"0"0"3"15,0 0 3-15,0 0 2 16,0 0 2-16,19 2 1 0,1-2 1 16,2 0-1-16,16 3-3 15,1-3-3-15,14 2-2 16,9-2-3-16,2 0-2 15,13 0 0-15,12 0-1 0,10-5 0 16,6 3 0-16,9-3 0 16,3 0 0-16,15-2 0 15,7-3-1-15,-2 2 1 16,2-4-1-16,13 2 0 16,2 0 1-16,2 0-1 0,3-2 0 15,-3 4-1-15,-2 1-2 16,-2 1 0-16,-10-1 0 15,-8 3 0-15,-7-1 0 16,-13 0-1-16,-7 1 1 0,-20 3-3 16,-15-2-8-16,-12-1-33 15,-8 4-16-15</inkml:trace>
  <inkml:trace contextRef="#ctx0" brushRef="#br0" timeOffset="9349.74">16557 12768 221 0,'0'0'1'0,"0"0"5"0,0 0 4 16,0 0 2-16,12-6 2 15,1 6 0-15,9-4 0 16,5 4 2-16,10 0-1 16,11-3-5-16,4 1-4 0,15-4-1 15,7 4-2-15,9-4 0 16,6 2-1-16,13-3 0 16,2 1-1-16,13-1 0 0,7 0 0 15,5 0 0-15,6-1 0 16,6 1-1-16,6-1 1 15,0 1-1-15,4 0 1 16,-4-1-1-16,1 3 1 0,-6 0 0 16,-8 0 1-16,-4 3-2 15,-14-1 0-15,-4 1 1 16,-10 2-1-16,-17-3 0 16,-8 3 0-16,-12 0 0 0,-14 0 0 15,-8 0-1-15,-11 3-3 16,-12-1-2-16,-13-2-12 15,-7 0-30-15,0 0-21 16</inkml:trace>
  <inkml:trace contextRef="#ctx0" brushRef="#br0" timeOffset="10416.52">12909 12483 206 0,'0'0'5'0,"0"0"3"0,0 0 0 0,0 0 4 15,0 0 3-15,0 0 0 16,0 0 1-16,0 0 1 15,0 0-6-15,0 0 1 16,0 0-3-16,5-8-2 0,5 8-2 16,2 0 0-16,6-3 0 15,-1 3-1-15,10-2 1 16,-1 0-1-16,3-1-1 16,4 2 0-16,1-5-1 0,1 4-1 15,2-1 0-15,3-3 0 16,-5 5 0-16,5-5 1 15,-6 2-1-15,1-1 0 16,-5 5-1-16,-5-3 1 16,-7 3-1-16,-4 0-1 0,-3 0-4 15,-11 0-2-15,9 0-6 16,-9 0-11-16,0 0-29 16,0 0-19-16</inkml:trace>
  <inkml:trace contextRef="#ctx0" brushRef="#br0" timeOffset="10899.86">13036 12780 227 0,'0'0'3'0,"0"0"1"16,0 4 3-16,0-4 4 0,0 0 3 15,13 6 1-15,-13-6 2 16,14 5 0-16,-3-5 0 16,5 0-3-16,2 0-1 15,4 0-4-15,3 0-3 0,5 0-1 16,0 0 0-16,4 0-2 15,-4 0-1-15,5 0 0 16,-5 0-1-16,-1 0-1 16,-6 0-1-16,-5 0-4 0,-1 0-7 15,-7-5-11-15,-10 5-41 16,0 0-9-16</inkml:trace>
  <inkml:trace contextRef="#ctx0" brushRef="#br0" timeOffset="11482.1">12798 12541 314 0,'0'0'7'0,"0"0"2"0,0 0 1 0,0 0 1 16,0 0 0-16,0 0 0 15,0 0 2-15,9 0-1 16,-9 0-6-16,5 13-3 0,-2 2 0 15,1 3-2-15,-1 4 1 16,5 3-1-16,-6-1-1 16,6 1 0-16,-4 0 0 0,1-2-2 15,-2-4 1-15,0-1-2 16,-1-3-1-16,-2-3 1 16,0-2-1-16,0 0-1 15,0-10 1-15,-5 10 1 0,5-10 1 16,0 0 0-16,0 0 2 15,0 0 3-15,0 0-2 16,0 0 2-16,0 0 0 16,0 0 0-16,7 0 0 15,-7 0-1-15,18 0 2 0,-5-3-1 16,4 0 1-16,8 0 1 16,4 3-1-16,11-4 1 15,5 1-2-15,10 2-1 0,1-2-2 16,15 0-6-16,-4-2-9 15,-1-2-36-15,4 7-23 16,-11-3-6-16</inkml:trace>
  <inkml:trace contextRef="#ctx0" brushRef="#br0" timeOffset="12582.76">19777 11621 221 0,'0'0'7'0,"-3"-15"6"15,3 5 4-15,0-3 6 16,0 3 2-16,0 1 2 0,0-7 0 15,-2 7 3-15,2 9-10 16,0 0-4-16,0 0-4 16,-7 12-7-16,4 13 0 15,1 7-3-15,-1 13-1 0,3 10 1 16,0 9 1-16,5 7-1 16,0 11 0-16,2 1 1 15,4 0-1-15,-7 9 0 16,4-3 1-16,-6 1 0 0,1 4 0 15,-3-6-1-15,2 2 1 16,-2-3 0-16,0-6 0 16,3-1-1-16,-1-6-1 0,0-8 0 15,4-4-1-15,-3-7 1 16,-1-8-2-16,3-7-1 16,-3-5-3-16,1-11-3 15,-1-4-3-15,-2-7-4 0,0-13-10 16,0 0-16-16,0 9-30 15,0-9-12-15</inkml:trace>
  <inkml:trace contextRef="#ctx0" brushRef="#br0" timeOffset="14100.2">19737 11501 178 0,'0'0'6'0,"0"0"3"15,0 0 2-15,10-7 4 16,-2 2 0-16,4 5 2 16,8-5 0-16,4 3 1 15,4 2-4-15,6-3-5 0,5 3-2 16,5 0 0-16,1 0-4 15,9 0 0-15,3-3-1 16,5 3-1-16,4-2 0 16,3 0 0-16,0 2-1 0,1-3 1 15,-1-2 0-15,4 3-1 16,-9-1 1-16,3 2 0 16,-7-3 0-16,-5 0 0 15,-1 1 0-15,-4 0 0 16,-3-1 0-16,-5-2-1 0,-7 5 1 15,-3-7 0-15,-2 5 0 16,-5-1 1-16,-6-2 1 16,-1 4 1-16,-8 0 2 0,-10 2-1 15,15-3 1-15,-15 3-2 16,0 0-1-16,0 0 2 16,-5-10-3-16,5 10-1 15,0 0-1-15,-7-10-1 0,7 10 2 16,0 0 0-16,0 0 0 15,0 0-1-15,0 0 0 16,0 0-2-16,0 0 2 16,-10-3 0-16,10 3 0 0,0 15 1 15,0 3 0-15,0 4 1 16,4 5 2-16,-1 13 0 16,5 4-1-16,-1 9-1 0,0 6 0 15,1 6 0-15,0 4 0 16,-1 5-1-16,0 3 0 15,0 0 2-15,-1-1 1 16,-3 1 0-16,-1 3 0 16,1-8 1-16,-3-1-1 0,0-1 1 15,0-4-2-15,-3-6 0 16,1-3-2-16,-1 0 1 16,3-7-1-16,0-3 0 15,0-3-1-15,0-2-2 0,0-7-2 16,0 0-7-16,0-6-12 15,-3-9-47-15,3 3-9 16</inkml:trace>
  <inkml:trace contextRef="#ctx0" brushRef="#br0" timeOffset="15000.78">19903 13275 209 0,'0'0'4'0,"16"0"4"15,-2 0 3-15,6 0 3 16,8 0 2-16,2 0 1 16,14 0-1-16,6 0 1 15,3 0-1-15,3-3-4 0,1 2-2 16,3-2-2-16,4-1-1 16,4 1-1-16,-1-3 0 15,2 2 0-15,-2-1-1 0,6-1-2 16,-4 2 0-16,-2 1 0 15,-5 0-1-15,-4 3 0 16,-9 0 0-16,-2 0 0 0,-5 0-1 16,-9 0 0-16,-8 3 0 15,0 0 0-15,-8 0 0 16,-5-3 0-16,-2 1-1 16,-10-1-2-16,8 0-2 15,-8 0-2-15,0 0-3 0,0 0-2 16,0 0 0-16,0 0-5 15,-3 0 0-15,3 0 2 16,0 0 0-16,0 0 1 16,0-12-11-16,0 12-23 0,0 0-19 15</inkml:trace>
  <inkml:trace contextRef="#ctx0" brushRef="#br0" timeOffset="15216.39">21308 13119 338 0,'0'0'5'0,"0"0"1"0,0 0 0 0,0 0 0 16,0 0-1-16,-3 8 2 15,3-8-2-15,-5 17 1 0,3-4-13 16,2 3-16-16,-2 5-47 15,2-1-2-15</inkml:trace>
  <inkml:trace contextRef="#ctx0" brushRef="#br0" timeOffset="16084.92">20287 13327 204 0,'0'0'7'0,"0"0"1"0,0 13 3 16,4 1 3-16,1 4 1 16,2 7 4-16,4 12 2 15,-4 2 4-15,3 10-5 0,0 9 1 16,-3 9 1-16,-2 7-2 16,0 10-1-16,-5 5-2 15,0 6-2-15,-2 9-2 0,-3 5-2 16,-2 0-2-1,-1 7-1-15,3-2-1 0,2 3-2 16,-1-6-5-16,4-1 0 16,0-6 0-16,0-1 0 15,0-6 0-15,0-6 0 0,0-6 0 16,0-8 0-16,0-8 0 16,-3-5 0-16,1-6 0 15,-3-17 0-15,3-1-3 16,2-15-13-16,0-8-9 0,2 3-45 15,-2-20-16-15</inkml:trace>
  <inkml:trace contextRef="#ctx0" brushRef="#br0" timeOffset="16969.99">20799 13211 171 0,'0'0'9'0,"0"0"5"0,0 0 6 16,0 0 6-16,0 0 0 16,0 0 0-16,0-10 0 15,0 10 0-15,0 7-5 16,0 6-5-16,0 13-5 15,0 5-5-15,0 13-1 0,7 11 0 16,-2 9 3-16,2 13-1 16,3 7-1-16,0 8 1 15,2 3-1-15,-2 3 1 16,0 1 1-16,-5 5-1 0,0-3 0 16,-3 4 0-16,-2-4-1 15,0 1 1-15,0-3-1 16,-2-2 0-16,0-1-1 15,2-4-2-15,0-5-3 0,0 0 0 16,0-11 0-16,0-1 0 16,4-6 0-16,-1-5 0 15,-1-7 0-15,4-1 0 0,-3-12 0 16,-1-2 0-16,0-8 0 16,3-2 0-16,-3-7 0 15,1-5 0-15,-1-5 0 16,-2-2 0-16,0-5 0 15,0-8 0-15,0 14 0 0,0-14 0 16,0 0 0-16,0 0 0 16,-2 7 0-16,2-7 0 15,0 0 0-15,0 0 0 16,0 0 0-16,0 0 0 0,0 0 0 16,0 0 0-16,0 0 0 15,0 0-3-15,0 0-7 16,0 0-6-16,-10-3-9 15,10 3-21-15,-10-4-38 0,10 4-2 16</inkml:trace>
  <inkml:trace contextRef="#ctx0" brushRef="#br0" timeOffset="17483.8">20314 15705 136 0,'0'0'10'0,"0"0"6"0,0 0 8 15,0 0 5-15,-8-1 5 16,8 1 1-16,0 0 0 0,-10-6 1 15,10 6-7-15,0 0-8 16,0 0-5-16,0 0-4 16,0 0-4-16,7 6-2 0,6-5-1 15,4-1 0-15,6 3 1 16,7-3-1-16,4 0 0 16,3 0-1-16,6 0-1 15,-3 0 0-15,2 0-1 16,-4 0 0-16,-4 0-2 0,-6 0-1 15,-9 0-4-15,-2 0-4 16,-17 0-11-16,13-4-59 16,-13 4-2-16</inkml:trace>
  <inkml:trace contextRef="#ctx0" brushRef="#br0" timeOffset="18466.75">20211 10619 284 0,'0'0'8'0,"0"0"3"0,-4-10 3 16,4 10 4-16,-5-9 1 16,5 9 4-16,-3-10 1 0,3 10-1 15,0 0-6-15,-10-8-5 16,10 8-3-16,0 11-2 16,0 1-2-16,0 9-3 15,0 7 0-15,3 7-2 0,0 9 1 16,1 4 0-16,-1 3-1 15,-1 1 2-15,1 3-1 16,-1-2 1-16,0-6-1 0,-2-4 1 16,3 3 0-16,-3-9 0 15,0-1 1-15,-3-3-3 16,1-1 1-16,0-5-2 16,-1 1 0-16,1-6-2 15,2-1-2-15,-3-7-3 0,3-2-4 16,0-2-5-1,0-10-8-15,3 15-40 0,-3-15-14 16</inkml:trace>
  <inkml:trace contextRef="#ctx0" brushRef="#br0" timeOffset="18933.45">20577 10595 331 0,'0'0'8'0,"0"0"3"0,0-10 4 16,0 10 1-16,2-10 2 0,-2 10 0 15,3-7-1-15,-3 7 1 16,0 0-8-16,3 17-3 16,-1 3-2-16,1 12-2 15,-1 5-2-15,5 10 0 16,-2 3 1-16,0 7-2 0,0-3 2 15,-2 1 0-15,0 0 0 16,-3-4-1-16,0-1 1 16,0-6 0-16,-3-2-1 15,0-2-1-15,0-6-2 0,-1 0-3 16,1-7-4-16,1-5-6 16,2-2-16-16,0-1-49 15,0-9-2-15</inkml:trace>
  <inkml:trace contextRef="#ctx0" brushRef="#br0" timeOffset="19666.56">20112 10556 267 0,'0'0'5'0,"0"0"4"16,0 0 2-16,0 0 1 16,13-7 2-16,-3 4 3 15,4-3-1-15,7 1 2 0,1-2-4 16,3 3-4-16,2-2-3 16,0-1-1-16,-2-1-2 15,0 4-1-15,0-2-1 16,-6 1 0-16,4 0-1 15,-7 0 1-15,-2 1 0 0,-4-2 0 16,-10 6 0-16,15-5 1 16,-15 5 0-16,0 0 0 15,10-7 0-15,-10 7-2 0,0 0 2 16,2 12 0-16,0 1 0 16,-2 5-2-16,3 4 0 15,5 7 1-15,-1 1 1 16,5 8-2-16,-1-2 0 0,1 4 0 15,0 3-1-15,-1-2 1 16,-2 1 0-16,1 0-2 16,-3-3 1-16,1 2-2 15,-5-5-3-15,-1-2-4 0,-2-5-7 16,2-2-14-16,-2 0-40 16,0-10-8-16</inkml:trace>
  <inkml:trace contextRef="#ctx0" brushRef="#br0" timeOffset="20199.61">20574 10629 49 0,'0'0'2'0,"0"0"2"0,0 0-1 0,0 0 3 16,0 0 6-16,0 0 5 15,0 0 4-15,-2-10 5 0,2 10 1 16,0 0 4-16,-2-12 4 16,2 12 1-16,0-7-3 15,0 7-4-15,0 0-5 16,0 0-3-16,0 0-1 0,0 0-5 16,2 12-4-16,0 8-4 15,-2 12-1-15,5 5-2 16,-2 5 1-16,2 11-1 15,0 1-2-15,0 3 1 0,-3-2 0 16,1-1-1-16,-1-5 1 16,-2-2-1-16,3-2 0 15,-3-5 0-15,2-8-1 16,-2-2-3-16,0-2-2 0,0-9-2 16,0-3-6-16,0-5-3 15,0-1-9-15,0-10-19 16,0 0-22-16,0 0-16 15</inkml:trace>
  <inkml:trace contextRef="#ctx0" brushRef="#br0" timeOffset="20366.86">20602 11165 300 0,'0'0'9'0,"0"0"4"16,0 0 1-16,0 0 2 0,0 0 2 15,-3 7 0-15,3-7 0 16,0 17 0-16,0-9-10 15,0 7-10-15,0-3-28 16,0 1-42-16,0-1-5 0</inkml:trace>
  <inkml:trace contextRef="#ctx0" brushRef="#br0" timeOffset="21699.71">20023 15787 259 0,'0'0'7'0,"0"0"5"16,0 0 2-16,0 0 2 15,0 0 2-15,0 0-1 0,0 0 0 16,0 0 2-16,0 0-6 15,0 0-3-15,0 0-4 16,13-2 0-16,1 2-1 16,6-4 0-16,5 4 0 0,10-1 1 15,5-2-2-15,7 0 1 16,2-1-1-16,9-1 0 16,4 0-2-16,2 3 0 15,1-6 0-15,5 6 0 0,-1-1-1 16,-5-2-1-16,1 5 0 15,-3 0 0-15,-4 0 0 16,-12 0 0-16,2 0 0 0,-13 0 0 16,-5 0 1-16,-10 0-1 15,-3 0 0-15,-7 0 0 16,-10 0-2-16,0 0-4 16,0 0-3-16,0 0-9 15,0 0-20-15,-20 3-41 16,5-1-3-16</inkml:trace>
  <inkml:trace contextRef="#ctx0" brushRef="#br0" timeOffset="22182.79">20174 15774 318 0,'0'0'8'0,"0"0"3"0,0 0 2 15,0 0 2-15,-7 0 1 0,7 0 2 16,0 0-2-16,-12 3 2 16,12-3-8-16,-11 14-2 15,9 4-4-15,-3 4 0 16,3 6-1-16,-1 6 0 0,3 6 0 16,0 3 0-16,0 1-1 15,5 3 1-15,-2-2-1 16,1-1 0-16,1-2-1 15,1-4 0-15,-3-6 0 0,-1 0-1 16,0-8 0-16,-2 0 0 16,3-7 0-16,-3-3-2 15,0-4 0-15,0-10-2 16,0 13-2-16,0-13-2 0,0 0-4 16,0 0-7-16,0 0-10 15,0 0-41-15,5-10-11 16</inkml:trace>
  <inkml:trace contextRef="#ctx0" brushRef="#br0" timeOffset="22833.71">21084 15806 306 0,'0'0'8'0,"0"0"5"0,0 0 4 16,0 0 2-16,0-8 4 0,0 8-1 16,0 0 2-16,3-11 0 15,-3 11-7-15,0 0-5 16,0 0-4-16,0 0-3 16,0 11-1-16,0 3-2 15,0 11-1-15,0 2-1 0,0 8 1 16,0 7 0-16,0 3 0 15,0 4-1-15,0-3 1 16,0 2 1-16,0-4-2 0,0-1 0 16,0-5 0-16,0-5 0 15,2-2-2-15,-2-7 2 16,2-1-2-16,1-7-1 0,-1-3-1 16,1-5-3-16,1 2-3 15,-4-10-4-15,0 0-8 16,0 0-14-16,0 0-46 15,0 0-3-15</inkml:trace>
  <inkml:trace contextRef="#ctx0" brushRef="#br0" timeOffset="23682.75">20512 16331 406 0,'0'0'5'0,"0"0"2"16,0 0 2-16,0 0 2 0,0 0-1 15,0-8 1-15,0 8 1 16,0 0-1-16,-5 0-4 16,5 0-2-16,-9 4-3 15,9-4-1-15,-11 18-1 0,5-8 0 16,5 4 0-16,1-4 0 15,0 3-1-15,5-3 1 16,5-3 1-16,-2-2-1 16,6-1 0-16,2-4 0 15,3 0 1-15,-1-1-1 0,-1-4 1 16,0-3 0-16,-4-2 0 16,-3 0 1-16,-3 0-1 15,-5-5 1-15,-2 4 0 0,-2-3 1 16,-5 4-3-16,0 1 0 15,-6-1 0-15,1 5 0 16,-1 5 0-16,-2 0 0 16,6 8 0-16,-2-1 0 0,1 5 0 15,8 1 0-15,2-1 0 16,0 1 0-16,7-4 0 16,6 1 0-16,-1-2 0 15,6-6 0-15,1 1 0 0,-1-3 0 16,0 0 0-16,1-8 0 15,-4 3 0-15,0-5 0 16,-5 1 0-16,-3-1 0 16,-4 0 0-16,-3-1 0 15,-8 1 0-15,-2 4 0 0,-2-2 0 16,-8 8 0-16,1 0 0 16,3 2 0-16,-4 4-28 15,13 3-57-15,2 4-2 16</inkml:trace>
  <inkml:trace contextRef="#ctx0" brushRef="#br1" timeOffset="31133.51">15061 16040 235 0,'0'0'7'16,"0"0"1"-16,5-5 4 0,-5 5 1 16,8-12 4-16,-8 12 2 15,5-11 2-15,-5 11-1 16,2-10-4-16,-2 10-4 16,0 0 0-16,5 8-4 15,-5 2-2-15,1 7-3 0,-1 2-1 16,4 6-1-16,-4 6 1 15,2 0-1-15,0 3-2 16,3 0 1-16,1 1 0 0,-1-1-1 16,0 1 1-16,0-2 0 15,-1-4 0-15,5-2-1 16,-5-2 0-16,1-6-1 16,-2 1 0-16,1-7-2 0,-1-1 0 15,-3-12-1-15,5 11 1 16,-5-11-1-16,0 0-3 15,0 0 2-15,0 0-3 0,0 0 1 16,0 0-2-16,-12-6-3 16,12 6-12-16,-12-5-17 15,12 5-27-15,0 0-3 16</inkml:trace>
  <inkml:trace contextRef="#ctx0" brushRef="#br1" timeOffset="31549.9">15106 16721 357 0,'0'0'6'0,"0"0"2"0,0 0 0 0,0 0 3 16,0 0-2-16,0 0 0 16,0 0 0-16,0 0-1 0,0 0-5 15,0 0-5-15,0 0-6 16,0 0-14-16,0 0-41 16,-6 8-14-16</inkml:trace>
  <inkml:trace contextRef="#ctx0" brushRef="#br1" timeOffset="32349.84">15146 16931 267 0,'0'0'7'0,"0"0"6"16,0 0 2-16,0 0 4 15,0 0 0-15,0 0 0 16,0 0 2-16,0 0 0 16,0 0-8-16,0 0-4 0,2 16-3 15,0-7-4-15,1 3 0 16,-3 4-1-16,5 4-1 15,-5 5 1-15,2 1-1 16,0 5 0-16,2-5-1 0,-4-8-1 16,0 1-1-16,0-1-1 15,0 4 0-15,2-2-1 16,-2 2 0-16,0-2 0 16,0 0-1-16,3 0 2 0,-3 0-1 15,0-1 1-15,0-1 0 16,2-1-1-16,-2 1 2 15,2-6 0-15,-2 3 0 16,0-2 0-16,0-5 3 0,3 3 2 16,-3-11 0-16,0 10 1 15,0-10 0-15,0 0 0 16,0 0 1-16,0 0-1 16,0 0-1-16,0 0 0 0,0 0-1 15,0 0-3-15,0 0-2 16,0 0-6-16,0 0-14 15,0 0-35-15,0 0-14 16</inkml:trace>
  <inkml:trace contextRef="#ctx0" brushRef="#br1" timeOffset="32716.86">15100 17692 330 0,'0'0'4'15,"0"0"3"-15,0 0 2 0,0 0 0 16,0 0 1-16,0 0-1 16,0 0 1-16,0 0-4 15,0 0-7-15,0 0-11 0,0 0-25 16,-9-3-34-1,9 3-4-15</inkml:trace>
  <inkml:trace contextRef="#ctx0" brushRef="#br1" timeOffset="33215.81">15100 17692 319 0,'66'6'9'0,"-66"-6"2"0,0 0 3 15,0 0 4-15,0 0 2 16,0 0-1-16,0 0 0 15,0 0 0-15,0 0-6 0,0 0-5 16,0 0-3-16,0 0-3 16,0 0 0-16,0 11-2 15,0-11 0-15,0 0 0 16,5 20-1-16,-3 3 0 0,0-3 1 16,1 4-1-1,-3 1 0-15,2 0 1 0,1 8 1 16,-3-4-1-16,2-2 1 15,0 5 0-15,1-5-1 16,-1 3 1-16,0-5-1 16,-2 2 0-16,0-5 1 15,4-2 0-15,-4-20 0 16,0 23-1-16,0-2 1 0,0-21 0 16,0 0-2-16,0 0 0 15,0 0-3-15,0 0-6 16,0 0-9-16,0 0-41 15,0 0-20-15,0 0-4 16</inkml:trace>
  <inkml:trace contextRef="#ctx0" brushRef="#br1" timeOffset="33333.51">15153 18210 337 0,'0'0'-19'0,"0"0"-44"15,0 0-5-15</inkml:trace>
  <inkml:trace contextRef="#ctx0" brushRef="#br1" timeOffset="35733.26">14216 12591 154 0,'0'0'8'0,"0"0"4"15,0 0 6-15,0 0 1 16,0 0 1-16,0 0 1 0,0 0-1 16,0 0 0-16,0 0-6 15,0 0-7-15,0 0-3 16,0 0-2-16,0 0 1 16,0 0-2-16,8 6 1 0,-8-6 0 15,20 5 0 1,-8-5 2-16,2 1-1 0,7 3-1 15,-1-4 1-15,7 0-1 16,1 0 0-16,5 0-1 16,5 2 0-16,1-2-1 0,7 0-1 15,-2 0 1-15,7 0-1 16,-2 0 1-16,8 2-1 16,-2-2 0-16,-5 0 0 15,6 3 1-15,-6-3 0 0,8 0 0 16,-6 2-1-16,-1-2 0 15,-5 3-1-15,-4-1-1 16,-3-2 0-16,-9 2-1 16,-3 2 0-16,-9-3-1 0,-3 2 2 15,-15-3-1-15,13 3 1 16,-13-3 0-16,0 0 0 16,0 0 1-16,0 0-1 0,0 0 1 15,0 0-2-15,0 0 2 16,0 0-1-16,0 0 0 15,0 0-6-15,0 0-13 16,0 0-25-16,0 0-15 16</inkml:trace>
  <inkml:trace contextRef="#ctx0" brushRef="#br1" timeOffset="36068.07">15613 12572 397 0,'0'0'4'0,"0"0"2"16,0 0 0-16,0 0 0 0,0 0 0 15,0 0 0-15,0 0-1 16,0 0-3-16,0 0-9 16,0 0-11-16,0 0-15 15,-19 0-42-15,19 0-3 0</inkml:trace>
  <inkml:trace contextRef="#ctx0" brushRef="#br1" timeOffset="36783.62">15909 12569 254 0,'0'0'4'0,"0"0"2"0,0 0-1 16,0 0 0-16,0 0 1 15,0 0 1-15,0 0 2 16,0 0-1-16,4 0-2 16,-4 0 0-16,17 0 1 15,-4 0-1-15,2 0 1 0,7 0-2 16,1 0-1-16,4 0 0 16,6-3-2-16,1 1 0 15,6 2-2-15,5-2 1 16,4 2 0-16,6-3-1 15,2 1 1-15,3-1-1 0,0 3 1 16,-1-2-1-16,-2 0 1 16,0 2-1-16,-10 0 0 15,-4 0 1-15,-3 0-1 0,-11 0 1 16,-2 0 1-16,-4 0 1 16,-8 0 1-16,-5 0 2 15,-10 0 0-15,12 0 1 16,-12 0-1-16,0 0 1 0,0 0-2 15,0 0 0-15,0 0-2 16,0 0-1-16,0 0-2 16,0 0-3-16,0 0-5 0,0 0-3 15,0 0-10-15,0 0-26 16,0 0-27-16,0 9-5 16</inkml:trace>
  <inkml:trace contextRef="#ctx0" brushRef="#br1" timeOffset="37066.85">17188 12541 335 0,'0'0'4'0,"0"0"2"0,0 0 2 16,0 0 2-16,0 0 3 16,-5-4 1-16,5 4 0 15,0 0 1-15,0 0-5 0,0 0-1 16,0 0-6-16,-10-4-6 16,10 4-25-16,0 0-47 15,0 0-3-15</inkml:trace>
  <inkml:trace contextRef="#ctx0" brushRef="#br1" timeOffset="38767">20443 12299 73 0,'0'0'2'0,"0"0"6"15,0 0 10-15,0 0 4 16,0 10 2-16,0-10-1 16,2 18 2-16,1-6 0 15,-1 5-2-15,1 5-7 0,1 6-7 16,-4-1-4-16,6 8-1 16,-3 0-2-16,1 3-1 15,1 0 0-15,0 2-1 0,-4-3 0 16,3 3 0-16,-2-8 0 15,-2 10 1-15,0-4-1 16,0-2 2-16,0-2-1 0,-2-1 0 16,2-3 0-16,-4-5 0 15,4-1 0-15,0-8-1 16,0-7 0-16,0 1 0 16,0-10 1-16,0 0 1 15,6 8 1-15,-6-8 0 0,0 0 1 16,0 0-1-16,0 0 1 15,0 0-1-15,6-5-2 16,-6 5-3-16,0 0-6 16,2-10-15-16,-2 10-19 15,0 0-24-15,0 0-2 0</inkml:trace>
  <inkml:trace contextRef="#ctx0" brushRef="#br1" timeOffset="39300.18">20512 13416 302 0,'0'0'6'0,"0"0"3"0,0 0 4 15,0 0 0-15,0 6 2 16,0-6 2-16,0 0 0 15,0 0-1-15,0 0-5 0,0 0-5 16,0 0-2-16,0 0-2 16,0 10-4-16,0-10-5 0,0 0-3 15,0 0-5-15,0 0-8 16,0 0-9-16,0 0-17 16,0 0-13-16,0 0-12 15</inkml:trace>
  <inkml:trace contextRef="#ctx0" brushRef="#br1" timeOffset="39632.41">20512 13416 249 0,'3'28'8'0,"-3"-28"4"0,0 0 4 16,0 0 0-16,0 0 0 15,0 0 1-15,0 0-2 0,0 0 1 16,0 0-7-16,0 8-6 16,0 4-1-16,0 5-2 15,0 7 0-15,2 4 1 16,-2 7 0-16,0 2-1 0,0 2 2 15,0 1 0-15,0 4-1 16,0-1 1-16,0-3-1 16,0-1 1-16,0-2 0 15,0-2 0-15,0-3-1 16,2 0 0-16,1-7-1 0,-3 0-1 16,3-8-1-16,0-2-1 15,-3-3 0-15,2 1 0 16,-2-13-1-16,0 9 0 0,0-9 0 15,0 0 0-15,0 0-3 16,0 0-3-16,-2-5-6 16,2 5-21-16,0 0-29 15,-3-17-5-15</inkml:trace>
  <inkml:trace contextRef="#ctx0" brushRef="#br1" timeOffset="40366.16">20393 12064 347 0,'0'0'6'0,"0"0"3"0,0 0 5 16,0 0 1-16,-7 0-1 16,7 0 2-16,0 0-1 15,0 0-1-15,0 0-5 16,0 0-4-16,-8 0-3 0,8 0-3 15,0 14-8-15,0-14-15 16,0 23-53-16,8-6-1 16</inkml:trace>
  <inkml:trace contextRef="#ctx0" brushRef="#br1" timeOffset="41000.12">20468 13159 410 0,'0'0'6'0,"0"0"3"0,0 0 2 15,0 0 1-15,0 0 1 16,0 0 1-16,0 0 0 0,0 0 0 16,0 0-6-16,0 0-8 15,0 0 0-15,0 0 0 16,0 0 0-16,0 5 0 15,0-5 0-15,0 0-5 0,0 0-14 16,0 0-44-16,0 0-22 16,0 0-2-16</inkml:trace>
  <inkml:trace contextRef="#ctx0" brushRef="#br1" timeOffset="42049.47">20457 11534 111 0,'0'0'4'0,"0"0"-1"15,0 0 1-15,0 5 1 16,0-5 1-16,0 0 1 0,-2 12 0 16,2-12 2-16,0 0 0 15,-7 17 3-15,4-7 1 16,1 13 2-16,2-3-1 15,-2 9-1-15,2-1 0 0,0 6-2 16,2 1-3-16,0 2-3 16,-2-5-1-16,3-5-2 15,-3 1 0-15,2-3-1 16,-2-3-1-16,0-7-3 0,0 2-5 16,0-5-16-16,0-12-34 15,0 18-3-15</inkml:trace>
  <inkml:trace contextRef="#ctx0" brushRef="#br1" timeOffset="49449.67">15095 16015 29 0,'0'0'4'16,"0"0"2"-16,-9-13 3 15,9 13 1-15,0 0 5 0,-7-9 2 16,7 9 4-16,0 0 2 15,-5-10-1-15,5 10-2 16,0 0 0-16,0 0-1 16,0 0 0-16,0 0-1 0,0 0 0 15,0 0-1-15,0 0 1 16,0 0-1-16,0 0 0 16,0 0-1-16,0 0-1 0,0 0-2 15,5 4-3-15,-5-4-2 16,0 0 0-16,4 11 0 15,-4-11-1-15,8 17 0 16,-6-7 0-16,0 2-2 16,7 6 2-16,-4 1-1 0,-1 1-1 15,1 0-2-15,0 0 0 16,0 2-1-16,3-1 0 16,-1 0 1-16,-2 4-2 15,2-5 1-15,-2 2 0 0,3 0 0 16,-3-1-1-16,0-2 0 15,0 2 0-15,-3-4-1 16,3 2 1-16,-3-1 0 0,0 2 0 16,-2-4-1-16,0 2 1 15,0 2-1-15,0-3 1 16,0 1-1-16,0-3 0 16,0 2 1-16,-2-2-1 0,2 0 0 15,0-1 0-15,0-2-1 16,0 4 0-16,0-4 1 15,0 1 0-15,2-1 0 16,-2 0 0-16,4-2 0 16,-4 0 0-16,2-1 2 0,-2 2-2 15,0-4 1-15,0 3 0 16,0 0-1-16,0 0 1 16,0 0 0-16,0-3-1 15,0 3 1-15,0 1-1 0,0-3 1 16,0 3-1-16,0-4 1 15,0 3-1-15,0-2 1 16,0 2-1-16,0-10 0 16,0 15 1-16,0-15-1 0,0 12 0 15,0-12 0-15,0 0 1 16,0 10-1-16,0-10-1 16,0 0 0-16,0 0-3 15,0 0-7-15,0 0-18 0,-17-10-53 16,17 0-2-16</inkml:trace>
  <inkml:trace contextRef="#ctx0" brushRef="#br1" timeOffset="50583.63">15079 16246 251 0,'0'0'8'0,"0"0"6"0,7-9 5 15,-7 9 0-15,0 0 4 0,9-8 0 16,-9 8 3-16,11-6-2 16,-11 6-6-16,5 7-4 15,-3 6-4-15,3 5-2 16,-2 6-3-16,4 9 0 15,-1 1-1-15,1 8 0 16,0 0-1-16,3 1-1 0,-2-1-1 16,1-3 1-16,-1 0 1 15,-1-1-1-15,1-1 0 16,2-2 1-16,-3-3-2 0,-2 0 1 16,-1-1 2-16,0-2-2 15,-2 3-1-15,1-7 0 16,-3 2 1-16,0 0-1 0,0-3 0 15,2 1 0-15,-2-2 1 16,0 2-2-16,0-5 0 16,0 5 0-16,0-3 0 15,0 0 0-15,-2-3 0 16,2 5 0-16,-3-5 0 0,3-9 0 16,0 2 0-16,-2-2 0 15,2 5 0-15,0-3 0 16,0 0 0-16,-4 4 0 15,4-2 0-15,0 4 0 0,0 0 0 16,0-4 0-16,-2 5 0 16,2-1 0-16,-2 0 0 15,2 1 0-15,0 4 0 16,0-7 0-16,0 2 0 0,0 2 0 16,0-3 0-16,0 3 0 15,0 0 0-15,0 0 0 16,0 0 0-16,0 0 0 15,0-1 0-15,0 1 0 0,0 0 0 16,0-1 0-16,0 1 0 16,0-20 0-16,0 20 0 15,0 0 0-15,0 0 0 16,0 4 0-16,0-4 0 16,0 0 0-16,0-20 0 15,0 29 0-15,0 2 0 16,0-31 0-16,0 27 0 15,0 3 0-15,0-30 0 0,0 24 0 16,0 1 0-16,0-25 0 16,-3 23 0-16,1 2 0 15,2-25 0-15,0 20 0 16,-3 1 0-16,3-21 0 16,0 0 0-16,0 0 0 0,0 0 0 15,-2 10 0-15,2-2-11 16,-2 2-55-16,-3 3-22 15,2-44-1-15</inkml:trace>
  <inkml:trace contextRef="#ctx0" brushRef="#br1" timeOffset="51666.55">14999 16056 324 0,'0'0'7'0,"0"0"5"0,5-8 2 16,-5 8 4-16,10-11 1 16,-10 11 0-16,7-10 0 15,-7 10 2-15,0 0-7 16,0 0-4-16,5 6-2 16,-5 6-3-16,-5 2 0 0,1 7-2 15,-9 1 1-15,1 7-1 16,-4-1-2-16,-1 4 1 15,-1 3 1-15,2-6-3 16,-5 3 0-16,5-1 0 0,0-7 0 16,-2-1 0-16,6-4 0 15,3-6 0-15,0-1 0 16,9-12 0-16,-7 13 0 0,7-13 0 16,0 0 0-16,0 0 0 15,0 0 0-15,0-13 0 16,3 1 0-16,1-1 0 15,5-2 0-15,0-6 0 16,3 0 0-16,4-4 0 0,2-2 0 16,1 0 0-16,1 0 0 15,3-1 0-15,-4 2 0 16,4-2 0-16,-3 3 0 16,-1 1 0-16,-4-1 0 0,0 5 0 15,-2-2 0-15,-1 1 0 16,-5-1 0-16,4 8 0 15,-6-4 0-15,-1 8 0 0,-1-5 0 16,-1 8 0-16,-2 7 0 16,3-14 0-16,-3 14 0 15,0 0 0-15,0 0 0 16,0 0 0-16,0 0 0 0,0 0 0 16,13 14 0-16,-11 3 0 15,8 6 0-15,-3 1 0 16,6 8 0-16,-1 4 0 15,2-3 0-15,4 5 0 16,-4-1 0-16,7-2 0 0,-3 3 0 16,-4-9 0-16,4 3 0 15,-1-4 0-15,-4-4 0 16,1-1 0-16,-1-4 0 0,-3-4 0 16,-1 0 0-16,2-5 0 15,-1 0 0-15,-10-10 0 16,12 14 0-16,-12-14 0 15,8 11 0-15,-8-11 0 0,0 0 0 16,0 0 0-16,0 0 0 16,0 0 0-16,0 0 0 15,0 0 0-15,0 0 0 16,5-13 0-16,-5 13 0 0,2-10-78 16,-2-9-15-16</inkml:trace>
  <inkml:trace contextRef="#ctx0" brushRef="#br1" timeOffset="52866.92">15168 15465 341 0,'0'0'7'0,"0"0"3"0,-8 0 5 16,8 0 2-16,-12 0 2 15,12 0 1-15,-7 0 1 16,7 0 0-16,0 0-4 16,0 0-4-16,0 0-3 15,5-5-10-15,7 5 0 0,5-2 0 16,2-1 0-16,7 2 0 15,0 1 0-15,3-6 0 16,3 4 0-16,-2-1 0 16,-3 0 0-16,-2 0 0 0,-2 2 0 15,-4 1 0-15,-1 0 0 16,-6 0 0-16,-3 0 0 16,-9 0 0-16,9 0 0 15,-9 0 0-15,0 0 0 0,0 7 0 16,0-7 0-16,-13 12 0 15,3-2 0-15,-4 0 0 16,-2 2 0-16,2 1 0 16,-6 2 0-16,-1 0 0 0,0 2 0 15,-2-2 0-15,3 2 0 16,-5-3 0-16,8 2 0 16,-3-4 0-16,5 1 0 15,2-6 0-15,4 0 0 16,9-7 0-16,-14 13 0 0,14-13 0 15,0 0 0-15,0 0 0 16,-4 7 0-16,4-7 0 16,0 0 0-16,8 0 0 0,-8 0 0 15,14 0 0-15,-6 0 0 16,5 0 0-16,-1 0 0 16,6-2 0-16,-4-1 0 15,9-2 0-15,-1 3 0 0,2-3 0 16,1 2 0-16,3-2 0 15,-1 5 0-15,1-5 0 16,-6 5 0-16,0 0 0 16,1-2 0-16,-8 2 0 0,-1 0 0 15,-6 0 0-15,-8 0 0 16,13 0 0-16,-13 0 0 16,0 0 0-16,0 0 0 15,0 0 0-15,0 0 0 16,0 0 0-16,0 0 0 15,0 0 0-15,-5 0 0 0,5 0 0 16,-8-2 0-16,8 2 0 16,-12-3 0-16,12 3 0 0,-10 0 0 15,10 0 0-15,0 0 0 16,-11 0 0-16,11 0 0 16,0 0 0-16,-12 3 0 15,12-3 0-15,0 0 0 0,-9 4 0 16,9-4 0-16,0 0 0 15,0 0 0-15,0 0 0 16,0 0-3-16,0 0-89 16,0 0-2-16</inkml:trace>
  <inkml:trace contextRef="#ctx0" brushRef="#br1" timeOffset="55699.55">14890 12577 182 0,'0'0'11'0,"0"0"5"0,0 0 4 16,0 0 4-16,0 0 3 15,0 0 1-15,0 0 2 16,0 0 2-16,5-5-8 0,-5 5-5 16,0 0-5-16,0 0-3 15,0 0-3-15,0 0-1 16,9 0-2-16,-9 0-1 16,10 0-1-16,-10 0 1 0,20 0-1 15,-8 0 1-15,4 0-1 16,2 2 0-16,-2-2 0 15,5 0-1-15,-5 0 0 16,5 0-1-16,-1 3 1 0,-3-3-2 16,3 0 1-16,-3 0 0 15,3 2-1-15,-2-2 1 16,-1 3-1-16,3-3 1 0,1 0-1 16,-3 0 0-16,5 0 0 15,0 2 0-15,-2-2 1 16,2 0-1-16,-1 0 0 15,4 0 0-15,-2-2 0 16,-2 2 0-16,3-3 0 0,0 1 0 16,-5 2 0-16,5-3 0 15,-3 1 0-15,1 2 0 16,-2-3 1-16,2 3-1 16,0 0 0-16,-2 0 0 0,2-3 1 15,0 1-1-15,4 0 0 16,-2 2 0-16,2-3 0 15,-2-2 0-15,0 3 0 0,0 0-1 16,0-1 1-16,0 0 0 16,-4 0 1-16,2-1-1 15,0 4 0-15,2-3 1 16,-6-1-1-16,6 1 1 0,-2 1-1 16,1-1 1-16,-2 1-1 15,1-2 1-15,-3 4-1 16,2-1 0-16,-2 1 1 15,3-3-1-15,-4 0 0 0,-1 3 0 16,2 0 0-16,-1-1 0 16,1 1 1-16,0 0-1 15,5 0 0-15,-5 0 0 16,5 0 0-16,-3 0 0 16,3 0 0-16,2 1 0 0,-2-1 0 15,0 0 1-15,0 0-1 16,2 0 0-16,0 0 1 15,3 0-1-15,0 0 1 16,2-1-1-16,3 1 1 0,-2-3-1 16,4 1 2-16,-2 2-2 15,2-3 0-15,2 3 0 16,-1-3 0-16,-1 3 0 0,-2-2 0 16,0 2 0-16,-1 0 0 15,1 0 0-15,2 0 0 16,1-2 0-16,-3 2 0 15,4-3 0-15,-2 0 0 16,-2 1 0-16,3 0 0 0,-6-1 0 16,-2 1 0-16,0-1 0 15,-6 3 0-15,-4-3 0 16,-4 3 0-16,0 0 0 16,-6 0 0-16,-10 0 0 15,13 0 0-15,-13 0 0 0,0 0 0 16,0 0 0-16,0 0 0 15,0 0 0-15,0 0 0 0,0 0 0 16,0 0 0-16,0 0 0 16,0 0 0-16,0 0 0 15,0 0 0-15,0 0 0 16,0 0 0-16,0 0 0 0,0 0 0 16,0 0 0-16,0 0-7 15,-5 0-19-15,5 0-58 16,-10 3-3-16</inkml:trace>
  <inkml:trace contextRef="#ctx0" brushRef="#br1" timeOffset="56582.69">17268 12252 342 0,'0'0'8'0,"0"0"4"0,0 0 3 0,0 0 3 16,0 0 0-16,4-2 0 15,-4 2 1-15,0 0 0 16,0 0-5-16,10 8-4 15,-10-8-3-15,12 11 0 16,1-1-3-16,3 0-4 0,0 3 0 16,5 1 0-16,1 2 0 15,0-4 0-15,3-3 0 16,2 7 0-16,-2-7 0 16,-3 4 0-16,1-1 0 15,-3-1 0-15,-1-4 0 16,-6 0 0-16,-1 1 0 0,-1-5 0 15,0 1 0-15,-11-4 0 16,13 4 0-16,-13-4 0 0,0 0 0 16,0 0 0-16,0 0 0 15,0 0 0-15,0 0 0 16,0 0 0-16,0 0 0 0,0 0 0 16,0 0 0-16,0 0 0 15,0 0 0-15,-3 11 0 16,3-11 0-16,-16 7 0 15,3-2 0-15,-2 5 0 16,0 0 0-16,-7 5 0 0,2-4 0 16,-5 10 0-16,0-1 0 15,-2 2 0-15,0 1 0 16,-1 2 0-16,-4-1 0 16,7 1 0-16,-2 0 0 0,2-4 0 15,0 2 0-15,5-6 0 16,3 1 0-16,2-8 0 15,2 0 0-15,13-10 0 16,-12 9 0-16,12-9 0 0,0 0 0 16,0 0 0-16,0 0 0 15,0 0 0-15,0 0 0 16,0 0 0-16,0 0 0 0,0 0 0 16,0 0 0-16,0 0 0 15,0-9 0-15,0 9 0 16,12 0-65-16,-12 0-28 15</inkml:trace>
  <inkml:trace contextRef="#ctx0" brushRef="#br1" timeOffset="58066.8">17081 13194 425 0,'0'0'6'0,"0"0"2"16,0 0 3-16,0 0 0 15,0 0 1-15,0 0 0 16,-4-8 1-16,4 8 0 16,0 0-13-16,12 0 0 0,2 0 0 15,6 0 0-15,3 0 0 16,4 3 0-16,3-3 0 15,5 2 0-15,-3-2 0 16,5 0 0-16,-5 0 0 0,3 0 0 16,-5 0 0-16,2 0 0 15,-7 0 0-15,0 0 0 16,-6 0 0-16,2 0 0 16,-8 0 0-16,-4-2 0 0,-9 2 0 15,10 0 0-15,-10 0 0 16,0 0 0-16,0 0 0 15,0 0 0-15,-7 0 0 16,-5 2 0-16,-4 5 0 0,2 1 0 16,-6 0 0-16,-3 4 0 15,1 1 0-15,-5-1 0 16,2 2 0-16,-3 1 0 16,3 2 0-16,-2-2 0 0,-1 3 0 15,7-1 0-15,-4-5 0 16,5 4 0-16,0-4 0 15,5-2 0-15,3-3 0 0,-1 3 0 16,6-5 0-16,7-5 0 16,-8 8 0-16,8-8 0 15,0 0 0-15,0 0 0 16,0 0 0-16,0 0 0 0,0 0 0 16,0 0 0-1,0 0 0-15,0 0 0 0,0 0 0 16,0 0 0-16,0 0 0 15,0 0 0-15,-4 7 0 16,4-7 0-16,0 0 0 0,0 0 0 16,0 0 0-16,0 0 0 15,0 0 0-15,0 0 0 16,0 0 0-16,0 0 0 16,0 0 0-16,0 0 0 0,0 0 0 15,0 0 0-15,0 0 0 16,0 0 0-16,0 0 0 15,0 0 0-15,0 0 0 0,9 0 0 16,1 0 0-16,8 0 0 16,1-2 0-16,4-2 0 15,4 3 0-15,5-2 0 16,0 3 0-16,1-2 0 0,-1-1 0 16,0 3 0-16,-2 0 0 15,-2 0 0-15,-6-3 0 16,-3 3 0-16,-3 0 0 15,-4 0 0-15,1 0 0 16,-13 0 0-16,9 0 0 0,-9 0 0 16,0 0 0-16,0 0 0 15,0 0 0-15,0 0 0 16,0 0 0-16,10-2 0 16,-10 2 0-16,0 0 0 0,0 0 0 15,0 0 0-15,0 0 0 16,0 0 0-16,0 0 0 15,0 0 0-15,0 0 0 0,0 0 0 16,0 0 0-16,0 0 0 16,0 0 0-16,0 0 0 15,0 0 0-15,0 0 0 16,0 0 0-16,0 0 0 16,0 0 0-16,0 0 0 0,0 0 0 15,0 0 0-15,0 0 0 16,0 0 0-16,0 0 0 15,0 0 0-15,0 0 0 16,0 0 0-16,0 0 0 0,0 0 0 16,0 0 0-16,0 0 0 15,0 0 0-15,0 0 0 16,0 0 0-16,0 0 0 0,0 0 0 16,0 0 0-16,0 0 0 15,-12-7 0-15,2 4-90 16,10 3-4-16</inkml:trace>
  <inkml:trace contextRef="#ctx0" brushRef="#br1" timeOffset="60433.52">20450 11747 180 0,'0'0'6'0,"0"0"3"0,0 0 1 16,0 0 5-16,0 0 1 15,0 0 3-15,3-10 1 0,-3 10 1 16,0 0-5-16,0 0-1 16,0 0-3-16,0 0-3 15,0 0-3-15,0 0-1 16,0 0 1-16,0 0-1 0,0 0 0 16,0 0 0-16,0 0 2 15,0 0-1-15,0 0 2 16,0 0-1-16,0 0 1 15,0 0-2-15,0 0-1 0,-5-3-2 16,5 3 0-16,0 0-1 16,0 0-2-16,0 0 1 15,0 0-1-15,-10 5 0 16,10-5 0-16,0 0 0 0,0 0 0 16,-10 10 2-16,10-10-2 15,0 0 0-15,0 0 1 16,0 0 0-16,0 0 1 15,0 0 0-15,0 0 1 0,0 0 0 16,0 0 0-16,0 0 1 16,0 0-1-16,0 0-1 15,0 0 0-15,0 0 0 0,-5 10 0 16,5-10 0-16,-3 17 0 16,3-4 0-16,0 7 1 15,0-1-1-15,0 6 2 16,0 0-2-16,5 3 1 0,3 1-1 15,-3 1 0-15,-2 2-1 16,1 0 1-16,1 1-1 16,-2-4 1-16,-1 6-1 15,-2-5 0-15,2-1 1 16,-2 1-2-16,0 0 1 0,3-3 0 16,3 0 0-16,-4-2-1 15,0 3 1-15,3-4-1 16,-5 1 1-16,5 0-1 15,-5-1 1-15,1 1-1 0,-1 0 1 16,0-3-1-16,4 0 2 16,-4 0-2-16,0 1 0 15,0-1 0-15,0 1 0 0,0-1 0 16,-4 0 0-16,3 1 0 16,-4 1 0-16,3-2 0 15,-1 1 0-15,3-3 0 16,-2 2 0-16,2 0 0 0,0-2 0 15,0-2 0-15,0 1 0 16,0-1 0-16,0 1 0 16,2-1 0-16,-2 0 0 15,0 1 0-15,0-2 0 16,3 3 0-16,-3 3 0 0,2-4 0 16,-2 2 0-16,5 0 0 15,-4 2 0-15,3-3 0 16,-2 2 0-16,1-2 0 15,-3 2 0-15,3-3 0 0,-3 2 0 16,2-1 0-16,-2-4 0 16,0 5 0-16,0-2 0 15,0 1 0-15,0-1 0 16,3 2 0-16,-1 1 0 0,-2-4 0 16,3 7 0-16,-1-6 0 15,0 3 0-15,-2-1 0 16,3 1 0-16,-3 2 0 15,2-4 0-15,-2 2 0 0,0-5 0 16,5 4 0-16,-3-2 0 16,1 1 0-16,0-2 0 15,2-1 0-15,0 0 0 0,0 0 0 16,0-1 0-16,-1 0 0 16,-4 0 0-16,6 2 0 15,-6-2 0-15,0 1 0 16,0 1 0-16,3 0 0 15,-3-2 0-15,0 1 0 0,0 1 0 16,0 0 0-16,0-1 0 16,0-2 0-16,1-3 0 15,-1 3 0-15,3-3 0 0,-3-2 0 16,0 0 0-16,0-10 0 16,0 12 0-16,0-12 0 15,0 0 0-15,3 10 0 16,-3-10 0-16,0 0 0 0,0 0 0 15,0 0 0-15,0 0 0 16,0 0 0-16,0 0 0 16,0 0 0-16,0 0 0 15,0 0 0-15,0 0 0 0,0 0 0 16,0 0 0-16,2-7 0 16,-2-3-15-16,0 10-73 15,-2-15-3-15</inkml:trace>
  <inkml:trace contextRef="#ctx0" brushRef="#br1" timeOffset="61499.9">20209 13707 344 0,'0'0'7'0,"0"0"7"0,0 0 1 16,0 0 4-16,0 0 1 0,0 0 1 16,0 0 1-16,0 0 1 15,0-8-8-15,0 8-4 16,0 0-11-16,0 0 0 15,8 4 0-15,-3 7 0 0,0 2 0 16,4 3 0-16,2 5 0 16,1 1 0-16,6 3 0 15,1 1 0-15,-1-1 0 16,1 3 0-16,1-2 0 16,1-5 0-16,0 3 0 0,-5-1 0 15,-2-4 0-15,-1 1 0 16,-1 0 0-16,-5-2 0 15,2-4 0-15,-5 4 0 16,1-3 0-16,1-3 0 0,0 1 0 16,-3-1 0-16,0-2 0 15,-1 1 0-15,-2-11 0 16,3 17 0-16,-3-17 0 0,2 11 0 16,-2-11 0-16,3 10 0 15,-3-10 0-15,0 0 0 16,4 8 0-16,-4-8 0 15,0 0 0-15,0 0 0 16,0 0 0-16,0 0 0 0,0 0 0 16,0 0 0-16,0 0 0 15,10 4 0-15,-10-4 0 16,0 0 0-16,0 0 0 16,0 0 0-16,8 0 0 0,-8 0 0 15,8-2 0-15,-8 2 0 16,16-12 0-16,-10 1 0 15,6-1 0-15,0-5 0 16,1 0 0-16,2-8 0 0,2-2 0 16,-1-8 0-16,3-2 0 15,1-2 0-15,0-6 0 16,-1 2 0-16,4 1 0 16,-1 4 0-16,-2 0 0 0,-4 3 0 15,3 8 0-15,-4 2 0 16,-3 5 0-16,0 3 0 15,-6 2 0-15,1 7 0 0,-7 8 0 16,8-13 0-16,-8 13 0 16,0 0 0-16,0 0 0 15,0 0 0-15,0 0 0 16,0 0 0-16,0 0 0 16,0 0 0-16,0 0 0 0,0 0 0 15,0 0 0-15,0 0 0 16,0 0 0-16,-3 6 0 15,3-6 0-15,0 0 0 16,-2 12 0-16,2-12-19 0,2 13-72 16,-2-13-3-16</inkml:trace>
  <inkml:trace contextRef="#ctx0" brushRef="#br1" timeOffset="62902.76">21062 13949 413 0,'0'0'6'0,"0"0"3"0,0 0 3 16,0 0 1-16,0 0 2 16,0 0 0-16,0 0 0 15,0 0-2-15,0 0-13 0,0 0 0 16,0 0 0-16,7 3 0 15,3-1 0-15,10-2 0 16,2 0 0-16,8 0 0 16,5-2 0-16,4 2 0 0,-1-5 0 15,-1 2 0-15,3-2 0 16,-8 3 0-16,-2-1 0 16,-5 1 0-16,-2-1 0 15,-7 1 0-15,-3 2 0 16,-5 0 0-16,-8 0 0 0,12 0 0 15,-12 0 0-15,0 0 0 16,0 0 0-16,0 0 0 16,-8 7 0-16,8-7 0 0,-17 10 0 15,7-2 0-15,-7-1 0 16,-1 8 0-16,-4-3 0 16,-1 4 0-16,1 0 0 15,-3 2 0-15,-2-1 0 0,-3 1 0 16,5 4 0-16,-2-5 0 15,3-2 0-15,1 0 0 16,3-3 0-16,5 2 0 16,2-3 0-16,1-4 0 0,3 0 0 15,9-7 0-15,-11 13 0 16,11-13 0-16,-7 8 0 16,7-8 0-16,0 0 0 15,0 0 0-15,0 0 0 0,-5 10 0 16,5-10 0-16,0 0 0 15,0 0 0-15,0 0 0 16,0 0 0-16,0 0 0 16,0 0 0-16,0 0 0 15,0 0 0-15,0 0 0 0,0 0 0 16,0 0 0-16,0 0 0 16,0 0 0-16,0 0 0 15,0 0 0-15,0 0 0 0,0 0 0 16,10 5 0-16,0-5 0 15,2 0 0-15,5 0 0 16,3 0 0-16,8-5 0 16,4-1 0-16,-2 2 0 0,9-1 0 15,4-3 0-15,-1 0 0 16,3 0 0-16,2-3 0 16,-2 5 0-16,-3-1 0 15,-2 0 0-15,-6 2 0 16,-1 3 0-16,-8-3 0 0,-3 2 0 15,-7 3 0-15,-2-2 0 16,-13 2 0-16,14 0 0 16,-14 0 0-16,0 0 0 0,0 0 0 15,0 0 0-15,0 0 0 16,0 0 0-16,0 0 0 16,0 0 0-16,0 0 0 15,0 0 0-15,0 0 0 0,0 0 0 16,-5 5 0-16,5-5 0 15,-7 5 0-15,7-5 0 16,-10 2 0-16,10-2 0 16,-10 2 0-16,10-2 0 0,0 0 0 15,0 0 0-15,-12 10-38 16,-4-10-55-16,16 0-1 16</inkml:trace>
  <inkml:trace contextRef="#ctx0" brushRef="#br1" timeOffset="64449.92">20500 12319 416 0,'0'0'5'0,"0"0"2"16,-2-10 3-16,2 10 0 0,-8-10 2 15,8 10 1-15,-15-8 0 16,15 8 0-16,-18-4-5 16,11 4-4-16,-5 4-4 15,2 7 0-15,0-1 0 16,0 5 0-16,2-1 0 0,1 1 0 16,4 2 0-16,3-1 0 15,0-2 0-15,10-1 0 0,1-7 0 16,3 3 0-16,4-9 0 15,2 0 0-15,-2 0 0 16,4-5 0-16,-3-5 0 16,-4-3 0-16,3-1 0 0,-6-4 0 15,-7 0 0-15,-5-1 0 16,0-1 0-16,-5 0 0 16,-7 3 0-16,-3 2 0 15,-3 3 0-15,1 7 0 16,-3 0 0-16,-5 6 0 15,6 10 0-15,-2-1 0 0,5 3 0 16,2 3 0-16,5 5 0 16,2-1 0-16,7 0 0 15,4-6 0-15,6-2 0 0,8 3 0 16,4-5 0-16,7-5 0 16,-1-2 0-16,2-3 0 15,-3-5 0-15,3-3 0 16,-5-4 0-16,-5-1 0 0,-8-1 0 15,-2-1 0-15,-9-5 0 16,-1 3 0-16,-6-1 0 16,-8 4 0-16,-4-2 0 0,-5 7 0 15,-1 4 0-15,-3 5 0 16,2 2 0-16,2 6 0 16,0 2 0-16,7 2 0 15,0 2 0-15,9-1 0 16,5-1 0-16,2-12 0 0,7 18 0 15,8-15 0-15,4-3 0 16,5 0 0-16,2-9 0 16,0-3 0-16,-1 0 0 15,-4-1 0-15,-3 4 0 0,-6-4 0 16,-7 2 0-16,-5 0 0 16,0 11 0-16,-10-12 0 15,10 12 0-15,-14-2-64 16,3-3-28-16</inkml:trace>
  <inkml:trace contextRef="#ctx0" brushRef="#br1" timeOffset="67900.03">20609 16348 281 0,'0'0'7'0,"0"0"4"16,0 0 2-16,0 0 3 16,0 0 0-16,0 0 1 0,0 0 3 15,0 0 0-15,0 0-6 16,0 0-4-16,0 0-1 15,0 0 1-15,5 4-2 16,-5-4 0-16,3 15-1 0,-3-3-1 16,3 6 0-16,-1-1-1 15,0 7 1-15,1 6-2 16,2-2-1-16,-3 2-1 0,0 2 1 16,2 3 0-16,0-4 0 15,-1 4 0-15,-3-2-3 16,3 1 0-16,-3-2 0 15,0 0 0-15,0 1 0 16,0-1 0-16,0-3 0 16,0 2 0-16,0-2 0 0,0-1 0 15,0-4 0-15,0 3 0 16,-3-2 0-16,3-5 0 16,0 2 0-16,0-4 0 15,0 1 0-15,0-4 0 16,0-2 0-16,0-3 0 0,0-1 0 15,0-2 0-15,0 4 0 16,0-11 0-16,0 14 0 0,0-14 0 16,0 8 0-16,0-8 0 15,0 0 0-15,0 10 0 16,0-10 0-16,0 0 0 16,0 0 0-16,0 0 0 15,0 0 0-15,0 0 0 0,0 0 0 16,0 0 0-16,0 0 0 15,0 0 0-15,0 0 0 16,0 0 0-16,0 0 0 16,0 0 0-16,0 0 0 0,0 0-2 15,0 0-26-15,-11-7-56 16,11 7-3-16</inkml:trace>
  <inkml:trace contextRef="#ctx0" brushRef="#br1" timeOffset="68916.34">20303 17004 348 0,'0'0'7'0,"0"0"4"0,0 0 3 15,0 0 3-15,0-11-1 16,0 11 3-16,0 0 0 16,11-9 0-16,-11 9-5 0,10-3-4 15,-10 3-2-15,17 0-2 16,-5 3-3-16,0 1-3 16,4 6 0-16,-2 3 0 15,2 5 0-15,1-4 0 16,0 8 0-16,1-1 0 0,-1 1 0 15,-2 0 0-15,2 3 0 16,1-3 0-16,-11-7 0 16,3-3 0-16,-2 1 0 15,2 1 0-15,-3-2 0 16,3 4 0-16,0-2 0 0,-3-1 0 16,3 2 0-16,-2 0 0 15,-1-2 0-15,3-2 0 16,-4-1 0-16,1 2 0 15,0 1 0-15,-2-3 0 0,0 0 0 16,-5-10 0-16,7 15 0 16,-7-15 0-16,8 13 0 15,-8-13 0-15,0 0 0 16,5 11 0-16,-5-11 0 0,0 0 0 16,0 0 0-16,0 0 0 15,0 0 0-15,3 10 0 16,-3-10 0-16,0 0 0 15,0 0 0-15,0 0 0 0,0 0 0 16,0 0 0-16,0 0 0 16,0 0 0-16,0 0 0 15,0 0 0-15,0 0 0 16,0 0 0-16,0-7 0 0,0 7 0 16,0-13 0-16,0 13 0 15,12-24 0-15,-5-3 0 16,3-9 0-16,5-5 0 15,3-4 0-15,1-7 0 0,8 1 0 16,-2-2 0-16,0 9 0 16,3-1 0-16,-3 6 0 15,-1 3 0-15,-4 7 0 16,0 4 0-16,-8 6 0 0,1 1 0 16,-5 5 0-16,-8 13 0 15,9-12 0-15,-9 12 0 16,0 0 0-16,0 0 0 15,0 0 0-15,0 0 0 16,0 0 0-16,-2 6 0 0,2-6 0 16,-10 14 0-16,10-14 0 15,-8 15 0-15,8-15 0 16,-5 10-59-16,5-10-31 0,-2 13-1 16</inkml:trace>
  <inkml:trace contextRef="#ctx0" brushRef="#br1" timeOffset="70133.46">20907 17538 310 0,'0'0'11'0,"0"0"3"0,0 0 4 16,0 0 3-16,0 0 3 16,0 0-1-16,-4-2 2 15,4 2 1-15,0 0-10 16,0 0-3-16,0 0-3 0,0 0-10 16,0 0 0-16,0 0 0 15,0 0 0-15,0 0 0 16,9 6 0-16,4-6 0 0,-1 1 0 15,3-1 0-15,3 0 0 16,4 0 0-16,3 0 0 16,-1 0 0-16,6 0 0 15,-2 0 0-15,1 0 0 0,-1 0 0 16,-1 0 0-16,-2 0 0 16,0 0 0-16,-3 0 0 15,-4 0 0-15,-4 0 0 16,-3 3 0-16,-4-1 0 15,-7-2 0-15,3 10 0 0,-3-10 0 16,-10 15 0-16,-3-9 0 16,-1 3 0-16,-7 1 0 15,-1 0 0-15,-2 2 0 16,-1 1 0-16,-3 2 0 0,1-3 0 16,-1 3 0-16,-2 2 0 15,3-4 0-15,-2 5 0 16,3-4 0-16,1 1 0 0,3 0 0 15,2-8 0-15,3 8 0 16,2-3 0-16,5-2 0 16,10-10 0-16,-12 12 0 15,12-12 0-15,0 13 0 16,0-13 0-16,12 2 0 0,0-2 0 16,6 0 0-16,5 0 0 15,1 0 0-15,3-2 0 16,4-1 0-16,9 3 0 15,-1-2 0-15,3-3 0 0,1 0 0 16,3 5 0-16,0 0 0 16,-2-3 0-16,1 2 0 15,-3 1 0-15,-3-4 0 0,-1 4 0 16,-3 0 0-16,-8 0 0 16,0 0 0-16,-7 0 0 15,-2 0 0-15,-8 0 0 16,-10 0 0-16,12 8 0 0,-12-8 0 15,0 0 0-15,0 0 0 16,-10 12 0-16,10-12 0 16,-12 3 0-16,12-3 0 15,0 0-73-15,0 0-20 16</inkml:trace>
  <inkml:trace contextRef="#ctx0" brushRef="#br1" timeOffset="74333.46">15263 18145 161 0,'0'0'9'15,"0"0"2"-15,0 0 5 16,0 0 2-16,0 0 3 16,0 0 2-16,0 0 4 0,0 0 0 15,-3 0-4 1,3-4-3-16,-2-1 0 0,2 0-1 15,0 0-4-15,0 0-3 16,-4 0-1-16,0-13-3 16,0 11-2-16,3-3-1 15,-4-4-1-15,5 14-1 16,0 0-1-16,0 0 1 0,0 0 1 16,0 0 0-1,0 0-1-15,0 0 1 0,0 0 1 16,0 0-1-16,0 0 0 15,0 0-1-15,2 0 0 16,2-3-1-16,4 3-1 0,52-8 0 16,-30 8-1-1,-7 0 1-15,4 0 0 0,3 0 0 16,0 3-1-16,0-1 0 16,7 1 1-16,-3-3-1 15,44 4 1-15,-78-4 0 16,37 0-1-16,43 3 0 15,-80-3 1-15,37 0 1 16,0 0-4-16,-2 0 4 0,2 0-2 16,0 0 0-16,-2 0 0 15,0 0 0-15,0 0-2 16,-1 0 2-16,1 0 2 16,-3-3-2-16,3 2 0 15,-4 1 0-15,5 0 0 16,-3 0 0-16,-1-3 0 15,1 3 0-15,-1-3 0 16,0 1 0-16,0-1 0 0,1 3 0 16,-4 0 0-16,4-2 0 15,-4 2 0-15,1 0 0 16,3 0 0-16,-6 0 0 16,3 0 0-16,-3-3 0 15,1 3 0-15,4 0 0 16,-3-2 0-16,-2 2 0 0,1 0 0 15,2 0 0-15,-1 0 0 16,-1 0 0-16,2 0 0 16,-3 0 0-16,3 0 0 15,-3 0 0-15,1-2 0 16,2 2 0-16,-5 0 0 16,1-3 0-16,4 1 0 15,-8 2 0-15,4-3 0 0,-1 3 0 16,-4-2 0-16,2 2 0 15,2-3 0-15,-8 0 0 16,8 3 0-16,-25 0 0 16,25 0 0-16,5-2 0 15,-30 2 0-15,23 0 0 16,-2-2 0-16,-21 2 0 0,0 0 0 16,13 0 0-16,-1 0 0 15,-1 0 0-15,1 0 0 16,-12 0 0-16,0 0 0 15,12 0 0-15,-4 0 0 16,4 0 0-16,-2 0 0 16,-10 0 0-16,0 0 0 0,0 0 0 15,0 0 0-15,0 0 0 16,0 0 0-16,0 0 0 16,0 0 0-16,0 0 0 15,0 0 0-15,0 0-8 16,0 0-43-16,0 0-36 15,0 0-1-15</inkml:trace>
  <inkml:trace contextRef="#ctx0" brushRef="#br1" timeOffset="74868.11">17339 17833 414 0,'0'0'6'0,"0"0"3"0,0 0 1 0,0 0 1 15,0 0 1-15,0 0 0 16,0 0 2-16,0 0 1 0,0 0-7 15,0 0-8-15,0 0 0 16,0 0 0-16,3 3 0 16,2-1 0-16,3 1 0 15,48 22 0-15,-29-15 0 16,-1-6 0-16,-1 3 0 16,4 1 0-16,-1 1 0 15,2-3 0-15,0 4 0 16,-1-5 0-16,0 0 0 0,-3 2 0 15,1-2 0-15,-7 3 0 16,0-3 0-16,-20-5 0 16,0 0 0-16,0 0 0 15,3 9 0-15,-1 4 0 16,0-3 0-16,-19 20 0 0,-11-13 0 16,7-4 0-16,-5-1 0 15,4 0 0-15,-3 3 0 16,1-3 0-16,1 3 0 15,3-2 0-15,1 2 0 16,19-15 0-16,-23 17-29 16,0-2-59-16,23-15-4 15</inkml:trace>
  <inkml:trace contextRef="#ctx0" brushRef="#br1" timeOffset="75350.63">18241 17756 447 0,'0'0'2'0,"0"0"4"0,0 0 4 16,0 0 1-16,0 0 1 0,8-2 0 15,-8 2-1-15,0 0-11 16,0 0 0-16,0 0 0 15,7 13 0-15,-7-13 0 16,0 0 0-16,0 0 0 16,0 9 0-16,-4 4 0 0,1-1 0 15,-17 28 0-15,6-11 0 16,-2-12 0-16,4 6 0 16,-4-3 0-16,2 2 0 15,-1-1 0-15,0 0 0 16,15-21 0-16,-20 25-35 15,0 3-51-15,20-28-3 16</inkml:trace>
  <inkml:trace contextRef="#ctx0" brushRef="#br1" timeOffset="75699.24">17998 17811 417 0,'0'0'7'0,"0"0"3"15,0 0 3-15,0 0 1 16,0 0 0-16,0 0 2 0,0 0 0 16,0 0-12-16,8 2-4 15,-8-2 0-15,0 0 0 16,0 0 0-16,0 0 0 16,9 10 0-16,3-2 0 0,1-1 0 15,29 25 0-15,-12-9 0 16,-7-6 0-16,2 0 0 15,2 4 0-15,-3-5 0 16,1 4 0-16,5 0 0 16,-5-2 0-16,0-1 0 15,-2 0 0-15,-2-2 0 0,-21-15 0 16,22 17 0-16,2-1 0 16,-24-16 0-16,0 0 0 15,0 0-42-15,0 0-49 16,0 0-3-16</inkml:trace>
  <inkml:trace contextRef="#ctx0" brushRef="#br1" timeOffset="77099.89">15245 18129 282 0,'0'0'6'0,"0"0"4"0,0 0 2 0,0 0 2 15,0 0 1-15,0 0 2 16,0 0 3-16,0 0 2 15,0 0-4-15,0 0-3 16,0-6-1-16,0 1-1 16,0 0-1-16,0 0-2 15,0 1-2-15,13-19-1 0,-6 10-2 16,44-33 1-16,-28 36-1 16,0-8-5-16,7 1 0 15,2-8 0-15,5 3 0 16,0-8 0-16,11 0 0 15,-4-4 0-15,6-3 0 0,2-3 0 16,2-5 0-16,4 4 0 16,31-27 0-16,31-20 0 15,-9-5 0-15,-6 12 0 16,-11 9 0-16,-9 7 0 16,-9 14 0-16,-11 8 0 0,-13 17 0 15,-9-5 0-15,-4 12 0 16,-6 4 0-16,-8 0 0 15,-6 7 0-15,-6 3 0 16,-3 0 0-16,-10 5 0 0,0 0 0 16,7-2 0-16,-7 2 0 15,0 0 0-15,0 0 0 16,0 0 0-16,0 0 0 16,0 0 0-16,0 0 0 0,0 0 0 15,0 0 0-15,0 0 0 16,0 0 0-16,0 0 0 15,0 0 0-15,0 0 0 16,0 0 0-16,0 0 0 0,0 0 0 16,0 0 0-16,0 0 0 15,0 0 0-15,0 0 0 16,0 0 0-16,0 0 0 16,0 0 0-16,0 0 0 0,0 0 0 15,0 0 0-15,0 0 0 16,0 0 0-16,0 0-13 15,0 0-71-15,0 0-6 0</inkml:trace>
  <inkml:trace contextRef="#ctx0" brushRef="#br1" timeOffset="78082.69">16644 16821 351 0,'0'0'6'0,"0"0"2"0,0 0 4 0,-8-9 1 16,8 9 1-16,-10-1 1 16,10 1 2-16,0 0 1 15,-9-6-5-15,9 6-3 16,0 0-3-16,0 0-1 0,0 0-1 15,0 0 0-15,0 0-2 16,5 6 0-16,2 1-1 16,5-2 1-16,3 5-3 0,5 0 0 15,2-3 0-15,3 3 0 16,3-2 0-16,-1-3 0 16,0-1 0-16,1 0 0 15,-4 2 0-15,-1-6 0 16,-3 3 0-16,-8-1 0 0,1-2 0 15,-1 0 0-15,-12 0 0 16,12 0 0-16,-12 0 0 16,0 0 0-16,0 0 0 15,0 0 0-15,0 0 0 0,0 0 0 16,0 0 0-16,0 0 0 16,3 7 0-16,-3 3 0 15,-3 0 0-15,-4 5 0 0,-1 5 0 16,-1 0 0-16,-2 2 0 15,-1 3 0-15,0-1 0 16,2 1 0-16,0-3 0 16,0-2 0-16,2-2 0 15,3-3 0-15,3-4 0 16,2-2 0-16,0-9 0 0,0 12 0 16,0-12 0-16,0 0 0 15,2 4 0-15,-2-4 0 16,0 0 0-16,8-7-55 0,-3-2-35 15,3-1 1-15</inkml:trace>
  <inkml:trace contextRef="#ctx0" brushRef="#br1" timeOffset="78516.86">17036 16619 443 0,'0'0'4'0,"0"0"2"15,0 0 2-15,0 0 1 16,0 0 0-16,5 0 1 15,-5 0 1-15,8 11-2 0,-8-11-7 16,14 14-2-16,0-2 0 16,0-1 0-16,4 3 0 15,3-2 0-15,2 4 0 16,-3-4 0-16,2 0 0 0,-2-2 0 16,-2-2 0-16,-1-1 0 15,-4-2 0-15,-4 3 0 16,-9-8 0-16,12 5 0 15,-12-5 0-15,0 0 0 0,0 0 0 16,0 0 0-16,0 0 0 16,0 0 0-16,0 0 0 15,0 0-11-15,0-20-67 16,0 20-13-16</inkml:trace>
  <inkml:trace contextRef="#ctx0" brushRef="#br1" timeOffset="78849.95">17424 16593 441 0,'0'0'6'16,"0"0"3"-16,0 0 3 16,0 0 0-16,0 0 2 15,0 0-1-15,0 0-9 16,0 0-4-16,-7 6 0 0,-1 7 0 15,-2-1 0-15,0 8 0 16,0 5 0-16,-5 3 0 0,3 6 0 16,-3-2 0-16,1 9 0 15,3-10 0-15,-1 4 0 16,2-3 0-16,2-5 0 16,1-2 0-16,2-5 0 0,3-2 0 15,2-6 0-15,-3-5 0 16,3-7 0-16,0 10 0 15,0-10-15-15,15-5-75 16,-15 5-3-16</inkml:trace>
  <inkml:trace contextRef="#ctx0" brushRef="#br1" timeOffset="90366.7">411 4132 436 0,'0'0'6'0,"0"0"2"0,0 0 1 0,0-8 2 16,0 8-1-16,0 0 1 15,0 0 0-15,-5 10-2 0,2 5-9 16,3 7 0-16,0 8 0 15,0 7 0-15,0 3 0 16,3 2 0-16,2-1 0 16,3 5 0-16,-1-5 0 0,0-3 0 15,0-3 0-15,2-5 0 16,-2-8 0-16,-5-3 0 16,1-6 0-16,-3-13 0 15,0 0 0-15,0 0 0 0,-8-7 0 16,4-13 0-16,-7-7 0 15,4-11 0-15,0-7 0 16,-3-4 0-16,-1-3 0 16,4-2 0-16,2-3 0 0,-2 4 0 15,5 2 0-15,-2 8 0 16,4 4 0-16,4 7 0 16,5 4 0-16,3 9 0 15,11 1 0-15,0 11 0 0,4 7 0 16,2 0 0-16,2 10 0 15,1 6 0-15,-5 5 0 16,-2 4 0-16,-5 2 0 0,-6 0 0 16,-6-2 0-16,-6 2 0 15,-2-5 0-15,-12 1 0 16,-5-9 0-16,-6 4 0 16,-4-8 0-16,-1 0 0 15,-4-3 0-15,7 1 0 0,-1-5 0 16,8 1 0-16,-2-4 0 15,8 3 0-15,2-3 0 16,10 0-29-16,19 7-59 16,-12-7-4-16</inkml:trace>
  <inkml:trace contextRef="#ctx0" brushRef="#br1" timeOffset="90666.63">787 4323 497 0,'0'0'4'0,"0"0"0"16,0 0 2-16,0 0-6 15,-3-8 0-15,3 8 0 16,0 0 0-16,12-12 0 16,0 12 0-16,6-5 0 15,5 2 0-15,1-1 0 0,6 4 0 16,-3 0-87-16,-2 0-2 16</inkml:trace>
  <inkml:trace contextRef="#ctx0" brushRef="#br1" timeOffset="90799.99">732 4482 389 0,'0'0'7'0,"0"0"1"0,13 0 1 15,4 0 1-15,5 0 0 16,2 0 0-16,12-6-5 0,11-22-72 16,3 19-10-16</inkml:trace>
  <inkml:trace contextRef="#ctx0" brushRef="#br1" timeOffset="91632.13">1410 4177 449 0,'0'0'5'0,"0"0"2"16,-12-11 2-16,12 11-1 15,0 0 1-15,-13 0-1 16,13 0 1-16,-7 16-2 16,7 3-7-16,0 6 0 0,4 5 0 15,-1 2 0 1,4 5 0-16,-1-1 0 0,1-1 0 15,-2 1 0-15,-3-7 0 16,1-2 0-16,-3-6 0 0,0-7 0 16,0-3 0-16,0-11 0 15,-10 0 0-15,0-13 0 16,0-7 0-16,3-8 0 0,-3-4 0 16,2-10 0-16,3-4 0 15,0-4 0-15,5 0 0 16,0 0 0-16,5 4 0 15,2 2 0-15,6 4 0 16,2 7 0-16,5 6 0 0,3 6 0 16,4 13 0-16,-3 0 0 15,6 8 0-15,-3 5 0 16,1 9 0-16,-8 7 0 16,-5 5 0-16,-8-1 0 0,-4 7 0 15,-6-2 0-15,-9 0 0 16,-6-5 0-16,-1 0 0 15,-4-3 0-15,-1-5 0 16,4-2 0-16,-3-2 0 0,8-5 0 16,0-4 0-16,15-4 0 15,-9 13 0-15,9-13 0 16,7 14 0-16,7-6 0 0,4 1 0 16,5 4 0-16,1-1 0 15,3 2 0-15,-2 1 0 16,5-2 0-16,-5 2 0 15,0 0 0-15,-3-3 0 16,-2 4 0-16,-2-5 0 16,-6-1 0-16,3 5-14 0,-7 10-64 15,1-17-9-15</inkml:trace>
  <inkml:trace contextRef="#ctx0" brushRef="#br1" timeOffset="92000.27">1834 4378 471 0,'0'0'3'16,"0"0"0"-16,0 0 0 0,-7 8 0 16,2 0 1-16,0 2 0 15,1 5 0-15,1 0 0 0,1 5-1 16,2-1-2-16,5-4 1 15,7 0 0-15,3-2 0 16,5-6 0-16,2-4-2 16,5-3 0-16,-2-3 0 15,0-9 0-15,-5-3 0 0,-3 1 0 16,-2-7 0-16,-9-1 0 16,-6 2 0-16,-3-3 0 15,-10 5 0-15,-4 0 0 0,0 6 0 16,-6 0 0-1,1 11 0-15,0-2 0 0,4 6-5 16,-1 4-30-16,8 1-52 16,6 2-4-16</inkml:trace>
  <inkml:trace contextRef="#ctx0" brushRef="#br1" timeOffset="92266.49">2210 4070 511 0,'0'0'0'0,"0"0"0"0,0 0 0 16,0 0 0-16,-5-3 0 15,3 9 0-15,0 10 0 16,-4 8 0-16,3 7 0 0,1 7 0 16,2 8 0-16,-2 4 0 15,-1 4 0-15,3-2 0 16,0-4 0-16,5 2 0 15,2-9 0-15,6-4 0 0,2-9 0 16,0-5 0-16,2-6 0 16,3-13 0-16,0 0 0 15,0-11-4-15,2-2-83 0,1-11-3 16</inkml:trace>
  <inkml:trace contextRef="#ctx0" brushRef="#br1" timeOffset="92433.47">2192 4345 415 0,'0'0'6'0,"0"0"1"0,0 0 0 16,-7 0 2-16,7 0 1 15,0 0 0-15,10 8 0 16,8-8 1-16,7 4-6 0,4-1-5 16,15-2-15-16,21-1-64 15,-10-8-5-15</inkml:trace>
  <inkml:trace contextRef="#ctx0" brushRef="#br1" timeOffset="93233.69">2523 4367 408 0,'0'0'7'0,"0"0"2"0,0 0 3 16,0-13 1-16,0 13 1 0,7-6 1 15,-7 6 1-15,13-13 1 16,-4 8-17-16,2 0 0 16,4 3 0-16,4 2 0 15,1-3 0-15,5 3 0 16,5 0 0-16,0 0 0 0,-2 3 0 15,-1-1 0-15,-8 5 0 16,-1 1 0-16,-8 2 0 16,-8 1 0-16,-7 6 0 0,-15-1 0 15,-4 4 0-15,-12 2 0 16,2 6 0-16,-8-6 0 16,0 3 0-16,-1-2 0 15,11-2 0-15,2-6 0 0,13 0 0 16,4-8 0-16,13-7 0 15,8 8 0-15,12-8 0 16,7 0 0-16,10-5 0 0,6-2 0 16,-1-1 0-16,6 1 0 15,-2 0 0-15,-6 0 0 16,-2-4 0-16,-8 5 0 16,-7 2 0-16,-2 1 0 15,-9 2 0-15,-1 1 0 16,-11 0 0-16,0 0 0 0,0 0 0 15,0 0 0-15,0 7-9 16,0-13-55-16,0 6-26 16,0 0-1-16</inkml:trace>
  <inkml:trace contextRef="#ctx0" brushRef="#br1" timeOffset="93733.08">3189 3934 394 0,'0'0'6'0,"3"-13"4"0,-3 4 2 15,2-5 4-15,-2 8-2 16,0-4 1-16,0 10 1 0,-7 0 0 15,-4 16-6-15,-2 14-8 16,-4 15-2-16,1 8 0 16,-2 9 0-16,1 9 0 15,-1 4 0-15,6-4 0 0,4 2 0 16,3-7 0-16,5-9 0 16,11 1 0-16,1-17 0 15,10-2 0-15,2-11 0 16,6-6 0-16,6-9 0 0,-4-6 0 15,5-2-13-15,-2-5-71 16,0-7-3-16</inkml:trace>
  <inkml:trace contextRef="#ctx0" brushRef="#br1" timeOffset="94316.65">3447 4113 431 0,'0'0'7'16,"0"0"0"-16,-2-10 3 15,2 10 1-15,0 0 0 0,-14-7 1 16,3 7 0-16,-1 8-2 16,-1 8-10-16,-4 6 0 15,-1 9 0-15,4 3 0 16,-2 7 0-16,7 2 0 16,2 1 0-16,4-1 0 0,6-7 0 15,5-3 0-15,5-7 0 16,7-8 0-16,5-6 0 15,-2-2 0-15,5-10 0 16,-7 0 0-16,4-10 0 0,-2-2 0 16,-4-6 0-16,-3-1 0 15,-4-8 0-15,-8-4 0 16,0-4 0-16,-4 4 0 0,-8-7 0 16,-4 2 0-16,-9 1 0 15,0 7 0-15,-7 4 0 16,3 7 0-16,-2 4 0 15,-1 11 0-15,1 2 0 0,8 7 0 16,1 6 0-16,8 7 0 16,4-1 0-16,6 6 0 15,6 2 0-15,5 1 0 16,10-3 0-16,7 2 0 0,1-5 0 16,6-5 0-16,2-2 0 15,5-8 0-15,1 0-81 16,1-4-9-16</inkml:trace>
  <inkml:trace contextRef="#ctx0" brushRef="#br1" timeOffset="94516.63">3793 4280 448 0,'0'0'5'0,"0"0"2"0,0 0 0 0,-8 11 1 15,8-4 1 1,0 5-1-16,0 3 1 0,0 5 1 15,0-4-10-15,5 12 0 16,0-6 0-16,6 3 0 0,-7-2-5 16,4 0-13-16,-8 8-62 15,9-21-6-15</inkml:trace>
  <inkml:trace contextRef="#ctx0" brushRef="#br1" timeOffset="94750.9">3914 3998 470 0,'0'0'4'0,"0"0"1"16,-4-13 2-16,4 13 0 15,-3-9 1-15,3 9-1 0,0 0-4 16,18 2-3-16,-4 12 0 16,6 10 0-16,6 8 0 15,2 5 0-15,8 10 0 16,-6 5 0-16,0 5 0 0,-9 5 0 15,-3-1 0-15,-6 4 0 16,-7-3 0-16,-5 6 0 16,-17 8-69-16,-3-22-18 0</inkml:trace>
  <inkml:trace contextRef="#ctx0" brushRef="#br1" timeOffset="98516.88">4456 4285 484 0,'0'0'4'0,"0"0"1"0,0 0 1 16,10-9 1-16,-10 9-2 15,0 0-5-15,7-10 0 16,-7 10 0-16,0 0 0 16,3 7 0-16,-3-7 0 0,3 18-37 15,-1-6-50-15,6 2-2 16</inkml:trace>
  <inkml:trace contextRef="#ctx0" brushRef="#br1" timeOffset="98750.02">4879 4121 466 0,'0'0'5'0,"0"0"2"16,3-7 2-16,-3 7-1 0,0 0 1 16,0 0-2-16,6 6-7 15,-6 6 0-15,3 8 0 16,0 7 0-16,-1 5 0 15,3 3 0-15,3 4 0 0,-6-1 0 16,8-1 0-16,-8-5-4 16,8 0-29-16,8-8-54 15,-16-4-2-15</inkml:trace>
  <inkml:trace contextRef="#ctx0" brushRef="#br1" timeOffset="98983.61">4633 4075 424 0,'0'0'6'0,"0"0"2"15,0 0 1-15,-12-8 2 16,12 8 0-16,0-10 2 16,12 1-1-16,3 1 2 0,12-4-11 15,8 0-3-15,10 2 0 16,4-1 0-16,8 7 0 15,1-6 0-15,4-8-57 16,-7 18-28-16,-6 0-3 0</inkml:trace>
  <inkml:trace contextRef="#ctx0" brushRef="#br1" timeOffset="99366.58">5045 4238 488 0,'0'0'4'0,"0"0"1"0,0 0 2 16,5-2 0-16,-5 2-7 15,10-8 0-15,3 6 0 16,1 2 0-16,4 0 0 16,2 2 0-16,2 8 0 0,5 3 0 15,-4 2 0-15,4 4 0 16,-8 3 0-16,-1 3 0 15,-3-3 0-15,-5 6 0 16,-5-8 0-16,-5-1 0 16,0-1 0-16,-7-6 0 0,-4-4 0 15,-1-6 0-15,-3-2 0 16,0-4 0-16,3-6 0 16,2-5 0-16,3-3 0 15,4-2 0-15,3 4 0 0,3-5 0 16,9 4 0-16,3 2 0 15,2-3 0-15,8 12-6 16,0-4-29-16,-2 4-50 16,9 1-3-16</inkml:trace>
  <inkml:trace contextRef="#ctx0" brushRef="#br1" timeOffset="100238.17">5649 4256 415 0,'0'0'6'0,"0"0"3"15,-3-13 2-15,3 13 1 0,-14-9 2 16,1 3 0-16,-2 4 1 15,-5-1 0-15,1 3-15 16,-4 5 0-16,3 5 0 16,1 5 0-16,3 2 0 15,6 4 0-15,6 1 0 0,4-3 0 16,2-1 0-16,5-1 0 16,3-5 0-16,8-5 0 15,0-4 0-15,-2-3 0 16,0 0 0-16,-2-7 0 0,4-4 0 15,-6-3 0-15,-2-1 0 16,0-2 0-16,-2-3 0 16,-1 0 0-16,-2 2 0 15,3 2 0-15,-3 6 0 0,-5 10 0 16,0 0 0-16,9-5 0 16,-6 10 0-16,1 10 0 15,-1 2 0-15,3 1 0 0,1-2 0 16,-2 2 0-16,2-7 0 15,0 1 0-15,-7-12 0 16,18 6 0-16,-11-6 0 16,4-4 0-16,-4-10 0 15,5 1 0-15,-1-5 0 0,1 1 0 16,0-4 0-16,1 2 0 16,-1 5 0-16,-2-2 0 15,-3 7 0-15,-7 9 0 16,12-11 0-16,-12 11 0 0,8 9 0 15,-6 2 0-15,1 5 0 16,0-2 0-16,2 5 0 16,0-1 0-16,2 2 0 15,6-2 0-15,4-6 0 0,5-2 0 16,3-2 0-16,3-8 0 16,2 0 0-16,7-5 0 15,-5-8 0-15,3 1 0 16,-8-8 0-16,0 1 0 0,-7-5 0 15,-5 5 0-15,-8-1 0 16,-4-3 0-16,-6 7 0 16,-6 3 0-16,-4 3 0 15,-2 5 0-15,0 5 0 0,-7 0 0 16,4 3 0-16,-2 6 0 16,6 2 0-16,2 1 0 15,6 0 0-15,1 0 0 16,5 3 0-16,11-2 0 0,3-1 0 15,6 1 0-15,2-1 0 16,8-2 0-16,-5 0 0 16,5-1 0-16,0 4 0 15,-5-5 0-15,-3 0 0 0,-3 1 0 16,-3-1 0-16,-16-8 0 16,5 14 0-16,-10-3 0 15,-15-5 0-15,-3 2 0 16,-3-1 0-16,-4-2 0 0,-3 2 0 15,0 1 0-15,7-6-5 16,1 4-33-16,7-4-46 16,8-2-3-16</inkml:trace>
  <inkml:trace contextRef="#ctx0" brushRef="#br1" timeOffset="101250.63">6565 4134 419 0,'0'0'7'0,"0"0"2"15,0 0 2-15,0 0 2 16,-9 0 1-16,9 0 0 0,0 0 1 16,0 0-6-16,-7 0-9 15,7 0 0-15,4 0 0 16,8 0 0-16,4 0 0 15,6 0 0-15,3 0 0 0,9 0 0 16,4-2 0-16,2-3 0 16,-3 2 0-16,0 0 0 15,-7 2 0-15,0-2 0 16,-10 3 0-16,-9 0 0 16,-11 0 0-16,7 15 0 0,-14-5 0 15,-9 5 0-15,-7-3 0 16,-4 8 0-16,-5-2 0 15,-3 1 0-15,-2-4 0 0,2 4 0 16,1 1 0-16,-2-5 0 16,9 0 0-16,5 0 0 15,2-5 0-15,8 0 0 16,12-10 0-16,-3 15 0 16,8-14 0-16,12 2 0 0,8-3 0 15,5 0 0-15,7 0 0 16,6-3 0-16,6-1 0 15,1 0 0-15,0-1 0 0,-3-1 0 16,3 0 0-16,-6 2 0 16,-5 2 0-16,-3 0 0 15,-10-1 0-15,-5 1 0 16,-6 2 0-16,-5 0 0 0,-10 0 0 16,0 0 0-16,0 0 0 15,0 0 0-15,-10 2 0 16,0-2 0-16,2 3 0 15,-1 1 0-15,-2-4 0 16,11 0 0-16,-12 8 0 0,2-8-81 16,10 0-12-16</inkml:trace>
  <inkml:trace contextRef="#ctx0" brushRef="#br1" timeOffset="102771.19">7535 3839 430 0,'0'0'5'0,"0"0"1"0,-5-11 2 0,5 11 1 0,-10-8 0 16,0 8 0-16,-2 8 1 15,-8 6-1-15,2 13-3 16,-4 8-3-16,2 12-1 0,0 5-1 16,3 10 0-16,2 0-1 15,6 2 0-15,8-4 0 16,1-4 0-16,12-2 0 15,3-4 1-15,8-4-1 16,-1-15 2-16,7 2-2 0,4-12 0 16,1-3-3-16,4-2-3 15,-5-14-11-15,-4-2-65 16,-1 0-4-16</inkml:trace>
  <inkml:trace contextRef="#ctx0" brushRef="#br1" timeOffset="103249.88">7749 4053 460 0,'0'0'5'0,"0"0"1"15,0-11 2-15,0 11 0 16,0 0 1-16,5-10 0 16,-5 10-3-16,0 0-6 0,0 16 0 15,-5 1 0-15,-3 7 0 16,-2 4 0-16,-2 1 0 16,-2 4 0-16,-4 1 0 15,0-4 0-15,-1 0 0 0,1-5 0 16,-5-3 0-16,6-6 0 15,-1 1 0-15,9-9 0 16,-2-2 0-16,11-6 0 0,0 0 0 16,0 0 0-1,16 3 0-15,0-3 0 0,7-6 0 16,5 2 0-16,1-3 0 16,1 2 0-16,3-3 0 15,-5 3 0-15,-2 0 0 0,-1 0 0 16,-5 3 0-16,-5 2 0 15,-3 0 0-15,-3 0 0 16,-9 0 0-16,0 0-12 16,4 9-74-16,-4-9-2 0</inkml:trace>
  <inkml:trace contextRef="#ctx0" brushRef="#br1" timeOffset="103468.05">8014 4226 463 0,'0'0'4'0,"0"0"1"15,0 0 1-15,0 0 1 0,0 5 1 16,6 5 0-16,-4 2 0 16,0 2-6-16,3 4-2 15,0 2 0-15,0 3 0 0,0-3 0 16,3-1 0-1,-8 0-17-15,0-3-67 0,7-4-3 16</inkml:trace>
  <inkml:trace contextRef="#ctx0" brushRef="#br1" timeOffset="103767.09">8094 3842 471 0,'0'0'4'0,"0"0"1"16,0 0 1-16,2-10 0 0,-2 10 2 16,12-4 0-16,4 4-5 15,4 4-3-15,2 9 0 16,5 11 0-16,3 5 0 0,7 7 0 16,1 8 0-1,-3 6 0-15,-5-3 0 0,-3 5 0 16,-8 0 0-16,-3-3 0 15,-9-1 0-15,-7 1 0 16,-12-7 0-16,-11 5 0 0,-7-7 0 16,-2 2 0-16,-8-12-3 15,5 4-85-15,0-4-2 0</inkml:trace>
  <inkml:trace contextRef="#ctx0" brushRef="#br2" timeOffset="108450.08">15212 12544 161 0,'0'0'6'16,"0"0"8"-16,0 0 7 0,0 0 6 15,0 0 4-15,-7-4 4 16,7 4 1-16,0 0 2 15,-13-7-3-15,13 7-6 0,0 0-5 16,-12-13-5-16,12 13-5 16,-14-5-3-16,6 5-3 15,-2 0-6-15,-2 0-2 0,-3 1 0 16,3 8 0-16,-6 0 0 16,3 4 0-16,2-1 0 15,4 3 0-15,-1-2 0 16,8 2 0-16,2-1 0 15,0-2 0-15,7-1 0 0,2-6 0 16,7-3 0-16,1-2 0 16,1-2 0-16,-2-8 0 15,5-1 0-15,-1-3 0 16,-3-4 0-16,-6 1 0 0,0-3 0 16,-6 3 0-16,-3 0 0 15,-4 2 0-15,-14 3 0 16,5 2 0-16,-6-1 0 15,-6 11 0-15,1 0 0 0,-1 3 0 16,4 7 0-16,-2 5 0 16,9 1 0-16,1 2 0 15,7 0 0-15,4-1 0 0,4-2 0 16,12-2 0-16,1-7 0 16,6 0 0-16,2-6 0 15,0 0 0-15,0-7 0 16,-1-4 0-16,1 2 0 15,-7-7 0-15,-11 2 0 0,-1-1 0 16,-6 0 0-16,-1 1 0 16,-16 1 0-16,-3 5 0 15,-5 4 0-15,0 1 0 16,1 3 0-16,-1 5 0 0,2 5 0 16,3 3 0-16,8-5 0 15,7 10 0-15,0-8-5 16,3 0-83-16,9-2-1 15</inkml:trace>
  <inkml:trace contextRef="#ctx0" brushRef="#br2" timeOffset="110170.12">15086 12465 172 0,'0'0'7'0,"0"0"3"0,-12 3 4 15,12-3 3-15,0 0 2 0,0 0 2 16,-13 7 2-16,13-7 1 16,0 0-5-16,0 10-3 15,0-10-3-15,0 0 0 16,0 10-2-16,0-10-1 16,0 8-2-16,0-8-1 0,0 0 0 15,0 9 0-15,0-9-1 16,0 0 1-16,0 0 1 15,0 0-1-15,0 0 0 16,0 0 0-16,0 0-1 0,0 0 1 16,5-7-1-16,-5-5 0 15,2 2 0-15,0-5 1 16,2-6-1-16,-4 5 1 0,0-7-7 16,0 1 0-16,0-5 0 15,-4 0 0-15,2-3 0 16,0-3 0-16,-1 1 0 15,3 0 0-15,-2-2 0 0,2-4 0 16,-3 1 0-16,3 5 0 16,-2-8 0-16,2 3 0 15,0-3 0-15,0 1 0 16,-2-3 0-16,2 4 0 16,0-1 0-16,0 1 0 0,0 2 0 15,0 1 0-15,0 0 0 16,0 4 0-16,0 0 0 15,0 1 0-15,0 1 0 0,0 2 0 16,0-2 0-16,0 1 0 16,0 0 0-16,0 1 0 15,0 2 0-15,0 1 0 16,0-1 0-16,-3 5 0 0,1 0 0 16,-1 0 0-16,1 1 0 15,0 4 0-15,2-5 0 16,0 5 0-16,0 1 0 15,0 1 0-15,-4 1 0 0,4-1 0 16,0 3 0-16,-3 0 0 16,3 10 0-16,0-15 0 15,0 15 0-15,-4-14 0 16,4 14 0-16,0-10 0 0,0 10 0 16,-2-13 0-16,2 13 0 15,0-12 0-15,0 12 0 16,0-15 0-16,0 15 0 15,0-13 0-15,0 13 0 0,0-6 0 16,0 6 0-16,-3-9 0 16,3 9 0-16,0 0 0 15,0-9 0-15,0 9 0 0,0 0 0 16,0-10 0-16,0 10 0 16,0 0 0-16,0 0 0 15,0 0 0-15,0 0 0 16,0 0 0-16,0 0 0 0,0 0 0 15,0 0 0-15,0 0 0 16,0 0 0-16,0 0 0 16,0 0 0-16,-7 8 0 15,0 1 0-15,-4 4 0 16,-3 4 0-16,1 0 0 0,-4 3 0 16,-1 1 0-16,-1-3 0 15,-1 3 0-15,2-4 0 16,1 0 0-16,4-3 0 15,1-1 0-15,2-3 0 0,10-10 0 16,-10 13 0-16,10-13 0 16,0 0 0-16,0 0 0 15,0 0 0-15,0 0 0 0,0 0 0 16,0 0 0-16,0 0 0 16,0 0 0-16,0 0 0 15,0-11 0-15,4 3 0 16,5-6 0-16,-5 3 0 0,6-7 0 15,1 0 0-15,-2 4 0 16,6-4 0-16,-2 0 0 16,-6 4 0-16,3-1 0 15,-2 5 0-15,0-2 0 16,-8 12 0-16,13-17 0 0,-13 17 0 16,5-8 0-16,-5 8 0 15,0 0 0-15,0 0 0 16,0 0 0-16,0 0 0 15,8 0 0-15,-8 0 0 0,10 10 0 16,-3 0 0-16,4 3 0 16,-1 1 0-16,4 1 0 15,4 2 0-15,-4 1 0 16,2-1 0-16,0-2 0 0,0 0 0 16,-2 0 0-16,2-4 0 15,-7 0 0-15,-9-11 0 16,13 12 0-16,-13-12 0 0,10 10 0 15,-10-10 0-15,0 0 0 16,0 0 0-16,0 0 0 16,0 0 0-16,0 0 0 15,0 0 0-15,0 0 0 0,0 0 0 16,0 0 0-16,0 0-37 16,0 0-53-16,12 0-4 15</inkml:trace>
  <inkml:trace contextRef="#ctx0" brushRef="#br2" timeOffset="111249.88">14824 10513 242 0,'0'0'9'0,"0"0"5"15,0 0 4-15,0 0 3 16,-9-7 3-16,9 7 2 15,-10-3 3-15,10 3 0 0,-10-2-6 16,10 2-4-16,0 0-5 16,-10 0-3-16,10 0-3 15,0 0-1-15,0 0-1 0,5 0-1 16,5 0-1-16,10 2-2 16,0-2-2-16,10 0 0 15,2 0 0-15,5 0 0 16,0-2 0-16,4 0 0 0,-9-1 0 15,-2 0 0-15,-5 1 0 16,-8-3 0-16,-4 5 0 16,-13 0 0-16,12-3 0 15,-12 3 0-15,0 0 0 16,0 10 0-16,-10-2 0 0,-1 4 0 16,-3 0 0-16,-6 9 0 15,-3-2 0-15,-3 1 0 16,1 0 0-16,-8-3 0 15,1 4 0-15,2-7 0 0,3 1 0 16,4-3 0-16,0-2 0 16,7-3 0-16,5-2 0 15,11-5 0-15,-12 7 0 0,12-7 0 16,0 0 0-16,0 0 0 16,7 11 0-16,6-9 0 15,2-2 0-15,10 2 0 16,0-2 0-16,7 0 0 0,3 0 0 15,2 0 0-15,2-2 0 16,-1-3 0-16,-1 3 0 16,-4-4 0-16,-6 5 0 15,-6-2 0-15,0 0 0 16,-8 3 0-16,-13 0 0 0,12-3 0 16,-12 3 0-16,0 0 0 15,0 0 0-15,0 0 0 16,0 0 0-16,0 0 0 15,0 0 0-15,0 0 0 0,0 0 0 16,-5 3 0-16,5-3 0 16,-7 11-6-16,7-11-84 15,-8 11-2-15</inkml:trace>
  <inkml:trace contextRef="#ctx0" brushRef="#br2" timeOffset="113216.66">15220 12579 216 0,'0'0'7'0,"0"0"4"16,0 0 5-16,0 0 1 15,0 0 4-15,-8-13 2 16,8 13 3-16,0 0 0 0,-12-7-1 16,12 7-7-16,0 0-4 15,0 0-3-15,0 0-4 16,-10-7-2-16,10 7-2 16,0 0-1-16,0 0 0 15,0 0 0-15,15 7 2 0,-3-4-1 16,6-3 2-16,7 2 0 15,7-2-1-15,4 0-1 16,7 0 0-16,7 0-1 0,-1 0 0 16,6 0-1-16,-2 0 1 15,2-2-1-15,-9-3 1 16,5 2 0-16,-10 1 0 16,0-3 0-16,-4 2 0 0,-7 0 0 15,-9 2-1-15,0-2 1 16,-4 3-1-16,-5 0 0 15,-2 0 0-15,-10 0-1 16,11-3 0-16,-11 3 1 0,0 0-1 16,9 0 0-16,-9 0 0 15,0 0 0-15,0 0 0 16,0 0-1-16,0 0 1 16,0 0 0-16,0 0 0 15,0 0-1-15,0 0-2 16,-7 6-4-16,7-6-9 0,0 0-28 15,-9 4-39-15,9-4-1 16</inkml:trace>
  <inkml:trace contextRef="#ctx0" brushRef="#br2" timeOffset="113733.85">15808 12371 349 0,'0'0'6'0,"0"0"4"15,0 0 2-15,0 0 4 16,0 0 0-16,-9 0 1 16,9 0 0-16,0 0 0 0,-12 0-5 15,12 0-2-15,0 0-2 16,0 10-2-16,0-10-1 15,14 17 0-15,2-9 0 16,3 2-5-16,1 0 0 16,5 0 0-16,0-3 0 15,2 3 0-15,0-3 0 0,1 1 0 16,-8-4 0-16,0 2 0 16,-3-1 0-16,-4-1 0 15,-4 2 0-15,-9-6 0 0,10 12 0 16,-10-2 0-16,0 2 0 15,0 2 0-15,-10 4 0 16,1 2 0-16,-7 0 0 0,-1 2 0 16,-3 1 0-16,0-1 0 15,-1 1 0-15,3-4 0 16,0 1 0-16,3-3 0 16,-2 0 0-16,7-4 0 0,3-1 0 15,-1-2 0-15,0-2 0 16,8-8 0-16,-4 11 0 15,4-11 0-15,0 0 0 16,2 11-24-16,13-11-62 0,-15 0-3 16</inkml:trace>
  <inkml:trace contextRef="#ctx0" brushRef="#br2" timeOffset="115033.69">16199 12780 289 0,'0'0'9'0,"0"0"4"15,0 0 4-15,6 3 3 16,-6-3 3-16,12 1 2 0,-12-1 0 16,7 6 1-16,-7-6-7 15,0 0-5-15,0 0-3 16,5 10-3-16,-5-10-3 16,-3 19-1-16,-4-6-1 0,-4 2-3 15,2 2 0-15,-3 3 0 16,-1-1 0-16,-2-1 0 15,0 0 0-15,3-4 0 16,0 1 0-16,1-2 0 0,2-4 0 16,2-2-6-16,7-7-8 15,-14 13-13-15,14-13-54 16,0 0-5-16</inkml:trace>
  <inkml:trace contextRef="#ctx0" brushRef="#br2" timeOffset="115282.22">16107 12844 403 0,'0'0'6'0,"0"0"3"0,0 0 1 16,0 0 3-16,0 0-1 16,0 0 1-16,0 0 0 15,0 0 2-15,5 10-6 0,3-2-1 16,2 4-8-16,-1 0 0 15,9 5 0-15,1-1 0 16,1 1 0-16,3-2 0 16,-1 2 0-16,-2-7 0 0,2 2 0 15,-5-5 0-15,4 4-11 16,-12 11-66-16,7-19-10 16</inkml:trace>
  <inkml:trace contextRef="#ctx0" brushRef="#br2" timeOffset="116266.72">15106 12525 232 0,'0'0'9'0,"0"0"6"0,0 0 3 16,0 0 5-16,0 0 2 15,0-9 1-15,0 9 4 16,15-7 0-16,0 1-7 16,-3-4-4-16,6 0-3 0,-1-5-3 15,8 0-1-15,-3-2-3 16,6-3 0-16,-4-3-7 16,10-1-2-16,0-1 0 15,3-3 0-15,0 1 0 0,0 0 0 16,-2 0 0-16,3 0 0 15,-6 4 0-15,-4 3 0 16,-2 2 0-16,-6 2 0 16,-2 3 0-16,-9 3 0 15,1 3 0-15,-10 7 0 0,11-10 0 16,-11 10 0-16,0 0 0 16,0 0 0-16,0 0 0 15,0 0 0-15,0 0 0 16,0 0 0-16,0 0 0 0,-6 7 0 15,6-7 0-15,-10 10 0 16,10-10 0-16,-12 8 0 16,12-8-19-16,-14 7-43 0,14-7-25 15,-8 3-2-15</inkml:trace>
  <inkml:trace contextRef="#ctx0" brushRef="#br2" timeOffset="116666.76">15484 12041 366 0,'0'0'9'0,"0"0"3"0,0 0 2 16,0 0 0-16,0 0 1 15,0 0 1-15,0 0 2 0,0 0 1 16,0 0-8-16,14 0-2 15,1 0-1-15,6 3-8 16,0-3 0-16,2 0 0 16,4 0 0-16,3 0 0 15,-2-3 0-15,-3-1 0 0,-1 1 0 16,-4 1 0-16,-2 2 0 16,-1 0 0-16,-8 0 0 15,-9 0 0-15,11 15 0 16,-11-3 0-16,0 3 0 0,-5 0 0 15,-3 4 0-15,1 1 0 16,-1-1 0-16,1 5 0 16,1-6 0-16,-1-2 0 15,5-1 0-15,-3-5 0 0,5 1 0 16,0-11 0-16,0 14-15 16,-5-3-62-16,5-11-10 15</inkml:trace>
  <inkml:trace contextRef="#ctx0" brushRef="#br2" timeOffset="117516.65">15896 11856 398 0,'0'0'7'16,"0"0"4"-16,0 0 3 16,0 0 1-16,0 0 0 15,0 0 0-15,0 0 1 0,0 0 1 16,8 0-14-16,-8 0-3 16,12 15 0-16,0-8 0 15,-2 4 0-15,2-3 0 16,2 5 0-16,5-3 0 0,-4 0 0 15,-5-5 0-15,4 3 0 16,-1-1 0-16,-3-4 0 16,-3-1 0-16,-7-2 0 15,0 0-36-15,25 7-49 16,-25-7-2-16</inkml:trace>
  <inkml:trace contextRef="#ctx0" brushRef="#br2" timeOffset="117732.82">16112 11812 430 0,'0'0'8'16,"0"0"0"-16,0 0 3 15,0 0 0-15,0 0 2 16,2 11 1-16,-2 3 0 0,-2-3-12 16,-3 9-2-16,-5 2 0 15,3 6 0-15,-6-1 0 16,6 0 0-16,-5 1 0 15,4-6 0-15,0 3 0 0,1-13-3 16,-15 6-83-16,22-6-2 16</inkml:trace>
  <inkml:trace contextRef="#ctx0" brushRef="#br2" timeOffset="126719.84">8772 4251 438 0,'0'0'5'16,"0"0"2"-16,0 0 2 15,0 0 1-15,0 0 0 0,5-10 0 16,-5 10 0-16,0 0-1 16,0 0-6-16,0 0-3 15,0 0 0-15,5 7 0 16,-5-7-11-16,0 19-11 15,0-8-60-15,2-1-3 0</inkml:trace>
  <inkml:trace contextRef="#ctx0" brushRef="#br2" timeOffset="127416.28">9195 4026 466 0,'0'0'3'16,"0"0"1"-16,0 0-1 0,0 0 0 16,2 4 1-16,1 8-1 15,-1 1 1-15,1 7 0 16,-1 1-3-16,3 7-1 15,0 5 0-15,3-1 1 16,-3 0-1-16,-1-2 0 0,4-1 0 16,-5-6 0-16,1-1-1 15,-1-5 1-15,-3-6-1 16,0-11 1-16,0 8-1 16,0-8 1-16,-15-8 0 0,8-3 1 15,-4-8-1-15,4-9 1 16,-3-1 0-16,3-9 1 15,-1-1-1-15,3-6 0 16,5 0 1-16,0 1 0 0,0-1 0 16,13 6-1-16,-1 2 1 15,8 7 0-15,-2 5-2 16,8 8 0-16,2 4 0 0,2 9 0 16,0 4 0-1,-1 4 0-15,-1 11 0 0,-5 5 0 16,-7 3 0-16,2 2 0 15,-11 4 0-15,-7-2 0 16,0 1 0-16,-7-4 0 0,-8-1 0 16,-2-4 0-16,-6-2 0 15,3-2 0-15,-2-5 0 16,2 0 0-16,0-2-2 16,7-1 1-16,1-4-1 0,12-3 1 15,0 10 0-15,0-10 1 16,12 15-1-16,3-8 0 15,6 2 1-15,1 1 0 16,6 3 0-16,2-3 1 0,-4 2-1 16,7 3 0-16,-6-2 1 15,2 1-2-15,-6-3-1 16,2 3-5-16,-8-4-9 16,-4-5-64-16,-1 5-5 0</inkml:trace>
  <inkml:trace contextRef="#ctx0" brushRef="#br2" timeOffset="127783.2">9679 4198 419 0,'0'0'5'0,"0"0"1"0,0 0 2 15,0 0-2-15,0 9 1 0,-3 0 1 16,1 3 0-16,2 3 1 15,-3 1-4-15,3 3-2 16,3 1-1-16,4-1 1 16,1 0-1-16,9-2 1 0,3-9-1 15,1-2 0-15,3-3 1 16,1-3-1-16,2-9 1 16,-2-2 2-16,-2-4-5 15,-6-5 0-15,-7-3 0 0,-3 1 0 16,-4-2 0-16,-8-1 0 15,-8 5 0-15,-4 1 0 16,-3 6 0-16,-5 6 0 0,-3 2 0 16,9 5 0-16,-6 2 0 15,10 12-18-15,0-3-23 16,6-2-45-16,6 1 1 16</inkml:trace>
  <inkml:trace contextRef="#ctx0" brushRef="#br2" timeOffset="128066.6">10037 3936 471 0,'0'0'4'0,"0"0"2"0,0 0 1 16,0 0-1-16,0 0 2 16,0 0-1-16,7 5-5 15,-7 13-2-15,0 4 0 16,-3 7 0-16,1 6 0 0,2 5 0 15,0-1 0-15,0 3 0 16,2-5 0-16,6-2 0 16,0-6 0-16,7-4 0 15,0-4 0-15,7-9 0 0,-2-2 0 16,5-9 0-16,2-1 0 16,3-1 0-16,-2-9 0 15,4 0-5-15,-13 2-63 16,1-7-20-16</inkml:trace>
  <inkml:trace contextRef="#ctx0" brushRef="#br2" timeOffset="128253.73">10002 4159 410 0,'0'0'5'0,"0"0"3"0,0 0 2 15,5 3 2-15,5-3 0 16,3 0 1-16,6 0 0 15,6 0 1-15,5-5-6 0,7 2-5 16,3-5-10-16,7 1-35 16,-2 2-40-16,0-5-3 15</inkml:trace>
  <inkml:trace contextRef="#ctx0" brushRef="#br2" timeOffset="132366.26">10487 4117 387 0,'0'0'6'0,"0"0"3"0,0 0 1 16,-13-3 4-16,13 3 0 15,-10-1 1-15,10 1 1 16,0 0 0-16,0 0-5 15,0 0-2-15,5-4-5 16,13 2-4-16,4 2 0 0,5-4 0 16,5 0 0-16,0 4 0 15,3-3 0-15,-5 3 0 16,2 0 0-16,-9 0 0 16,-3 0 0-16,-8 8 0 0,-1 1 0 15,-11 2 0-15,0-1 0 16,-11 8 0-16,-1-4 0 15,-8 4 0-15,3-1 0 16,-3 0 0-16,-3-1 0 0,4-2 0 16,1 1 0-16,6-2 0 15,1-4 0-15,11-9 0 16,-2 16 0-16,2-16 0 0,13 4 0 16,2-4 0-16,5 0 0 15,5 0 0-15,1-4 0 16,4-5 0-16,-2 2 0 15,6 6 0-15,-6-7 0 16,4-1-44-16,-5 5-42 0,-4 0-2 16</inkml:trace>
  <inkml:trace contextRef="#ctx0" brushRef="#br2" timeOffset="132666.65">11187 3820 474 0,'0'0'4'0,"0"0"0"0,0 0 0 16,-5 4 1-16,-2 10 0 16,-3 5 0-16,-5 6 0 15,0 9 0-15,0 6-5 0,-2 7 0 16,2 5 0-16,0 2 0 15,5 3 0-15,5-5 0 16,3 0 0-16,2-5 0 0,9-4 0 16,4-7 0-16,4-3 0 15,6-5 0-15,4-7 0 16,5-11-7-16,5 3-23 16,11-8-54-16,-8-5-2 15</inkml:trace>
  <inkml:trace contextRef="#ctx0" brushRef="#br2" timeOffset="133068.17">11610 4040 439 0,'0'0'4'0,"0"0"2"16,-12-8 1-16,1 6 1 15,-6 0 1-15,-1 2 0 0,-1 0 1 16,-6 0-1-16,-5 10-3 15,3 2-2-15,4 3-4 16,4 2 0-16,3 4 0 16,12-3 0-16,4 0 0 15,2-3 0-15,12-3 0 0,7-1 0 16,1-6 0-16,6-5 0 16,2 0 0-16,-3-9 0 15,0-2 0-15,0-2 0 16,-4-2 0-16,-3-2 0 15,-3 4 0-15,-7 1 0 0,0 5 0 16,-10 7 0-16,0 0 0 16,0 7 0-16,-2 8 0 0,-3 2 0 15,0 3 0-15,-1 2 0 16,1 1 0-16,5 1 0 16,0-3 0-16,0-2 0 15,3-5 0-15,5 4-18 0,-1-11-66 16,5-1-3-16</inkml:trace>
  <inkml:trace contextRef="#ctx0" brushRef="#br2" timeOffset="133417.07">11863 4092 421 0,'0'0'5'16,"0"0"2"-16,-5 3 2 15,5-3 0-15,-12 12 2 16,5 1 0-16,-6-1 0 15,3 5 0-15,3 3-4 0,1 2-3 16,6 0-1-16,0 1-1 16,3-6-2-16,7 3 0 15,9-8 0-15,4-2 0 16,2-4 0-16,3-4 0 0,4-2 0 16,0-5 0-16,0-8 0 15,1 1 0-15,-11-5 0 16,-3-3 0-16,-6-3 0 0,-8 1 0 15,-5 0 0-15,-9-1 0 16,-9 1 0-16,-2 7 0 16,-4 2 0-16,-2 5 0 15,1 2 0-15,0 6 0 16,6 0-8-16,1 0-15 0,6-3-38 16,12 3-25-16,0 0-2 15</inkml:trace>
  <inkml:trace contextRef="#ctx0" brushRef="#br2" timeOffset="133684.75">12079 3832 435 0,'0'0'5'0,"0"0"3"15,0-12 2-15,0 12 1 16,-2-10 1-16,2 10 1 16,0-7 0-16,0 7-9 0,17 0-4 15,-2 4 0-15,7 10 0 16,4 10 0-16,6 0 0 15,2 9 0-15,3 3 0 0,1 7 0 16,-3 2 0-16,0-1 0 16,-10 3 0-16,-8 0 0 15,-8 2 0-15,-9-2 0 16,-7 0 0-16,-12-1 0 0,-4-3 0 16,-9-3 0-16,5 2 0 15,-6-7-65-15,1-6-25 16</inkml:trace>
  <inkml:trace contextRef="#ctx0" brushRef="#br3" timeOffset="139999.75">14410 11291 299 0,'0'0'5'0,"0"0"4"15,0 0 3-15,0 0 1 16,5-2 1-16,-5 2 2 16,0 0 1-16,0 0-1 15,0 0-4-15,0 0-5 0,0 0-1 16,9 0-2-16,-9 0-1 16,0 4-1-16,0-4 1 15,0 15-3-15,0-7 1 16,0 2 1-16,6 0-1 0,-3 0 0 15,1 0 1-15,4-1-1 16,1 1 1-16,2-3-1 16,3 4 1-16,4-1 0 0,-1-3 0 15,3 1-1-15,0-1 0 16,4 1 0-16,-3-4 0 16,1 2 0-16,1 1 0 15,-1-6-1-15,3 7 1 0,-5-5 0 16,3 4-1-16,-2-4 0 15,2 1 1-15,-6-1-1 16,3 2 1-16,-2-2-1 16,1-1 0-16,-1 1 1 0,2 2-1 15,-3-3 1-15,4 0-1 16,1-2 0-16,-1 3 1 16,2-3-1-16,2 0 1 15,-2 0-1-15,3 0 0 0,-1 0 1 16,-2 0-1-16,4 0 0 15,-2-3 1-15,-1 1-1 16,4 2 0-16,-3-2 0 16,2-1 0-16,-2 1 1 0,0-1-1 15,3 1 0-15,-7-1 0 16,7 1 0-16,-6-1 0 16,-1 0 0-16,0 1 1 15,0-3-1-15,-5 4 0 0,5-5 0 16,-4 3 0-16,-2-5 0 15,3 7 0-15,-4-5 1 16,4-1-1-16,-6 3 0 16,6-3 0-16,-6 1 1 15,3-2-1-15,0 1 1 0,0 2-1 16,-1-5 2 0,2 2-1-16,-4 1 1 0,2 0 0 15,-1-1 1-15,-3-2 0 16,3 3 0-16,-3 0 0 0,-1-3 0 15,2 0-1-15,-2 0 1 16,3-3-1-16,-1 3 0 16,-1 0-1-16,-1-1 0 0,2-2 1 15,-4 3-2-15,0 0 0 16,1 0 0-16,-4 0 0 16,2 0 0-16,-1 0 0 15,-3 0 0-15,1 0 0 16,2 0 0-16,-5 1 0 0,2-1 0 15,0 0 0-15,-2 0 0 16,0 0 0-16,0 3 0 16,3-3 0-16,-3-2 0 0,0 4 0 15,0-1 0-15,-3-2 0 16,1 4 0-16,0-3 0 16,2 10 0-16,-8-20 0 15,8 20 0-15,-9-15 0 16,9 15 0-16,-11-17 0 0,11 17 0 15,-9-15 0-15,9 15 0 16,-10-18 0-16,10 18 0 16,-13-14 0-16,13 14 0 0,-14-13 0 15,14 13 0-15,-16-15 0 16,6 10 0-16,1 1 0 16,-2-2 0-16,2-1 0 15,1 2 0-15,-5-1 0 0,4 0 0 16,-3 4 0-16,4-4 0 15,-2 1 0-15,10 5 0 16,-20-14 0-16,10 8 0 16,0 1 0-16,0-2 0 0,0 2 0 15,-2 0 0-15,2 0 0 16,-2 1 0-16,-1-2 0 16,3 2 0-16,0 1 0 15,3-1 0-15,7 4 0 16,-15-8 0-16,15 8 0 0,-12-5 0 15,12 5 0-15,0 0 0 16,0 0 0-16,0 0 0 16,-9-5 0-16,9 5 0 0,0 0 0 15,0 0 0-15,0 0 0 16,0 0 0-16,0 0 0 16,0 0 0-16,0 0 0 15,0 0 0-15,0 0 0 16,0 0 0-16,0 0 0 0,0 0 0 15,0 0 0-15,0 0 0 16,0 0 0-16,0 0 0 0,0 0 0 16,0 0 0-16,0 0 0 15,0 0 0-15,0 5 0 16,0 5 0-16,-2 3 0 16,2-2 0-16,0 4 0 0,0 5 0 15,0 3 0-15,0-7 0 16,0 7 0-16,0-4 0 15,0-1 0-15,2 0 0 16,-2-4 0-16,4-1 0 16,-4-3 0-16,0-10 0 0,0 15 0 15,0-15 0-15,0 0 0 16,0 10 0-16,0-10 0 16,0 0 0-16,0 0 0 15,0 0 0-15,0-8 0 0,0 8 0 16,-6-15 0-16,6 3 0 15,-2-1 0-15,-1-4 0 16,1 0 0-16,2 1 0 16,0-1 0-16,0-2 0 0,0 1 0 15,0 3 0-15,0 1 0 16,0-4 0-16,0 3 0 16,2 4 0-16,1-5 0 0,-3 4 0 15,0-3 0-15,0 5 0 16,0 2 0-16,0 8 0 15,2-12 0-15,-2 12 0 16,0 0 0-16,0-9 0 0,0 9 0 16,0 0 0-16,0 0 0 15,0 0 0-15,0 0 0 16,0 0 0-16,0 0 0 16,13 0 0-16,-3 0 0 15,5 0 0-15,0 2 0 0,5-2 0 16,5 0 0-16,5 0 0 15,-4 0 0-15,4 0 0 16,0-2 0-16,0-3 0 16,-1 2 0-16,-3-3 0 0,-1 4 0 15,-9-3 0-15,0 3 0 16,-4 0 0-16,-12 2 0 16,10-3 0-16,-10 3 0 0,0 0 0 15,0 0 0-15,0 0 0 16,0 0 0-16,0 0 0 15,0 0 0-15,-5 0 0 16,5 0 0-16,0 0-33 0,0 0-56 16,-10 0-4-16</inkml:trace>
  <inkml:trace contextRef="#ctx0" brushRef="#br3" timeOffset="141051.74">14925 9188 418 0,'0'0'5'0,"0"0"3"15,0 0 1-15,0-10 2 0,0 10 1 16,0 0 1-16,-11-12 0 15,4 9 0-15,-5 1-4 16,1 2-9-16,-3 5 0 16,2 7 0-16,-1 1 0 0,5 1 0 15,1 3 0-15,5 4 0 16,-2-7 0-16,4 4 0 16,6-6 0-16,4-2 0 15,4-6 0-15,2-4 0 16,4 0 0-16,-1-4 0 0,0-6 0 15,-1-1 0-15,-2 0 0 16,-7-3 0-16,0-2 0 16,-9-1 0-16,0-1 0 0,-14 3 0 15,2 1 0-15,-5 0 0 16,-6 8 0-16,4 4 0 16,-4 2 0-16,3 4 0 15,1 9 0-15,6 2 0 0,1-1 0 16,7 4 0-16,5-6 0 15,0 1 0-15,2-6 0 16,8-1 0-16,5-6 0 16,0 0 0-16,5-1 0 0,-1-9 0 15,-1-2 0-15,0-1 0 16,-6-2 0-16,-5 0 0 16,-5 4 0-16,-2-6 0 0,-7 6 0 15,-5 3 0-15,-8 1 0 16,2 7 0-16,-3 0 0 15,0 5 0-15,3 2 0 16,2 6 0-16,0-1 0 0,7 2 0 16,6-1 0-16,1-1 0 15,2-1 0-15,5-1-3 16,-5-10-12-16,20 10-9 16,-8-5-29-16,3-5-31 15,-3-3-1-15</inkml:trace>
  <inkml:trace contextRef="#ctx0" brushRef="#br3" timeOffset="142082.15">14516 9218 299 0,'0'0'7'0,"0"0"5"0,0 0 4 0,0 0 2 16,0 0 2-16,0 0 3 15,-9-8 0-15,6-2 2 16,3-2-6-16,-2-2-3 16,0-9-3-16,2 0-3 15,0-9 0-15,2-1-10 16,5-8 0-16,4-5 0 0,1-5 0 15,6-8 0-15,3-6 0 16,2-4 0-16,4-6 0 16,3 4 0-16,5-1 0 0,-1 1 0 15,1 3 0-15,2 6 0 16,1 5 0-16,-1 8 0 16,0 3 0-16,-4 7 0 15,-4 10 0-15,-1 2 0 0,-3 7 0 16,-9 5 0-16,0 6 0 15,-6 0 0-15,-10 9 0 16,13-5 0-16,-13 5 0 0,0 0 0 16,0 0 0-16,0 0 0 15,0 0 0-15,0 0 0 16,0 0 0-16,0 0 0 16,0 0 0-16,0 0 0 0,0 0 0 15,0 0 0 1,0 0 0-16,0 0 0 0,0 0 0 15,-8 0 0-15,8 0 0 16,0 0 0-16,-10 0 0 16,10 0 0-16,0 0 0 0,-10 5 0 15,10-5 0-15,-8 13 0 16,3-3 0-16,3 5 0 16,0 5 0-16,2 4 0 15,2 3 0-15,5 6 0 0,4-2 0 16,-2 12 0-16,7-3 0 15,-3 2 0-15,9 7 0 16,-6-4 0-16,7 1 0 0,0 0 0 16,-2 1 0-16,7-5 0 15,-6-3 0-15,6-1 0 16,-8-6 0-16,2-1 0 16,-6-3 0-16,2-3 0 0,-5-3 0 15,-5-2 0 1,1-3 0-16,-1 1 0 0,-5-3 0 15,-1-4 0-15,-2 3 0 16,0-3 0-16,0 0 0 16,0-11 0-16,0 12 0 0,0-12 0 15,0 0 0-15,0 0 0 16,0 0 0-16,0 10 0 16,0-10 0-16,0 0 0 15,0 0 0-15,0 0 0 0,0 0-17 16,0-8-46-16,0 8-23 15,0 0-2-15</inkml:trace>
  <inkml:trace contextRef="#ctx0" brushRef="#br3" timeOffset="143016.4">13828 9207 336 0,'0'0'7'0,"0"0"3"0,5-8 2 0,-2-3 6 16,0-3-2-16,7-7 3 16,-6-4 1-16,8-4-1 0,-6-7-4 15,4-5-4-15,2-5-1 16,3-2-3-16,2-9-1 16,3-8-1-16,5-4-5 15,3-11 0-15,2-1 0 0,4-6 0 16,1 1 0-16,5-1 0 15,-1 8 0-15,-1 3 0 16,2 10 0-16,-8 9 0 16,-5 10 0-16,-2 13 0 0,-6 5 0 15,-5 5 0-15,-5 6 0 16,-2 10 0-16,-4-2 0 16,-3 10 0-16,0 0 0 15,2-8 0-15,-2 8 0 16,-2 5 0-16,-5 10 0 0,-5 2 0 15,-6 10 0-15,-7 8 0 16,-5 14 0-16,-3 9 0 16,-4 11 0-16,-4 5 0 0,0 8 0 15,1-3 0-15,6 1 0 16,-1-1 0-16,8-9 0 16,-1-4 0-16,12-9 0 15,0-10 0-15,7-10 0 0,-2-5 0 16,9-12 0-16,2-2 0 15,0-12 0-15,0-6 0 16,5-4 0-16,3-8 0 16,-2-13 0-16,7-4 0 0,0-14 0 15,4-7 0-15,1-12 0 16,4-4 0-16,0-6 0 16,0-3 0-16,3 5 0 0,-2 2 0 15,-6 9 0-15,1 13 0 16,-9 13 0-16,-1 8 0 15,-8 25 0-15,0 0 0 16,-3 18 0-16,-6 18 0 16,4 18-6-16,-8 11-21 0,-6 16-56 15,14 11-1-15</inkml:trace>
  <inkml:trace contextRef="#ctx0" brushRef="#br3" timeOffset="150566.57">16137 11794 0 0,'0'0'8'0,"0"0"-3"0,0 0 0 16,0 0 1-16,0 0 3 15,0 0 3-15,0 0 4 0,0 0 3 16,0 0 3-16,0 0 4 15,0 0 1-15,-5-10-1 16,5 10-1-16,0 0-2 16,0 0-2-16,0 0-3 0,0 0-2 15,0 0-1-15,0 0-3 16,0 0 0-16,0 0-2 16,0 0 0-16,0 0 0 15,0 0-1-15,0 0 0 0,0 0-1 16,0 0 1-16,0 0-2 15,0 0 0-15,0 0 0 16,0 0-1-16,0 0 1 16,0 0 1-16,0 0 0 0,7-2 1 15,-7 2-1-15,16-8-1 16,-4 1 0-16,0-3 0 16,5-3-1-16,4-2-1 15,3-5-1-15,1 1 0 0,5-6-1 16,2 0 0-16,3 0 0 15,-3-1 0-15,1-1 1 16,2-1-4-16,-3 3 0 16,0-2 0-16,0 3 0 0,-2 0 0 15,-2 0 0-15,-4 4 0 16,-2 0 0-16,-2 3 0 16,0 3 0-16,-7 1 0 15,-1 3 0-15,-1 0 0 0,-11 10 0 16,12-10 0-16,-12 10 0 15,0 0 0-15,7-7 0 16,-7 7 0-16,0 0 0 16,0 0 0-16,0 0 0 0,0 0 0 15,0 0 0-15,0 0 0 16,0 0 0-16,0 0 0 16,0 0 0-16,0 0 0 0,0 0 0 15,0 0 0-15,0 0 0 16,0 0 0-16,0 0 0 15,0 0 0-15,0 0 0 16,0 0 0-16,0 0 0 0,0 0 0 16,0 0 0-16,0 0 0 15,0 0 0-15,0 0 0 16,0 0 0-16,0 0 0 16,0 0 0-16,0 0 0 15,0 0-23-15,0 0-30 0,0 0-32 16,0 0-1-16</inkml:trace>
  <inkml:trace contextRef="#ctx0" brushRef="#br3" timeOffset="151099.89">16562 11201 318 0,'0'0'8'0,"0"0"2"0,0 0 4 16,0 0 1-16,0 0 4 16,0 0-1-16,0 0 0 15,0 0 0-15,0 0-5 16,0 0-2-16,0 0-2 0,0 0-1 15,9 0-1-15,7 0 1 16,3-2-1-16,4 0 0 16,9-2-4-16,0-5-3 15,5 1 0-15,1 1 0 0,-1 0 0 16,-4 0 0-16,-3-1 0 16,-5 4 0-16,-6 1 0 15,-6 0 0-15,-13 3 0 0,12 0 0 16,-12 0 0-16,0 22 0 15,-3-6 0-15,-1 3 0 16,-4 6 0-16,3 2 0 16,-5 5 0-16,3-2 0 0,-6 1 0 15,6-5 0-15,-3 2 0 16,3-6 0-16,1-3 0 16,4-2 0-16,-3-4 0 15,5-5 0-15,0-8 0 0,0 10 0 16,0-10 0-16,0 0 0 15,0 0-87-15,5-6-1 16</inkml:trace>
  <inkml:trace contextRef="#ctx0" brushRef="#br3" timeOffset="151799.92">16969 10904 404 0,'0'0'6'0,"0"0"1"0,0 0 2 15,0 0 1-15,3-10 1 16,-3 10 0-16,15-10 2 0,-8 2 0 15,8 4-5-15,0 0-2 16,2 4-1-16,3-3-1 16,0 3 0-16,0 5-4 15,-3 7 0-15,-2 3 0 0,-2 2 0 16,-6 3 0-16,-2-3 0 16,-5 3 0-16,0-2 0 15,-3-1 0-15,-4-7 0 16,2 5 0-16,-5-10 0 0,10-5 0 15,-15 10 0-15,15-10 0 16,-9 2 0-16,9-2 0 16,-3-5 0-16,3-5 0 15,5-7 0-15,5 0 0 0,2-6 0 16,3-6 0-16,2 0 0 16,3-5 0-16,-2 7 0 15,-3 2 0-15,-2 3 0 16,-4 8 0-16,-2 4 0 0,-7 10 0 15,0 0 0-15,3 13 0 16,-3 6 0-16,0 3 0 16,0 6 0-16,2-2 0 15,3 9 0-15,3-5 0 0,2-2 0 16,9-1 0-16,1-8 0 16,13-13-67-16,-4 8-21 15</inkml:trace>
  <inkml:trace contextRef="#ctx0" brushRef="#br3" timeOffset="153066.6">14236 12552 254 0,'0'0'8'0,"0"0"3"0,0 0 3 16,0 0 4-16,0 0 0 16,0 0 1-16,-12 0 0 15,12 0 3-15,0 0-9 16,0 0-4-16,0 0-2 15,0 0-1-15,0 0 0 0,12 2-1 16,1 3 0-16,-1-2 0 16,8 1 1-16,5-1 0 15,2 0-2-15,6-1 0 16,4 1-1-16,2-3 0 0,1 0 0 16,3 2-1-16,1-2 0 15,-5 0 0-15,7 0-1 16,-7 0 1-16,-4 0-1 15,3 0 0-15,-9 0 0 0,4 0 0 16,-9 0 0-16,0 0 0 16,0 0 0-16,-4 0 0 15,1 0 0-15,-5 0 0 0,-2-2-1 16,-1 2 1-16,2-3-1 16,-6 3 1-16,2-2-1 15,-1 2 1-15,-4 0 0 16,-6 0 0-16,19 0 0 0,-19 0 0 15,9-3 0-15,-9 3 0 16,0 0 0-16,11 0 1 16,-11 0-1-16,0 0 0 15,0 0 0-15,0 0 0 0,0 0-1 16,0 0 0-16,0 0-3 16,0 0-3-16,0 0-5 15,0 0-14-15,-8 0-57 16,8 0-1-16</inkml:trace>
  <inkml:trace contextRef="#ctx0" brushRef="#br3" timeOffset="153717.98">14435 12414 378 0,'0'0'8'0,"0"0"2"15,0 0 3-15,0 0 1 0,0 0 1 16,10-11 0-16,-10 11-1 16,0 0 1-16,0 0-7 15,-8 11-3-15,-5-3-3 16,-1 6-1-16,-4 0-1 0,-1 4 0 16,-6-1 0-16,-3 3 1 15,-1-5-1-15,3-1 0 16,-1-1 0-16,1-3 0 15,-2-3 1-15,6-2-1 16,1-2 0-16,5-1 1 0,2 1-1 16,7-3 0-16,7 0 0 15,-12 0 0-15,12 0 0 0,0 0-1 16,14 0 1-16,0 2-1 16,3 1 1-16,4 2 0 15,8-1 0-15,0 4 0 16,9 2 0-16,-1 0 1 0,2-1-1 15,2 4 1-15,0 2 0 16,-1-3 0-16,-2 3 0 16,-3-1 0-16,-3 0 1 15,-5-4-1-15,-3 0 0 0,-6-2 1 16,-2-2-2-16,-4 2 0 16,-5-3 0-16,-7-5 0 15,13 4 0-15,-13-4 0 16,0 0-6-16,0 0-6 15,0 0-24-15,0 0-47 0,0 0-2 16</inkml:trace>
  <inkml:trace contextRef="#ctx0" brushRef="#br3" timeOffset="154669.1">13619 12353 403 0,'0'0'6'0,"0"0"2"0,0 0 2 15,0 0 1-15,0 0-2 16,0 0 1-16,0 0 0 0,-9-1-1 16,9 1-5-16,0 7-2 15,0 3-2-15,7-3 0 16,4 3-1-16,-2 2 2 15,6 1-1-15,5-6 1 16,-2 1 0-16,3-3 0 0,4-3 2 16,-2 1 0-16,-6-3 1 15,3 0 0-15,-4-5 2 16,-2-4 0-16,-7 5-6 0,-7 4 0 16,13-12 0-16,-13 12 0 15,3-15 0-15,-3 15 0 16,0 0 0-16,0-10 0 15,0 10 0-15,0 0 0 0,0 0 0 16,0 12 0-16,2 3 0 16,3-1 0-16,4 4 0 15,0 7 0-15,0-3 0 0,-1 3 0 16,5 0 0-16,-9 0 0 16,6-3 0-16,-5 1 0 15,0-3 0-15,0-1 0 16,-5-4 0-16,0 2 0 15,-8-2 0-15,-1-5 0 0,-7 1 0 16,-1-3 0-16,-5-2 0 16,-3 1 0-16,1-2 0 15,-4-2 0-15,6-1 0 16,-4-2 0-16,4 2 0 0,0-2 0 16,7 0-76-16,3 0-13 15</inkml:trace>
  <inkml:trace contextRef="#ctx0" brushRef="#br3" timeOffset="157616.74">12693 4189 438 0,'0'0'5'16,"0"0"2"-16,0 0 2 16,0 0 1-16,0 0 0 15,0 0 0-15,10-10 0 0,-10 10 2 16,0 0-12-16,0 0 0 15,0 12 0-15,3-2-15 16,-1 0-67-16,5 0-3 16</inkml:trace>
  <inkml:trace contextRef="#ctx0" brushRef="#br3" timeOffset="158233.29">13001 3995 441 0,'0'0'6'0,"0"0"1"16,0 0 2-16,0 0 0 15,11-4 0-15,-11 4 0 16,4 12 0-16,-2 2 0 0,1 11-6 16,0 6-3-16,1 3 0 15,1 3 0-15,3 3 0 16,0 2 0-16,-1-8 0 0,-2 1 0 15,-1-5 0-15,0-5 0 16,1-8-2-16,-5 0 0 16,0-7 0-16,0-10 1 15,-9 0 0-15,5-5 1 16,-6-6 0-16,0-14 1 0,-3 0 0 16,6-8 1-16,-2-6 0 15,3-1 0-15,3-3-2 16,3-1 0-16,0 4 0 15,6 1 0-15,6 5 0 0,3 3 0 16,2 12 0-16,6 1 0 16,4 8 0-16,3 6 0 15,0 4 0-15,2 7 0 16,-2 8 0-16,-6 5 0 0,-1-1 0 16,-3 9 0-16,-10-3 0 15,-5 0 0-15,-8 1 0 16,-6-1 0-16,-4-5 0 0,-7 0 0 15,2-5 0-15,-1-1 0 16,-3-4 0-16,1-2 0 16,7-1 0-16,3-2 0 15,11-5 0-15,-4 8 0 0,4-8 0 16,17 10 0-16,3-3-2 16,2-2 2-16,3 5 0 15,3 0 0-15,2-3-1 16,-3 4 1-16,-3-4-2 15,1 8-5-15,-8-8-17 0,-17 5-57 16,15-2-3-16</inkml:trace>
  <inkml:trace contextRef="#ctx0" brushRef="#br3" timeOffset="158549.98">13486 4207 438 0,'0'0'5'0,"0"0"0"0,-8 0 0 16,8 0 0-16,-13 0 0 16,13 0 2-16,-12 14-1 15,10-1 1-15,2 1-4 16,0 4 1-16,7-4-1 0,9 1 0 16,0 0 1-16,7-2-1 15,2-6-1-15,3-5 1 16,1-2 0-16,1 0-3 15,-8-9 0-15,1-1 0 0,-6-5 0 16,-7 2 0-16,-5-5 0 16,-5 2 0-16,-10 1 0 15,-3 0 0-15,-4 3 0 16,-5 1 0-16,1 6 0 0,-3 3-21 16,9-10-60-16,1 12-5 15</inkml:trace>
  <inkml:trace contextRef="#ctx0" brushRef="#br3" timeOffset="158816.66">13788 3968 481 0,'0'0'4'0,"0"0"1"16,0 0 1-16,11-7 0 0,-11 7 1 15,13 2-5 1,-13-2-2-16,12 21 0 0,-8-2 0 15,-1 10 0-15,-1 4 0 16,1 5 0-16,-3 1 0 0,2 1 0 16,4-1 0-16,-1-7 0 15,-1 0 0-15,6-7 0 16,1-3 0-16,3-4 0 16,2-8 0-16,-2-3 0 0,1-4 0 15,5-2 0-15,-5 10-63 16,-1-15-25-16</inkml:trace>
  <inkml:trace contextRef="#ctx0" brushRef="#br3" timeOffset="158983.68">13774 4191 425 0,'0'0'5'15,"0"0"1"-15,5 0 2 16,4-2 0-16,6-1 0 0,6-1 1 15,6-1 0-15,3-6-5 16,7 9-15-16,0-5-66 16,7-1-4-16</inkml:trace>
  <inkml:trace contextRef="#ctx0" brushRef="#br3" timeOffset="159533.51">14166 4124 495 0,'0'0'4'15,"0"0"0"-15,0 0 2 0,0 0-4 16,0 0-2-16,10-7 0 16,-2 4 0-16,7 3 0 15,0-1 0-15,7 1 0 16,0 1 0-16,6 6 0 15,-3 4 0-15,2 1 0 0,-8 3 0 16,-1 5 0-16,-6-3 0 16,-7 3 0-16,-5 0 0 15,-5-3 0-15,-4 0 0 16,-7-2 0-16,-3-8 0 0,-1 4 0 16,3-7 0-16,-1-1 0 15,4-3 0-15,1-5 0 16,8-5 0-16,5 0 0 15,2-9 0-15,8-1 0 0,5-5 0 16,6-3 0-16,0 4 0 16,2-1 0-16,2 1 0 15,-2 3 0-15,-4 7 0 16,1 4 0-16,-6 8 0 0,-5 2 0 16,-2 9 0-16,-2 5 0 15,-5 7 0-15,0 1 0 16,0 5 0-16,0 0 0 15,0 1 0-15,2-1 0 0,2 1 0 16,8-6 0-16,0-3 0 16,8-1 0-16,-1-8 0 15,8-2 0-15,-2-7-11 16,-2-1-73-16,9 0-2 0</inkml:trace>
  <inkml:trace contextRef="#ctx0" brushRef="#br3" timeOffset="159816.42">14849 3874 471 0,'0'0'4'0,"-4"-10"3"0,4 10 0 0,-5-12 1 0,5 12 0 16,0 0-2-16,-10-6-6 15,4 12 0-15,2 13 0 16,-4 14 0-16,1 4 0 0,2 10 0 16,0 3 0-16,2 1 0 15,3 4 0-15,6-6 0 16,4-4 0-16,4-3 0 0,4-7 0 16,5-8 0-16,6-2 0 15,-7-10-22-15,10-1-62 16,2-6-4-16</inkml:trace>
  <inkml:trace contextRef="#ctx0" brushRef="#br3" timeOffset="160216.57">15297 4035 472 0,'0'0'4'15,"0"0"1"-15,-9-9 2 16,0 0 0-16,0 2 0 0,-7 3 2 15,-5-1-9-15,-2 2 0 16,-2 3 0-16,2 5 0 16,2 5 0-16,1 5 0 15,8 2 0-15,1 3 0 0,8 0 0 16,3-1 0-16,9-3 0 16,3-7 0-16,2 1 0 15,6-7 0-15,1-3 0 0,0-3 0 16,2-7 0-16,-3-2 0 15,-3-1 0-15,1-2 0 16,-9 4 0-16,2-2 0 16,-11 13 0-16,12-8 0 0,-12 8 0 15,2 10 0-15,-2 5 0 16,0 6 0-16,-2 3 0 16,0 3 0-16,2 1 0 15,-3-1 0-15,3-5 0 16,0 0 0-16,3-2-2 15,9-9-53-15,-4-3-33 0,4-2 1 16</inkml:trace>
  <inkml:trace contextRef="#ctx0" brushRef="#br3" timeOffset="160533.44">15479 4050 453 0,'0'0'4'15,"0"0"0"-15,0 0 1 16,-9 7 0-16,5 1 1 0,-4 6 0 15,4 3 1-15,-4 1 1 16,4 7-4-16,0-2 0 16,4 4-1-16,0-5-1 15,11-2-2-15,3-3 0 0,7-2 0 16,1-5 0-16,6-7 0 16,0-1 0-16,2-4 0 15,-2-4 0-15,2-5 0 16,-10-2 0-16,-2-5 0 15,-11 1 0-15,-2-1 0 0,-8-2 0 16,-6 4 0-16,-9-2 0 16,-6 6 0-16,-2-1 0 15,-2 8 0-15,4 3 0 16,-3-6-14-16,7 8-71 0,5 0-3 16</inkml:trace>
  <inkml:trace contextRef="#ctx0" brushRef="#br3" timeOffset="160799.74">15829 3790 485 0,'0'0'4'15,"0"0"2"-15,0-8 1 16,0 8 0-16,0 0-5 0,0 0-2 16,0 0 0-16,0 0 0 15,15 8 0-15,-3 6 0 16,6 10 0-16,4 5 0 15,-2 3 0-15,7 7 0 16,-2 1 0-16,-1 5 0 0,-3-1 0 16,-1-2 0-16,-8-2 0 15,1 0 0-15,-13-6 0 16,0-1 0-16,-16 1 0 0,-4-7 0 16,1 8-6-16,-6-7-80 15,-7-4-3-15</inkml:trace>
  <inkml:trace contextRef="#ctx0" brushRef="#br4" timeOffset="165533.22">18530 9732 409 0,'0'0'6'16,"0"0"3"-16,0 0 1 0,-5-1 1 16,5 1 1-16,-13 0 1 15,13 0-1-15,-12 0 1 16,12 0-7-16,-13 9-2 16,8 6-2-16,-2 0-1 0,2 2-1 15,0 0 0-15,5 4-1 16,0-4 1-16,5-5-1 15,5-2 1-15,3-2 0 16,1-8 0-16,6 0 1 0,0-10 1 16,0-3 0-16,-6-1-2 15,2-3 0-15,-4-4 0 16,-6 4 0-16,-4-3 0 0,-2 5 0 16,-8 1 0-16,-4 4 0 15,0 4 0-15,-1 2 0 16,-6 4 0-16,3 7 0 15,2 0 0-15,-2 8 0 16,7 0 0-16,4 2 0 0,-1-4 0 16,6-4 0-16,0-9 0 15,20 13 0-15,0-13 0 16,-3-6 0-16,8-1 0 16,-2-5 0-16,0 0 0 0,-7-5 0 15,0 1 0-15,-9 0 0 16,-2 1 0-16,-3-1 0 15,-2 2 0-15,-9 4 0 0,-2 2 0 16,-1 6 0-16,-6 2 0 16,4 2 0-16,-4 6 0 15,-1 4 0-15,0 0 0 16,8 5 0-16,0-3 0 0,4-3 0 16,2 0 0-16,5-11 0 15,7 7 0-15,4-7 0 16,1 0 0-16,4-3 0 15,-2-7 0-15,-2 4 0 0,1-4 0 16,-8 2 0-16,0-4 0 16,-5 12 0-16,0-15 0 15,0 15 0-15,-17-8-4 16,9 8-22-16,-4 12-49 16,-4-6-12-16</inkml:trace>
  <inkml:trace contextRef="#ctx0" brushRef="#br4" timeOffset="166199.92">18192 9551 297 0,'0'0'5'0,"0"0"3"0,0 0 4 0,0 0 2 15,0 0 1-15,0 0 4 16,-11-11 1-16,11 11 1 15,0-8-6-15,0 8-1 16,-2-10-3-16,2 10-2 0,0-10-2 16,0 1-1-16,8-1 0 15,-1-3-2-15,3-2 1 16,8-7-1-16,4-3 0 16,11-5 1-16,1-4-1 0,11-6 2 15,7-5-6-15,5 1 0 16,8 1 0-16,2-1 0 15,2 0 0-15,4 9 0 16,-4 0 0-16,0 8 0 0,-2 5 0 16,0 4 0-16,-9 8 0 15,1 3 0-15,-6 5 0 16,-1-1 0-16,-5 3 0 16,-4 0 0-16,-4 0 0 0,-9 3 0 15,-3 2 0-15,-7-3 0 16,-5 0 0-16,-5-2 0 15,-10 0 0-15,6 3 0 0,-6-3 0 16,0 0 0-16,0 0 0 16,0 0 0-16,0 0 0 15,-4 3 0-15,4-3 0 16,-12 0 0-16,12 0 0 16,-15 0 0-16,5 0 0 0,10 0 0 15,-14 4 0-15,14-4-75 16,-11 18-15-16</inkml:trace>
  <inkml:trace contextRef="#ctx0" brushRef="#br4" timeOffset="166932.76">18771 10055 292 0,'0'0'6'16,"0"0"3"-16,0 0 3 15,0 0 2-15,0 0 0 0,0 0 1 16,0 0 2-16,0 0 2 15,0 0-5-15,0 0-3 16,7-8-2-16,-7 8 0 0,21-10-1 16,-9 3 1-16,2-1-1 15,6-7 0-15,5-2-1 16,5-2 0-16,0-9 0 16,7-3 1-16,2-5 0 15,4-5-8-15,2-7 0 16,-4-2 0-16,2-1 0 0,-3-6 0 15,-6 2 0-15,1-4 0 16,-5-3 0-16,-3 5 0 0,-2-5 0 16,-2 4 0-16,2 7 0 15,-6 1 0-15,-1 3 0 16,-2 6 0-16,-2 5 0 0,-4 7 0 16,-3 4 0-16,-1 4 0 15,-4 5 0-15,-2 3 0 16,0 4 0-16,0 9 0 15,0-13 0-15,0 13 0 16,0 0 0-16,0 0 0 0,0 0 0 16,-13 0 0-16,13 0 0 15,-12 10 0-15,1-5 0 16,4 5 0-16,-5-3 0 16,7 8-20-16,-3-5-68 15,1 1-3-15</inkml:trace>
  <inkml:trace contextRef="#ctx0" brushRef="#br4" timeOffset="167816.35">18043 8813 203 0,'0'0'8'0,"0"0"5"0,-12 0 6 16,1-1 5-16,4 1 1 15,-5 0 4-15,1 0 0 0,-1 0 4 16,5 0-7-16,7 0-5 15,-13 0-4-15,13 0-3 16,0 0-4-16,0-13-1 0,2 2-3 16,14-5-1-16,11-7 0 15,8-7-2-15,14-7 1 16,16-4 0-16,10-4 0 16,17-7-4-16,4 0 0 0,14 0 0 15,1-3 0 1,-1 6 0-16,-1 0 0 0,-7 4 0 15,-5 7 0-15,-16 9 0 16,-10 4 0-16,-18 7 0 0,-7 4 0 16,-14 6 0-16,-12 5 0 15,-8 1 0-15,-12 2 0 16,0 0 0-16,0 0 0 16,-2 8 0-16,-12-1 0 15,-7 3 0-15,-4 3 0 0,-9 5 0 16,-12 0 0-16,-5 7 0 15,-14 3 0-15,-5-4 0 16,-9 8 0-16,-6-2 0 16,-4 8 0-16,-8-6 0 0,-1 5 0 15,0 0 0-15,9-5 0 16,2 3 0-16,9-6 0 16,13 1 0-16,14-11 0 15,13 2 0-15,19-11 0 0,19-10 0 16,0 0 0-16,17-3 0 15,17-14 0-15,9 0 0 16,10-6 0-16,0-4 0 0,2 2 0 16,0 0 0-16,-11 3 0 15,-3 5 0-15,-11 2 0 16,-4 5 0-16,-10 3 0 16,-7 7 0-16,-9 0-10 0,16 7-17 15,-16 18-47-15,0-3-12 16</inkml:trace>
  <inkml:trace contextRef="#ctx0" brushRef="#br4" timeOffset="170082.64">16162 11234 243 0,'0'0'8'0,"0"0"3"16,0 0 4-16,0 0 1 15,0 0 4-15,0 0 2 16,0 0 0-16,-12-10 2 16,12 10-5-16,0 0-5 0,0 0-2 15,-4-7-2-15,4 7-3 16,0 0-1-16,0-10-1 15,0 10-1-15,0-13-1 16,0 13 0-16,6-10-2 0,-6 10 1 16,7-9-2-16,-7 9 1 15,10-16-1-15,-10 16 0 16,13-12 0-16,-3 5 0 0,-3-1 0 16,2 4-1-16,2-4 1 15,-1 3 0-15,2 2 0 16,-2-2 0-16,0 1 0 15,3 1 0-15,-4-2 0 16,4 3 0-16,-3-1 0 0,2-2 0 16,3 2 0-16,-2 2 0 15,1-2-1-15,2 0 1 16,-2 1 0-16,4 2 0 0,-6-2-1 16,3 2 0-16,-3 0 0 15,1 0 0-15,-1 0 1 16,-2 0-1-16,1 0-1 15,-4 0 2-15,2 0-1 0,-9 0 0 16,15 0 1-16,-15 0-1 16,15 2 1-16,-5-2 0 15,-10 0 0-15,15 0 0 16,-15 0 0-16,18 2 0 0,-11 1 0 16,-7-3 0-16,17 0 0 15,-6 3 0-15,-4-2 0 16,3 2 0-16,-3-3-1 15,3 5 0-15,-10-5 0 16,17 5-1-16,-4 0 0 0,-3-2 0 16,-3 0 0-16,6 1 0 15,-3-2 0-15,2 1 0 16,-2 2 1-16,0-3 1 0,3 4 0 16,-6-4-2-16,3 3 2 15,2 3 0-15,-2-4 0 16,-2 0 2-16,4 4-2 15,-4 1 0-15,4-2 0 0,-2 0 0 16,-2 4 1-16,4-5-1 16,-3 4 0-16,1 0 1 15,1-3-1-15,-4 4 0 16,3-2 1-16,0 1-1 0,-5 0 0 16,2 0 0-16,1 1 0 15,-8-11 0-15,10 14 0 16,-10-14 0-16,12 15 0 15,-7-5 0-15,-2 0 0 0,-3-10 0 16,10 17 0-16,-8-6 0 16,3-3 1-16,2 2-1 15,-2 3 0-15,1 0 0 16,1 1 0-16,-5-3 1 0,3 3-1 16,0-2 0-16,-3-2 0 15,1 3 1-15,0-3-1 16,0 2 1-16,-1-2 0 15,0 0 0-15,-2 3 0 0,2-4 0 16,-2 3 0-16,0-2 0 16,0 3 0-16,0-3 0 15,0 2-1-15,0 0 0 16,0 1 1-16,-2 2-1 0,0-5 0 16,0 2 0-16,-1 3 0 15,-3-2 0-15,4-1 1 16,-5-2 0-16,2 0 0 15,0 2 1-15,-3-2-1 0,3 0 1 16,-2 0 0-16,2-3 0 16,5-7 1-16,-12 15 0 15,12-15 0-15,-13 14 1 16,13-14 0-16,-14 16 1 16,14-16-1-16,-18 9 0 0,11 0 1 15,-3-5-1-15,-1 3 0 16,2-2-2-16,-4 3-2 15,1-3 0-15,0 1 0 0,-1 0 0 16,3-3 0-16,-2 2 0 16,0-2 0-16,4 1 0 15,1-1 0-15,7-3 0 16,-16 1 0-16,16-1 0 0,-12 0 0 16,12 0 0-16,-10 6 0 15,10-6 0-15,-10 3 0 16,10-3 0-16,-12 8 0 15,12-8 0-15,-13 4 0 0,13-4 0 16,-12 7 0-16,12-7 0 16,-10 3 0-16,10-3 0 15,0 0 0-15,0 0 0 16,0 0 0-16,0 0 0 0,0 0 0 16,0 0 0-16,0 0 0 15,0 0 0-15,0 0 0 16,-8-6-13-16,8-2-58 15,0 8-17-15</inkml:trace>
  <inkml:trace contextRef="#ctx0" brushRef="#br4" timeOffset="170533.47">16780 11749 440 0,'0'0'6'0,"0"0"1"0,0 0 1 0,0 0 1 0,0 0 0 0,0 0 0 16,-7 2 1-16,7-2 0 0,-10 18-7 15,2-5-3-15,-1 1 0 16,-3 4 0-16,-1 1 0 15,1-1 0-15,-4 2 0 0,2-2 0 16,-2-4 0-16,2 1 0 16,1-3 0-16,3-2 0 15,1-5 0-15,9-5 0 16,-11 10 0-16,11-10 0 0,0 0 0 16,0 0 0-16,0 0 0 15,0 0 0-15,0 0 0 16,13 0 0-16,-1 0 0 15,6 0 0-15,1-2 0 16,6-6 0-16,-2 3 0 0,7-2 0 16,-3 2 0-16,3-3 0 15,-5 3-8-15,-3 0-45 16,0 1-34-16,0-5 1 16</inkml:trace>
  <inkml:trace contextRef="#ctx0" brushRef="#br4" timeOffset="181716.65">16169 12564 29 0,'0'0'0'15,"0"0"0"-15,0 0 0 16,0 0-2-16,0 0 2 0,0 0 3 16,0 0 2-16,0 0 3 15,0 0 4-15,0 0 1 16,0 0 2-16,0 0 3 15,0 0 3-15,0 0 0 0,0 0 2 16,0 0 1-16,-7-7 1 16,7 7 2-16,0 0-2 15,0 0-2-15,0 0-1 0,0 0-3 16,0 0-5-16,0 0-2 16,0 0-4-16,0 0 0 15,0 0-3-15,0 0 1 16,0 0-2-16,0 0 1 15,0 0-1-15,0 0-1 0,0 0 1 16,0 0-1-16,0 0 0 16,0 0 1-16,0 0 0 0,0 0 1 15,5-3 0-15,-5 3 0 16,12 0 0-16,-4 0 1 16,4 0 0-16,-3 0-1 15,7 0-1-15,-4 0 1 16,3-2-2-16,0 2 1 15,2-2-1-15,0 2 0 0,-1 0-1 16,7 0 0-16,-4 0-1 16,1 0 0-16,0 0 0 15,-3 0-1-15,1 0 1 16,1 0-1-16,-1 0 1 0,-4 0 0 16,2 2-1-16,-4 0 1 15,3-2-1-15,-3 0 1 16,4 3 0-16,0-3 1 0,2 0-1 15,-1 0 0-15,1 0 0 16,-4 0 0-16,4 0 0 16,-3-3 0-16,-3 3-1 15,1 0 1-15,-3 0 0 0,0 0 0 16,-3 0 0-16,3 0-1 16,0 0 1-16,0 0 0 15,3 0 0-15,-1 0 0 16,2 0 0-16,2 0 0 15,1 0 0-15,-2 0 1 0,0 0-2 16,0 0 0-16,-3 0 0 16,0 3 0-16,1-3 0 15,-3 2 0-15,3-2 0 16,-6 3 0-16,5-3 0 0,-4 0 0 16,4 2 0-16,4-2 0 15,-4 0 0-15,0 0 0 16,3 0 0-16,-1 0 0 0,4 0 0 15,-3 0 0-15,0 0 0 16,0 0 0-16,2 0 0 16,-5 0 0-16,1 0 0 15,-1 0 0-15,4 0 0 0,-4 0 0 16,0 0 0-16,3 0 0 16,3 0 0-16,-1 0 0 15,3-2 0-15,-3 2 0 16,8 0 0-16,-2 0 0 0,-1 0 0 15,0 0 0-15,3-3 0 16,-2 3 0-16,-4-2 0 16,1 2 0-16,-2-3 0 15,-1 3 0-15,-4-2 0 16,-1 2 0-16,-3-2 0 0,0-1 0 16,-9 3 0-16,14-3 0 15,-14 3 0-15,0 0 0 16,7-3 0-16,-7 3 0 0,0 0 0 15,0 0 0-15,0 0 0 16,0 0 0-16,0 0 0 16,0 0 0-16,0 0 0 15,0 0 0-15,0 0 0 0,0 0 0 16,0 0 0-16,0 0 0 16,0 0 0-16,0 0 0 15,0 0 0-15,0 0 0 16,0 0 0-16,0 0 0 0,0 0-17 15,-7 11-59-15,7-11-11 16</inkml:trace>
  <inkml:trace contextRef="#ctx0" brushRef="#br4" timeOffset="182567.02">17208 12279 344 0,'0'0'3'0,"0"0"3"16,0 0 2-16,0 0 4 15,0 0 2-15,0 0-1 0,-7-10 3 16,7 10 0-16,0 0-1 16,0 0-3-16,0 0-2 15,0 0-2-15,0 0-1 16,0 0-2-16,0 0-1 0,0 0-1 16,0 0-1-16,0 0 1 15,0 0-1-15,2 6 1 16,7 1 2-16,4 2-5 0,5 2 0 15,2 1 0-15,4 6 0 16,6-6 0-16,-3 3 0 16,5-1 0-16,-2 2 0 15,5-2 0-15,-5 1 0 16,2-2 0-16,-2-1 0 0,-3 1 0 16,-2-4 0-16,-2-2 0 15,-4 1 0-15,-6-3 0 16,-1-3 0-16,-12-2 0 15,12 6 0-15,-12-6 0 0,0 0 0 16,0 0 0-16,0 0 0 16,0 0 0-16,0 0 0 15,0 0 0-15,-9 2 0 16,9-2 0-16,-17 0 0 0,10 0 0 16,-9 2 0-16,2 1 0 15,-2 2 0-15,0-2 0 16,-2 5 0-16,-5 6 0 0,0 0 0 15,2 4 0-15,-2 2 0 16,-2 5 0-16,0-1 0 16,3 1 0-16,2 2 0 15,0 1 0-15,3-4 0 0,-1 3 0 16,4-5 0-16,-2-1 0 16,4-1 0-16,0-4 0 15,2 0 0-15,0-9 0 16,3 3 0-16,7-10 0 15,-13 15 0-15,13-15 0 0,0 0 0 16,0 0 0-16,-10 7 0 16,10-7 0-16,0 0 0 15,0 0 0-15,0 0 0 16,0 0 0-16,0 0 0 0,2-7 0 16,-2 7 0-16,8-17 0 15,0-1-77-15,-1 5-14 16</inkml:trace>
  <inkml:trace contextRef="#ctx0" brushRef="#br4" timeOffset="183199.62">17093 12245 323 0,'0'0'5'0,"0"0"4"0,0 0 3 16,-7-10 4-16,7 10 0 15,0 0 3-15,-7-10 0 16,7 10 0-16,0 0-4 15,0 0-5-15,0 0-1 0,0 0-4 16,0 5 1-16,7 2-2 16,10 3 0-16,6 1 1 15,2 3 0-15,7-2 1 16,5 3-2-16,3 0-4 0,2-1 0 16,0 2 0-16,3-7 0 15,-5 2 0-15,2-2 0 16,-8-1 0-16,2 0 0 15,-6-1 0-15,-6-2 0 0,-1-3 0 16,-8 1 0-16,-1-1 0 16,-14-2 0-16,13 3 0 15,-13-3 0-15,0 0 0 16,0 0 0-16,0 0 0 0,-10 11 0 16,-2-2 0-16,-4 6 0 15,-5 4 0-15,-7 1 0 16,-4 4 0-16,-4 7 0 15,2 1 0-15,-3-1 0 16,-3 2 0-16,3-3 0 0,7-3 0 16,0 2 0-16,5-6 0 15,5-3 0-15,6-2 0 16,1-6 0-16,6 1 0 16,-1-5 0-16,8-8 0 0,-7 9 0 15,7-9-12-15,0 16-71 16,0-16-5-16</inkml:trace>
  <inkml:trace contextRef="#ctx0" brushRef="#br4" timeOffset="184333.64">17066 13177 332 0,'0'0'6'0,"0"0"3"0,0 0 4 0,0 0 2 0,-5-11 2 0,5 11-1 16,0 0 1-16,0 0 1 0,0 0-5 16,5-5-2-16,8 5-3 15,1 0-2-15,7 0 0 16,4 3 0-16,4-1 0 0,4 3-2 16,4-3 1-16,0 3-2 15,0-2-3-15,0-1 0 16,1-2 0-16,-3 3 0 15,-5-3 0-15,-3 0 0 0,-8 3 0 16,-1-3 0-16,-6 0 0 16,-12 0 0-16,11 0 0 15,-11 0 0-15,0 0 0 16,0 0 0-16,0 0 0 0,0 0 0 16,0 0 0-16,0 0 0 15,0 0 0-15,0 0 0 16,-6 9 0-16,-6-4 0 15,0 6 0-15,-6-4 0 0,-5 5 0 16,-4 2 0-16,0 0 0 16,-8 3 0-16,0-8 0 15,-2 9 0-15,0-5 0 16,0-1 0-16,2-1 0 0,0 0 0 16,5-1 0-16,0 0 0 15,8-5 0-15,4 2 0 16,4-2 0-16,6 0 0 15,8-5 0-15,-12 5 0 16,12-5 0-16,0 0 0 0,0 0 0 16,0 0 0-16,12 8 0 15,0-6 0-15,3 0 0 16,8 3 0-16,4-2 0 16,1 0 0-16,6-1 0 0,4-2 0 15,1 3 0-15,1-3 0 16,5 0 0-16,-2 0 0 15,-4 0 0-15,-2 0 0 0,-5 0 0 16,-2 0 0-16,-5 0 0 16,-8 0 0-16,-6 0 0 15,-11 0 0-15,9 0 0 16,-9 0 0-16,0 0 0 16,0 0 0-16,0 0 0 0,0 0 0 15,0 0 0-15,-9 0 0 16,9 0 0-16,-13 0 0 15,5-5-73-15,-1 2-19 16</inkml:trace>
  <inkml:trace contextRef="#ctx0" brushRef="#br4" timeOffset="185751.29">15992 11886 14 0,'0'0'2'0,"0"0"-2"15,0 0 0-15,0 0 0 0,0 0 0 16,0 0 0-16,0 0-3 16,0 0-10-16</inkml:trace>
  <inkml:trace contextRef="#ctx0" brushRef="#br4" timeOffset="187349.39">15992 11886 180 0,'36'-33'6'0,"-36"33"4"0,0 0 5 15,0 0 2-15,0 0 2 16,0 0 2-16,0 0-1 15,0 0 2-15,0 0-4 16,0 0-3-16,0 0-2 0,0 0-1 16,0 0-2-16,0 0 1 15,0 0-1-15,0 0 0 16,0 0-2-16,0 0 0 16,0 0-2-16,0 0 1 0,0 0-3 15,0 0 1-15,0 0-1 16,0 0 0-16,0 0 0 15,0 0-1-15,0 0 0 0,0 0-1 16,0 0 0-16,0 0-1 16,0 0 0-16,0 0-1 15,0 0 1-15,0 0 0 16,0 0 1-16,0 0-1 16,0 0 1-16,0 0 0 15,0 0 0-15,0 0-1 0,0 0 1 16,0-10-1-16,0 10 0 15,0 0 1-15,0 0-1 16,0 0 1-16,10-10 0 0,-10 10 0 16,0 0 0-16,8-10 1 15,-8 10 0-15,12-7 0 16,-12 7 1-16,12-10-4 0,-12 10 0 16,14-12 0-16,-3 5 0 15,-4-2 0-15,3 5 0 16,0-3 0-16,0-1 0 15,2 0 0-15,3 0 0 16,-3-1 0-16,4 1 0 0,-4 1 0 16,1 0 0-1,-1 0 0-15,2-1 0 0,-1-2 0 16,-3 3 0-16,3-1 0 0,-4 1 0 16,4 0 0-16,-3-1 0 15,0 1 0-15,2-3 0 16,1-1 0-16,-1 3 0 15,-1 0 0-15,1-2 0 16,0 3 0-16,-2-4 0 0,0 4 0 16,2 0 0-16,-4-4 0 15,-8 11 0-15,17-16 0 16,-8 7 0-16,0 0 0 16,3 2 0-16,-5-1 0 0,4-2 0 15,-4 3 0-15,2-1 0 16,2 1 0-16,-1-3 0 15,-3-1 0-15,5 4 0 0,-4 0 0 16,2 0 0-16,2-1 0 16,-2-2 0-16,0 3 0 15,0-1 0-15,0 1 0 16,-3-3 0-16,3 2 0 0,-10 8 0 16,15-12 0-16,-5 5 0 15,-10 7 0-15,18-14 0 16,-18 14 0-16,17-13 0 15,-17 13 0-15,15-15 0 0,-5 7 0 16,2 1 0-16,-2 0 0 16,0-1 0-16,3 0 0 15,-3-1 0-15,-1 1 0 16,1 1 0-16,3-3 0 16,-6 3 0-16,3-1 0 0,0 3 0 15,0-5 0-15,0 2 0 16,-2 1 0-16,4 2 0 15,-12 5 0-15,15-14 0 0,-15 14 0 16,15-10 0-16,-15 10 0 16,12-6 0-16,-12 6 0 15,0 0 0-15,13-9 0 16,-13 9 0-16,7-5 0 0,-7 5 0 16,0 0 0-16,12-10 0 15,-12 10 0-15,0 0 0 16,8-10 0-16,-8 10 0 15,0 0 0-15,10-7 0 0,-10 7 0 16,0 0 0-16,12-11 0 16,-12 11 0-16,0 0 0 15,13-12 0-15,-13 12 0 16,7-6 0-16,-7 6 0 0,0 0 0 16,12-11 0-16,-12 11 0 15,0 0 0-15,0 0 0 16,11-10 0-16,-11 10 0 15,0 0 0-15,0 0 0 16,4-10 0-16,-4 10 0 0,0 0 0 16,0 0 0-16,0 0 0 15,0 0 0-15,0 0 0 16,5-7 0-16,-5 7 0 0,0 0 0 16,0 0 0-16,0 0 0 15,0 0 0-15,0 0 0 16,0 0 0-16,0 0 0 15,0 0 0-15,0 0 0 0,0 0 0 16,0 0 0-16,0 0 0 16,0 0 0-16,0 0 0 15,0 0 0-15,0 0 0 0,0 0 0 16,0 0 0-16,0 0 0 16,0 0 0-16,0 0 0 15,0 0 0-15,0 0 0 16,0 0 0-16,0 0 0 15,0 0 0-15,-2 7-72 16,2-7-21-16</inkml:trace>
  <inkml:trace contextRef="#ctx0" brushRef="#br4" timeOffset="188316.37">16686 11053 280 0,'0'0'5'0,"0"0"3"0,0 0 5 16,2-7 2-16,-2 7 1 16,0 0 3-16,5-10 1 15,-5 10 2-15,0 0-5 16,0 0-3-16,0 0-2 0,5-10-3 16,-5 10-1-16,0 0-2 15,0 0-1-15,0 0-1 16,0 0-1-16,0 0 0 15,0 0-1-15,0 0 1 16,13 2-1-16,-13-2 1 0,15 5 1 16,-2-2 0-16,-1 0 1 15,5-1 0-15,3 0-1 16,0-2-4-16,3 0 0 16,1 0 0-16,-2 0 0 0,1-2 0 15,-3-3 0-15,-1 5 0 16,-3-5 0-16,1 2 0 15,-7-1 0-15,0 4 0 16,-10 0 0-16,9-6 0 0,-9 6 0 16,0 0 0-16,0 0 0 15,0 0 0-15,0 0 0 16,0 0 0-16,0 0 0 16,0 0 0-16,0 0 0 0,0 0 0 15,0 0 0-15,0 0 0 16,0 0 0-16,0 0 0 15,0 0 0-15,0 0 0 0,0 0 0 16,0 0 0-16,0 0 0 16,0 0 0-16,0 0 0 15,0 0 0-15,0 0 0 0,0 0 0 16,0 0 0-16,0 0 0 16,0 0 0-16,0 0 0 15,0 0 0-15,0 0 0 16,0 0 0-16,0 0 0 15,0 0 0-15,0 0 0 0,0 10 0 16,0-10 0-16,-4 23 0 16,-1-9 0-16,0 6 0 15,-7 7 0-15,6 4 0 16,-3 1 0-16,1 2 0 0,-2 1 0 16,2 2 0-16,-1-7 0 15,1 2 0-15,0-5 0 16,4-2 0-16,-1-2 0 15,-1-7 0-15,2 0 0 0,1-4 0 16,0-2 0-16,3-10 0 16,-2 12 0-16,2-12 0 15,0 0 0-15,-2 8 0 16,2-8 0-16,0 0 0 0,0 0 0 16,-5-5 0-16,-2-6-37 15,-1-3-51-15,5-4-2 16</inkml:trace>
  <inkml:trace contextRef="#ctx0" brushRef="#br4" timeOffset="188716.51">16828 11068 370 0,'0'0'5'0,"0"0"5"0,0 0 3 16,0 0 1-16,10-10 3 0,-10 10 0 16,0 0 1-16,0 0 0 15,0 0-5-15,0 0-4 16,0 0-2-16,-13 3-7 16,1 7 0-16,-3 1 0 0,-5 7 0 15,-5 0 0-15,0 1 0 16,-5 1 0-16,-2-1 0 15,-3 2 0-15,1-1 0 0,-6-3 0 16,0-2 0-16,3 0 0 16,-1-3 0-16,6-1 0 15,5-5 0-15,4 2 0 16,6-6 0-16,7 1 0 0,10-3 0 16,0 0 0-16,0 0 0 15,0 0 0-15,6 0-10 16,13-5-50-16,1-3-25 15,5 2-1-15</inkml:trace>
  <inkml:trace contextRef="#ctx0" brushRef="#br4" timeOffset="189732.91">16942 10800 373 0,'0'0'7'0,"0"0"3"0,0 0 2 0,0 0 3 15,0 0 0-15,2-10 2 16,-2 10 0-16,0 0 1 15,11-9-6-15,-2 4-2 16,6 3-5-16,0 2-5 0,5 0 0 16,2 0 0-16,3 2 0 15,-2 8 0-15,2 0 0 16,-4 0 0-16,0 8 0 16,-7-2 0-16,-1 1 0 0,-3 6 0 15,-8-3 0-15,-2 2 0 16,0 0 0-16,-10 1 0 15,1-1 0-15,-9-3 0 16,-1 4 0-16,3-8 0 0,-4 3 0 16,1-7 0-16,3-1 0 15,6 0 0-15,1-5 0 16,9-5 0-16,-10 3 0 16,10-3 0-16,0-8 0 0,2-2 0 15,6-2 0-15,1-3 0 16,4-7 0-16,2 0 0 15,5-5 0-15,2-3 0 16,3-3 0-16,3-1 0 0,-1-1 0 16,1-2 0-16,-4 5 0 15,-4-1 0-15,-2 8 0 16,-4 0 0-16,-4 6 0 16,-4 7 0-16,-4 2 0 0,-2 10 0 15,0-11 0 1,0 11 0-16,-8 0 0 0,8 0 0 15,-17 16 0-15,7 1 0 16,0 2 0-16,-2 6 0 0,1 3 0 16,1 5 0-16,6-4 0 15,-1 6 0-15,5-8 0 16,5 5 0-16,2-7 0 0,6-5 0 16,4-3 0-16,3-2 0 15,5-5 0-15,2-6 0 16,3 1 0-16,-1-5 0 15,4 0 0-15,0 0 0 16,-7-2 0-16,1-1 0 16,-4-1 0-16,-5 1 0 0,-8 1 0 15,-1 0 0-15,-9 2 0 16,0 0 0-16,0 0 0 16,0 0 0-16,0 0 0 0,0 0 0 15,0 0 0-15,0 0 0 16,0 0 0-16,0 0 0 15,0 7 0-15,0-7 0 16,0 0 0-16,-17 17-87 0,17-17-7 16</inkml:trace>
  <inkml:trace contextRef="#ctx0" brushRef="#br4" timeOffset="194321.06">14989 10340 135 0,'0'0'8'16,"0"0"8"-16,3 7 4 0,-3-7 5 16,4 10 3-16,-4-10 5 15,3 12 1-15,-3-12 3 16,2 10-5-16,-2-10-5 0,0 8-3 15,0-8-5-15,0 10-2 16,0-10-4-16,0 0-1 16,3 10-3-16,-3-10-1 15,0 0-1-15,0 0 0 0,0 0-7 16,0 0 0-16,0 0 0 16,0 0 0-16,8-10 0 15,-8-3 0-15,0 1 0 16,0-6 0-16,2-2 0 0,1-7 0 15,-3 1 0-15,0-9 0 16,2 0 0-16,-2-7 0 16,0-1 0-16,0 4 0 15,0-8 0-15,0 7 0 0,0-2 0 16,2 5 0-16,1 4 0 16,-3 2 0-16,0 9 0 15,0-1 0-15,0 5 0 16,0 6 0-16,0 0 0 0,0 2 0 15,0 10 0-15,0-10 0 16,0 10 0-16,0 0 0 16,0-10 0-16,0 10 0 15,0 0 0-15,0 0 0 0,0 0 0 16,0 0 0-16,0 0 0 16,0 0 0-16,0 0 0 15,0 0 0-15,0 0 0 16,0-8 0-16,0 8 0 0,0 0 0 15,0 0 0-15,0 0 0 16,0 0 0-16,0 0 0 16,0 0 0-16,0-8 0 15,0 8 0-15,0 0 0 0,0-13 0 16,0 13 0-16,0-15 0 16,0 15 0-16,0-13 0 15,0 13 0-15,0-9 0 16,0 9 0-16,0 0 0 0,0 0 0 15,2-11 0-15,-2 11 0 16,0 0 0-16,0 0 0 16,0 0 0-16,0 0 0 15,-2 11 0-15,-3-2 0 0,-6 7 0 16,2 0 0-16,-6 1 0 16,2 6 0-16,-4-3 0 15,0-1 0-15,-4-1 0 16,7-1 0-16,2-4 0 0,-2-1 0 15,5-4 0-15,9-8 0 16,-13 12 0-16,13-12 0 16,0 0 0-16,0 0 0 15,0 0 0-15,0 0 0 0,0 0 0 16,0 0 0-16,0 0 0 16,0-10 0-16,9 3 0 15,-2-3 0-15,2-5 0 16,4-2 0-16,2 2 0 0,0-5 0 15,0 0 0-15,0 0 0 16,-1 4 0-16,2-5 0 16,-4 4 0-16,-2-1 0 0,3 1 0 15,-6 4 0-15,-2 1 0 16,1 3 0-16,-3-1 0 16,-3 10 0-16,8-10 0 15,-8 10 0-15,0 0 0 16,0 0 0-16,0 0 0 0,0 0 0 15,3 7 0-15,-1 6 0 16,1 3 0-16,-1 2 0 16,5 5 0-16,0-1 0 15,2 6 0-15,3-7 0 0,1-1 0 16,-1 0 0-16,-3-4 0 16,4 1 0-16,-3-6 0 15,0 2 0-15,-10-13 0 0,15 12 0 16,-15-12 0-16,7 10 0 15,-7-10 0-15,0 0 0 16,0 0 0-16,0 0 0 16,0 0 0-16,0 0 0 0,0 0 0 15,0 0 0-15,0 0 0 16,0 0 0-16,0 0 0 16,0 0 0-16,0 0 0 15,0 0 0-15,7 0-45 16,-7 0-48-16,5-13-2 0</inkml:trace>
  <inkml:trace contextRef="#ctx0" brushRef="#br4" timeOffset="196900.69">15265 9544 342 0,'0'0'7'16,"0"0"3"-16,0 0 6 15,0 0 1-15,0-9 1 0,0 9 2 16,0 0 1 0,0-10 1-16,0 10-7 0,0 0-4 15,0 0-4-15,0 0-2 16,0 0-5-16,10 5 0 15,-1 2 0-15,4 3 0 0,2 0 0 16,1 0 0-16,6 5 0 16,-5-3 0-16,5-2 0 0,-6-1 0 15,0 2 0-15,-1-4 0 16,-5 0 0-16,-10-7 0 16,15 8 0-16,-15-8 0 15,0 0 0-15,0 0 0 16,7 8 0-16,-7-8 0 0,0 0 0 15,0 0 0-15,0 0 0 16,0 0 0-16,-2-5 0 16,2 5 0-16,-8-12 0 15,8 12-19-15,0-11-67 0,-2 2-2 16</inkml:trace>
  <inkml:trace contextRef="#ctx0" brushRef="#br4" timeOffset="197232.77">15573 9399 398 0,'0'0'7'16,"0"0"3"-16,0 0 3 15,0 0 3-15,0 0 0 0,10-11 1 16,-10 11-1-16,0 0 2 16,0 0-18-16,0 18 0 15,0 2 0-15,-3 7 0 16,-4 5 0-16,2 5 0 15,-5 5 0-15,2 3 0 0,-1 0 0 16,-2-3 0-16,-1-6 0 16,0 0 0-16,2-7 0 15,0-4 0-15,3-3 0 16,2-7 0-16,-3-2 0 0,5-3 0 16,3-10 0-16,-5 12 0 15,5-12 0-15,0 0 0 16,0 0 0-16,0 0 0 15,0 0 0-15,0 0 0 0,0 0-16 16,0 0-70-16,8 5-2 16</inkml:trace>
  <inkml:trace contextRef="#ctx0" brushRef="#br4" timeOffset="204816.75">4677 6693 107 0,'0'0'6'16,"0"0"7"-16,0 0 8 0,-2-9 4 15,2 9 4-15,0 0 0 16,0-8-3-16,0 8 2 16,0 0-5-16,0 8-5 0,0 8-7 15,2 15-4 1,3 5-3-16,-2 14-1 0,1 17 2 15,2 8-1-15,-3 16-1 16,-1 6-2-16,-2 12 1 0,0-1-1 16,0 9 1-16,-2-1 0 15,-4-4-2-15,1 3-1 16,-5-15 0-16,6-2-2 16,-1-10-5-16,-3-9-5 0,3-6-20 15,2-3-35-15,1-14-4 16</inkml:trace>
  <inkml:trace contextRef="#ctx0" brushRef="#br4" timeOffset="205749.96">6762 6803 254 0,'0'0'5'15,"0"0"3"-15,0 0 2 0,0 0 1 16,0 0 3-16,0 0-1 16,0 0 2-16,0 0-1 15,-8 7-3-15,8 11-3 0,0 3-1 16,0 14-2-16,0 12-2 15,0 13 0-15,0 14 0 16,4 10-1-16,-2 10-1 16,3 10 0-16,-3 5 0 0,1 5 0 15,-3 0 1-15,2 2-1 16,-2-2 1-16,0-4 0 16,-2-4 0-16,-1-7 0 15,-4-7 0-15,1 0 0 0,1-18 0 16,-2-7-1-16,2-10-3 15,3-11-5-15,-3-10-4 16,3-10-7-16,-2-10-24 16,4-4-27-16,0-12-9 0</inkml:trace>
  <inkml:trace contextRef="#ctx0" brushRef="#br0" timeOffset="-205363.92">16512 4159 483 0,'0'0'4'0,"0"0"2"16,0 0 2-16,0 0 0 15,0-10-6-15,0 10-2 0,0 0 0 16,-10-5 0-16,10 5 0 15,0 0 0-15,-7 0 0 16,7 0 0-16,0 0 0 0,0 0 0 16,2 13-3-16,-2-13-84 15,12 9-3-15</inkml:trace>
  <inkml:trace contextRef="#ctx0" brushRef="#br0" timeOffset="-204963.21">17061 3959 464 0,'0'0'4'0,"0"0"2"16,0 0 2-16,0 0 1 16,0 0-1-16,-5 0 1 15,0 4-6-15,3 9-3 16,-3 6 0-16,-1 6 0 0,2 5 0 15,-1 2 0-15,2 6 0 16,3-1 0-16,0-1 0 16,0-1 0-16,3-3 0 15,2-7 0-15,2 3 0 0,-7-9-27 16,6-6-58-16,-4-5-4 16</inkml:trace>
  <inkml:trace contextRef="#ctx0" brushRef="#br0" timeOffset="-204697">16734 3921 456 0,'0'0'5'0,"0"0"1"15,-6-12 2-15,6 12-1 16,0-15 2-16,6 5 0 15,11-3 2-15,5 1-11 0,13-1 0 16,7 2 0-16,8 4 0 16,2-7 0-16,5 7 0 15,0 0 0-15,0 5 0 0,-2-1 0 16,-5 3 0-16,-13 3-10 16,-8 6-75-16,2 4-2 15</inkml:trace>
  <inkml:trace contextRef="#ctx0" brushRef="#br0" timeOffset="-204296.98">17245 4142 465 0,'0'0'4'0,"0"0"2"0,0 0 2 16,0 0 1-16,2-3 0 15,-2 3 1-15,18-7-10 16,-3 2 0-16,2 2 0 0,5 3 0 16,3 0 0-16,2 5 0 15,1 3 0-15,-1 7 0 16,-1-1 0-16,-7 6 0 16,-1 1 0-16,-6 0 0 0,-4-3 0 15,-8 2 0-15,0-6 0 16,-6-2 0-16,-1-1 0 15,-5-7 0-15,-4-4 0 0,1 0 0 16,0-4 0-16,6-7 0 16,-3-1 0-16,6-5 0 15,1 0 0-15,5-3 0 16,3 3 0-16,10-3 0 16,1 2 0-16,3 4 0 0,7-1 0 15,2 7-13-15,-3 1-45 16,11 4-29-16,-1-1-1 15</inkml:trace>
  <inkml:trace contextRef="#ctx0" brushRef="#br0" timeOffset="-203430.35">17836 4099 401 0,'0'0'5'0,"0"0"3"0,-7-4 2 16,7 4 2-16,-18-6 1 16,6 5 0-16,-2-2 1 15,-4 3 0-15,6 0-4 0,-8 4-5 16,4 6-1-16,2 4-2 15,4 2-2-15,2 4 0 16,5 0 0-16,3 2-2 16,3-2 1-16,5-3 1 0,4 1 0 15,4-8 0-15,-2-3 0 16,6-4 1-16,-3-3 1 16,-2-6-2-16,0-6 0 15,3 0 0-15,-4-8 0 16,-1-3 0-16,-1 1 0 0,0-3 0 15,-1 3 0-15,-2 2 0 16,1 4 0-16,-4 6 0 16,-6 10 0-16,9-5 0 0,-6 11 0 15,-3 10 0-15,2 2 0 16,3-2 0-16,0 4 0 16,3-3 0-16,-1 1-2 15,1-6 1-15,1-5 0 0,2-1 0 16,1-6 1-16,1 0 0 15,-1-8 1-15,2-2 0 16,4-4 0-16,0-4 1 16,-4 1-2-16,4-4 0 0,-6 4 0 15,4 2 0-15,-7 1 0 16,1 4 0-16,-10 10 0 16,13-5 0-16,-13 5 0 15,5 10-2-15,-3 2 2 16,-2 2-1-16,0 4 1 0,5 2-1 15,4-5 1-15,2 0 0 16,6-2-1-16,2-4 1 16,12-4 0-16,-1-5 0 0,7 0 0 15,-2-5 1-15,2-4 0 16,-5-4 0-16,-5-2 1 16,-4 0-2-16,-11-5 0 15,-4 5 0-15,-8 1 0 0,-6 2 0 16,-6 2 0-16,-4 2 0 15,-2 6 0-15,-5-1 0 16,6 3 0-16,-1 3 0 16,6 4 0-16,-1 3 0 0,6-1 0 15,7 4 0-15,0 2 0 16,7-2 0-16,9-1 0 16,1 0 0-16,3 3 0 15,0-3 0-15,2 1 0 16,0-1 0-16,-1-1 0 0,-7-5 0 15,1 2 0-15,-5-1 0 16,-10-7 0-16,4 13 0 16,-4-13 0-16,-9 7 0 0,-6-2 0 15,-4-2 0-15,-4 1 0 16,-2 2 0-16,0-2 0 16,1-1 0-16,1 4-10 15,1-7-15-15,-6 5-57 16,21 1-4-16</inkml:trace>
  <inkml:trace contextRef="#ctx0" brushRef="#br0" timeOffset="-202180.31">18721 4067 381 0,'0'0'7'0,"0"0"3"0,0 0 2 16,0 0 2-16,0 0 2 16,0 0 1-16,0 0 0 15,0 0 0-15,0 0-5 0,0 0-4 16,0 0-8-16,0 0 0 16,0 0 0-16,14 0 0 15,-1 0 0-15,10-2 0 16,5 2 0-16,4-2 0 15,5-1 0-15,2-2 0 0,1 0 0 16,3 0 0-16,-6 0 0 16,-3 3 0-16,-4-1 0 0,-10 0 0 15,-3 3 0-15,-1 0 0 16,-16 0 0-16,8 10 0 16,-8 1 0-16,-6 1 0 15,-7 2 0-15,-4 3 0 16,-5 0 0-16,-6 2 0 15,-4 1 0-15,-9-1 0 0,3 1 0 16,-5 0 0-16,1-3 0 16,3 1 0-16,1-1 0 15,1-2 0-15,9-5 0 0,7 0 0 16,3-3 0-16,6 1 0 16,12-8 0-16,0 0 0 15,7 10 0-15,7-10 0 16,9 0 0-16,4 0 0 0,7 0 0 15,7-6 0-15,-1 4 0 16,4-3 0-16,-4 0 0 16,3 3 0-16,-2-3 0 15,-1 2 0-15,-4 3 0 0,-4-3 0 16,-6 3 0-16,2 0 0 16,-3 0 0-16,-7 0 0 15,-2 0 0-15,-3 0 0 16,-3 0 0-16,-10 0 0 15,12 0 0-15,-12 0 0 0,0 0 0 16,0 0 0-16,0 0 0 16,0 0 0-16,-7 0 0 15,7 0 0-15,-10 0 0 16,10 0 0-16,-11 0 0 0,11 0 0 16,-9 3 0-16,9-3 0 15,-5 20-12-15,5-20-81 16,0 0-3-16</inkml:trace>
  <inkml:trace contextRef="#ctx0" brushRef="#br0" timeOffset="-199647.23">19685 3792 330 0,'0'0'8'0,"0"-12"3"0,0 5 5 16,2-6 0-16,-2 1 4 16,0 2 0-16,0-2 1 15,-2-1 1-15,2 13-9 16,-10-3-3-16,5 9-4 0,-8 12-2 15,1 11-1-15,-3 11-2 16,-4 6 0-16,-2 12-1 16,2 8 1-16,-1 1 0 15,2 2 0-15,1 1 0 0,8-6 0 16,3-4-1-16,6-3 1 16,8-8 0-16,6-4 1 15,12-8-2-15,3-7 0 16,4-9 0-16,4 0-5 0,-3-11-6 15,7-10-41-15,-7 3-32 16,1-3-2-16</inkml:trace>
  <inkml:trace contextRef="#ctx0" brushRef="#br0" timeOffset="-199180.55">19839 4017 454 0,'0'0'4'0,"0"0"3"0,0 0 1 0,0 0 0 16,0 0 0-16,0 0 1 15,0 11 0-15,-3 1-5 0,-1 3-4 16,-1 3 0-16,-2 4 0 16,-2 3 0-16,0 4 0 15,-4-1 0-15,1-7 0 16,0 2 0-16,-4-6 0 16,7-2 0-16,-1-1 0 0,-1-3 0 15,11-11 0-15,-8 10 0 16,8-10 0-16,14 0 0 15,-2 0 0-15,8-3 0 0,2-2 0 16,6-2 0-16,1 0 0 16,4 0 0-16,-6-1 0 15,1 3 0-15,-6 0 0 16,-3 2 0-16,-3 3 0 0,-7 0 0 16,-9 0 0-16,11 0 0 15,-11 0 0-15,0 0-80 16,-3 10-8-16</inkml:trace>
  <inkml:trace contextRef="#ctx0" brushRef="#br0" timeOffset="-198729.97">20081 4228 483 0,'0'0'4'0,"0"0"2"16,0 0 2-16,0 0 2 0,-1-10-10 16,1 10 0-16,-2-7 0 15,2 7 0-15,2-15 0 16,-2 15 0-16,15-12 0 16,2 10 0-16,-4-1 0 15,2 1 0-15,3 2 0 16,-4 2 0-16,-1 8 0 0,-3-1 0 15,-8 9 0-15,0 0 0 16,-4 1 0-16,-8 4 0 0,0-4 0 16,-5 3 0-16,-3-3 0 15,2-1 0-15,0-2 0 16,-1-2 0-16,9-4 0 16,8-10 0-16,-6 15 0 0,6-15 0 15,14 0 0-15,3 0 0 16,6-5 0-16,4 0 0 15,0-5 0-15,6 3 0 16,-3-8 0-16,0 8 0 0,-9-3 0 16,0 2 0-16,-6 1-2 15,-3 0-85-15,-12 7-3 16</inkml:trace>
  <inkml:trace contextRef="#ctx0" brushRef="#br0" timeOffset="-198196.5">20344 3716 444 0,'0'0'6'0,"0"-10"1"0,0 10 2 16,0-15 2-16,2 8-1 15,-2 7 0-15,19-18 1 0,-6 13-8 16,13 5-3-16,6 5 0 16,7 13 0-16,8 4 0 15,3 13 0-15,2 6 0 0,0 9 0 16,-2 7 0-16,-11 2 0 15,-9 3 0-15,-9 3 0 16,-12-1 0-16,-9 0 0 16,-7-4 0-16,-13 0 0 0,-7-4 0 15,-5-6 0-15,-4-1 0 16,-1-1 0-16,-2-11 0 16,-3-2-78-16,9-4-10 15</inkml:trace>
  <inkml:trace contextRef="#ctx0" brushRef="#br0" timeOffset="-193330.31">1176 4803 149 0,'0'0'5'0,"0"0"3"0,-7-5 3 15,7 5 6-15,0 0 4 16,-10-2 0-16,10 2 1 15,0 0-1-15,-10 0-3 16,10 0-3-16,0 13-2 0,0-5-8 16,5 5-2-16,5 2 0 15,-3 5-1-15,9 0 0 16,-2-1-1-16,8 5-1 16,-1-3 1-16,5 2-1 0,7-4 1 15,-1 4-1-15,6-1 0 16,-1 1 1-16,7-4 0 15,2 1-1-15,8-1 1 16,0-1 0-16,1 0 1 0,7 1-1 16,3-6 0-16,8 1 0 15,3-2 0-15,4 4 0 16,1-4 0-16,11-2 0 16,3 2 0-16,5-1 1 15,9-2-1-15,3-1 0 0,1-4 1 16,13 1 0-16,5 0-1 15,3-5 0-15,5 0 1 16,5 0-1-16,3-5 1 0,2 0-1 16,0 1-1-16,8-4 0 15,-1 0 0-15,1-1 1 16,4 1-1-16,4-1 0 16,1-4 0-16,5 1 0 0,3 1 1 15,0-3-1-15,4-1 1 16,2 0-1-16,1 1 1 15,5-7-1-15,0 6 1 16,6-4 0-16,4 2-1 16,-2-3 0-16,0 2 1 0,5 1-1 15,0 0 1-15,2-1 0 16,-2 6-1-16,-5-3 1 16,-6 5-1-16,1 3 1 0,-8-1-1 15,-4 5 1-15,-6 1 1 16,-15 2-1-16,1 0 0 15,-15 5 1-15,-5 3 0 16,-13-1 1-16,-10 3 0 0,-9 5 0 16,-6-3-1-16,-17 3 1 15,-10 1-1-15,-10 0 0 16,-9-1-1-16,-11-1 1 16,-11 3-1-16,-5-6 0 0,-12 4-1 15,-3-5 1-15,-11-10 0 16,14 12 0-16,-14-12 1 15,0 0 0-15,0 0 0 16,0 0 0-16,0 0 0 16,0 0-1-16,0 0 1 0,0 0-1 15,5-4 0-15,-5 4-1 16,0 0 0-16,0-11 0 16,0 11 0-16,5-8 0 0,-5 8 0 15,8-11 0-15,-8 11 0 16,12-10 0-16,-2 6 0 15,5-4 0-15,2-2-1 16,8 3 1-16,0-4-1 0,10-3 1 16,2 2-1-16,8-4 0 15,8 1 0-15,5-2 1 16,2-3-1-16,10 5 1 16,2-4-1-16,8 2 1 15,4-1 0-15,5 0 0 0,3 2-1 16,11 3 0-16,1-2 0 15,5 1-2-15,5 1 1 16,3-2-1-16,7 5 1 16,-2 0-1-16,2 2 1 0,3 3 0 15,2-2 1-15,3 5 1 16,2-1-1-16,2 3 1 16,2 0 0-16,3-2 0 0,-2 2-1 15,6 0 2-15,1 5-1 16,3-1 1-16,2 1-1 15,-1 4 0-15,6-3 1 16,1 2-1-16,4 2 0 0,-1-3-1 16,3 3-1-16,1-2 0 15,1-1 1-15,3 3-1 16,-4-3 0-16,3 1 0 16,1-1 1-16,2 1 0 15,-4-1 0-15,1 3 1 0,1 0 0 16,2-4 0-16,-4 3 0 15,-2 0 0-15,3-2 0 16,-4 2 0-16,-1-1 0 0,-6-2 0 16,3-1-1-16,-5 0 1 15,0 0 0-15,-5 0 0 16,1 0-1-16,-4-3 1 16,1 1-1-16,-3 0 1 15,-7-1 0-15,-1 1 0 0,-7-3-1 16,-1 0 1-16,-4 0 0 15,-13 0 0-15,-1-3 0 16,-9-2 0-16,0 2 0 0,-6-4 1 16,-3 0-1-16,-7-4 0 15,-3 3 1-15,-10-9 1 16,-3 6 0-16,-3-7 0 16,-7 1 1-16,-9 0 0 15,-5-3 0-15,-6 1 2 0,-4-4-1 16,2 3 1-16,-5 1-2 15,-7-5 1-15,3 8-1 16,-5-2-1-16,-4-2 0 0,-4 8 0 16,-3 0-2-16,-2 2 0 15,-10 10 0-15,6-12-3 16,-6 12-5-16,0 0-18 16,0 0-50-16,0 0 0 15</inkml:trace>
  <inkml:trace contextRef="#ctx0" brushRef="#br0" timeOffset="-192596.21">11833 5244 345 0,'0'0'7'0,"2"-8"6"0,-2 8 1 15,6-14 2-15,-6 14 1 0,3-13 0 16,-3 13 0-16,0 0 0 16,0 0-5-16,7 8-5 15,-7 11-2-15,0 6-2 16,0 7-1-16,0 3 1 0,2 3 0 15,3-1 0-15,0-4 0 16,-3 3-1-16,6-6-1 16,0-3-3-16,-8-5-4 15,4 0-14-15,-4 6-60 0,0-16-4 16</inkml:trace>
  <inkml:trace contextRef="#ctx0" brushRef="#br0" timeOffset="-192230.62">11598 5266 368 0,'0'0'5'16,"0"0"1"-16,-9-5 4 15,9 5 0-15,-4-9 2 16,4 9 1-16,2-18 1 0,9 8 1 15,8-5-3-15,8 1-2 16,6-2-2-16,12-2-1 16,1 2-1-16,8-1-1 15,5 2-1-15,-2-3-2 16,-6 7 0-16,0 0 0 0,-10 4-2 16,-11 0 0-16,-2 1 0 15,-10 6 0-15,-9 0 0 16,-9 0 0-16,0 0 0 15,0 10 0-15,0-10 0 0,-14 15 0 16,2-2 0-16,1-1 0 16,1 0 0-16,-3 1-8 15,6 7-16-15,5-3-60 16,-1 0-2-16</inkml:trace>
  <inkml:trace contextRef="#ctx0" brushRef="#br0" timeOffset="-191229.71">12219 5547 391 0,'0'0'4'0,"0"0"1"0,0 0 1 15,-10 4 0-15,10-4 1 0,-18 13 0 16,11-1 1 0,-4 3-1-16,4 0-3 0,0 0-1 15,5 5 0-15,2-2-1 16,4-7-1-16,8 1 1 15,4-2 1-15,4-4 0 0,-1-6 0 16,6 0 1-16,3-6 1 16,-6-4 0-16,2 1 1 15,-1-5 0-15,-5 0 0 16,-9-3 0-16,-1 0-1 0,-8-1-2 16,-3 1-3-16,-9 0 0 15,-3 2 0-15,-7 2 0 16,-3 1 0-16,3 4 0 15,-4 1 0-15,5 5 0 0,1 2 0 16,2 0-3-16,3 2-12 16,15-2-26-16,-7 15-42 15,7-15-4-15</inkml:trace>
  <inkml:trace contextRef="#ctx0" brushRef="#br0" timeOffset="-190780.28">12437 5056 365 0,'0'0'7'0,"0"-8"4"0,0 8 2 16,0-14 2-16,0 14 1 15,0-12 1-15,0 12 0 16,0 0 1-16,0 0-7 0,0 0-4 16,-7 19-2-16,5 1-1 15,2 4-2-15,0 6-1 16,-3 0 1-16,3 0-2 16,0-1 0-16,3-1 0 0,-1-8 0 15,3 0 0-15,0-3 0 16,-3-8-8-16,5 6-25 15,-7-15-50-15,8 8-3 16</inkml:trace>
  <inkml:trace contextRef="#ctx0" brushRef="#br0" timeOffset="-187464.39">16624 12493 98 0,'0'0'11'15,"0"0"6"-15,0 0 6 16,0 0 7-16,0 0 10 0,0 0 1 16,0 0 5-16,0 0 0 15,0 0-6-15,0 0-7 16,0 0-6-16,0-8-5 15,0 8-7-15,0 0-6 0,0 0-3 16,-12-2-2-16,12 2-1 16,-13 10-3-16,6 0 0 15,0-1 0-15,-3 4 0 16,6-1 0-16,2 3 0 16,0-3 0-16,2-4 0 0,0-8 0 15,15 12 0-15,0-9 0 16,0-3 0-16,-1 0 0 15,4 0 0-15,-3-8 0 16,0-2 0-16,-6 0 0 0,-1-2 0 16,-3-1 0-16,-5-5 0 15,-5 5 0-15,-7-3 0 16,-4 1 0-16,-3 8 0 0,-3-2 0 16,-3 9 0-16,-1 0 0 15,4 9 0-15,3 1 0 16,1 8 0-16,3-2 0 15,8 5 0-15,4-1 0 16,6-4 0-16,9 0 0 0,8-4 0 16,4-4 0-16,9-3 0 15,5-5 0-15,-4 0 0 16,3-8 0-16,-4-2 0 16,-3 0 0-16,-10-5 0 0,-8 1 0 15,-10-2 0-15,-2-2 0 16,-12 7 0-16,-8-1 0 15,-3 2 0-15,-7 2 0 16,1 5 0-16,-6 3 0 16,11 3 0-16,-1 7 0 0,2 2 0 15,5 0 0-15,11 4 0 16,5-4-17-16,2 3-71 16,9-3-2-16</inkml:trace>
  <inkml:trace contextRef="#ctx0" brushRef="#br0" timeOffset="-186396.63">16734 12533 229 0,'0'0'9'0,"0"0"5"0,0 0 4 0,0 0 4 16,0 0 2-16,0 0 1 15,0 0 2-15,0 0 1 16,0 0-9-16,0 0-5 0,0 0-5 16,0 0-2-16,0 0-1 15,0 0-2-15,9-6 0 16,1 6 0-16,3 0 0 0,4 3-1 16,5 0 2-16,4-2-2 15,3-1 0-15,5 0-1 16,4 0 0-16,-3 0 0 15,7 0-1-15,-2 0 0 0,-3 0 0 16,5 0 0-16,1 0-1 16,-6 0 1-16,0-1-1 15,5-2 1-15,1 3-1 16,-2-3 0-16,-1 3 1 16,5-2-1-16,-3 2 1 15,3 0-1-15,-3 0 0 0,0 0 0 16,-1 0 0-16,-2 0 0 15,-2 0 0-15,-2-3 1 16,3 3-1-16,-6-2 0 0,-2-2 0 16,0 4 1-16,-6-1-1 15,6-5 0-15,-8 5 1 16,1-2-1-16,-6 1 0 16,-2-1 0-16,0 0 0 0,-2 1 0 15,-4 0 0-15,1-1 0 16,-2 0 1-16,2 1-1 15,-1 2 0-15,2-2 0 16,-1 2 0-16,-10 0 0 0,17 0 0 16,-17 0 1-16,12 0-1 15,-12 0 0-15,12 0 1 16,-12 0 0-16,16 0 0 16,-16 0 0-16,12 0 0 0,-12 0 0 15,13 0 1-15,-13 0-1 16,17 0 1-16,-17 0-2 15,13 0 0-15,-13 0 0 16,12-3 0-16,-12 3 0 0,0 0 0 16,12-5 0-16,-12 5 0 15,0 0 0-15,13 0 0 16,-13 0 0-16,0 0 0 0,0 0 0 16,7 0 0-16,-7 0 0 15,0 0 0-15,0 0 0 16,0 0 0-16,-5 0 0 15,5 0-5-15,-18 3-27 16,9-1-52-16,-3 1-3 0</inkml:trace>
  <inkml:trace contextRef="#ctx0" brushRef="#br0" timeOffset="-185879.95">18085 12316 436 0,'0'0'4'0,"0"0"3"0,0 0 2 15,0-9 1-15,0 9 0 16,0 0 0-16,0 0 1 16,0 0-1-16,0 0-6 15,0 0-4-15,0 0 0 0,0 9 0 16,5 2 0-16,5-1 0 15,2 2 0-15,6-2 0 16,4-3 0-16,2 3 0 16,4-5 0-16,-3 3 0 0,5-4 0 15,-5 1 0-15,0 0 0 16,-6-2 0-16,-1-1 0 16,-4 4 0-16,-3-2 0 15,-11-4 0-15,14 13 0 0,-11-4 0 16,-3 4 0-16,-3 2 0 15,-4 4 0-15,0 2 0 16,-8 1 0-16,-2 2 0 0,-6 1 0 16,3-2 0-16,-3 2 0 15,4-4 0-15,-1-3 0 16,3-1 0-16,2-3 0 16,5 0 0-16,-1-7 0 15,11-7 0-15,-7 10 0 0,7-10 0 16,0 0 0-16,-3 11 0 15,3-11 0-15,0 0 0 16,8 4 0-16,12-4-82 16,-13-3-8-16</inkml:trace>
  <inkml:trace contextRef="#ctx0" brushRef="#br0" timeOffset="-184928.7">18339 12933 415 0,'0'0'6'0,"0"0"3"0,0 0 3 0,-13-5 1 0,13 5 0 15,0 0 2-15,-10-5 0 16,10 5-2-16,0 0-13 16,0 0 0-16,0 0 0 15,0 0 0-15,0 0 0 0,10 0 0 16,5 0 0-16,4 0 0 15,6 0 0-15,5 0 0 16,5 0 0-16,0 0 0 0,-1 0 0 16,0 0 0-16,-6-2 0 15,-3 2 0-15,-4 0 0 16,-7 0 0-16,-6 0 0 16,-8 0 0-16,10 5 0 0,-10-5 0 15,0 7 0-15,0-7 0 16,-18 18 0-16,6-8 0 15,-6 1 0-15,-3 3 0 16,-2 0 0-16,-7 1 0 16,-2 0 0-16,0 0 0 0,-3-2 0 15,3-2 0-15,4 4 0 16,-4-5 0-16,9-2 0 16,3-1 0-16,8-2 0 15,12-5 0-15,-10 8 0 0,10-8 0 16,5 7 0-16,10-7 0 15,5 5 0-15,0-5 0 16,8 0 0-16,1 3 0 0,6-3 0 16,0 0 0-16,2 0 0 15,-1 0 0-15,4 0 0 16,-2 0 0-16,-5 0 0 16,-1 0 0-16,-7 0 0 0,-6 0 0 15,-3 0 0-15,-7 2 0 16,-9-2 0-16,10 0 0 15,-10 0 0-15,0 0 0 16,0 0 0-16,0 0 0 16,0 0 0-16,0 0 0 0,0 0 0 15,0 0 0-15,0 0 0 16,0 0 0-16,0 0 0 16,0 0 0-16,0 0 0 15,-7 5 0-15,7-15 0 0,0 10-86 16,0 0-10-16</inkml:trace>
  <inkml:trace contextRef="#ctx0" brushRef="#br0" timeOffset="-183196.7">16552 12509 302 0,'0'0'6'15,"0"0"3"-15,0 0 3 16,0 0 0-16,0 0 1 16,0 0 3-16,0 0 1 0,7 0 0 15,-7 0-4-15,12-9-3 16,-1 2 1-16,4-6-3 16,2 1 1-16,3-9-1 0,5 2 0 15,4-3-2-15,1-6 0 16,5 2 0-16,7-10-1 15,1-3 1-15,6-1-1 16,3-7 1-16,6 0-6 0,-2-5 0 16,2 0 0-16,4 0 0 15,-2-2 0-15,1 2 0 16,-6 2 0-16,0 3 0 16,-6 6 0-16,-4 3 0 15,-2 3 0-15,-6 5 0 16,-7 5 0-16,-3 1 0 0,-5 9 0 15,-4 1 0-15,-3 0 0 16,-3 7 0-16,-12 7 0 16,10-10 0-16,-10 10 0 0,0 0 0 15,0 0 0-15,0 0 0 16,0 0 0-16,0 0 0 16,0 0 0-16,0 0 0 0,0 0 0 15,0 0 0-15,0 0 0 16,0 0 0-16,0 0 0 15,0 0 0-15,0 0 0 16,0 0 0-16,0 0 0 0,0 0 0 16,0 0 0-16,0 0 0 15,0 0 0-15,0 0 0 16,0 0 0-16,0 6-15 16,0-6-26-16,-17 0-44 0,17 0 0 15</inkml:trace>
  <inkml:trace contextRef="#ctx0" brushRef="#br0" timeOffset="-182630.7">17441 11519 378 0,'0'0'6'0,"0"0"2"0,0 0 3 0,-12 0 2 16,12 0 0-16,0 0 2 15,0 0 1-15,0 0 2 16,0 0-4-16,7 9-2 0,6-9-5 16,4 0-7-16,3 0 0 15,10-4 0-15,0-1 0 16,2-5 0-16,5-2 0 16,-2-1 0-16,2-2 0 15,-1-3 0-15,-4 7 0 0,-8-3 0 16,-2 6 0-16,-6 2 0 15,-4 2 0-15,-12 4 0 16,5 7 0-16,-5 8 0 16,-5 2 0-16,-1 5 0 0,-2 3 0 15,-3 5 0-15,-1 4 0 16,-4-3 0-16,7-2 0 16,-3-2 0-16,1 0 0 0,2-6 0 15,1-2 0-15,6-6 0 16,0-4 0-16,2-9 0 15,0 13 0-15,0-13 0 16,0 0 0-16,9 12-71 16,-9-12-20-16</inkml:trace>
  <inkml:trace contextRef="#ctx0" brushRef="#br0" timeOffset="-182229.98">18162 11287 469 0,'0'0'4'0,"0"0"3"0,0 0 2 0,2-11 2 16,-2 11 0-16,0 0-11 16,0 0 0-16,0 0 0 15,0 0 0-15,0 0 0 0,-7 15 0 16,-1 2 0-16,-4 6 0 16,0 2 0-16,-1 1 0 15,-1 4 0-15,-2-2 0 16,2 0 0-16,-2-7 0 0,2 2 0 15,1-7 0-15,1-3 0 16,5-3 0-16,7-10 0 16,-13 15 0-16,13-15-3 15,-15 0-85-15,15 0-1 0</inkml:trace>
  <inkml:trace contextRef="#ctx0" brushRef="#br0" timeOffset="-181696.92">17926 11321 279 0,'0'0'10'0,"0"0"6"0,0 0 4 16,0 0 1-16,0 0 5 0,0 0 1 16,0 0 1-16,0 0 1 15,0 0-9-15,0 0-5 16,0 0-3-16,0 0-4 0,7-3-8 15,-7 3 0-15,13 8 0 16,-3 2 0-16,3 1 0 16,3 6 0-16,7-3 0 0,0 1 0 15,3 2 0-15,2-1 0 16,-1 2 0-16,-2-4 0 16,2 0 0-16,-1-4 0 15,-7 0 0-15,1-1 0 16,-2-1 0-16,-4-3 0 15,-4-2 0-15,0-1 0 0,-10-2 0 16,8 2 0-16,-8-2 0 16,0 0 0-16,0 0 0 15,0 0 0-15,0 0 0 0,0 0 0 16,0 0 0-16,0 0 0 16,-5 0-66-16,-6 0-26 15</inkml:trace>
  <inkml:trace contextRef="#ctx0" brushRef="#br0" timeOffset="-179480.22">16487 12522 252 0,'0'0'6'16,"0"0"5"-16,0 0 3 15,0 0 3-15,0 0 0 16,0 0 4-16,0 0 0 0,0 0 3 16,0 0-7-16,0 0-3 15,0 0-2-15,0-7-3 0,0 7 0 16,-3-10-2-16,3 10 0 16,0-12-1-16,-2-1-1 15,0 1 1-15,2 0 0 16,-3-1-1-16,3-2-1 0,-2 1 0 15,2-7-1-15,0 4 1 16,0-6-1-16,0 2 1 16,0-4-1-16,0 0-3 15,0-5 0-15,0 0 0 16,0-2 0-16,2 0 0 0,-2 0 0 16,0-3 0-16,0 3 0 15,0 2 0-15,0 1 0 0,0-5 0 16,0 5 0-16,0 0 0 15,0 2 0-15,3-1 0 16,-3 1 0-16,2 0 0 16,0-3 0-16,-2 5 0 15,3-4 0-15,0 7 0 16,0-9 0-16,-1 8 0 0,-2-5 0 16,0 0 0-16,2-2 0 15,-2 1 0-15,3 4 0 16,-3-5 0-16,0 4 0 0,2-5 0 15,1 9 0-15,-3-3 0 16,0 6 0-16,2-5 0 16,-2 5 0-16,0-3 0 15,0 0 0-15,0-3 0 0,0 0 0 16,0-2 0-16,0 0 0 16,2 0 0-16,-2-1 0 15,3-1 0-15,-1 1 0 16,1 1 0-16,-3 3 0 0,0-4 0 15,0 1 0-15,0 2 0 16,0-3 0-16,0-1 0 16,-3-1 0-16,3-2 0 15,-2 3 0-15,2-4 0 16,0 1 0-16,0 0 0 0,0-1 0 16,0 4 0-16,0-1 0 15,0 1 0-15,0 1 0 16,2 1 0-16,-2-2 0 0,0 4 0 15,3-3 0-15,-3 3 0 16,0 0 0-16,0 0 0 16,0 1 0-16,0 4 0 15,0 1 0-15,0-6 0 0,0 7 0 16,3 1 0-16,-1 2 0 16,0-2 0-16,1 1 0 15,0 4 0-15,-1-2 0 16,-2 1 0-16,0 1 0 0,0 1 0 15,0 4 0-15,0-3 0 16,0 10 0-16,0-15 0 16,0 15 0-16,0-14 0 0,0 14 0 15,0-10 0-15,0 10 0 16,0 0 0-16,0 0 0 16,0-10 0-16,0 10 0 15,0 0 0-15,0 0 0 16,0 0 0-16,0 0 0 0,0 0 0 15,0 0 0-15,0 0 0 16,0 0 0-16,0 0 0 16,0 0 0-16,0 0 0 15,0 0 0-15,0 0 0 0,0 0 0 16,0 0 0-16,0 0 0 16,0 0 0-16,0 0 0 15,0 0 0-15,0 0 0 0,0 0 0 16,0 0 0-1,0 0 0-15,0 0 0 0,0 0 0 16,0 0 0-16,0 0 0 16,0 0 0-16,0 0 0 0,0-10 0 15,0 10 0-15,0 0 0 16,0 0 0-16,-2-7 0 16,2 7 0-16,0 0 0 15,0 0 0-15,0 0 0 0,-3-11 0 16,3 11 0-16,0 0 0 15,0 0 0-15,0 0 0 16,-5 8 0-16,0-1 0 16,0 3 0-16,-2 5 0 15,-5 6 0-15,-1 1 0 0,-4 2 0 16,-4 4 0-16,-1-7 0 16,5 7 0-16,-6-6 0 15,6 1 0-15,0-6 0 16,1 1 0-16,7-8 0 0,-1-4 0 15,10-6 0-15,-7 8 0 16,7-8 0-16,0 0 0 16,0 0 0-16,0 0 0 0,0-5 0 15,0 5 0-15,12-19 0 16,-7 5 0-16,7-5 0 16,3-1 0-16,1-2 0 15,0-5 0-15,5 2 0 0,-7-2 0 16,4 4 0-16,-6 1 0 15,3 5 0-15,-10 2 0 16,2 5 0-16,-7 10 0 16,8-10 0-16,-8 10 0 15,0 0 0-15,0 0 0 0,7 5 0 16,1 2 0-16,-1 4 0 16,3 3 0-16,2 4 0 15,1 0 0-15,2-2 0 0,2 4 0 16,1-5 0-16,-1 3 0 15,-2-4 0-15,0-2 0 16,0-1 0-16,-1-2 0 16,-1-1 0-16,-3-3 0 0,4 2-30 15,4-2-57-15,-8-5-4 16</inkml:trace>
  <inkml:trace contextRef="#ctx0" brushRef="#br0" timeOffset="-178780.09">16244 9426 425 0,'0'0'6'0,"0"0"2"0,0-10 3 16,0 10 0-16,0 0 1 0,12-10 0 15,-12 10 1-15,12-3 0 16,-1 3-13-16,1 5 0 16,1 3 0-16,1 2 0 15,7 0 0-15,-2 3 0 0,1-2 0 16,3-1 0-16,-4 2 0 16,-1-1 0-16,-2 1 0 15,0-5 0-15,-4 0-7 16,-4 4-50-16,-8-11-28 0,10 7 0 15</inkml:trace>
  <inkml:trace contextRef="#ctx0" brushRef="#br0" timeOffset="-178545.04">16574 9292 462 0,'0'0'5'0,"0"0"2"16,0 0 1-16,0 0 0 15,0 0 1-15,5 7 1 16,-5 3-8-16,0 7-2 0,0 8 0 16,-5 7 0-16,-2 6 0 15,-3 6 0-15,2 6 0 16,-4-3 0-16,2 4 0 0,0-6 0 16,0 0 0-16,0-8 0 15,3-2 0-15,1-9 0 16,4-5 0-16,2-1-75 15,0-8-12-15</inkml:trace>
  <inkml:trace contextRef="#ctx0" brushRef="#br0" timeOffset="-84046.8">21074 4367 474 0,'0'0'5'0,"0"0"0"16,0 0 2-16,0 0 1 0,0 0 0 15,0 0-4-15,0 0-4 16,0 0 0-16,0 0 0 16,0 0 0-16,0 0 0 15,0 0 0-15,10-6 0 0,0 5 0 16,-1-5 0-16,4 5 0 15,-1-4 0-15,-4-3 0 16,-8 8 0-16,13-10 0 16,-13 10 0-16,0 0 0 0,-11-7 0 15,1 7 0-15,-2 0 0 16,-3 2 0-16,1 3 0 16,1 0 0-16,3 0 0 15,10-5 0-15,-5 13-73 0,5-13-18 16</inkml:trace>
  <inkml:trace contextRef="#ctx0" brushRef="#br0" timeOffset="-83180.7">21749 3956 433 0,'0'0'7'0,"0"0"2"16,0-15 3-16,0 15 1 16,0-9 0-16,0 9 1 15,0 0-4-15,-12-6-10 16,8 12 0-16,-1 8 0 15,-1 8 0-15,1 8 0 0,3 2 0 16,-1 3 0-16,1 7 0 16,2-3 0-16,0 1 0 15,0-3 0-15,0-1 0 0,0-4 0 16,0-3 0-16,0-4 0 16,2-3 0-16,-2-3-14 15,0-3-73-15,0-4-1 16</inkml:trace>
  <inkml:trace contextRef="#ctx0" brushRef="#br0" timeOffset="-82896.57">21400 3966 428 0,'0'0'5'0,"0"0"1"0,2-7 2 16,-2 7 3-16,20-18 0 16,-1 9 2-16,4-5 0 15,9 0 3-15,10-3-16 0,6 1 0 16,7 4 0-16,4-2 0 16,-1 1 0-16,1 1 0 15,-2 6 0-15,-10-1 0 16,0 7 0-16,-15 0 0 15,-2 6-31-15,-13 2-55 16,-4 9-4-16</inkml:trace>
  <inkml:trace contextRef="#ctx0" brushRef="#br0" timeOffset="-81629.83">21921 4273 444 0,'0'0'5'0,"0"0"3"0,0 0 2 16,0-13 1-16,0 13 0 15,0-12 1-15,0 12-2 16,12-12-10-16,1 4 0 15,-1 3 0-15,6 3 0 16,4 2 0-16,1 0 0 0,-1 7 0 16,-2 6 0-16,0 2 0 15,-3 5 0-15,-5-1 0 16,-4 6 0-16,0-3 0 16,-7-3 0-16,-1 4 0 0,0-5 0 15,-3-3 0-15,-6-5 0 16,-3-1 0-16,3-4 0 15,0-2 0-15,2-3 0 16,7 0 0-16,-9-10 0 0,9 0 0 16,0 0 0-16,7-5 0 15,2-2 0-15,4-1 0 16,4 4 0-16,4-1 0 16,1-3 0-16,6 4 0 0,-2-1 0 15,4 5 0-15,0-2-5 16,0 2-4-16,-1 5 0 15,-4 0 0-15,-2 0 3 0,-6 0 2 16,-4 0 3-16,-13 5 4 16,0 0 0-16,0-13 1 15,-7 11 1-15,-6-1 0 16,-4 3 0-16,-1 0 0 16,-5 5-1-16,4 5-1 15,-1 3-1-15,0 2 0 0,5 2 0 16,2 1-2-16,6 4 0 15,2 0 0-15,5-4 0 16,10 0 0-16,3-3 0 0,10-2 0 16,-4-8 0-16,6 0 0 15,5-5 0-15,-5-7 0 16,2-3 0-16,-5-3 0 0,-3-6 0 16,2 1 0-16,-6-1 0 15,-11-1 0-15,5 2 0 16,-7 0 0-16,-2 7 0 15,0 11 0-15,0 0 0 16,0 0 0-16,-6 3 0 16,4 11 0-16,-1 1 0 0,3 2 0 15,0 3 0-15,3-3 0 16,8-6 0-16,-4 0 0 16,5-4 0-16,6-4 0 0,-2-3 0 15,5-4 0-15,1-6 0 16,-1-2 0-16,-2-4 0 15,2-3 0-15,-5-2 0 16,2 7 0-16,-9-1 0 0,-2 3 0 16,-7 12 0-16,6-8 0 15,-6 8 0-15,0 5 0 16,-2 7 0-16,-2 4 0 16,4-1-2-16,0 1 0 0,9 2 0 15,3-3 0-15,6-2 1 16,3-6 0-16,9-6 1 15,6-1 0-15,1-1 0 16,2-9 1-16,1-5 0 16,-8-3 1-16,0-4-1 0,-9 3 1 15,-5-6-1-15,-15 8 1 16,-3-1-2-16,-3 0 0 16,-15 9 0-16,-1 4 0 0,-6 5 0 15,-5 0 0-15,5 5 0 16,0 2 0-16,4 8 0 15,9-3 0-15,8 3 0 16,4 0 0-16,7 2 0 0,11-2 0 16,5-2-3-16,3 2 1 15,0-3-1-15,5-1 0 16,-6 1-1-16,-5-6-1 16,-5 4 1-16,-2 0 1 0,-13-10 0 15,0 12 0-15,-6-4 1 16,-10-3 1-16,-3 3 0 15,-6-4 2-15,-5-1-1 16,4 2-4-16,-2-3-11 16,-1 4-63-16,11-4-2 0</inkml:trace>
  <inkml:trace contextRef="#ctx0" brushRef="#br0" timeOffset="-80263.09">23243 4157 379 0,'0'0'8'0,"0"0"2"16,0 0 3-16,0 0 3 15,0 0 0-15,0 0 2 16,0 0 2-16,0 0 0 0,0 0-9 15,0 0-11-15,0 0 0 16,0 0 0-16,0 0 0 16,12 0 0-16,-1 0 0 0,8-5 0 15,1 2 0-15,8-2 0 16,2 0 0-16,4 0 0 16,1 0 0-16,-3 0 0 15,1 1 0-15,-4 1 0 0,-4 0 0 16,-2 2 0-16,-10-3 0 15,1 4 0-15,-14 0 0 16,13 5 0-16,-13-5 0 16,0 15 0-16,-5-5 0 15,-6 3 0-15,-3 1 0 0,-7 6 0 16,0 1 0-16,-7-2 0 16,1 1 0-16,-3 1 0 15,0 0 0-15,-2-2 0 0,2 2 0 16,3-7 0-16,4-2 0 15,3 1 0-15,8-1 0 16,0-5 0-16,12-7 0 16,-5 13 0-16,5-13 0 0,12 3 0 15,2-3 0-15,4 0 0 16,5-3 0-16,4 0 0 16,1-1 0-16,4 1 0 15,3-2 0-15,-3 3 0 0,3-1 0 16,-1 2 0-16,-3-3 0 15,3 4 0-15,-4 0 0 16,-3 0 0-16,-4 0 0 16,-4 0 0-16,-4 0 0 15,-5 0 0-15,-10 0 0 0,13 0 0 16,-13 0 0-16,0 0 0 16,0 0 0-16,0 0 0 15,0 0 0-15,0 0 0 16,-12 0 0-16,12 0 0 0,-8 0 0 15,8 0 0-15,-10 0 0 16,10 0 0-16,0 10-63 16,0-10-31-16</inkml:trace>
  <inkml:trace contextRef="#ctx0" brushRef="#br0" timeOffset="-78196.9">24131 3686 393 0,'0'0'5'0,"0"0"1"0,0 0 1 16,-9-5 1-16,2 5 1 16,-7 5 2-16,-4 5 0 0,-5 15 1 15,-7 6-3-15,1 17-3 16,-1 11 0-16,1 8-1 15,4 10 0-15,5 8-3 0,8 4 0 16,7-7-1-16,10 1-1 16,7-6 1-16,8-8-1 15,10-2 1-15,0-11 0 0,6-6 0 16,4-9 0-16,0-4-4 16,5-10-9-16,5-7-68 15,-8 0-3-15</inkml:trace>
  <inkml:trace contextRef="#ctx0" brushRef="#br0" timeOffset="-77029.56">18321 10868 406 0,'0'0'7'0,"0"0"2"16,0-13 1-16,0 3 2 0,-2 0 0 16,-6-1 2-16,0 1 0 15,-2-4 0-15,-2 3-5 16,-3 3-5-16,-2 5-4 0,-3 3 0 16,2 3 0-16,-1 9 0 15,3 1 0-15,2 6 0 16,4 1 0-16,5 3 0 15,5-1 0-15,2 0 0 16,11-5 0-16,4-4 0 16,8-6 0-16,0-2 0 0,5-5 0 15,-3-5 0-15,1-7 0 16,-1-3 0-16,-8-7 0 16,2-8 0-16,-9-3 0 0,-2-4 0 15,-7-7 0-15,-3-3 0 16,0-3 0-16,-8 0 0 15,-2 6 0-15,0 3 0 16,-3 8 0-16,1 5 0 0,3 9 0 16,9 19 0-16,-14-6 0 15,12 17 0-15,2 11 0 16,5 10 0-16,3 14 0 16,2 0 0-16,2 8 0 0,6 3 0 15,-4 1 0-15,6-7 0 16,-2-6-6-16,-15-4-82 15,13-5-1-15</inkml:trace>
  <inkml:trace contextRef="#ctx0" brushRef="#br0" timeOffset="-76680.8">18611 10790 497 0,'0'0'3'0,"0"0"1"16,0-12 1-16,0 12-3 0,0-14-2 16,4 3 0-16,0-1 0 15,6 2 0-15,0-2 0 16,3 5 0-16,1 1 0 16,4 6 0-16,1 0 0 15,-3 6 0-15,-2 8 0 0,-3 3 0 16,-7 4 0-16,-1 4 0 15,-3 1 0-15,-5-1 0 16,-6 5 0-16,2-6 0 0,-3 0 0 16,1-5 0-16,2-2 0 15,4-4 0-15,5-4 0 16,0-9 0-16,14 8 0 0,6-8 0 16,3-8 0-16,13 1-12 15,2-8-75-15,2-2-1 16</inkml:trace>
  <inkml:trace contextRef="#ctx0" brushRef="#br0" timeOffset="-74446.58">9731 5909 359 0,'0'0'10'15,"0"0"5"-15,0 0 1 0,0 0 1 16,0 0 4-16,0-9-1 16,0 9 1-16,3-9 2 15,-3 9-14-15,13-7-9 16,-4 1 0-16,1-1 0 0,3 2 0 16,-1 0 0-16,3 3 0 15,2-1 0-15,1 3 0 16,-1 0 0-16,1 3 0 15,-4 6 0-15,4 4 0 0,-4 2 0 16,-5 2 0-16,-6 5 0 16,-3 6 0-16,0-1 0 15,-3 3 0-15,-8 2 0 16,-8 0 0-16,0 0 0 16,-3 0 0-16,1-5 0 0,-2-2 0 15,3-5 0-15,3 0 0 16,1-7 0-16,7-5 0 15,9-8 0-15,-10 8 0 16,10-8 0-16,5 0 0 0,5-2 0 16,6-5 0-16,7-3 0 15,2 0 0-15,7-2 0 16,1-3 0-16,6-1 0 0,-1 4 0 16,4 0 0-16,0 0 0 15,-4-1 0-15,-2 6 0 16,0 0 0-16,-9 4 0 15,-2-2 0-15,-6 5 0 0,-3 0 0 16,-7 0 0-16,-9 0 0 16,0 0 0-16,0 0 0 15,0 0 0-15,-12 5 0 16,-1-2 0-16,-1-3 0 0,1 2 0 16,8 10-38-16,-14-12-55 15</inkml:trace>
  <inkml:trace contextRef="#ctx0" brushRef="#br0" timeOffset="-73930.05">9779 5920 390 0,'0'0'7'0,"0"0"3"0,0 0 2 16,-11 0 3-16,11 0 1 16,0 0 2-16,-12-4 0 0,12 4 1 15,-2-10-13-15,2 10-6 16,2-15 0-16,5 8 0 15,3-4 0-15,5 4 0 0,0 0 0 16,5 1 0-16,-2 6 0 16,4 0 0-16,-3 8 0 15,2 4 0-15,-2 7 0 16,-7 5 0-16,1 5 0 16,-5 1 0-16,-6-1 0 0,-2 1 0 15,-2 0 0-15,-8 0 0 16,-1-6 0-16,2-1 0 15,-3-8 0-15,0 0 0 16,3-5 0-16,9-10 0 0,-4 11 0 16,4-11 0-16,7 0 0 15,8 0 0-15,8-7 0 16,4 3 0-16,8-10 0 0,4 3 0 16,1-4 0-16,15 8 0 15,2-6-60-15,-2-2-32 16</inkml:trace>
  <inkml:trace contextRef="#ctx0" brushRef="#br0" timeOffset="-71763.24">12481 9453 219 0,'0'0'8'0,"0"0"6"16,0 0 5-16,0 0 5 15,-7-10 3-15,7 10 1 16,0 0 3-16,-5-11 2 15,5 11-7-15,0 0-5 16,0 0-5-16,0 0-3 0,0 0-3 16,0 0-1-16,0 0-2 15,0 0-1-15,5 6-6 16,8-1 0-16,4-2 0 0,3 0 0 16,5-3 0-16,-3 0 0 15,-2 0 0-15,0 0 0 16,-3 0 0-16,-6 0 0 15,-1 0 0-15,-10 0 0 0,12 0 0 16,-12 0 0-16,4 8 0 16,-4 5 0-16,0 2 0 15,0 5 0-15,-2 1 0 16,-5 4 0-16,-3 6 0 16,-3-1 0-16,1-1 0 15,-3-2 0-15,0 4 0 0,3-6 0 16,-1-6 0-16,-1-2 0 15,3-2 0-15,2-3 0 0,-1-2 0 16,2 0 0-16,8-10 0 16,-12 11 0-16,12-11 0 15,0 0 0-15,-10 7 0 16,10-7 0-16,0 0 0 16,0 0 0-16,0 0 0 0,0 0 0 15,0 0 0-15,0 0 0 16,0 0 0-16,0 0 0 15,0 0 0-15,0 0 0 0,7-3 0 16,-7 3 0-16,21-7 0 16,-9 2 0-16,3 2 0 15,4 0 0-15,1 0 0 16,3 2 0-16,-4 1 0 16,2 0 0-16,-2 1 0 0,1 5 0 15,-5-1 0-15,2 2 0 16,-7 3 0-16,0 3 0 15,1-4 0-15,-2 4 0 16,-3 2 0-16,-2 0 0 0,-4-3 0 16,0 6 0-16,-4-1 0 15,-7 0 0-15,-4-1 0 16,-2-2 0-16,-3 1 0 0,-2 0 0 16,-6-3 0-16,1-2 0 15,-1-3 0-15,1-1 0 16,3-2 0-16,1 1 0 15,3-2 0-15,8-3 0 0,-1 0 0 16,13 0 0-16,-10 0 0 16,10 0 0-16,0 0 0 15,0 0 0-15,0 0 0 16,0 0 0-16,0 0 0 0,5-8 0 16,-5 8 0-16,16-4 0 15,-4-2 0-15,3 4 0 16,2 0 0-16,-2-1 0 15,7 0 0-15,-2-2 0 16,3 3 0-16,-4-3 0 0,4 0 0 16,-1 0 0-16,-2 0 0 15,2-2 0-15,-4 0 0 16,1-1 0-16,-1 1 0 0,0 0 0 16,-4-4 0-16,-2 1 0 15,1 0 0-15,-3-2 0 16,-3 2 0-16,-4-3 0 15,0 4 0-15,-3-3 0 0,-6 1 0 16,-1 2 0-16,-5-1 0 16,1 0 0-16,-3 2 0 15,2 1 0-15,-6 0 0 0,3 0 0 16,0 1 0-16,0 1 0 16,0-1 0-16,-2 2 0 15,2 1 0-15,-3 2 0 16,6 1 0-16,-6 0 0 0,4 0 0 15,-1-3 0-15,3 3 0 16,0 0 0-16,1 0 0 16,1 0 0-16,1 0 0 15,9 0 0-15,-8 0 0 16,8 0 0-16,0 0 0 0,0 0 0 16,0 0 0-16,0 0 0 15,0 0 0-15,0 0 0 16,0 0 0-16,0 0 0 15,0 0 0-15,0 0 0 0,0 0 0 16,0 0 0-16,0 0 0 16,0 0 0-16,0 0 0 15,0 0 0-15,-3-3 0 0,3 3 0 16,0 0 0-16,11-15 0 16,-11 15 0-16,17-22 0 15,-10 9 0-15,3 0 0 16,2-4 0-16,-1-4 0 0,-2-4 0 15,1 1 0-15,-3-6 0 16,2-1 0-16,-4 5 0 16,-3-2 0-16,0 3 0 15,-2 8 0-15,0 0 0 0,0 7 0 16,0 10 0-16,-2-13 0 16,2 13 0-16,0 0 0 15,0 0 0-15,-2 13 0 16,2-3 0-16,0 5-21 15,4 2-70-15,-4 3-1 0</inkml:trace>
  <inkml:trace contextRef="#ctx0" brushRef="#br0" timeOffset="-70964.49">12315 9567 359 0,'0'0'9'0,"0"0"3"0,0-10 3 15,0 10 1-15,-4-13 2 16,4 13 0-16,-8-18 1 0,4 11 1 15,4 7-7-15,-9-12-4 16,9 12-6-16,-14-4-3 16,3 4 0-16,-1 2 0 15,3 5 0-15,-4 3 0 16,3 5 0-16,-2 2 0 0,-1 3 0 16,3 3 0-16,3 1 0 15,5 1 0-15,-2-3 0 16,4 3 0-16,4-3 0 15,5-6 0-15,-1-4 0 0,7-2 0 16,-3-6 0-16,2-1 0 16,4-6 0-16,0-7 0 15,-1-5 0-15,-2-2 0 16,2-10 0-16,3-5 0 0,-3-11 0 16,-1-3 0-16,-4-9 0 15,-2-8 0-15,0-7 0 16,-5-5 0-16,-5-4 0 0,0 0 0 15,-10 0 0-15,-3 5 0 16,-1 1 0-16,-2 14 0 16,2 4 0-16,-4 11 0 15,8 8 0-15,-2 11 0 16,4 12 0-16,8 13 0 16,-7 5 0-16,5 20 0 0,2 11 0 15,0 11 0-15,2 15 0 16,3 10 0-16,1 7 0 15,6 1 0-15,-3 0 0 0,7-3 0 16,-2-2 0-16,-1-5 0 16,-3-6 0-16,2-12 0 15,1 0 0-15,-1-12 0 0,3 0 0 16,0-10-73-16,-3-11-20 16</inkml:trace>
  <inkml:trace contextRef="#ctx0" brushRef="#br0" timeOffset="-69613.07">9560 5957 363 0,'0'0'9'0,"0"0"3"16,0 0 2-16,0-10 2 15,0 10 1-15,0-12 2 16,0 12 1-16,0-15 0 0,-3 8-6 16,3 7-7-16,-10-13-7 15,10 13 0-15,-14-2 0 16,3 2 0-16,-1 2 0 15,0 7 0-15,-1-1 0 0,1 9 0 16,-6-4 0-16,4 7 0 16,3 3 0-16,-1-2 0 15,7 4 0-15,1-2 0 0,4-1 0 16,0 1 0-16,7-6 0 16,7-2 0-16,2-5 0 15,1-3 0-15,2-4 0 16,4-3 0-16,-1-5 0 15,-2-8 0-15,3-4 0 0,2-6 0 16,-6-3 0-16,-1-4 0 16,-1-8 0-16,-2-1 0 15,-5-9 0-15,1-3 0 16,-9-4 0-16,-2-3 0 0,0-3 0 16,-6-3 0-16,-6 2 0 15,-2 0 0-15,-4 8 0 16,-2 2 0-16,0 5 0 15,0 7 0-15,0 5 0 0,5 8 0 16,0 7 0-16,3 5 0 16,5 8 0-16,7 7 0 15,-13 10 0-15,13 15 0 0,0 9 0 16,3 11 0-16,2 10 0 16,2 5 0-16,5 11 0 15,1 3 0-15,4-2 0 16,1 0 0-16,2-5 0 15,2-6 0-15,-2-5 0 0,0-8 0 16,4-5 0-16,-1-9 0 16,7-1 0-16,0-14-61 15,-5-4-32-15</inkml:trace>
  <inkml:trace contextRef="#ctx0" brushRef="#br0" timeOffset="-67796.69">24322 4243 415 0,'0'0'6'0,"0"0"3"15,0 0 1-15,4-7 2 16,-4 7 0-16,0-13 2 15,0 13 0-15,-2-12 0 16,-8 4-9-16,0 3-5 0,-5 3 0 16,0 2 0-16,-2 5 0 15,2 3 0-15,-4 4 0 16,5 5 0-16,2 1 0 16,3 2 0-16,1-1 0 0,8 1 0 15,0 0 0-15,4-5 0 16,9-5 0-16,2 0 0 15,5-9 0-15,0-1 0 16,0-1 0-16,2-9 0 0,1-5 0 16,-6-7 0-16,1-6 0 15,-6-4 0-15,-2-3 0 16,-5-7 0-16,-3-5 0 16,-2-3 0-16,-4 1 0 15,-7 1 0-15,-1 4 0 0,0 8 0 16,-1 3 0-16,1 13 0 15,-1 7 0-15,13 13 0 16,-15 13 0-16,11 12 0 16,1 9 0-16,3 7 0 0,5 9 0 15,2 4 0-15,4-3 0 16,6 1 0-16,3-2 0 16,-3-6 0-16,5-3 0 0,-2-2 0 15,-5-18-8-15,5 4-81 16,-5-4-2-16</inkml:trace>
  <inkml:trace contextRef="#ctx0" brushRef="#br0" timeOffset="-67446.82">24545 4278 492 0,'0'0'4'0,"0"0"2"16,-2-12 1-16,2 12-5 0,0-18-2 15,0 11 0-15,4-3 0 16,4 0 0-16,2 2 0 16,2 2 0-16,6 2 0 15,-3 4 0-15,-1 0 0 0,-1 6 0 16,0 3 0-16,-8 7 0 16,0-2 0-16,-5 5 0 15,-3 2 0-15,-2 4 0 0,-5-6 0 16,-2 3 0-16,-1-2 0 15,1-2 0-15,5-3 0 16,2-3 0-16,5-12 0 16,0 10 0-16,0-10 0 0,12 0 0 15,6-2 0-15,1-6 0 16,6 0 0-16,0-9 0 16,2 5 0-16,10-9-76 15,-12 0-14-15</inkml:trace>
  <inkml:trace contextRef="#ctx0" brushRef="#br0" timeOffset="-67180.32">24724 3800 480 0,'0'0'4'0,"0"0"2"16,0 0 1-16,-2-10 1 0,2 10-2 16,0-8-6-16,0 8 0 15,7-2 0-15,8 2 0 16,2 12 0-16,8 10 0 15,5 9 0-15,5 6 0 0,2 7 0 16,0 8 0-16,-4 2 0 16,-6 2 0-16,-7 0 0 15,-8-2 0-15,-12 1 0 16,-5-1 0-16,-14 0 0 0,-9-4 0 16,-4 0 0-16,-8-5 0 15,7 4 0-15,-1-9-83 16,-3-7-8-16</inkml:trace>
  <inkml:trace contextRef="#ctx0" brushRef="#br5" timeOffset="-59880.21">20517 12341 249 0,'0'0'3'0,"0"0"3"16,0 0 4-16,0 0 3 15,0 0 2-15,0 0 0 16,0 0 2-16,0 0-1 0,0 0-3 16,0 0-2-16,0 0-4 15,5 0-3-15,-5 0 0 16,18 0-3-16,-3-2-1 16,7 2 2-16,0 0-1 0,8-2-1 15,0-1 1-15,10 1 0 16,5-3-1-16,2 0 0 15,3 2 0-15,5-4 0 16,7 2 0-16,5-3 0 0,4 0-1 16,3 1 1-16,6-2 0 15,3-1 0-15,-2 0 0 16,1 2 0-16,-2-2 0 0,-6 3 0 16,-4-1 0-16,-6 4 0 15,-12 1 0-15,-4 0 0 16,-13 1 1-16,0 0-1 15,-13-1 1-15,-7 3 1 0,-2 0 1 16,-13 0 0-16,12 0 1 16,-12 0-1-16,0 0 1 15,0 0-1-15,0 0 0 16,0 0-1-16,0 0-1 0,0 0-1 16,-5 0-1-16,5 0 0 15,0 0-2-15,0 0 0 16,0 0-1-16,0 0-3 15,-11 0-4-15,11 0-12 0,0 0-19 16,0 0-30-16,0 0-5 16</inkml:trace>
  <inkml:trace contextRef="#ctx0" brushRef="#br5" timeOffset="-59244.19">21859 12044 358 0,'0'0'5'0,"0"0"3"0,0 0 0 15,0 0 2-15,0 0-1 16,0 0-1-16,0 0 0 15,0 0 1-15,5 0-3 16,-5 0-1-16,16 8-1 0,-8-1 1 16,10-2 2-16,0 5 0 15,12-6 1-15,-1 5-1 16,1-5 0-16,3-1-2 16,-4 1 0-16,1 1-1 0,-6-2-1 15,1 2-1-15,-9 0 0 16,-4 0 0-16,-12-5-1 15,8 20 0-15,-10-8 0 0,-9 6 0 16,-3 4 0-16,-9 0 0 16,-2 4-1-16,-3 2 0 15,-1 0 0-15,-1-3 0 16,6-1 0-16,-1-1 0 16,4-6 0-16,9-2 0 15,-1-2 0-15,13-13-1 16,-14 14 1-16,14-14-1 0,-2 11 0 15,2-11-2-15,0 0-1 16,0 0-3-16,0 0-3 0,0 0-6 16,9 4-15-16,-9-4-43 15,12 3-9-15</inkml:trace>
  <inkml:trace contextRef="#ctx0" brushRef="#br5" timeOffset="-58339.92">22425 12096 361 0,'0'0'5'0,"0"0"3"0,0 0 2 0,0 0 1 16,-9 0 1-16,9 0 1 15,-12 0 1-15,12 0 0 16,-16 0-3-16,16 0-3 16,-9 5-1-16,9-5-2 0,0 0-1 15,0 0 1-15,0 0 0 16,0 0 1-16,5 5-2 16,7-5 2-16,5 0-4 0,4 0-2 15,3 0 0 1,3-5 0-16,5 2 0 0,1-1 0 15,1 1 0-15,2 1 0 16,-1-3 0-16,-3 2 0 0,0 0 0 16,-4 3 0-16,-3-1 0 15,-9 1 0-15,0-3 0 16,-7 3 0-16,-9 0 0 16,10 0 0-16,-10 0 0 15,0 0 0-15,0 4 0 0,0-4 0 16,-14 16 0-16,-2-7 0 15,2 6 0-15,-6 0 0 16,-3 3 0-16,-5-1 0 16,4 0 0-16,-2 1 0 0,2-1 0 15,2-2 0-15,2-3 0 16,7 0 0-16,-1-5 0 16,7 2 0-16,7-9 0 15,-8 12 0-15,8-12 0 0,0 0 0 16,2 7 0-16,-2-7 0 15,13 5 0-15,-3-2 0 16,5-3 0-16,-1 2 0 0,4-2 0 16,4 0 0-16,1 0 0 15,2 0 0-15,2 0 0 16,1 0 0-16,-1 0 0 16,-1 0 0-16,2 0 0 15,-3 0 0-15,-2 0 0 16,-7 0 0-16,-3 0 0 0,-1 0 0 15,-12 0 0-15,7 3 0 16,-7-3 0-16,0 0 0 16,0 0 0-16,0 0 0 0,-7 0 0 15,7 0 0-15,-12 2 0 16,12-2 0-16,-15 15-55 16,15-15-33-16</inkml:trace>
  <inkml:trace contextRef="#ctx0" brushRef="#br5" timeOffset="-57096.74">20500 12284 231 0,'0'0'5'16,"0"0"5"-16,0 0 3 15,0 0 3-15,10-15 4 0,-10 15 1 16,15-17 3-16,0 2 1 15,4 0-1-15,7-4-4 16,0-6-3-16,13-2-2 0,5-6-3 16,8-4-2-16,8-7-3 15,7-3-1-15,7-6-2 16,4 2-1-16,0-7 0 16,2 2 0-16,0 2-2 0,-6-2 1 15,-7 8-1-15,0-2 1 16,-5 0-1-16,-7 5 1 15,-2 2-1-15,-9 4 0 16,-4 8 1-16,-7 1 1 0,-3 5 0 16,-14 7 0-16,0 4-3 15,-7 7 0-15,-9 7 0 16,10-13 0-16,-10 13 0 16,0 0 0-16,0 0 0 0,0 0 0 15,0 0 0-15,0 0 0 16,0 0 0-16,0 0 0 15,0 0 0-15,0 0 0 16,-3 7 0-16,3-7-2 0,0 0-6 16,-2 13-4-16,2-13-8 15,0 0-19-15,0 9-44 16,0-9-1-16</inkml:trace>
  <inkml:trace contextRef="#ctx0" brushRef="#br5" timeOffset="-56580.31">21725 11157 351 0,'0'0'6'0,"0"0"3"0,0 0 4 0,0 0 2 15,0 0 0-15,0 0 1 16,0 0 1-16,-8-7 0 16,8 7-5-16,0 0-2 15,8-5-3-15,4 3-1 0,3-4-1 16,3 1-1-16,4-2-1 15,3 0 2-15,4-1-5 16,1 1 0-16,-5-1 0 0,-2 3 0 16,-3-3 0-16,-6 7 0 15,-3 1 0-15,-11 0 0 16,7 4 0-16,-7 6 0 16,-2 5 0-16,-4 3 0 15,-4 4 0-15,-2 3 0 0,-3 4 0 16,3-1 0-16,2-1 0 15,-3 1 0-15,4-9 0 16,4 3 0-16,-1-4 0 16,4-7 0-16,2 2 0 0,0-13 0 15,0 12 0-15,0-12-14 16,0 0-26-16,22 0-44 16,-22 0-3-16</inkml:trace>
  <inkml:trace contextRef="#ctx0" brushRef="#br5" timeOffset="-55779.76">22165 10831 347 0,'0'0'7'0,"0"0"2"0,0 0 4 0,0 0 3 15,0 0-1-15,0 0 1 0,0 0 1 16,0 0 0-16,0 0-6 15,2-11-3-15,6 11-3 16,1 0-1-16,4 4-2 16,-1 0 0-16,1 5 0 0,-1 7-1 15,-2 1 0-15,-2 3 0 16,-3 2 0-16,-3 0 0 16,-2-2 0-16,-2 2 2 15,-5-2 0-15,-2-2-1 0,-3-1 0 16,0-5 0-16,-1-2 0 15,1-2-2-15,4-4 0 16,8-4 0-16,-12 3 0 16,12-3 0-16,0-7 0 15,3-3 0-15,6-5 0 0,4-5 0 16,2-4 0-16,2-1-2 16,4-8 2-16,0 0 0 15,0 2 0-15,-5-2 2 0,0 10-2 16,-4-2 0-16,-2 7 0 15,-5 5 0-15,-5 13 0 16,0 0 0-16,0 0 0 0,0 16 0 16,-5 3 0-16,1 3 0 15,-5 3 0-15,7 5 0 16,0 0 0-16,2-4 0 16,0-3 0-16,4-1 0 0,9-6 0 15,-1-4 0-15,6-5 0 16,2-5 0-16,5 4-16 15,-5-2-67-15,5-4-2 16</inkml:trace>
  <inkml:trace contextRef="#ctx0" brushRef="#br5" timeOffset="-52813.65">20411 12220 190 0,'0'0'7'0,"0"0"6"16,0-5 2-16,0 5 3 0,0 0 1 16,0 0 0-16,0 0 1 15,0 0 1-15,0 0-6 16,0 0-4-16,0 0-2 16,0 0 0-16,0 0 0 0,0 0-1 15,0 0 0-15,0 0 0 16,0 0 0-16,0 0-1 15,0 0 0-15,0 0-1 16,0-12 1-16,0 12 0 16,0-14-1-16,2 3-1 0,-2 4 0 15,0-6 0-15,3 2 0 16,-3-3-1-16,2 2-1 16,-2-3 0-16,2 0 0 15,-2 2 0-15,0-1-1 0,0-1 1 16,0-2-1-16,0 4 1 15,0-5-1-15,0 7 0 16,-2-4 1-16,2 0-1 0,-2 0-1 16,-1 3 1-16,3-6-1 15,0 0 0-15,-2 2-1 16,2 1 1-16,0-3 0 0,0 1-1 16,0 2 0-16,0-2 2 15,0 2-2-15,-3 0 0 16,3 0 0-16,-2 0 0 15,2 1 0-15,-2 1 0 16,2-2 0-16,0-2 0 16,-4 5 0-16,4-6 0 0,0 7 0 15,0-7 0-15,0 5 0 16,0-2 0-16,0 5 0 16,0 0 0-16,4-1 0 0,-4-3 0 15,0 3 0-15,0-5 0 16,0 2 0-16,0-4 0 15,0 1 0-15,0 3 0 16,0-7 0-16,0 6 0 0,0-4 0 16,0 3 0-16,2-3 0 15,-2-2 0-15,2 5 0 16,-2-4 0-16,0 0 0 16,3 0 0-16,-1 0 0 0,-2 1 0 15,3 1 0-15,-1 1 0 16,-2-1 0-16,2 1 0 15,-2 2 0-15,0 0 0 16,0-5 0-16,0 6 0 0,0-3 0 16,0 0 0-16,0-1 0 15,0 0 0-15,0 2 0 16,0-2 0-16,0 0 0 16,0-4 0-16,0 2 0 0,0-2 0 15,-2-3 0-15,2 3 0 16,0-3 0-16,0-1 0 15,0 1 0-15,-2 2 0 16,2-2 0-16,-3 3 0 0,3-3 0 16,-2 3 0-16,2-1 0 15,0 3 0-15,-3-2 0 16,3 2 0-16,0 1 0 0,0-3 0 16,0 0 0-16,0 1 0 15,0 1 0-15,0-5 0 16,-2 5 0-16,0-1 0 15,2-2 0-15,-4 1 0 0,4 0 0 16,-2 0 0-16,-1-1 0 16,1 0 0-16,-1-2 0 15,1 4 0-15,2-2 0 16,0 1 0-16,0-2 0 16,0 1 0-16,0 3 0 0,0-3 0 15,0 4 0-15,0-1 0 16,0-2 0-16,0 2 0 15,0 3 0-15,0-4 0 16,0 2 0-16,2-1 0 0,3-2 0 16,-2 5 0-16,-1-3 0 15,2 0 0-15,-2 5 0 16,0-5 0-16,1 9 0 16,-1-6 0-16,1 6 0 0,-1-1 0 15,0 2 0-15,1-5 0 16,-1 2 0-16,1 4 0 15,0-4 0-15,-1 1 0 0,1-1 0 16,-1 3 0-16,-2 3 0 16,0 7 0-16,3-15 0 15,-3 15 0-15,2-10 0 16,-2 10 0-16,0 0 0 0,0 0 0 16,0 0 0-16,0 0 0 15,0 0 0-15,0 0 0 16,-7 12 0-16,-1 3 0 15,0 0 0-15,-1 5 0 16,-2 2 0-16,-3 3 0 0,-1 0 0 16,0 0 0-16,-2 0 0 15,2-1 0-15,0-1 0 16,0-4 0-16,0 1 0 0,5-5 0 16,0 0 0-16,3-5 0 15,7-10 0-15,-13 13 0 16,13-13 0-16,0 0 0 15,0 0 0-15,0 0 0 0,0 0 0 16,0 0 0-16,0-6 0 16,0-4 0-16,8-2 0 15,-1-5 0-15,5-4 0 16,1 0 0-16,2-4 0 0,3-2 0 16,-4 2 0-16,4-3 0 15,-1 3 0-15,-2 3 0 16,-3 2 0-16,0 1 0 15,-4 1 0-15,0 6 0 16,-4 0 0-16,1 2 0 0,-5 10 0 16,6-11 0-16,-6 11 0 15,0 0 0-15,0 0 0 16,0 0 0-16,0 0 0 0,7 13 0 16,-4-1 0-16,-3 6 0 15,7 2 0-15,0 5 0 16,1-3 0-16,2 3 0 15,4 0 0-15,-1-3 0 0,2-2 0 16,0-4 0-16,2 0 0 16,-2-1 0-16,0-5 0 15,-5-1 0-15,2-4 0 16,-2 2 0-16,-10-7 0 16,15 11 0-16,-15-11 0 0,0 0-83 15,0 0-6-15</inkml:trace>
  <inkml:trace contextRef="#ctx0" brushRef="#br5" timeOffset="-52395.91">20273 9104 461 0,'0'0'5'0,"0"0"1"0,0 0 1 16,0 0 1-16,0 0 0 16,9-10 0-16,-9 10 0 15,12 5-8-15,-3 2 0 16,2 5 0-16,3 3 0 16,2 1 0-16,5 1 0 0,0 5 0 15,-1-5 0-15,-1 0 0 16,1 1 0-16,1-3 0 15,-6-5 0-15,2 7-5 16,-12 13-76-16,4-20-4 0</inkml:trace>
  <inkml:trace contextRef="#ctx0" brushRef="#br5" timeOffset="-52180.74">20512 9113 454 0,'0'0'6'16,"0"0"0"-16,0 0 1 16,0 0 0-16,0 5 0 0,0 8 1 15,0 5 0-15,-2 7 0 16,-1 6-8-16,1 4 0 16,0 1 0-16,-1 5 0 15,3 4-15-15,0-8-66 0,5-5-3 16</inkml:trace>
  <inkml:trace contextRef="#ctx0" brushRef="#br5" timeOffset="-51030.27">22087 10807 202 0,'0'0'7'0,"0"0"4"15,0 0 3-15,0 0 4 16,0 0 2-16,0-7 1 0,0 7 2 16,0 0 1-16,0 0-5 15,0 0-3-15,3-7-2 16,-3 7-4-16,0 0-1 16,0 0-1-16,0 0-1 15,0 0-2-15,2-12 0 16,-2 12 0-16,0 0-2 0,0 0 1 15,8 5 0-15,-8-5-1 16,12 13 0-16,-12-13 0 16,21 16 1-16,-7-3 0 0,2-1 0 15,0 1-1-15,5 2 0 16,-1-7 0-16,1 6 0 16,0-3 0-16,1 0-1 15,-2-1-1-15,-3 0 1 0,4-3-2 16,-7 1 1-16,-2-1-1 15,1 1 0-15,-3-3 1 16,-3 2-1-16,-7-7 0 0,13 7 1 16,-13-7-1-16,0 0 0 15,10 8 0-15,-10-8 0 16,0 0 0-16,0 0 0 16,0 0-1-16,0 0-2 0,0 0-3 15,0 0-4-15,0 0-9 16,0 0-37-16,0-8-28 15,0 8-1-15</inkml:trace>
  <inkml:trace contextRef="#ctx0" brushRef="#br5" timeOffset="-50630.25">22381 10703 388 0,'0'0'5'0,"0"0"3"0,0 0 1 0,0 0 2 16,0 0-1 0,0 0 1-16,-5-4 0 0,5 4 0 15,-11 13-4-15,4 1-3 16,-2 6-2-16,-2 5-1 0,-1 4 1 15,-2 3-1-15,-2 4 1 16,4-3-1-16,-1 3 1 16,-1-9 0-16,1 1 1 0,3-6-1 15,1-3 0-15,-2-1 0 16,3-5 0-16,2-4 1 16,-2 0-1-16,8-9-1 15,-13 13-1-15,13-13 1 0,-12 8 0 16,12-8-1-16,0 0-2 15,-7 4-1-15,7-4-6 16,0 0-16-16,-10-1-56 16,10 1-4-16</inkml:trace>
  <inkml:trace contextRef="#ctx0" brushRef="#br5" timeOffset="-47113.2">23459 9988 344 0,'0'0'8'0,"0"0"3"0,0 0 5 15,0 0 1-15,0 0 0 0,0 0 2 16,0 0 0-16,0 0 0 15,0 0-8-15,0 0-4 16,-4 0-3-16,4 0-2 16,-5 15-1-16,1-3-1 0,4 1 0 15,0-4-1-15,4 1 1 16,1 0 0-16,7 1 0 16,1-7 0-16,1-1 1 15,1-3 0-15,5-3 1 0,-2-7 0 16,1 1 1-16,-1-4 1 15,-6 1 0-15,1-4-4 16,-8 0 0-16,-5 1 0 16,0 2 0-16,-5 3 0 15,-6 3 0-15,-3 2 0 0,-4 5 0 16,-1 0 0-16,-2 7 0 16,4 5 0-16,0 4 0 15,5-1 0-15,-1 4 0 16,5-4 0-16,8 2 0 0,3-7 0 15,6 2 0-15,5-6 0 16,5-6 0-16,1 0 0 16,5-6 0-16,0-6 0 0,-3 0 0 15,-2-3 0-15,-2 3 0 16,-6-6 0-16,-5 4 0 16,-7-1 0-16,0 2 0 15,-7 4 0-15,-9 1 0 0,0 3 0 16,-2 5 0-16,-2 0 0 15,0 7 0-15,2 3 0 16,2 2 0-16,3 1 0 16,5-3-9-16,6 5-27 15,12-6-50-15,-10-9-1 0</inkml:trace>
  <inkml:trace contextRef="#ctx0" brushRef="#br5" timeOffset="-46346.17">23315 9785 279 0,'0'0'6'0,"0"0"4"0,0 0 2 0,0 0 5 16,0 0 1-16,0 0 2 16,0 0 4-16,0 0 0 15,0 0-4-15,0 0-3 0,0 0-4 16,0 0-2-16,-2-7-2 16,4-3-1-16,5-1-2 15,4-3-1-15,3-4-1 16,4-1 0-16,5-4 0 15,1-2-4-15,8-2 0 0,0-3 0 16,6-2 0-16,4 3 0 16,3-4 0-16,0 4 0 15,1 0 0-15,5 1 0 0,-1 3 0 16,-4 5 0-16,4 3 0 16,-5 0 0-16,-2 4 0 15,-4 6 0-15,0-1 0 16,-6 3 0-16,-1 3 0 0,-7 2 0 15,2-3 0-15,-4 3 0 16,-6 0 0-16,1 0 0 16,-6 0 0-16,0 0 0 15,-2 0 0-15,-10 0 0 0,15 0 0 16,-15 0 0-16,0 0 0 16,13 0 0-16,-13 0 0 15,0 0 0-15,0 0 0 16,0 0 0-16,0 0 0 0,0 0 0 15,0 0 0-15,-7 10 0 16,7-10 0-16,-11 10 0 16,11-10 0-16,-12 18 0 15,2-9-23-15,2 3-63 0,-1 1-3 16</inkml:trace>
  <inkml:trace contextRef="#ctx0" brushRef="#br5" timeOffset="-45463.14">23614 10340 317 0,'0'0'5'0,"0"0"2"16,0 0 2-16,0 0 2 16,-5 7 1-16,5-7 3 15,0 0 1-15,0 0 0 16,-8 10-4-16,8-10-3 15,0 0 0-15,0 0-4 0,0 0 0 16,0 11 0-16,0-11 0 16,13 1 0-16,-4-1 0 15,7 0 0-15,3-7 1 16,3-4 0-16,8-6 0 0,5-2 0 16,8-11-1-16,-1-5 0 15,4-2-1-15,4-5-4 16,-2 0 0-16,-1-3 0 15,0-2 0-15,-7-2 0 0,-5 2 0 16,2-2 0-16,-5-6 0 16,-2 5 0-16,-5 0 0 15,-3 1 0-15,-2 2 0 0,-3 3 0 16,-4 4 0-16,-3 5 0 16,-3 6 0-16,-2-1 0 15,-2 5 0-15,1 3 0 16,-1-1 0-16,-3 6 0 0,0 3 0 15,0-2 0-15,0 4 0 16,0 2 0-16,0 10 0 16,-5-10 0-16,5 10 0 15,0 0 0-15,0 0 0 16,-10-5 0-16,10 5 0 0,0 0 0 16,-9-2 0-16,9 2 0 15,-11 0 0-15,11 0 0 16,-7 0 0-16,7 0 0 15,-10 0 0-15,10 0 0 0,0 0 0 16,-10 0 0-16,10 0 0 16,0 0 0-16,0 0 0 15,0 0 0-15,0 0-28 16,8 7-60-16,-8-7-2 0</inkml:trace>
  <inkml:trace contextRef="#ctx0" brushRef="#br5" timeOffset="-44363.84">22754 9200 306 0,'0'0'7'0,"0"0"4"0,0 0 2 16,0-9 3-16,0 9 2 15,0-13 1-15,0 1 2 0,0-1 0 16,9-2-5-16,4-5-2 16,7-4-4-16,7-3-1 15,8-6-1-15,10-7-2 16,12-1-1-16,13-6 0 15,4-6-2-15,13-1 0 0,5-2-3 16,5 1 0-16,-1 2 0 16,0 6 0-16,-15 6 0 15,-3 6 0-15,-12 5 0 16,-13 10 0-16,-9 2 0 0,-12 9 0 16,-4 0 0-16,-8 3 0 15,-1 1 0-15,-8 3 0 16,-2 2 0-16,-9 0 0 15,8-3 0-15,-8 3 0 0,0 0 0 16,-10 5 0-16,-5 2 0 16,-10 3 0-16,-4 5 0 15,-12 2 0-15,-8 3 0 16,-6 3 0-16,-4 1 0 0,-6 3-3 16,-4 1-1-16,-1-1 2 15,-2 3 0-15,3-1 1 16,-4 0 0-16,6-1 1 15,2 2-1-15,6-1 1 16,1-1 0-16,12-1 0 0,3-2 0 16,6-2 0-16,7-7 0 15,5 2 0-15,8-5 0 16,4-4 0-16,3-3 0 0,10-6 1 16,0 0 1-16,0 0 0 15,0 0 0-15,14-10 0 16,5-5 1-16,6-7-1 15,7-2-2-15,10-7 0 0,13-7 0 16,9 1 0-16,9-7 0 16,11-3 0-16,8-3 0 15,8 3 0-15,-1 0 0 0,3 3 0 16,-7 4 0 0,-9 8 0-16,-12 2 0 0,-14 10 0 15,-17 8 0-15,-13 5 0 16,-11 1 0-16,-19 6 0 15,0 0 0-15,0 10 0 16,-12 4 0-16,-4-3 0 0,-1 9 0 16,-5 0-10-16,15 6-73 15,-14 5-3-15</inkml:trace>
  <inkml:trace contextRef="#ctx0" brushRef="#br5" timeOffset="-42129.56">21241 11106 245 0,'0'0'6'0,"0"0"1"16,0 0 4-16,0 0 2 16,0 0 1-16,0 0 0 15,0 0 3-15,0 0 0 0,0 0-3 16,0 0-1-16,0 0-3 16,0 0 0-16,0 0-2 15,0 0-2-15,0 0 0 16,0 0-2-16,4-6-1 0,-4 6-2 15,12-2 0-15,-12 2 0 16,14-3-1-16,-14 3 0 16,12 0 1-16,1 0-1 15,-6 0 0-15,2 0 0 0,4 0 1 16,-3 0-1-16,0 0 1 16,4 0-1-16,1 0 0 15,-5 0 0-15,6 0 0 16,-7 0 0-16,7 0 0 15,-5 0 0-15,3 3 0 0,-2-1 0 16,-3 1 0-16,2 0 0 16,3-2 0-16,-1 2 0 15,-4-1 0-15,4-2 1 16,0 3-1-16,-1 0 0 0,0-1 0 16,-1 0 0-16,-2 1 0 15,4 0 0-15,-6-1 0 16,5 0 0-16,2 3 0 0,-2-2 1 15,-3 2-1-15,2 0 0 16,-2-4-1-16,1 7 1 16,-10-8 0-16,18 10 0 15,-18-10 0-15,12 13 0 0,-12-13 0 16,14 11 0-16,-14-11 1 16,13 11-1-16,-13-11 0 15,16 13 0-15,-16-13 0 16,14 12 0-16,-14-12 0 15,12 13 0-15,-12-13 0 16,13 14 0-16,-13-14 0 0,10 15 0 16,-10-15 0-16,10 16 0 15,-10-16 0-15,10 11 0 0,-10-11 1 16,9 16-1-16,-9-16 0 16,8 17 0-16,-2-8 1 15,-2-2-1-15,-1 3 0 16,-1 1 0-16,3-4 0 0,-3 3 0 15,-2-10 1-15,5 18-1 16,-5-18 0-16,5 17 0 16,-5-17 0-16,6 17 0 15,-4-7 0-15,-2 1 0 0,3-1 0 16,-2-4 0-16,-1 4 1 16,4 0-1-16,-4 0 0 15,0 0 0-15,0 0 0 16,0 0 0-16,0 0 0 0,0-1 0 15,0 2 0-15,0-2 0 16,-4-1 0-16,3 2 1 16,-2-4-1-16,1 8-1 15,2-4 0-15,-2 2 1 0,-2-2-1 16,2 0 1-16,-1-1 0 16,-2 1 0-16,3 3 0 15,2-13 2-15,-10 16-1 16,2-8 1-16,3 1 0 0,5-9 1 15,-14 16-2-15,14-16 2 16,-15 15-1-16,15-15 1 16,-12 15-1-16,2-10 0 15,10-5 1-15,-18 15 0 0,9-7 0 16,-2-1-1-16,1 0 2 16,1-1-2-16,-2 1 1 15,4 0 0-15,-5-2 0 16,5 1 0-16,-4-2 0 0,1 1-1 15,3 0 1-15,-1-3 0 16,8-2-1-16,-14 8 1 16,14-8-1-16,-16 5-1 15,16-5 1-15,-10 2-1 0,10-2 0 16,0 0 0-16,-12 3 0 16,12-3 0-16,0 0 0 15,0 0-1-15,0 0 1 16,0 0-1-16,0 0-1 0,0 0-1 15,0 0-3-15,0 0-4 16,0 0-8-16,0 0-27 16,3-5-39-16,-3 5-1 15</inkml:trace>
  <inkml:trace contextRef="#ctx0" brushRef="#br5" timeOffset="-41429.67">21625 11705 415 0,'0'0'6'0,"0"0"3"0,0 0 1 16,0 0 1-16,0 0 0 15,11 0 0-15,-11 0-1 0,0 0 1 16,0 0-5-16,0 7-4 16,0 3 0-16,0 1-1 15,-2 3 0-15,-2 1 0 16,-1 1 1-16,-2 5 0 16,-3-1-2-16,3-2 0 0,-3-4 0 15,0 1 0-15,-2-3 0 16,4-1 0-16,8-11 0 15,-15 14 0-15,15-14 0 0,-10 11 0 16,10-11 0-16,0 0 0 16,0 0 0-16,0 0 0 15,-5 8 0-15,5-8 0 0,0 0 0 16,0 0 0-16,0 0 0 16,0 0 0-16,0 0 0 15,5 0 0-15,-5 0 0 16,10 0 0-16,-10 0 0 15,15 0 0-15,-7 0 0 0,9-2 0 16,-2 0 0-16,2-1 0 16,3 2 0-16,0-5 0 15,2 4 0-15,-2-1 0 16,2 0 0-16,-2 0 0 0,1 2 0 16,-5 1 0-16,0-3 0 15,-4 3 0-15,-2-3 0 16,-10 3 0-16,12 0 0 15,-12 0 0-15,0 0 0 0,0 0 0 16,0 0 0-16,0 0 0 16,0 0 0-16,0 0 0 15,0 0 0-15,0 0 0 0,0 0 0 16,0 0 0-16,0 0 0 16,0 0 0-16,0 0 0 15,0 0 0-15,-2 16-61 16,2-16-29-16</inkml:trace>
  <inkml:trace contextRef="#ctx0" brushRef="#br5" timeOffset="-8480.32">25106 4313 352 0,'0'0'8'0,"0"0"3"15,0 0 3-15,9-10 1 0,-9 10 0 16,0 0 1-16,9-8 0 16,-9 8 0-16,0 0-7 15,0 0-3-15,0 0-3 16,10 3-1-16,-10-3 0 15,10 9 0-15,-2-3 0 16,4-2 0-16,1 2 0 0,-1-4 1 16,2-2 0-16,2 0 1 15,-2 0 0-15,-3-8 0 16,-11 8-4-16,14-14 0 0,-14 3 0 16,0 4 0-16,0 7 0 15,-14-12 0-15,-2 9 0 16,-1 0 0-16,-1 3 0 15,2 0 0-15,-2 6 0 0,3-1 0 16,2 2 0-16,4 0 0 16,9 4 0-16,0-11-21 15,0 20-64-15,7-11-3 16</inkml:trace>
  <inkml:trace contextRef="#ctx0" brushRef="#br5" timeOffset="-7046.97">21213 5453 416 0,'0'0'6'0,"0"0"3"0,10-17 2 0,-8 9 2 16,1 0-1-16,2-2 0 15,-5 10 0-15,8-12 0 16,-8 12-4-16,0 0-8 0,-3 15 0 16,3 4 0-16,-5 6 0 15,2 4 0-15,1 2 0 16,2-1 0-16,-3 4 0 0,3-6 0 16,0-2 0-16,0-6 0 15,-2-5 0-15,-3-5 0 16,5-10 0-16,-12 2 0 15,1-6 0-15,4-11 0 0,-2-7 0 16,0-8 0-16,2-5 0 16,2-7 0-16,1-6 0 15,4-3 0-15,0 0 0 16,4-2 0-16,6 3 0 16,5 8 0-16,3 2 0 0,4 11 0 15,0 4 0-15,8 10 0 16,3 10 0-16,1 5 0 15,-2 7 0-15,-2 11 0 16,0 7 0-16,-7 7 0 0,-9 3 0 16,-1 2 0-16,-13 2 0 15,0-1 0-15,-10-4 0 16,-7-1 0-16,-6-9 0 0,-4 3 0 16,-1-9 0-16,-4-3 0 15,5-3 0-15,0-2 0 16,5-5 0-16,6 0 0 15,4-3 0-15,12-2 0 0,0 0 0 16,14 6 0-16,4-2 0 16,10-1 0-16,4 2 0 15,0 4 0-15,3-1 0 16,-1 2 0-16,-4 0 0 16,0 3 0-16,-9-6 0 0,-2 8 0 15,-4-1-4-15,-3-14-48 16,-6 10-31-16,1 0-4 15</inkml:trace>
  <inkml:trace contextRef="#ctx0" brushRef="#br5" timeOffset="-6695.79">21663 5541 400 0,'0'0'6'0,"0"0"1"0,0 0 2 0,-13 7 1 15,13-7 1-15,-16 18 0 16,5-6 1-16,4 3 0 16,-1 1-4-16,8-2-3 0,0 4-1 15,8-4-1-15,10-2 0 16,-2-1 0-16,9-7-1 16,3-1 0-16,-2-3 1 15,5-5-3-15,-3-5 0 0,-7-1 0 16,-1-7 0-16,-5-6 0 15,-7 3 0-15,-8-2 0 16,-6-2 0-16,-6 8 0 0,-8-3 0 16,-2 11 0-16,-3 1 0 15,0 8 0-15,-2 0 0 16,8 3-10-16,-2 7-15 16,9 0-57-16,2 2-4 15</inkml:trace>
  <inkml:trace contextRef="#ctx0" brushRef="#br5" timeOffset="-6363.12">22016 5276 423 0,'0'0'7'0,"0"0"2"15,2-12 1-15,-2 12 1 16,5-10 0-16,-5 10 0 0,0 0 1 15,0 5 0-15,0 12-7 16,-7 5-5-16,0 8 0 16,-4 5 0-16,1 7 0 0,1-2 0 15,-1 4 0-15,4-2 0 16,1-2 0-16,5-8 0 16,0 0 0-16,8-4 0 15,2-6 0-15,5-4 0 16,3-6 0-16,1-5 0 0,3-4 0 15,3-3 0-15,-2-3 0 16,-4-8 0-16,2 5 0 16,-5-14-11-16,-7 2-75 15,0-1-3-15</inkml:trace>
  <inkml:trace contextRef="#ctx0" brushRef="#br5" timeOffset="-6161">21956 5519 395 0,'0'0'8'0,"0"0"3"0,0 0 2 16,0 0 3-16,0 0 0 16,0 0 3-16,0 0 0 15,12 0-5-15,6 0-14 16,2 0 0-16,4 0 0 0,4-5 0 16,4 2 0-16,-5 1 0 15,3 0 0-15,-7-1 0 16,-3 3 0-16,-10 0 0 0,-20 0-73 15,10 0-18-15</inkml:trace>
  <inkml:trace contextRef="#ctx0" brushRef="#br5" timeOffset="-5329.83">22356 5492 426 0,'0'0'6'0,"0"0"2"0,7-10 1 16,-7 10 3-16,16-10 0 15,-7 2 1-15,9-2 1 16,1 3-3-16,2 0-11 0,1 7 0 15,0 0 0-15,3 2 0 16,-5 9 0-16,-3 6 0 16,-4-1 0-16,-3 7 0 15,-10 2 0-15,0-3 0 16,-8 6 0-16,-5-6 0 0,-1-3 0 16,-1-2 0-16,-5-4 0 15,2-3 0-15,4-5 0 16,1-5 0-16,3 0 0 15,10 0 0-15,-3-20 0 0,6 1 0 16,13-1 0-16,1-10 0 16,10 0 0-16,1 1 0 15,-1-4 0-15,0 5 0 16,1 3 0-16,-9 6 0 0,-1 7 0 16,-8 5 0-16,-10 7 0 15,0 0 0-15,4 15 0 16,-4 2 0-16,0 6 0 0,-2 3 0 15,2 4 0 1,0 2 0-16,0-2 0 0,5-3 0 16,5-4 0-16,7-2 0 15,3-3 0-15,6-5 0 16,1-6 0-16,8 1 0 0,-8-4-36 16,8-4-50-16,-3-4-3 15</inkml:trace>
  <inkml:trace contextRef="#ctx0" brushRef="#br5" timeOffset="-5029.67">23067 5120 485 0,'0'0'2'0,"0"0"-1"0,0 0 1 15,-9 12 0-15,1 6 1 0,-3 7 1 16,-1 7 0-16,-3 10-2 16,3 2 2-16,-4 11-2 15,4 4-2-15,5 1 0 16,2-3 0-16,5 0 0 0,7-4 0 16,5-7 0-16,9-4 0 15,4-7 0-15,5-8 0 16,4-2-11-16,11-11-72 15,-5-8-3-15</inkml:trace>
  <inkml:trace contextRef="#ctx0" brushRef="#br5" timeOffset="-4596.72">23462 5303 461 0,'0'0'3'0,"0"0"1"16,-18-12 1-16,6 7 0 0,-8-2 1 16,-2 4 0-16,-5-1 1 15,-1 4-1-15,-4 4-2 16,5 6 0-16,2 5-4 16,8 2 0-16,4 6 0 0,5-4 0 15,8 5 0 1,4-8 0-16,13-1 0 0,0-2 0 15,5-5 0-15,6-4 0 16,-3-4 0-16,-1-5 0 0,2-7 0 16,-2-1 0-16,-2-7 0 15,-5 0 0-15,-4 1 0 16,-3 4 0-16,-3 0 0 16,-7 15 0-16,0 0 0 15,0 0 0-15,2 7 0 0,-2 7 0 16,-2 10 0-16,0 0 0 15,-3 3 0-15,5 1 0 16,0 1 0-16,0-1 0 16,0-3 0-16,5-5 0 0,-1 1 0 15,-1-5 0-15,8-16-45 16,-11 0-41-16,12 9-2 16</inkml:trace>
  <inkml:trace contextRef="#ctx0" brushRef="#br5" timeOffset="-4263.26">23651 5360 454 0,'0'0'4'0,"0"0"1"0,-5 0 1 15,5 0-1-15,0 0 0 16,-12 10 2-16,4 4 0 16,3 0 1-16,2 3-4 15,3 3-1-15,0 2 0 0,3 0-3 16,4-2 0-16,11-2 0 15,2-6 0-15,6-2 0 16,4-10 0-16,6 0 0 16,-4-5 0-16,0-7 0 0,-2-3 0 15,-2-6 0-15,-14-1 0 16,-4-2 0-16,-10-3 0 16,-5 2 0-16,-9 3 0 15,-11 2 0-15,-5 5 0 16,-3 5 0-16,4 7 0 0,-1 1 0 15,0 4-5-15,5-2-26 16,-10 10-55-16,26-2-2 16</inkml:trace>
  <inkml:trace contextRef="#ctx0" brushRef="#br5" timeOffset="-4013.82">23876 5109 453 0,'0'0'5'15,"0"-11"1"-15,0 11 2 0,11-10 1 16,-11 10 0-16,19-10 0 16,-6 10 1-16,10 0-8 15,-2 14-2-15,9 9 0 0,3 7 0 16,-4 7 0-16,4 5 0 16,-3 10 0-16,-5 6 0 15,-5 0 0-15,-11 4 0 16,-9 3 0-16,-7 2 0 15,-15-3 0-15,-13 1 0 0,-10-8-8 16,-5 5-79-16,0-5-2 16</inkml:trace>
  <inkml:trace contextRef="#ctx0" brushRef="#br6" timeOffset="3636.36">20512 12327 295 0,'0'0'7'0,"0"0"5"0,0 0 4 16,0 0 3-16,0-11 3 0,0 11 2 15,0 0 0-15,-5-12 2 16,5 12-7-16,0 0-4 16,-9-5-4-16,9 5-3 15,0 0-3-15,-5 10-1 0,2 3 0 16,0-1-4-16,3 6 0 15,0 1 0-15,0 3 0 16,0 6 0-16,6-3 0 16,-4 4 0-16,3 1 0 0,-5-1 0 15,5 1 0-15,-3-3 0 16,1 3 0-16,-3 0 0 16,0-3 0-16,0 3 0 15,0-3 0-15,0 0 0 16,0 1 0-16,0-2 0 0,0-1 0 15,0 0 0-15,0 0 0 16,0-2 0-16,2-1 0 16,-2 3 0-16,0-5 0 0,0-1 0 15,0-1 0-15,0 1 0 16,0-1 0-16,0-1 0 16,0-2 0-16,0 2 0 15,0-5 0-15,0 6 0 0,0-5 0 16,0 1 0-16,0 3 0 15,0-4 0-15,0 4 0 16,0-4 0-16,0 2 0 16,0 0 0-16,0-1 0 0,0-1 0 15,0-1 0-15,0 3 0 16,0 0 0-16,0-2 0 16,0 1 0-16,0-3 0 15,0 3 0-15,-2-2 0 0,2 3 0 16,-3-3 0-16,3 4 0 15,-2-7 0-15,2 7 0 16,-2-4 0-16,-1 0 0 16,3 1 0-16,0-1 0 15,0-2 0-15,0 0 0 0,0-1 0 16,0 1 0-16,0 2 0 16,0-4 0-16,0 4 0 15,0-1 0-15,0 3 0 0,0-2 0 16,0 1 0-16,-2-1 0 15,2 1 0-15,-3-1 0 16,3 1 0-16,0-1 0 16,0-2 0-16,0 3 0 0,0-1 0 15,0 0 0-15,0 0 0 16,0 3 0-16,0 0 0 16,0-2 0-16,0 1 0 15,0 1 0-15,0 0 0 16,0 5 0-16,0-5 0 0,0 3 0 15,0-2 0-15,0 1 0 16,0-4 0-16,0 2 0 16,0-2 0-16,0-1 0 0,0 1 0 15,0-6 0-15,0 2 0 16,0 1 0-16,0-10 0 16,0 15 0-16,0-15 0 15,0 13 0-15,0-13 0 0,0 0 0 16,0 10 0-16,0-10 0 15,0 0 0-15,0 0 0 16,0 0 0-16,0 0 0 0,0 0-3 16,8-5-86-16,-8-5-2 15</inkml:trace>
  <inkml:trace contextRef="#ctx0" brushRef="#br6" timeOffset="4786.93">20117 13682 346 0,'0'0'6'0,"0"0"5"0,0 0 3 0,0 0 4 16,0 0 1-16,-10-10 2 16,10 10 1-16,0 0 1 15,0 0-6-15,0 0-3 16,0 0-14-16,0 0 0 0,0 0 0 15,0 0 0-15,0 0 0 16,0 0 0-16,0 0 0 16,5 10 0-16,2-1 0 15,4 3 0-15,1 4 0 0,6 4 0 16,-1-1 0-16,5 6 0 16,1 0 0-16,7 0 0 15,-5 0 0-15,1 0 0 16,2 0 0-16,2-4 0 15,-3 2 0-15,1-4 0 0,-1 1 0 16,-7 0 0-16,4-3 0 16,-6 1 0-16,-4 0 0 15,0-2 0-15,0 0 0 0,-6-4 0 16,2 0 0-16,-3-5 0 16,-2 1 0-16,-5-8 0 15,8 10 0-15,-8-10 0 16,0 0 0-16,5 13 0 0,-5-13 0 15,0 0 0-15,0 0 0 16,0 0 0-16,0 0 0 16,0 0 0-16,0 0 0 15,0 0 0-15,0 0 0 0,0 0 0 16,0 0 0-16,0 0 0 16,-5-6 0-16,5 6 0 15,-3-12 0-15,3 2 0 16,0 0 0-16,0-8 0 0,3 1 0 15,2-4 0-15,2-10 0 16,0 0 0-16,6-5 0 16,-1-1 0-16,6-5 0 15,-1 5 0-15,8-8 0 0,-2 6 0 16,-2 1 0 0,7 4 0-16,-6 2 0 0,3 4 0 15,-8 3 0-15,3 3 0 16,-5 3 0-16,-2 3 0 0,-4 4 0 15,-1 2 0-15,-8 10 0 16,13-15 0-16,-13 15 0 16,0 0 0-16,9-1 0 15,-9 1 0-15,0 0 0 0,0 0 0 16,0 0 0-16,-2 4 0 16,2-4 0-16,-12 12 0 15,1-3 0-15,2 4 0 16,-6 3 0-16,0 3 0 0,0 2 0 15,-5 4 0-15,0-1 0 16,-2 8 0-16,2-2 0 16,-3 4 0-16,1 2 0 15,0-3 0-15,-3 5 0 0,6-8 0 16,1 4 0-16,0-6 0 16,1-2 0-16,4-6 0 15,4 0 0-15,2-5 0 16,-2 0 0-16,5-8 0 15,4-7 0-15,-8 16 0 16,8-16 0-16,-2 9 0 0,2-9 0 16,0 0 0-16,0 0 0 15,0 0 0-15,0 0-37 16,-5-9-51-16,5-1-5 0</inkml:trace>
  <inkml:trace contextRef="#ctx0" brushRef="#br6" timeOffset="5285.98">20107 13686 353 0,'0'0'7'0,"0"0"5"15,0 0 4-15,-7-12 1 0,7 12 1 16,0 0 2-16,0-10-1 16,0 10 1-16,0 0-6 15,0 0-4-15,5 5-5 16,2 10-5-16,6 4 0 0,-1 6 0 16,6 3 0-16,1 5 0 15,6 0 0-15,0 3 0 16,3-3 0-16,-3-2 0 15,1-1 0-15,2 0 0 0,-3-6 0 16,-3 1 0-16,-5-3 0 16,1-4 0-16,-3 4 0 15,-5-5 0-15,-3-2 0 16,1-3 0-16,-4 0 0 0,-4-3 0 16,0-9 0-16,6 11 0 15,-6-11 0-15,0 0 0 16,0 0 0-16,0 0 0 15,0-4 0-15,-3-6 0 16,3-4 0-16,0-2 0 16,0-4 0-16,6-7 0 0,1-8 0 15,5 3 0-15,-2-1-56 16,2-11-31-16,6-3-3 16</inkml:trace>
  <inkml:trace contextRef="#ctx0" brushRef="#br6" timeOffset="6985.92">20572 12183 244 0,'0'0'9'16,"0"0"4"-16,0 0 1 0,0 0 2 16,0 0 1-16,0 0 1 15,0 0-1-15,0 0 3 16,0 0-9-16,0 0-1 15,0 0-2-15,2-5 1 0,-2 5 1 16,13-7-1-16,-5 1 1 16,1-3 0-16,7 0 1 15,-2-2-1-15,4-2-1 16,-4-2-2-16,9 1 0 0,-3-2-1 16,2 0-1-16,0-2-1 15,1-2-1-15,0 5 1 16,1-3-4-16,-2-1 0 15,3 2 0-15,1-1 0 16,-5 1 0-16,7 0 0 0,-3 0 0 16,-3-1 0-16,3 3 0 15,-3-1 0-15,1 0 0 16,-1-2 0-16,0 4 0 16,0-1 0-16,1 0 0 0,-4 3 0 15,2-2 0-15,-1 0 0 16,-3 3 0-16,0 0 0 15,-2-3 0-15,-2 1 0 0,-1 1 0 16,1-1 0-16,-1 3 0 16,-2-3 0-16,3 2 0 15,-4-3 0-15,4 3 0 16,2 1 0-16,-3-2 0 0,1-1 0 16,1 1 0-16,2 1 0 15,-2 0 0-15,1 1 0 16,-3-3 0-16,1 3 0 15,-1 2 0-15,0 0 0 0,2-1 0 16,-2 0 0-16,-3 3 0 16,-1-1 0-16,2 3 0 15,0-4 0-15,-2 1 0 16,1-1 0-16,1 1 0 16,1-6 0-16,1 3 0 0,2 0 0 15,2-3 0-15,-2 3 0 16,-1-1 0-16,-1 1 0 15,3 0 0-15,-5 0 0 0,-3 0 0 16,5 3 0-16,-4-1 0 16,2 0 0-16,-2-1 0 15,-8 9 0-15,17-15 0 16,-10 8 0-16,-7 7 0 0,18-13 0 16,-8 8 0-16,-3-2 0 15,6-1 0-15,-6 3 0 16,3-2 0-16,0-1 0 15,-10 8 0-15,15-13 0 0,-15 13 0 16,15-11 0-16,-15 11 0 16,15-15 0-16,-15 15 0 15,18-7 0-15,-11-1 0 16,-7 8 0-16,14-7 0 0,-14 7 0 16,16-10 0-16,-16 10 0 15,12-8 0-15,-12 8 0 16,10-12 0-16,-10 12 0 15,15-13 0-15,-15 13 0 0,15-7 0 16,-15 7 0-16,10-10 0 16,-10 10 0-16,9-4 0 15,-9 4 0-15,0 0 0 16,0 0 0-16,9-11 0 0,-9 11 0 16,0 0 0-16,0 0 0 15,0 0 0-15,0 0 0 16,0 0 0-16,0 0 0 15,-9 3-11-15,9-3-31 0,0 0-45 16,0 9-1-16</inkml:trace>
  <inkml:trace contextRef="#ctx0" brushRef="#br6" timeOffset="7653.47">21745 10981 351 0,'0'0'4'0,"0"0"3"16,0 0 2-16,0 0 0 0,-10 6 1 15,10-6-1-15,0 0 2 16,0 0 2-16,0 9-3 0,0-9-1 16,10 5-1-16,0 0 0 15,2-3 1-15,0 2-1 16,6-2-2-16,-1 2 2 16,3-1-1-16,3 0-3 0,0-3-1 15,1 0 2-15,-4 0-2 16,5 0-3-16,-6 0 0 15,1 0 0-15,-4 0 0 0,-4 0 0 16,-3 0 0 0,-9 0 0-16,9 0 0 0,-9 0 0 15,0 0 0-15,0 0 0 16,0 0 0-16,0 0 0 16,0 7 0-16,0-7 0 0,0 15 0 15,-6-3 0-15,1 3 0 16,-5 5 0-16,6 2 0 15,-10 0 0-15,7 3 0 16,0-3 0-16,0 3 0 0,-1-5 0 16,3 0 0-16,2-3 0 15,1-2 0-15,0-3 0 16,2-2 0-16,0 1 0 16,0-11 0-16,0 8 0 0,0-8 0 15,0 0 0-15,0 0 0 16,4 11 0-16,-4-11 0 15,0 0 0-15,0 0 0 16,0 0 0-16,0 0 0 0,0 0 0 16,0 0 0-16,0 0 0 15,0 0-54-15,0-5-32 16,0 5-3-16</inkml:trace>
  <inkml:trace contextRef="#ctx0" brushRef="#br6" timeOffset="9959.88">22227 12156 236 0,'0'0'8'0,"0"0"3"16,0 0 3-16,0 5 3 16,0-5 3-16,0 0 2 15,-2 10 2-15,2-10 2 16,0 0-3-16,0 0-4 0,0 0-1 16,0 0-3-16,0 0-1 15,0 7-3-15,0-7-1 16,0 0-3-16,0 0-1 15,0 0-2-15,0 0-1 0,0 0 0 16,0 0-3-16,0 0 0 16,0 0 0-16,0 0 0 15,0 0 0-15,0 0 0 0,0 0 0 16,7 7 0-16,-7-7 0 16,0 0 0-16,14 4 0 15,-14-4 0-15,11 0 0 16,-11 0 0-16,19 0 0 15,-8 0 0-15,-2 0 0 0,3 0 0 16,6-4 0-16,2 4 0 16,6-4 0-16,-2 1 0 15,3 0 0-15,8 0 0 16,3 2 0-16,4-2 0 0,2 0 0 16,4 2 0-16,6-2 0 15,0-2 0-15,12 0 0 16,1 1 0-16,7-2 0 15,3 1 0-15,2-3 0 0,1 3 0 16,3-2 0-16,0 2 0 16,-3 0 0-16,-6 0 0 15,-7 0 0-15,-7 3 0 16,-8-1 0-16,-6 1 0 0,-9 2 0 16,-12 0 0-16,-6 0 0 15,-4-2 0-15,-15 2 0 16,12 0 0-16,-12 0 0 15,0 0 0-15,0 0 0 0,0 0 0 16,0 0 0-16,0 0 0 16,0 0 0-16,0 0 0 15,0 0 0-15,0 0 0 16,0 0 0-16,0 0 0 0,0 0 0 16,0 0 0-16,0 0 0 15,0 0 0-15,-7 2 0 16,-3-2-27-16,10 0-60 15,-10 0-2-15</inkml:trace>
  <inkml:trace contextRef="#ctx0" brushRef="#br6" timeOffset="10553.36">23621 11903 410 0,'0'0'7'0,"0"0"2"0,0 0 3 0,0 0 2 16,0 0 1-16,0 0 1 15,0 0-1-15,0 0-2 16,0 0-13-16,0 0 0 0,7 0 0 16,4 3 0-16,1 1 0 15,8 4 0-15,-3-1 0 16,8 1 0-16,2 2 0 0,1-3 0 16,1 3 0-16,1-4 0 15,0 3 0-15,-2-1 0 16,-7-1 0-16,2-3 0 15,-5 3 0-15,-4 4 0 16,-7-1 0-16,-4 2 0 0,-3 6 0 16,-3-1 0-16,-9 3 0 15,-6 2 0-15,2 3 0 16,-9 0 0-16,0 3 0 16,0-5 0-16,0 0 0 0,3-3 0 15,2-3 0-15,8 0 0 16,-4-7 0-16,7 3 0 15,9-13 0-15,-12 10 0 0,12-10 0 16,0 0 0-16,0 0 0 16,0 0 0-16,0 0 0 15,0 0 0-15,0 0 0 16,0 0 0-16,0-8 0 16,0 8-80-16,0-15-10 0</inkml:trace>
  <inkml:trace contextRef="#ctx0" brushRef="#br6" timeOffset="10986.75">24220 11881 438 0,'0'0'7'0,"0"0"2"16,-3-10 3-16,3 10 1 0,0 0 1 15,-3-10-1-15,3 10-8 16,0 0-5-16,0 0 0 15,0 0 0-15,6 15 0 16,6-2 0-16,0 4 0 0,4-1 0 16,3 5 0-16,3-2 0 15,1 3 0-15,2-5 0 16,-3-2 0-16,0 1 0 16,-4-4 0-16,-3-3 0 15,-2-3 0-15,-13-6 0 0,12 10 0 16,-12-10 0-16,0 0 0 15,0 0-9-15,-5-5-78 16,5 5-1-16</inkml:trace>
  <inkml:trace contextRef="#ctx0" brushRef="#br6" timeOffset="11453.3">24496 11878 369 0,'0'0'8'16,"0"0"6"-16,0 0 1 0,12-10 3 15,-12 10 2-15,0 0 0 16,10-10 2-16,-10 10 1 16,0 0-21-16,0 0-2 15,0 0 0-15,0 0 0 0,0 0 0 16,0 0 0-16,0 0 0 15,-5 8 0-15,-2 7 0 16,-9 4 0-16,4 9 0 16,-8 2 0-16,1 6 0 15,-4-1 0-15,3 5 0 0,1-3 0 16,-2-2 0-16,4-4 0 16,2-6 0-16,5 3 0 15,0-8 0-15,3-7 0 0,2 1 0 16,0-7 0-16,5-7 0 15,-2 10 0-15,2-10 0 16,0 0 0-16,0 0 0 16,0 0 0-16,0 0 0 0,0 0 0 15,0 0 0-15,0 0 0 16,0 0 0-16,0 0 0 16,0 0 0-16,0 0 0 15,0 0 0-15,-6 13-53 0,6-13-37 16</inkml:trace>
  <inkml:trace contextRef="#ctx0" brushRef="#br6" timeOffset="17153.3">22117 10766 273 0,'0'0'8'0,"0"0"4"0,0 0 2 15,0 0 3-15,-9-2 2 16,9 2 1-16,-8-3 4 15,8 3-2-15,-10 0-7 16,10 0-4-16,0 0 0 0,0 0-2 16,6 10-1-16,3 0-3 15,6 2 0-15,5 1 0 16,3 6 0-16,4-1-1 16,0 1-1-16,2-1-1 0,5-1-1 15,-8-2 0-15,1-1 0 16,-4-3-1-16,-3 1 1 15,0-4-1-15,-5 2 1 16,-5-6-1-16,-1 3 0 16,-9-7 0-16,11 9-2 0,-11-9-3 15,0 0-4-15,0 0-15 16,0 0-57-16,0 0-3 16</inkml:trace>
  <inkml:trace contextRef="#ctx0" brushRef="#br6" timeOffset="17469.66">22386 10699 354 0,'0'0'7'0,"0"0"5"16,0 0 3-16,0 0 1 16,0 0 0-16,10-7 0 15,-10 7 1-15,0 7 1 0,-3 7-8 16,-4 11-3-16,-3 5-4 15,-3 5-1-15,1 7 0 16,-3 3-1-16,-2 2 2 16,2-6-1-16,-1-3 1 0,4-1-1 15,-5-8 1-15,4-1-1 16,4-8-2-16,-1-3 0 16,3-5 0-16,1-2 0 15,6-10 0-15,-5 10 0 0,5-10-7 16,0 0-8-16,0 0-23 15,5-4-45-15,6-3-2 16</inkml:trace>
  <inkml:trace contextRef="#ctx0" brushRef="#br6" timeOffset="17906">22642 11033 486 0,'0'0'4'15,"0"0"2"-15,0 0-1 0,-3-15 0 16,3 15 0-16,0-12-5 16,0 12 0-16,0-14 0 15,0 14 0-15,7-11 0 16,-7 11 0-16,16-5 0 15,-9 5 0-15,6 0 0 0,-3 5 0 16,2 3 0-16,-4 2 0 16,1 3 0-16,-9-1 0 0,3 7 0 15,-3 2 0-15,-7-3 0 16,-6 6 0-16,1 0 0 16,0-4 0-16,-6-1 0 15,6 1 0-15,-1-8 0 16,6 1 0-16,7-13 0 0,-3 10 0 15,3-10 0-15,12 0 0 16,6 0 0-16,-1-7 0 16,8-1 0-16,0-2 0 15,5 4 0-15,-3-5 0 0,8 8-6 16,-3-4-80-16,-4 3-2 16</inkml:trace>
  <inkml:trace contextRef="#ctx0" brushRef="#br6" timeOffset="18753.39">24575 12341 493 0,'0'0'4'0,"0"0"2"16,0-9 2-16,0 9-8 16,0-13 0-16,0 13 0 15,0-15 0-15,2 8 0 0,-2 7 0 16,16-15 0-16,-9 10 0 16,3 3 0-16,3 2 0 15,-1 0 0-15,0 2 0 16,-2 5 0-16,-3 6 0 0,-2-1 0 15,-5 6 0-15,0 1 0 16,-7 1 0-16,-5 0 0 16,-3 2 0-16,-3-2 0 15,1-2 0-15,2-4 0 0,0 1 0 16,10-5 0-16,0 0 0 16,5-10 0-16,10 5 0 15,10-5 0-15,0 0 0 16,7-5 0-16,3 0 0 0,-3-2 0 15,6 2 0-15,-8-3 0 16,0 8 0-16,-1-5-72 16,-7 4-17-16</inkml:trace>
  <inkml:trace contextRef="#ctx0" brushRef="#br6" timeOffset="19936.89">21921 14080 366 0,'0'0'8'15,"0"0"4"-15,0 0 1 16,0 0 2-16,8 3 2 0,-8-3 1 16,0 0 1-16,13 6 1 15,-13-6-6-15,0 0-5 16,0 0-9-16,4-6 0 16,-4 6 0-16,10-11 0 0,-10 11 0 15,18-11 0-15,-6 3 0 16,0 3 0-16,3 0 0 15,0 1 0-15,3 4 0 0,-6-3 0 16,1 3 0-16,-4 3 0 16,-2 4 0-16,2 0 0 15,-5 4 0-15,-1 0 0 16,-3 4 0-16,0 3 0 16,-5-4 0-16,-6 4 0 0,-1 1 0 15,-3-1 0-15,1-1 0 16,-4-4 0-16,3 2 0 15,0-3 0-15,3-5 0 16,12-7 0-16,-17 12 0 0,17-12 0 16,-8 3 0-16,8-3 0 15,0 0 0-15,0 0 0 16,0 0 0-16,8 0 0 0,2 0 0 16,4 0 0-16,2-3 0 15,3-1 0-15,3-1 0 16,3-3 0-16,3 4 0 15,-2-1 0-15,5-3 0 16,-7 3 0-16,1 3 0 16,-2-3 0-16,-5 5 0 0,-4-3 0 15,-2 1 0-15,-12 2 0 16,11 0 0-16,-11 0 0 16,0 0 0-16,-7 2 0 15,7-2-32-15,-21 0-58 0</inkml:trace>
  <inkml:trace contextRef="#ctx0" brushRef="#br6" timeOffset="20836.91">20977 13957 343 0,'0'0'5'0,"0"0"3"0,0 0 4 16,10-8 0-16,-10 8 3 15,12-5-1-15,-12 5 2 0,18-7 1 16,-8 4-4-16,4 3-2 15,4 0-2-15,2-2 0 16,7 2-1-16,9-3-1 16,-2 1 0-16,6-1-2 0,1-2-5 15,0 0 0-15,1-1 0 16,0 0 0-16,-7-2 0 16,-2 4 0-16,-9-2 0 15,-2 5 0-15,-4 1 0 16,-11-3 0-16,-7 3 0 0,0 0 0 15,5 7 0-15,-5-7 0 16,-17 21 0-16,2-7 0 16,-8 1 0-16,2 5 0 0,-4 5 0 15,-8-5 0-15,6 6 0 16,-8-1 0-16,1 2 0 16,-2-5 0-16,1-2 0 15,3-1 0-15,5-1 0 0,3 0 0 16,3-8 0-16,3 0 0 15,9-3 0-15,9-7 0 16,-10 5 0-16,10-5 0 0,0 0 0 16,0 0 0-16,0 0 0 15,0 0 0-15,12 5 0 16,1-5 0-16,4 0 0 16,1 0 0-16,8-2 0 15,5-1 0-15,6-2 0 16,0 0 0-16,5 0 0 0,6-2 0 15,-4 3 0-15,6-2 0 16,-6 1 0-16,4 2 0 16,-11-1 0-16,-2 1 0 0,-5 0 0 15,-8 3 0-15,-7-1 0 16,-2 1 0-16,-13 0 0 16,9 0 0-16,-9 0 0 15,0 0 0-15,0 0 0 0,0 0 0 16,0 0 0-16,-7 1-54 15,7-1-38-15</inkml:trace>
  <inkml:trace contextRef="#ctx0" brushRef="#br0" timeOffset="26853.36">18527 11395 232 0,'0'0'6'16,"0"0"2"-16,0 0 4 15,0 0 4-15,0 0 2 16,0 0-1-16,-2-8 2 16,2 8 1-16,0 0-5 0,0 0 0 15,0 0-4-15,0 0-2 16,0 0 0-16,0 0 1 15,0 0 0-15,0 0 1 16,0 0-2-16,0 0 1 0,0 0 0 16,0 0-2-16,0 0 0 15,0 0-2-15,0 0-1 16,0 0-1-16,0 0 0 0,0 0 0 16,0 0-1-16,0 0-1 15,0 0-2-15,0 0 0 16,0 0 0-16,0 0 0 15,0 0 0-15,0 0 0 0,0 0 0 16,0 0 0-16,0 0 0 16,0 0 0-16,0 0 0 15,0 0 0-15,0 0 0 16,0 0 0-16,0 0 0 16,0 0 0-16,0 0 0 0,0 0 0 15,0 0 0-15,0 0 0 16,0 0 0-16,0 0 0 15,0 0 0-15,0 0 0 16,0 0 0-16,0 0 0 0,0 0 0 16,0 0 0-16,0 0 0 15,0 0 0-15,0 0 0 16,0 0 0-16,0 0 0 16,0 0 0-16,0 0 0 0,0 10 0 15,0 3 0-15,0 3 0 16,0 5 0-16,-2 1 0 15,2 8 0-15,-4-5 0 0,4 4 0 16,-2-6 0-16,-1-2 0 16,3-3 0-16,0-5 0 15,0-1 0-15,0-12 0 16,0 10 0-16,0-10 0 0,0 0 0 16,0 0 0-16,0 0 0 15,0 0 0-15,0 0 0 16,0 0 0-16,0 0 0 15,0 0 0-15,0 0 0 16,3-5 0-16,-3 5 0 0,0 0 0 16,2-10 0-16,-2 10 0 15,0 0 0-15,0 0 0 16,0 0 0-16,0-10 0 16,0 10 0-16,0 0 0 0,0 0 0 15,0 0 0-15,0 0 0 16,0 0 0-16,0 0 0 15,0-14 0-15,0 14-18 16,8 0-68-16,-8 0-2 0</inkml:trace>
  <inkml:trace contextRef="#ctx0" brushRef="#br0" timeOffset="27953.02">16771 9567 452 0,'0'0'5'0,"0"0"2"15,0 0 2-15,0 0 2 16,0-10 0-16,0 10 1 0,0 0-8 16,0 0-4-16,0 0 0 15,0 0 0-15,12 7 0 16,-7 8 0-16,-3 3 0 0,3 4 0 16,3 5 0-16,-3-5 0 15,0 3 0-15,-2 0 0 16,3-8 0-16,-3-2 0 15,5-3 0-15,-6-2 0 0,-2-10 0 16,5 10 0-16,-5-10 0 16,0 0 0-16,0 0 0 15,0 0 0-15,0 0 0 16,0 0 0-16,0 0 0 0,0 0 0 16,0 0 0-16,2-4 0 15,-2 4 0-15,0-21-66 16,0 21-24-16</inkml:trace>
  <inkml:trace contextRef="#ctx0" brushRef="#br0" timeOffset="29119.7">18967 13022 442 0,'0'0'7'0,"0"0"2"15,0 0 2-15,0-10 2 16,0 10 1-16,0 0 1 0,0 0-15 16,-5-9 0-16,5 9 0 15,0 0 0-15,0 12 0 16,0 1 0-16,0 2 0 15,-2 1 0-15,2 8 0 16,-3-3 0-16,1 2 0 0,0-3 0 16,2-1 0-16,-4-2 0 15,4-4 0-15,0-3 0 16,0-10 0-16,0 10 0 0,0-10 0 16,0 0 0-16,0 0 0 15,0 0 0-15,0 0 0 16,0-10 0-16,0-5 0 15,0-3 0-15,0-2 0 0,0-4 0 16,0-3 0-16,0 2 0 16,0 1 0-16,0 1 0 15,0 5 0-15,0 6 0 16,-2 2 0-16,2 10 0 16,-3-9 0-16,3 9 0 0,-3 5 0 15,3 6 0-15,0 4 0 16,0 6 0-16,0 4 0 15,0 1 0-15,-1 4 0 16,-2 0 0-16,3 4 0 0,0 2-49 16,0-20-43-16</inkml:trace>
  <inkml:trace contextRef="#ctx0" brushRef="#br0" timeOffset="34235.42">21349 4605 149 0,'0'0'7'15,"-9"-2"4"-15,9 2 3 16,-10 0 2-16,10 0 2 16,-15 0 0-16,5 0 2 0,10 0 0 15,-9 7-5-15,9-7-3 16,-11 15-3-16,6-8-3 15,0 3 1-15,3 2-2 16,2-2-1-16,-2 3 0 0,2-1 0 16,2 1 1-16,5 1 1 15,6-1 0-15,-1 1 1 16,11-4 0-16,-2 3 0 0,7-6 0 16,2 4-2-16,2-7-1 15,3 4-1-15,3-6 0 16,1-2 0-16,-2 3-1 15,3-3 0-15,3 0 0 16,-2 0-1-16,2 0 0 0,-3 0 0 16,1 0 0-16,-1 0 0 15,3-3-1-15,-1 1 0 16,1 2 1-16,-1-5-1 0,-1 2 1 16,1 3 0-16,-1-2-1 15,1-3 1-15,1 2-1 16,-2-2 0-16,5 3 0 15,-2-6 0-15,4 4 1 0,-2-2-2 16,4 1 1-16,-1-2 0 16,2 2 0-16,-1 3 1 15,-1 0-1-15,-4-1 1 16,-2-3-1-16,4 6 0 0,-6-1 0 16,1-2 0-1,-1 3 0-15,-2 0 0 0,-2-3 0 16,0 3 0-16,4 0 0 15,-7 0 0-15,1 0 0 16,2 0-1-16,-2 0 1 16,-5 3 0-16,2 1-1 0,-1 2 1 15,-2-3 0-15,0 1 0 16,1-1 0-16,-2 1 0 16,2 1 0-16,-1-2 0 0,1-1 1 15,3 4-1-15,-1-4 0 16,0 0 1-16,0 3-1 15,1-2 1-15,-1 2 0 16,0-3 0-16,0 4-1 0,1-4 0 16,-6 3 1-16,3 0-1 15,-3-3 1-15,-2 1-1 16,-5 2 1-16,0-2 0 16,-7-2 0-16,-1 2 0 0,0-3 0 15,-12 0 1-15,10 4-1 16,-10-4 0-16,0 0-1 15,0 0-3-15,-8 13-9 16,-1 5-46-16,1-11-16 0</inkml:trace>
  <inkml:trace contextRef="#ctx0" brushRef="#br0" timeOffset="35402.69">20959 5955 209 0,'0'0'6'0,"0"0"8"16,0-10 3-16,0 10 4 15,0 0-1-15,0 0 1 16,0 0 1-16,0 0-1 16,0 0-4-16,-10 5-6 0,10-5-3 15,-2 22-5-15,2-8-1 16,0 4 1-16,2 2 0 16,4 0-2-16,6 0 1 15,0 0 0-15,8 0-1 0,6-6 2 16,-4 4-1-16,10-6 1 15,3 1-1-15,2-1 1 16,3 0-1-16,7-5 0 16,0 1 0-16,3-3-1 0,-1 0 1 15,1-2-1-15,0-1 0 16,2-2 0-16,0 0 0 16,6 0-1-16,-4-2 1 15,4-1 0-15,-2-2-1 0,10 3 1 16,-4-4-1-16,2 1 0 15,1 4 0-15,-3-5 0 16,2 5 0-16,1-2 1 16,4-3-1-16,-4 4 0 0,-1 0 0 15,6-2 0-15,2 3 0 16,0-4 0-16,3 3 0 16,1-1 0-16,0-2 0 0,2 2 0 15,1 1 1-15,5-1-1 16,-5-2 0-16,1 1 1 15,1-2 1-15,-1 1-1 16,5 0 2-16,-4-2 1 0,4 0 0 16,-5-3 1-16,-1 2-1 15,0 1 1-15,-7-3 0 16,-2 2-1-16,-3 1-2 16,-10 0 1-16,-7 4-2 15,-8 1 1-15,-9-4-1 0,-11 6 0 16,-5 0 0-16,-17 0 0 15,10 0 0-15,-10 0 0 16,-5 3 0-16,-4 2-1 16,-4-2-2-16,-2 4-8 0,-5-2-17 15,-5 3-52-15,0-2-3 16</inkml:trace>
  <inkml:trace contextRef="#ctx0" brushRef="#br0" timeOffset="35869.96">22738 6577 459 0,'0'0'4'0,"0"0"1"16,0 0 1-16,0 0 0 0,0 0 2 15,0 0-1-15,0 0 1 16,0 17 0-16,0 0-8 16,0 6 0-16,0 7 0 15,0-1 0-15,0 9 0 0,0-4 0 16,4 1 0-16,-2-3 0 15,1-3 0-15,-3-2 0 16,0-6-6-16,2 1-20 16,8-7-58-16,-10-2-2 0</inkml:trace>
  <inkml:trace contextRef="#ctx0" brushRef="#br0" timeOffset="36236.37">22404 6619 430 0,'0'0'5'0,"0"0"2"0,0 0 1 16,0-10 2-16,0 10 0 15,17-10 2-15,-2 3 0 16,11-3 1-16,8 0-9 0,8 2-4 15,8 1 0-15,4-3 0 16,3 3 0-16,3-1 0 16,-2 1 0-16,-4 1 0 15,-3 2 0-15,-8-1 0 0,-8 2 0 16,-5 3 0-16,-10 0 0 16,-6 0 0-16,-7 0 0 15,-7 0 0-15,0 0 0 16,0 10 0-16,0-10 0 0,-13 12 0 15,1-5 0-15,3 10-11 16,-1-6-75-16,-5 2-3 16</inkml:trace>
  <inkml:trace contextRef="#ctx0" brushRef="#br0" timeOffset="36486.82">23104 6861 468 0,'0'0'2'0,"0"0"1"16,0 0 1-16,0 13 0 16,0-3 1-16,-3 0-1 0,1 5 1 15,-1-1-1-15,3 4-1 16,0 0-2-16,0-3-3 15,0 3-4-15,0-1-13 0,0-4-62 16,5-3-3-16</inkml:trace>
  <inkml:trace contextRef="#ctx0" brushRef="#br0" timeOffset="37003.4">23315 6557 459 0,'0'0'6'0,"-5"-10"1"0,3-1 2 15,2 0 1-15,0-4 0 16,0 0 0-16,5 0-10 0,2-5 0 16,6 8 0-16,4 2 0 15,3 6 0-15,3 1 0 16,2 3 0-16,-4 5 0 15,-1 7 0-15,1 3 0 16,-7 2 0-16,-7 0 0 0,-7 5 0 16,0 1 0-16,-14 2 0 15,-4 2 0-15,-5 1 0 16,-3-7 0-16,-1 7 0 16,2-8 0-16,-1 0 0 0,6-3 0 15,6-3 0-15,11-3 0 16,3-11 0-16,8 7 0 15,12-7 0-15,7 0 0 0,10-7 0 16,8-1 0-16,0-3 0 16,3 0 0-16,3-1 0 15,-3 1 0-15,-4 4 0 16,-5 0 0-16,-13 2 0 16,-1 0 0-16,-13 2 0 0,1 3 0 15,-13 0 0-15,0 0 0 16,0 0 0-16,-13 0 0 15,5 3 0-15,-1-1 0 16,-4 6 0-16,-2-3-2 0,6-3-88 16,-4 5-2-16</inkml:trace>
  <inkml:trace contextRef="#ctx0" brushRef="#br0" timeOffset="45220.04">20634 16258 278 0,'0'0'6'16,"0"0"5"-16,0 0 2 0,0 0 3 16,0 0-1-16,0 0 0 15,0 0 2-15,0 0-1 16,0 0-6-16,0 0-4 16,0 0-2-16,6 4 0 15,8-4 0-15,6 0 1 0,9 0 1 16,12 0 0-16,8 0 1 15,11 0-1-15,9-4-1 16,13 1-1-16,5-4-1 0,10 2-1 16,0-1-1-16,6-1 0 15,-4 3-1-15,2-4 1 16,-4 3-1-16,0 0 0 16,-8 1 1-16,-2-2-1 15,-9 4 1-15,-6-3-1 0,-8 0 1 16,-9 0 0-16,-8 1 0 15,-15 0 1-15,-5 2 1 16,-9-1 0-16,-8 3 0 0,-10 0 1 16,0 0-1-16,11 0 0 15,-11 0 0-15,0 0-1 16,0 0-1-16,0 0-1 16,0 0-2-16,0 0 0 15,0 0-2-15,-7-1-3 0,7 1-3 16,0 0-6-16,0 0-13 15,-9-11-42-15,9 11-11 16</inkml:trace>
  <inkml:trace contextRef="#ctx0" brushRef="#br0" timeOffset="45702.63">22188 15987 343 0,'0'0'5'0,"0"0"3"15,0 0 1-15,0 0 0 0,0 0 4 16,0 0 0-1,7 6 2-15,4 1 2 0,5 3-5 16,3-2-1-16,4 4-2 16,7-2 0-16,0 2-2 0,4 1-3 15,-1-4-1-15,-3 4-2 16,-5-1 0-16,-5-2-1 16,-3 3 0-16,-10-1 1 15,-1 3-1-15,-6-1 1 16,-6 2-1-16,-1 1 1 0,-8 0 0 15,-3 0 0-15,-2 4 0 16,3-4-1-16,-3-2 1 16,1 2 0-16,1-2-1 15,4-3 1-15,1 1-2 0,3-5 0 16,10-8-3-16,-13 8-2 16,13-8-5-16,0 0-9 15,0 0-37-15,0 0-28 16,0 0 0-16</inkml:trace>
  <inkml:trace contextRef="#ctx0" brushRef="#br0" timeOffset="46319.66">22714 15958 362 0,'0'0'8'0,"0"0"3"16,0 0 3-16,0 0-1 0,-2 4 1 16,2-4 0-16,0 11 1 15,2-1 2-15,5 3-8 16,5 1-2-16,2 1-3 15,2 5 0-15,7 0-1 0,0-4 0 16,-2 5-1-16,-1-6-1 16,-2-3-1-16,-1 1 0 15,-1-3 0-15,-4-3-2 16,-12-7-3-16,11 8-3 16,-11-8-4-16,0 0-8 0,0 0-34 15,0 0-30-15,0 0-3 16</inkml:trace>
  <inkml:trace contextRef="#ctx0" brushRef="#br0" timeOffset="46653.38">23067 15976 378 0,'0'0'8'0,"0"0"2"0,0 0 3 15,0 0 1-15,0 3 1 16,0 5 1-16,-3 7 0 15,-4 3 1-15,-4 5-5 16,-3 7-4-16,-4 3-4 0,-3 8-4 16,0 3 0-16,-1 1 0 15,0-6 0-15,2 4 0 16,0-5 0-16,3-2 0 16,1-6 0-16,4-4 0 15,-1-3 0-15,4-11 0 0,4 1 0 16,2-4 0-16,3-9 0 15,0 0 0-15,0 0 0 16,0 0 0-16,0 0 0 16,0 0 0-16,0-9-7 0,0-4-9 15,4 6-12-15,-4 7-54 16,8-10-4-16</inkml:trace>
  <inkml:trace contextRef="#ctx0" brushRef="#br0" timeOffset="48586.87">20604 16315 172 0,'0'0'6'15,"0"0"6"-15,0 0 4 16,-7 3 6-16,7-3 1 0,0 0 4 16,0 0 1-16,0 0 2 15,0 0-5-15,0 0-1 16,5-6-6-16,2-1-3 0,8-5 0 16,1-6-3-16,15-2-2 15,7-5-1-15,9-4 0 16,10-9-2-16,8-1-1 15,9-8-1-15,8-3-2 0,12-6 0 16,-2-6 0-16,8 0-1 16,2-5 0-16,-3 2 1 15,0 1 1-15,-4 4-4 16,-8 2 0-16,-9 5 0 0,-12 9 0 16,-14 6 0-16,-4 8 0 15,-14 3 0-15,-11 8 0 16,-6 4 0-16,-8 7 0 15,-9 8 0-15,13-12 0 16,-13 12 0-16,0 0 0 0,0 0 0 16,0 0 0-16,0 0 0 15,0 0 0-15,0 0 0 16,0 0 0-16,-4 0 0 0,4 0 0 16,0 0 0-16,-16 12 0 15,16-12-13-15,-12 8-15 16,12-8-35-16,-12 7-23 15,4-3-4-15</inkml:trace>
  <inkml:trace contextRef="#ctx0" brushRef="#br0" timeOffset="49102.52">21814 15284 351 0,'0'0'5'15,"0"0"4"-15,0 0 4 0,0 0 2 16,0 0 0-16,0 0 1 15,0 0 1-15,0 0 2 16,13 0-4-16,-1 0-3 0,8-7-3 16,5 2-1-16,5-5-1 15,10 0-7-15,-1-1 0 16,6 3 0-16,0-5 0 16,-2 3 0-16,-6 0 0 15,-5 3 0-15,-7 1 0 0,-6 4 0 16,-8 0 0-16,-11 2 0 15,12 0 0-15,-12 0 0 16,-5 17 0-16,-2-2 0 0,-2 5 0 16,-3 4 0-16,-5 6 0 15,5-1 0-15,-4 5 0 16,4-5 0-16,0-2 0 16,4-5 0-16,1 2 0 15,4-10 0-15,3 1 0 0,0-5 0 16,0-1 0-16,0-9-9 15,5 14-29-15,8-7-48 16,-13-7-2-16</inkml:trace>
  <inkml:trace contextRef="#ctx0" brushRef="#br0" timeOffset="49819.7">22667 15108 198 0,'0'0'9'0,"0"0"7"16,0 0 4-16,0 0 4 15,0 0 1-15,0 0 4 0,0 0 0 16,-10-2 4-16,10 2-9 16,0 0-6-16,0 0-3 15,0 0-3-15,0 0-2 0,0 0-2 16,0 0-2-16,0 0-1 16,0 0 0-16,0 0 0 15,0 0 0-15,0 0-1 16,0 0-1-16,0 0 1 0,0 0-2 15,0 0 0-15,0 0-2 16,0 0 0-16,0 0 0 16,0 0 0-16,0 0 0 15,0 0 0-15,0 0 0 0,0 0 0 16,0 0 0-16,0 0 0 16,-2-10 0-16,2 10 0 15,0 0 0-15,0 0 0 16,0 0 0-16,0 0 0 15,0 0 0-15,0 0 0 0,0 0 0 16,0 0 0-16,0 0 0 16,0 0 0-16,0 0 0 15,0 15 0-15,7-3 0 0,0 1 0 16,4 6 0-16,3 1 0 16,0 3 0-16,4-3 0 15,-2 2 0-15,1-7 0 16,-2 2 0-16,-1-5 0 0,-2-2 0 15,1-2 0-15,-13-8 0 16,10 10 0-16,-10-10 0 16,0 0 0-16,0 0 0 15,0 0 0-15,0 0 0 0,0 0 0 16,0 0 0-16,0 0 0 16,0-8 0-16,0 8-16 15,0 0-62-15,-7-2-10 16</inkml:trace>
  <inkml:trace contextRef="#ctx0" brushRef="#br0" timeOffset="50269.7">22836 15032 337 0,'0'0'6'0,"0"0"4"0,0 0 5 15,0 0 2-15,0 0 1 16,0 0 1-16,0 0 0 16,0 0 1-16,0 0-5 0,0 0-5 15,-11 2-3-15,3 7-2 16,-5 9-2-16,-3 2 0 15,-7 7 0-15,5 2-1 0,-5 9 0 16,-5-5-2-16,6 4 0 16,3-8 0-16,-2 4 0 15,5-8 0-15,2-1 0 16,0-7 0-16,3-2 0 0,7-5 0 16,4-10 0-16,-10 14 0 15,10-14 0-15,0 0 0 16,0 0 0-16,0 0 0 15,0 0 0-15,0 0 0 0,0 0 0 16,0 0 0-16,0 0 0 16,0 0 0-16,0 0-23 15,0 0-62-15,0 0-4 16</inkml:trace>
  <inkml:trace contextRef="#ctx0" brushRef="#br0" timeOffset="52352.76">20666 16369 235 0,'0'0'8'0,"0"0"4"0,5-2 5 15,-5 2 3-15,0 0 2 16,11-2 2-16,-11 2 0 16,0 0 4-16,0 0-10 15,9 0-4-15,-9 0-4 0,0 0-3 16,3 4-1-16,-3 6-2 16,0 5 0-16,0 5-1 15,0 4 1-15,2 9 0 16,-2 4-2-16,3 3 2 0,-1 2 0 15,0-1-1-15,4 4 0 16,-3-3-1-16,-1-2 1 16,-2 3-1-16,0-9 1 15,0 4-2-15,-2-5 0 16,-4 0 1-16,1 0 0 0,0-4-1 16,0 1 1-16,1-6 0 15,1 1 0-15,-2 0-1 16,0-3 1-16,2-4 0 0,1 2-1 15,-1-6 1-15,3 1-2 16,0 0 0-16,0-5 0 16,0 0 0-16,0-10 0 15,0 10 0-15,0-10 0 16,8 10 0-16,-8-10 0 0,0 0 0 16,0 0 0-16,5 10 0 15,-5-10 0-15,0 0 0 16,0 0 0-16,5 9 0 15,-5-9 0-15,0 0 0 0,0 0 0 16,3 11 0-16,-3-11 0 16,0 0 0-16,0 0 0 15,0 0 0-15,0 0 0 16,0 0 0-16,0 7 0 0,0-7-2 16,0 0 1-16,0 0-1 15,0 0-2-15,0 0-3 16,0 0-4-16,0 0-15 15,0 0-55-15,0 0-1 0</inkml:trace>
  <inkml:trace contextRef="#ctx0" brushRef="#br0" timeOffset="53170.41">20247 16967 297 0,'0'0'7'0,"0"0"3"0,0 0 5 16,0-8 2-16,0 8 2 16,-3-10 5-16,3 10-2 15,0-10 2-15,0 10-6 0,0-8-4 16,0 8-2-16,0 0-3 16,10 0-2-16,0 3 0 15,3 5-2-15,1 4-1 16,4 6-4-16,1 3 0 0,6 4 0 15,-2 5 0-15,-1 1 0 16,3 0 0-16,-3 4 0 16,-10-21 0-16,1 4 0 15,-2-1 0-15,3-2 0 0,-4 2 0 16,2 0 0-16,-4 1 0 16,4 0 0-16,-2-4 0 15,1 1 0-15,-2 0 0 16,-2-2 0-16,4-1 0 0,-4 1 0 15,0-1 0-15,1-2 0 16,-4-1 0-16,-4-9 0 16,13 18 0-16,-13-18 0 15,5 10 0-15,-5-10 0 0,0 0 0 16,7 7 0-16,-7-7 0 16,0 0 0-16,0 0 0 15,0 0 0-15,0 0 0 16,11 3 0-16,-11-3 0 15,0 0 0-15,0 0 0 0,3-6 0 16,-3 6 0-16,4-14 0 16,-1 6 0-16,-1-2 0 15,10-21 0-15,11-7 0 0,-1-6 0 16,3-11 0-16,5-2 0 16,7-2 0-16,0-4 0 15,-2 11 0-15,0 8 0 16,-3 4 0-16,-2 8 0 15,-3 7 0-15,-6 6 0 16,-5 9 0-16,-5 5 0 0,-11 5 0 16,7 0 0-16,-7 0 0 15,0 7 0-15,0-7 0 16,0 15-16-16,0-15-74 0,0 0-4 16</inkml:trace>
  <inkml:trace contextRef="#ctx0" brushRef="#br0" timeOffset="56336.6">15787 7431 435 0,'0'0'6'0,"2"-9"2"16,-2 9 3-16,3-13 2 0,-3 13-1 15,4-7 1-15,-4 7 0 16,0 0-13-16,5 7 0 15,-2 11 0-15,-2 7 0 16,2 6 0-16,3 4 0 0,-3 7 0 16,1 1 0-16,-1-2 0 15,-1-1 0-15,-2 0 0 16,0-6 0-16,0-4 0 0,0-2 0 16,-5-6 0-16,1-5 0 15,-1-7 0-15,1 0 0 16,-3-10-26-16,-10 0-62 15,17 0-2-15</inkml:trace>
  <inkml:trace contextRef="#ctx0" brushRef="#br0" timeOffset="57653.68">15339 7483 362 0,'0'0'8'16,"0"0"1"-16,-12-5 4 0,12 5 0 16,-7-2 0-16,7 2 2 15,0 0 0-15,2-8 2 16,20 3-5-16,14-2-3 16,10-2-2-16,14-4 0 0,14-2 0 15,8 0-3-15,8 3-4 16,-3-6 0-16,0 4 0 15,-5 1 0-15,-10 4 0 0,-10 3 0 16,-10 2 0-16,-14 1 0 16,-9 3 0-16,-7 3 0 15,-6 7 0-15,-16-1-20 16,-18 5-65-16,13 7-2 0</inkml:trace>
  <inkml:trace contextRef="#ctx0" brushRef="#br0" timeOffset="58919.97">16008 7704 440 0,'0'0'5'0,"0"0"0"15,-3-7 1-15,3 7 1 0,3-11 0 16,9 7 1-16,1 1-1 15,4 1 1-15,5 2-5 16,3 9-1-16,2 2 0 16,-1 3-1-16,-2 6-1 0,-2 0 0 15,-4 0-1-15,-3 0 0 16,-8-4 0-16,-2 1 0 16,-5-3 0-16,0-7 0 15,0-7 1-15,-12 8 0 0,0-8 1 16,0-8 1-16,3-5 1 15,0-1-1-15,1-4 1 16,5-1-1-16,3 1 1 0,0-2-3 16,11 6 0-16,1-2 0 15,8 5 0-15,2 1-8 16,5 7-6-16,1-2-11 16,9 3-20-16,8-1-17 15,-3 3 4-15,6 0 6 0,-4-2 21 16,-1 2 18-16,-9-5 17 15,1 2 16-15,-12-7 23 16,-11 5 16-16,-8-5-3 0,-4 10-9 16,-14-15-16-16,-6 8-12 15,-3 3-9-15,-4 4-2 16,0 0-3-16,-1 0-1 16,4 10-2-16,1-2-2 0,6 10 0 15,2 0 0 1,10 2 0-16,5 1 0 0,2-3 0 15,10 0 0-15,6-1 0 16,0-7 0-16,1-3 0 0,4-4 0 16,-3-3 0-16,2-3 0 15,-4-6 0-15,2-7 0 16,-6-1 0-16,1 0 0 16,-2-5 0-16,-4-1 0 15,-1 5 0-15,-3 0 0 0,-2 4 0 16,-1 4 0-16,-2 10 0 15,0 0 0-15,0 9 0 16,0 2 0-16,0 4 0 0,0 5 0 16,2 0 0-16,6-3 0 15,-1 1 0-15,4-6 0 16,1-4 0-16,8-1 0 16,-3-7-2-16,3 0 2 0,5-7 0 15,-3-4 2 1,-2-3-2-16,3-1 0 0,-4-2 0 15,-1-3 0-15,-6 5 0 16,-2 1 0-16,-3 0 0 0,-7 14 0 16,0 0-3-16,0 0 0 15,0 0 0-15,0 14-1 16,0-3-1-16,0 4 1 16,3 2 1-16,2 1 0 15,5-6 0-15,7 1 1 0,6-6 1 16,-1 0 0-16,8-7 2 15,-3 0-1-15,5-5 2 16,-2-4 0-16,-8-4 1 16,-1-1 0-16,-7-2 0 0,-6-1 0 15,-5 1-1-15,-6-1 1 16,-7 9-2-16,-5-2 0 16,-3 5-1-16,2-1 0 0,-2 6-1 15,0 0 0-15,6 6 0 16,2 3 0-16,6 1 0 15,4 2 0-15,2 3 0 16,8 0 0-16,7 0 1 0,3 2 0 16,2-1 0-16,8 0 0 15,-2-1 0-15,-1 0 0 16,-3-2 0-16,-1-3-1 16,-9-1 0-16,1 1 0 0,-5-4 1 15,-10-6-1-15,0 0 1 16,-14 9 0-16,-4-6 1 15,-4-3 1-15,-5 0-1 16,-3 2 1-16,-5-2-1 16,1 0 0-16,4 0 0 0,2 0-5 15,8 0-8-15,-3 15-63 16,23-15-8 0</inkml:trace>
  <inkml:trace contextRef="#ctx0" brushRef="#br0" timeOffset="60389.07">17447 7649 369 0,'0'0'7'0,"0"0"5"16,0 0 2-16,0 0 1 0,0 0 1 16,0 0 0-16,0 0 1 15,0 0 1-15,12-5-7 16,2 4-3-16,9-6-2 16,2 6-4-16,9-2-2 0,4 0 0 15,2 2 0-15,2-5 0 16,0 3 0-16,-2 3 0 15,-10-1 0-15,-6 1 0 16,-4 0 0-16,-7 7 0 0,-10 3 0 16,-6 4 0-16,-14 4 0 15,-9 4 0-15,-8 2 0 16,-3 1 0-16,-6 3 0 16,-1-3 0-16,-4 0 0 0,11 0 0 31,5-6 0-31,7-4 0 15,13-4 0-15,9 0 0 16,10-5 0-16,14-5 0 0,11-1 0 16,7 0 0-16,7-1 0 15,-2-8 0-15,4 8 0 16,0-7 0-16,-4 5 0 0,-5 1 0 16,-9-3 0-16,-5 5 0 15,-6 0 0-15,-1 0 0 16,-8 0 0-16,-10 0 0 15,0 0 0-15,4 10 0 0,-4-10 0 16,0 0-5-16,0 9-47 16,0-9-37-1,-7-4 1 1</inkml:trace>
  <inkml:trace contextRef="#ctx0" brushRef="#br0" timeOffset="60703.45">18293 7263 457 0,'0'0'5'0,"0"0"1"0,0-13 0 0,0 13 1 0,-4 0 1 15,-4 3 0-15,-7 15 1 16,1 6-4-16,-7 19-5 15,-1 8 0-15,0 9 0 16,2 12 0-16,2-1 0 0,4 4 0 16,14-1 0-1,0-2 0-15,14-7 0 16,11-11 0-16,7-7 0 16,9-8 0-16,8-6 0 0,11-6 0 15,-3-14 0-15,15-5-18 16,-8-4-69-16,4-4-3 15</inkml:trace>
  <inkml:trace contextRef="#ctx0" brushRef="#br0" timeOffset="61403.03">18592 7677 430 0,'0'0'4'0,"-2"-8"2"0,2 8 1 15,-13-15 1-15,1 8 0 16,-4-4 0-16,-3 7-1 15,-4 0 2-15,1 4-5 16,-6 1-2-16,4 9 0 0,-3 5-2 16,3 5 1-16,7 3-1 15,3-1 0-15,4 0 0 16,10 3 1-16,0-8-1 16,12 0 0-16,8-4 1 15,2-2 0-15,5-7 0 16,3-4 0-16,5-4 1 0,-3-4 1 15,2-8-1-15,-6-6 1 16,-5-3-3-16,-3-6 0 0,-5-12 0 16,-7 0 0-16,-8-3 0 15,0-3 0-15,-8 1 0 16,-2 4 0-16,-2 4 0 16,-1 9 0-16,1 6 0 0,1 10 0 15,11 15 0-15,-9-3 0 16,6 15 0-16,3 13 0 15,0 10 0-15,10 7 0 16,-2 8 0-16,7 4 0 0,2 3 0 16,5-3 0-16,3-2 0 15,0 0 0-15,0-13-5 16,3-1-80-16,-1-5-1 16</inkml:trace>
  <inkml:trace contextRef="#ctx0" brushRef="#br0" timeOffset="61886.79">18965 7677 442 0,'0'0'5'0,"-10"-10"2"15,-4 0 3-15,8 0 1 16,-4-2 1-16,-3-1 0 16,3-2 0-16,1 3-12 15,3 2 0-15,6 0 0 0,15 5 0 16,0 1 0-16,5 4 0 15,3 0 0-15,2 0 0 16,-4 6 0-16,2 4 0 0,-11 5 0 16,1 1 0-16,-10-1 0 15,-3 4 0-15,0 1 0 16,-10-3 0-16,-3 3 0 16,-2-5 0-16,0 2 0 15,1-4 0-15,3-1 0 16,1 1 0-16,3-6 0 0,7 0 0 15,0-7 0-15,7 15 0 16,5-8 0-16,6-1 0 16,2-2 0-16,2 1 0 0,1 0 0 15,-3 0 0-15,5-2 0 16,-8 2 0-16,1-3 0 16,-10 3 0-16,-8-5 0 15,6 10 0-15,-6-10 0 0,-14 5 0 16,-7-2 0-16,1-1 0 15,-10-2 0-15,6 2 0 16,-6-2 0-16,1 0 0 16,1-4-17-16,6-4-68 0,5 1-3 15</inkml:trace>
  <inkml:trace contextRef="#ctx0" brushRef="#br0" timeOffset="62170.09">19245 7249 459 0,'0'0'4'0,"0"0"2"15,0 0 0-15,0 0 2 16,7-8 1-16,9 10 0 16,3 8 1-16,5 4-10 15,12 10 0-15,-2 5 0 16,9 11 0-16,-1 2 0 0,-5 5 0 15,-1 3 0-15,-12 1 0 16,-9 6 0-16,-10 0 0 16,-7 3 0-16,-23-3 0 15,-12 3 0-15,-12-4 0 0,1-4 0 16,-7 10 0-16,-5 8-41 16,3-21-46-16</inkml:trace>
  <inkml:trace contextRef="#ctx0" brushRef="#br0" timeOffset="64319.88">20087 7603 442 0,'0'0'5'0,"0"0"3"16,0 0 1-16,0 0 0 0,0 0 1 16,0 0 0-16,0 0 0 15,0 0-2-15,0 0-8 16,0 0 0-16,0 0 0 16,8 0 0-16,4-3 0 15,0 0 0-15,1-2 0 0,4 3 0 16,1-3 0-16,0-2 0 15,-4 1 0-15,-2 0 0 16,-12 6 0-16,0 0 0 0,0-9 0 16,-7 9 0-16,-8 0 0 15,-2 0 0-15,-3 6 0 16,0-2 0-16,3 1 0 16,2 3 0-16,2-3-4 0,13-5-64 15,0 0-21-15,0 0-1 16</inkml:trace>
  <inkml:trace contextRef="#ctx0" brushRef="#br0" timeOffset="64936.91">20739 7163 371 0,'0'0'8'16,"7"-7"4"-16,-2-2 2 16,-3-2 1-16,3 2 1 0,-2-1 1 15,-3-3 1-15,2 3-1 16,-2 10-8-16,-14 5-2 16,-4 20-2-16,-4 10-3 15,0 15-2-15,-11 8 0 0,3 17 0 16,-4 10 0-16,3 9 0 15,2 0 0-15,9-3 0 16,8-1 0-16,9-4 0 16,3-9 0-16,12-8 0 0,11-9 0 15,9-10 0-15,5-12 0 16,8-5 0-16,2-10 0 16,1-6 0-16,-4-12-73 15,1-5-14-15</inkml:trace>
  <inkml:trace contextRef="#ctx0" brushRef="#br0" timeOffset="65653.03">20967 7499 371 0,'0'0'7'0,"0"0"4"0,0-11 2 16,0 11 2-16,0 0 2 15,0-12 1-15,0 12 0 16,-5-10 1-16,5 10-6 0,0 0-4 16,-13 0-9-16,4 10 0 15,-1 7 0-15,-5 6 0 16,0 3 0-16,0 12 0 16,3 0 0-16,2 3 0 15,4 4 0-15,6-2 0 16,9-7 0-16,7-1 0 0,7-8 0 15,7-4 0-15,5-9 0 16,4-3 0-16,-1-10 0 16,4-1 0-16,-5-12 0 0,-2 0 0 15,-8-11 0-15,1 0 0 16,-14-10 0-16,-1 0 0 16,-11-6 0-16,-4-3 0 15,-8 0 0-15,-10-1 0 0,-2 4 0 16,-3 4 0-16,-3 8 0 15,-4 4 0-15,5 11 0 16,-2 8 0-16,6 4 0 0,0 2 0 16,9 10 0-16,-2-2-29 15,12 5-59-15,4-3-2 16</inkml:trace>
  <inkml:trace contextRef="#ctx0" brushRef="#br0" timeOffset="66703.05">21422 7132 311 0,'0'0'7'0,"0"0"4"0,-10 0 3 0,10 0 2 16,0 0 2-16,-12 0 2 16,12 0-1-16,0 0 3 15,4-3-8-15,6 3-2 16,5-2-4-16,6 2-1 0,0-3-1 15,9 1-1-15,0-3 0 16,5 2-1-16,0 0 0 16,0-1-2-16,0 0 0 15,-6 0 0-15,-4 2 0 0,-3-1-2 16,-6 1 0-16,-4 2 0 16,-12 0 0-16,4 7 0 15,-4 4 0-15,-7-2 0 16,0 6 0-16,0 3 0 0,-2 2 0 15,2 5 0-15,2-4 0 16,-3 4 0-16,7 6 0 16,1-2 0-16,0 0 0 0,0 3 0 15,1 3 0-15,7-3 0 16,-3 3 0-16,5 2 0 16,-4-5 0-16,1 5 0 15,-2-4 0-15,0-2 0 0,-5 0 0 16,2 1 0-16,-2-4 0 15,0-4 0-15,-2 1 0 16,-1-1 0-16,1 0 0 16,-1-5 0-16,1 1 0 15,0-3 0-15,-1-3 0 16,3 2 0-16,0-2 0 0,0-2 0 16,0 1 0-16,0-3 0 15,0 3 0-15,0-1 0 16,0-2 0-16,3 0 0 0,-3 2 0 15,0-2 0-15,0 2 0 16,2-4 0-16,0 3 0 16,1 0 0-16,-3 2 0 0,2-1 0 15,1-2 0-15,-3 0 0 16,0-1 0-16,0 1 0 16,0-2 0-16,0 2 0 15,0-10 0-15,-3 15 0 0,3-15 0 16,-5 11 0-16,5-11 0 15,-7 10 0-15,7-10 0 16,-13 11 0-16,13-11 0 16,-22 10 0-16,9-8 0 0,-3 6 0 15,-9-6 0-15,0 3 0 16,-8 0 0-16,-4 0 0 16,-6-2 0-16,-1 2 0 15,-4-3 0-15,-1-2 0 16,6 0-38-16,-1 0-47 0,5-2-3 15</inkml:trace>
  <inkml:trace contextRef="#ctx0" brushRef="#br0" timeOffset="67686.37">20947 7122 401 0,'0'0'6'0,"0"0"2"0,2-11 2 16,-2 11 1-16,3-12 2 16,-3 12 0-16,3-13 0 0,-3 13 1 15,0-8-6-15,0 8-3 16,-15-3-1-16,3 3-2 16,-6 3 1-16,-2 4-3 15,-4 2 0-15,-4 4 0 16,1-3 0-16,-5 2 0 0,-1-2 0 15,3 3 0-15,3-6 0 16,-3 1 0-16,10-1 0 16,1-2 0-16,3 0 0 15,4-1 0-15,12-4 0 0,-13 13 0 16,11-5 0-16,-1 7 0 16,3-1 0-16,0 4 0 15,3 1 0-15,-1 6 0 16,1 3 0-16,0 1 0 0,-3 6 0 15,0 2 0-15,0 2 0 16,-3 4 0-16,-2-1 0 16,0 5 0-16,0-3 0 0,-3 4 0 15,4-7 0-15,-2 4 0 16,-1-5 0-16,2-1 0 16,1 1 0-16,-1-5 0 15,-1 0 0-15,1-5 0 16,0-1 0-16,3-4 0 0,-1-1 0 15,-1 1 0-15,1-7 0 16,3-1 0-16,0-2 0 16,0-4 0-16,0 0 0 15,0-11 0-15,7 14 0 0,-7-14 0 16,5 11 0-16,-5-11 0 16,0 0 0-16,5 7 0 15,-5-7 0-15,0 0 0 16,0 0 0-16,2 13 0 0,-2-13 0 15,0 0 0-15,0 0 0 16,0 0 0-16,0 0 0 16,0 9 0-16,0-9 0 0,0 0 0 15,0 0 0-15,0 0 0 16,0 11 0-16,0-11 0 16,0 0 0-16,3 10 0 15,-3-10 0-15,13 2 0 16,-1 3 0-16,3-3 0 15,8-2 0-15,3 3 0 0,3 0 0 16,10-3 0-16,-4 0 0 16,0 0 0-16,-3 0 0 15,-5 0 0-15,-5 0 0 16,-7-3 0-16,-3 3 0 0,-12 0 0 16,0 0 0-16,0 0 0 15,0 0-64-15,0 0-26 16</inkml:trace>
  <inkml:trace contextRef="#ctx0" brushRef="#br0" timeOffset="69919.69">15104 7766 318 0,'0'0'5'0,"0"0"2"0,0 0 1 15,0 0 1-15,0-13 0 16,0 13 1-16,-13-4 1 15,13 4 1-15,-17 0-5 0,9 4-2 16,-4 9-1-16,4-1-1 16,-3 10 1-16,5 6-1 15,3 4 1-15,3 2-1 16,0 4 0-16,7 6 0 16,6-2 0-16,4 3 0 0,11-3 1 15,2-4-3-15,7 1 2 16,5-2-1-16,4-7 1 15,10-3-1-15,4-4 0 16,4-6 0-16,1-2 0 0,6-8-1 16,5-2 0-16,-5-2 0 15,4-3 0-15,-3-3 0 16,0-4-1-16,1-1 0 16,1-2 1-16,-5 0-1 0,4-1 0 15,-4-5 1-15,3 4-1 16,-2-1 0-16,-1-1 1 15,-4 4-1-15,-3 2 0 0,-3 3 0 16,-9 0 1-16,-5 5-1 16,-7 0 0-16,-4 5 0 15,-7 2 0-15,-4 4 1 16,-6-1-1-16,-7 2 1 0,-3 3 0 16,-4-2 0-16,-1 1 0 15,-2-4 0-15,-2 3 0 16,-3-1 0-16,0-2 0 15,0 0 0-15,5-10-1 0,-10 12 1 16,10-12 0-16,0 0 0 16,0 0-1-16,0 0 1 15,8 0 0-15,-8 0-1 16,17-15 1-16,-2 3-1 0,2-3 0 16,3 2-1-16,2-1 1 15,5-4-1-15,1 3 1 16,7-2 0-16,-2 2-1 15,9 0 0-15,0 0 1 0,5 0-1 16,7 2 0-16,1 6 1 16,7-1 0-16,3 7-1 15,5-4 1-15,6 5 0 16,2 0 0-16,1 0 1 0,3 6-1 16,3 1 0-16,1 0 1 15,-1 0-1-15,0 4 0 16,-3-3 1-16,4 2-1 15,-1 1 1-15,0-1-1 0,2 0 0 16,0-3 1-16,1 3-1 16,2-6 0-16,2 2 0 15,2-6 1-15,-4 3-1 16,2-3 0-16,-5-3 0 16,-2-7-1-16,-6 0 2 0,-9-2 0 15,-6-3 2-15,-9-3 0 16,-11-4 0-16,-4 1 1 15,-8-2 0-15,-9 0 1 0,-5 1-2 16,-9 0 0-16,1 0-2 16,-8 6-1-16,-2-4-1 15,-5 11-5-15,-4-1-4 16,-1 10-17-16,-3-3-55 0,-6 3-2 16</inkml:trace>
  <inkml:trace contextRef="#ctx0" brushRef="#br0" timeOffset="71019.7">17086 8653 436 0,'0'0'6'0,"3"-12"2"16,-1 2 3-16,3 0 2 15,-3 2 1-15,1-2 0 16,-3 10-5-16,8-15-9 0,-8 15 0 16,0 13 0-16,0 4 0 15,-3 3 0-15,-2 7 0 16,0 3 0-16,0 1 0 15,-2 2 0-15,2 0 0 0,0-6 0 16,2-3 0-16,-2-1 0 16,5-8-43-16,-3 0-44 15,3-5-1-15</inkml:trace>
  <inkml:trace contextRef="#ctx0" brushRef="#br0" timeOffset="71270.06">16773 8695 394 0,'0'0'8'0,"0"0"2"15,-10-10 2-15,10 10 2 16,-5-10 1-16,5 10 1 16,8-12 1-16,4 4 0 0,13 2-9 15,3-5-8-15,9 1 0 16,7 0 0-16,6-1 0 15,-1 3 0-15,1 0 0 16,-2 3 0-16,-4 0 0 0,-7 5 0 16,-2 0 0-16,-13 25-77 15,1-20-9-15</inkml:trace>
  <inkml:trace contextRef="#ctx0" brushRef="#br0" timeOffset="71685.99">17228 8843 472 0,'0'0'5'0,"0"0"2"15,-8-10 1-15,8 10 1 0,-5-14-1 16,2 1-6-16,3 1-2 15,0 0 0-15,8 2 0 16,-3 0 0-16,8 2 0 16,-4 3 0-16,7 3 0 0,-4 2 0 15,-5 4 0-15,5 4 0 16,-6 5 0-16,-4 2 0 16,-2 2 0-16,0 0 0 15,-8 3 0-15,-4 5 0 0,2-9 0 16,-5 5 0-16,3-6 0 15,0-1 0-15,4-1 0 16,8-13 0-16,-10 10 0 16,10-10 0-16,10 0 0 0,3-8 0 15,6 4 0-15,1-9 0 16,5 3 0-16,3-4 0 16,4-4-31-16,-2 6-54 0,-5-8-4 15</inkml:trace>
  <inkml:trace contextRef="#ctx0" brushRef="#br0" timeOffset="72203.42">17411 8509 439 0,'0'0'6'15,"0"0"2"-15,0 0 3 16,0-17 0-16,0 17 1 0,0-16 1 15,0 9-2-15,6-5-11 16,1 2 0-16,3 3 0 16,5-1 0-16,2 1 0 15,3 4 0-15,3 1 0 0,-4 2 0 16,-1 0 0-16,-4 5 0 16,-3 2 0-16,-4 1 0 15,-2 2 0-15,-5 0 0 16,0-1 0-16,-5 4 0 0,0-3 0 15,-3 2 0-15,-2 1 0 16,1-6 0-16,2 3 0 16,7-10 0-16,-6 15 0 15,6-15 0-15,0 0 0 0,10 9 0 16,2-6 0-16,2-1 0 16,2 3 0-16,0-1 0 15,5 0 0-15,-3-2 0 0,-3 3 0 16,0 0 0-16,-3 0 0 15,-12-5 0-15,11 10 0 16,-11-10 0-16,-6 10 0 16,-1-5 0-16,-9-2 0 15,2 4 0-15,-9-4 0 0,-1 1 0 16,-3 2 0-16,4-2 0 16,-4 1 0-16,4 0 0 15,6 5 0-15,-1-3-77 16,18-7-10-16</inkml:trace>
  <inkml:trace contextRef="#ctx0" brushRef="#br0" timeOffset="85903.02">18425 17361 328 0,'0'0'4'0,"0"0"2"15,-3-13 4-15,-4-2 2 16,-2-2 2-16,-7-3 3 15,-3-5 0-15,-8 3 2 16,-3-5-4-16,-5 2-2 0,-8 5-3 16,1 8-2-16,-8 3-2 15,-7 8-2-15,1 1-1 16,-10 7-2-16,-1 8 0 16,33-3-1-16,-7 5-2 15,3 6 1-15,-8 4 0 0,2 3 1 16,-4 4-1-16,2 7 1 15,0 4-2-15,0 5 1 16,3 8 1-16,1-1 0 16,0 5-1-16,4 3 1 0,6 4 0 15,2 0-1-15,5 7 2 16,11-4 0-16,4 0 0 16,10 1-1-16,7-7 1 15,16 3-2-15,1-4-1 16,16-6 2-16,4-3-1 15,9-10 0-15,7-5 0 0,9-3 1 16,5-8 1 0,4-5 0-16,4-8 2 0,2-4-1 15,3-9 0-15,-5-4 1 16,3-12 0-16,-4-3 1 16,-1-10 0-16,-8-4-1 15,-3-14 1-15,-7-1 1 16,-2-6-5-16,-10-4 0 15,-2-6 0-15,-13-7 0 0,-6 0 0 16,-7-4 0-16,-7-1 0 16,-5 0 0-16,-8-1 0 15,-2 0 0-15,-9 34 0 0,-21-105 0 16,-18 17 0-16,-8 16 0 16,-6 21 0-16,-8 19 0 15,-2 14 0-15,0 13 0 16,15 19 0-16,0 7 0 15,4 3 0-15,4 4 0 16,9 2 0-16,5 9 0 0,3 0 0 16,12 3 0-16,-2 7 0 15,9 7 0-15,-2 3 0 16,13-9-79-16,-3 7-11 0</inkml:trace>
  <inkml:trace contextRef="#ctx0" brushRef="#br0" timeOffset="-181859.97">20400 12359 49 0,'0'0'15'15,"0"0"3"-15,0 0 2 16,0 0 4-16,0 0 0 0,0 0 4 16,0 0-1-16,0 0 2 15,0 0-14-15,0 0-4 16,0 0 0-16,0 0-2 0,0 0-2 16,0 0 1-16,4 0-1 15,-4 0 1-15,16 0 0 16,-3 0 2-16,2 0 0 15,5 0 0-15,7 0 1 0,3-3-1 16,4 0-2-16,4 2 0 16,9 1-1-16,5-3-2 15,-2 0 0-15,8 1-2 16,-2 2-1-16,9 0-1 16,-6 0 0-16,7 0 0 0,0 0-1 15,1-3 0-15,5 3 0 16,1-2 0-16,1 0 0 15,-2-3 0-15,5 0 0 0,-5 0 0 16,1-1 1-16,-9 2-1 16,-4-1 0-16,-4 0 0 15,-6 2 0-15,-2-2 1 16,-13 2-1-16,-1 3 0 16,-6-2 0-16,-9 2 0 0,-4 0-1 15,-3 0 1-15,-12 0-1 16,9 0 0-16,-9 0-2 15,0 0 0-15,0 0-2 16,0 0-5-16,-6 5-8 0,6-5-21 16,-12 10-34-16,12-10-1 15</inkml:trace>
  <inkml:trace contextRef="#ctx0" brushRef="#br0" timeOffset="-176343.7">21166 16177 89 0,'0'0'7'0,"10"0"3"0,2 0 0 15,18 0 3-15,-3 0 1 16,26-6 5-16,8 3 1 16,16-4 2-16,11-2-3 0,11 0 2 15,13 0 2-15,5-1 0 16,10 0-1-16,-1 2-2 16,1 1-3-16,6 0-1 15,5 2-2-15,-7-1-4 0,-6 2-5 16,-1 1-4-16,-7 2-3 15,-11-2 0-15,-8 0-2 16,-14 1-4-16,-12 2-1 16,-14-3-3-16,-14 3 3 15,-12 0-5-15,-7 0-54 0,-25 0-6 16</inkml:trace>
  <inkml:trace contextRef="#ctx0" brushRef="#br0" timeOffset="-156243.69">11403 8632 278 0,'0'0'8'0,"0"0"4"0,0 0 2 16,-10-1 3-16,10 1 0 15,0 0 2-15,-12-3 2 16,12 3-2-16,-8 0-8 0,8 0-4 15,0 0-2-15,0 0-5 16,0 0-6-16,0 0-13 16,-5 15-48-16,5-15-7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49:15.11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2138 6528 211 0,'0'0'8'0,"0"0"3"0,0 0 4 15,-3-11 4-15,3 11-1 16,0 0 0-16,-5-7 0 16,5 7 3-16,0 0-7 0,5-3-5 15,6 3 0-15,3 0-4 16,6 0 0-16,13 0 2 16,6 0-1-16,9 0-2 15,11 0 1-15,8 0-1 16,7 0 0-16,6-4 0 0,8 1 0 15,1-2 0-15,-3 2 0 16,6-1-1-16,2 0 0 0,-9-2 2 16,2 0-4-16,1 1 2 15,-10 1-2-15,-2 0 1 16,-7 1-1-16,-9-3 1 16,-8 6 0-16,-8-2 0 15,-7 0 0-15,-9 2 0 16,-6 0 0-16,-10 0 1 0,-12 0-1 15,14 0 1-15,-14 0 0 16,0 0 0-16,0 0-1 16,-5 0 1-16,5 0-1 0,-11-4-1 15,11 4 0-15,-10-1-1 16,10 1-1-16,0 0-1 16,-12 0-3-16,12 0-6 15,0 0-12-15,0 7-57 0,0-7 0 16</inkml:trace>
  <inkml:trace contextRef="#ctx0" brushRef="#br0" timeOffset="1267.35">4563 6528 136 0,'0'0'6'0,"0"0"3"0,0 0 5 15,13 0 5-15,-4 0 1 16,3 0 3-16,4 0 0 16,7 0 1-16,4 0-3 0,8 0-4 15,2 4-3-15,9-4-4 16,7 3-2-16,11-2-1 16,7-1-2-16,7 6-1 15,4-6 1-15,8 5-4 16,2-5 2-16,3 3-1 0,-3 0 2 15,2-3 0-15,-2 0 1 16,0 0-1-16,-3 0 1 16,-2 0 0-16,0 0 0 0,-2 0-2 15,2 0 0-15,-8-3-1 16,-4 0 1-16,-4-2 0 16,-4 5 2-16,-9-6 0 15,-6 5 2-15,-12-5 1 16,-8 5 0-16,-7-2 2 0,-7 0-1 15,-6 0 0-15,-12 3-2 16,9-4-2-16,-9 4 0 16,0 0-2-16,-4-5-1 0,4 5-1 15,-12-3-1-15,12 3 0 16,-18 0 0-16,18 0-1 16,-12 0-1-16,12 0-3 15,-16 8-4-15,16-8-4 0,-9 10-8 16,9-10-23-16,0 17-37 15,0-17-3-15</inkml:trace>
  <inkml:trace contextRef="#ctx0" brushRef="#br0" timeOffset="12666.65">2176 7692 401 0,'0'0'5'0,"0"0"2"15,0-15 3-15,0 15 2 16,0-10 0-16,0 10-1 15,0 0 1-15,0 0 0 16,0 0-4-16,4 15-4 0,-4 9-1 16,0 6-3-16,3 5 1 15,-1 4 0-15,1 4 1 16,-1-2-1-16,0-1-1 16,3-2 1-16,-1-4-1 0,-2-4 0 15,0-5-1-15,-2-5 0 16,0-2-1-16,-4-10 1 15,4-8 0-15,-16 8 0 16,7-10 0-16,1-8 1 0,-5-11 1 16,1 0-1-16,-1-9 0 15,1-7 0-15,5-5 0 16,-4 0 0-16,9-5 1 0,2 2 0 16,0 1-1-16,2-1 1 15,14 8 0-15,-2 4 0 16,8 6 0-16,6 8-1 15,2 3 0-15,0 9 0 16,2 7-1-16,1 2 1 0,-1 13 0 16,-5 7 0-16,-4 6-1 15,-6 1 1-15,-4 7-1 16,-8-2 0-16,-5-4 0 16,-5 2 0-16,-11-5 0 0,2-4 0 15,-6-5 0-15,-3-1 0 16,1-6 1-16,0-3 0 15,4-6 0-15,1 2 0 0,4-4 0 16,13 0 0-16,-7-4-1 16,7 4 0-16,9-2 0 15,4 2 0-15,4 0 0 16,4 0 1-16,1 6-1 0,2 0 2 16,1 2-1-16,0 2 0 15,3-3 1-15,-3 3 0 16,-6 0 0-16,1-1-2 15,0 4-2-15,-8-6-5 16,4 3-16-16,3 0-57 0,-19-10-3 16</inkml:trace>
  <inkml:trace contextRef="#ctx0" brushRef="#br0" timeOffset="13067.47">2665 7886 450 0,'0'0'2'0,"0"0"1"0,0 0 0 16,-13 0-1-16,13 0 1 15,-12 18 0-15,5-4 0 0,1 0 0 16,4 3-1-16,2 1-1 15,0-4-1-15,5 4 2 16,5-6-1-16,4-1 0 0,4-5 1 16,3-3 0-16,-3-3-1 15,3-3 2-15,-4-1-1 16,-3-9 1-16,2 1-1 16,-6-3 1-16,-5-2-1 0,-5-1 0 15,-2 1-1-15,-9-1 0 16,1 1-1-16,-4 5-2 15,-4 2-3-15,-2 3-4 16,6 7-10-16,-2 7-36 16,7 0-30-1,4 1-2-15</inkml:trace>
  <inkml:trace contextRef="#ctx0" brushRef="#br0" timeOffset="13350.36">2943 7724 475 0,'0'0'3'15,"0"0"1"-15,0 0-1 16,0 0 1-16,0 0-1 0,0 0 1 16,0 7 0-16,0 11 0 15,0 1-3-15,0 9 0 16,0 8 0-1,0 4 1-15,5-1 0 16,0-3-2-16,2-2 0 0,0-4 0 16,4-3 0-16,3-9 0 15,-2-8 0-15,6-2 0 16,-2-7-4-16,1-1-14 16,-4 0-65-16,3-4-4 0</inkml:trace>
  <inkml:trace contextRef="#ctx0" brushRef="#br0" timeOffset="13533.79">2879 7924 408 0,'0'0'2'0,"0"0"1"16,0 0 1-16,9-5 1 15,3 0 0-15,4 1 0 0,3-3-2 16,6 4-9-16,3-4-69 15,11 0 0 1</inkml:trace>
  <inkml:trace contextRef="#ctx0" brushRef="#br0" timeOffset="13905.81">3176 7885 425 0,'0'0'7'16,"0"0"1"-16,0 0 2 0,0 0 0 16,0-7 1-16,0 7-1 15,16-8 1-15,-7 3 0 16,7 0-6-16,3 5-2 16,-1 0-3-16,3 0 0 15,2 0 0-15,-3 8 0 0,-5 4 0 16,-5 5 0-1,-2 0 0-15,-8 5 0 16,-5 1 0-16,-8 4 0 0,-4 0 0 16,-3 3 0-16,-3-7 0 15,1-1 0-15,5-3 0 16,2-4 0-16,5-2 0 16,5-3 0-16,5-10 0 15,7 10 0-15,11-10 0 0,0 0 0 16,6-5 0-16,3-5-9 15,5 2-28-15,3-2-48 16,0-5-2-16</inkml:trace>
  <inkml:trace contextRef="#ctx0" brushRef="#br0" timeOffset="14183.81">3723 7578 456 0,'0'0'4'0,"0"0"2"16,-5-15 2-16,5 15-1 16,-4-10 1-16,4 10 0 0,-13 4-1 15,3 11 0-15,-2 10-7 16,-3 10 0-16,0 12 0 16,-3 7 0-16,6 6 0 15,-3 2 0-15,5 2 0 0,10-4 0 16,0-3 0-16,7-8 0 15,5-4 0-15,6-7 0 16,5-7 0-16,4-6 0 16,3-5-9-16,-6-8-76 0,8-6-2 15</inkml:trace>
  <inkml:trace contextRef="#ctx0" brushRef="#br0" timeOffset="14633.7">3927 7774 456 0,'0'0'4'0,"0"0"3"15,-2-16 0-15,2 16 1 0,0 0 1 16,-13-9-1-16,13 9 0 16,-17 4-4-16,6 9-4 15,-3 7 0-15,1 10 0 16,1-1 0-16,0 6 0 0,4-1 0 15,5 4 0-15,3-6 0 16,0-5 0-16,9-5 0 16,0-6 0-16,2-8 0 15,10-2 0-15,-4-6 0 0,4-7 0 16,-4-6 0-16,3-2 0 16,-8-9 0-16,3-1 0 15,-4-5 0-15,-7-5 0 16,-4 3 0-16,0-3 0 0,-8 6 0 15,-1-1 0-15,-6 10 0 16,-3 5 0-16,1 9 0 16,-5 6 0-16,6 4 0 15,4 11 0-15,5 5 0 0,1 4 0 16,6-2 0-16,6 6 0 16,6-6 0-16,9 3 0 15,0-4 0-15,7 3-28 16,-1-9-58-16,3-6-2 0</inkml:trace>
  <inkml:trace contextRef="#ctx0" brushRef="#br0" timeOffset="14833.76">4160 7885 461 0,'0'0'2'0,"0"0"0"0,0 0 0 15,0 0 0-15,0 0 0 16,0 9 1-16,0 4 0 15,8 4 0-15,0 3-1 16,1 3 1-16,1 4-1 16,-2-3-1-16,-1 4-1 15,1-3-8-15,-8-3-34 16,0-8-40-16,0-1-1 0</inkml:trace>
  <inkml:trace contextRef="#ctx0" brushRef="#br0" timeOffset="15134.1">4215 7570 477 0,'0'0'2'0,"0"0"0"16,0 0 1-16,0 0 0 0,0 0 0 15,10 12 0-15,0 3 0 16,6 6 1-16,6 8-2 15,-2 6-1-15,4 5 1 0,3 9-1 16,-2 0 0-16,0 3 1 16,-10 0 0-16,0 3-2 15,-8-3 0-15,1-2 0 16,-8-1 0-16,-12-3 0 16,-5 0 0-16,-1-6 0 0,-7-1 0 15,-3-9 0-15,3-1 0 16,-4-7-80-16,7-9-7 15</inkml:trace>
  <inkml:trace contextRef="#ctx0" brushRef="#br0" timeOffset="15549.87">4861 7761 477 0,'0'0'4'16,"0"0"2"-16,0 0-1 16,0 0 0-16,-5 10 0 15,1 2 0-15,-2 11-1 0,1 1-4 16,0 6 0-16,3 4 0 15,-1 4 0-15,1-1 0 0,2 0-11 16,2-2-33-16,3-8-40 16,-2 0-3-16</inkml:trace>
  <inkml:trace contextRef="#ctx0" brushRef="#br0" timeOffset="15750.67">4560 7733 478 0,'0'0'2'0,"0"0"1"16,3-14 0-16,7 4 2 15,5-2-1-15,5-3 1 16,10 2 0-16,7-2 1 16,7 8-6-16,9-4-4 15,6 11-19-15,4 3-60 0,-6 5-4 16</inkml:trace>
  <inkml:trace contextRef="#ctx0" brushRef="#br0" timeOffset="16100.66">4981 7932 477 0,'0'0'3'0,"0"0"0"16,0-4 1-16,0 4 0 0,16-10 0 15,0 3 0-15,1 6 0 16,8-2 1-16,2 3-2 16,1 4-3-16,-1 9 0 0,1 2 0 15,-6 3 0-15,-3-1 0 16,-3 3 0-16,-7-1-2 16,-4 4 1-16,-5-8 0 15,0-3 0-15,-5 0 0 0,-4-6 2 16,-4-2 0-16,-2-4 1 15,1-4 0-15,-1-6-2 16,4-4 0-16,-1 0 0 0,5-3 0 16,4-5 0-16,3 2 0 15,3 3 0-15,9-6 0 16,6 11-10-16,1-2-23 16,-1 3-52-16,11 1-3 15</inkml:trace>
  <inkml:trace contextRef="#ctx0" brushRef="#br0" timeOffset="16883.56">5510 7868 408 0,'0'0'6'16,"0"0"1"-16,-11 0 2 15,1 0 2-15,-2 0-1 0,5 0 1 16,-6 2-1-16,-1 0 1 16,-2 6-6-16,7-2-1 15,-3 8-2-15,4 0-2 16,3 1 1-16,2 3 0 0,1 2 0 15,2-6-1-15,0-1 0 16,2-1 0-16,-2-12 1 16,16 12-1-16,-16-12 1 15,14 0 0-15,-14 0 0 0,18-14 0 16,-11 4 1-16,5-5-2 16,-4-3 1-16,2 4-1 15,0-5 0-15,3 2-1 16,-6 3-1-16,0 7 0 0,-7 7 0 15,16-8 0-15,-16 8 1 16,12 12-1-16,-5 1 0 16,-2 2 1-16,3 2 0 15,1-2 0-15,1 0 0 0,1-5 1 16,1-3-1-16,0-5 1 16,1-2 0-16,-1 0 1 15,1-7 0-15,1-5-1 16,2-3 1-16,-4 0-1 0,5-2 0 15,-5-1 0-15,0 4 0 16,-3 2 0-16,-2 4-2 16,-7 8 0-16,10-7 0 15,-10 7 0-15,0 7 1 0,2 3-1 16,-2 0 0-16,5 4 1 16,-3 1 1-16,9 0 0 15,-2-2 0-15,7-1 1 16,1-4-1-16,3-3 0 0,2-3 0 15,3-2 2-15,0-5-1 16,0-3 1-16,-5-1 0 16,-4-1 1-16,-2-3-1 15,-7 2 0-15,-5 0 0 0,-2 1-1 16,0 10-1-16,-9-12 0 16,0 9 0-16,-3 3-1 15,3 0-1-15,-2 4 2 16,2 4-1-16,9-8 1 0,-10 17 0 15,8-6-1-15,2-1 2 16,0 0-1-16,0 0 1 16,2-1-1-16,3 2 0 15,-3-2 1-15,1-2-1 16,-3-7-1-16,0 18 0 0,0-18-1 16,-8 16-3-16,-2-12-6 15,0 3-17-15,10-7-54 16,0 0-1-16</inkml:trace>
  <inkml:trace contextRef="#ctx0" brushRef="#br0" timeOffset="17233.68">6096 7816 471 0,'0'0'4'0,"0"0"0"0,0 0 1 0,0 0 1 15,5-3 0-15,-5 3 1 16,15-7 1-16,-3 4-8 16,1-1 0-16,2-2 0 15,5 4 0-15,-3 2 0 16,1 0 0-16,-2 0 0 16,-2 5 0-16,-2 6 0 0,-8 2 0 15,-4 5 0-15,0 1 0 16,-9 4 0-16,-7 1 0 15,-3 4 0-15,-1-1 0 0,1-2 0 16,1-1 0-16,6-4 0 16,1 1 0-16,9-9 0 15,2-2 0-15,7-6 0 16,13-4 0-16,5 0 0 0,3-7 0 16,16-12-76-16,-1 6-12 15</inkml:trace>
  <inkml:trace contextRef="#ctx0" brushRef="#br0" timeOffset="17466.87">6618 7590 474 0,'0'0'1'16,"0"0"0"-16,-2 10 2 0,-1 5 0 15,-2 5 2-15,3 12 0 16,-9 5 0-16,2 10 1 15,1 5 0-15,0 5-4 16,1 1-2-16,2 0 0 0,5-3 0 16,7-5 0-16,9-6 0 15,9-8 0-15,10-3-3 16,18-8-81-16,-2-10-3 16</inkml:trace>
  <inkml:trace contextRef="#ctx0" brushRef="#br0" timeOffset="17850.06">6979 7796 502 0,'0'0'2'0,"0"0"0"0,0 0 0 16,0 0 1-16,-9 0-3 15,9 0 0-15,-9 17 0 16,1-2 0-16,-1 7 0 16,-9 0 0-16,4 3 0 15,-7 2 0-15,4-2 0 16,-3-5 0-16,5 2 0 15,3-5 0-15,5-7 0 16,7-10 0-16,0 13 0 0,8-11 0 16,10-2 0-16,2 0 0 15,5-2 0-15,5-3 0 16,-2-3 0-16,9 1-28 0,-7 2-58 16,-1-2-4-16</inkml:trace>
  <inkml:trace contextRef="#ctx0" brushRef="#br0" timeOffset="18016.71">7105 7964 458 0,'0'0'3'0,"0"0"2"15,0 0 1-15,0 12 1 16,0-2 1-16,3 1 0 16,1 3 0-16,1 3 0 15,0 4-8-15,6 1 0 0,-4-2 0 16,5-4-6-16,-4 7-76 15,6-13-4-15</inkml:trace>
  <inkml:trace contextRef="#ctx0" brushRef="#br0" timeOffset="18299.87">7338 7560 472 0,'0'0'4'16,"-5"-10"0"-16,5 10 3 0,-5-12-1 15,5 12 0-15,0 0 0 16,0 0 0-16,8 3-6 16,7 16 0-16,8 6 0 0,3 8 0 15,2 8 0-15,4 4 0 16,-2 12 0 0,-5 2 0-16,-7 1 0 15,-6-6 0-15,-12 0 0 0,0-1 0 16,-10-6 0-16,-10-7 0 15,-3-8 0-15,-7-10 0 16,0 3 0-16,-4-8-25 16,10-7-62-16,-4-2-2 0</inkml:trace>
  <inkml:trace contextRef="#ctx0" brushRef="#br0" timeOffset="20367.41">7873 7788 155 0,'0'0'6'16,"0"0"0"-16,0 0 5 16,0-10 3-16,0 10 1 0,0 0 6 15,-2-10 2-15,2 10 1 16,0 0-1-16,-7-10 1 16,7 10-2-16,0-7 0 15,0 7 1-15,-4-13-4 0,4 13-1 16,-2-11-1-16,2 11-2 15,-3-11-3-15,3 11-2 16,0 0-3-16,-2 8-1 16,2 4-2-16,0 10-1 0,0 3-2 15,0 2 0-15,0 6 0 16,5-1 1-16,-3 0-1 16,0-7 1-16,0 0-1 15,2-3 1-15,-4-7-2 0,0-3 0 16,0-12 0-16,-4 12 0 15,4-12 0-15,-14-7 0 16,7-5 0-16,0-6 0 16,-4-4 0-16,2-5 0 0,4-8-2 15,2-2 2-15,3-3 0 16,0-2 0-16,8 5 2 16,4-2-2-16,8 6 0 15,-4 3 0-15,10 9 0 0,0 6 0 16,3 9 0-16,1 6 0 15,-3 6 0-15,-2 9 0 16,-6 2 0-16,-1 5 0 16,-11 3 0-16,-4 2 0 0,-6 0 0 15,-6-2 0-15,-9-3 0 16,-2-2 0-16,-2-5 0 16,-3-1 0-16,2-3 0 15,4-4 0-15,0-4 0 0,6-1 0 16,13-2 0-16,0 0 0 15,0 0 0-15,0 0 0 16,19 13 0-16,1-9 0 16,8 6 0-16,4 1 0 15,0-1 0-15,0-2 0 16,-2 5 0-16,0-1 0 16,-10 1-12-16,2-5-34 15,-9 2-38-15,-3-3-3 0</inkml:trace>
  <inkml:trace contextRef="#ctx0" brushRef="#br0" timeOffset="20716.65">8283 7832 411 0,'0'0'5'0,"0"0"0"0,-10 3 3 0,10-3 1 0,-15 15-1 0,3-2 2 0,-1 4 0 15,3 0 1 1,-2 5-5-16,12-2 0 0,0-2-2 16,2-1-1-16,13-3 0 15,5-5-1-15,5-7 1 16,2-2-1-16,6 0 0 16,-6-8 1-16,3-2-3 0,-6-4 0 15,-6-1 0-15,-1-3 0 16,-9-2 0-16,-8 3 0 15,-2-2 0-15,-12 1 0 16,0 1 0-16,-6 4 0 16,-3 3 0-16,4 3 0 0,-1 4-5 15,3 3-11-15,9 0-29 16,8 0-41-16,0 0-1 16</inkml:trace>
  <inkml:trace contextRef="#ctx0" brushRef="#br0" timeOffset="20983.59">8521 7644 464 0,'0'0'4'15,"0"0"3"-15,0 0 0 0,0 0 1 16,0 0-1-16,10 0 2 16,-10 9-4-16,0 7-5 15,0 4 0-15,0 10 0 16,0 4 0-16,0 1 0 0,0 5 0 15,0-8 0-15,2 1 0 16,3-4 0-16,3-9 0 16,4-3 0-16,4-4 0 0,-2-6 0 15,7-5 0-15,-2-2 0 16,3-2 0-16,1-5-42 16,2-1-46-16,-11-4-1 15</inkml:trace>
  <inkml:trace contextRef="#ctx0" brushRef="#br0" timeOffset="21150.23">8544 7774 459 0,'0'0'4'0,"0"0"2"16,0 0 0-16,0 0 0 0,-3-11 1 16,3 11 0-16,12-5 1 15,5 3 0-15,9 2-8 16,1 0 0-16,12 0-14 15,-6 0-68-15,12 0-3 0</inkml:trace>
  <inkml:trace contextRef="#ctx0" brushRef="#br0" timeOffset="21900.24">8839 7749 414 0,'0'0'5'0,"0"0"2"16,0 0 2-16,0 0 1 15,-9 0 1-15,9 0 1 0,0 0 0 16,0 0 0-16,7-8-4 16,8 3-2-16,7 0-1 15,5 3-5-15,1 0 0 0,6-1 0 16,-1 3 0-16,-1 0 0 16,-5 5 0-16,-4 2 0 15,-6 4 0-15,-7 0 0 16,-10 5 0-16,-2 1 0 15,-16-1 0-15,-2 5 0 0,-7-2 0 16,-6 4 0 0,7-3 0-16,-4-3 0 15,7-2 0-15,8-5 0 16,8 0 0-16,7-10 0 0,0 0 0 16,20 5 0-16,5-5 0 15,7-3 0-15,3 1 0 16,2-8-11-16,8 0-72 15,-3 2-4-15</inkml:trace>
  <inkml:trace contextRef="#ctx0" brushRef="#br0" timeOffset="22149.59">9488 7488 441 0,'0'0'5'16,"0"0"1"-16,0 0 1 15,0 0 0-15,-10 0 1 0,3 11 0 16,-6 8 0-16,1 5 0 16,-6 14-4-16,1 1-2 15,-3 11-1-15,2 3 0 16,6-1 0-16,7-2 1 0,5-4 0 16,0-5-2-16,12-3 0 15,6-8 0-15,9-5-3 16,3-11-6-16,5 1-19 15,20-10-54-15,-18-5-5 0</inkml:trace>
  <inkml:trace contextRef="#ctx0" brushRef="#br0" timeOffset="22516.89">9823 7628 453 0,'0'0'2'0,"0"0"2"15,-20-6 0-15,8 3 2 16,-8 3-1-16,-4 0 1 15,-1 0 0-15,-5 9 0 16,-3-1-2-16,8 5-2 0,5 2-2 16,1 3 1-16,6-1-1 15,11-3 0-15,2 2 0 16,10-7 1-16,5 0 0 16,7-7 0-16,3-2 1 0,2-2 1 15,0-9-1-15,1-1 0 16,-6-3-2-16,-5 3 0 15,-2-3 0-15,-5 5 0 16,-5-1 0-16,-5 11 0 0,0 0 0 16,0 0 0-16,0 0 0 15,-3 18 0-15,1 2 0 16,2 5 0-16,-2 0 0 0,2 0 0 16,0 1 0-16,2-2 0 15,3-3 0-15,3-3-6 16,-1-6-11-16,5-15-58 15,1 6-10-15</inkml:trace>
  <inkml:trace contextRef="#ctx0" brushRef="#br0" timeOffset="22866.1">10049 7669 467 0,'0'0'2'0,"0"0"1"16,0 0-1-16,-10 10 1 16,3-3 0-16,0 6 0 0,-4 1 0 15,2 2 0-15,-1 2-1 16,4 1-1-16,1-4 0 16,5 0 0-16,9-1 1 15,3-6-1-15,5-2 2 0,5-6-1 16,3 0 0-16,-2-6 0 15,-1-5 1-15,0-3-1 16,-4-3-2-16,-6 2 0 16,-10-5 0-16,-2 1 0 0,-7-1 0 15,-7 2 0-15,-7 1 0 16,-4 4 0-16,0 2-15 16,4 0-37-16,-2 8-34 0,3 2-1 15</inkml:trace>
  <inkml:trace contextRef="#ctx0" brushRef="#br0" timeOffset="23100.37">10246 7486 442 0,'0'0'4'0,"0"0"1"16,9-5 2-16,-9 5 1 16,18 0 1-16,-1 12 1 15,3 1 0-15,4 6 0 16,10 9-4-16,-5 9-6 0,4 5 0 15,-3 5 0-15,-5 5 0 16,-9 5 0 0,-8 0 0-16,-8 2 0 15,-3-4 0-15,-14-3 0 0,-8-7 0 16,0-1 0-16,-2-12-16 16,-15-13-69-16,19-1-2 15</inkml:trace>
  <inkml:trace contextRef="#ctx0" brushRef="#br0" timeOffset="23835.83">10805 7632 460 0,'0'0'5'0,"0"0"1"0,0 0 1 15,0 0 0-15,0 0 0 16,0 7 0-16,-3 8 0 0,3 0-2 16,0 8-5-16,0 1 0 15,0 7 0-15,0-2 0 0,3 5 0 16,2-3 0 0,-1-7 0-16,-1-3 0 15,-1-4 0-15,2-6 0 16,-4-11 0-16,0 0 0 0,-12 0 0 15,3-4 0-15,0-12 0 16,-2 2 0-16,-3-9 0 16,3-2 0-16,4-1 0 15,7-6 0-15,0-1 0 16,0-2 0-16,9 3 0 0,4-3 0 16,8 6 0-16,0 1 0 15,4 9 0-15,-2 1 0 0,4 8 0 16,-3 7 0-1,2 3 0-15,-4 6 0 0,-4 9 0 16,-6 4 0-16,-7 4 0 16,-5 1 0-16,-3 4 0 15,-6-1 0-15,-7-2 0 0,-3-2 0 16,1-4 0-16,-4-4 0 16,2-3 0-16,0-4 0 15,2-3 0-15,6-3 0 16,3 1 0-16,9-3 0 15,0 0 0-15,-3 10 0 0,11-3 0 16,4 0 0-16,8 1 0 16,2 2 0-16,0 3 0 15,6-4 0-15,1 6-11 0,-6-5-23 16,4 1-49 0,-4 0-3-16</inkml:trace>
  <inkml:trace contextRef="#ctx0" brushRef="#br0" timeOffset="24150.71">11187 7786 427 0,'0'0'4'0,"0"0"3"15,-14 0 0-15,6 0 1 0,-5 2-1 16,1 3 1-16,-1 2 0 16,1 6 0-16,0-2-4 15,6 3-2-15,6 3 0 16,4-2 0-16,8-3 0 15,5 0 1-15,3-3 0 0,7-5 0 16,3-4-1-16,-2 0 2 16,-1-4-4-16,-2-6 0 15,-6-1 0-15,-3-1 0 16,-7-1 0-16,-6 1 0 0,-3-3 0 16,-10 3 0-16,-5-3 0 15,-5 0 0-15,0 3-2 16,-2 2-12-16,0-5-13 15,-1 7-56-15,8 1-4 0</inkml:trace>
  <inkml:trace contextRef="#ctx0" brushRef="#br0" timeOffset="24383.83">11377 7560 453 0,'0'0'5'0,"0"0"0"0,0 0 1 15,0 0 1-15,4 10 1 16,-4 2 0-16,0 9 0 15,0 1 0-15,-8 2-5 0,3 9-3 16,5 4 0-16,0 0 0 16,0 0 0-16,2 0 0 15,9-7 0 1,1-4 0-16,6-1 0 0,2-7 0 16,2-8 0-16,3-2 0 15,7-3-31-15,-6-5-54 16,-5-8-3-16</inkml:trace>
  <inkml:trace contextRef="#ctx0" brushRef="#br0" timeOffset="24533.75">11334 7747 461 0,'0'0'3'0,"0"0"0"15,0 0-1-15,9-6 1 0,2 3-1 16,5 3-1-16,3-5-12 15,8 5-65-15,3 0-5 16</inkml:trace>
  <inkml:trace contextRef="#ctx0" brushRef="#br0" timeOffset="24983.86">11595 7758 460 0,'0'0'5'0,"0"0"3"0,0 0 0 15,0 0 1-15,0 0 0 16,0 0 0-16,12 0-6 16,-5 0-3-16,4 0 0 0,3 5 0 15,-2 0 0-15,4 3 0 16,-4 4 0-16,3 6 0 16,-7 1 0-16,-6 3 0 15,-2-1 0-15,-5-3 0 16,-2 0 0-16,-4-3 0 15,4-5 0-15,-5-3 0 16,5-7 0-16,7 0 0 16,-11-8 0-16,11-2 0 0,0-5 0 15,5-3 0-15,6-2 0 16,1 0 0-16,3-1 0 16,4 0 0-16,-1 1 0 15,-2 5 0-15,0 5 0 0,-4 3 0 16,-1 7 0-16,-11 0 0 15,10 12 0-15,-8 1 0 16,-2 4 0-16,3 6 0 16,1-1 0-16,-1-3 0 0,5 4 0 15,-1-6 0-15,8-3 0 16,2-1 0-16,4-3-18 16,5-5-65-16,-1-5-2 15</inkml:trace>
  <inkml:trace contextRef="#ctx0" brushRef="#br0" timeOffset="25267.52">12109 7472 415 0,'0'0'7'0,"0"0"3"16,0 0 3-16,0 0-2 0,8 0 1 15,-8 0 1-15,0 14-1 16,0 6 0-16,-8 5-6 16,1 10-6-16,-1 6 0 15,-1 6 0-15,-2 8 0 16,2 2 0-16,1-5 0 0,6 0 0 16,2-3 0-16,4-9 0 15,6-5 0-15,8-7 0 16,1-12 0-16,14-18-76 0,1 4-11 15</inkml:trace>
  <inkml:trace contextRef="#ctx0" brushRef="#br0" timeOffset="25667.26">12400 7632 481 0,'0'0'3'16,"0"0"1"-16,-15-10 1 15,7 6-1-15,-4 1 1 0,-3 3 0 16,-4 0-1-16,-4 0-4 16,5 7 0-16,-4 6 0 15,7 1 0-15,-3 1 0 16,11 3 0-16,2-1 0 0,5-3 0 16,5 0 0-16,8-10 0 15,4 1 0-15,3-5 0 16,1 0 0-16,5-7 0 15,-3-3 0-15,-3-3 0 0,-3 1 0 16,-4 2 0-16,1 0 0 16,-14 10 0-16,13-13 0 15,-13 13 0-15,0 0 0 16,3 18 0-16,-3-3 0 0,0 4 0 16,-3 4 0-16,3-1 0 15,0 3 0-15,0-1 0 16,0-3 0-16,3 1 0 15,1-9 0-15,6 2-10 0,-8 10-67 16,-2-25-10-16</inkml:trace>
  <inkml:trace contextRef="#ctx0" brushRef="#br0" timeOffset="26033.71">12618 7711 474 0,'0'0'5'0,"0"0"1"0,0 0 1 16,0 0 0-16,0 0 0 0,0 0-2 16,0 0-5-16,-7 13 0 15,-3-1 0-15,0 3 0 16,-2 2 0-16,4 1 0 15,1 3 0-15,4-3 0 0,3 0 0 16,5-6 0-16,5-4 0 16,8-6 0-16,2-2 0 15,1 0 0-15,0-5 0 16,1-5 0-16,-5-2 0 0,-4-2 0 16,-3-4 0-16,-8 0 0 15,-2 4 0-15,0-2 0 16,-12-1 0-16,2 7 0 15,-5-2 0-15,-3 9-9 0,2-4-78 16,-2 2-1-16</inkml:trace>
  <inkml:trace contextRef="#ctx0" brushRef="#br0" timeOffset="26283.92">12793 7424 463 0,'0'0'2'15,"0"0"0"-15,0 0 1 16,7-2 1-16,3 2 0 0,2 5 1 16,8 10 0-16,3 1 0 15,2 9-1-15,7 10-1 16,-2 7 0-16,2 8-1 0,-4 4 0 16,-7 9 0-16,-5-2 0 15,-4 6-2-15,-12 2 0 16,-10-7 0-16,-8 8-24 15,-12-8-56-15,-7-8-4 16</inkml:trace>
  <inkml:trace contextRef="#ctx0" brushRef="#br0" timeOffset="32050.77">13354 7872 511 0,'0'0'0'0,"0"0"0"0,0 0 0 16,10-4 0-16,-10 4 0 16,0 0 0-16,7-13 0 15,-7 13 0-15,0 0 0 0,-14-10 0 16,1 10 0-16,1 0 0 15,-3 0 0-15,15 0-30 16,-13 12-56-16,13-12-4 16</inkml:trace>
  <inkml:trace contextRef="#ctx0" brushRef="#br0" timeOffset="35250.08">13690 7570 438 0,'0'0'5'0,"0"0"1"15,0 0 3-15,0 0 0 16,9-4 0-16,-9 4 2 15,0 0-1-15,7 9 1 16,-2 4-8-16,-5 6-3 0,3 3 0 16,0 3 0-16,0 7 0 15,-1 1 0-15,0-3 0 16,-2-1 0-16,0 0 0 0,0-4 0 16,-2-2 0-16,0-3-4 15,-4-5-21-15,-2-2-59 16,8-13-3-16</inkml:trace>
  <inkml:trace contextRef="#ctx0" brushRef="#br0" timeOffset="35551.58">13458 7531 446 0,'0'0'4'16,"0"0"1"-16,0 0 1 0,-9-10 1 16,9 10 0-16,0-10 2 15,0 10 0-15,16-18 1 16,7 6-2-16,7 3-8 16,7-2 0-16,6 2 0 0,4-1 0 15,3 2 0-15,-1 1 0 16,-5 4 0-16,-1 3 0 15,-9 0 0-15,-6 7 0 16,-8 4-44-16,-3-1-42 16,-6 4-2-16</inkml:trace>
  <inkml:trace contextRef="#ctx0" brushRef="#br0" timeOffset="35933.51">13856 7747 466 0,'0'0'4'0,"0"0"2"15,0-6 0-15,0 6 2 16,7-8-1-16,4 4 1 16,-2 2-2-16,3-1-6 15,6 3 0-15,2 0 0 0,2 5 0 16,-2 4 0-16,3 4 0 15,-6 4 0-15,-2-2 0 16,0 5 0-16,-8-3 0 16,-1 1 0-16,-4-1 0 0,-2-4 0 15,-2-1 0-15,2-12-2 16,-16 6 1-16,7-2 1 16,9-4 1-16,-18-8 1 0,13-2-2 15,0-2 0-15,5-5 0 16,0 2 0-16,5-3 0 15,2-1 0-15,9 4 0 16,-4-3-3-16,8 11-11 16,-3-6-24-16,7 6-45 0,2 5-3 15</inkml:trace>
  <inkml:trace contextRef="#ctx0" brushRef="#br0" timeOffset="36784.58">14424 7702 421 0,'0'0'3'0,"0"0"3"15,-7-3 2-15,0 1 0 16,-4 2 2-16,-5 0-1 16,1 0 1-16,-5 5 0 15,2 2-3-15,4 6-3 0,2-2-1 16,-1 5-2-16,8 3-1 16,2-4-1-16,3 2 0 15,3-1 0-15,2-4 0 0,4-2 0 16,2-5 0-16,1-3 0 15,1-2 1-15,-1-2 0 16,2-3 1-16,-1-8 0 16,2-2 0-16,-2-4 1 0,-4 2 0 15,1-1 0-15,1 0-1 16,-7 4 0-16,4 1 0 16,-6 4-1-16,-2 9-1 15,0 0 0-15,0 0 0 0,5 9 0 16,-3 4 0-16,2-1 0 15,0 1-1-15,1 1 1 16,4-1-1-16,5-6 1 16,0 1 0-16,4-6 0 15,-1-2 0-15,1 0 1 0,3-2 0 16,0-6 1-16,-8-1 0 16,1-4 0-16,2 1 0 15,-7-1 1-15,-2 4-1 16,-2 1-1-16,-5 8-1 0,3-10 0 15,-3 10-2-15,0 0 0 16,-3 4-1-16,-2 7-1 16,1-2 0-16,4 5 0 15,0-3 1-15,0 2 0 0,0-1 1 16,7-2 1-16,6-3 1 16,4-1 0-16,0-2 2 15,5-4-1-15,3 0 2 0,-2-4 1 16,-1-6 1-16,-2 0 0 15,-3 0 1-15,-5 2 0 16,-7-2 0-16,-5 1-2 16,0-2 1-16,0 11-2 0,-17-14-1 15,4 12-1-15,-3-1-1 16,-5 3 0-16,5 0 1 16,-2 8-2-16,6-4 0 15,-1 6 1-15,5 0-1 16,5 0 0-16,3 3 0 0,11-4 0 15,4 4 0-15,0-2 0 16,7 2 0-16,-2-1 0 16,2-1 0-16,-2-1-1 0,-2 0 1 15,-3-1-1-15,-2-1 1 16,-13-8 0-16,9 13 1 16,-9-13 0-16,-7 10 1 15,-7-9 0-15,1 2 0 0,-5 1 1 16,-5-4-2-16,4 3-3 15,-1-3-13-15,-5 0-60 16,13 0-1-16</inkml:trace>
  <inkml:trace contextRef="#ctx0" brushRef="#br0" timeOffset="37850.44">15031 7719 381 0,'0'0'8'0,"0"0"2"0,0 0 3 0,0 0 2 15,-10-3 2-15,10 3 1 16,0 0 1-16,0 0 0 16,0 0-8-16,-4-10-11 0,4 10 0 15,14-7 0-15,4 0 0 16,1 1 0-16,6-1 0 16,3 2 0-16,-1 0 0 15,3 0 0-15,-3 2 0 0,-2 3 0 16,-9 0 0-16,3 0 0 15,-9 6 0-15,-10-6 0 16,4 19 0-16,-6-6 0 16,-5 1 0-16,-5 2 0 0,-8 2 0 15,2 1 0-15,-8-4 0 16,5 0 0-16,-2 2 0 16,1-5 0-16,5 1 0 15,-1-6 0-15,4 1 0 16,5-1 0-16,9-7 0 0,-9 10 0 15,9-10 0-15,13 5 0 16,4-2 0-16,5-3 0 16,6 0 0-16,4 0 0 0,5-3 0 15,7 0 0-15,-3-4 0 16,1 5 0-16,-5-4 0 16,-7 4 0-16,-3 0 0 15,-4 2 0-15,-11 0 0 0,-12 0 0 16,10 0 0-16,-10 0 0 15,0 0 0-15,0 0 0 16,-8 10 0-16,8-10 0 16,-10 7 0-16,10-7 0 0,-12 5 0 15,12-5 0-15,-13 5 0 16,13-5 0-16,-9 0-24 16,9 0-65-16,-10 0-3 15</inkml:trace>
  <inkml:trace contextRef="#ctx0" brushRef="#br0" timeOffset="38267.41">15874 7353 450 0,'0'0'5'0,"0"0"2"0,0-13 2 0,0 13-1 16,0 0 1-16,-8-5 1 15,-4 8-1-15,-4 9-5 0,-5 12-4 16,-2 6 0-16,-2 13 0 15,0 9 0-15,1 5 0 16,-1 6 0-16,9 4 0 16,7-2 0-16,4 0 0 15,5-9 0-15,5 1 0 0,9-7 0 16,9-7 0-16,4-12 0 16,6-2 0-16,5-4 0 15,11-7 0-15,-3-8 0 16,9 0 0-16,-2-8-86 0,-7-4-3 15</inkml:trace>
  <inkml:trace contextRef="#ctx0" brushRef="#br0" timeOffset="39550.79">16015 7669 378 0,'0'0'8'0,"0"0"2"0,0 0 4 0,0 0 1 16,0 0 1-16,0-8 1 16,0 8 0-16,0 0 0 15,0 0-6-15,0 6-3 16,0 4-8-16,-2 5 0 0,-3 2 0 15,0 3 0-15,-2 2 0 16,-6 3 0-16,3-2 0 16,-3-2 0-16,1-3 0 0,2-1 0 15,0-4 0-15,10-13 0 16,-12 10 0-16,12-10 0 16,0 0 0-16,0 0 0 15,14 0 0-15,2-8 0 0,6 1 0 16,0 4 0-16,10-4 0 15,4-1 0-15,1 4 0 16,-2-7 0-16,4-19-28 16,-7 26-58-16,-4-1-3 15</inkml:trace>
  <inkml:trace contextRef="#ctx0" brushRef="#br0" timeOffset="39949.97">16311 7806 511 0,'0'0'0'0,"0"0"0"16,0 0 0-16,-7-10 0 16,7 10 0-16,-4-10 0 15,4 10 0-15,6-10 0 0,4 5 0 16,4 0 0-16,4 0 0 15,2 2 0-15,0 1 0 16,0 2 0-16,-3 2 0 16,-4 6 0-16,-6 0 0 15,-5 4 0-15,-2 2 0 0,-5 2 0 16,-9 0 0-16,2 2 0 16,-3 2 0-16,-3-5 0 15,6 3 0-15,-4-7 0 16,7 3 0-16,2-6 0 0,7-8 0 15,0 13 0-15,9-10 0 16,6-1 0-16,5-2 0 16,5 0 0-16,5-2 0 0,-3-26-45 15,5 15-45-15,-2 2-1 16</inkml:trace>
  <inkml:trace contextRef="#ctx0" brushRef="#br0" timeOffset="40199.91">16651 7372 475 0,'0'0'4'0,"0"0"1"16,0 0 0-16,0 0 0 15,5 0 1-15,-5 0 0 0,20 10-1 16,-5 2-5-16,5 5 0 16,8 14 0-16,1 3 0 15,6 11 0-15,-5 4 0 16,0 9 0-16,-9 8 0 15,-5-2 0-15,-14 3 0 0,-4 1 0 16,-18-4 0-16,-8-5 0 16,-9-9 0-16,5-21-25 15,-8 8-60-15,0-1-3 0</inkml:trace>
  <inkml:trace contextRef="#ctx0" brushRef="#br0" timeOffset="67049.89">2086 8229 295 0,'0'0'5'16,"0"0"1"-16,0 0 1 16,-12 0 2-16,12 0-1 15,-11 3 2-15,2 4 0 0,-2 3 1 16,-1 7-3-16,0 0-1 16,-1 6 0-16,3 3-1 15,3 2-1-15,5 5-1 16,2 4-2-16,5 1 0 0,9 3-1 15,6-1 0-15,-1-1 0 16,10 4-1-16,2-2 0 16,7 2 2-16,-1-4-1 0,5 1 1 15,6-1-1-15,4 2 0 16,2-5 0-16,8-1 0 16,9-4-1-16,5 0 0 15,9-4 1-15,4-2 0 16,11-5 0-16,4-5 0 0,10-3 0 15,6-2 0-15,4-5 1 16,2-2-1-16,8-3 0 16,8-3 0-16,0-5 0 15,6-4 0-15,4-2 0 16,8-2 1-16,1-4-2 0,5-2 1 16,1 0-1-16,2 0 0 15,5 0 0-15,-3 2-1 16,3 1 0-16,-5 2 0 0,5 3 1 15,-2 7 0-15,-1 2 1 16,1 5 0-16,-6 0 1 16,-3 1-1-16,-3 10 0 15,-1 2 1-15,-5 1 0 0,-2 4-2 16,-9-1 1-16,-1 3 0 16,-13 2 1-16,-7-2-1 15,-7 7 0-15,-10-2 0 16,-12 0-1-16,-8 5 0 0,-16-3 0 15,-9 3 0-15,-10-6 0 16,-13 1 0-16,-7 0 0 16,-8-5 1-16,-7-6 1 0,-2-2 0 15,-9-1 2-15,-4-11 0 16,0 0 0-16,0 0 0 16,0 0 0-16,0-11-1 15,0-3-1-15,0-5 0 16,0-4-1-16,0-7-1 0,5 0 0 15,5-4 0-15,8-4 0 16,5 1 0-16,2-5-1 16,14 1 1-16,5-2-1 15,11 0 0-15,5 2 0 0,12-1-1 16,3 5 1-16,8-3 0 16,12 3 1-16,7 2-1 15,7 3 0-15,5 2 1 16,9-2 1-16,6 5-1 0,2 2 1 15,6-3 0-15,-1 11 0 16,6-3 0-16,5 6 0 16,-1 1-2-16,6 1 1 0,2 7 0 15,0-2-1-15,0 4 1 16,6 3 0-16,1 0 0 16,0 0 0-16,3 5 0 15,-2 5 1-15,4-3 0 16,-2 4-1-16,3 3 1 0,-1 1-1 15,1 0-1-15,2 2 0 16,-6 3 1-16,4-3-1 16,2 3-1-16,-2 0 0 15,1 0 0-15,2-3 1 0,-2 3-1 16,-4-3 1-16,3-2 0 16,-8 0-1-16,2-5 1 15,-7-4 1-15,-4 3-1 16,1-7 1-16,-6-2 1 0,-4 0-1 15,-4 0 0-15,-1-5 0 16,-9-2 1-16,2 0 0 16,-4-4 0-16,-12-1 1 0,-3-1 0 15,-11-1 0-15,-4-1 1 16,-8 0 0-16,-8 1 1 16,-14-4 0-16,-8-2 1 15,-10 8-1-15,-7-3-1 16,-10 0 1-16,-5 3-1 0,-7-3-1 15,-6 7-2-15,-3 3-6 16,-6-5-18-16,-11 9-55 16,8 1-3-16</inkml:trace>
  <inkml:trace contextRef="#ctx0" brushRef="#br0" timeOffset="67600.5">10271 9406 447 0,'0'0'5'0,"-3"-15"1"15,3 15 2-15,0-15 0 16,0 15 0-16,-3-10 0 15,3 10 0-15,-2 10 0 0,-1 13-3 16,1 9-5-16,-1 7 0 16,1 9 0-16,0 3 0 15,-1 4 0-15,1-3-4 0,-1-4-3 16,3-2-9-16,-2-6-23 16,2-6-45-16,0-6-2 15</inkml:trace>
  <inkml:trace contextRef="#ctx0" brushRef="#br0" timeOffset="67833.67">9968 9470 434 0,'0'0'4'0,"0"0"1"16,-3-17 2-16,3 7 0 15,3-5 2-15,6-2 0 16,1-3 0-16,10 0 1 15,5-2-5-15,7 2 0 0,5 5-2 16,5 2-1-16,8 4 0 16,0 4-6-16,2 5-6 15,-4 7-15-15,-14 6-57 16,14 4-2-16</inkml:trace>
  <inkml:trace contextRef="#ctx0" brushRef="#br0" timeOffset="68150.23">10504 9706 415 0,'0'0'3'0,"0"0"0"16,-11 9 2-16,11-9-1 16,-14 17 1-16,9-6 1 0,-2 3-1 15,2 4 2-15,5-6-2 16,5 1-1-16,4-3 0 15,12-2 0-15,-1-7 1 16,6-1 0-16,2-1 0 0,-3-10 0 16,2 1-1-16,-7-5 1 15,-3-2-1-15,-4-1-1 16,-10 2 2-16,-3-2-5 0,-11-2 0 16,-3 3 0-16,-9 2 0 15,0 0 0-15,-3 6-4 16,1 1-7-16,-5-2-15 15,-2 10-57-15,12 0-2 0</inkml:trace>
  <inkml:trace contextRef="#ctx0" brushRef="#br0" timeOffset="68334.08">10827 9275 466 0,'0'0'5'16,"0"0"2"-16,0 0 0 15,5-10-1-15,-5 10 1 16,0 10 0-16,0 9-1 0,0 9-6 16,0 6 0-16,0 13-4 15,0 10-79-15,0 2-1 16</inkml:trace>
  <inkml:trace contextRef="#ctx0" brushRef="#br0" timeOffset="72317.17">14298 6428 188 0,'0'0'5'0,"0"0"2"0,-10 0 2 16,10 0 3-16,-12 0 1 16,12 0 3-16,-15 13 0 15,10-6 1-15,0 4-3 16,3 0-2-16,2 3 0 0,0-3-3 15,0 1-1-15,5 0 0 16,4 4 0-16,7-4-1 16,0 1 1-16,9-4-2 15,0 1-1-15,10-3 1 0,5 1-3 16,7-3 0-16,0 0 0 16,1-2-2-16,4-1 1 15,-3 0-1-15,4-2 0 16,-3 0 0-16,-4 3 0 0,0-3 0 15,-2 0-1-15,4-3 1 16,-2 1 0-16,2-3 0 16,1-2 0-16,-1 2 0 15,-2-1-1-15,5-3 1 0,-5 1-1 16,-2 0 0-16,-1 4 1 16,-2-3-1-16,-2-1 0 15,-3 2 1-15,5 2-1 16,-3 0 1-16,-1 1 0 15,5 3 0-15,1 0 0 0,-1 3 0 16,-3 4-1-16,-3 0 1 16,6 1 0-16,-8 3-1 15,-2-3 0-15,-4 5 1 0,-5-1-1 16,-2 1 0-16,-3-3 0 16,-4 2-1-16,-1 0 1 15,-1 1 0-15,-8-3-1 16,4-1 1-16,-2 2 0 0,-6-11 0 15,3 14 1-15,-3-14 0 16,0 0 0-16,2 11 0 16,-2-11 2-16,0 0-1 15,0 0 1-15,0 0 0 0,0 0 0 16,0 0 0-16,0 0-2 16,0 0 0-16,0 0 0 15,2-9-1-15,-2 9 0 16,0 0 0-16,5-14 0 0,-5 14 0 15,5-10 1-15,-5 10-1 16,7-15 1-16,-7 15-1 16,13-18 1-16,-5 9-1 15,1 2 1-15,1-1-1 0,0 0-1 16,2 1 1-16,4 0 0 16,-2-1 0-16,2 1 0 15,4 2-1-15,-1-3 1 16,4 3 0-16,-1 1 0 0,6-2 0 15,-2-1 0-15,4 2 0 16,0-1 0-16,0-1 0 16,0 3 0-16,2-2 0 15,3 4 0-15,-6 0 0 0,0 0 1 16,2-1-1-16,-3 3 0 16,1 0 0-16,-1 0 1 15,-3 0-1-15,0 0 0 16,2 3 0-16,-5-1 0 0,4 0 1 15,3 0-1-15,-4 1 0 16,5 0 0-16,-3-3-1 16,3 3 1-16,0-2 1 15,0 5-1-15,0-6 0 0,-3 1 0 16,2 5 0-16,1-1 1 16,-3-2-1-16,5 0 0 15,-2 1 0-15,3-1 0 16,2-2 0-16,2 5-1 0,5-4 1 15,0 1-1-15,3-1 0 16,2 1-1-16,8-1 0 16,-1-2 0-16,4 0-2 0,-1 0 1 15,3 0 0-15,2 0 0 16,3 0 0-16,-3-5 0 16,2 3 0-16,3-3 1 15,-3-1 0-15,1 2 1 16,-3 0 0-16,3-5-1 0,-8 0 2 15,0-1 0-15,-7 0 1 16,-5-2 0-16,-8 1-1 16,-7-1-11-16,-10-2-58 15,0 8-2-15</inkml:trace>
  <inkml:trace contextRef="#ctx0" brushRef="#br0" timeOffset="72800.33">17252 7832 461 0,'0'0'4'0,"0"0"0"0,0 0 1 15,0 0 1-15,0-8 0 16,0 8-1-16,0 0-3 0,0 0-7 15,-2 11-60-15,2-11-18 32</inkml:trace>
  <inkml:trace contextRef="#ctx0" brushRef="#br0" timeOffset="80600.7">16330 5878 272 0,'0'0'9'0,"0"0"5"0,6 0 3 16,-6 0 3-16,10 3 3 15,-10-3 2-15,0 0 2 0,12 7 1 16,-12-7-7-16,0 0-3 15,0 0-5-15,0 0-2 16,0 0-2-16,13 3-5 16,-13-3-4-16,17 0 0 0,-4 0 0 15,-1-3 0-15,0 3 0 16,5 0 0-16,1 0 0 16,-3 0 0-16,3 8 0 15,-4-4 0-15,-1 5 0 16,-1-1 0-16,0 3 0 0,-1 1 0 15,-2-2 0-15,1 5 0 16,-5-2 0-16,1 1 0 16,-6 4 0-16,0-1 0 15,-6 3 0-15,-4-3 0 16,-4 5 0-16,-2-2 0 0,-1 0 0 16,-5-3 0-16,4 1 0 15,-1-1 0-15,-2-4 0 16,7-1 0-16,2-2 0 0,6-1 0 15,6-9 0-15,-2 10 0 16,2-10 0-16,12 3 0 16,6-3 0-16,4-7 0 0,5-1 0 15,6 1 0-15,-1-3 0 16,5 2 0-16,0-2 0 16,3 0 0-16,-3 2 0 15,-6 0 0-15,1 0 0 16,-6 0 0-16,-5 6 0 0,-3-3 0 15,-7 3 0-15,-11 2 0 16,10-3 0-16,-10 3 0 16,0 0 0-16,0 0 0 15,-10 3 0-15,1-3 0 0,-2 2 0 16,-3-2 0-16,1 5 0 16,13-5-81-16,-19-3-11 15</inkml:trace>
  <inkml:trace contextRef="#ctx0" brushRef="#br0" timeOffset="81100.64">16353 5925 387 0,'0'0'7'0,"0"0"3"16,0 0 3-16,0-8 1 16,0 8 3-16,0-8 1 15,0 8 1-15,0-13 1 0,0 13-14 16,7-15-6-16,-7 15 0 16,16-13 0-16,-4 8 0 15,3 3 0-15,2 0 0 16,1 2 0-16,7 0 0 0,-4 4 0 15,2 6 0-15,-3 5 0 16,-1 0 0-16,-3 2 0 16,-4 3 0-16,-1 7 0 15,-9-2 0-15,-2 3 0 0,-2-4 0 16,-9 4 0-16,-1-2 0 16,-6-1 0-16,-2 0 0 15,3-2 0-15,-6-3 0 16,2-1 0-16,3-1 0 15,6-6 0-15,-1 1 0 0,13-13 0 16,0 12 0-16,5-12 0 16,10 0 0-16,10-4 0 15,7-3 0-15,5-3 0 0,8 1 0 16,-2-6 0-16,16 4-11 16,1-6-76-16,4 0-3 15</inkml:trace>
  <inkml:trace contextRef="#ctx0" brushRef="#br0" timeOffset="82717.33">21658 5856 271 0,'0'0'9'0,"0"0"3"0,0 0 4 15,-3-10 3-15,3 10 2 16,-7-10 3-16,7 10 0 16,-7-14 2-16,7 14-6 15,-11-11-3-15,11 11-3 0,0 0-2 16,-10-9-2-16,10 9-1 16,0 0-2-16,0 0-7 15,0 0 0-15,10-10 0 16,1 10 0-16,3 0 0 0,2 0 0 15,0 0 0-15,7 5 0 16,-4 0 0-16,7 4 0 16,-11 2 0-16,3-2 0 15,-6 6 0-15,-5 0 0 0,-2 2 0 16,-3 1 0-16,-2-1 0 16,-5 0 0-16,-2 3 0 15,-7-3 0-15,1 2 0 16,-7-2 0-16,2 0 0 0,-2-3 0 15,3 1 0-15,-6-3 0 16,9-1 0-16,-3-4 0 16,-4 3 0-16,7-5 0 15,4-1 0-15,-3-1 0 0,13-3 0 16,-9 5 0-16,9-5 0 16,0 0 0-16,0 0 0 15,0 0 0-15,0 0 0 16,0 0 0-16,0 0 0 0,0 0 0 15,9-5 0-15,1 2 0 16,0 3 0-16,7-1 0 16,1-2 0-16,-1 3 0 15,0-3 0-15,6 3 0 0,-3 0 0 16,5 0 0-16,-3 3 0 16,-1 1 0-16,-2 2 0 15,1-1 0-15,-1 2 0 16,-1 0 0-16,-6 1 0 0,-1 2 0 15,-2 0 0-15,-1 0 0 16,-3 2 0-16,-5 0 0 16,0-2 0-16,-8 4 0 15,-5-6 0-15,-1 5 0 0,-6-3 0 16,-7 0 0-16,0-3 0 16,-6 3 0-16,1-5 0 15,-3 2 0-15,6-1 0 16,-4-5 0-16,6 2 0 0,4 0 0 15,4-3 0-15,6 0 0 16,13 0 0-16,-14 0 0 16,14 0 0-16,0 0 0 0,9 2 0 15,1-2 0-15,3 0-52 16,8 3-39-16</inkml:trace>
  <inkml:trace contextRef="#ctx0" brushRef="#br0" timeOffset="86986.72">19335 6572 32 0,'0'0'14'0,"0"0"7"0,-3-11 2 16,3 11 4-16,0-7 5 15,0 7 4-15,0-10 2 16,0 10 3-16,0 0-13 16,5-12-4-16,-5 12-1 15,0 0-4-15,0 0-3 0,0 0-5 16,0 0-5-16,0 0-2 15,0 0-2-15,0 4-1 16,0 7-2-16,0 3 0 16,5-1 0-16,0 7 2 0,5 0 0 15,5-3 0-15,5 0 0 16,3 1 0-16,3-3 1 16,3-5-1-16,10-3 0 15,4-2 1-15,6-2-1 16,-2-3 0-16,8 0 0 0,2-3 0 15,3-2 1-15,4 0-1 16,-2-2-1-16,5-3 1 0,1-2 0 16,6 2 0-16,-5-3-1 15,3 3 1-15,0 2-1 16,3 2 0-16,-6 0 0 0,6 4-1 16,-8 0 0-16,0 2 0 15,-2 0-1-15,-3 4-1 16,-3 7-1-16,-4-4 1 15,0 3 0-15,-6 2 0 16,-6 1 0-16,2-1 0 0,-8 3 1 16,2-6 1-16,-3 2 1 15,-2-1-1-15,1-3 1 16,-5 0 0-16,0-1 0 16,-3-5 0-16,1 2 0 0,-4-3 0 15,1 0 1-15,-3 0-1 16,1 0 1-16,-1-3-1 15,0-4 1-15,-2 0-1 16,6-4 1-16,-5-3 0 0,1 2 2 16,6-6-1-16,-4 1 1 15,2-3-1-15,-2 1 1 16,1 1-1-16,-2 1 0 0,0 2-5 16,-4 2-12-16,-1-5-45 15,-1 14-12-15</inkml:trace>
  <inkml:trace contextRef="#ctx0" brushRef="#br0" timeOffset="90883.34">17829 7716 385 0,'0'0'7'0,"0"0"2"0,0 0 2 15,0 0 1-15,0 0 2 16,0 0-2-16,-6 0 1 16,6 0 1-16,-12 15-6 0,12 5-3 15,-5 3-1-15,5 3-2 16,0 6 1-16,0 4-2 16,3-4-3-16,3 0-2 15,-4 0-7-15,4-2-14 0,2-6-56 16,-5-6-1-16</inkml:trace>
  <inkml:trace contextRef="#ctx0" brushRef="#br0" timeOffset="91099.81">17521 7709 404 0,'0'0'5'15,"0"-10"1"-15,7 3 3 0,4-6 0 16,3 1 1-16,9-2 0 16,7-7 1-16,7 2-1 15,4 1-4-15,7 3-3 16,2 5-6-16,-1 3-9 0,6-7-55 16,-8 15-15-16</inkml:trace>
  <inkml:trace contextRef="#ctx0" brushRef="#br0" timeOffset="92150.24">17958 7878 419 0,'0'0'6'0,"0"0"2"0,0 0 2 15,0 0 0-15,0 0 0 16,0 0-1-16,0-8 1 15,0 8 0-15,13 0-6 16,4 0-1-16,3 2-2 0,3 6 0 16,1 2 0-16,3 3 0 15,-4 2-2-15,-3-1 0 16,-3 3 0-16,-4-2-1 0,-6 0 0 16,-2 0 0-16,-5-8 0 15,0-7 0-15,-5 12 2 16,-2-9 0-16,-4-3 0 15,2-5 2-15,-1-5 0 0,-1-3 0 16,4 1 0-16,5-5 0 16,2 0-1-16,0 3-1 15,7-3-1-15,6 0-3 16,4 5-6-16,1 0-9 0,9 5-19 16,5 7-41-16,8-6-4 31,-6-1 19-31,1 2 30 15,-5 1 13-15,-6-2 10 0,2 6 15 16,-16-5 24-16,-8-1 47 16,-7 2 2-16,-2 4-26 15,-8 4-27-15,0 0-9 16,0 3-5-16,-2 3-3 0,10 0-2 16,-2 5-2-1,7 0-1-15,2 0-2 16,5-4 0-16,3 0 2 15,4-4-1-15,0 0 1 0,5-7 0 16,-1 0-1-16,-1-8-1 16,3-6 2-16,-4 3-2 15,2-7 1-15,-2-2 0 0,-2 0-1 16,1 3 1-16,-6-1-1 16,-2 4-1-16,2 4 1 15,-7 10-1-15,0 0-1 16,0 0-1-16,0 7 0 0,-2 6 0 15,2 5 0-15,0-1 1 16,8-1 0-16,-3-1 0 16,6-2 0-16,8-1 2 15,0-6 0-15,4-5 1 16,-1-1-2-16,6-7 1 0,-1-4 1 16,1-3 0-16,-4-1 0 15,-2-4-1-15,1 1 1 16,-9 4 0-16,-3-4 0 15,-1 6 0-15,-8 2-1 0,-2 10-1 16,0-13-1-16,0 13 0 16,-14 0-2-16,14 0 0 15,-18 5-1-15,10 3 0 0,0 2 1 16,1 0-1-16,2 4 1 16,0-1-1-16,3 2 2 15,2 0 0-15,0 2 1 16,7-5 1-16,3 2-2 0,3 3 2 15,4-6 1-15,-2 3-1 16,10-8 1-16,-3 2-1 16,0 2 1-16,3-3 0 15,-8 1 1-15,-1 1 0 0,-7-1 0 16,-9-8 2-16,0 17-2 16,-7-7 0-16,-11-3 1 15,-1 3-2-15,-4-2-2 16,-2-3-10-16,6-3-31 15,-1 1-26-15,2-3-5 0</inkml:trace>
  <inkml:trace contextRef="#ctx0" brushRef="#br0" timeOffset="92865.93">19029 7813 432 0,'0'0'6'0,"0"0"-1"0,0 0 3 0,0 0 1 15,7-7 0-15,4 0 1 16,1-1 1-16,6 3-1 0,5-3-3 16,0 6-3-16,6 0-4 15,-3 2 0-15,4 0 0 16,-7 0 0-16,-4 7 0 0,-6 3 0 16,-6 5 0-16,-7-1 0 15,-11 4 0 1,-3 1 0-16,-4 4 0 15,-1-6 0-15,-6 0 0 0,5 1 0 16,3-3 0-16,4-5 0 16,13-10 0-16,-2 12 0 15,2-12 0-15,20 5 0 16,-2-5 0-16,8-2 0 0,4-1 0 16,2-7-4-16,11 8-30 15,-1-6-49-15,-5-5-4 16</inkml:trace>
  <inkml:trace contextRef="#ctx0" brushRef="#br0" timeOffset="93117.53">19663 7541 449 0,'0'0'2'0,"0"0"1"15,0 0 0-15,-11 12 2 16,4 5 0-16,0 3 1 15,-6 9 0-15,-1 9 1 0,-2 4-2 16,4 6-1-16,0 4 1 16,2-1-1-16,1-1-2 15,9-3-2-15,0-6-2 16,11 2-4-16,4-13-8 16,5-3-32-16,2-5-37 0,3-7-2 15</inkml:trace>
  <inkml:trace contextRef="#ctx0" brushRef="#br0" timeOffset="93535.3">19882 7800 403 0,'0'0'3'0,"-12"0"2"16,1-1 2-16,-4 1 0 15,-2 0 1-15,-3 0-1 0,0 7 1 16,-2 0 0-16,6 5-3 15,4 6-2-15,5-1-2 16,7 3 0 0,2-3 0-16,8 0 1 0,3-2 0 15,6-5 0-15,-1-7 1 16,1-3 0-16,-1-6-1 16,0-6 2-16,-6-1-1 0,2-5 0 15,-3-5-1-15,-4-2 0 16,-4 0 0-16,-1 1 0 15,-2 4 0-15,0 2-1 16,0 3 0-16,-2 5-1 0,2 10 1 16,-10-2-1-16,10 2 0 15,-7 12-1-15,3 3 1 16,1 3 0-16,3 6 0 16,0 1 1-16,3 0 0 15,6 3-2-15,0-6-2 0,3 2-4 16,1-6-9-16,4-1-34 15,3-4-33-15,3-6-2 16</inkml:trace>
  <inkml:trace contextRef="#ctx0" brushRef="#br0" timeOffset="93900.31">20033 7843 484 0,'0'0'3'0,"0"0"1"0,0 0 1 15,0 0 1-15,0 0-1 16,3-11-1-16,-3 11-4 16,14-4 0-16,-7 4 0 15,6 0 0-15,-2 0 0 0,1 4 0 16,0 5 0-16,0 3 0 15,-6 3 0 1,-4 2 0-16,-2 1 0 16,0 1 0-16,0-2 0 0,-2-2 0 15,-4 0 0-15,1-3 0 16,5-5 0-16,0-7 0 16,0 13 0-16,0-13 0 15,13 5 0-15,-3-5 0 0,7 0 0 16,-2 0 0-16,10-2-11 15,-3-3-72-15,3-6-3 16</inkml:trace>
  <inkml:trace contextRef="#ctx0" brushRef="#br0" timeOffset="94833.95">19906 7595 210 0,'0'0'6'0,"0"0"6"0,0 0 3 15,0 0 4-15,0 0 2 16,-10-5 1-16,10 5 0 16,0 0-1-16,0 0-4 15,0 0-3-15,-5 10-4 0,3 3-3 16,-1 2-2-16,3 4-1 15,0 3 0-15,0 3-1 16,0 0-1-16,0 3-2 16,5-9-3-16,-2 3-5 0,1-4-16 15,-4 0-48-15,11-4-3 16</inkml:trace>
  <inkml:trace contextRef="#ctx0" brushRef="#br0" timeOffset="95166.43">20185 7493 434 0,'0'0'6'0,"0"0"0"0,0 0 2 15,0 0 1-15,0 0 0 16,12 0 1-16,0 3 0 16,3 14 1-16,10 2-6 15,3 12-2-15,7 3-3 0,-1 8 0 16,3 5 0-16,-4 5 0 16,-6-2 0-16,-7 5 0 15,-3-1 0-15,-12-2 0 16,-5-2 0-16,-12-6-2 0,-4-2-1 15,-5-7-3-15,-2 2-7 16,-2-9-12-16,2-4-54 16,2-1-4-16</inkml:trace>
  <inkml:trace contextRef="#ctx0" brushRef="#br0" timeOffset="95550.53">20721 7828 470 0,'0'0'4'0,"0"0"1"0,0-10 1 0,0 10 0 16,0 0 0-16,0-11-1 0,0 11-2 15,0 0-5-15,0 0-20 16,7-1-60-16,-7 1-4 16</inkml:trace>
  <inkml:trace contextRef="#ctx0" brushRef="#br0" timeOffset="96066.43">20958 7618 450 0,'0'0'5'0,"0"0"2"16,0 0 0-16,0 0 1 15,12 0-1-15,-8 10 1 16,1-2 0-16,3 10 0 0,-3 2-5 16,2 8-3-16,3 1 0 15,3 6 0-15,-3-1 0 16,2 1 0-16,1-5 0 15,-1-1 0-15,-2-5 0 0,-5-6 0 16,0-5 0-16,-3-3 0 16,-2-10-2-16,-7 0 1 15,-3-5-1-15,-5-7 1 16,-3-6 0-16,2-6 0 0,-5-1 1 16,1-7 0-16,1-4 1 15,3 3 0-15,4-3 1 16,3 4 2-16,3 3-4 15,6 1 0-15,3 4 0 0,7 6 0 16,4 3 0-16,4 8 0 16,5 4 0-16,1 3 0 15,1 8 0-15,2 7 0 0,-2 5 0 16,-4 2 0-16,-2 5 0 16,-4 1 0-16,-5 1 0 15,-3-2 0-15,-4-2 0 16,-3-2 0-16,0-4 0 15,0-3 0-15,-5-4 0 0,2-2-2 16,3-10-3-16,-2 12-5 16,2-12-12-16,10 0-60 15,3 0-3-15</inkml:trace>
  <inkml:trace contextRef="#ctx0" brushRef="#br0" timeOffset="96333.58">21328 7791 390 0,'0'0'5'0,"0"0"1"0,-13 2 2 0,3 5 1 16,1-1 0-16,-4 4 0 0,3-1 0 16,0 4 0-16,4-4-3 15,4 1-2-15,2 1 0 16,11-4 0-16,3 0 0 16,6-4 0-16,5-2 1 0,2-1-1 15,-2 0 1-15,0-4-1 16,-2-6 0-16,-4 1-1 15,-4-4-1-15,-10-2 0 16,-5 4 0-16,-7-7-2 0,-6 5-5 16,-6 1-2-16,-2 5-10 15,-4-4-25-15,5 6-42 16,6 0-1-16</inkml:trace>
  <inkml:trace contextRef="#ctx0" brushRef="#br0" timeOffset="96550.24">21601 7567 462 0,'0'0'4'0,"0"0"2"16,0 0 0-16,0 0 0 0,0 0 1 15,-8 8 0-15,6 7 0 16,-1 2-1-16,1 8-6 16,-1 4 0-16,1 4 0 15,0 2 0-15,2 2 0 0,0-4 0 16,2-2 0-1,5-1 0-15,6-5 0 16,-1-3 0-16,3-10-13 16,5-2-70-16,0-5-2 0</inkml:trace>
  <inkml:trace contextRef="#ctx0" brushRef="#br0" timeOffset="96719.16">21579 7776 438 0,'0'0'2'0,"0"0"-1"16,0 0 1-16,0 0 1 16,9 0-1-16,4-2-1 0,6 2-9 15,7 0-41-15,3 0-29 16,8 0-2-16</inkml:trace>
  <inkml:trace contextRef="#ctx0" brushRef="#br0" timeOffset="97249.82">21892 7753 474 0,'0'0'4'16,"0"0"1"-16,0 0 1 16,0 0 1-16,0-6 0 15,0 6-1-15,0 0-4 0,12-11-2 16,-2 11 0-16,0 0 0 16,8 5 0-16,-4 3 0 15,4 4 0-15,-4 1 0 16,-2 1 0-16,-1 4 0 0,-4-4 0 15,-7 1 0-15,0-3 0 16,-9 1 0-16,-2-3 0 16,-1-5 0-16,0 0 0 15,-1-3 0-15,3-2 0 0,1-2 0 16,9 2 0-16,-9-15 0 16,9 3 0-16,5-6 0 15,6 1 0-15,-2-1 0 16,2 1 0-16,3 2 0 0,-2 3 0 15,2 3 0-15,-5 3 0 16,-9 6 0-16,16 2 0 16,-12 8 0-16,1 3 0 15,2-1 0-15,-2 9 0 0,3-2 0 16,4 1 0-16,3-3 0 16,0 0-2-1,6-7-18-15,-9 2-63 16,13-2-1-16</inkml:trace>
  <inkml:trace contextRef="#ctx0" brushRef="#br0" timeOffset="97750.14">22428 7704 450 0,'0'0'4'0,"0"0"3"15,0-15 0-15,0 15 2 0,0-17 0 16,0 6 0-16,-7-1 0 16,-3 2-2-16,-5 7-7 15,-2 2 0-15,-1 1 0 16,-1 8 0-16,-4 3 0 0,5 2 0 15,5 2 0-15,5 2 0 16,2 0 0-16,6-2 0 16,2-5 0-16,9 0 0 15,3-5 0-15,6-5 0 0,1 0 0 16,0-5 0-16,2-5 0 16,0 0 0-16,-4-2 0 15,-1-1 0-15,-4 4 0 16,-1-4 0-16,-13 13 0 15,12-10 0-15,-12 10 0 0,0 0 0 16,2 15 0-16,-2 0 0 16,0 3 0-16,0 3 0 15,0 2 0-15,0-3 0 0,0 4-7 16,3-9-8-16,-3-15-41 16,11 22-29-16,1-16-3 15</inkml:trace>
  <inkml:trace contextRef="#ctx0" brushRef="#br0" timeOffset="98033.57">22646 7727 453 0,'0'0'2'0,"0"0"0"16,0 0 1-16,-16 0 1 16,16 0-1-16,-10 9 2 15,10-9-1-15,-11 17 0 16,6-4 0-16,5-3-2 0,0 0 1 15,8 0 0-15,5 0-1 16,1-6 1-16,4 2-1 16,1-6 2-16,1 0-1 15,3-3 2-15,-9-4-5 16,0-3 0-16,-7-3 0 0,-7-2 0 16,-3 0 0-16,-6 3 0 15,-4-2 0-15,-8 3 0 16,-3-1-8-16,7 10-19 0,2-1-57 15,-5 3-3-15</inkml:trace>
  <inkml:trace contextRef="#ctx0" brushRef="#br0" timeOffset="98283.62">22848 7550 470 0,'0'0'2'0,"0"0"1"15,0 0 0-15,10 0 1 0,-10 0 0 16,18 7 0-16,-4 6 0 16,1 2 0-16,2 5-1 15,1 4-2-15,0 8 0 16,-4 4-1-16,-2 0 1 0,-3 5 0 16,-9-5 2-16,0 4 0 15,-9-5-3-15,-8-1 0 16,-5-4 0-16,-6 0-5 15,-11-8-5-15,4 5-20 16,8-9-52-16,-21-8-4 0</inkml:trace>
  <inkml:trace contextRef="#ctx0" brushRef="#br0" timeOffset="98583.79">22329 7499 400 0,'0'0'4'0,"0"0"2"0,-5-3 2 16,5 3 0-16,-16 5 2 15,4 7 1-15,0 7 1 16,-8 12 0-16,2 6-4 15,1 7-1-15,2 9-2 0,1 3 0 16,6 4-1-16,4-3-3 16,6 1-2-16,8-10-8 15,12 4-24-15,2-9-47 16,14-9-2-16</inkml:trace>
  <inkml:trace contextRef="#ctx0" brushRef="#br0" timeOffset="99883.77">17693 8374 301 0,'0'0'1'0,"0"0"0"0,-6 4 3 16,6-4 2-16,-10 17 3 15,1-2 2-15,1 7 0 16,-2 8 2-16,5 0 1 0,0 7 1 16,5 0-4-16,5 4 0 15,13-3-2-15,6 5-2 16,8-12 0-16,9-1 0 16,3-3-2-16,11-4 0 0,2-3 0 15,3-8-1-15,2-2-1 16,2-5 0-16,-2-2 0 15,-3-3 0-15,-1-6-1 16,-4-6 1-16,1 0-1 0,-5-3 0 16,3-2 0-16,-5-3-1 15,1 0 0-15,0-1 0 16,1 5-1-16,-4-4 0 16,7 2 1-16,-1 1-1 15,3 3 0-15,-1 1 1 0,8 3-1 16,-2 3 1-16,10 3 0 15,0 4-1-15,-1 0 1 16,4 6-1-16,-4 9 1 0,-5 0-1 16,1 5 1-16,-10 2-1 15,-6 8 0-15,-6-2 0 16,-9 1 0-16,-6 0 0 16,-6-1 0-16,-7-1 0 0,-5-5 0 15,0-4-1-15,-5-4 1 16,0 0 0-16,-5-14 1 15,5 8 0-15,-5-8 0 16,0 0 1-16,2-12-2 0,0-2 2 16,9-4-1-16,-1-2-1 15,6-7 0-15,2-1-1 16,15-1 1-16,1-4-1 16,11 1 0-16,7 1 0 0,8-2 1 15,7 2 0-15,8-2 1 16,7 5-1-16,4 3 0 15,8 4 0-15,4 3 1 16,1 6-1-16,8 4 0 0,0 5 0 16,2 3-1-16,1 3 1 15,1 7-1-15,-1 2 0 16,-1 6 0-16,0 1 1 16,1 1-1-16,-6 0 0 0,-2 3 0 15,0-3 0-15,2-3 1 16,-2-2 1-16,3-5-1 15,-1-5 1-15,0-3 0 0,-4-2 1 16,-4-2 0-16,-6-9 1 16,-9-1 1-16,-8-5 0 15,-11-4 0-15,-15-3-2 16,-7-1-2-16,-12 4 0 16,-9-2 0-16,-6-2 0 0,-11 8 0 15,-2-4-6-15,-4-5-65 16,-9 19-14-16</inkml:trace>
  <inkml:trace contextRef="#ctx0" brushRef="#br0" timeOffset="100267.36">19779 9250 492 0,'0'0'1'0,"0"0"0"0,0 0 0 15,0 0 0-15,-2 10 1 16,-3 5-1-16,0 7 0 16,0 3 0-16,3 4 0 15,-1 6-2-15,1 3-2 0,2 1-3 16,0-7-10-16,2-5-64 15,3 5-3-15</inkml:trace>
  <inkml:trace contextRef="#ctx0" brushRef="#br0" timeOffset="100483.87">19494 9297 463 0,'0'0'3'15,"0"0"1"-15,7-12 1 0,3-4 2 16,10 4 0-16,5-5 1 16,9-1 1-16,12-4-4 15,-2 4-5-15,8 4 0 0,3-1 0 16,5 11-4-16,-11 4-47 16,6 0-33-16,-11 7-2 15</inkml:trace>
  <inkml:trace contextRef="#ctx0" brushRef="#br0" timeOffset="100684.01">20050 9440 443 0,'0'0'4'0,"0"0"0"0,0 13 1 15,-2-3 0-15,-1 2 0 16,3 3 1-16,-2 5-1 15,0 0 1-15,-1 0-6 16,3 2-4-16,-2-5-9 0,2-17-48 16,5 20-19-16</inkml:trace>
  <inkml:trace contextRef="#ctx0" brushRef="#br0" timeOffset="101016.91">20240 9126 474 0,'0'0'5'15,"0"0"2"-15,-4-15 1 16,4 15 1-16,0-17-1 0,-2 4-8 16,2 3 0-16,0-2 0 15,2 4 0-15,-2 8 0 16,13-12 0-16,-3 12 0 15,2 0 0-15,1 10 0 0,-3 3 0 16,-3 6 0-16,1 4 0 16,-8 1 0-16,0 1 0 15,-3 3 0-15,-7-4 0 16,3-4 0-16,-3 0 0 16,8-8 0-16,-2-1 0 0,4-11 0 15,14 7 0-15,11-10 0 16,9-1 0-16,6 4-67 15,15-13-17-15</inkml:trace>
  <inkml:trace contextRef="#ctx0" brushRef="#br0" timeOffset="101699.77">23355 8051 473 0,'0'0'4'0,"0"0"2"0,0 0 2 16,0 0 0-16,0 0 0 15,-8-5-4-15,8 5-4 16,0 0 0-16,0 0 0 0,0 0 0 16,-9-5 0-16,9 5-80 15,0 0-7-15</inkml:trace>
  <inkml:trace contextRef="#ctx0" brushRef="#br0" timeOffset="102133.96">23745 7659 440 0,'0'0'5'15,"0"0"2"-15,0 0 1 16,0 0 0-16,0 0 0 16,0 0 0-16,10 13 1 0,-7 1 0 15,-3 6-5-15,0 5-2 16,2 2-1-16,1 6 1 16,-3 1-2-16,5 4-3 15,-5-8-3-15,4 5-10 0,-4 4-45 16,3-15-23-16,-3-4-2 15</inkml:trace>
  <inkml:trace contextRef="#ctx0" brushRef="#br0" timeOffset="102333.09">23504 7619 455 0,'0'0'3'0,"0"0"0"0,5-6 2 15,-5 6 0-15,22-21 1 16,-2 11 0-16,5 0-1 16,8-2 0-16,4 2-7 15,5 9-10-15,-4 1-37 0,8 1-34 16,-1 15-1-16</inkml:trace>
  <inkml:trace contextRef="#ctx0" brushRef="#br0" timeOffset="103383.71">23839 7800 373 0,'0'0'8'15,"0"0"3"-15,0 0 2 0,0 0 2 16,0 0-1-16,0 0 0 16,0 0 1-16,0 10 1 15,5-4-9-15,11 2-2 16,0 3-2-16,2 4-2 0,2 0 1 15,2 2-1-15,1 4-1 16,-8-2-1-16,0-2 0 16,-6-4-1-16,-1-1 1 15,-5 0 0-15,-3-12-1 0,0 10 1 16,0-10 0-16,-13 0 1 16,13 0 1-16,-17-12-1 15,9-1 1-15,0 1 0 16,4-3-1-16,1 3-2 15,3 0 1-15,0-1 0 0,5-2 0 16,5 5 0-16,0-2-1 16,5 2 1-16,-2 1 0 15,-1 0 0-15,-3 1 2 0,0 2-1 16,-9 6 0-16,14-8-1 16,-14 8 0-16,0 0 0 15,0 0 1-15,0 10-1 16,0-10 0-16,-5 18 0 15,3-6 1-15,2-2 0 0,0 0 1 16,0 0 0-16,0-10 1 16,5 10 0-16,-5-10-1 15,20 4 0-15,-13-4-1 0,3 0 1 16,3 0-2-16,-4-8 1 16,1 4-1-16,3-6 0 15,-3 3 1-15,-1-3 1 16,2 0-1-16,-4 0 0 0,-7 10-1 15,10-11-1-15,-10 11 0 16,0 0-1-16,0 0 1 16,0 0-1-16,8 8 1 15,-8-8 0-15,5 18 1 0,-3-11 1 16,-2-7-1-16,10 13 1 16,-10-13 0-16,18 5 0 15,-6-5 0-15,3 0 1 16,2-5-1-16,1 0 0 0,-2-5 1 15,2 2 0-15,-3 4 0 16,-2-4-1-16,-4 3-1 16,-9 5-1-16,0 0 0 15,0 0 0-15,0 0-2 0,0 0 1 16,-7 8-1-16,5-1 0 16,-3 3 2-16,5 0 2 15,0-3 0-15,0-7 0 16,14 13 1-16,-2-12 0 0,4 3 1 15,-2-4-1-15,1-4 1 16,2-2-1-16,-1-4 1 16,-4 0 0-16,-6 3 0 15,1-5-1-15,-7 1 0 16,0 11 0-16,-2-14-1 0,2 14-1 16,-18-9-1-16,8 9 0 15,2 0 0-15,8 0-1 16,-12 17 1-16,9-9 0 15,3 5 1-15,0-1 1 0,3 3-1 16,6-1 0-16,0 4 0 16,0-3 0-16,-2-2 0 15,1-1 0-15,0 1-2 0,-3-3 0 16,-5-10 0-16,0 12 0 16,0-12-2-16,-18 7-4 15,8-5-9-15,-5-4-41 16,0 0-15-16</inkml:trace>
  <inkml:trace contextRef="#ctx0" brushRef="#br0" timeOffset="103916.7">24543 7783 435 0,'0'0'5'0,"0"0"2"0,0 0 2 16,2-5 0-16,-2 5 2 15,10-7-1-15,-10 7 1 0,17-13 0 16,-7 6-8-16,8 3-3 16,-8-2 0-16,3 3 0 15,1 3 0-15,-1 3 0 16,-3 5 0-16,-3 1 0 15,-2 7 0-15,-5-2 0 0,-3 4 0 16,-4 4 0-16,-5-3 0 31,-3 6 0-31,-3-4 0 0,3-3 0 16,3 0 0-16,-3-3 0 16,10-2 0-16,0-3 0 15,5-10 0-15,7 9 0 16,6-6 0-16,2-3 0 0,-1 0 0 15,11 0-14 1,-9 0-70-16,5-7-2 0</inkml:trace>
  <inkml:trace contextRef="#ctx0" brushRef="#br0" timeOffset="104233">24928 7456 445 0,'0'0'5'0,"0"0"2"15,0-9 0-15,0 9 1 16,0 0-1-16,-15-3 1 0,8 6 0 16,-6 11 0-16,1 13-5 15,-9 10-1-15,5 8-2 16,-5 10 0-16,4 4 3 15,-3 4-3-15,8-4 0 0,-1 3 0 16,6-8 0-16,5-2 0 16,2-4 0-16,9-13 0 15,7 3 0-15,0-13 0 16,12-2-7-16,-5-1-49 16,4-12-29-16,3-9-1 0</inkml:trace>
  <inkml:trace contextRef="#ctx0" brushRef="#br0" timeOffset="104667.33">25023 7838 400 0,'0'0'5'0,"0"0"2"0,0 0 1 15,-11-13 2-15,11 13 0 16,-12-9 1-16,-1 6-1 15,3 0 1-15,-4 3-5 16,-2 0-3-16,2 8-1 0,1 2-1 16,1 3-1-16,2-1 1 15,5 3 0-15,2-1 0 16,3 1 0-16,5-5 0 16,8 1 1-16,-1-7 0 0,3-2 0 15,0-2-1-15,0 0 1 16,2-10-1-16,-4-1 0 15,2-6-1-15,-5-4 0 16,-6-3 1-16,2-7-2 16,-1-3 1-16,-3 1 0 0,-2-4 1 15,0 3 0-15,0 5 1 16,-2 4-2-16,-1 7 0 16,1 8 0-16,2 10 0 15,-7 10-1-15,4 12 0 0,3 5 0 16,0 6-1-16,3 7-1 15,1-1-3-15,6 6-4 16,-3-8-13-16,9-15-53 0,-1 10-8 16</inkml:trace>
  <inkml:trace contextRef="#ctx0" brushRef="#br0" timeOffset="105100.24">25152 7897 427 0,'0'0'5'0,"0"0"2"15,0 0 0-15,-5-12 2 16,5 12 1-16,-6-13 1 16,6 13-1-16,-2-15 0 15,2 15-4-15,0-10-3 0,0 10-1 16,8-4-1-16,-8 4-1 16,14-2-1-16,-14 2-1 15,18 2 0-15,-18-2 0 16,12 12 0-16,-12-12-1 0,5 15 2 15,-5-5 0-15,0 0 0 16,0-3 2-16,-5 3 0 16,-3-3 0-16,4 3 0 0,4-10 1 15,-13 15-1-15,13-15-2 16,-5 13 1-16,5-13 0 16,0 15 0-16,0-15 0 15,7 12 0-15,-7-12 0 0,13 15 0 16,-13-15 1-16,15 14-1 15,-15-14 1-15,13 16-1 16,-13-16 1-16,5 14 0 16,-5-14 0-16,0 8-1 15,0-8 0-15,-16 10 0 16,4-10-3-16,-3 5-4 0,-4-5-11 16,3-15-60-16,-1 10-6 15</inkml:trace>
  <inkml:trace contextRef="#ctx0" brushRef="#br0" timeOffset="105386.26">25124 7488 447 0,'0'0'2'0,"0"0"1"15,0 0 1-15,10 0 2 16,3 0-1-16,4 11 1 0,0 1 1 15,9 8-1-15,0 6-1 16,1 7-1-16,1 9-1 16,-1 5-1-16,-6 3 0 15,-5 2 1-15,-5 2 0 0,-4 1 0 16,-7-1-3-16,0-1 0 16,-5-1 0-16,-5-2 0 15,-3-6 0-15,-4-1-3 16,0 3-42-16,-3-6-38 15,-5-6-2-15</inkml:trace>
  <inkml:trace contextRef="#ctx0" brushRef="#br0" timeOffset="106649.93">23551 8407 315 0,'0'0'6'0,"0"0"0"0,0 0 3 0,0 0 0 16,0 0 2-16,-9 0 3 16,9 0 0-16,-13 13 0 15,6 2-6-15,2 1 0 16,0 5-3-16,2 1-2 0,3 6 0 16,0-3-2-16,3 0 0 15,4-1-1-15,3-2 2 16,3-5 0-16,1-2 1 0,2-2 1 15,-1-6 1-15,7-2 1 16,-5-2 0-16,3-3 0 16,0-3 0-16,-3-2 0 15,1-2 0-15,-2-1-1 16,0-2-1-16,1 0-1 0,-2-1-1 16,-3 0 0-16,4 1-1 15,0 3-1-15,2-1 0 16,-1 1 0-16,8 2 0 15,-2 1-1-15,4 0 1 0,3 4 0 16,-2 0-1-16,4 6 1 16,-2 1 0-16,2 0 0 15,-2 4 0-15,-3 1 0 16,0 1-1-16,-2-2 0 0,-3 4 0 16,-1-2 0-16,-2-4 0 15,-7 4 0-15,3-3 0 16,-2-5 0-16,-3 2 0 0,-10-7 1 15,12 8 0-15,-12-8 0 16,0 0 0-16,0 0 0 16,13 4 1-16,-13-4 0 15,0 0 0-15,12-7-1 16,-12 7 1-16,18-15 0 0,-6 6-1 16,6-1 0-16,-2-3 0 15,4-2 0-15,6 0-1 16,-1-2 1-16,9 2-1 15,-1 0 0-15,1 1 1 0,1-2-1 16,-5 7 1-16,0-2-1 16,-1 4-1-16,-6 2 0 15,-6 5 0-15,1 0 1 0,-6 3-2 16,0 2 0-16,0 5-3 16,1 0 2-16,2 2-1 15,-3 3 1-15,6-3 0 16,-1-2 1-16,6 0 0 0,4-5 2 15,0 1 2-15,1-5 1 16,2-1 2-16,0 0 0 16,2-4 0-16,-2-4 1 15,-3-2 1-15,0-2-1 16,-2-1-1-16,-6-4 0 16,5 3 0-16,-8-4-1 0,0 6 0 15,-7-1-4-15,1 1-4 16,-10 12-13-16,8-13-21 15,-8 13-42-15,0 0 0 0</inkml:trace>
  <inkml:trace contextRef="#ctx0" brushRef="#br0" timeOffset="107049.91">23899 9156 496 0,'0'0'1'0,"0"0"1"0,0 0 0 16,0 0 0-16,0 0 0 16,0 12 1-16,0 2 0 0,0 3-3 15,0 6 0-15,0 5 0 16,0 4 0-16,5-2 0 15,-3 4-8-15,-2-1-8 0,6-4-26 16,-6 1-42-16,0-8 0 16</inkml:trace>
  <inkml:trace contextRef="#ctx0" brushRef="#br0" timeOffset="107350.62">23646 9203 459 0,'0'0'5'0,"0"0"1"0,0-10 1 15,0 10 1-15,9-15 2 16,7 5 1-16,1-5-6 16,12 3-5-16,9-1 0 0,4-2 0 15,3 3 0-15,5 2 0 16,-4 6 0-16,-3-2 0 15,-6 4 0-15,-9-1 0 16,-3 3 0-16,-13 0 0 0,-5 0 0 16,-7 0 0-16,0 0 0 15,3 11 0-15,-3-11 0 16,-5 7 0-16,-12-2-87 16,17-5-1-16</inkml:trace>
  <inkml:trace contextRef="#ctx0" brushRef="#br0" timeOffset="108216.91">24197 9396 471 0,'0'0'4'0,"0"0"2"16,0 0 1-16,-2-13 2 15,2 13 1-15,0-12-6 0,0 12-4 16,0-15 0-16,5 5 0 15,-5 10 0-15,9-9 0 16,-9 9 0-16,14 0 0 16,-14 0 0-16,16 5 0 0,-11 7 0 15,1 0 0-15,-4 3 0 16,-2 3 0-16,0 1 0 16,-5 1 0-16,-7-1 0 0,-6-1 0 15,1 0 0-15,-1-4 0 16,1-2 0-16,-2-1 0 15,8-4 0-15,1-4 0 16,10-3 0-16,0 0 0 0,15 0 0 16,8-5 0-16,4 0 0 15,3-7 0-15,10 4-20 16,-6-5-62-16,6-2-2 16</inkml:trace>
  <inkml:trace contextRef="#ctx0" brushRef="#br0" timeOffset="109266.72">24364 9000 392 0,'0'0'6'0,"0"0"3"16,0 0 4-16,0 0 1 15,-12-10 3-15,12 10 0 0,-5-8 1 16,5 8 1-16,-5-14-13 15,5 14-6-15,0-18 0 16,0 18 0-16,17-15 0 16,-5 8 0-16,6-1 0 15,-1 1 0-15,0 4 0 0,6 0 0 16,-6 3 0-16,1 0 0 16,-3 6 0-16,-1 1 0 15,-6 3 0-15,-1 3 0 0,-4-3 0 16,-3 0 0-16,0 2 0 15,-6-2 0-15,-3 2 0 16,-1-2 0-16,-3 0 0 16,4-5 0-16,-1 2 0 0,10-7 0 15,-11 13 0-15,11-13 0 16,-2 7 0-16,2-7 0 16,13 10 0-16,-3-2 0 15,2-1 0-15,5 0 0 0,-2 0 0 16,0 1 0-16,0 0 0 15,-2 1 0-15,-4-4 0 16,-9-5 0-16,10 13 0 16,-10-13 0-16,0 12 0 0,-10-6 0 15,1-4 0-15,-7 0 0 16,-1-2 0-16,-5 3 0 16,2-3 0-16,-2 0 0 15,2 0 0-15,5 1-10 0,-5 8-40 16,20-9-33-16,-10 8-2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52:27.95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17944 9029 257 0,'0'0'6'16,"0"0"1"-16,0 0 4 16,0 0 0-16,-14-3 4 0,14 3 3 15,-9 0-1-15,9 0 1 16,-10 8-2-16,10-8-2 16,0 0-2-16,0 0-1 15,0 0-1-15,0 0-1 16,10-15-1-16,13-4 1 0,2-11-1 15,9-12 1-15,8-10 0 16,13-15 0-16,7-10-2 16,7-10 0-16,3-9-2 0,7-10-1 15,2-1 0-15,-3-7-4 16,5 5 0-16,-11 0-2 16,1 8 0-16,-11 11 1 0,-8 10 1 15,-7 16 0-15,-12 10 0 16,-10 19 1-16,-11 12 0 15,-14 23 0-15,0 0-1 16,-25 28 0-16,-1 15-1 16,-17 15 1-16,-4 22 1 0,-10 17 1 15,-12 12-2-15,-9 18 0 16,-2 0 0-16,-3 4 0 16,-2-4 0-16,5-4 0 15,6-8 0-15,9-21 0 0,10-11 0 16,16-19 0-16,9-15 0 15,17-17 0-15,11-14 0 16,10-18 0-16,14-15 0 0,12-20 0 16,14-20 0-16,7-9 0 15,14-20 0-15,9-15 0 16,3-15 0-16,10-6 0 16,4-3 0-16,0 2 0 0,-6 9 0 15,-7 14 0 1,-15 12 0-16,-12 22 0 0,-18 17 0 15,-16 22 0-15,-21 25 0 16,-11 7 0-16,-15 24 0 0,-15 16 0 16,-10 15 0-16,-13 17 0 15,-7 8 0-15,-8 4 0 16,-4 4 0-16,1-6 0 16,1-3 0-16,3-13 0 15,16-14 0-15,12-15 0 0,20-14 0 16,18-17 0-16,12-13 0 15,25-13 0-15,22-17 0 16,13-17 0-16,10-7 0 0,14-11 0 16,5-4 0-16,3 4-3 15,-9 8-52-15,-9 3-30 16,-18 12-4-16</inkml:trace>
  <inkml:trace contextRef="#ctx0" brushRef="#br0" timeOffset="800.88">7903 8866 420 0,'0'0'6'0,"0"0"1"0,0 0 2 15,0 0 1-15,2 8 0 16,-2 0 1-16,0 9-1 16,-2 2 1-16,-9 6-5 0,4 0-3 15,0 7 0-15,-7-3-2 16,8 1-2-16,-2-2-5 16,-1-4-4-16,6 1-11 15,-3 2-41-15,6-15-22 0,0-12-4 16</inkml:trace>
  <inkml:trace contextRef="#ctx0" brushRef="#br0" timeOffset="1250.46">8283 8574 419 0,'0'0'5'0,"0"0"2"16,-12-11 1-16,1 9 1 16,-3-1 1-16,-4 1 0 15,-1 2 0-15,-4 0 1 0,0 5-5 16,1 8-3-16,0 1 0 16,4 4-2-16,6 1 0 15,1 1-1-15,7-2 1 16,4-1-2-16,0-4 2 0,10-6-1 15,5-2 0-15,3-5 0 16,3-5 0-16,2-5 1 16,-1-5 0-16,4-5 0 0,-5 0 0 15,-1 1 2-15,-2-1-3 16,-6 5 0-16,-2 2 0 16,-10 13 0-16,0 0 0 15,0 0 0-15,5 23 0 16,-5-1 0-16,-5 6 0 0,2 3 0 15,1 2 0-15,0 1 0 16,2 1 0-16,0-3 0 16,0 3 0-16,0-8-5 15,0 1-18-15,0 8-55 0,2-18-9 16</inkml:trace>
  <inkml:trace contextRef="#ctx0" brushRef="#br0" timeOffset="1584.42">8492 8588 438 0,'0'0'4'0,"0"0"2"16,0 0 0-16,-8 5 1 0,3 5 1 16,-3 5-1-16,1 5 1 15,0 5 0-15,-1 2-5 16,3 2 0-16,5 1-2 15,0-3 0-15,2-2 0 0,9-5 0 16,3-8 0-16,4-4 0 16,-1-8 0-16,8 0 1 15,0-12 0-15,-2-5 0 16,-6-7-2-16,0 0 0 0,-7-5 0 16,-8-1 0-16,-2-3 0 15,-14 4 0-15,-6 4 0 16,-10 6 0-16,0 8 0 15,-7 11 0-15,2 11 0 0,-4 18-69 16,9-2-19-16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52:48.61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9172 5561 415 0,'0'0'6'0,"0"0"2"0,0 0 2 16,0 0 2-16,0 0 0 15,0 0 1-15,0 0 0 16,3-10 0-16,-3 10-4 0,15-4-9 16,0-2 0-16,7 4 0 15,3-1 0-15,5-2 0 16,7 3 0-16,3 0 0 0,-1-3-11 16,4 5-30-16,-4 0-43 15,-7 0-3-15</inkml:trace>
  <inkml:trace contextRef="#ctx0" brushRef="#br0" timeOffset="184.86">9142 5698 432 0,'0'0'4'0,"0"0"3"16,10 0 1-16,-2-3 2 0,9 0 0 15,8-4 2-15,5 0-1 16,7-4 1-16,5-1-7 15,6 5-5-15,4-6 0 16,5 9-15-16,17-4-67 0,-23 2-4 16</inkml:trace>
  <inkml:trace contextRef="#ctx0" brushRef="#br0" timeOffset="1433.99">10842 4317 336 0,'0'0'6'0,"2"-12"2"16,1 2 3-16,-3 0 1 15,0-2 0-15,-8-1 0 16,-1 1-1-16,-11 2 1 0,-6 0-5 16,-8 5-3-16,-3 3-1 15,-5 2-1-15,-3 0 0 16,3 5-1-16,1 3 0 15,4-1 0-15,5 5-1 0,5 2 0 16,5 4-1-16,6 7 1 16,7 1-1-16,4 9 1 15,5 8 0-15,2 4 0 0,6 8 0 16,4 9 1-16,-2 9 0 16,4 10 1-16,2 7 0 15,-4 4 0-15,-2 8 1 16,3 1 3-16,-6 8 1 0,0-1 0 15,-2 1 0-15,-5 0 1 16,0-1-1-16,0-2-1 16,-5 2 1-16,-4-2-4 15,-1-1 0-15,-3-3-3 16,-1-5 0-16,1-4 0 0,-2-7 0 16,0-6 0-16,0-5 0 15,6-8 0-15,-2-6 0 16,1-12 0-16,3-4 0 0,2-5 0 15,0-9 0-15,2-2 0 16,-2-6 0-16,3-4 0 16,2-4 0-16,0-3 0 15,0-4 0-15,0 0 0 0,0-10 0 16,0 15 0 0,0-15 0-16,0 13 0 0,0-13 0 15,0 10 0-15,0-10 0 16,0 9 0-16,0-9 0 0,0 0 0 15,0 11 0-15,0-11 0 16,0 0 0-16,0 9 0 16,0-9 0-16,0 0 0 15,0 11 0-15,0-11 0 16,0 0 0-16,0 0 0 0,0 12 0 16,0-12 0-16,0 0 0 15,0 0 0-15,0 0 0 16,0 0 0-16,10 9 0 0,-10-9 0 15,17 3 0-15,-2-3 0 16,7 0 0-16,10 0 0 16,8-3 0-16,10-1 0 15,5 1 0-15,7-1 0 0,5 1 0 16,2 3 0-16,-4 0 0 16,-3 0 0-16,-3 0 0 15,-8 3 0-15,-14-1 0 16,-7 0 0-16,-10 3 0 0,-8 0 0 15,-12-5 0-15,2 12 0 16,-2-12 0-16,-19 6-10 16,9-6-57-16,-5 0-19 15</inkml:trace>
  <inkml:trace contextRef="#ctx0" brushRef="#br0" timeOffset="2251.9">11322 4348 410 0,'0'0'5'0,"0"0"2"15,0 0 2-15,0 0 0 0,0 0 0 16,0 0 1-16,-5 13-1 16,3 8 1-16,2 1-5 15,-4 8-3-15,4 8-2 16,0-1 1-16,4 5-1 0,3-5 0 16,0-2 0-16,0-4-1 15,4-6 2-15,-4-2-1 16,0-11 1-16,-2-3 0 15,-5-9 0-15,0 0 0 0,0 0 0 16,0-16 1-16,-2-7-1 16,-6-7 1-16,1-9-1 15,-3-3 0-15,5-5 0 16,0-6 1-16,3 1 0 0,2 5 0 16,0 3 1-16,7 5 0 15,6 4-3-15,1 13 0 16,4 1 0-16,4 11 0 15,-1 3 0-15,5 7 0 0,-1 2 0 16,3 13 0-16,-9 3 0 16,-3 7 0-16,-4 4 0 15,-8 1 0-15,-4 5 0 16,-2-3 0-16,-12 0-3 0,-2 1-2 16,-11-8-3-16,-1-1-5 15,2-4-13-15,-4-2-57 16,7-7-3-16</inkml:trace>
  <inkml:trace contextRef="#ctx0" brushRef="#br0" timeOffset="2750.11">11639 4563 456 0,'0'0'4'0,"0"0"1"16,0 0 0-16,5-10 1 0,-5 10 1 16,7-11-1-16,-7 11 1 15,18-4 0-15,-10 4-4 16,4 0-1-16,3 7-1 16,0 3-1-16,-3 2 0 15,-3 3-1-15,3 1 0 0,-8 1 0 16,-1-3-1-16,-3-1-1 15,-3-1 0-15,-6-2 0 16,-2-2 1-16,2-3 0 16,-1-5 0-16,-1 0 1 0,11 0 1 15,-12-20 1-15,12 5 0 16,0-7 0-16,10-6 0 16,3 3 0-16,1-7 1 0,4 6 0 15,1-1 0-15,-1 6-1 16,-1 4 0-16,-4 5 0 15,-3 9 0-15,-10 3-1 16,9 10 0-16,-9 8 0 0,0 1 0 16,-2 6-1-16,2 2 1 15,0 4 0-15,0-5 0 16,6 0-2-16,1-2 0 16,7-2-5-16,-3-10-10 15,11 3-64-15,-2-2-3 0</inkml:trace>
  <inkml:trace contextRef="#ctx0" brushRef="#br0" timeOffset="3484.17">11354 5366 448 0,'0'0'5'0,"0"0"0"0,0 0 1 15,0 0-1-15,2 7 1 0,-2 4 1 16,0 5 1-16,-2 1-1 15,0 6-3-15,2 4-2 16,0 3 0-16,2 2 1 16,3-2 0-16,2-1-3 0,0-1 0 15,4-6 0-15,-4-5 0 16,0-2 0-16,-2-5 0 16,-5-10 0-16,6 12 0 15,-6-12 0-15,-6 0 0 16,-1-10 0-16,0-2 0 0,-1-5 0 15,-3-8 0-15,2-5 0 16,2-4 0-16,2-6 0 16,5 0 0-16,-2 1 0 15,2 4 0-15,5-2 0 0,7 10 0 16,3-1 0-16,2 8 0 16,3 6 0-16,3 6 0 15,1 4 0-15,-2 4 0 16,6 1 0-16,-12 12 0 0,0-1 0 15,-4 8 0-15,-6 3 0 16,-6-1 0-16,-8 0 0 16,-7 0-2-16,-3 1 0 0,-7-3-3 15,1 0-3-15,-5-6-10 16,4-1-19-16,9-1-46 16,-1-4-2-16</inkml:trace>
  <inkml:trace contextRef="#ctx0" brushRef="#br0" timeOffset="3933.91">11687 5522 378 0,'0'0'8'0,"0"0"1"0,0 0 0 0,-6 9 2 16,6-9 0-16,-2 13 1 15,2-13 0-15,0 12 1 0,0-12-7 16,2 12-1-16,11-9-1 16,2-3-1-16,3 0 1 15,2-3-1-15,1-6 0 0,2 1 0 16,-3-4 0-16,4 0 0 16,-8-4 0-16,-4 4 1 15,-4-1 0-15,-3 6-4 16,-5 7 0-16,0 0 0 0,0 0 0 15,-13 0 0-15,10 7 0 16,-1 6 0-16,1 5 0 16,3 1 0-16,0 1 0 15,3 0 0-15,1 2 0 0,-1-4 0 16,-1 1 0-16,2-1 0 16,-4-4 0-16,0-1 0 15,-9 2 0-15,0-5 0 16,-9 0 0-16,-4 0 0 15,0-3 0-15,-6-3 0 0,1 5 0 16,-5-5-22-16,-10 0-60 16,19-3-3-16</inkml:trace>
  <inkml:trace contextRef="#ctx0" brushRef="#br0" timeOffset="4701.85">11217 6441 462 0,'0'0'4'0,"0"0"2"0,0 0-1 15,0 0 1-15,0 0 0 16,0 9 0-16,0 7 0 0,0 8 0 16,0 5-2-16,0 9-4 15,0-1 0-15,2 3 0 16,2 2 0-16,0-7 0 15,1-1 0-15,2-7 0 0,-4-2 0 16,2-8 0-16,-1-3 0 16,2-6 0-16,-6-8 0 15,0 0 0-15,0 0 0 0,0-8 0 16,-6-10 0-16,2-2 0 16,-1-10 0-16,-2-7 0 15,4-5 0-15,-2-5 0 16,5-1 0-16,0-3 0 15,0 1 0-15,8 6 0 0,1 4 0 16,7 8 0-16,0 5 0 16,2 7 0-16,3 7 0 15,-2 3 0-15,3 8 0 16,-5 2 0-16,3 5 0 0,-4 7 0 16,-3 3 0-16,-7 4 0 15,1 5 0-15,-9 0 0 16,-9-2 0-16,0 1 0 15,-7-1 0-15,-2-1 0 0,1-8 0 16,-1 3 0-16,1-4 0 16,-2-8-3-16,12 9-22 15,-4-2-53-15,13-11-8 0</inkml:trace>
  <inkml:trace contextRef="#ctx0" brushRef="#br0" timeOffset="5283.58">11607 6681 445 0,'0'0'5'0,"-9"0"1"16,9 0 1-16,-11 0 1 0,11 0 1 16,-12 0 0-16,12 0 1 15,0 0 0-15,0 0-8 16,0 0-2-16,10-10 0 16,7 5 0-16,4 3 0 0,5-3 0 15,2 0 0-15,6 2 0 16,2-1 0-16,-4 0 0 15,-2 4 0-15,-6 0 0 0,-4 0 0 16,-8 0 0-16,-12 0 0 16,4 13 0-16,-10-1 0 15,-11 1 0-15,-8 4 0 16,0 2 0-16,-5 2 0 0,-2-2 0 16,2 2 0-16,0-2 0 15,7-2 0-15,4-2 0 16,1-2 0-16,11-3 0 15,7-10 0-15,0 12 0 16,10-9 0-16,10-3 0 0,5 0 0 16,7-6 0-16,5 2 0 15,5-4 0-15,-1 1 0 16,3 1 0-16,-7 2 0 16,-1 0 0-16,-10-2 0 0,-6 3 0 15,-4 3 0-15,-16 0-2 16,9 0-23-16,-16 13-36 15,7-13-25-15,-14 0-1 16</inkml:trace>
  <inkml:trace contextRef="#ctx0" brushRef="#br0" timeOffset="6633.35">12278 4078 304 0,'0'0'6'0,"0"0"3"0,-10 0 5 0,10 0 0 0,0 0 2 16,0 0 2-16,0 0 1 15,-3-8 0-15,12 3-5 16,5 0-4-16,6-2-1 16,8-1-3-16,6 3-1 0,3 0-1 15,0 2-1-15,4 3-1 16,-2 0 0-16,-2 8-1 15,-2 7 0-15,-8 5 0 16,-1 12-1-16,-10 7 1 0,-5 11-1 16,-4 10-1-16,-4 14 1 15,-1 5 0-15,-2 13 0 16,0 5 1-16,0 9 0 16,0 6-1-16,0 0 2 15,2 3-1-15,3-1 2 0,-2 1 0 16,2-3 1-16,-2-4 0 15,-1-7 0-15,-2-4 0 16,3-3-1-16,-3-10 1 16,2-2-4-16,0-3 0 0,-2-4 0 15,3-8 0-15,-1 0 0 16,3-6 0-16,0-1 0 16,1-1 0-16,-4-2 0 0,0-4 0 15,3-4 0-15,-2-3 0 16,-1-1 0-16,-1-7 0 15,-1-3 0-15,0-6 0 16,6-5 0-16,-6-1 0 0,0-4 0 16,0-3 0-16,3 1 0 15,-3-2 0-15,0-1 0 16,3 1 0-16,-3-2 0 16,3 2 0-16,-3-3 0 15,2 1 0-15,0-1 0 0,-2-2 0 16,3 1 0-16,-3 0 0 15,2-4 0-15,-2 1 0 16,0-8 0-16,5 17 0 16,-5-17 0-16,5 13 0 0,-5-13 0 15,5 12 0-15,-5-12 0 16,3 11 0-16,-3-11 0 16,0 0 0-16,2 11 0 15,-2-11 0-15,0 0 0 0,3 8 0 16,-3-8 0-16,0 0 0 15,5 10 0-15,-5-10 0 16,0 0 0-16,2 7 0 0,-2-7 0 16,0 0 0-16,0 0 0 15,2 13 0-15,-2-13 0 16,0 0 0-16,0 0 0 16,0 0 0-16,0 0 0 0,0 9 0 15,0-9 0-15,0 0 0 16,0 0 0-16,0 0 0 15,0 0 0-15,-14 8 0 16,3-8 0-16,-1 3 0 16,-8-3 0-16,-3 2 0 0,-3-2 0 15,-12 3 0-15,-4-1 0 16,-3 0 0-16,3 3 0 16,0 1 0-16,7-1 0 0,0 0 0 15,18-5-26-15,1 4-61 16,16-4-4-16</inkml:trace>
  <inkml:trace contextRef="#ctx0" brushRef="#br0" timeOffset="11117.08">13150 4396 288 0,'0'0'4'15,"0"0"1"-15,0 0 1 16,5-2 1-16,-5 2 2 16,15-2 2-16,2-1 1 0,8 3 0 15,0 0-3-15,12 0 1 16,11 0-2-16,9 0 0 16,13-3-2-16,9 3-1 15,12-4-1-15,7 1 0 16,11-2-1-16,8-2 1 0,10 1-1 15,4-2-1-15,6 3 0 16,4-3 0-16,-1 0-1 16,3 1 1-16,-1-1-1 0,0 4 0 15,-8-4 0-15,-7 6 0 16,-10-3 0-16,-7 5-1 16,-14-3 1-16,-14 3 1 15,-12 0-1-15,-14 0 1 0,-15 0 0 16,-9 0 0-16,-13 0 2 15,-6 0-1-15,-13 0 1 16,10 0 0-16,-10 0-1 16,0 0-1-16,0 0 0 15,-7 0-1-15,7 0-3 0,0 0-4 16,-13 0-4-16,13 0-7 16,0 0-13-16,0 0-48 15,0 6-3-15</inkml:trace>
  <inkml:trace contextRef="#ctx0" brushRef="#br0" timeOffset="11366.99">16152 4154 393 0,'0'0'7'0,"0"0"2"0,0 0 2 16,0 0 1-16,0 0 0 0,0 0-1 15,0 0 0-15,0 0 1 16,-8 15-7-16,1 2-3 16,2 4-2-16,3 6-1 15,-4-1 1-15,4 5 0 0,0 1-2 16,2-5-1-16,4-6-6 16,4 4-11-16,-6 3-59 15,8-13-2-15</inkml:trace>
  <inkml:trace contextRef="#ctx0" brushRef="#br0" timeOffset="11803.73">16199 4013 379 0,'0'0'5'0,"0"0"1"15,-17-10 0-15,4 5 2 16,-6 2 0-16,-4 3 1 15,-4 0 1-15,-8 6 0 0,-2 9-4 16,-1 11-1-16,3 5-2 16,1 10-1-16,1 11 0 15,6 3-1-15,8 4-1 16,6 3 0-16,10-5 0 0,3 1 1 16,16-6-1-16,3-2 1 15,13-11 0-15,8-5 0 16,7-9 1-16,11-8 0 15,1-9 1-15,11-8 0 0,-3-5 0 16,3-13 2-16,-1-9-1 16,-2-7 1-16,-10-11 0 15,-5-10-1-15,-12-7 1 16,-12-4 1-16,-16-3-6 16,-10-4 0-16,-11 4 0 0,-16 5 0 15,-13 7 0-15,-9 10 0 16,-11 12 0-16,-6 11 0 15,-3 13 0-15,-2 8 0 0,7 11 0 16,2 12-20-16,5 12-64 16,11 7-2-16</inkml:trace>
  <inkml:trace contextRef="#ctx0" brushRef="#br0" timeOffset="12686.4">13058 5561 317 0,'0'0'7'0,"0"0"2"0,0 0 1 15,0 0 2-15,0 0 2 16,7 0 0-16,2 0-1 0,7 0 1 16,7 0-5-16,9 0-4 15,13 0-1-15,12 0 0 16,13 3-2-16,12-3 0 0,14 0 0 16,16-3-1-16,15 1 1 15,7-6 0-15,10-2 0 16,10 0 0-16,3-4 0 15,4 1 0-15,-3 3 0 0,0-5 0 16,-8 3 0-16,-7-1-1 16,-6 4 0-16,-13-1 0 15,-12 0-1-15,-18 2 1 16,-12 1 0-16,-20 2-1 16,-12 0 0-16,-15 0 0 0,-12 0 0 15,-14 3 0-15,-9 2-1 16,0 0-3-16,0 0-5 15,-9-8-9-15,-2 8-25 16,11 0-36-16,-9 4-1 16</inkml:trace>
  <inkml:trace contextRef="#ctx0" brushRef="#br0" timeOffset="13101.8">16134 5420 428 0,'0'0'4'16,"-2"-5"2"-16,2 5-1 0,-12-15 1 15,6 5 0-15,4-2 1 16,2-3 0-16,0 3 0 15,10-1-4-15,5 6-1 16,10-1 0-16,0 3-1 16,2 5-1-16,3 0 0 0,-3 8 0 15,-5 7-1-15,-6 0 1 16,-9 5 0-16,-7 4 1 16,-7-1-1-16,-11 1 1 15,-7 1 0-15,-3 0 0 0,-5-5 2 16,4-3-3-16,-1-3 1 15,4-1-1-15,3-1 1 16,8-7-1-16,5 1 0 0,10-6 0 16,0 0 0-16,21 0 0 15,0-3 0-15,9-5-3 16,8-1-6-16,4 1-17 16,22-4-53-16,-19-1-3 0</inkml:trace>
  <inkml:trace contextRef="#ctx0" brushRef="#br0" timeOffset="13533.68">16254 5115 426 0,'-7'0'3'16,"-11"0"0"-16,-7 0 0 16,-10 0 2-16,-7 8 0 15,-6 1 0-15,-3 9 1 16,-6 4 1-16,2 10-2 0,7 8-2 15,11 9 3-15,7 4-1 16,16 6-1-16,6 0 0 16,13 4 0-16,15-2 0 15,14-1-1-15,9-10 1 0,12-3-3 16,10-10 1-16,6-8-1 16,7-9 1-16,1-12-2 15,3-8 0-15,-3-13 0 0,1-9 0 16,-13-10 0-16,0-8 0 15,-17-4 0-15,-8-9 0 16,-15-6 0-16,-11-3 0 16,-16-2 0-16,-11-1 0 0,-19 6 0 15,-9 2 0-15,-14 10 0 16,-9 11 0-16,-7 15 0 16,-3 11 0-16,-6 12 0 15,2 13-2-15,6 17-13 16,0 8-43-16,7 9-27 15,7 11-1-15</inkml:trace>
  <inkml:trace contextRef="#ctx0" brushRef="#br0" timeOffset="14290.99">13187 6760 305 0,'0'0'7'0,"0"0"4"0,0 0 2 0,0 0 2 16,0 0 2-16,5-13 2 16,-5 13-1-16,18-5 1 15,1 4-7-15,1-2-2 16,10 0-3-16,11 3-3 0,8 0-1 15,15 0-1-15,11-4 0 16,15 1-1-16,11 0-1 16,14-5 1-16,7 2-1 15,9-2 1-15,8 3-1 0,3-2 0 16,5 0 1-16,0-4-1 16,1 4 1-16,-1-3 0 15,-5-3-1-15,-6 4 1 16,-7-3-1-16,-10 1 1 0,-14 2-1 15,-13-1 1-15,-18 0 0 16,-14 0 0-16,-12 2 2 16,-19 4-1-16,-9-2 1 15,-20 6-1-15,7-7 0 0,-7 7 1 16,-7 0-2-16,-5 0 0 16,1 0-1-16,-1 3-1 15,0 0-1-15,1 1-2 0,2-1-4 16,9-3-7-16,-12 4-21 15,12-4-45-15,0 0 0 16</inkml:trace>
  <inkml:trace contextRef="#ctx0" brushRef="#br0" timeOffset="14834.65">16142 6505 453 0,'0'0'1'0,"0"0"1"16,-10-2 0-16,10 2 1 0,0 0 0 15,-5-13 0-15,5 13 0 16,5-15 1-16,2 6-1 0,13 2-1 15,0 1-1-15,5 1-1 16,2 3 0-16,1-2-1 16,-1 4 0-16,-4 0 0 15,-4 6-1-15,-6-1 1 0,-6 5-1 16,-7-1 1-16,-7 3 0 16,-6-1 1-16,-6 1 0 15,-2-2 0-15,-1 1 1 16,5-3-1-16,-1 3 1 0,6-1-1 15,12-10 1-15,-11 12 0 16,11-12 0-16,16 15-1 16,1-10 0-16,5 3 1 15,8-1-1-15,-2 0 0 0,2 1 0 16,-3 2 0-16,-2 0-1 16,-8 2 1-16,-12 1 0 15,-2-1 0-15,-9 3 0 16,-6-6 0-16,-10 4 0 15,-3-3 0-15,-5 1 0 0,-5-4 1 16,3-3-2-16,-3-2 0 16,0 1-2-16,1-3-2 0,2 0-9 15,2-5-12-15,0-15-46 16,14 6-7-16</inkml:trace>
  <inkml:trace contextRef="#ctx0" brushRef="#br0" timeOffset="15251.78">16268 6195 406 0,'0'0'3'0,"-9"0"1"0,-9 0 1 16,-1 2 3-16,-11 10 0 0,-3-1 2 16,-12 11 1-16,-4 3 0 15,-3 12-1-15,-1 3-2 16,4 9-1-16,4 6-2 15,8 0-1-15,12 3-2 0,13 3-1 16,9-2 0-16,10-5-1 16,16-4 0-16,14-6-1 15,11-6 1-15,6-7 0 16,10-7 1-16,4-10 0 16,6-7 0-16,0-4 1 0,4-8 1 15,-4-10-3-15,-4-9 0 16,-6-9 0-16,-13-7 0 15,0-7 0-15,-14-12 0 0,-9-8 0 16,-13-7 0-16,-10-3 0 16,-10 0 0-16,-18 3 0 15,-11 9 0-15,-16 6 0 0,-15 17 0 16,-11 13 0-16,-6 13 0 16,-13 16 0-16,6 13 0 15,-1 6 0-15,10 15-85 16,18 4-4-16</inkml:trace>
  <inkml:trace contextRef="#ctx0" brushRef="#br0" timeOffset="21283.85">4061 8965 336 0,'0'0'8'16,"0"0"4"-16,3-12 5 0,-3 12 1 15,0-15 0-15,0 5 2 16,-5 0 0-16,-2-2 0 15,-4 2-7-15,-1 5-5 16,-7 2-3-16,1 3-2 0,-5 5-2 16,-4 5 0-16,-1 7-1 15,-2 6 0-15,1 2 0 16,7 4 0-16,2-2 0 16,4 3-1-16,9-3 0 0,7 0 1 15,7-4-1-15,11-5 1 16,5-6 0-16,9-7 0 15,0-5 0-15,8-3 1 0,-1-11 1 16,7-4-1-16,-7-7 0 16,-4-5 1-16,-6-4 0 15,-1-8 0-15,-8-3 1 16,-8-3-3-16,-5-3 0 0,-7-4 0 16,-2 1 0-16,-8 0 0 15,-5 2 0-15,-2 4 0 16,-3 6 0-16,3 8 0 15,-1 9 0-15,6 7 0 16,-1 13 0-16,4 8 0 0,6 14 0 16,3 13 0-16,5 7 0 15,5 10 0-15,3 7 0 16,3 8 0-16,5-2 0 16,-1-1 0-16,4-1 0 0,1-7 0 15,-2-5 0-15,4-7 0 16,-7-8-10-16,4-3-20 15,-1-6-53-15,0-9-3 16</inkml:trace>
  <inkml:trace contextRef="#ctx0" brushRef="#br0" timeOffset="21984.09">4593 8918 425 0,'0'0'5'15,"0"0"3"-15,0 0-1 16,0 0 2-16,0 0 0 0,0 0 0 16,8 7 1-16,-8 3 0 15,0 2-4-15,0 9-3 16,0 1-1-16,0 2 0 15,2 6-1-15,1-3 0 16,-1 1 0-16,3-1 0 0,0-4-1 16,-2-1 2-16,1-5-2 15,1-2-2-15,1-5 0 16,-4-1-4-16,-2-9-6 0,2 10-15 16,10-7-56-16,-12-3-1 15</inkml:trace>
  <inkml:trace contextRef="#ctx0" brushRef="#br0" timeOffset="22367.26">5000 8812 371 0,'0'0'8'0,"0"0"5"0,0 0 1 0,8-8 2 16,-8 8 1-16,0 0 0 15,0 0 0-15,0 0 1 16,10 15-8-16,-10 4-4 16,0 4-2-16,0 4-4 0,0 3 0 15,0 2 0-15,2 0 0 16,1 0 0-16,-1-4-2 16,3 1-21-16,-5-6-60 0,3-4-2 15</inkml:trace>
  <inkml:trace contextRef="#ctx0" brushRef="#br0" timeOffset="22551.17">4903 8935 432 0,'0'0'3'0,"0"0"1"15,0 0 2-15,8-5 0 0,2 5 0 16,4-2 1-16,9 2-2 15,2-3-5-15,12 3-30 16,0 0-48-16,6 0-1 16</inkml:trace>
  <inkml:trace contextRef="#ctx0" brushRef="#br0" timeOffset="22883.65">5544 8712 426 0,'0'0'6'16,"0"0"2"-16,0 0 0 16,0 0 0-16,0 0 1 0,0 0 1 15,5 13 1-15,-2-1-1 16,2 8-5-16,-5 2-2 16,0 5 1-16,0 5-1 15,-8-2-3-15,-1 2 0 16,-3 0 0-16,-6-4 0 0,0-3 0 15,1 0 0-15,2-11 0 16,0 4 0-16,3-9 0 16,2-1 0-16,10-8 0 15,-8 0 0-15,8 0 0 0,5-5 0 16,5-2 0-16,7-6 0 16,4 3 0-16,0 0 0 15,9 3 0-15,-2-6-6 16,4 4-77-16,8 0-2 0</inkml:trace>
  <inkml:trace contextRef="#ctx0" brushRef="#br0" timeOffset="23267.37">5833 9057 456 0,'0'0'5'0,"-10"0"2"0,10 0 1 15,-12-3 2-15,12 3-1 16,-13-7 2-16,13 7-6 16,-3-18-5-16,6 8 0 15,10-2 0-15,6 2 0 0,3-2 0 16,4-1 0-16,1 4 0 16,3 1 0-16,-8 6 0 15,2 2 0-15,-8 7 0 16,-9 5 0-16,-4 3 0 0,-6 5 0 15,-6 5 0-15,-10 5 0 16,0-4 0-16,-1 4 0 16,0-2 0-16,2-3 0 15,6-3 0-15,7-2 0 0,5-8 0 16,10-2 0-16,10-5 0 16,5-5 0-16,10-2 0 15,4-8 0-15,2-8-24 16,3-1-61-16,4-9-2 0</inkml:trace>
  <inkml:trace contextRef="#ctx0" brushRef="#br0" timeOffset="23533.5">6203 8504 457 0,'0'0'3'16,"0"0"1"-16,0-12 2 15,0 12 1-15,0-8 0 16,0 8 2-16,17-2-1 15,1 2 0-15,10 7-6 0,1 13-2 16,6 5 0-16,5 9 0 16,1 11 0-16,2 7 0 15,-6 8 0-15,-4 2 0 0,-8 7 0 16,-9 3 0-16,-7 0 0 16,-9-3 0-16,-16 0 0 15,-9-7 0-15,-12-2 0 16,-7-3 0-16,-16-11-23 15,-15-3-60-15,6 0-4 16</inkml:trace>
  <inkml:trace contextRef="#ctx0" brushRef="#br0" timeOffset="24001.13">3495 8474 340 0,'0'0'6'0,"-14"-2"2"0,5 2 3 16,-6 0-1-16,1 2 2 0,-11 8-1 15,-1 5 1-15,-6 12 1 16,2 5-5-16,-2 17-1 15,2 16-2-15,0 10 1 16,3 14-1-16,8 5 0 0,3 2-1 16,12 6-2-16,6-5 0 15,18-3 0-15,12-12-1 16,15-5-1-16,19-15-2 16,13-10-8-16,24-18-36 0,16 1-33 15,12-18-2-15</inkml:trace>
  <inkml:trace contextRef="#ctx0" brushRef="#br0" timeOffset="24733.4">7045 8726 404 0,'0'0'6'16,"0"0"2"-16,0-8 2 16,0 8 0-16,-7-8 1 0,-6 3 0 15,-4 5 1-15,0 0-1 16,-11 5-5-16,0 10-2 16,1 3-2-16,1 3 0 15,1 7-1-15,7 1 0 0,3 1 0 16,11 1 0-16,4-3 0 15,4-3 0-15,11-3 1 16,12-4 0-16,8-3 0 0,4-8 0 16,7-3-2-16,-2-1 0 15,6-3 0-15,-2-3-2 16,-6-4-8-16,2 3-23 0,-8-1-48 16,-4-5-5-16</inkml:trace>
  <inkml:trace contextRef="#ctx0" brushRef="#br0" timeOffset="25233.37">7616 8649 438 0,'0'0'5'0,"0"0"2"0,0 0 2 15,0 0 0-15,-4-11 0 16,4 11 0-16,-20 3 0 15,5 6 1-15,-4 6-6 16,-2 5-2-16,-1 7-2 16,-3 4 0-16,6 0 0 0,1 4 0 15,8-6 0-15,8 1 0 16,2-7 0-16,4-4 0 16,11-4 0-16,3-8 0 15,7-4 0-15,2-3 0 0,5-7 0 16,-2-3 0-16,0-8 0 15,-2 0 0-15,-2-3 0 16,-6-7 0-16,-2-1 0 0,-11-3 0 16,-4-3 0-16,-3-1 0 15,-7 3 0-15,-11 0 0 16,1 4 0-16,-11 6 0 16,1 6 0-16,-5 9 0 0,2 6 0 15,-5 4 0-15,5 12 0 16,5 2 0-16,5 9 0 15,8 0 0-15,7 2 0 16,8 1 0-16,9-2 0 16,13-2 0-16,7-5 0 0,4-2 0 15,8-4 0-15,3-6 0 16,-2-5 0-16,6 1-35 16,-3-3-48-16,-4-5-4 15</inkml:trace>
  <inkml:trace contextRef="#ctx0" brushRef="#br0" timeOffset="25500.3">7965 8729 460 0,'0'0'4'0,"0"0"1"16,0 0 2-16,0 10 1 15,0 0 1-15,0 3 0 16,2 4 0-16,-2 5-9 0,0 8 0 15,0 2 0-15,0 4 0 16,-2-3 0-16,2 3 0 16,-2-3 0-16,-1-2 0 0,1-4 0 15,2-7 0-15,0-8 0 16,0-2 0-16,0-10 0 16,0 0 0-16,0 0 0 15,0 0-18-15,-6-7-68 16,6 0-3-16</inkml:trace>
  <inkml:trace contextRef="#ctx0" brushRef="#br0" timeOffset="26800.32">8658 8635 440 0,'0'0'4'16,"0"0"2"-16,0 0 1 16,-5-10 0-16,5 10 0 15,0-9 0-15,0 9 0 0,20-10 1 16,-1 7-6-16,6-1-4 15,5 4-7-15,7 0-15 16,-2 0-56-16,8 2-2 16</inkml:trace>
  <inkml:trace contextRef="#ctx0" brushRef="#br0" timeOffset="26933.65">8800 8744 342 0,'0'0'5'0,"0"0"2"15,0 0 0-15,14 3 1 0,2-3-8 16,9 0-26-16,14 0-36 16,-2 0-5-16</inkml:trace>
  <inkml:trace contextRef="#ctx0" brushRef="#br0" timeOffset="27417.06">9508 8482 461 0,'0'0'5'0,"0"0"1"0,0 0 1 16,0 0 0-16,0 0 0 15,-7 0 1-15,4 7-2 16,0 5-2-16,0 9-4 16,3 4 0-16,6 2 0 0,-1 6 0 15,2 3 0-15,3-1 0 16,-3-1 0-16,6-3 0 15,-8-5 0-15,0-7 0 0,-3-1 0 16,-2-5 0-16,0-13 0 16,-7 5 0-16,-3-8 0 15,-3-9 0-15,-1-5 0 0,-4-6 0 16,1-3 0-16,-1-7 0 16,4-7 0-16,3-2 0 15,4 0 0-15,5 0 0 16,2-3 0-16,4 8 0 15,7 0 0-15,8 2 0 0,4 11 0 16,7 4 0-16,0 5 0 16,0 8 0-16,2 7 0 15,0 4 0-15,-5 9 0 16,-1 6 0-16,-12 1 0 0,1 7 0 16,-10 3 0-16,-5 1 0 15,-5-5 0-15,-8 6 0 16,-1-7-5-16,-4 2-7 15,-7-6-18-15,-7 1-54 0,15-5 0 16</inkml:trace>
  <inkml:trace contextRef="#ctx0" brushRef="#br0" timeOffset="27900.35">9816 8665 452 0,'0'0'5'0,"0"0"1"16,0 0 1-16,0-10 1 15,0 10 0-15,2-6 1 16,-2 6-1-16,21-8 0 16,-5 8-8-16,2 0 0 0,-1 4 0 15,3 4 0-15,-3 4 0 16,-4 1 0-16,-6 2 0 15,-2 2 0-15,-5 2 0 16,-5-4 0-16,-4 3 0 0,-2-4 0 16,-3-2 0-16,-4-1 0 15,5-6 0-15,2-3 0 16,-2-2 0-16,3 0 0 16,10 0 0-16,-5-19 0 0,5 4 0 15,5-3 0-15,7-1 0 16,6-6 0-16,2 0 0 15,4 3 0-15,-3 0 0 0,-1-1 0 16,-3 11 0-16,-2 2 0 16,-3 5 0-16,-2 5 0 15,-10 0 0-15,10 15 0 16,-5-3 0-16,0 5 0 16,-1 3 0-16,7 0 0 0,-1 0 0 15,2 0 0-15,8 0 0 16,3-8-13-16,9 3-68 15,5-8-4-15</inkml:trace>
  <inkml:trace contextRef="#ctx0" brushRef="#br0" timeOffset="28399.99">10844 8504 338 0,'0'0'3'0,"0"0"1"0,0 0 2 0,13-5 1 0,2 3 4 15,6 2 0-15,13 0 2 16,12 0 2-16,11 0-3 16,16 0-1-16,9 2 0 15,14-2-3-15,9 0 0 0,4-2-3 16,10-3-1-16,1 2-1 15,4-2-1-15,-5-3-1 16,-2 4 0-16,-5 0 0 16,-10 0-1-16,-7 2 1 0,-19 0-1 15,-16-1 0-15,-10 3 0 16,-16 0 0-16,-11 0 0 16,-11 0 0-16,-12 0 1 0,0 0-2 15,-2 11-1-15,2-11-2 16,-15 6-6-16,15-6-14 15,-18 10-54-15,18-10 0 16</inkml:trace>
  <inkml:trace contextRef="#ctx0" brushRef="#br0" timeOffset="28617.05">12902 8321 424 0,'0'0'2'16,"0"0"0"-16,0 0 1 16,0 0 1-16,0 11 0 15,0 3 0-15,-3 0 1 0,3 4 1 16,0 7-4-16,-2-3-2 16,2 7-10-16,0-1-20 15,-13-6-46-15,13 3-2 0</inkml:trace>
  <inkml:trace contextRef="#ctx0" brushRef="#br0" timeOffset="29033.65">12920 8110 302 0,'0'0'7'0,"-16"-5"1"16,2 3 3-16,-7 2 0 0,-4 0 2 15,-4 4 3-15,-11 11 2 16,-2 10 0-16,4 10-6 16,4 9-1-16,1 9 0 15,8 6-4-15,13 6-2 0,7-4 0 16,10 1-2-16,15-2-1 16,8-8 0-16,11-5-1 15,10-10 1-15,6-8 0 16,3-8 1-16,9-11 0 15,-5-10-1-15,5 0 2 0,-5-18-1 16,-5-3 2-16,-7-10-1 16,-6-6 1-16,-14-6 0 15,-5-3 0-15,-15-11 0 0,-7 0-5 16,-11 0 0-16,-6-2 0 16,-19 4 0-16,0 3 0 15,-11 12-2-15,-3 7-4 16,-5 14-4-16,-3 7-9 0,6 12-62 15,-1 12-3-15</inkml:trace>
  <inkml:trace contextRef="#ctx0" brushRef="#br0" timeOffset="30285.49">4034 10359 416 0,'0'0'6'0,"0"0"2"0,-3-9 1 16,3 9 1-16,-14-13 1 16,3 8 0-16,-3-2 0 15,-4 4 0-15,-1 1-6 16,-6 2-2-16,0 5-1 0,0 7-2 16,-4 2 1-16,11 4-1 15,0 5 0-15,6-3 0 16,2 2 0-16,7-2 0 0,3 0 0 15,16-6 0-15,-2-1 0 16,9-6 0-16,4-4 0 16,5-3 1-16,3-5 0 15,0-5 0-15,-1-8-1 0,-1-4 2 16,-4-2 0-16,-6-7-2 16,-3-1 0-16,-8-5 0 15,-2-5 0-15,-4-5 0 16,-6 0 0-16,0-2 0 15,-6 2 0-15,-1 2 0 0,2 10 0 16,-2 3 0-16,2 9 0 16,-1 9 0-16,6 14 0 15,0 0 0-15,0 24 0 16,8 7 0-16,2 8 0 0,-1 9 0 16,5 3 0-16,0 4 0 15,-2-1 0-15,3 0 0 16,-3-4 0-16,-1-6-5 0,1-1-22 15,-2-6-58-15,0-7-3 16</inkml:trace>
  <inkml:trace contextRef="#ctx0" brushRef="#br0" timeOffset="30516.97">4459 10169 455 0,'0'0'4'0,"0"0"0"0,0 0 1 0,0 0 0 16,7 0 0-16,-7 0 1 16,10 22 0-16,-2-5 0 15,-3 8-3-15,-1 3-1 16,4 6 1-16,0 3-1 0,-1 0-3 16,0 1-4-16,1-7-8 15,2-1-36-15,0-2-36 16,2-6-1-16</inkml:trace>
  <inkml:trace contextRef="#ctx0" brushRef="#br0" timeOffset="30718.15">4839 10117 481 0,'0'0'4'0,"0"0"0"0,0 0 0 16,0 0 0-16,4 5 1 15,-4 5-1-15,3 5 1 16,3 5-5-16,-4 6 0 0,5 5 0 16,0 2 0-16,1 7-2 15,2 0-7-15,0-1-12 16,-3-1-28-16,1-6-36 0,2-4-2 16</inkml:trace>
  <inkml:trace contextRef="#ctx0" brushRef="#br0" timeOffset="30883.65">4804 10318 370 0,'0'0'6'0,"0"0"2"0,0 0-1 16,0 0 2-16,5-13-1 16,8 8 2-16,1 2-4 0,6-4-10 15,6-12-63-15,3 19-7 16</inkml:trace>
  <inkml:trace contextRef="#ctx0" brushRef="#br0" timeOffset="31200.01">5291 10147 415 0,'0'0'7'15,"0"0"2"-15,-3-10 2 16,3 10 0-16,0 0 0 15,0 0 1-15,-9 0-1 0,9 0 0 16,-3 17-6-16,0 0-2 16,1 5-2-16,-3 6-1 0,-2 1 1 15,-3 6 0-15,0 0 1 16,-2-5-2-16,-4-4 0 16,4-1 0-16,0-5 0 15,2-4 0-15,2-4 0 16,8-12 0-16,-9 9 0 15,9-9 0-15,0 0 0 0,7 0 0 16,3-2 0-16,5-3 0 16,2 0 0-16,3-3 0 0,5 7-6 15,-3 2-61-15,5-5-20 16</inkml:trace>
  <inkml:trace contextRef="#ctx0" brushRef="#br0" timeOffset="31583.34">5487 10394 495 0,'0'0'3'0,"0"0"0"15,0 0 1-15,0-15 2 16,0 15-6-16,5-20 0 15,2 8 0-15,4-1 0 0,-2-1 0 16,7 1 0-16,3 3 0 16,-1 8 0-16,4 0 0 15,-5 2 0-15,-1 10 0 0,-4 2 0 16,-5 7 0-16,-4 4 0 16,-3-1 0-16,0 3 0 15,-5 0 0-15,0 0 0 16,-2-1 0-16,-1-3 0 0,6-7 0 15,2 1 0-15,0-5 0 16,10-2 0-16,2-8 0 16,10 0 0-16,1-8-21 15,7-5-64-15,0-4-2 0</inkml:trace>
  <inkml:trace contextRef="#ctx0" brushRef="#br0" timeOffset="31834.23">5949 9904 473 0,'0'0'3'0,"0"0"-1"16,0 0 0-16,0 0 1 15,0 0 0-15,5 2 0 0,8 5 1 16,4 9 0-16,6 6-2 16,9 5 0-16,-2 7 0 15,7 9 0-15,1 3 0 16,-4 7-1-16,-6 4 2 15,-7 3-3-15,-7-3 0 0,-12 2 0 16,-7-2 0-16,-18 0-5 16,-9-1-3-16,-13-8-9 15,-4-4-35-15,-11 3-34 16,-9-6-1-16</inkml:trace>
  <inkml:trace contextRef="#ctx0" brushRef="#br0" timeOffset="32266.44">3551 9988 375 0,'0'0'5'0,"0"0"2"0,-12-2 0 16,0 2 1-16,-3 7 2 15,-4 7 1-15,-6 11 0 16,0 12 2-16,-3 11-5 0,5 14-1 16,-2 9 0-16,11 11-1 15,4 5-1-15,8 5-2 16,9 0 0-16,12-3 0 16,14-3-1-16,12-9-1 0,15-6-2 15,11-10-8-15,30-12-35 16,5-12-38-16,21-7-1 15</inkml:trace>
  <inkml:trace contextRef="#ctx0" brushRef="#br0" timeOffset="32767.02">6931 10020 417 0,'0'0'6'15,"0"0"2"-15,9-14 1 0,-5 7 2 16,1-4-1-16,-5 1 1 15,0 0 0-15,0 0 0 16,-3 1-5-16,-8 3-4 0,2 4 0 16,-3 2-2-16,-3 0-1 15,5 0 1-15,-1 8-1 16,2-4 1-16,-1 4-1 16,10-8 1-16,-13 13-3 15,11-5-2-15,2-8-7 0,0 24-13 16,0-12-57-16,0 0-2 15</inkml:trace>
  <inkml:trace contextRef="#ctx0" brushRef="#br0" timeOffset="33616.44">6944 10045 360 0,'0'0'10'0,"7"-13"3"0,-2 3 2 16,0 0 1-16,-1-3 2 15,-1-4 0-15,-3 3 0 16,0-3 0-16,-7 7-8 0,-5 2-3 16,-9 6-4-16,-4 2 0 15,0 2-1-15,-5 8-2 16,2 3 0-16,0 2 0 16,3 4 0-16,4 1 0 15,5 0-2-15,8 0 2 0,8 2 0 16,2-4-1-16,14 1 1 15,4-2 0-15,10 1 1 16,0-3-1-16,9 0 2 16,1-1-2-16,1-1 0 0,2 2 0 15,-3-3 0-15,-3 0 0 16,-7 4 0-16,-3-1 0 16,-7-4 0-16,-5 4 0 15,-9-2 0-15,-4-3 0 0,-4 2 0 16,-10-1 0-16,-6-4 0 15,-7 0 0-15,-3 0 0 16,-6-2 0-16,-1 1 0 0,-3-5 0 16,5-1 0-16,-1 0 0 15,7 0 0-15,1-4 0 16,10 1 0-16,4-4 0 16,12 7-12-16,-13-15-18 15,13 15-54-15,4-10-3 0</inkml:trace>
  <inkml:trace contextRef="#ctx0" brushRef="#br0" timeOffset="34417.26">7374 10097 446 0,'0'0'4'0,"0"0"1"0,0 0 2 15,0 0 1-15,0 0 0 16,0 0 1-16,0 0 0 16,0 0 0-16,0 0-3 15,0 0-6-15,0 0 0 0,0 0 0 16,-11 3 0-16,11-3 0 15,0 0 0-15,0 0 0 16,0 0 0-16,0 0 0 16,0 0 0-16,0 0 0 15,0 0 0-15,0 0 0 0,0 0 0 16,0 0 0-16,0 0 0 16,0 0 0-16,0 0 0 15,0 0 0-15,-6-3 0 0,6 3 0 16,0 0 0-16,0 0 0 15,0 0 0-15,0 0 0 16,0 0 0-16,0 0 0 16,0 0 0-16,0 0 0 0,0 0 0 15,0 0 0-15,0 0 0 16,0 0 0-16,0 0 0 16,0 0 0-16,0 0 0 15,0 0 0-15,0 0 0 0,0 0 0 16,0 0 0-16,0 0 0 15,0 0 0-15,0 0 0 16,0 0 0-16,0 0 0 16,0 0 0-16,0 0 0 0,0 0 0 15,0 0 0-15,0 0 0 16,0 0 0-16,0 0 0 16,-1-10 0-16,1 10 0 15,0 0 0-15,0 0 0 0,0 0 0 16,0 0 0-16,0 0 0 15,0 0 0-15,0 0 0 16,0 0 0-16,0 0 0 16,0 0 0-16,0 0 0 0,0 0 0 15,0 0 0-15,0 0 0 16,0 0 0-16,0 0 0 16,0 0 0-16,0 0 0 15,0 0 0-15,0 0 0 0,0 0 0 16,0 0 0-16,0 0 0 15,0 0 0-15,0 0-38 16,0 0-50-16,0 0-1 0</inkml:trace>
  <inkml:trace contextRef="#ctx0" brushRef="#br0" timeOffset="35116.99">7395 9981 420 0,'0'0'5'0,"-2"-10"3"0,2 10 2 0,-6-13 1 16,6 13 1-16,-4-15 0 15,4 15 0-15,-9-5 0 0,3 10-5 16,-5 13-5-16,5 3-2 15,-1 12 0-15,-1-1 0 16,3 14 0-16,0-5 0 0,3 1 0 16,2-2 0-16,7 0 0 15,2-9 0-15,5-3 0 16,6-9 0-16,-1-2 0 16,4-6 0-16,2-4 0 15,-1-7 0-15,1 0 0 16,0-10 0-16,-3-2 0 0,1-5 0 15,-4-6 0-15,-1-3 0 16,-6-6 0-16,-1-4 0 16,-7-3 0-16,-4-1 0 0,-2-4 0 15,-8 1 0-15,-2 6 0 16,-9 1 0-16,2 8 0 16,-4 6 0-16,1 6 0 15,-3 9 0-15,-3 5 0 0,2 4 0 16,1 10 0-16,7 6 0 15,1 7 0-15,7 0 0 16,5 4 0-16,5-2 0 16,13 4 0-16,6-2 0 0,8-4 0 15,8-5 0-15,8-8 0 16,-1 1 0-16,4-9-47 16,5-4-39-16,-4 0-3 15</inkml:trace>
  <inkml:trace contextRef="#ctx0" brushRef="#br0" timeOffset="36783.91">7898 10169 393 0,'0'0'8'16,"0"0"3"-16,0-10 3 0,0 10 1 15,0-10 2-15,0 10 0 16,-3-12 0-16,3 12 2 16,0 0-19-16,0 0 0 0,0 0 0 15,0 7 0-15,0 8 0 16,0 0 0-16,0 7 0 15,3 6 0-15,-1-3 0 16,1 4 0-16,2-7 0 16,-1 3 0-16,0-6 0 0,2-1 0 15,-6-4 0-15,6-3 0 16,-6-4 0-16,0-7 0 16,0 10 0-16,0-10 0 15,0 0 0-15,0 0 0 0,0 0 0 16,0 0-25-16,0 0-62 15,0 0-3-15</inkml:trace>
  <inkml:trace contextRef="#ctx0" brushRef="#br0" timeOffset="37483.39">8807 9899 435 0,'0'0'3'0,"0"0"2"16,0 0 0-16,0 0 0 16,7-7 1-16,-7 7 0 0,18-8 1 15,-1 6-1-15,1-1-4 16,4 0-5-16,3 1-11 16,5 0-64-16,2 2-4 15</inkml:trace>
  <inkml:trace contextRef="#ctx0" brushRef="#br0" timeOffset="37650.33">8904 9982 419 0,'0'0'3'0,"0"0"2"0,-10 11 0 16,10-11 1-16,0 10 1 16,0-10 1-16,12 9-1 15,3-3 1-15,8-6-7 16,17 2-15-16,6-2-63 0,9-5-3 15</inkml:trace>
  <inkml:trace contextRef="#ctx0" brushRef="#br0" timeOffset="38167.24">9687 9661 472 0,'0'0'3'15,"0"0"0"-15,0 0 0 0,-2 7 1 16,-2 3 0-16,-1 8 1 16,3 1 0-16,-1 6 0 15,1 7-2-15,0 6 1 16,2 1-4-16,2 4 0 0,3-4 0 16,2-2 0-16,1-2 0 15,-3-6 0-15,2-4 0 16,-2-6 0-16,3-2 0 15,-8-17 0-15,0 7 0 0,0-7 0 16,-8-7 0-16,-1-7 0 16,-1-3 0-16,-6-8 0 15,2-5 0-15,-1-3 0 0,0-8 0 16,2 0 0-16,6-4 0 16,2-5 0-16,5 3 0 15,3 3 0-15,9-1 0 16,3 8 0-16,8 7 0 15,3 5 0-15,2 6 0 0,7 9 0 16,-6 7 0-16,1 3 0 16,2 10 0-16,-7 7 0 15,-5 3 0-15,-10 5 0 16,-2 4 0-16,-8 1 0 16,-6-2 0-16,-8 1 0 0,-4-4 0 15,-7-3 0-15,-1-1 0 16,-2-4 0-16,-2-5-4 15,10 3-13-15,-5-5-24 0,8-3-43 16,7-2-3-16</inkml:trace>
  <inkml:trace contextRef="#ctx0" brushRef="#br0" timeOffset="38617.24">10117 9815 459 0,'0'0'3'16,"0"0"0"-16,0 0 1 0,0 11 1 16,0-11-1-16,-6 18 1 15,4-8-1-15,-3 5 1 16,5 0-3-16,0 0 0 16,5-2-1-16,5-1 0 0,0-3 0 15,4-1 0-15,4-6 1 16,2-2 1-16,-3-2 0 15,1-8 0-15,-4-3-3 16,2-1 0-16,-4-2 0 0,-5-3 0 16,-1 1 0-16,-4 4 0 15,-2-1 0-15,0 5 0 16,0 10 0-16,0 0 0 0,0 0 0 16,0 6 0-1,3 11 0-15,3 2 0 0,2 6 0 16,-1 2 0-16,6 0 0 15,-3 5 0-15,1-4 0 16,-2-1 0-16,3-2 0 0,-7-2 0 16,-5-1 0-16,-2-5 0 15,-13 0 0-15,0-2 0 16,-9-3 0-16,-9 0-3 0,-7-4-20 16,-4 0-62-16,3 0-3 15</inkml:trace>
  <inkml:trace contextRef="#ctx0" brushRef="#br0" timeOffset="39136.26">11028 9762 342 0,'0'0'6'16,"0"0"1"-16,0 0 1 0,0 0 4 16,0 0 1-16,7 10 0 15,6-7 0-15,12 0 2 16,5 1-5-16,17-4-1 0,17 3 0 16,14-3-2-16,11 0 0 15,18 0-1-15,12-3 0 16,10-1-1-16,6-2-1 15,1-1 0-15,-4-1-1 16,-6 1-1-16,-6 2 0 0,-15 0-1 16,-22 0 1-16,-15 1-1 15,-19 1 1-15,-16 0 0 16,-18 3-2-16,-15 0 0 16,-11 0 0-16,-8 0-2 0,-6 0-5 15,0 3-5-15,-7-3-22 16,7 0-49-16,3 0-2 15</inkml:trace>
  <inkml:trace contextRef="#ctx0" brushRef="#br0" timeOffset="39867.44">12822 9654 488 0,'0'0'3'15,"0"0"1"-15,0 0 0 16,0 0 1-16,8-5 2 16,-8 5-7-16,10-8 0 0,-1 4 0 15,4 0 0-15,-1 4 0 16,4 0 0-16,-2 0 0 16,2 4 0-16,-4 3 0 0,0 5 0 15,-7 0 0-15,-2 3 0 16,-3 3 0-16,0-1 0 15,-8 0 0-15,-2-2 0 16,-2 0 0-16,0-2 0 16,4-6 0-16,8-7 0 0,-12 12 0 15,12-12 0-15,0 0 0 16,0 0 0-16,12 4 0 16,0-4 0-16,6-1 0 15,2-5 0-15,1-1 0 0,2-5-14 16,-3-6-4-16,0-4-4 15,-3 0 1-15,-5-10 0 16,-1 0 3-16,-6-4 7 0,-5-1 6 16,-3 1 10-16,-10-1 5 15,1 4 3-15,-10 1 3 16,-6 10-1-16,-4 2 0 16,-5 12-3-16,-5 8-2 0,-3 3-3 15,3 22-2-15,-3 5-1 16,5 9 0-16,6 11-1 15,9 7-1-15,5 0 0 16,12 5-1-16,8-3 0 16,13-3 0-16,6-3 0 0,17-6-1 15,1-5 1-15,12-10 1 16,6-7-2-16,5-10 0 16,4-5 0-16,6-7 0 15,0-6 0-15,-6-10 0 0,-2-4 0 16,-4-10 0-16,-12-3 0 15,-9-9 0-15,-7-3 0 16,-14-11 0-16,-9-1 0 0,-7-6 0 16,-14 1 0-16,-10 0 0 15,-7 5 0-15,-12 6 0 16,-6 6 0-16,-1 15 0 16,-8 4 0-16,7 19-14 15,3 4-70-15,-1 4-3 0</inkml:trace>
  <inkml:trace contextRef="#ctx0" brushRef="#br0" timeOffset="41000.07">4790 11504 449 0,'0'0'5'0,"0"0"2"16,0 0 1-16,4-7 1 16,-4 7 1-16,0 0-1 15,0 0 0-15,0 0-4 0,8 10-5 16,-11 4 0-16,-4 6 0 15,-4 7 0-15,-1 1 0 16,0 1 0-16,-6 1 0 0,-2 0 0 16,-1-3 0-16,-2 0 0 15,3-2 0-15,1-5 0 16,-4 2 0-16,5-7 0 16,4 1 0-16,1-7 0 0,5-2 0 15,8-7 0-15,0 0 0 16,0 11 0-16,8-11 0 15,7 0 0-15,-1-6 0 16,10 1 0-16,3 0 0 16,0-2 0-16,3 3 0 0,0-7 0 15,0 6 0-15,-1-2 0 16,4-1 0-16,-4 5-14 16,3 1-70-16,-9-3-3 15</inkml:trace>
  <inkml:trace contextRef="#ctx0" brushRef="#br0" timeOffset="41200.32">5160 11729 431 0,'0'0'5'0,"0"0"1"0,2 18 1 16,1-8 1-16,-1 5 0 0,0 5 0 15,3 2 1-15,1 3-1 16,1 2-6-16,-4-3-10 16,6 1-31-16,-4-5-41 0,2-2-3 15</inkml:trace>
  <inkml:trace contextRef="#ctx0" brushRef="#br0" timeOffset="41484.18">5691 11695 469 0,'0'0'5'15,"0"0"1"-15,0 0 2 16,0 0-1-16,-9-5 1 0,9 5 0 15,0 0-8-15,0 0 0 16,12-5 0-16,0 5 0 16,8 0 0-16,-2 0 0 15,6-2 0-15,6-1 0 0,5 1 0 16,-6-6 0-16,7 6-30 16,-2-4-56-16,-4-1-2 15</inkml:trace>
  <inkml:trace contextRef="#ctx0" brushRef="#br0" timeOffset="42002.61">6402 11618 487 0,'0'0'3'0,"0"0"1"16,0-10 1-16,0 10 1 16,-7-15 0-16,-2 8-6 15,2-3 0-15,-2 2 0 16,-4 4 0-16,0-2 0 0,-7 6 0 16,3 0 0-16,0 10 0 15,0 0 0-15,1 8 0 16,2 0 0-16,7 1 0 15,1-2 0-15,6 1 0 16,6-3 0-16,6-1 0 0,2-6 0 16,9-5 0-16,-1-3 0 15,3-8 0-15,0-5 0 16,-3-4 0-16,1-6 0 0,-3-3 0 16,-6-4 0-16,-4-5 0 15,-2-4 0-15,-8-2 0 16,0-1 0-16,-8 1 0 15,-2 1 0-15,1 3 0 0,-4 8 0 16,6 4 0-16,-5 7 0 16,12 18 0-16,-11 0 0 15,11 18 0-15,2 9 0 16,9 10 0-16,3 7 0 0,3 6 0 16,7 4-2-16,2 3-20 15,4 15-54-15,2-22-9 16</inkml:trace>
  <inkml:trace contextRef="#ctx0" brushRef="#br0" timeOffset="42336.21">6795 11680 464 0,'0'0'4'16,"0"0"1"-16,-3-15 3 15,1 5 0-15,-2 0 1 0,0-2 0 16,4 0-5-16,0-3-4 15,0 0 0-15,8 2 0 16,6 3 0-16,2 6 0 0,-2-2 0 16,4 4 0-16,-1 2 0 15,1 2 0-15,-6 8 0 16,-6 5 0-16,1 5 0 16,-7 5 0-16,0-3 0 0,-7 6 0 15,1 2 0-15,-2-5 0 16,-1 1 0-16,1-7 0 15,0 2 0-15,6-4 0 16,2-5 0-16,2-1 0 0,8-7 0 16,8 1 0-16,7-5 0 15,7 0 0-15,3-9-35 16,11-4-49-16,7-4-4 16</inkml:trace>
  <inkml:trace contextRef="#ctx0" brushRef="#br0" timeOffset="42717.44">8556 11347 449 0,'0'0'4'0,"0"0"1"0,0 0 2 16,5-8 0-16,-5 8 0 0,15-8 0 16,-5 5 1-16,2-3-1 15,8 6-8-15,-4-4-24 16,10 4-55-16,-1-2-4 16</inkml:trace>
  <inkml:trace contextRef="#ctx0" brushRef="#br0" timeOffset="42868.05">8616 11433 416 0,'0'0'4'15,"0"0"0"-15,5 0 2 0,4 0 0 16,7 0 1-16,3 0-1 16,2 0-6-16,5-3-38 15,9-1-36-15,5-2-5 16</inkml:trace>
  <inkml:trace contextRef="#ctx0" brushRef="#br0" timeOffset="43434.3">9485 11100 469 0,'0'0'2'15,"0"0"0"-15,0 6 1 0,0 3 0 16,0 8 1-16,5 6 0 16,-3 4 0-16,7 8 1 15,0 1-1-15,-2 4-1 16,3 0-1-16,3-5 0 0,-1-3-2 15,-7-7 1-15,2-6-1 16,1-4 0-16,-8-15 0 16,5 10-1-16,-5-10 0 15,0-11 1-15,-7-7 0 16,-3-4 1-16,0-6-1 0,0-2 2 16,-3-8 0-16,3-1-2 15,3-5 0-15,2-1 0 16,3 1 0-16,4-3 0 0,5 5 0 15,1 5 0-15,5 5 0 16,1 4 0-16,3 6 0 16,1 9 0-16,2 6 0 15,-5 7 0-15,2 2 0 0,-2 8 0 16,-2 5 0-16,-4 3 0 16,-1 4 0-16,-6-3 0 15,-2 6 0-15,-5-5 0 16,-4 2 0-16,-3-4 0 0,-1-4 0 15,-2 1 0-15,0 0 0 16,0-5 0-16,5 2-32 16,10-2-52-16,0-10-3 15</inkml:trace>
  <inkml:trace contextRef="#ctx0" brushRef="#br0" timeOffset="43833.67">9885 11209 491 0,'0'0'4'15,"0"0"1"-15,0 0 1 16,0 0-1-16,0 0-5 0,0 0 0 16,3-5 0-16,-3 5 0 15,17-7 0-15,-2 3 0 16,-2 0 0-16,6-1 0 15,-1 3 0-15,1 2 0 0,-3 0 0 16,-2 0 0-16,-3 0 0 16,-11 0 0-16,9 15 0 15,-9 0 0-15,-7-3 0 16,-6 6 0-16,-1 2 0 0,-9 5 0 16,4-6 0-16,-6 6 0 15,2-3 0-15,0-3 0 16,7 2 0-16,3-6 0 15,5-5 0-15,8-2 0 0,0-8 0 16,13 11 0-16,4-8 0 16,8-3 0-16,5 0 0 15,2-6 0-15,10 5 0 16,4-7-65-16,0-5-24 0</inkml:trace>
  <inkml:trace contextRef="#ctx0" brushRef="#br0" timeOffset="44372.02">11003 11135 397 0,'0'0'3'15,"0"0"2"-15,0 0 3 16,0 0 1-16,11 0 1 0,1 0 1 16,10 0 0-16,11 0 1 15,11-3-3-15,18 3-2 16,13-4-2-16,12 4-2 16,15-3-1-16,15 0 0 0,4-1-1 15,11-2 0-15,4 4-1 16,1-2 1-16,-3-4-1 15,1 3 1-15,-13-6-1 16,-13 2 1-16,-15 1 0 0,-19 1 2 16,-16-3 0-16,-19 3 0 15,-18 2-1-15,-22 5-2 16,0 0 0-16,-10-12 0 16,-12 12 0-16,0 0 0 0,-1-3-16 15,6-10-53-15,-3 13-17 16</inkml:trace>
  <inkml:trace contextRef="#ctx0" brushRef="#br0" timeOffset="44933.96">13185 10919 482 0,'0'0'3'0,"0"0"1"0,0 0 2 15,0 0-1-15,0 0 1 16,-5-5-1-16,5 5-5 16,0 0 0-16,0 0 0 15,2-13 0-15,-2 13 0 0,16-1 0 16,-7 1 0-16,6-3 0 15,0 3 0-15,-3 0 0 16,1 0 0-16,-1 4 0 0,-2 2 0 16,-10-6 0-16,11 11-2 15,-11-11-1-15,-3 14 1 16,3-14 0-16,-18 15 2 16,11-8-1-16,-2 3 1 0,0 0 0 15,0 0-1-15,1-2 2 16,4 3-1-16,1-2 1 15,0 0-1-15,3-9 1 16,7 18 0-16,1-11-1 16,4 0 1-16,4 1-1 0,1-1 0 15,0 0 0-15,1 0 0 16,-3 4 0-16,-6-4 1 16,-9-7 0-16,0 12 0 0,0-12 0 15,-19 10 1-15,-4-4-2 16,-9-4 0-16,0 0 0 15,-5-2 0-15,-4 0-2 16,7 0-6-16,-3-7-9 0,9-8-50 16,1 8-17-16</inkml:trace>
  <inkml:trace contextRef="#ctx0" brushRef="#br0" timeOffset="45350.31">13373 10632 444 0,'0'0'2'16,"0"0"1"-16,-14 0 1 0,-4 5 1 15,-13 5 2-15,-5 5 0 16,-9 10 1-16,-9 7-1 16,-6 5 0-16,-2 13-2 0,3 6 1 15,1 4-2-15,9 5-2 16,11-4-2-16,17-2 0 15,8-1 0-15,13-4 0 16,15-11 0-16,17-2 0 16,13-8 0-16,9-9 0 15,18-9 0-15,6-8 0 0,6-7 0 16,8-7 0-16,-3-11 0 16,0-8 0-16,-4-12 0 15,-7-6 0-15,-19-6 0 0,-7-6 0 16,-20-12 0-16,-12-1 0 15,-15 0 0-15,-14-3 0 16,-19 0 0-16,-14 7 0 16,-15 9 0-16,-13 6 0 0,-9 18 0 15,-13 10 0-15,0 11-44 16,-3 11-42-16,4 13-3 16</inkml:trace>
  <inkml:trace contextRef="#ctx0" brushRef="#br1" timeOffset="51350.24">15603 8135 428 0,'0'0'6'0,"0"0"2"0,0-10 2 16,0 10 1-16,0-12 1 16,0 2 1-16,2-2 0 15,3-4-3-15,5 4-10 0,0-2 0 16,2 3 0-16,4-1 0 16,-2 2 0-16,2 2 0 15,-2 6 0-15,4 0 0 16,-1 2 0-16,-2 4 0 15,-3 6 0-15,-2 5 0 0,-8 3 0 16,-2 2 0-16,0 4 0 16,-9 1 0-16,-12 5 0 15,0-5 0-15,-4 1 0 0,0-1 0 16,0-4 0-16,3-2 0 16,2-4 0-16,4-3 0 15,7-4 0-15,9-8 0 16,0 0 0-16,0 0 0 0,15 2 0 15,2-4 0-15,6-6 0 16,2-2 0-16,7 1 0 16,0-3 0-16,-5-1 0 15,6 6 0-15,-8-3 0 0,1 0-38 16,-5 2-47-16,-1-2-3 16</inkml:trace>
  <inkml:trace contextRef="#ctx0" brushRef="#br1" timeOffset="51850.16">15842 7800 312 0,'0'0'10'0,"-11"-4"1"0,1-1 3 16,-6 0 2-16,3 2 1 15,-8 1 1-15,-4-1 1 16,-7 3 0-16,0 5-7 15,-5 5-3-15,-3 10-2 0,1 5-1 16,-9 12 1 0,4 10 0-16,-1 5-1 15,5 7-1-15,5 1 0 0,8 4 0 16,7-2-1-16,10 0-2 16,10-7-2-16,12-9 0 15,11-2 0-15,9-6 0 16,8-10 0-16,7-3 0 15,2-8 0-15,6-10 0 0,3-4 0 16,-1-6 0-16,0-9 0 16,-2-5 0-16,-1-8 0 15,-6-2 0-15,1-7 0 16,-6-4 0-16,-11-1 0 0,2-9 0 16,-11-4 0-16,-6-3 0 15,-9-1 0-15,-8-4 0 16,-6 4 0-16,-8-5 0 0,-11 10 0 15,-7 4 0-15,-5 8 0 16,-9 6 0-16,0 10 0 16,-5 11 0-16,0 5 0 15,1 9 0-15,2 10 0 16,4 11 0-16,7 4-15 0,7 3-68 16,7 7-2-16</inkml:trace>
  <inkml:trace contextRef="#ctx0" brushRef="#br1" timeOffset="52584.1">14957 8792 289 0,'0'0'8'0,"0"0"3"0,0 0 5 15,0 0 0-15,-11 0 2 0,11 0 1 16,0 0 0-16,0 0 0 16,-9 0-6-16,9 0-3 15,7 4-3-15,8-1-1 16,6 2-1-16,11 0-1 0,5-2 1 16,14-2 1-16,11-1-2 15,11 0 0-15,8-1-1 16,7-10-1-16,6 4 1 15,6-5 0-15,-3-1-1 0,4 1 0 16,-6-1 0-16,-3 1-1 16,-8 2 0-16,-9 0 1 15,-12 3-1-15,-5-3 0 16,-12 8 1-16,-9-3 0 0,-12 2 1 16,-8 3-1-16,-7-3-2 15,-10 3 0-15,0 0 0 16,10 0 0-16,-10 0 0 15,0 0 0-15,0 0 0 16,0 0 0-16,-5 6 0 0,5-6 0 16,-11 5 0-16,11-5 0 15,-14 7-3-15,-1-6-33 16,3 5-47-16,-3 2-4 0</inkml:trace>
  <inkml:trace contextRef="#ctx0" brushRef="#br1" timeOffset="53067.41">15665 9178 450 0,'0'0'2'0,"0"0"1"0,0 0 0 0,0 0 1 0,0 13-1 15,-2-4 1-15,2 6 0 16,-3 2 0-16,1 6-1 15,2-3-2-15,0 6 0 16,0-3-3-16,0-3-5 0,0-1-17 16,-6-1-54-16,6-6-1 15</inkml:trace>
  <inkml:trace contextRef="#ctx0" brushRef="#br1" timeOffset="53550.92">15625 9076 369 0,'0'0'7'0,"0"0"3"16,-15 0 0-16,6 0 2 15,-7 0 2-15,-3 0 0 16,-1 3 1-16,-8 5 0 16,1 6-6-16,-1 3-3 0,1 11-1 15,-1 4-2-15,4 5-1 16,2 5 0-16,1 5-2 15,7 0 1-15,3 1 0 16,7 3 0-16,4-4 0 0,8 0-1 16,9-4 1-16,5-1 0 15,11-8 0-15,4-1-1 16,10-8 1-16,2-9 0 16,4-3 0-16,4-10 0 15,-2-3 0-15,5-13 0 0,-6-3 1 16,-2-5-1-16,-4-8 1 15,-6-4-2-15,-8-4 0 16,-6-7 0-16,-8-4 0 0,-8-4 0 16,-10-5 0-16,-4-8 0 15,-13 3 0-15,-5-1 0 16,-9-1 0-16,-9 9 0 0,-4 5 0 16,-3 7 0-16,-2 10 0 15,2 10 0-15,0 10 0 16,3 5 0-16,8 8 0 15,4 4 0-15,12 11 0 16,-1-3-54-16,16 5-32 0,3 1-3 16</inkml:trace>
  <inkml:trace contextRef="#ctx0" brushRef="#br1" timeOffset="54050.97">17061 8526 467 0,'0'0'6'0,"0"0"1"16,0 0 1-16,0 0 0 16,0 0 1-16,-10-7-3 15,10 7-6-15,0 0 0 0,15-7 0 16,0 4 0-16,7 3 0 15,3-8 0-15,2 8 0 16,3-7-39-16,-3 7-43 16,4 0-4-16</inkml:trace>
  <inkml:trace contextRef="#ctx0" brushRef="#br1" timeOffset="54217.12">17036 8650 404 0,'0'0'5'0,"0"0"0"0,0 0 2 15,0 0 2-15,0 7 1 16,0-7 1-16,13 6 0 16,1-6 0-16,12 0-3 0,3 0-3 15,6-3-8-15,2-4-18 16,1-1-56-16,2-2-5 16</inkml:trace>
  <inkml:trace contextRef="#ctx0" brushRef="#br1" timeOffset="54549.96">17332 8301 439 0,'0'0'6'0,"0"0"2"16,-13 0 2-16,13 0 2 0,-12 0 0 16,12 0 0-16,-13-2 0 15,13 2-12-15,0 0 0 16,8 4 0-16,9 1 0 15,8 8 0-15,10 2 0 0,5-1 0 16,5 6 0-16,0 0 0 16,-1 5 0-16,-7 3 0 15,-2 1 0-15,-13 0 0 16,-12 7 0-16,-10 1 0 0,-5 0 0 16,-14 2 0-16,-6-4 0 15,-7 2 0-15,-3-5 0 16,-1 1 0-16,4-4 0 0,6-2 0 15,1-4 0-15,7-7 0 16,3 1-7-16,11-9-78 16,4 3-3-16</inkml:trace>
  <inkml:trace contextRef="#ctx0" brushRef="#br1" timeOffset="56233.8">18818 7922 419 0,'0'0'4'15,"2"-11"2"-15,-2 11 3 0,0-11 0 16,0 11 0-16,0 0 2 16,0 0 1-16,3 4 0 15,-3 16-3-15,0 13-1 16,0 7-5-16,0 6-3 0,0 6 0 15,2 3 0-15,6-1 0 16,-3-2 0-16,2 0 0 16,3-4 0-16,3-11 0 0,-4 0 0 15,7-5 0-15,-4-7 0 16,0 0-13-16,1-8-42 16,-2-5-32-16,3-4 0 15</inkml:trace>
  <inkml:trace contextRef="#ctx0" brushRef="#br1" timeOffset="56970.24">18751 8301 403 0,'0'0'6'16,"-10"-4"2"-16,10 4 2 0,-13-6 1 16,13 6 1-16,-17-4-1 15,17 4 1-15,0 0 0 16,0 0-5-16,17-4-3 15,15 4-5-15,3 0-4 0,10 0-5 16,4 0-6-16,3 4-9 16,6-4-10-16,-5 0-4 15,-7-6 4-15,-9-1 11 16,-1 2 10-16,-14-5 14 0,-2 0 8 16,-10 0 11-16,-8 3 12 15,-2-3 4-15,0 10-2 16,-17-13-9-16,-3 13-6 0,3 0-7 15,-3 2-2-15,-3 11-2 16,4 0-2-16,1 6-1 16,4-1-2-16,3 5 0 15,9-4-1-15,2 1-1 0,2 0 1 16,3-2-1-16,8-7 1 16,1-3-1-16,-1 2 1 15,4-8 0-15,-1-2 0 16,-2-2 0-16,2-8 0 15,-4-3 0-15,3-1 1 0,-3-3-2 16,-5-4 0-16,4-1 0 16,-4 3 0-16,-2-2 0 15,0 4 0-15,-1 7 0 16,-4 10 0-16,11-7 0 0,-11 7 0 16,10 10 0-16,-3 4 0 15,0 4-2-15,1 1 2 16,0-1 0-16,-1-1 0 0,2-4-1 15,0-4 1-15,-9-9 0 16,16 13 0-16,-16-13 0 16,16-3 0-16,-9-4 1 15,5-3-1-15,1-5 2 0,-1-2-2 16,1-1 0-16,6-1 0 16,-6 1 0-16,2 1-2 15,-2 7 2-15,1 0-1 16,-4 2 0-16,0 8 0 15,2 0 0-15,-12 0 1 0,21 23-1 16,-14-8 1-16,3-1 0 16,0 4-2-16,2 2-2 15,-5-8-3-15,6 1-6 0,2-3-14 16,-3 0-53-16,3-6-2 16</inkml:trace>
  <inkml:trace contextRef="#ctx0" brushRef="#br1" timeOffset="57701.16">19969 8004 438 0,'0'0'4'0,"0"0"2"0,2-10 1 16,-2 10 2-16,0 0 0 15,-10-6 0-15,-3 9 1 16,1 7 0-16,-5 7-4 15,-1 11-3-15,1 1-3 0,3 9 0 16,3-1 0-16,4 2 0 16,7 1 0-16,2-6 0 15,10 0 0-15,6-10 0 0,4-2 0 16,3-8 0-16,9-1 0 16,-4-8 0-16,2-5 0 15,-2 0 0-15,-2-5 0 16,-6-8 0-16,-4-3 0 15,-6-7 0-15,-7 2 0 0,-3-10 0 16,-4-3 0-16,-10-1 0 16,-3-2 0-16,-7 2 0 15,-1 3 0-15,-6 2 0 16,-4 8 0-16,3 7 0 0,-4 7 0 16,6 8 0-16,3 6 0 15,4 8 0-15,10 4 0 16,6 7 0-16,5 1 0 15,5 2 0-15,13 5 0 0,1-7 0 16,11-1 0-16,2-2 0 16,0-9-2-16,11-1-53 15,-1-3-28-15,0-6-3 0</inkml:trace>
  <inkml:trace contextRef="#ctx0" brushRef="#br1" timeOffset="57883.27">20453 8207 398 0,'0'0'4'0,"0"0"3"0,-8 17 2 0,4-7 1 15,1 3 0-15,1 6 1 16,-1 2 0-16,3 0 1 0,0 2-5 16,0-1-5-16,5-5-6 15,5 3-23-15,12-3-50 16,-7-6-3-16</inkml:trace>
  <inkml:trace contextRef="#ctx0" brushRef="#br1" timeOffset="58102.02">20860 8105 471 0,'0'0'3'0,"0"0"2"16,0 0 1-16,0 0 0 16,6 0 1-16,-6 0 0 0,19 0-1 15,-1-2-6-15,4 2 0 16,0-3 0-16,10 3-19 16,14 3-64-16,-14-1-2 0</inkml:trace>
  <inkml:trace contextRef="#ctx0" brushRef="#br1" timeOffset="58250.19">20922 8251 406 0,'0'0'3'0,"0"0"0"0,0 0 2 15,3 11 1-15,-3-11 1 16,20 4-1-16,-3-1 1 16,5-3-9-16,11-7-45 15,2 1-28-15,4-1-2 0</inkml:trace>
  <inkml:trace contextRef="#ctx0" brushRef="#br1" timeOffset="58917.16">22220 7303 453 0,'0'0'4'16,"5"-12"3"-16,-5 12 1 16,4-13 1-16,-4 13 1 15,3-12 0-15,-3 12 0 0,0 0-10 16,0 0 0-16,0 19 0 16,0 9 0-16,0 6 0 15,0 8 0-15,5 5 0 16,-1 3 0-16,1-4 0 0,4 4 0 15,-2-7 0-15,0-9 0 16,-5-4 0-16,1-8 0 16,-1-6 0-16,-2-5 0 0,0-11 0 15,-9 0 0-15,-3-7 0 16,1-11 0-16,1-1 0 16,1-11 0-16,1-5 0 15,0-4 0-15,5-6 0 0,3 1 0 16,3-1 0-16,8 0 0 15,3 8 0-15,7 5 0 16,4 5 0-16,1 9 0 16,4 4 0-16,2 12 0 15,-2 2 0-15,0 4 0 0,-5 11 0 16,-3 5 0-16,-10 0 0 16,-7 7 0-16,-5 3 0 15,-12-5 0-15,-8 5 0 16,-4-6 0-16,-3 1-2 0,-6-5-9 15,8 0-10-15,-5-5-62 16,10-5-3-16</inkml:trace>
  <inkml:trace contextRef="#ctx0" brushRef="#br1" timeOffset="59317.08">22639 7511 414 0,'0'0'2'0,"0"0"0"16,0 0 1-16,-7 5-1 15,7-5 1-15,-5 15 0 0,5-8 1 16,0 4 1-16,7 0-1 16,5-1-1-16,4 0 1 15,4-5 0-15,2-2 0 16,3-3 0-16,-5 0 0 15,3-3 1-15,-7-4 0 0,2-4 0 16,-8 1 0-16,-5-2 0 16,-1 2 0-16,-4 3-1 15,0-3-3-15,0 10 0 0,0 0-2 16,0 0 1-16,0 0-2 16,-4 13 1-16,4 5-1 15,-4 0 1-15,4 7 0 16,0 1 1-16,0 0 0 0,0 2 0 15,-1-1-1-15,-2-4-2 16,-1 2-6-16,-7-11-13 16,-11 1-60-16,9 2-1 15</inkml:trace>
  <inkml:trace contextRef="#ctx0" brushRef="#br1" timeOffset="59583.77">21946 8001 422 0,'0'0'3'15,"0"0"2"-15,10 0 1 0,2-4 2 16,11 1 1-16,9-3 2 16,8 2 0-16,14-1 1 15,17 0-3-15,5 3-1 16,18-1-1-16,8 3-7 15,5 0 0-15,6 0 0 16,-5 3 0-16,-8-1 0 0,-12 3 0 16,-9-3 0-1,-22 1 0-15,-13-1 0 0,-24 0-17 16,-20-2-68-16,-2 3-1 16</inkml:trace>
  <inkml:trace contextRef="#ctx0" brushRef="#br1" timeOffset="60100.45">22547 8211 442 0,'0'0'2'0,"0"0"1"15,-5 11 2-15,5-1 0 16,-2 2 0-16,0 7 1 15,2 6 0-15,0 3 1 0,0 5-2 16,0 3-2-16,0 4-1 16,0-1-1-16,4-2 0 15,-1-1-1-15,-1-5 1 16,-2-3 0-16,0-8-1 16,0-5 2-16,-5-3 1 15,5-12-1-15,-14 2 1 0,3-2-1 16,-1-10 0-16,3-7 0 15,-4-2-2-15,1-12 0 16,1 1 0-16,1-7 0 0,3-2 0 16,2-3 0-16,5-3 0 15,3 2 0-15,3 8 0 16,9-3 0-16,6 8 0 0,-1 5 0 16,7 7 0-16,1 8 0 15,2 6 0-15,-4 4 0 16,2 0 0-16,-6 10 0 15,-2 7 0-15,-5 3 0 0,-8 0 0 16,-5 3 0-16,-2 2 0 16,-9-4 0-16,-6 3 0 15,0 0 0-15,-2-10-3 16,-3 4-19-16,-3 1-47 0,6-8-15 16</inkml:trace>
  <inkml:trace contextRef="#ctx0" brushRef="#br1" timeOffset="60583.66">22793 8430 475 0,'0'0'3'0,"0"0"2"15,0 0 3-15,0 0 0 16,7 0 1-16,-7 0-6 0,13 0-3 16,-5-5 0-16,5 2 0 15,1 1 0-15,4 2 0 16,1 0 0-16,-1 5 0 16,1 2 0-16,-3 4 0 0,-7 0 0 15,-2 4 0-15,-3 0 0 16,-4 0 0-16,-6 0 0 15,-4-3 0-15,-2-1 0 16,2-1 0-16,-2-6 0 0,0-1 0 16,4-1 0-16,8-2 0 15,-10-5 0-15,10-5 0 16,2-5 0-16,8-2 0 16,3-8 0-16,8 1 0 15,0-4 0-15,1 6 0 0,-1 0 0 16,-2 9 0-16,-4 4 0 15,-3 6 0-15,0 3 0 16,-3 11 0-16,0 3 0 16,-2 1 0-16,9 4 0 0,-4 9-63 15,8-10-23-15,-1-2-2 16</inkml:trace>
  <inkml:trace contextRef="#ctx0" brushRef="#br1" timeOffset="63867.41">19422 9629 419 0,'0'0'5'0,"0"-10"3"16,0 10 1-16,0-20 1 15,0 13 2-15,-3-3 0 16,3 10 0-16,-20-10 1 16,2 12-5-16,-3 11-5 0,-2 9-3 15,-3 7 0-15,2 9 0 16,2 4 0-16,5-3 0 15,5 5 0-15,7-1 0 0,5 0 0 16,5-9 0-16,4-2 0 16,9-4 0-16,1-6 0 15,6-5 0-15,0-7 0 16,5-5 0-16,0-5 0 0,2-5 0 16,-2-10 0-16,0-4 0 15,-5-6 0-15,2-5 0 16,-11-5 0-16,-5 1 0 15,-3-12 0-15,-8 2 0 0,-6-3 0 16,-7 2 0-16,-3 4 0 16,-9 4 0-16,0 7 0 15,-4 5 0-15,-4 12 0 16,1 9 0-16,0 4 0 0,0 11 0 16,4 5 0-16,3 6 0 15,13 2 0-15,1 4 0 16,11-1 0-16,5 4 0 15,13-5 0-15,10-1 0 0,6-5 0 16,3-5 0-16,8-3 0 16,2-8 0-16,-4 2 0 15,0-6 0-15,0 0 0 16,-8-6 0-16,-8 5 0 0,-6-5 0 16,-4 2-47-16,-5 1-39 15,-12 3-2-15</inkml:trace>
  <inkml:trace contextRef="#ctx0" brushRef="#br1" timeOffset="64117.19">19829 9857 469 0,'0'0'3'16,"0"0"1"-16,0 0 2 15,0 10 0-15,0-10 1 0,0 17 0 16,0-2 0-16,3-1-5 16,-3 4-2-16,2 4 0 15,0 0 0-15,-2 2 0 16,5-5 0-16,3 0 0 16,-5-1 0-16,4-1-15 0,-2 8-60 15,1-15-11-15</inkml:trace>
  <inkml:trace contextRef="#ctx0" brushRef="#br1" timeOffset="64316.26">20107 9768 465 0,'0'0'5'0,"0"0"2"15,0 0 1-15,0 0 1 16,5-11-1-16,-5 11 1 15,13-10-9-15,-3 10 0 16,4-2 0-16,-1-3 0 16,10 5-7-16,-4 0-77 0,1 5-2 15</inkml:trace>
  <inkml:trace contextRef="#ctx0" brushRef="#br1" timeOffset="64467.15">20081 9921 427 0,'0'0'5'0,"0"0"2"0,0 0 2 16,6 3 0-16,7-3 2 16,2 0-1-16,2-3 0 0,13 0-4 15,3-7-17-15,-6 1-67 16,17-2-4-16</inkml:trace>
  <inkml:trace contextRef="#ctx0" brushRef="#br1" timeOffset="65600.36">20843 9512 438 0,'0'0'5'0,"2"-9"3"16,1-1 1-16,-1-1 3 16,1-1 0-16,-3 2 1 15,2 3-2-15,-2 7-8 0,0 0-3 16,-2 17 0-16,-1 10 0 15,3 11 0-15,0 3 0 16,0 7 0-16,5 2 0 16,0 0 0-16,8-4 0 15,-1-4 0-15,-1-3-7 0,3-3-21 16,1-7-56-16,-10-4-3 16</inkml:trace>
  <inkml:trace contextRef="#ctx0" brushRef="#br1" timeOffset="66284.25">20696 9842 428 0,'0'0'4'16,"0"0"2"-16,0 0 1 15,-12-13 0-15,12 13 1 16,-2-10 0-16,2 10-1 0,12-15 1 16,8 8-4-16,10 3-4 15,7-2-5-15,7-1-2 16,9 2-2-16,2-2-1 0,2-1 0 15,-3 1-1-15,-7-3 3 16,-5 2 4-16,-9 1 5 16,-8 0 3-16,-8 1 3 15,-17 6 1-15,8-9 1 0,-8 9 1 16,-18 0-1-16,3 0-3 16,-5 1-2-16,3 10-1 15,-1-1 0-15,-1 2-2 16,6 1 0-16,4 2-1 15,4-1 0-15,5-2 0 0,0 1 0 16,9-2 0-16,1-7 1 16,5 0 0-16,-3-4 0 15,4 0 0-15,-2-1 1 0,2-6 0 16,-2-4 0-16,-1-3-1 16,2 1 1-16,-6-5-1 15,2 3 0-15,-4-1 0 16,3 3-1-16,-6 2-1 0,-4 11 0 15,11-6-1-15,-11 6 1 16,9 10-1-16,-3 3 1 16,-2 0 0-16,5 3 0 15,-5 3 1-15,6-4 0 0,-3-1 0 16,4-3 1-16,-2-4-1 16,-1-1 1-16,2-5 0 15,0-1 0-15,2-4 1 16,-1-6-1-16,1-2 0 0,0-1 0 15,5-4-1-15,-2 0 1 16,0-1-1-16,0 7 0 16,-2-6 0-16,-1 6 0 15,1 5-1-15,-4 2 0 0,-9 4 0 16,12 0 0-16,-12 0 1 16,16 15-1-16,-11-3-1 15,-1-1 0-15,6 2-4 16,-2 0-3-16,2 2-14 0,2-2-57 15,-2-4-2-15</inkml:trace>
  <inkml:trace contextRef="#ctx0" brushRef="#br1" timeOffset="66484.14">21623 9512 471 0,'0'0'3'0,"0"0"1"0,0 0 0 16,7-2 1-16,-7 2-1 15,18-3 1-15,-6 1-1 16,3 2-1-16,6-5-7 0,0 5-16 16,9 0-60-16,-2 0-4 15</inkml:trace>
  <inkml:trace contextRef="#ctx0" brushRef="#br1" timeOffset="66667.14">21961 9342 440 0,'0'0'3'0,"0"0"0"16,0 0 1-16,0 0 0 16,-5 12 1-16,3 0 0 0,2 5 0 15,0 1 0-15,0 9-3 16,0 1-2-16,7 4-8 15,-5-5-30-15,9 1-41 16,-2-4-1-16</inkml:trace>
  <inkml:trace contextRef="#ctx0" brushRef="#br1" timeOffset="67101">22460 9163 425 0,'0'0'6'0,"0"-10"2"16,0 10 1-16,-10-12 0 15,10 12 0-15,-16-5 0 16,3 10 0-16,-8 10 0 16,2 20-5-16,-6 6-3 15,0 16 0-15,0 10 0 0,3 9 1 16,0 4 0-16,6 2 0 15,7-2 0-15,6-1-1 16,6-6 1-16,6-5-2 0,14-9 0 16,7-5 0-16,7-6 0 15,8-6-3-15,2-13-6 16,10 2-17-16,12-14-57 16,-9-10-3-16</inkml:trace>
  <inkml:trace contextRef="#ctx0" brushRef="#br1" timeOffset="67666.91">22942 9017 436 0,'0'0'6'16,"0"0"2"-16,-4-10 1 16,4 10 1-16,-10-13 1 0,10 13 1 15,-13-14-1-15,3 6-3 16,10 8-8-16,-17 4 0 16,9 13 0-16,-1 4 0 15,6 7 0-15,-1 1 0 0,4 8 0 16,-4 1 0-16,4-2 0 15,4-5 0-15,0-4 0 16,1-7 0-16,-2-5 0 16,1-5 0-16,-4-10 0 0,0 0 0 15,0 0 0-15,0-9 0 16,-2 1 0-16,-3-9 0 16,3-6 0-16,-3 0 0 15,3-7 0-15,2 1 0 0,0-1 0 16,0 1 0-16,7 4 0 15,0 0 0-15,3 7 0 16,5 3 0-16,-1 8 0 16,2 0 0-16,1 7 0 0,-2 3 0 15,-1 4 0-15,4 5 0 16,-8 0 0-16,1 6 0 16,-7-1 0-16,-4 3 0 15,0-3 0-15,-10 0 0 0,0 3 0 16,-8-4 0-16,4-2-14 15,-6-2-11-15,8-12-46 16,-2 7-14-16</inkml:trace>
  <inkml:trace contextRef="#ctx0" brushRef="#br1" timeOffset="68067.1">23122 9126 429 0,'0'0'4'0,"0"0"1"0,0 0 0 0,0 0 0 16,0 0-1-16,0 5 1 16,0-5-1-16,-5 18 1 15,5-6-4-15,0 2-1 0,0-1 0 16,5-1 1-16,2 1 1 16,6-6 0-16,1 1 1 15,2-6 0-15,3-2 1 16,-1-2-1-16,1-4 1 0,-1-3 0 15,0-1 1-15,-9-2-1 16,3-1 1-16,-5-2-1 16,-7 3-4-16,6 2 0 15,-6 10 0-15,-3-13 0 0,3 13 0 16,0 0 0-16,-5 13 0 16,5 2 0-16,2 3 0 15,1 3-2-15,3 4 1 16,-2 5 0-16,1-4 1 0,-2 2 0 15,-3 0-1-15,0 2-2 16,-8-6-3-16,-2 1-5 16,-12-5-17-16,-10 2-53 15,4-5-3-15</inkml:trace>
  <inkml:trace contextRef="#ctx0" brushRef="#br1" timeOffset="68334.96">22664 9551 400 0,'0'0'3'0,"0"0"2"0,0 0 4 0,7 0 2 16,6 0 2-16,7 0 1 0,7-1 2 16,10-2 1-16,12 0-2 15,10-1-7-15,12 1-8 16,12-4 0-16,1 3 0 0,2 0 0 15,6 0 0-15,-8-2 0 16,-1 4 0-16,-13 2 0 16,-12-3 0-16,-11 3 0 15,-15 0 0-15,-10 0-28 16,-5 5-59-16,-17-5-1 0</inkml:trace>
  <inkml:trace contextRef="#ctx0" brushRef="#br1" timeOffset="68850.24">22976 9797 430 0,'0'0'3'0,"0"0"0"15,0 0 0-15,0 0 0 16,-6 15 1-16,3-2 0 15,1 4 1-15,0 3-1 16,2 5-2-16,0 1 0 0,0 2 0 16,0 2-1-16,0-2 0 15,4-5 0-15,1 0 0 16,-2-6-1-16,-2-7 2 0,2 0 0 16,-3-10 0-16,0 0 0 15,0 0 1-15,0-6 0 16,-4-5 1-16,-1-4 0 15,0-5 0-15,-2 0 1 16,1-8-1-16,4 2 0 0,2-4-1 16,0 3-3-16,0-5 0 15,4 4 0-15,7 1 0 16,0 8 0-16,8 1 0 16,4 3 0-16,-4 5 0 0,2 7 0 15,5 3 0-15,-6 6 0 16,-2 9 0-16,-5-1 0 15,-1 1 0-15,-10 6 0 16,-2 0 0-16,-5-1 0 0,-5 3 0 16,-2-6-3-16,-6 0-4 15,1-2-3-15,-1 3-7 16,-1-2-44-16,3-6-23 0,4-4-2 16</inkml:trace>
  <inkml:trace contextRef="#ctx0" brushRef="#br1" timeOffset="69317.22">23230 9924 438 0,'0'0'3'0,"0"0"4"0,0 0 2 16,11-6 2-16,-11 6 0 0,14-6 1 15,-3 0-1-15,3 1-2 16,-2 5-9-16,4-2 0 15,-2 2 0-15,2 5 0 16,-2 3 0-16,-3 1 0 0,-2 3 0 16,-5 4 0-16,0 0 0 15,-4 0 0-15,-5-4 0 16,-7 2 0-16,-4-1 0 16,-1-3 0-16,0-5 0 15,-1 0 0-15,1-2 0 0,5-3 0 16,1-3 0-16,11 3 0 15,-4-18 0-15,4 3 0 16,13-4 0-16,1-1 0 0,9 1 0 16,-4-4 0-16,3 3 0 15,-1 6 0-15,-2 1 0 16,-6 6 0-16,-1 7 0 16,-12 0 0-16,13 12 0 0,-11 3 0 15,1-2 0-15,2 6 0 16,2-1 0-16,2-2 0 15,4 1 0-15,-1-3-2 16,9-4-7-16,-4-6-10 0,9-11-62 16,2 3-4-16</inkml:trace>
  <inkml:trace contextRef="#ctx0" brushRef="#br1" timeOffset="69617.17">23745 8985 429 0,'0'0'5'0,"0"-10"2"0,0 10 2 16,0-15 1-16,0 15 0 16,7-13 1-16,-7 13 0 15,23 0 1-15,-5 10-5 0,9 23-7 16,5 11 0-16,3 10 0 15,7 15 0-15,-3 12 0 16,2 10 0-16,-11 6 0 0,-6 3 0 16,-14-2 0-16,-10 2 0 15,-10-5 0-15,-19-1 0 16,-12-4 0-16,-8-6 0 16,-8-12 0-16,0-3-4 0,-1-7-81 15,-1-15-1-15</inkml:trace>
  <inkml:trace contextRef="#ctx0" brushRef="#br1" timeOffset="79183.64">18694 10659 271 0,'0'0'2'0,"0"0"3"0,0 0 0 15,0 0 1-15,13-5 2 16,-1 5 0-16,10-5 1 16,6 3 1-16,16-1-1 0,13-4-2 15,17 2-1-15,18-2-1 16,24-3-1-16,17 0-2 16,18 0-1-16,14 0-1 15,21 0-1-15,10-3-2 0,23 4 1 16,10-4-1-16,9 1 1 15,10 2 0-15,16 0 2 16,9 1 0-16,-2 1 2 16,10-2-1-16,-3 5 1 0,1-3 0 15,-8 3-1-15,-9-2 0 16,-8 5-1-16,-8-1 1 16,-20 3 1-16,-12-2 1 15,-25 2 2-15,-18 0 0 16,-27 0 0-16,-17 0 0 0,-30 0 0 15,-22 0-4-15,-29 2-10 16,-18 5-35-16,-19-2-26 16,-9-5-6-16</inkml:trace>
  <inkml:trace contextRef="#ctx0" brushRef="#br1" timeOffset="79867.31">18820 9032 220 0,'0'0'9'0,"0"0"2"0,0 0 3 16,-5-10 3-16,5 10 0 16,-12-3 2-16,12 3 2 0,-21 10 0 15,10 10-7-15,-2 12-1 16,1 15-1-16,5 16-3 16,1 11-1-16,4 15 0 15,2 10-2-15,4 5-1 16,5 5-1-16,-2 0-1 0,2-5-2 15,-4-2 0-15,1-8 0 16,-6-6 0-16,0-11 0 16,-6-5 1-16,-1-8-2 15,-3-11 0-15,3-11-2 0,1-10-2 16,2-10-6-16,-1-9-15 16,5-13-38-16,-3-10-14 15</inkml:trace>
  <inkml:trace contextRef="#ctx0" brushRef="#br1" timeOffset="80866.99">18925 9128 189 0,'0'0'5'0,"0"0"1"16,3-10-1-16,-3 10 3 0,0 0 0 15,13-7 1-15,1 0 0 16,5 4 1-16,4-2-4 15,9 3-1-15,8-4 0 0,10 2-2 16,7-1 0-16,10-3 0 16,1 0-2-16,20 2 2 15,4-2-3-15,5-2 1 16,8 3-1-16,11-6 0 0,8 6 0 16,3-4 0-16,10 3 0 15,-1-5 0-15,12 3 0 16,0-3 0-16,6 3 0 0,3-2 0 15,2 1 0-15,5-3 0 16,-2 3 0-16,1-6 0 16,4 6 0-16,-5-4 0 15,1 2 0-15,-6-1 0 16,-1 4 0-16,-2-5 0 0,-2 5 0 16,-5 0-1-1,-5 0 1-15,-4 0 0 0,0 3 0 16,-5 1 1-16,-8-1-1 15,4 2 0-15,-3 1 1 0,-9 1 0 16,-5 0 0-16,-8-1 0 16,-7 1 0-16,-7-1 0 15,-6-2-1-15,-14-1 1 16,-13 2 0-16,-10-2 1 0,-4-4 1 16,-14 1-2-16,-1 3 3 15,-14-3 0-15,-1 0 0 16,-13 10 0-16,12-14 1 0,-12 14-1 15,5-13 0-15,-5 13-1 16,0 0-1-16,-2-7-1 16,2 7 1-16,-10 0-2 15,10 0 0-15,-15 0-1 16,15 0 1-16,-12 13-1 0,7-5 2 16,0 9 1-16,2 2 2 15,0 8 3-15,1 10 2 16,-1 10 0-16,-1 10 3 15,1 14-1-15,-5 15-2 0,1 8-1 16,0 10-1-16,-3 2-2 16,3 3 0-16,-9-3 0 15,4 1 0-15,2-11 1 0,0-7 1 16,0-5 0-16,3-7 0 16,-1-10 0-16,3-2-2 15,3-11-1-15,-1-4 0 16,1-11-2-16,0-1 0 0,-1-11 0 15,-2-7-1-15,0-5 0 16,2-4 1-16,3-11 0 16,-5 11 1-16,5-11-1 15,0 0 0-15,-9 0-2 16,9 0-3-16,-3-11-7 0,-6 3-26 16,9 8-47-16,-1-18 0 15</inkml:trace>
  <inkml:trace contextRef="#ctx0" brushRef="#br1" timeOffset="86917.96">18268 11725 431 0,'0'0'4'0,"0"0"2"16,3-13 2-16,-3 13 1 0,-3-15 1 15,-4 8 0-15,-2-3 1 16,-9 0 0-16,-1 2-4 16,-4 8-3-16,-2 0-4 0,-3 3 0 15,-1 4 0-15,1 8 0 16,-2 3 0-16,9-1 0 16,-2 4 0-16,10 3 0 15,0-4 0-15,12 2 0 16,2-5 0-16,12-4 0 15,2-1 0-15,8-7 0 0,7-5 0 16,0-3 0-16,2-7 0 16,0-5 0-16,1-7 0 15,-6-6 0-15,3-1 0 0,-9-8 0 16,-3-3 0-16,-6-4 0 16,-1-3 0-16,-6-6 0 15,-5 1 0-15,-5 2 0 16,-6 2 0-16,4 3 0 0,-5 5 0 15,1 9 0-15,2 8 0 16,-1 8 0-16,10 15 0 16,-8 0 0-16,3 22 0 15,5 10 0-15,3 11 0 0,7 4 0 16,0 10 0-16,2 0 0 16,3 2 0-16,2-4 0 15,1-6 0-15,0-7 0 16,-4-10 0-16,4 0 0 0,-7-9 0 15,5-3-8-15,-4-2-43 16,0-9-36-16,2-4 0 16</inkml:trace>
  <inkml:trace contextRef="#ctx0" brushRef="#br1" timeOffset="87134.19">18671 11589 447 0,'0'0'3'0,"0"0"2"0,0 0 1 16,0 8 1-16,0 6 0 15,0 0 1-15,0 6 0 16,0 0 0-16,0 5-3 16,2 0-1-16,4 3-1 0,-1-4-3 15,0-4-7-15,2 2-9 16,-3 6-63-16,5-17-5 15</inkml:trace>
  <inkml:trace contextRef="#ctx0" brushRef="#br1" timeOffset="87467.41">19066 11534 456 0,'0'0'3'0,"0"0"1"0,0 0 2 16,3 7 0-16,-3 3 1 15,0 7-2-15,0 4 1 16,0 5 0-16,0 4-2 0,0 0-3 16,2 4-2-16,-2-4-4 15,6 3-8-15,-4-11-22 16,-2 0-47-16,0-5-1 0</inkml:trace>
  <inkml:trace contextRef="#ctx0" brushRef="#br1" timeOffset="87666.99">18900 11718 398 0,'0'0'7'0,"0"0"2"16,0 0 1-16,7-10 1 16,-7 10 1-16,18-11 0 15,-3 4 1-15,7 0-1 0,-3 4-7 16,11-7-6-16,6 10-21 15,15-2-56-15,-8-4-4 16</inkml:trace>
  <inkml:trace contextRef="#ctx0" brushRef="#br1" timeOffset="88049.74">19650 11462 475 0,'0'0'3'16,"0"0"3"-16,0 0 0 15,0 0 0-15,11-11 1 0,-11 11 1 16,0 0-8-16,12 13 0 16,-10 2 0-16,-2 5 0 15,0 2 0-15,-2 8 0 16,-1 2 0-16,-10 0 0 0,6-2 0 15,-5-3 0-15,-3 1 0 16,0-6 0-16,-3-1 0 16,6-10 0-16,-3-1 0 15,3 0 0-15,2-8 0 0,10-2 0 16,-15 8 0-16,15-8 0 16,0 0 0-16,0 0 0 15,13 0 0-15,-1 0 0 16,2-2 0-16,7-2 0 15,4 2 0-15,2-2 0 0,8 1 0 16,-5 1-85-16,2-1-2 16</inkml:trace>
  <inkml:trace contextRef="#ctx0" brushRef="#br1" timeOffset="88500.91">19965 11767 474 0,'0'0'2'0,"0"0"1"0,0 0 2 16,4-8 2-16,-4 8 0 15,14-12 0-15,-7 4-1 16,4-5-6-16,3 2 0 0,0 4 0 15,5-4 0-15,-4 4 0 16,3 0 0-16,1 4 0 16,-2 3 0-16,-4 0 0 15,-3 7 0-15,-1 3 0 0,-3 2 0 16,-1 4 0-16,-7 2 0 16,-7 3 0-16,-3-1 0 15,0 5 0-15,-6-3 0 16,-2 0 0-16,3-3 0 15,-3-1 0-15,6-5 0 0,1-1 0 16,5-5 0-16,8-7 0 16,-2 11 0-16,2-11 0 15,12 0 0-15,6 0 0 16,5 0 0-16,1-5 0 0,5-3 0 16,7 2 0-16,-4 6-51 15,5-14-35-15,0 0-3 16</inkml:trace>
  <inkml:trace contextRef="#ctx0" brushRef="#br1" timeOffset="88700.34">20599 11662 494 0,'0'0'2'0,"0"0"0"16,0 0 2-16,5-2 2 15,-5 2-3-15,18-7-3 16,-6 1 0-16,4 4 0 0,0 0 0 16,5-2 0-16,6 4-22 15,-5 0-62-15,-2 0-3 16</inkml:trace>
  <inkml:trace contextRef="#ctx0" brushRef="#br1" timeOffset="88850.77">20597 11757 483 0,'0'0'2'0,"0"0"1"16,0 0 1-16,0 0 1 16,0 0 1-16,12 5 0 0,1-5-4 15,5 0-2-15,8 0 0 16,7-8 0-16,9 1-79 16,0-3-7-16</inkml:trace>
  <inkml:trace contextRef="#ctx0" brushRef="#br1" timeOffset="89526.31">22018 11039 478 0,'0'0'4'0,"0"0"2"0,0 0-1 15,7-11 1-15,-7 11 1 16,0 0-2-16,0 0-5 16,0 0 0-16,-9 3 0 0,2 12 0 15,2 7 0-15,1 5 0 16,4 6 0-16,0 4 0 16,9 2 0-16,0-1 0 15,1 1 0-15,5-6 0 0,-5-4 0 16,0-4 0-16,0-8 0 15,-5-5 0-15,-3-1 0 16,-2-11 0-16,0 0 0 0,0 0 0 16,-7-13 0-16,-3-2 0 15,2-5 0-15,-1-4 0 16,4-9 0-16,2-1 0 16,3-3 0-16,0-2 0 15,0-3 0-15,9 3 0 16,2 8 0-16,4 1 0 0,-1 7 0 15,4 3 0-15,5 8 0 16,-1 3 0-16,5 9 0 16,0 0 0-16,-2 7 0 0,1 5 0 15,-1 6 0-15,-13 6 0 16,-3-1 0-16,-6 6 0 16,-3-1 0-16,-10-1 0 15,-4-6 0-15,-7 2 0 0,-4-3 0 16,3-5-24-16,7 0-59 15,-7-8-4-15</inkml:trace>
  <inkml:trace contextRef="#ctx0" brushRef="#br1" timeOffset="90017.44">22492 11209 462 0,'0'0'3'0,"0"0"3"16,4-2 1-16,-4 2 1 16,7-13 1-16,-7 13 0 15,17-12-2-15,-7 5-7 16,2 1 0-16,0 5 0 0,1 1 0 16,-1 1 0-16,1 5 0 15,-1 3 0-15,-2 4 0 16,-4 4 0-16,-1-2 0 15,-5 2 0-15,0 1 0 0,-11-4 0 16,-1 1 0-16,-2-5 0 16,-2 3 0-16,-2-8 0 15,2 0 0-15,3-5 0 0,1 0 0 16,2-4 0-16,10 4 0 16,-2-16 0-16,2 3 0 15,9-4 0-15,3-3 0 16,4-2 0-16,6 2 0 0,0-1 0 15,0 0 0-15,-1 6 0 16,-2 5 0-16,-6 6 0 16,-3 4 0-16,-10 0 0 15,13 14 0-15,-13 1 0 0,0 6 0 16,2 3 0-16,0-2 0 16,1 1 0-16,2 2 0 15,2-6 0-15,6 3 0 16,-4-10-29-16,-1 4-55 0,10-7-3 15</inkml:trace>
  <inkml:trace contextRef="#ctx0" brushRef="#br1" timeOffset="90516.99">21551 11680 306 0,'0'0'5'0,"0"0"2"0,0 0 4 16,0 0 4-16,0 0 3 16,5 5 4-16,7-3-1 15,8 1 1-15,5-3-4 16,10 3-2-16,9-3-1 0,13 0-5 16,11 0-3-16,11 0-1 15,11 0 0-15,11 0-2 16,7 0-2-16,9 0-2 15,7 0 0-15,7 0 0 0,1 0 0 16,3 0 0-16,-6-3 0 16,-5 0 0-16,-15-1 0 15,-13 1 0-15,-13-2 0 0,-24 2 0 16,-11 1 0-16,-21 0 0 16,-10-1 0-16,-17 3 0 15,0 0 0-15,-14-3-9 16,-4 6-74-16,0-3-5 15</inkml:trace>
  <inkml:trace contextRef="#ctx0" brushRef="#br1" timeOffset="91450.32">22100 12081 417 0,'0'0'5'16,"0"0"3"-16,0 0 1 15,0-10 1-15,0 10 1 0,-13-9 0 16,4 4 0-16,-6 1 0 16,-5 4-4-16,-5 0-3 15,-2 9-2-15,-1 3 0 16,-4 5 1-16,5 6-3 0,-6 2 0 16,6 4 0-16,0 0 0 15,2 4 0-15,8-4 0 16,5-1 0-16,7-3 0 15,5-3 0-15,7-3 0 0,12-3 0 16,6-7 0-16,10-1 0 16,8-3 0-16,1-3 0 15,4-2 0-15,-2 0 0 16,0-4 0-16,-12-2 0 0,-1 1 0 16,-8 3 0-16,-9-1 0 15,-3 1 0-15,-13 2 0 16,10-2 0-16,-10 2 0 15,0 0 0-15,0 0 0 0,0 0 0 16,-7-7 0-16,7 7 0 16,0 0-12-16,-13-3-42 15,13 3-33-15,-10 0-1 0</inkml:trace>
  <inkml:trace contextRef="#ctx0" brushRef="#br1" timeOffset="93250.32">22365 12218 433 0,'0'0'5'0,"0"0"0"16,0 0 2-16,0 0 1 0,-7 0-1 15,7 0 1-15,-16 0 0 16,3 4 0-16,-4 4-5 16,1 3-2-16,4 3-1 15,2-3-1-15,0 5 0 0,8-1 0 16,2 0 0-16,9 0 0 16,7-5 1-16,1-3 0 15,8-2 1-15,0-2 0 16,5-3 1-16,-3-3 0 0,-4-5 1 15,-4-5 0-15,-1-1 1 16,-9-1 0-16,-4 0-1 16,-5-4-3-16,-5 4 0 15,-7-2 0-15,-6 2 0 0,4 2 0 16,-4 3 0-16,0 8-5 16,2-2-11-16,6 4-19 15,10 0-48-15,-11 11-2 16</inkml:trace>
  <inkml:trace contextRef="#ctx0" brushRef="#br1" timeOffset="93616.45">22774 12172 425 0,'0'0'4'0,"0"0"2"16,0 0 1-16,0 0 0 15,-13-4 1-15,3 4 0 16,-3 0 1-16,-4 0 0 15,-3 0-4-15,1 3-3 0,-1 1 0 16,2 4-1-16,4-1 0 16,2 0-1-16,12-7-1 15,-12 21 0-15,12-11 0 0,8-1 0 16,5 4 1-16,4-1-1 16,3-2 1-16,0 2 0 15,0-2-1-15,0-2 1 16,-2 2 0-16,-4-3-1 0,-5 1 1 15,-9-8 0-15,9 17 0 16,-9-17 0-16,-11 12 0 16,-1-6 0-16,-6-2-1 15,-1 1-1-15,-6-3-3 16,3 1-5-16,-1-3-9 0,6 0-33 16,8-3-30-16,-5-1-1 15</inkml:trace>
  <inkml:trace contextRef="#ctx0" brushRef="#br1" timeOffset="94060.31">23014 11987 465 0,'0'0'4'16,"0"0"2"-16,0 0 1 16,0 0 1-16,0 0 0 0,0 0 0 15,0 0-3-15,0 10-5 16,-2 5 0-16,-8 7 0 15,1 6 0-15,-5 4 0 0,7 5 0 16,-2 0 0-16,4 0 0 16,5-5 0-16,0-3 0 15,2-4 0-15,10-7 0 16,4-3 0-16,3-5 0 0,4-7 0 16,-1-3 0-16,0-3 0 15,5-9 0-15,-6-6 0 16,1 1 0-16,-7-8 0 15,-2-4 0-15,-9-7 0 16,-4 0 0-16,0-7 0 0,-10 2 0 16,-5 1 0-16,-7 3 0 15,-3 3 0-15,-5 11 0 16,2 8 0-16,0 7 0 16,3 8 0-16,2 5 0 0,5 13 0 15,8 4 0-15,6 7 0 16,4-1 0-16,2 7 0 15,10-3 0-15,3 2 0 16,8-6 0-16,5-1 0 0,-2-12-17 16,-3 4-66-16,11-6-3 15</inkml:trace>
  <inkml:trace contextRef="#ctx0" brushRef="#br1" timeOffset="94300.35">23439 12091 452 0,'0'0'5'0,"0"0"1"16,0 0 1-16,0 0 1 0,3 10 2 16,-3 0-1-16,0 5 1 15,0 5-6-15,-5 5-4 16,2-1 0-16,1 9 0 0,2 1 0 16,-2-2 0-16,2 1 0 15,-3-4 0-15,3-2 0 16,0-4 0-16,0-3 0 15,0-7 0-15,0-2-30 16,5-3-55-16,-5-8-3 16</inkml:trace>
  <inkml:trace contextRef="#ctx0" brushRef="#br1" timeOffset="98083.66">18868 13615 378 0,'0'0'7'0,"0"0"2"15,0 0 2-15,0-10 2 16,0 10 0-16,-3-15 1 0,-2 5 1 16,-5 2 0-16,0-2-6 15,-7 6-3-15,-3-4-2 16,-7 8-1-16,-5 0-2 0,-3 5 0 16,-3 5 0-16,-2 2-1 15,2 8 0-15,2-1 0 16,9 2 0-16,4 4 0 15,9-5 0-15,8-3 1 0,6 0-1 16,13-5 0-16,6-1 0 16,3-9 0-16,16-2 1 15,-6 0-1-15,9-10 0 0,-2-5 1 16,-2-2 0-16,0-3 0 16,1-7 0-16,-5 0 1 15,-6-5 1-15,-8-9-3 16,-1 0 0-16,-11-6 0 15,-2-3 0-15,-5-5 0 16,-5 1 0-16,-4 2 0 0,-7-3 0 16,4 10 0-16,-3 4 0 15,5 12 0-15,-2 5 0 16,4 10 0-16,8 14 0 0,-12 0 0 16,10 20 0-16,2 9 0 15,0 16 0-15,4 5 0 16,4 12 0-16,2 2 0 15,5 3 0-15,0-5 0 0,-1-3 0 16,9-4 0-16,-9-13 0 16,4-8 0-16,-6-4 0 15,6-5 0-15,-11-7 0 0,3-6 0 16,-4-3 0-16,-6-9 0 16,7 13 0-16,-7-13 0 15,0 0 0-15,0 0 0 16,0 0 0-16,0 0 0 15,0 0 0-15,0 0 0 16,0 0 0-16,0 0 0 0,0 0 0 16,0 0-2-16,0 0-19 15,5-8-34-15,-5 8-31 16,0 0-2-16</inkml:trace>
  <inkml:trace contextRef="#ctx0" brushRef="#br1" timeOffset="98600.45">19298 13625 454 0,'0'0'5'0,"0"0"2"0,0 0 2 16,0 0 1-16,5-9 1 15,-5 9-1-15,0 0-5 16,0 0-5-16,0 3 0 0,0 11 0 16,0 0 0-16,0 5 0 15,0 4 0-15,0 2 0 16,0 0 0-16,-3 0 0 15,3 0 0-15,0-6 0 16,0 0 0-16,3-1 0 16,-1-8 0-16,0 0 0 0,-2-10 0 15,4 12 0-15,-4-12-21 16,0 0-65-16,0 0-4 16</inkml:trace>
  <inkml:trace contextRef="#ctx0" brushRef="#br1" timeOffset="98900.91">19682 13521 461 0,'0'0'2'16,"0"0"2"-16,0 0 2 15,11-3 1-15,-11 3 0 0,0 0 0 16,12-4 1-16,-12 4-1 16,10-3-5-16,-10 3-2 15,15 0 0-15,-3 0 0 16,1 3 0-16,-1-3-25 0,-12 0-59 15,15 0-4-15</inkml:trace>
  <inkml:trace contextRef="#ctx0" brushRef="#br1" timeOffset="99066.93">19685 13637 392 0,'0'0'6'0,"0"0"3"16,0 0 3-16,0 0 1 15,8 4 1-15,2-1 1 0,4-3 0 16,6 0-1-16,5 0-10 16,0-3-14-16,10-1-69 15,0 0-4-15</inkml:trace>
  <inkml:trace contextRef="#ctx0" brushRef="#br1" timeOffset="99767.08">20758 12990 483 0,'0'0'3'0,"0"0"2"16,0 0 0-16,0-9 1 15,0 9 0-15,0 0-3 0,0 0-3 16,0 0 0-16,-5 19 0 16,5 3 0-16,0 6 0 15,0 6 0-15,8 4 0 0,-1 6 0 16,1-2 0-16,2-3 0 16,-1-6 0-16,2-1 0 15,-6-7 0-15,2-8 0 16,-5-5 0-16,-2-12 0 15,0 0 0-15,0 0 0 16,-9-1 0-16,-3-14 0 0,4-5 0 16,-7-5 0-16,2-5 0 15,1-6 0-15,0-5 0 16,4-4 0-16,5 4 0 0,3-5 0 16,0 5 0-16,11 2 0 15,3 4 0-15,7 7 0 16,4 7 0-16,6 5 0 15,5 4 0-15,-2 12 0 16,3 0 0-16,-7 12 0 0,2 5 0 16,-6 1 0-16,-10 7 0 15,-3 1 0-15,-10 2 0 16,-3 0 0-16,-10-1 0 0,-8-2 0 16,-1-1 0-16,-7-4 0 15,1 0 0-15,-4-7-16 16,6 1-21-16,16-2-48 15,-11-6-3-15</inkml:trace>
  <inkml:trace contextRef="#ctx0" brushRef="#br1" timeOffset="100317.39">21121 13191 452 0,'0'0'5'0,"0"0"2"16,0-8 1-16,0 8 0 0,3-12 1 15,-3 12 0-15,7-14 0 16,-7 14-5-16,15-10-4 16,-5 7 0-16,2 3 0 0,1 0 0 15,-1 3 0-15,3 3 0 16,-3 7 0-16,-4-1 0 15,-3 4 0-15,0 1 0 0,-5-2 0 16,-2 2 0-16,-6-2 0 16,-2-1 0-16,0-3 0 15,-3-1 0-15,1-6 0 16,3 1 0-16,9-5 0 16,-13 0 0-16,13 0 0 0,0-15 0 15,5 6 0-15,3-5 0 16,4-7 0-16,3-4 0 15,4 3 0-15,-1-3 0 16,1 3 0-16,-3 2 0 0,-2 3 0 16,-1 2 0-16,-5 8 0 15,-8 7 0-15,0 0 0 16,7 0 0-16,-5 12 0 16,-2 0 0-16,0 8 0 0,0-1 0 15,3 6 0-15,-1-2 0 16,4-1 0-16,1 1 0 15,0-4 0-15,6-4 0 0,2 0 0 16,-1-5 0-16,6 3-3 16,1-11-15-16,1 0-66 15,-3 3-3-15</inkml:trace>
  <inkml:trace contextRef="#ctx0" brushRef="#br1" timeOffset="101000.32">20252 13580 287 0,'0'0'5'0,"0"0"3"16,0 0 1-16,-13 3 3 15,13-3 0-15,-12 2 1 16,12-2 1-16,-10 2 1 16,10-2-3-16,0 0-4 0,0 0 1 15,0 0 0-15,0 0-1 16,12 6 0-16,11-6 1 15,7 0-3-15,9 0 2 16,16 0-2-16,7-3-2 16,15-2-2-16,12 0-1 0,8 0 0 15,10 0 0-15,5 0 0 16,9 0 0-16,4 0 0 16,5-3 0-16,-6 1 0 0,2 3 0 15,-1-2 0-15,-8-2 1 16,-13 4 0-16,-10 0 0 15,-17-5 0-15,-12 9 1 16,-18-4 3-16,-10 4-1 0,-17 0-1 16,-11 0-1-16,-9 0-3 15,0 0-3-15,-12 0-10 16,-5 0-35-16,2 0-38 16,-5 0-1-1</inkml:trace>
  <inkml:trace contextRef="#ctx0" brushRef="#br1" timeOffset="101517.49">20528 13872 389 0,'0'0'7'0,"0"0"2"0,0 0 3 0,-6-14 1 16,6 14 1-16,-17-11 1 15,7 9 1-15,-10 0 0 16,-2 2-6-16,-3 4-3 0,1 9-4 15,-4 4-3-15,0 5 0 16,4 3 0-16,3 3 0 16,7-3 0-16,4 1 0 0,10-1 0 15,3-2 0-15,11-6 0 16,9-2 0-16,6-5 0 16,6-6 0-16,5-1 0 15,0-3-3-15,9-3-37 0,6-1-44 16,-13-4-4-16</inkml:trace>
  <inkml:trace contextRef="#ctx0" brushRef="#br1" timeOffset="101850.09">20746 13949 395 0,'0'0'6'0,"0"0"2"0,0 0 2 15,0 0 2-15,-10 8 1 16,10-8 0-16,-12 20 1 0,4-11-1 15,1 3-4-15,1 4-3 16,6-2-1-16,0 1-1 16,11-5-1-16,3 1-3 15,4-4 0-15,4 0 0 0,5-7 0 16,1 0 0-16,2 0 0 16,-3-7 0-16,0 0 0 15,-4-4 0-15,-8 1 0 16,-5-2 0-16,-6-3 0 0,-4 1 0 15,-7-2 0-15,-5 1 0 16,-8 3 0-16,-4 2 0 16,-2 5 0-16,1 2 0 15,0 3 0-15,4 0 0 0,5 11-18 16,-2 3-54-16,18-14-15 16</inkml:trace>
  <inkml:trace contextRef="#ctx0" brushRef="#br1" timeOffset="102251.87">21213 13914 448 0,'0'0'4'0,"0"0"0"16,0 0 2-16,-5-6-1 16,5 6 2-16,-20-4 1 0,8 2 0 15,-3 2 0-15,0 0-3 16,-3 0-1-16,2 6 0 15,0-2-4-15,2 3 0 0,6-2 0 16,8-5 0-16,-5 15 0 16,5-2 0-16,7-4 0 15,4 1 0-15,5 3 0 16,5-6 0-16,1 4 0 0,-2-2 0 16,5 1 0-16,-3 0 0 15,-2-2 0-15,-3-1 0 16,-1 2 0-16,-9 0 0 15,-7-9 0-15,2 16 0 0,-2-16 0 16,-15 13 0-16,-7-9 0 16,2 4 0-16,-10-5 0 15,5 1 0-15,-5-4 0 16,6 3 0-16,-1-3-4 0,7 0-16 16,4-5-42-16,14 5-23 15,-5-20-2-15</inkml:trace>
  <inkml:trace contextRef="#ctx0" brushRef="#br1" timeOffset="102766.95">21503 13827 477 0,'0'0'3'16,"0"0"1"-16,0 0 2 0,0 0 0 15,0 0 1-15,0 0 1 16,-7 8-8-16,-5 2 0 15,2 5 0-15,-2 2 0 16,0 10 0-16,-4-2 0 0,7 5 0 16,-2 0 0-16,4 2 0 15,4-2 0-15,3-3 0 16,3-5 0-16,4-2 0 16,4 0 0-16,3-11 0 15,1 1 0-15,5-7 0 0,2-3 0 16,-1 0 0-16,0-7 0 15,-1-7 0-15,1-5 0 16,-5-3 0-16,-3-6 0 16,-5-1 0-16,-4-6 0 0,-4-2 0 15,-2 0 0-15,-8 0 0 16,-3 5 0-16,-1 4 0 16,-6 5 0-16,-3 6 0 0,-6 9 0 15,-1 2 0-15,1 6 0 16,-1 10 0-16,0 5 0 15,5 2 0-15,0 8 0 16,10-1 0-16,5 6 0 16,10-5 0-16,2 3 0 0,16-7 0 15,2-3 0-15,4 0 0 16,9-6 0-16,2-5 0 16,2-1 0-16,0-6 0 15,5 0 0-15,-10-6 0 0,7-1-78 16,-7-3-10-16</inkml:trace>
  <inkml:trace contextRef="#ctx0" brushRef="#br1" timeOffset="103000">21846 13949 487 0,'0'0'1'0,"0"0"2"0,0 10 2 16,0-10 1-16,0 18 0 0,0-9-3 15,0 8-3-15,0 6 0 16,0-1 0-16,0 2 0 16,6 4 0-16,-4-1 0 15,3-2 0-15,0 0 0 0,-3-5 0 16,6-3 0-16,-8-7 0 16,10-5-49-16,-10-5-38 15,17 0-3-15</inkml:trace>
  <inkml:trace contextRef="#ctx0" brushRef="#br1" timeOffset="103701.84">22692 13493 386 0,'0'0'7'16,"0"0"2"-16,0 0 3 15,0 0 2-15,0 0 0 16,0 0 0-16,0 8 2 0,0-8 0 16,0 0-6-16,12 10-2 15,3-10-3-15,-1 3-5 16,12-3 0-16,3 1 0 15,6-1 0-15,6 0 0 0,3 0 0 16,0-1 0-16,1 1 0 16,-5-3 0-16,-6 3 0 15,-1-3 0-15,-8 3 0 16,-7-3 0-16,-6 3 0 0,-12 0 0 16,13 0 0-16,-13 0 0 15,0 0 0-15,0 0 0 16,0 0 0-16,0 0 0 15,0 0 0-15,0 0 0 0,-9 9 0 16,9-9 0-16,-9 1 0 16,9-1 0-16,-12 10 0 15,1 4-45-15,11-14-45 16,-14 1-3-16</inkml:trace>
  <inkml:trace contextRef="#ctx0" brushRef="#br1" timeOffset="104883.78">23566 13240 415 0,'0'0'5'0,"0"0"3"16,15-12 3-16,-15 12 1 0,15-10 1 16,-15 10 1-16,15-10 0 15,-15 10 0-15,10-5-9 16,-8 10-5-16,-2 8 0 15,-2 6 0-15,-5 6 0 0,-1 5 0 16,-2 2 0-16,-2 6 0 16,0-4 0-16,-4-1 0 15,4-4 0-15,-1-4 0 16,4-8 0-16,-1 1 0 0,4-9 0 16,6-9 0-16,-2 13 0 15,2-13 0-15,0 0 0 16,8 4 0-16,2-4 0 15,2-4 0-15,3 1 0 0,2-1 0 16,4 1 0-16,6-5 0 16,-5 5 0-16,2-1 0 15,-1 1 0-15,-3 2 0 16,-3-2 0-16,-2 0 0 0,-15 3-6 16,17-3-20-16,-17 3-60 31,0 0-2-31</inkml:trace>
  <inkml:trace contextRef="#ctx0" brushRef="#br1" timeOffset="105334.2">24046 13540 484 0,'0'0'4'0,"0"0"1"0,0 0 2 0,0 0 0 16,0-10-3-16,0 10-4 15,0-9 0-15,0 9 0 16,2-18 0-16,-2 18 0 0,18-14 0 16,-8 6 0-16,7 0 0 15,3 6 0-15,0-1 0 16,5 3 0-16,-3 0 0 15,0 3 0-15,-1 9 0 16,-7 1 0-16,-4-1 0 0,-5 5 0 16,-5 1 0-16,-8 7 0 15,-9-6 0-15,-3 3 0 16,-5 2 0-16,-2-5 0 16,-3 3 0-16,6-2 0 0,-1-3 0 15,7-1 0-15,3-4 0 16,8-5 0-16,7-7 0 15,7 12 0-15,13-9 0 16,2-3 0-16,13 0 0 0,5 0 0 16,2-3 0-16,8 3 0 15,-5-10 0-15,0-5-55 16,-3 9-36-16</inkml:trace>
  <inkml:trace contextRef="#ctx0" brushRef="#br1" timeOffset="106150.7">17953 12832 383 0,'0'0'5'0,"0"0"1"15,0 0 1-15,0 0-1 16,-7 7 2-16,2 8 1 16,0 15 1-16,-1 12 1 0,4 18-4 15,-3 12-2-15,5 17 2 16,0 10 0-16,3 5 0 15,1 2-1-15,-1 3 1 16,3-8 0-16,-4-1 0 0,-2-11-1 16,0-10-6-16,-2-7 0 15,-4-7 0-15,1-11 0 16,0-13 0-16,3-5 0 16,2-11 0-16,-3-6 0 0,3-19-5 15,0 0-6-15,0 0-4 16,3-12-11-16,-3-6-34 15,2-14-23-15,3-7-3 16</inkml:trace>
  <inkml:trace contextRef="#ctx0" brushRef="#br1" timeOffset="107351.79">17998 12697 275 0,'0'0'3'15,"0"0"0"-15,0 0 1 16,10-6 0-16,-3 4 3 0,5-4 1 15,8 1 1-15,6-2 1 16,6 2-2-16,5 0 0 16,13 0-1-16,5-3-1 0,7 6-1 15,10-3-1-15,8 3-2 16,3-3 0-16,16-1-1 16,4 1 2-16,3 1-2 15,4-1 0-15,10-2 0 0,-1 2 0 16,8-3 0-16,-1 1 1 15,3 2-2-15,-1 0 1 16,8 0 0-16,-2 2-1 16,0-2 0-16,0 3 1 0,0-1-1 15,0-2 0-15,-1 1 0 16,0-2 0-16,-1 2 0 16,-6-2 0-16,1-1 0 15,3 0 0-15,-6 2 0 0,-4-1 0 16,-2 2 0-16,-3 2 0 15,2 2 0-15,-5 0 0 16,-6 0 0-16,-2 2 0 16,1 1 0-16,-3 1 0 0,-3 0 0 15,-1 0 0-15,-8 1 0 16,2 3 0-16,-4-4 0 16,-4-1 0-16,-1 1 1 15,-7 2-1-15,-1-2 0 0,-5 1 0 16,-1 0 0-16,-5 0 1 15,-2-2-1-15,-2-1 2 16,-4 1-1-16,-2-1 0 16,-3-2 0-16,0 0 0 0,1 0 0 15,-5 0 1-15,3 0-1 16,-4-2 0-16,0-1 0 16,0 1 0-16,-3-1 0 15,2 3 0-15,-8-5-1 0,3 5 1 16,0-2 0-16,-3-1 0 15,3 1 0-15,-5-1 0 16,4 1 0-16,-2 0 1 16,3-1-1-16,0 0 0 15,-5 0 0-15,-3 2-1 0,-2-2 1 16,-6 0 0-16,-1-1 2 16,-3-1 1-16,-8 0 0 15,-2 0 1-15,-10 5 1 0,10-10-1 16,-10 10 1-16,5-18-1 15,-5 18-1-15,1-15-2 16,-1 15 0-16,0-16-1 16,0 16-1-16,4-10 0 0,-4 10 0 15,0 0-2-15,0 0 0 16,0 0 0-16,0 0 0 16,0 0 0-16,-8 7 0 0,4 8 1 15,-1 2 0-15,0 7 2 16,0 11 0-16,-3 10 0 15,3 10 1-15,3 7 1 16,-3 12 1-16,3 10 0 16,-3 10 0-16,5 6 0 15,-3 1 1-15,3 4 1 0,0-3 0 16,0-2 0-16,5-4 0 16,2-6 0-16,3-6 0 15,-2-6-2-15,-1-9-4 0,-4-8 0 16,-1-7 0-16,1-4 0 15,-3-9 0-15,0-10 0 16,0-6 0-16,-5-4 0 16,5-3 0-16,-3-3 0 0,1-5 0 15,0-3 0-15,-1 4 0 16,3-11-22-16,-15 7-62 16,15-7-4-16</inkml:trace>
  <inkml:trace contextRef="#ctx0" brushRef="#br1" timeOffset="109200.31">17866 14291 319 0,'0'0'3'15,"0"0"0"-15,0 0 1 16,-5 7 2-16,3 1 3 0,-1 7 0 15,1 4 1-15,2 5 2 16,0 5-1-16,0 2-2 16,0 4-2-16,0 0-1 0,5-1-2 15,-3-1 0-15,1-5-2 16,-1-2 1-16,-2-8-1 16,0-1-1-16,2-5 0 15,1 1 1-15,-3-13-1 16,2 12-1-16,-2-12 1 15,8 8 0-15,-8-8-1 0,15 7 1 16,-8-4-1-16,8 1 1 16,6-1 0-16,3 1-1 15,8-1 1-15,6 2 0 0,6-2 0 16,9-1 1-16,11-2-2 16,8 4 1-16,6-4-1 15,11 0 1-15,5 0 0 16,10-4-1-16,6-1 1 0,1 0-1 15,9 2 0-15,-3-1-1 16,7 1 0-16,0 2 0 16,-2-5 0-16,0 3-1 15,2 1 0-15,0 0 1 16,3-3 1-16,-2 0 1 0,3-3 0 16,-1 1 0-16,3-1 1 15,1 1 0-15,-2 2-1 16,0 0 1-16,0 3 0 15,1-1-2-15,-6 3 1 0,3-1 0 16,-3 1-1-16,-2 0 1 16,4-4-1-16,3 4 1 15,0-2-1-15,2 2 1 16,-2-3-1-16,7 2 2 0,-2-6 1 16,-2 6-1-16,-3-5 2 15,0 5 0-15,-7-8 1 16,0 5 0-16,-5-4 0 0,-5 6 0 15,-3-3-2-15,-2 0 1 16,-6 3-2-16,-4-1-1 16,-7 3 0-16,-5-3 0 15,-14 3-1-15,-6 0 0 16,-10 0 0-16,-11 0 1 0,-6 0-1 16,-9 0 1-16,-7 0-1 15,-4 0 0-15,-3 0 1 16,-2 0-1-16,-4 0 1 15,-9 0-1-15,15 0 1 0,-15 0-1 16,0 0 1-16,10 0-1 16,-10 0 1-16,0 0-1 15,0 0 0-15,0 0 0 0,0 0 0 16,0 0 0-16,0 0 0 16,8 3 0-16,-8-3 0 15,0 0 0-15,15 0 1 16,-15 0-1-16,12 0 0 15,-12 0 1-15,17 0-1 0,-7 0 0 16,-2 3 0-16,-8-3 0 16,13 0 0-16,-13 0 0 15,17 0 0-15,-17 0 0 16,15 0 0-16,-15 0 1 0,14 0-1 16,-14 0 1-16,15 0-1 15,-15 0 1-15,13 0-1 16,-13 0 2-16,7-3-2 15,-7 3 0-15,0 0 0 0,10-3 0 16,-10 3 0-16,0 0 0 16,0 0 0-16,0 0 0 15,0 0 0-15,0 0 0 16,0 0 0-16,0 0 0 0,0 0 0 16,0 0 0-16,0 0 0 15,0 0 0-15,0 0 0 16,0 0 0-16,0 0 0 15,8-7 0-15,-8 7 0 0,5-14 0 16,-3 3 0-16,3-3 0 16,0-4 0-16,0-4 0 15,3-3 0-15,-1-4 0 16,-2-4 0-16,2-2 0 0,1 6 0 16,-4-4 0-16,2 7 0 15,-4 5 0-15,-2 4 0 16,0 2 0-16,0 15 0 15,0-12 0-15,0 12 0 0,0 0 0 16,0 0 0-16,0 0 0 16,0 0 0-16,0 0-14 15,0 0-77-15,15 0-2 16</inkml:trace>
  <inkml:trace contextRef="#ctx0" brushRef="#br1" timeOffset="117250.69">6178 12291 357 0,'0'0'5'0,"0"0"2"0,0 0 2 15,0 0 1-15,0 0-1 16,0 0 1-16,0 0 1 16,10-7 1-16,5 5-3 0,7-1-3 15,13-1-1-15,8-2 0 16,11 2 1-16,13-2-1 16,8 2-1-16,9-4-1 15,8 2-1-15,3 0 1 16,-3-4 0-16,-1 0 0 0,-6 3 0 15,-11-4 1-15,-7 7 0 16,-14-4 0-16,-11 4 1 16,-13 1 2-16,-6 3-7 15,-13 0 0-15,-10 0 0 0,10 0 0 16,-10 0 0-16,0 0 0 16,-10 7 0-16,10-7 0 15,-17 10 0-15,17-10-78 0,-7 17-9 16</inkml:trace>
  <inkml:trace contextRef="#ctx0" brushRef="#br1" timeOffset="121367.28">6891 12495 262 0,'0'0'2'0,"0"0"-1"16,0 0 2-16,5 0 2 15,-5 0 2-15,9 8 0 0,2-2 2 16,-3 1 0-16,1 10 0 16,7-3 2-16,-2 3-2 15,10 6-3-15,0-1 0 16,6 3 0-16,-1 2-2 16,6 1-1-16,2 4-2 0,7 0 1 15,-1 5-2-15,2-2 1 16,7 2-1-16,1 3 2 15,6-3-2-15,8 2 1 0,2-5 1 16,11-1 0-16,4-3-1 16,8-5-1-16,6-3-1 15,11-3 0-15,-2-7-2 16,2 1 0-16,8-6 1 0,-3-2-1 16,2-5 0-16,6-1 2 15,-5-10 0-15,-3-2 1 16,1-3 1-16,-6-7 0 15,1 0 0-15,-4-2 1 0,-9-4 1 16,-5 0 1-16,-10-1 2 16,-2-5-1-16,-13 3 3 15,-2-2-1-15,-8 1 1 16,-13-3 0-16,-2 3 0 0,-6-3-1 16,-4 5 0-16,-8 1-1 15,1 3 0-15,-5 4-1 16,-8 2 0-16,1 5 0 15,-8 4 0-15,-2 5-1 16,-3 7-1-16,2-10 0 0,-2 10-3 16,0 0-1-16,0 0-4 15,0 0-1-15,0 0-1 16,0 0-3-16,0 0-5 0,0 0-11 16,0 0-45-16,0 0-7 15</inkml:trace>
  <inkml:trace contextRef="#ctx0" brushRef="#br1" timeOffset="121788.56">9890 12497 338 0,'0'0'6'0,"0"0"1"0,0 0 1 16,0 0 1-16,0 0 1 16,0 0 4-16,0 0-1 15,15-4 2-15,2 4-5 0,1 0-2 16,7 0 1-16,3 0-1 15,6 0-1-15,3-3-3 16,0 0-1-16,0 1 0 0,-2 2-1 16,-2 0 0-16,-4 2 0 15,-6 6-1-15,-5 2 1 16,-9 1-1-16,-2 10 1 16,-7 4-2-16,0 0 1 0,-2 2-1 15,-8 3 0-15,1-3-2 16,-2 3-3-16,-1-3-4 15,3 0-10-15,-4 1-39 0,5-11-24 16,1-5-3-16</inkml:trace>
  <inkml:trace contextRef="#ctx0" brushRef="#br1" timeOffset="122817.1">9639 11897 262 0,'0'0'3'0,"0"0"0"0,0 0 2 0,0 0 1 16,0 0 0-16,0 0 2 15,-2 13 2-15,2-13-1 16,-12 15-2-16,4-7 0 16,0 4-2-16,-1 3 0 0,-4 1-2 15,1 2-1-15,0 4-1 16,-6 1 1-16,0 4-2 16,1-2 1-16,-1 7 0 0,-3-2-1 15,-2 2 0-15,-2 3 0 16,0 0 1-16,0 1-1 15,-7 0 1-15,2 6 0 16,-10-3 0-16,3 0-1 0,-7 4 2 16,-1-3-1-16,-2 2 1 15,-8-3-1-15,5 3 1 16,-7-2 0-16,3 2 1 16,-1 3-1-16,-2-3 1 15,2-2-1-15,-2 0 0 0,-3-1 0 16,0-2-1-16,-3 3 1 15,-3-5-1-15,-1-4 0 16,0 1 0-16,-5-1 0 16,2-5 2-16,1-1-2 0,-3-2 1 15,2-4-1-15,1-1 1 16,2-5-1-16,0-4 1 16,2 1 0-16,1-3-1 15,2-2 1-15,-4 1-1 0,2-4 0 16,4 0 0-16,4-2 0 15,-6 0 0-15,4 0 1 16,4 0-1-16,1-4 1 0,6-2 0 16,0 1 1-16,10-2 0 15,0 0 0-15,7 2 1 16,5-5-1-16,2 3 0 16,6-1 0-16,4 1 0 15,1 1 0-15,12 6-2 0,-15-12-1 16,15 12-1-16,0 0-3 15,0 0-3-15,0 0-2 16,0 0-6-16,0 0-12 16,0 0-38-16,0 0-14 0</inkml:trace>
  <inkml:trace contextRef="#ctx0" brushRef="#br1" timeOffset="123583.25">6735 13181 290 0,'0'0'7'0,"0"0"2"0,0 0 4 0,0 0 1 15,0 0 1-15,0 0-1 16,0 0 3-16,-2 13 1 16,2-1-6-16,2 3-5 15,3 4-3-15,1 6-1 0,6 0 0 16,0 7-1-16,2-4-1 15,1-1-1-15,-3-2 0 16,4-3 1-16,-7-2-1 16,1-3 0-16,1-2 0 0,-4 0 0 15,-2-5-1-15,-5-10 1 16,9 10 1-16,-9-10 1 16,0 0 0-16,0 0-1 15,0 0 2-15,-7-10-2 0,0-2 2 16,0-9-1-16,-6 1-2 15,1-1 1-15,0-7 0 16,-1 1-1-16,-2-1 1 16,0-1 0-16,3 1 0 0,-1 6 1 15,1 0 0-15,2 2 0 16,2 5 1-16,1 1 0 16,2 3 1-16,2 1-1 0,3 10 1 15,-4-12-1-15,4 12-1 16,0 0-1-16,0 0-1 15,0 0-1-15,0 0 1 16,0 0-1-16,0 0 1 16,7-2 0-16,0 0 1 0,6 2 0 15,2-4 1-15,0 0 1 16,4-1-1-16,1 0-1 16,3-5 1-16,-1 0-1 15,5 3 0-15,1-3 0 0,-3-1 0 16,0 4 0-16,-4 0-1 15,4 2 1-15,-7-1-1 16,-1 5 0-16,-2-2-1 16,-3 3-3-16,-12 0-6 0,18 7-13 15,-3 1-59-15,-15-8 0 16</inkml:trace>
  <inkml:trace contextRef="#ctx0" brushRef="#br1" timeOffset="124952.02">19039 15892 381 0,'0'0'3'15,"0"0"1"-15,0 0 2 16,0 0 1-16,0 0 2 0,-3-11 2 16,3 11 2-16,0 0 1 15,-12-7 1-15,3 5-3 16,-2-2 0-16,0 3-2 0,-3 1-1 15,4 0-4-15,-4 0-5 16,-4 1 0-16,6 5 0 16,-6-1 0-16,-2 4 0 15,3 5 0-15,2-3 0 0,-2 7 0 16,4 2 0-16,3 2 0 16,6-2 0-16,1 2 0 15,3-2 0-15,7 0 0 16,5-5 0-16,6-4 0 15,2-2 0-15,4-7 0 0,1 0 0 16,2-2 0-16,-1-4 0 16,0-6 0-16,0 0 0 15,-4-8 0-15,-4-1 0 0,0-9 0 16,-4-1 0-16,-2-9 0 16,-4-7 0-16,0-1 0 15,-4-10 0-15,-4 5 0 16,0-3 0-16,0 2 0 0,-4 2 0 15,-4 10 0-15,4 11 0 16,-3 1 0-16,3 11 0 16,-1 7 0-16,5 10 0 15,0 0 0-15,-2 13 0 0,2 12 0 16,2 4 0-16,5 8 0 16,2 8 0-16,-2 7 0 15,5-1 0-15,1 5 0 16,0-8 0-16,0-2 0 15,3-2 0-15,-2-7 0 0,2-4 0 16,-2-7 0-16,4-3 0 16,-4 0 0-16,-1-9 0 15,4 1-21-15,1-2-66 0,-6-9-3 16</inkml:trace>
  <inkml:trace contextRef="#ctx0" brushRef="#br1" timeOffset="125600.31">19859 15973 476 0,'0'0'4'0,"0"0"1"16,0 0 2-16,-2-11 2 0,2 11-1 16,-3-14-6-16,3 14-2 15,-5-17 0-15,5 4 0 16,0 4 0-16,3 2 0 0,-3 7 0 16,18-14 0-16,-4 7 0 15,8 5 0-15,-2 0 0 16,5 2 0-16,-2 0 0 15,-2 7 0-15,-1 1 0 16,-2 6 0-16,-8 1 0 0,-8 5 0 16,-2 1 0-16,-7 3 0 15,-8 0 0-15,-2 1 0 16,-3-1 0-16,-1-3 0 0,0 1 0 16,1-5 0-16,5-2 0 15,2-6 0-15,8 2 0 16,5-11 0-16,0 13 0 15,0-13 0-15,18 4 0 16,-3-4 0-16,2 0 0 0,5 0 0 16,1 0 0-16,-1-4 0 15,3 0 0-15,-1 2 0 16,-6 0 0-16,0-1 0 16,-4 3 0-16,-6-2 0 0,-8 2 0 15,10 0 0-15,-10 0 0 16,0 0 0-16,0 0 0 15,0 0 0-15,0 0 0 16,0 0 0-16,0 0 0 0,0 0 0 16,0 0 0-16,-6 2 0 15,6-2 0-15,0 0-28 16,-14 3-60-16,14-3-2 0</inkml:trace>
  <inkml:trace contextRef="#ctx0" brushRef="#br1" timeOffset="131237.04">6449 6936 335 0,'0'0'5'0,"0"0"3"0,0 0 2 15,0 0 4-15,0 0 1 16,0 0 1-16,0 0 1 16,0 0 1-16,0 0-4 15,8-10-2-15,-8 10-3 16,9-10-1-16,-9 10-1 0,18-10-1 16,-6 8-1-16,0-4-1 15,1 5 0-15,1-2 0 16,4 1-4-16,-1 2 0 0,-1 0 0 15,1 0 0-15,-2 0 0 16,-3 2 0-16,1 1 0 16,-1 2 0-16,1 2 0 0,-3-3 0 15,-3 6 0-15,-2 1 0 16,3-2 0-16,-6 1 0 16,1 5 0-16,-3-2 0 15,0 5 0-15,-5-1 0 16,-1-1 0-16,-4 5 0 0,1-2 0 15,-4 1 0-15,-2-2 0 16,0-1 0-16,3 0 0 16,-3-2 0-16,-1-2 0 15,7-4 0-15,-1 3 0 0,0-6 0 16,10-6 0-16,-12 10 0 16,12-10 0-16,0 0 0 15,-13 7 0-15,13-7 0 16,0 0 0-16,0 0 0 0,0 0 0 15,0 0 0-15,0 0 0 16,0 0 0-16,0 0 0 16,0 0 0-16,0 0 0 0,0 0 0 15,0 0 0-15,0 0 0 16,0 0 0-16,0 0 0 16,0 0 0-16,0 0 0 15,0 0 0-15,0 0 0 0,0 0 0 16,0 0 0-16,0 0 0 15,0 0 0-15,0 0 0 16,0 0 0-16,0 0 0 16,0 0 0-16,0 0 0 0,0 0 0 15,0 0 0-15,0 0 0 16,0 0 0-16,0 0 0 16,5 0 0-16,-5 0 0 15,0 0 0-15,11 0-3 16,-11 0-2-16,0 0 1 0,0 0 1 15,0 0 0-15,0 0 2 16,0 0 0-16,0 0 1 16,0 0 0-16,0 0 0 0,0 0 1 15,0 0 0-15,0 0 0 16,0 0 0-16,0 0 0 16,0 0 0-16,0 0 0 15,0 0 0-15,0 0 1 0,0 0-2 16,0 0 1-16,0 0 0 15,0 0-1-15,0 0 1 16,0 0-1-16,0 0 1 0,0 0-1 16,0 0 1-16,0 0 0 15,-5 0-1-15,5 0 1 16,0 0 2-16,-13 0-3 16,13 0 0-16,0 0 0 15,-10-3 0-15,10 3 0 0,0 0 0 16,0 0 0-16,0 0 0 15,0 0 0-15,0 0 0 16,12-4 0-16,1 1 0 16,2-2 0-16,5 3 0 0,2 0 0 15,0-2 0-15,6 4 0 16,-1 0 0-16,0 0 0 16,1 4 0-16,-5 2 0 15,1 2 0-15,-4 5 0 0,-2-1 0 16,-2 2 0-16,0 2 0 15,-4 1 0-15,-5 0 0 16,-2 0 0-16,-3 1 0 16,-2-3 0-16,-2 2 0 0,-5-2 0 15,-5 2 0-15,-1-5 0 16,-4 4 0-16,-3-1 0 16,-5-3 0-16,1 0 0 15,-4-2 0-15,1 2 0 0,-1-4 0 16,-2 2 0-16,3-5 0 15,2-3 0-15,6 1 0 16,3-1 0-16,2-2 0 16,3 0 0-16,11 0 0 0,-9 0 0 15,9 0 0-15,0 0 0 16,0 0 0-16,4-5 0 16,-4 5-35-16,21-10-55 15,-7 0-3-15</inkml:trace>
  <inkml:trace contextRef="#ctx0" brushRef="#br1" timeOffset="133083.76">3072 5613 253 0,'0'0'6'0,"0"0"4"15,0 0 3-15,0 0 2 16,-9 0 2-16,9 0 4 16,0 0 2-16,-11-2 3 15,11 2-6-15,0 0-2 0,0 0-2 16,-5-10-3-16,5 10-1 15,0-8-2-15,0 8-2 16,8-12-2-16,0 2-1 0,-1-2 0 16,0 1 0-16,3 4-1 15,3-5-1-15,-4 2-1 16,1 0-2-16,1 3 0 16,1-1 0-16,1 0 0 0,1 4 0 15,2 0 0-15,-2 0 0 16,0 4 0-16,-1 4 0 15,1 2 0-15,-3 7 0 16,-1 4 0-16,-5 5 0 0,2 3 0 16,-7 5 0-16,0 0 0 15,0 8 0-15,-5-5 0 16,-2 3 0-16,-5 0 0 16,1 2 0-16,-5-4 0 15,-5 1 0-15,1 0 0 0,-4-3 0 16,-1 0 0-16,-2 1 0 15,2-7 0-15,0-1 0 16,5-6 0-16,2 2 0 16,5-4 0-16,1-5 0 0,8-1 0 15,4-11 0-15,-3 14 0 16,3-14 0-16,7 3 0 16,2-3 0-16,0 0 0 15,10-3 0-15,-1-4 0 0,5-3 0 16,4 0 0-16,6-2 0 15,0-3 0-15,3 0 0 16,3 0 0-16,-2 0 0 0,2 0 0 16,-2 5 0-16,0 0 0 15,-10 3 0-15,3 3 0 16,-7 1 0-16,-7 3 0 16,2 0 0-16,-8 0 0 0,-10 0 0 15,9 7 0-15,-9-7 0 16,0 13 0-16,0-13 0 15,-2 14 0-15,2-14 0 16,-12 10 0-16,12-10 0 0,-14 13 0 16,14-13 0-16,-13 7 0 15,3 27-17-15,10-34-74 16,0 0-3-16</inkml:trace>
  <inkml:trace contextRef="#ctx0" brushRef="#br1" timeOffset="134283.18">2971 4826 329 0,'0'0'6'16,"0"0"2"-16,-11-6 3 0,11 6 3 15,-7-4 2-15,7 4 1 16,-10-6 1-16,10 6 1 16,-13-9-5-16,13 9-3 0,-4-17-2 15,4 4-2-15,0 1 0 16,0-4-2-16,0-5 0 16,7 1-1-16,-1-5 0 15,1 1 0-15,2 0-1 0,3-2-3 16,1 1 0-16,2 2 0 15,0 3 0-15,2 3 0 16,-1 2 0-16,0 3 0 16,2 3 0-16,0 3 0 0,-1 6 0 15,1 0 0-15,-2 6 0 16,5 3 0-16,-3 3 0 16,-2 8 0-16,0-1 0 15,-2 5 0-15,-5 0 0 16,0 6 0-16,-9-5 0 0,0 9 0 15,-2-2 0-15,-9 4 0 16,-6 1 0-16,-3 2 0 16,-3 1 0-16,-4-3 0 0,-1-1 0 15,2-3 0-15,-1-4 0 16,2-1 0-16,4-3 0 16,2-9 0-16,6 1 0 15,1-9 0-15,12-8 0 0,-11 13 0 16,11-13 0-16,0 0 0 15,6 0 0-15,4 0 0 16,-1-2 0-16,9-6 0 16,-1 4 0-16,3-2 0 0,3-1 0 15,4 0 0-15,1-1 0 16,4 4 0-16,0-7 0 16,-2 6 0-16,0-2 0 15,2-1 0-15,-8 6 0 16,1-1 0-16,-4 3 0 0,-7 0 0 15,1 0 0-15,-5 0 0 16,-10 0 0-16,7 8 0 16,-7-8 0-16,0 0 0 0,0 15 0 15,0-15 0-15,-12 10 0 16,12-10 0-16,-18 5 0 16,9 0 0-16,-1-4 0 15,1 3 0-15,-2 1 0 0,1-5 0 16,10 0 0-16,-13 8 0 15,13-8-80-15,0 0-13 16</inkml:trace>
  <inkml:trace contextRef="#ctx0" brushRef="#br1" timeOffset="138200.32">4414 9004 273 0,'0'0'9'0,"0"0"1"16,5 0 4-16,-5 0 4 16,0 0 3-16,10 0 2 15,-10 0 3-15,0 0-1 0,0 0-5 16,10-4-1-16,-10 4-4 16,0 0-2-16,2-13-3 15,-2 13-1-15,2-12-3 16,-2 12-6-16,9-15 0 15,-9 15 0-15,9-15 0 0,-9 15 0 16,15-15 0-16,-15 15 0 16,17-10 0-16,-9 6 0 15,2 1 0-15,2 0 0 0,-2 0 0 16,1 3 0-16,-2 0 0 16,1 6 0-16,0 1 0 15,-2 3 0-15,-1 3 0 16,-2-1 0-16,-1 5 0 0,-4 1 0 15,0 4 0-15,0-2 0 16,-2 2 0-16,-3 3 0 16,-2-3 0-16,-3 1 0 15,0 2 0-15,0-6 0 0,1 1 0 16,-4-3 0-16,3 0 0 16,0-4 0-16,2-1 0 15,3-2 0-15,-2-2 0 16,7-8 0-16,-7 11 0 15,7-11 0-15,0 0 0 0,0 11 0 16,0-11 0-16,0 0 0 16,0 0 0-16,0 0 0 15,0 0 0-15,0 0 0 16,0 0 0-16,0 0 0 0,5 0 0 16,-5 0 0-16,14-2 0 15,-6-1 0-15,7-3 0 16,3 2 0-16,1 0 0 0,-1-2 0 15,7 1 0-15,-4 3 0 16,4-3 0-16,-4 2 0 16,4 1 0-16,-9 0 0 15,-1 2 0-15,-2-3 0 0,-13 3 0 16,18-2 0-16,-18 2 0 16,0 0 0-16,0 0 0 15,0 0 0-15,0 0 0 16,0 0 0-16,0 0 0 0,0 0 0 15,-9 2 0-15,9-2 0 16,-7 3 0-16,7-3 0 16,-9 4 0-16,9-4-23 15,-13 4-68-15,13-4-3 0</inkml:trace>
  <inkml:trace contextRef="#ctx0" brushRef="#br1" timeOffset="139167.91">4372 10246 392 0,'0'0'7'0,"0"0"3"0,0 0 3 16,0 0 0-16,-5-13 2 16,5 13 1-16,0-9 1 15,0-2 0-15,0 4-6 16,0-3-11-16,0 10 0 0,12-17 0 15,-12 17 0-15,13-12 0 16,-6 8 0-16,4 0 0 16,1 4 0-16,0 0 0 15,6 3 0-15,-4 2 0 16,1 2 0-16,0 6 0 0,0-1 0 16,-3 2 0-16,0 4 0 15,-3 0 0-15,-5 4 0 16,-1 0 0-16,-3 0 0 0,-3 3 0 15,-1-1 0-15,-7-4 0 16,-1 3 0-16,2-1 0 16,-3-5 0-16,4-1 0 15,1-2 0-15,0-4 0 0,3-3 0 16,5-7 0-16,-4 10 0 16,4-10 0-16,0 0 0 15,0 0 0-15,0 0 0 16,7 5 0-16,3-5 0 0,0 0 0 15,4-5 0-15,2 3 0 16,1-3 0-16,3 0 0 16,3 0 0-16,-7 0 0 15,7 0 0-15,2-3 0 0,-5 3 0 16,2 0 0 0,-4 3 0-16,-4 0 0 0,-4-1 0 15,0 3 0-15,-10 0 0 16,10 0 0-16,-10 0 0 15,0 0 0-15,2 5 0 16,-2-5 0-16,-14 2-83 0,14-2-9 16</inkml:trace>
  <inkml:trace contextRef="#ctx0" brushRef="#br1" timeOffset="140700.32">6724 11571 337 0,'0'0'7'16,"0"0"3"-16,0 0 5 15,0 0 1-15,-5 5 0 16,5-5 0-16,0 0 2 0,0 0 1 15,0 0-5-15,9 5-4 16,3-5-1-16,0 0-2 16,6-3-1-16,2 3-1 15,-3-2 1-15,3 2-6 0,-1-3 0 16,1 3 0-16,-4 0 0 16,-2 0 0-16,-5 0 0 15,2 3 0-15,-1-1 0 16,-10-2 0-16,9 11 0 0,-9-11 0 15,11 14 0-15,-8-6 0 16,-1 6 0-16,0 0 0 16,-2-3 0-16,0 4 0 0,-2 5 0 15,-5 0 0-15,-2 0 0 16,2-1 0-16,-2-1 0 16,-5-2 0-16,3 2 0 15,-1-2 0-15,4-2 0 16,-2-3 0-16,10-11 0 0,-16 11 0 15,16-11 0-15,0 0 0 16,-9 10 0-16,9-10 0 16,0 0 0-16,0 0 0 15,0 0 0-15,0 0 0 0,0 0 0 16,0 0 0-16,0 0 0 16,0 0 0-16,7 0 0 15,4-2 0-15,-2-1 0 16,3 1 0-16,4-1 0 0,2-2 0 15,-2 3 0-15,7 0 0 16,-4 0 0-16,4-2 0 16,-3 4 0-16,-3 0 0 0,3 0 0 15,-2 0 0-15,-1 6 0 16,-4-2 0-16,-1 4 0 16,0-1 0-16,1 3 0 15,-2 0 0-15,-3 1 0 0,-2-3 0 16,-1 3 0-16,-5-1 0 15,0 0 0-15,0-1 0 16,-11 4 0-16,2-3 0 16,-6 2 0-16,-3 3 0 15,-4-5 0-15,0 1 0 0,-5-3 0 16,2 0 0-16,-4-3 0 16,3-2 0-16,0-3 0 15,7 0 0-15,2 0 0 16,0 0 0-16,6-3 0 0,2 3 0 15,9 0 0-15,-10-5 0 16,10 5 0-16,0 0 0 16,0 0 0-16,5 5-37 0,4-5-57 15</inkml:trace>
  <inkml:trace contextRef="#ctx0" brushRef="#br1" timeOffset="143900.32">18567 11593 273 0,'0'0'8'15,"0"0"4"-15,0 4 4 16,0-4 2-16,0 0 2 16,0 0 4-16,0 11 0 15,0-11 1-15,0 0-5 0,0 0-4 16,0 0-3-16,0 0-1 15,2-5-2-15,-2 5-1 16,10-10-2-16,-10 10-3 0,14-10-4 16,-3 5 0-16,0 3 0 15,1-1 0-15,2 3 0 16,-3-2 0-16,3 2 0 16,2 0 0-16,-4 5 0 0,1 0 0 15,-4 3 0-15,-2 0 0 16,-2 6 0-16,0 0 0 15,-5 4 0-15,0-6 0 16,0 8 0-16,-2-2 0 0,-3 1 0 16,-2-2 0-16,-3 3 0 15,-1 0 0-15,2-2 0 16,-7 1 0-16,4-2 0 16,0-1 0-16,-3-2 0 0,3 1 0 15,-4 0 0-15,3-2 0 16,1-3 0-16,3-1 0 15,-1-2 0-15,-3 1 0 16,13-8 0-16,-14 10 0 16,14-10 0-16,-12 7 0 0,12-7 0 15,-13 8 0-15,13-8 0 16,0 0 0-16,-8 5 0 16,8-5 0-16,0 0 0 0,0 0 0 15,0 0 0-15,0 0 0 16,0 0 0-16,0 0 0 15,0 0 0-15,0 0 0 16,8 0 0-16,5 0 0 0,-1 0 0 16,0 0 0-16,8 0 0 15,3-2 0-15,2-1 0 16,-1 3 0-16,1-2 0 16,0-1 0-16,0 0 0 0,-4 3 0 15,-3-2 0-15,-2 2 0 16,-4-2 0-16,-3 2 0 15,-9 0 0-15,9 0 0 16,-9 0 0-16,0 0 0 0,0 0 0 16,0 0 0-16,0 0 0 15,0 0 0-15,0 0 0 16,0 0 0-16,0 0 0 16,0 0 0-16,0 0 0 15,0 0 0-15,-6 4 0 0,6-4 0 16,0 0 0-16,-12 13 0 15,12-13-87-15,0 0-7 16</inkml:trace>
  <inkml:trace contextRef="#ctx0" brushRef="#br1" timeOffset="145833.98">19165 13659 239 0,'0'0'7'0,"0"0"6"0,0 0 5 16,0 0 2-16,-5-5 4 16,5 5 0-16,0 0 5 15,0 0 1-15,-8-4-6 16,8 4-5-16,0 0-2 15,0-10-3-15,0 10-3 0,4-13-1 16,-4 13-2-16,13-15-4 16,-13 15-4-16,14-10 0 15,-2 5 0-15,1 1 0 16,-3 4 0-16,3 0 0 0,-4 0 0 16,3 2 0-16,-1 0 0 15,1 6 0-15,-2 2 0 16,0-3 0-16,-2 5 0 15,-1 1 0-15,-2-1 0 0,-1 3 0 16,-4 0 0-16,0-1 0 16,0 4 0-16,-4 0 0 15,-4-1 0-15,1 0 0 16,-3-4 0-16,-3 1 0 16,1 0 0-16,-1-6 0 0,4 5 0 15,-1-3 0-15,-3 0 0 16,6 0 0-16,-3-3 0 15,0 4 0-15,10-11 0 16,-12 14 0-16,12-14 0 0,-10 11 0 16,10-11 0-16,-8 8 0 15,8-8 0-15,-7 8 0 16,7-8 0-16,0 0 0 0,-10 13 0 16,10-13 0-16,-7 7 0 15,7-7 0-15,-11 8 0 16,11-8 0-16,-7 5 0 15,7-5 0-15,-10 2 0 0,10-2 0 16,0 0 0-16,-11 5 0 16,11-5 0-16,0 0 0 15,-9 5 0-15,9-5 0 16,0 0 0-16,0 0 0 16,0 0 0-16,-12 2 0 0,12-2 0 15,0 0 0-15,0 0 0 16,0 0 0-16,0 0 0 15,0 0 0-15,0 0 0 16,0 0 0-16,5 0 0 0,-5 0 0 16,16 3 0-16,-5 0 0 15,4-3 0-15,3 1 0 16,1-1 0-16,6 0 0 0,2 0 0 16,1 0 0-16,2-1 0 15,0-2 0-15,-3 3 0 16,3-3 0-16,-9 1 0 15,2 2 0-15,-3 0 0 0,-3 0 0 16,-4 0 0-16,-6 0 0 16,-7 0 0-16,9 0 0 15,-9 0 0-15,0 0 0 16,0 0 0-16,0 0 0 0,0 0 0 16,9 0 0-16,-9 0 0 15,0 0 0-15,0 0 0 16,0 0 0-16,0 0 0 15,0 0 0-15,0 0 0 16,0 0 0-16,0 0 0 0,0 0 0 16,3 8 0-16,-3-8 0 15,0 0-2-15,12 0-92 16,-3-3-3-16</inkml:trace>
  <inkml:trace contextRef="#ctx0" brushRef="#br1" timeOffset="150050.76">19795 15896 293 0,'0'0'9'0,"0"0"5"16,0 0 4-16,0 0 2 15,0 0 3-15,0 0 2 0,9-4-1 16,-9 4 1-16,0 0-6 16,13-11-6-16,-13 11-3 15,0 0-2-15,12-7-2 16,-12 7-2-16,18-7-4 0,-8 4 0 16,2 1 0-16,1-1 0 15,-4-2 0-15,9 5 0 16,-6 0 0-16,0 0 0 15,1 0 0-15,-1 5 0 16,1-2 0-16,-3 3 0 0,-1 0 0 16,2 1 0-16,-4 0 0 15,3 1 0-15,-5 2 0 16,5-3 0-16,-5 3 0 0,0 0 0 16,-3 0 0-16,1 3 0 15,-3-3 0-15,0 3 0 16,-5 1 0-16,-2-2 0 15,-4 3 0-15,-1 0 0 0,0-2 0 16,-6 1 0-16,6-2 0 16,-3-2 0-16,3 0 0 15,-1-2 0-15,6-1 0 16,-3-2 0-16,10-5 0 0,-16 10 0 16,16-10 0-16,-9 5 0 15,9-5 0-15,-10 5 0 16,10-5 0-16,0 0 0 15,-13 3 0-15,13-3 0 16,0 0 0-16,0 0 0 0,0 0 0 16,0 0 0-16,0 0 0 15,0 0 0-15,0 0 0 16,0 0 0-16,0 0 0 0,0 0 0 16,0 0 0-16,0 0 0 15,0 0 0-15,0 0 0 16,0 0 0-16,0 0 0 15,0 0 0-15,0 0 0 0,0 0 0 16,13 0 0-16,-6 0 0 16,5 0 0-16,2 0 0 15,2 0 0-15,2 0 0 16,1 0 0-16,4 2 0 0,-3 1 0 16,1 2 0-16,5 0 0 15,-6-1 0-15,3 1 0 16,-4 5 0-16,-4-2 0 15,2-1 0-15,-4 3 0 0,-3 0 0 16,-3 0 0-16,1 3 0 16,-3-5 0-16,0 3 0 15,0-1 0-15,-3 0 0 16,-2-1 0-16,0 4 0 16,0-3 0-16,-5 0 0 0,-7-2 0 15,2 1 0-15,-5-2 0 16,-3 1 0-16,-1-1 0 15,-6 0 0-15,0-1 0 16,-2 1 0-16,-1-4 0 0,1-1 0 16,-1 1 0-16,4-1 0 15,-1-2 0-15,7 0 0 16,4 2 0-16,0-2 0 0,8 0 0 16,6 0 0-16,-10 0 0 15,10 0 0-15,0 0 0 16,0 0 0-16,0 0 0 15,0 0 0-15,0 0 0 0,0 0-65 16,5-4-30-16</inkml:trace>
  <inkml:trace contextRef="#ctx0" brushRef="#br1" timeOffset="152450.18">20825 15886 453 0,'0'0'2'0,"0"0"1"15,0 0 2-15,0 0 1 16,0 0 1-16,0 0 1 16,0 0 0-16,0 0 1 15,0 0-1-15,0 0-6 16,13 2-2-16,-13-2 0 0,19 4 0 15,-1-4 0-15,3 0 0 16,5 0 0-16,1 0 0 16,3 0 0-16,1 0 0 0,-2 0-32 15,-4 0-54-15,-5 0-4 16</inkml:trace>
  <inkml:trace contextRef="#ctx0" brushRef="#br1" timeOffset="152750.26">20863 16065 453 0,'0'0'4'0,"0"0"1"16,0 0 2-16,-8 12 1 16,8-12 1-16,0 10 1 15,0-10 2-15,8 10-9 0,4-8-3 16,9-2 0-16,5 3 0 16,7-3 0-16,4 0 0 15,3-3 0-15,4 1 0 16,1 2 0-16,-8-3 0 15,-2 3 0-15,-5-2 0 0,-8 2 0 16,-4 0 0-16,-8 0 0 16,-10 0 0-16,0 0 0 15,0 0 0-15,0 0 0 0,0 0 0 16,0 0 0-16,0 0 0 16,-7 7 0-16,-2-7-11 15,9 0-78-15,0 0 0 16</inkml:trace>
  <inkml:trace contextRef="#ctx0" brushRef="#br1" timeOffset="154199.92">22046 15708 504 0,'0'0'2'0,"0"0"3"16,1-10-5-16,-1 10 0 16,3-12 0-16,-3 12 0 0,3-10 0 15,-3 10 0-15,0 0 0 16,0 5 0-16,0 12 0 15,-6 8 0-15,2 2 0 16,-5 8 0-16,-4 7 0 16,-4-1 0-16,-1 2 0 0,-2-3 0 15,0-4 0-15,-5-3 0 16,5-5 0-16,1-9 0 16,1-2 0-16,4-2 0 15,0-8 0-15,5 1 0 0,9-8 0 16,-10 8 0-16,10-8 0 15,0 0 0-15,0 0 0 16,0 0 0-16,0 0 0 0,0 0 0 16,0 0 0-16,10 0 0 15,-1 0 0-15,1 0 0 16,8 0 0-16,0 0 0 16,1 0 0-16,1-3 0 0,5 1 0 15,-2 2 0-15,3-3 0 16,0 3 0-16,-1-2 0 15,-3 2 0-15,-3 0 0 16,2 0 0-16,-3 0 0 0,-6 0 0 16,0 0 0-16,-12 0 0 15,13 0 0-15,-13 0 0 16,9 0 0-16,-9 0 0 16,0 0 0-16,0 0 0 15,0 0 0-15,0 0 0 0,0 0 0 16,0 0 0-16,0 0 0 15,0 0 0-15,3 5 0 16,-3-5 0-16,0 0 0 0,-3 12 0 16,3-12-7-16,-9 0-71 15,9 0-13-15</inkml:trace>
  <inkml:trace contextRef="#ctx0" brushRef="#br1" timeOffset="154717.18">22533 16112 491 0,'0'0'1'0,"0"0"2"0,0 0 2 15,0 0 1-15,0 0-1 16,0 0-5-16,2-6 0 0,-2 6 0 15,0 0 0-15,0 16 0 16,0-1 0-16,-5 4 0 16,3 6 0-16,-4 2 0 15,4 6 0-15,-3-3 0 0,0 1 0 16,0 1 0-16,3-7 0 16,0 3 0-16,-1-9 0 15,3-1 0-15,-2-4 0 16,2-4 0-16,0 1 0 0,0-11 0 15,0 9 0-15,0-9 0 16,0 0 0-16,0 0 0 16,0 0 0-16,0-9-9 15,5 1-42-15,-5-1-37 16,2-2-1-16</inkml:trace>
  <inkml:trace contextRef="#ctx0" brushRef="#br1" timeOffset="155266.93">22970 16035 447 0,'0'0'2'0,"0"0"2"0,0 0 2 16,0 0 0-16,0 0 2 16,0 0 1-16,5-5 0 15,10 0 1-15,7 5 0 16,3-2-10-16,7-1 0 0,5 3 0 16,6 0 0-16,-4-2 0 15,3 2 0-15,-4-3 0 16,-3 3 0-16,-3-3 0 15,-4 3 0-15,-3-2 0 0,-8 0 0 16,0 2 0-16,-7 0 0 16,-10 0 0-16,10-3 0 15,-10 3 0-15,0 0 0 16,0 0 0-16,0 0 0 0,0 0 0 16,0 0 0-16,-5 7 0 15,-2-7 0-15,7 0-82 16,0 0-8-16</inkml:trace>
  <inkml:trace contextRef="#ctx0" brushRef="#br1" timeOffset="155851.9">23938 15679 501 0,'0'0'2'0,"0"0"2"0,0 0 0 16,0 0-4-16,0 0 0 15,-4 0 0-15,4 0 0 16,-8 19 0-16,8 1 0 0,-2 7 0 16,2 5 0-16,0 3 0 15,2 5 0-15,1 0 0 16,2 1 0-16,3-3 0 15,-3-7 0-15,2-3 0 16,-2-6 0-16,-3-1 0 0,0-10 0 16,-2-1 0-16,0-10 0 15,0 0 0-15,0 0 0 16,-7-2 0-16,0-13 0 16,-4-6 0-16,2 0 0 0,2-12 0 15,-1-3 0-15,0-7 0 16,3-1 0-16,3-4 0 15,2 2 0-15,5 4 0 16,3 4 0-16,2 4 0 0,6 6 0 16,7 9 0-16,-3 6 0 15,5 4 0-15,-1 9 0 16,4 0 0-16,-3 4 0 16,0 6 0-16,-2 8 0 15,-8 2 0-15,-1 2 0 0,-11 3 0 16,-3 3 0-16,-11-5 0 15,-3 2 0-15,-11 0 0 16,-3-5 0-16,-4 0 0 16,-5-8 0-16,5 2 0 0,-1-3 0 15,4-4 0-15,4-5 0 16,8 6-2-16,-3-8-29 16,2 0-55-16,18 0-4 0</inkml:trace>
  <inkml:trace contextRef="#ctx0" brushRef="#br1" timeOffset="156634">24242 15973 456 0,'0'0'5'0,"0"0"2"0,0 0 2 16,0 0 1-16,0 0 1 16,0 0 0-16,0 0-9 15,0 0-2-15,0 0 0 0,12 0 0 16,3 0 0-16,5-2 0 16,5 2 0-16,5 0 0 15,5 0 0-15,4 0 0 16,-2 0 0-16,1 2 0 0,-3 1 0 15,-5-3 0-15,-3 3 0 16,-7-2 0-16,-8 5 0 16,-12-6 0-16,6 14 0 15,-6-14 0-15,-18 20 0 0,-2-10 0 16,-5 5 0-16,-4-4 0 16,-6 7 0-16,-1-2 0 15,-1-4 0-15,3 3 0 16,4-1 0-16,0-2 0 0,10-1 0 15,5 2 0-15,6-7 0 16,9-6 0-16,0 13 0 16,4-6 0-16,11-4 0 15,3-1 0-15,4 4 0 0,2-6 0 16,6 0 0-16,5 0 0 16,-5 0 0-16,3 0 0 15,-1 0 0-15,-2 0 0 16,-1 0 0-16,-4 0 0 0,-2 0 0 15,-11 0 0-15,-2 0 0 16,0 0 0-16,-10 0 0 16,0 0 0-16,0 0 0 15,0 0 0-15,0 0 0 0,0 0 0 16,0 0 0-16,0 0 0 16,0 9 0-16,0-9 0 15,0 0 0-15,-3 10-79 16,3-10-16-16</inkml:trace>
  <inkml:trace contextRef="#ctx0" brushRef="#br1" timeOffset="158984.24">19121 15879 359 0,'0'0'6'16,"0"0"3"-16,0 0 2 0,0 0 2 16,0-7 1-16,0 7 2 15,-2-10 1-15,2 10 1 16,-3-13-5-16,3 13-2 0,-9-12-2 16,9 12-3-16,-16-8 0 15,2 6-3-15,1-1-3 16,-4 3 0-16,-3 0 0 15,-8 3 0-15,3 1 0 16,-2 7 0-16,-1-1 0 16,4 0 0-16,-1 5 0 0,3-4 0 15,1 7 0-15,7-1 0 16,2 3 0-16,4-1 0 16,5 2 0-16,3 1 0 15,3 0 0-15,7-1 0 0,7-4 0 16,6-1 0-16,2-3 0 15,7-5 0-15,-2-4 0 16,5-1 0-16,2-3 0 0,-3-3 0 16,1-4 0-16,1-5 0 15,-8-5 0-15,0-4 0 16,-5-3 0-16,-1-5 0 0,-7-5 0 16,-2-5 0-16,-6-3 0 15,-5-2 0-15,-2-8 0 16,0-3 0-16,-5-2 0 15,-2-2 0-15,-3-3 0 16,2 0 0-16,-4 2 0 16,-1 3 0-16,4 6 0 0,2 3 0 15,-2 9 0-15,4 9 0 16,1 8 0-16,0 7 0 16,3 5 0-16,1 10 0 0,0 0 0 15,0 14 0-15,0 12 0 16,0 9 0-16,1 6 0 15,5 12 0-15,-1 8 0 16,3 9 0-16,2 2 0 0,2 0 0 16,3-1 0-16,2-1 0 15,3-7 0-15,3 3 0 16,2-12 0-16,7-4 0 16,10 1 0-16,15-8-80 15,-8-7-11-15</inkml:trace>
  <inkml:trace contextRef="#ctx0" brushRef="#br1" timeOffset="159967.4">18323 14927 406 0,'0'0'5'0,"0"0"3"0,0 0 1 15,0-12 1-15,0 12 0 0,0 0 1 16,0 0 2-16,5 32 0 16,-5 11-5-16,0 21-1 15,0 18-2-15,0 15-1 16,0 16-2-16,0 14-2 0,0 2 0 16,-2-6 0-16,-1 1 0 15,1-7 0-15,-8-6 0 16,-3-9 0-16,4-6 0 15,-9-6 0-15,3-12 0 16,0-5 0-16,3-14 0 0,2-10 0 16,6-9 0-16,4-12-6 15,-6-14-17-15,6-14-61 16,10-9-2-16</inkml:trace>
  <inkml:trace contextRef="#ctx0" brushRef="#br1" timeOffset="162350.16">18418 15019 305 0,'0'0'5'0,"0"0"3"0,0-10 5 16,0 10 1-16,4-12 2 15,-4 12 0-15,9-10 2 0,-9 10-1 16,9-7-5-16,-9 7-3 15,23 0-3-15,-9 3-2 16,7 4-2-16,8 0 1 16,11 5 0-16,4-2-1 0,11 0 1 15,12 0 0-15,8-6 1 16,10 2-1-16,3-3 0 16,15-1-1-16,1 1 1 15,8-3-2-15,3 2 0 16,1-2 0-16,3 2 0 0,5-2-1 15,-4 3 1-15,4-1-1 16,0-2 0-16,0 2 1 16,5-2-1-16,-2 0 0 0,3 0 0 15,-1 0 0-15,-3 0 0 16,1 0 0-16,-3 0 0 16,-2-2 0-16,-7 2 0 15,-1 0 0-15,-5-2 0 16,-2-1 1-16,-3 1-1 0,-4 2 0 15,-4-5 0-15,-4 0-1 16,3-1 1-16,-8 2-1 0,2-3 1 16,-4-1 0-16,-6 0-1 15,-1 1 1-15,0 2 0 16,-2-2-1-16,-5 4 1 16,-2-1 1-16,0 1-2 15,0 0 1-15,-2 3 0 16,0-1 0-16,1 1 0 0,-2 0 0 15,-3 0 0-15,-1 0 0 16,0 0 0-16,-7 1 0 16,-1 2 1-16,-2 0-1 0,1-3 0 15,-4 0 0-15,3 0 0 16,-2 0 0-16,-3 0-1 16,3 0 1-16,-1 0 0 0,-1 0 1 15,-2 0-1-15,2 0 0 16,-1-3 0-16,-2 3 0 15,2-3 0-15,-4 2 0 16,3 1 0-16,-1 0 0 16,0 0 1-16,-5-3-1 15,-3 3 1-15,0 0-1 0,-2-3 1 16,-5-2 0-16,-5 3 1 16,0-2-1-16,-3 3 0 15,-2-4 1-15,-2 0-1 16,-4 2 0-16,4-2 0 0,-6 1 1 15,-3-2-1-15,0 2 0 16,0 1 1-16,-9 3 0 16,12-8 0-16,-12 8 1 0,0 0-1 15,11-2 1-15,-11 2-1 16,0 0-2-16,0 0 0 16,12 0 0-16,-12 0 0 15,10 0 0-15,0 2 0 16,-3 3 0-16,3 8 0 0,3 5 0 15,1 7 0-15,-3 6 0 16,1 14 0-16,0 7 0 16,-1 9 0-16,-4 8 0 15,0 8 0-15,-4 9 0 0,1-3 0 16,-1 7 0-16,0-1 0 16,-3 0 0-16,3-2 0 15,-3-6 0-15,4-2 0 16,-1-1 0-16,-1-9 0 0,1-2 0 15,1-6 0-15,-1-4 0 16,2-4 0-16,0-6 0 16,0 0 0-16,-2-7 0 0,1-1 0 15,4-4 0-15,-6-6 0 16,-1 1 0-16,3-3 0 16,-4-4 0-16,0-1 0 15,0-7 0-15,0 0 0 16,0 0 0-16,0-3 0 0,-4 1 0 15,4-4 0-15,-1-2 0 16,1 2 0-16,0-9 0 16,0 14 0-16,0-14 0 15,-2 10 0-15,2-10 0 0,0 0 0 16,0 10 0-16,0-10 0 16,0 0 0-16,-3 13 0 15,3-13 0-15,-2 9 0 16,2-9 0-16,-5 13 0 0,5-13 0 15,-5 12 0-15,5-12 0 16,-13 15 0-16,13-15 0 16,-17 12 0-16,2-4 0 15,-4-3 0-15,-4 0 0 0,-5-1 0 16,-4-1 0-16,-2-1 0 16,-9-2 0-16,-4 0 0 15,-5 3 0-15,-3-3 0 16,-4 0 0-16,-3 0 0 0,-6 0 0 15,-4 2 0-15,1-2 0 16,-7 0 0-16,2 0 0 16,-11-2 0-16,-8-1 0 15,-4 3 0-15,-1-2 0 0,-9-1 0 16,-3 3 0-16,-3-2 0 16,-1 0 0-16,-1-1 0 15,-4 1 0-15,1-1 0 16,-4 1 0-16,2-1 0 15,-2 0 0-15,2 1 0 0,-4 2 0 16,-3-2 0-16,3-1 0 16,3 3 0-16,-1 0 0 15,-3 0 0-15,6 0 0 0,-1 3 0 16,2-3 0-16,8 2 0 16,-2 0 0-16,2 1 0 15,0 0 0-15,6-1 0 16,1-2 0-16,3 3 0 0,3-3 0 15,5 0 0-15,4 0 0 16,3 0 0-16,5 0 0 16,3 0 0-16,1 0 0 15,4 0 0-15,1 0 0 0,2-3 0 16,-3 3 0-16,3 0 0 16,2 0 0-16,-3 0 0 15,5 0 0-15,3 0 0 16,-2 0 0-16,4-2 0 15,4 2 0-15,0-3 0 0,-1 3 0 16,4 0 0-16,0 0 0 16,-3 0 0-16,4 0 0 15,-3 0 0-15,0 0 0 0,2 5 0 16,0-2 0-16,0-1 0 16,4 1 0-16,3-1 0 15,-1 0 0-15,6 1 0 16,-1-1 0-16,5-2 0 0,3 0 0 15,4 3 0-15,-1-3 0 16,3 2 0-16,6-2 0 16,-1 3 0-16,3-3 0 15,7 3 0-15,0-3 0 16,8 1 0-16,7-1 0 16,-13 0 0-16,13 0 0 0,0 0 0 15,0 0 0-15,0 0 0 16,0 0 0-16,0 0 0 15,0 0 0-15,0 0 0 0,0 0 0 16,0 0 0-16,0 0 0 16,0 0 0-16,0 0 0 15,0 0 0-15,0 0 0 16,0 0 0-16,0 0 0 0,0 0 0 16,0 0 0-16,0 0 0 15,0 0 0-15,0 0 0 16,0 0 0-16,0 0 0 0,0 0 0 15,0 0 0-15,0 0 0 16,0-7 0-16,6-3 0 16,1-7 0-16,5-8 0 15,3-10 0-15,7-12 0 16,10-1 0-16,-5-14 0 0,19-11-87 16,3-6-4-16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3:57:33.6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00B050"/>
    </inkml:brush>
    <inkml:brush xml:id="br4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4222 10971 152 0,'0'0'3'0,"0"0"0"16,-4-17 1-16,4 17 0 15,-5-15 3-15,5 15 0 16,-5-15 1-16,0 5 1 0,1 0-3 16,2 3-5-16,2 7-7 15,-7-21-14-15,7 21-17 16,-5-8-19-16</inkml:trace>
  <inkml:trace contextRef="#ctx0" brushRef="#br0" timeOffset="449.61">4118 10694 254 0,'0'0'6'0,"0"0"4"16,0 0 2-16,0 0 2 15,0 0 1-15,-2-10 3 0,2 10 1 16,0 0-1-16,0 0-4 16,0 0-2-16,0 0-1 15,0 0-2-15,-2 17-1 16,2 3 0-16,0 2-2 0,4 9 1 16,-1 9 1-16,-1-1-3 15,3 8 1-15,0 0-1 16,1 7-1-16,-1 1-1 15,-1 1 0-15,1 1 1 16,-2 3 0-16,-1 0 1 0,0-2-2 16,-2 5 2-16,0-4-2 15,0 0 1-15,-4-4 0 16,1-3 0-16,-2-4-4 0,3-6 0 16,0-3 0-16,-1-9 0 15,3-1 0-15,-2-6 0 16,-2-3 0-16,4-3 0 15,0-4 0-15,0-1 0 0,0-12 0 16,4 12 0-16,-4-12-3 16,0 0-1-16,0 0-3 15,0 0-8-15,0 0-14 0,7-6-54 16,-7-12-1-16</inkml:trace>
  <inkml:trace contextRef="#ctx0" brushRef="#br0" timeOffset="1231.98">4135 10726 363 0,'0'0'6'16,"0"0"1"-16,0 0 2 0,0 0-2 16,0 0 2-16,0 12 1 15,0 8 2-15,0 11 1 16,0 4-3-16,4 11-3 16,-2 10 2-16,1 7 0 0,-1 6 0 15,3 5-1-15,0 3-1 16,-3 3-1-16,0-4 1 15,-2 3-4-15,0 1-3 16,-2-3 0-16,-3-6 0 0,0 0 0 16,1-13 0-16,1-1 0 15,-3-7 0-15,6-11 0 16,0-2 0-16,0-9 0 0,0-6 0 16,0-3 0-16,0-3 0 15,4-4 0-15,-2-4 0 16,-2-8 0-16,3 14 0 15,-3-14 0-15,0 13 0 16,0-13 0-16,0 0 0 0,0 10 0 16,0-10 0-16,0 0 0 15,0 0 0-15,0 0 0 16,0 0 0-16,2 10 0 16,-2-10 0-16,0 0 0 0,0 0 0 15,0 10 0-15,0-10 0 16,0 0 0-16,0 0 0 15,0 12 0-15,0-12 0 16,0 0 0-16,0 7 0 0,0-7 0 16,0 13 0-16,0-13 0 15,-2 15 0-15,2-15 0 16,-3 17 0-16,3-17 0 0,-6 15 0 16,6-15 0-16,-5 8 0 15,5-8 0-15,0 0 0 16,0 8 0-16,0-8 0 15,0 0 0-15,0 11 0 0,0-11 0 16,0 0 0-16,0 10 0 16,0-10 0-16,0 0 0 15,0 0 0-15,0 0 0 16,0 0 0-16,0 0 0 0,0 0-5 16,0-4-19-16,0-9-28 15,-4 3-34-15,4 0-2 16</inkml:trace>
  <inkml:trace contextRef="#ctx0" brushRef="#br0" timeOffset="1833.28">4148 12143 215 0,'0'0'13'0,"0"0"8"0,0 0 4 16,0 8 5-16,0-8 2 15,0 0 2-15,0 10 2 16,0-10-1-16,0 0-9 0,0 0-6 16,0 0-6-16,0 10-4 15,0-10-10-15,0 0 0 16,-2 7 0-16,2-7 0 15,-5 15 0-15,-1-3 0 16,4 3 0-16,-3 0 0 16,0 2 0-16,3-3 0 0,-1 7 0 15,1-4 0-15,2 3 0 16,0-5 0-16,0-2 0 16,0-3 0-16,0-10 0 15,5 14 0-15,-5-14 0 0,0 0 0 16,9 5 0-16,-9-5 0 15,0 0 0-15,9-5 0 16,-9 5 0-16,2-14 0 0,1 4 0 16,-3-3 0-16,2-2 0 15,0 0 0-15,-2 0 0 16,3 5 0-16,-1-2 0 16,-2 12 0-16,3-14 0 0,-3 14 0 15,0 0 0-15,0 0 0 16,0 0 0-16,0 0 0 15,0 0 0-15,0 8 0 0,0 1 0 16,0-9 0 0,0 16 0-16,0-16 0 0,0 18 0 15,0-18-15-15,0 0-71 16,0 0-3-16</inkml:trace>
  <inkml:trace contextRef="#ctx0" brushRef="#br0" timeOffset="2782.03">4135 12225 438 0,'0'0'5'0,"0"0"2"0,0 0 2 15,0 0 1-15,0 0 0 16,0 0 2-16,-12-3-1 16,12 3-2-16,-18 11-9 0,5 3 0 15,5 4 0-15,-5 1 0 16,6 6 0-16,-1 3 0 16,4-3 0-16,4-1 0 15,2-2 0-15,8-4 0 0,5-4 0 16,2-7 0-16,5-4 0 15,1-3 0-15,1-3 0 16,1-5 0-16,0-5 0 16,-5-2 0-16,-4-3 0 0,-4-2 0 15,-5 0 0-15,-7 1 0 16,-7 1 0-16,-6 1 0 16,-7 2 0-16,-2 6 0 15,-5 6 0-15,-3 3 0 0,0 5 0 16,-2 9 0-16,2 4 0 15,5 5 0-15,4-2 0 16,7 4 0-16,4-5 0 0,10 0 0 16,10-2 0-16,4-7 0 15,12-2 0-15,3-5 0 16,4-4 0-16,-1-2 0 16,5-6 0-16,-1-3 0 15,-7-6 0-15,-1 3 0 0,-6-5 0 16,-7-1 0-16,-5 3 0 15,-10-3 0-15,-3 0 0 16,-15 2 0-16,2 6 0 0,-10 5 0 16,-6 7 0-16,-2 0 0 15,-3 9 0-15,7 9 0 16,-3 2 0-16,8 2 0 16,8 0 0-16,7 1 0 0,8-9 0 15,6 1 0-15,8-7 0 16,11-3 0-16,2-5 0 15,5-5 0-15,-3-5 0 16,3-3 0-16,-2-4 0 0,-9-3 0 16,-4 3 0-16,-8 0 0 15,-7 1 0-15,-7 2 0 16,-11 9 0-16,-5 2 0 16,-3 3 0-16,-3 5 0 15,-4 8 0-15,8 2 0 0,0 2 0 16,7 3 0-16,4-8 0 15,14-12-50-15,0 22-40 16,7-12-2-16</inkml:trace>
  <inkml:trace contextRef="#ctx0" brushRef="#br0" timeOffset="4066.19">4168 10749 290 0,'0'0'9'0,"0"0"4"0,0-11 5 16,0 11 2-16,-3-12 3 16,3 12 3-16,-5-17-1 15,5 7 1-15,0 10-7 16,-7-12-4-16,7 12-5 0,-9-5-2 15,9 5-3-15,-16 2-1 16,4 6-4-16,-3 6 0 16,0 4 0-16,-5 4 0 0,-3 6 0 15,2 4 0-15,-2 2 0 16,-4 2 0-16,-1 6 0 16,1-9 0-16,-1 3 0 15,4-7 0-15,2 1 0 0,1-8 0 16,7-5 0-16,1-4 0 15,6-5 0-15,7-8 0 16,0 0 0-16,0 0 0 16,0 0 0-16,5-11 0 0,8-2 0 15,-4 2 0-15,7-7 0 16,-4-2 0-16,8-1 0 16,-1-2 0-16,1 1 0 15,3-3 0-15,1 1 0 0,-1-1 0 16,-3 0 0-16,1 0 0 15,0 0 0-15,-3 6 0 16,-6-2 0-16,0 7 0 16,-2 1 0-16,-5 0 0 0,0 3 0 15,-5 10 0-15,7-11 0 16,-7 11 0-16,2-11 0 16,-2 11 0-16,0 0 0 15,0 0 0-15,0 0 0 0,0 0 0 16,0 0 0-16,0 0 0 15,0 0 0-15,0 0 0 16,0 0 0-16,0 0 0 0,0 0 0 16,0 0 0-16,13 0 0 15,-13 0 0-15,12 20 0 16,-3-8 0-16,0 6 0 16,3 0 0-16,-2 7 0 15,5 1 0-15,3 2 0 0,-1 1 0 16,3 1 0-16,-1 0 0 15,4-1 0-15,0-1 0 16,-1-3 0-16,-2-3 0 16,-3-3 0-16,0-2 0 15,-1-1 0-15,-7-4 0 0,2-2 0 16,-11-10 0-16,12 12 0 16,-12-12 0-16,0 0 0 15,0 0 0-15,0 0 0 0,10 11 0 16,-10-11 0-16,0 0 0 15,0 0 0-15,0 0 0 16,0 0 0-16,0-8 0 16,0 8 0-16,-8-7-12 0,4-3-82 15,4-2-2-15</inkml:trace>
  <inkml:trace contextRef="#ctx0" brushRef="#br0" timeOffset="5272.03">4362 10543 356 0,'0'0'7'0,"0"0"3"0,0 0 3 0,0 0 2 16,0 0 0-16,0 0 2 16,0 0 0-16,0 0 0 15,0 0-6-15,0 0-2 0,0 0-1 16,0 0-2-16,5-3 0 15,7 3-2-15,3 0-4 16,1 0 0-16,5 0 0 16,7 0 0-16,-1-2 0 0,-2-1 0 15,-1 0 0-15,1 2 0 16,-4-2 0-16,-5 0 0 16,2 2 0-16,-6-2 0 15,-1 0 0-15,-1 3 0 0,-10 0 0 16,12-5 0-16,-12 5 0 15,0 0 0-15,0 0 0 16,0 0 0-16,0 0 0 16,0 0 0-16,0 11 0 0,-3-3 0 15,-4 6 0-15,-7 0 0 16,-2 4 0-16,-3 1 0 16,-1 3 0-16,-8 2 0 0,1-5 0 15,2 3 0-15,0-3 0 16,3 2 0-16,-1-7 0 15,6-1 0-15,7-3 0 16,0-5 0-16,10-5 0 16,-7 10 0-16,7-10 0 0,0 0 0 15,0 0 0-15,-6 10 0 16,6-10 0-16,0 0 0 16,6 4 0-16,-6-4 0 15,15 0 0-15,-3 0 0 0,1 0 0 16,7-1 0-16,-3-5 0 15,3 1 0-15,1 1 0 16,5-4 0-16,1 3 0 0,3-3 0 16,0 4 0-16,0-2 0 15,-1 1 0-15,4 4 0 16,-4-3 0-16,1 2 0 16,-5-1 0-16,0 3 0 15,-5-2 0-15,-3 2 0 0,-5 0 0 16,-4 0 0-16,-8 0 0 15,10 0 0-15,-10 0 0 16,0 0 0-16,0 0 0 0,0 0 0 16,0 0 0-16,0 0 0 15,0 0 0-15,0 0 0 16,0 0 0-16,0 0 0 16,0 0 0-16,0 0 0 15,0 0 0-15,0 0 0 0,-7 11 0 16,7-11 0-16,-8 6 0 15,8 4 0-15,0-10-86 16,-10 13-8-16</inkml:trace>
  <inkml:trace contextRef="#ctx0" brushRef="#br0" timeOffset="10400.21">4160 8938 57 0,'0'0'2'0,"0"0"2"0,0 0 0 15,0 0 0-15,0 0 2 16,0 0 0-16,0 0 5 15,0 0 11-15,0 0 0 16,0 0 3-16,0 0 2 0,0 0 3 16,0 0-1-16,0 0-1 15,0 0-3-15,0 0-9 16,0 0-2-16,0 0-3 16,0 0-4-16,0 0-2 15,8 0-1-15,-8 0 2 0,0 0-3 16,0 0 1-16,0 0 0 15,0 0-1-15,0 0 2 16,0 0-2-16,0 0 0 16,0 0-1-16,0 0 0 0,0 0 0 15,0 0 0-15,0 0 0 16,0 0-1-16,0 0 1 16,0 0 0-16,0 9 0 0,0-9 1 15,0 0-1-15,0 0 0 16,0 0 0-16,-8 8 0 15,8-8 0-15,0 0 0 16,0 0 1-16,0 0-1 0,0 0 1 16,0 0-1-16,0 0 1 15,0 0 0-15,-9 10-2 16,9-10 1-16,0 0 0 16,0 0 0-16,-7 11-1 0,7-11 1 15,0 0-1-15,-9 9 1 16,9-9-1-16,0 0 0 15,-9 12-1-15,9-12 1 16,-8 13 0-16,8-13-1 0,-7 12 1 16,7-12-1-16,-13 20 1 15,6-13-1-15,2 3 1 16,-5 0-1-16,2 0 0 16,1-1 0-16,-2 4-1 0,0 2-1 15,0-3 0-15,2 3-2 16,-3-1 0-16,-1 3-1 15,2 0-2-15,-1-3-1 16,-1 1 1-16,2 3 0 0,-3-1-1 16,1-3 1-16,-1 6-1 15,-1-2 1-15,-1-1 2 16,-2 1 0-16,4 2 2 16,-6-3 0-16,6 0 1 0,-2 3 0 15,-1 0 1-15,0-3 1 16,2 5-1-16,1-4 0 15,1 1 1-15,-1-1-1 16,0 3 0-16,-1-3-1 16,1 0 1-16,3-1 0 0,-4 0 0 15,3-1-1-15,-3 1 1 16,4-3-1-16,-3 4 0 16,0-3 1-16,3 2 0 15,0 0-1-15,-2 1 1 0,1 1 0 16,-2-4 0-16,2 5 1 15,3-8 0-15,-1 8 0 16,-1-5 0-16,-2 3 0 16,4-2 1-16,-3 0 0 0,4-2-1 15,-3 4 1-15,-1-1-1 16,3-2 1-16,-4 3-1 16,2-4 0-16,2 4 1 0,-4-4 0 15,4 4 0-15,0 0 0 16,-3-2 0-16,-1 0 0 15,2 1 0-15,2-2 0 16,-2 2 0-16,4-4-1 16,-2 1 0-16,2-2 1 0,-2 1-1 15,1-3 1-15,2-3-1 16,4-7 0-16,-8 13 0 16,8-13 0-16,-4 9 1 0,4-9-1 15,0 0 0-15,0 0 0 16,0 0-4-16,0 0-6 15,0 0-18-15,0 0-39 16,0 0-5-16</inkml:trace>
  <inkml:trace contextRef="#ctx0" brushRef="#br0" timeOffset="11700.09">4111 8853 287 0,'0'0'8'0,"0"0"3"0,0 0 2 0,0 0 3 16,0 0 0-16,0 0 2 15,0 0 0-15,-6-2-1 16,6 2-6-16,-7 7-3 0,1 3-2 16,3 0-2-16,-2 3-1 15,-3 3 0-15,0 2 0 16,-4 2 1-16,3 0-1 16,-2 2 0-16,-1 1 0 0,-2-1 0 15,3 0 0-15,-1 3-1 16,-1-3-1-16,1 5 0 15,1-6 0-15,-1 5-1 16,-2-2 0-16,-1-3 0 16,0 4-1-16,0-1 1 0,0 1 0 15,-3-2 1-15,4-2-1 16,-1 4 0-16,3 0 0 16,-6-2 0-16,6 2 1 0,-4-4-1 15,2 2 0-15,1 2 0 16,-2-4 1-16,2 4-1 15,-1-2 0-15,0 0 0 16,1-1 0-16,1 0 0 0,-2-2 0 16,5-3 0-16,-3 1 0 15,1 1 0-15,-1-2 1 16,5-2-1-16,-4 3 0 16,7-3 0-16,-4-1 1 0,3 2-1 15,1-1 0-15,-2-1 1 16,1-2-2-16,0 1 1 15,1 2 0-15,-4-2 0 0,2-1 0 16,-1 2 0-16,0-1 0 16,0 2-1-16,0-3 1 15,-2 1 0-15,0-2 0 16,2 3 0-16,-2-3 0 16,2 2 0-16,0-1 0 0,0 1-1 15,0-3 1-15,-2 3 0 16,2-5 0-16,0 6 0 15,-1-7 0-15,0 3-1 16,1 0 1-16,0-1 0 0,0 4 0 16,-4-1 0-16,4-1 0 15,0 1 0-15,-4-3-1 16,4 7 1-16,0-4 0 0,0-2 0 16,-2 0-1-16,5-3 1 15,4-7 0-15,-8 15 0 16,8-15 0-16,-4 10 0 15,4-10 0-15,0 0 0 16,0 0 0-16,-8 8 0 0,8-8 0 16,0 0 0-16,0 0 0 15,0 0 0-15,0 0 0 16,0 0-1-16,0 0 1 16,0 0 0-16,0 0-1 0,0 0 1 15,0 0 0-15,0 0 0 16,0 0-1-16,0-6 2 15,0 6-1-15,8-9 1 16,-8 9-1-16,4-16 1 0,-4 16-1 16,10-14-1-16,-10 14-2 15,8-15-6-15,-8 15-11 16,10 0-55-16,-10 0-4 0</inkml:trace>
  <inkml:trace contextRef="#ctx0" brushRef="#br0" timeOffset="12966.1">3318 9794 376 0,'0'0'8'0,"0"0"3"16,0 0 1-16,0-7 2 0,0 7 3 15,0 0-1-15,0-9 2 16,0 9 0-16,0 0-6 15,0 0-3-15,0 0-9 16,0 7 0-16,-2 5 0 0,2 6 0 16,-2 2 0-16,-1 2 0 15,1 3 0-15,-2 1 0 16,2 4 0-16,0 0 0 16,-1-2 0-16,-2 4 0 0,1-5 0 15,-1 5 0-15,0-5 0 16,-1 1 0-16,-1-3 0 15,0-4 0-15,2 2 0 0,0-6 0 16,3-5 0-16,-5 1 0 16,5-3 0-16,2-10 0 15,-2 15 0-15,2-15 0 16,-5 12 0-16,5-12 0 16,0 0 0-16,-5 7 0 0,5-7 0 15,0 0 0-15,0 0 0 16,0 0 0-16,-4 10 0 15,4-10 0-15,0 0 0 16,0 0 0-16,0 0 0 0,0 0 0 16,0 0 0-16,0 0 0 15,0 0 0-15,0 0 0 16,0 0 0-16,0 0 0 0,0 11 0 16,0-11 0-16,0 0 0 15,0 0 0-15,0 10 0 16,0-10 0-16,0 0 0 15,0 6 0-15,0-6 0 0,0 0-3 16,0 0 2-16,-3 13 0 16,3-13 0-16,0 0 0 15,0 0 0-15,0 0 1 16,0 10 0-16,0-10 0 0,0 0 0 16,0 0 0-16,0 0-1 15,0 0 1-15,0 0 1 16,0 0-1-16,0 0 0 15,0 0 0-15,0 0 0 16,0 0 0-16,0 0-1 0,0 0 1 16,0 0 0-16,7-10 1 15,-7 10-1-15,17-13 1 16,-6 4 0-16,3-1 0 16,4-5 1-16,-1 2 1 0,2 0-3 15,5-4 0-15,-3-2 0 16,7 2 0-16,-5 0 0 15,4-4 0-15,-4 1 0 16,-2 6 0-16,4-3 0 0,-4 2 0 16,-1 2 0-16,-3 3 0 15,-2 3 0-15,-1-1 0 16,2 4 0-16,-4-2 0 0,-1 5 0 16,-2-2 0-16,-2 0 0 15,-7 3 0-15,15-3 0 16,-15 3 0-16,10-2 0 15,-10 2 0-15,0 0 0 16,0 0 0-16,0 0 0 0,0 0 0 16,0 0 0-16,0 0 0 15,0 0 0-15,0-10 0 16,0 10-19-16,-20-7-69 16,20 7-3-16</inkml:trace>
  <inkml:trace contextRef="#ctx0" brushRef="#br0" timeOffset="13932.93">3335 9797 365 0,'0'0'8'0,"0"0"2"0,0 0 1 16,-5-10 2-16,5 10 1 15,0 0 0-15,0 0 1 0,-12 0 0 16,10 10-7-16,-3 3-3 15,3 12-1-15,-4 2-2 16,1 3-1-16,0 2-1 0,-2 5 0 16,0 2 0-16,-4-2 0 15,-1-2 0-15,3 0 0 16,0 0 0-16,-3-8-1 0,-1 0 1 16,6-2 0-16,0-3 0 15,2-4 0-15,-2-1-1 16,1-5 1-16,1-2 0 15,5-10 0-15,-4 15 0 16,4-15 0-16,-5 10 0 16,5-10 0-16,0 0 0 0,0 0 0 15,0 0 0-15,0 0 0 16,0 0 0-16,0 0 0 16,5 5 0-16,-5-5 0 15,9-2 0-15,-9 2 0 0,13-8 0 16,-13 8 0-16,12-10 1 15,-1 3-1-15,-2 1 0 16,3-1 0-16,1-2 1 0,4-4-1 16,4 1 0-16,-5-4 1 15,7 4 0-15,0-5 0 16,2-1 1-16,2-1 0 16,1 4 1-16,-2-5 0 0,1 5 1 15,3-5 0-15,-2 6 1 16,2-4-5-16,-8 3 0 15,6 3 0-15,-7-1 0 16,0 6 0-16,-4-3 0 0,-6 5 0 16,2-2 0-16,-13 7 0 15,13-4 0-15,-13 4 0 16,0 0 0-16,0 0 0 16,8-6 0-16,-8 6 0 15,0 0 0-15,0 0 0 0,0 0 0 16,0 0 0-16,0 0 0 15,0 0 0-15,0 0 0 16,0 0 0-16,0 0 0 0,-8 6 0 16,-1-6-33-16,9 0-53 15,-17 1-4-15</inkml:trace>
  <inkml:trace contextRef="#ctx0" brushRef="#br0" timeOffset="15146.35">2500 9629 363 0,'0'0'8'0,"0"0"2"0,0 0 4 16,0 0 2-16,0 0 0 16,-4 9 2-16,4-9 0 15,0 0 0-15,0 0-4 0,0 0-3 16,0 0-6-16,4 3-5 15,9-6 0-15,2-4 0 16,3 0 0-16,3-8 0 0,7 3 0 16,-1-3 0-16,3 0 0 15,-5-1 0-15,5 5 0 16,-5-3 0-16,-2 6 0 0,-7 0 0 16,2 3 0-16,-6 3 0 15,-4-1 0-15,-8 3 0 16,10 5 0-16,-10-5 0 15,0 20 0-15,-8-5 0 0,-2 2 0 16,-2 8 0-16,-6-3 0 16,2 11 0-16,-5-7 0 15,-4 7 0-15,0-4 0 16,4-1 0-16,-7-1 0 0,8-3 0 16,-3-2 0-16,4-1 0 15,4-4 0-15,5-5 0 16,3 0 0-16,7-12 0 15,-6 11 0-15,6-11 0 16,11 5 0-16,-2-8 0 0,9-2 0 16,1-3 0-16,4-1 0 15,0-3 0-15,7-1 0 16,-3-2 0-16,5-2 0 0,-2 5 0 16,2-4 0-16,-2 4 0 15,0 0 0-15,-4 2 0 16,-1 0 0-16,-4 3 0 15,-3 1 0-15,-6 4 0 16,-3-1 0-16,-9 3 0 0,13 0 0 16,-13 0 0-16,0 0 0 15,0 0 0-15,0 5 0 16,0-5 0-16,0 0 0 0,-2 10 0 16,2-10 0-16,-11 6 0 15,11-6 0-15,-9 4 0 16,9-4 0-16,-10 3 0 15,10-3 0-15,0 0-73 16,0 0-22-16</inkml:trace>
  <inkml:trace contextRef="#ctx0" brushRef="#br0" timeOffset="36499.72">4257 12349 192 0,'0'0'8'0,"0"0"4"15,0 0 5-15,0 0 3 16,-10 3 2-16,10-3 2 16,0 0-2-16,-12 1 2 0,12-1-9 15,0 0-2-15,0 0-4 16,0 0 0-16,0 0-1 15,0 0-1-15,12 9 1 16,0-9 1-16,4 2 1 0,2-2 0 16,3 0-2-16,7 0-1 15,-1 0-2-15,3 0-1 16,2 0-2-16,1 0 0 16,1 0-1-16,1 2 0 0,0-2-1 15,0 3 1-15,0-1-1 16,0-2 1-16,-3 5-1 15,2-5 0-15,4 2 1 0,-5 1-1 16,6-3 0-16,0 0 0 16,1 0 1-16,1 0-1 15,5-3 0-15,-1 1 1 0,2-3-1 16,0 0 1-16,1 1-1 16,2-2 0-16,-1 3 0 15,1 2 1-15,2-2-1 16,-5 0 0-16,2 3 0 15,-1 0 0-15,2 0 0 0,-1-2 0 16,1-1 0-16,3 1 0 16,-4 0 0-16,1-3 0 15,-3 0 0-15,0 2 0 16,-2-2 0-16,0 0 0 0,-8 3 0 16,-3-3 0-16,-2 2 0 15,-2 1 0-15,-7-1 0 16,-3 1 0-16,-3 2 0 15,-4-3 0-15,-3 3 0 0,-10 0 0 16,12 0 0-16,-12 0 0 16,0 0 0-16,0 0 0 15,0 0 0-15,0 0 0 16,0 0 1-16,0 0-1 0,0 0-1 16,0 0-1-16,0 0-4 15,0 0-8-15,0 0-13 16,0-10-49-16,0 10-5 15</inkml:trace>
  <inkml:trace contextRef="#ctx0" brushRef="#br0" timeOffset="37100.36">6066 12128 435 0,'0'0'3'0,"0"0"2"16,0 0 1-16,0 0 0 15,0 0-1-15,0 0 1 16,0 0-1-16,0 0 1 0,0 0-3 16,0 0-1-16,10 11-2 15,5-3 1-15,4 3 0 16,4-1 0-16,5 0 1 0,-1 2 0 16,2 1 1-16,4-4-1 15,-1 1 1-15,-2 1 0 16,-2-3 0-16,-1 1-1 15,-8 0 1-15,2-2 0 16,-6 2-3-16,-9 0 0 0,-2 4 0 16,-4-3 0-16,-5 5 0 15,-6 2 0-15,-3-3 0 16,-6 4 0-16,-2 2 0 16,-1 0 0-16,-4-3 0 0,2 1 0 15,2-4 0-15,2 1 0 16,3-3 0-16,1-4 0 15,6 2 0-15,2-6 0 16,9-4 0-16,-12 11 0 0,12-11 0 16,0 0 0-16,0 0 0 15,0 0 0-15,0 0 0 16,0 0 0-16,-4 10-7 0,4-10-40 16,0 0-39-16,8-5-2 15</inkml:trace>
  <inkml:trace contextRef="#ctx0" brushRef="#br0" timeOffset="37599.36">6944 12258 453 0,'0'0'6'0,"0"0"2"0,0 0 2 0,0 0 1 16,0 0 1-16,0 0-1 16,5 7-11-16,-5-7 0 0,-14 17 0 15,3-2 0-15,-5 4 0 16,-3 6 0-16,-1-2 0 15,-5 4 0-15,3 0 0 16,2-2 0-16,0 0 0 0,5-6 0 16,-3-3 0-16,6-4 0 15,-1 0 0-15,13-12 0 16,-12 13 0-16,12-13-13 16,0 0-12-16,-5-7-47 15,5 7-15-15</inkml:trace>
  <inkml:trace contextRef="#ctx0" brushRef="#br0" timeOffset="37866.72">6745 12291 454 0,'0'0'3'0,"0"0"2"16,0 0 0-16,0 0 1 15,4 0 0-15,-4 0 1 0,16 13 1 16,-4-1-1-16,3 0-2 15,7 4 0-15,0 4-5 16,8-1 0-16,3 1 0 16,-4-1 0-16,1-1 0 15,3 0 0-15,-8-4 0 0,0-3 0 16,-6-1 0-16,-1-3 0 16,-9-4 0-16,2 3-15 15,3-6-69-15,-14 0-2 16</inkml:trace>
  <inkml:trace contextRef="#ctx0" brushRef="#br0" timeOffset="38816.58">4105 12362 222 0,'0'0'6'16,"0"0"4"-16,0 0 5 0,0 0 4 15,11 0 4-15,-11 0 1 16,12-3 3-16,-1-3 2 16,3 2-3-16,6-4-5 15,2-6-4-15,5 1-4 0,10-4-2 16,2-3-3-16,10-2-2 15,1-5-1-15,7-4-1 16,5-1 0-16,3 0-1 16,2-5 0-16,2 3 0 0,6-6 0 15,-1 1-1-15,1-1 0 16,-1 3-1-16,-4-3 1 16,2 2 0-16,-7 6-2 15,-5 3 0-15,-7 1 0 16,-7 4 0-16,-4 2 0 0,-8 1 0 15,-6 7 0-15,-3 1 0 16,-7 1 0-16,-6 4 0 16,-3-2 0-16,-9 10 0 0,13-7 0 15,-13 7 0-15,0 0 0 16,0 0 0-16,0 0 0 16,0 0 0-16,0 0 0 15,0 0 0-15,0 0 0 0,0 0 0 16,0 0 0-16,0 0 0 15,0 0 0-15,0 0 0 16,0 0 0-16,-5 0 0 16,5 0-24-16,-10 7-39 0,10-7-24 15,0 0 0-15</inkml:trace>
  <inkml:trace contextRef="#ctx0" brushRef="#br0" timeOffset="39284.31">5348 11487 366 0,'0'0'8'0,"0"0"3"15,0 0 1-15,0 0 3 16,0 0 0-16,0 0 1 0,0 0-1 15,0 0 2-15,0 0-5 16,0 0-4-16,8 0-1 16,4 2-2-16,3 1-1 15,10 2-4-15,0-1 0 0,2 2 0 16,0 1 0-16,1-2 0 16,-3 0 0-16,-3 2 0 15,-4 3 0-15,1 0 0 16,-12 5 0-16,-2 0 0 0,-5 5 0 15,0 1 0-15,-5 2 0 16,-4 2 0-16,-4-2 0 16,1 2 0-16,0-4 0 0,-1-1 0 15,3-3 0-15,1 1 0 16,0-3 0-16,2-5 0 16,2-1 0-16,5-9 0 15,-8 15 0-15,8-15 0 16,0 0 0-16,0 10 0 0,0-10-5 15,8 0-24-15,0 0-56 16,-8 0-3-16</inkml:trace>
  <inkml:trace contextRef="#ctx0" brushRef="#br0" timeOffset="39671.83">5731 11434 378 0,'0'0'8'0,"0"0"2"16,0 0 3-16,0 0 0 15,0 0 1-15,0 0-1 16,0 0 1-16,4 6 0 0,-4-6-5 15,9 11-5-15,-2 0-1 16,3-1-1-16,-1 2 0 16,7 3 1-16,-4-2-1 15,7-4 1-15,-3 4-1 0,1-3 0 16,-2-3 0-16,2 0-2 16,-1 1 0-16,-4-6 0 15,-3 3 0-15,-9-5 0 16,13 3 0-16,-13-3 0 0,0 0-3 15,0 0-11-15,0 0-15 16,0 0-53-16,0-8-4 16</inkml:trace>
  <inkml:trace contextRef="#ctx0" brushRef="#br0" timeOffset="39982.44">5995 11444 418 0,'0'0'6'15,"0"0"4"-15,0-10 1 16,0 10 3-16,0 0 0 0,0 0 0 16,0 0 0-16,0 0-4 15,0 0-10-15,-8 16 0 16,2 6 0-16,1 3 0 0,-6 4 0 16,-2 7 0-16,1-1 0 15,0 1 0-15,-6-1 0 16,3-3 0-16,2-6 0 15,1-1 0-15,2-7 0 0,2-3 0 16,4-3 0-16,1-2 0 16,3-10 0-16,-5 10 0 15,5-10 0-15,0 0 0 0,0 0 0 16,0 0 0-16,0 0 0 16,0 0 0-16,0 0-72 15,0-4-17-15</inkml:trace>
  <inkml:trace contextRef="#ctx0" brushRef="#br0" timeOffset="41383.48">7294 12627 424 0,'0'0'4'0,"0"0"3"15,0 0 2-15,0 0 1 16,0 0 0-16,0 0 0 0,0 0 1 16,-10 9-1-16,2 1-4 15,1 2-2-15,0 3-3 16,-1 3-1-16,0 2 0 0,8-3-1 16,0 0 1-1,6-2 0-15,6-5 0 0,6-5 0 16,-1 0 1-16,8-5 1 15,-3-5 1-15,0-8-3 0,3 1 0 16,-7-10 0-16,-4 2 0 16,-7-2 0-16,-7-6 0 15,-4 4 0-15,-8-1 0 16,-6 3 0-16,-6 4 0 16,-1 8 0-16,-5 3 0 15,2 7 0-15,1 0 0 0,9 10 0 16,1-3-10-16,10 6-76 15,7 2-3-15</inkml:trace>
  <inkml:trace contextRef="#ctx0" brushRef="#br0" timeOffset="42166.46">6141 11701 407 0,'0'0'6'0,"0"0"3"0,0 0 0 16,-10-4 2-16,10 4 0 0,-7 0 0 15,7 0 1-15,-14 3-1 16,14-3-6-16,-9 15-1 16,6-4-3-16,3 2 0 15,0-1 0-15,5-1-1 0,2-1 1 16,7-4 1-16,-3 0 0 15,5-1 0-15,1-5 1 16,-2 0-1-16,2 0-2 16,-2-7 0-16,0-1 0 0,-4-2 0 15,-4-3 0-15,-5-1 0 16,-2-1 0-16,-9 1 0 16,-7 1 0-16,-3 1 0 15,-6 4 0-15,0 5 0 0,0 3 0 16,0 3 0-16,8 7 0 15,-3 2 0-15,12 3-27 16,5-1-59-16,3-3-3 0</inkml:trace>
  <inkml:trace contextRef="#ctx0" brushRef="#br0" timeOffset="43200.45">4931 10929 397 0,'0'0'5'0,"0"0"3"0,0 0 2 15,0 0 1-15,0 0 2 16,-10-3 1-16,10 3 0 16,-12 0 0-16,1 3-3 0,4 2-4 15,-2 0-2-15,-2 5-3 16,1-2-2-16,3 6 0 15,-1 2 0-15,3-2 0 16,5 1 0-16,0 0 0 0,2-3 0 16,11-2 0-16,-1-5 0 15,6 1 0-15,2-6 0 16,-3-6 0-16,6 1 0 16,-1-7 0-16,-2 2 0 0,-2-7 0 15,-4 4 0-15,-4-4 0 16,-7 0 0-16,-3-1 0 15,-8 3 0-15,-4 3 0 16,-8 2 0-16,0 5 0 0,-5 2 0 16,5 6 0-16,-2 4 0 15,7 3-29-15,3 8-60 16,1 4-2-16</inkml:trace>
  <inkml:trace contextRef="#ctx0" brushRef="#br0" timeOffset="46666.3">495 14169 439 0,'0'0'5'16,"0"0"2"-16,0 0 1 15,0-11 3-15,0 11 0 0,0 0-1 16,0 0 1-16,0 0-2 15,0 8-9-15,0 17 0 16,0 3 0-16,0 12 0 16,5-3 0-16,0 7 0 0,1 3 0 15,-1-4 0-15,2-4 0 16,-2-4 0-16,-1-3 0 16,0-7 0-16,-2-3 0 0,-2-4 0 15,0-5 0-15,0-13 0 16,0 0 0-16,-8 0 0 15,3-16 0-15,0-3 0 16,1-8 0-16,-1-7 0 16,-1-5 0-16,1-6 0 0,0-6 0 15,3-4 0-15,2 0 0 16,0-4 0-16,7 4 0 16,4 6 0-16,1 3 0 15,8 8 0-15,5 8 0 0,2 8 0 16,8 7 0-16,-1 13 0 15,4 2 0-15,-1 12 0 16,0 5 0-16,-2 11 0 16,-8 1 0-16,1 6 0 0,-13-3 0 15,-5-1 0-15,-10 5 0 16,-3-6 0-16,-9-3 0 16,-8 0 0-16,-7-7 0 15,-6-3 0-15,1-1 0 0,-3-4 0 16,3-2-6-16,-1-6-5 15,9-1-3-15,6-3-6 16,4-3-18-16,4-4-46 16,10 7-2-16</inkml:trace>
  <inkml:trace contextRef="#ctx0" brushRef="#br0" timeOffset="46887.73">1079 14303 476 0,'0'0'3'0,"0"0"0"0,0 0 1 0,0 0 0 16,11-10 1-16,-11 10-1 16,19-7 0-16,-9 2-2 15,10 2-10-15,-7-2-23 16,6 1-52-16,-1 1-4 0</inkml:trace>
  <inkml:trace contextRef="#ctx0" brushRef="#br0" timeOffset="47032.93">1045 14464 420 0,'0'0'4'0,"0"0"0"0,0 0 1 15,0 13 2-15,0-13 0 16,15 7 0-16,2-7 1 15,3 3-2-15,8-3-10 0,9 0-24 16,7-8-51-16,1-2-3 16</inkml:trace>
  <inkml:trace contextRef="#ctx0" brushRef="#br0" timeOffset="47865.75">1765 14140 471 0,'0'0'5'0,"0"0"1"16,-10-10 1-16,10 10 0 15,0 0 1-15,-12-3-1 16,12 3-7-16,-10 14 0 0,7 10 0 16,-2 2 0-16,5 7 0 15,0 7 0-15,0 2 0 16,0-2 0-16,0 1 0 16,0-6 0-16,0-3 0 0,-2-7 0 15,2-2 0-15,-5-9 0 16,5-14 0-16,-9 11 0 15,9-11 0-15,-16-11 0 16,11-1 0-16,-4-10 0 16,-2-2 0-16,4-7 0 0,2-6 0 15,5-3 0-15,0-4 0 16,0 4 0-16,7-4 0 16,4 5 0-16,11-3 0 0,5 11 0 15,-2 4 0-15,7 8 0 16,3 6 0-16,2 8 0 15,-5 5 0-15,-2 7 0 16,-7 5 0-16,-3 12 0 0,-10 2 0 16,-10-1 0-16,-3 4 0 15,-10-1 0-15,-4-3 0 16,-8-1 0-16,-2-4 0 16,-1-5 0-16,1-3 0 15,5-2 0-15,2-2 0 0,8-3 0 16,12-5 0-16,0 0 0 15,0 12 0-15,12-7 0 16,8 2 0-16,5 0 0 0,2 4 0 16,5 1 0-16,-2 5 0 15,2 1 0-15,-7-1 0 16,0 1 0-16,0 1 0 16,-8-1 0-16,3 2-11 0,-10-1-49 15,3-8-26-15,-3-4-2 16</inkml:trace>
  <inkml:trace contextRef="#ctx0" brushRef="#br0" timeOffset="48199.65">2173 14298 440 0,'0'0'4'0,"0"0"1"15,0 0 1-15,-8 5 0 16,3 6 0-16,0 1 1 0,-2 1 1 15,2 3-1-15,0 4-3 16,5 0-1-16,0 0 0 16,10-5 0-16,2-4-1 15,6-3 0-15,1 1 0 0,9-9 1 16,-3 0-3-16,2-9 0 16,-2 0 0-16,0-1 0 15,-6-5 0-15,-6-5 0 16,-3 2 0-16,-8-1 0 0,-6 1 0 15,-8-1 0-15,-9-1 0 16,-6 8 0-16,-1 0 0 16,-1 8-2-16,-1 0-15 0,5 4-31 15,15 0-39-15,-4 4-1 16</inkml:trace>
  <inkml:trace contextRef="#ctx0" brushRef="#br0" timeOffset="48466.31">2456 14071 482 0,'0'0'4'16,"0"0"2"-16,0 0 1 15,0 0 0-15,0 0-2 16,7 12-5-16,-4 2 0 16,-3 7 0-16,0 1 0 0,-3 7 0 15,-1 6 0-15,1 2 0 16,-2 3 0-16,1 2 0 15,4-5 0-15,0-2 0 0,9-6 0 16,-2-4 0-16,9-2 0 16,1-8 0-16,3-3 0 15,-1-4 0-15,1-8 0 0,3 0 0 16,-6-5-17-16,-2-13-68 16,-3 6-5-16</inkml:trace>
  <inkml:trace contextRef="#ctx0" brushRef="#br0" timeOffset="48632">2364 14298 444 0,'0'0'3'0,"0"0"1"15,0 0 1-15,0 0 1 16,0 0 0-16,12 0 0 16,4 0 1-16,3 0-1 15,8 0-5-15,3 0-9 0,7-5-48 16,4 5-26-16,-4-4-3 15</inkml:trace>
  <inkml:trace contextRef="#ctx0" brushRef="#br0" timeOffset="49066.64">2806 14308 472 0,'0'0'3'0,"0"0"1"0,-12-5 2 16,12 5 0-16,-13-10 1 16,13 10 1-16,-14-10-3 0,14 10-5 15,-10-10 0-15,10 10 0 16,0 0 0-16,0-7 0 16,12 5 0-16,6-1 0 15,6-2 0-15,3 5 0 16,5-3 0-16,1 3 0 0,-1 0 0 15,-4 0 0-15,-6 8 0 16,-10 2 0-16,-6 2 0 16,-12 3 0-16,-6 5 0 0,-13 2 0 15,0 3 0-15,-5 3 0 16,-2-1 0-16,2-3 0 16,4-2 0-16,3-1 0 15,8-1 0-15,7-9 0 0,6-1 0 16,2-10 0-16,15 11 0 15,2-9 0-15,8-2 0 16,8-5 0-16,1 0 0 16,1-2 0-16,8-1-29 0,6-1-58 15,-14-1-3-15</inkml:trace>
  <inkml:trace contextRef="#ctx0" brushRef="#br0" timeOffset="49366.34">3341 13984 465 0,'0'0'5'0,"0"0"0"0,0 0 2 15,0 0 1-15,-2 10-1 16,-7 7 2-16,0 11-4 0,-7 4-5 15,0 7 0-15,-5 13 0 16,2 5 0-16,1 5 0 16,6 0 0-16,2-3 0 15,7-2 0-15,3-7 0 0,11-3 0 16,3-10 0-16,6-1 0 16,10-13 0-16,-6-13-24 15,-7 3-62-15,16-11-4 16</inkml:trace>
  <inkml:trace contextRef="#ctx0" brushRef="#br0" timeOffset="49822.12">3514 14207 454 0,'0'0'5'0,"0"0"0"0,0 0 3 15,0 0 0-15,-9-13 1 16,9 13 0-16,-10 0 0 15,10 0-5-15,-20 8-4 0,10 6 0 16,-3 9 0-16,4 7 0 16,-1 2 0-16,2 7 0 15,1 1 0-15,7-4 0 16,0 2 0-16,9-8 0 0,7-5 0 16,0-7 0-16,6-6 0 15,4-8 0-15,-1-4 0 16,0-7 0-16,-6-8 0 15,2-4 0-15,-5-4 0 0,-7-2 0 16,-5-5 0-16,-4-1 0 16,-4-4 0-16,-7-2 0 15,-3-3 0-15,-7 3 0 16,4 2 0-16,-5 9 0 16,2 2 0-16,0 6 0 0,3 17 0 15,2 1 0-15,2 9 0 16,8 8 0-16,5 6 0 15,0 4 0-15,10 1 0 0,5 1 0 16,2-4 0-16,11 3 0 16,-6-8 0-16,13-13-75 15,-5 8-13-15</inkml:trace>
  <inkml:trace contextRef="#ctx0" brushRef="#br0" timeOffset="49983.58">3776 14323 467 0,'0'0'4'0,"0"0"1"16,0 0 1-16,0 0 1 0,0 0 0 16,5 5 1-16,-5 6-1 15,4 0-7-15,-1 7 0 16,2 1 0-16,1 4 0 16,-2 0 0-16,6 2-24 0,-3-6-61 15,-2-5-2-15</inkml:trace>
  <inkml:trace contextRef="#ctx0" brushRef="#br0" timeOffset="50283.27">3905 13984 479 0,'0'0'3'15,"0"0"0"-15,0 0 1 16,5-6 2-16,-5 6 1 0,17 8 0 15,-5 8-5-15,4 5-2 16,3 9 0-16,1 10 0 16,3 4 0-16,-1 8 0 15,0 8 0-15,-4-1 0 0,-6 3 0 16,-2 1 0-16,-10-7 0 16,0 1 0-16,-12-5 0 15,-9-3 0-15,-4-9 0 0,-1-8 0 16,-4-2 0-16,-2-15 0 15,2 0-20-15,-6-8-66 16,15-7-3-16</inkml:trace>
  <inkml:trace contextRef="#ctx0" brushRef="#br0" timeOffset="50500.36">4307 14393 511 0,'0'0'0'0,"0"0"0"0,0 0 0 16,7-6 0-16,-7 6 0 16,0 0 0-16,13-7 0 15,-13 7 0-15,0 0 0 16,12-3-67-16,-12 3-24 0</inkml:trace>
  <inkml:trace contextRef="#ctx0" brushRef="#br0" timeOffset="50949.61">4787 14177 446 0,'0'0'6'0,"0"0"3"0,0 0 1 16,-10-8 1-16,10 8 1 15,0 0-1-15,0 0-5 16,-12 20-6-16,12 0 0 15,-5 7 0-15,5 6 0 16,-3 1 0-16,1 9 0 16,-2-2 0-16,4-1 0 0,0-8 0 15,14-7-54-15,-10 2-34 16,1-10-3-16</inkml:trace>
  <inkml:trace contextRef="#ctx0" brushRef="#br0" timeOffset="51166.81">4544 14125 451 0,'0'0'4'0,"-9"-13"2"15,7 1 2-15,2 2 0 16,0-8 1-16,0 1 1 16,2-2 0-16,7-1-5 0,7 0-5 15,5 6 0 1,6 1 0-16,5 1 0 0,5 7 0 15,3 2 0-15,8 3 0 16,1 3-11-16,-7 6-74 16,11 8-3-16</inkml:trace>
  <inkml:trace contextRef="#ctx0" brushRef="#br0" timeOffset="51532.94">4921 14318 478 0,'0'0'3'0,"0"0"1"16,0 0 1-16,5-2 1 15,-5 2 1-15,15-8-1 0,-3 6-4 16,3-1-2-16,2 1 0 16,4 2 0-16,3 2 0 15,-2 9 0-15,6 3 0 16,-3 1 0-16,-2 6 0 15,-2-5 0-15,-5 6 0 0,-2-4 0 16,-6-1 0-16,-3-2 0 16,-5-3 0-16,0-12 0 15,-5 10 0-15,-5-7 0 16,0-3 0-16,-5-8 0 0,3-2 0 16,0 0 0-16,1-5 0 15,4 1 0-15,-1-6 0 16,8 5 0-16,0-5 0 0,8 8-13 15,1 2-45-15,12 0-30 16,4-2-1-16</inkml:trace>
  <inkml:trace contextRef="#ctx0" brushRef="#br0" timeOffset="52383.54">5482 14281 477 0,'0'0'3'0,"0"0"0"15,-7-3 2-15,-3 3-1 16,-3 0 1-16,-1 0 1 15,-4 5-1-15,1 3-2 16,0 2-3-16,2 3 0 0,4 1 0 16,4 1 0-16,5 0 0 15,2-1 0-15,5-1 0 16,4-3 0-16,4 0 0 16,2-5 0-16,0-3 0 0,0-2-2 15,0-2 2-15,-1-3 0 16,-1-5 2-16,-3 0-2 15,2-5 0-15,-1 0 0 0,-2 0 0 16,-1-2 0-16,-4 2 0 16,2 3 0-16,-3-1 0 15,-3 13 0-15,0-10 0 16,0 10 0-16,2 5 0 0,0 8 0 16,1-1 0-16,2 6 0 15,2-3 0-15,3-1-2 16,0 0 2-16,2-6-1 15,3-3 1-15,-3-2 0 16,6-3 1-16,-3-3 1 0,3-9-2 16,-4 2 0-16,1-2 0 15,0-3 0-15,0 1 0 16,-3 1 0-16,-2 1 0 16,-4 1 0-16,-6 11-3 0,9-9 0 15,-9 9 0-15,0 0 0 16,3 8-1-16,-3 4 1 15,0-3 0-15,5 7 1 0,-1-2 2 16,5-2 0-16,5 1 0 16,4-6 0-16,3-2 1 15,4-2 0-15,5-3 1 16,3 0 0-16,-1-10 1 16,-3-1 0-16,-3 3 0 0,-6-5 1 15,-3 1 1-15,-7-4-5 16,-7 7 0-16,-3 9 0 15,-8-12 0-15,-4 6 0 16,-4 6 0-16,2 0 0 0,-1 2 0 16,0 3-3-16,3 6 1 15,1-2-1-15,6 4 1 16,3-1 1-16,2 1-1 16,7-3 1-16,6 2 1 0,-1 0 0 15,4-2-1-15,-2 3 2 16,4-4-1-16,-1 1-1 15,-4-2 0-15,-1 2 1 16,-12-10-1-16,12 11 0 16,-12-11 1-16,0 13 0 0,0-13 0 15,-15 8 0-15,3-6 1 16,-5 3 0-16,-4-5 1 16,2 0-1-16,1 3 0 15,-2-3-2-15,6 0-5 0,2-3-12 16,-1-12-53-16,13 15-14 15</inkml:trace>
  <inkml:trace contextRef="#ctx0" brushRef="#br0" timeOffset="53216.34">6310 14189 423 0,'0'0'5'0,"0"0"3"0,0 0 1 16,-10 0 2-16,10 0 1 15,0 0 0-15,-10 0 1 16,10 0 0-16,0 0-8 16,0 0-5-16,0 0 0 15,8 2 0-15,9-2 0 0,8 0 0 16,2 0 0-16,8-2 0 16,4 0 0-16,11-2 0 15,-3 0 0-15,-2 2 0 16,-8 2 0-16,-4-3 0 0,-8 3 0 15,-11 3 0-15,-8 7 0 16,-12 0 0-16,-13 5 0 16,-9 0 0-16,-4 4 0 15,-5 6 0-15,-8-3 0 0,1 1 0 16,3-3 0-16,4-1 0 16,4-2 0-16,9-2 0 15,7-5 0-15,4-2 0 0,13-8 0 16,6 10 0-16,6-10 0 15,8 0 0-15,4 0 0 16,8-5 0-16,4 0 0 16,1-3 0-16,0 1 0 15,0 2 0-15,-5 0 0 0,-4 2 0 16,-6 1 0-16,-5-1 0 16,-4 3 0-16,-13 0 0 15,7 0 0-15,-7 0 0 16,0 0 0-16,0 0 0 0,0 0 0 15,0 0 0-15,0 0 0 16,0 0 0-16,0 0 0 16,0 0 0-16,0 0 0 0,0 0 0 15,0 0 0-15,0 0 0 16,0 0-12-16,-7-2-77 16,7 2-4-16</inkml:trace>
  <inkml:trace contextRef="#ctx0" brushRef="#br0" timeOffset="54087.8">7023 13996 193 0,'0'0'12'0,"0"0"8"0,0 0 6 16,5-10 3-16,-5 10 4 15,8-17 2-15,-8 5 4 0,2 2-1 16,-2-3-11-16,0 13-5 16,0 0-6-16,-15 0-5 15,0 15-3-15,-7 18-6 16,-3 6-2-16,-1 8 0 0,-4 12 0 16,3 5 0-16,1 4 0 15,2-1 0-15,12-3 0 16,3-5 0-16,9-4 0 15,0-6 0-15,7-4 0 0,7-8 0 16,4-7 0-16,7-5 0 16,0-10 0-16,3-4 0 15,1 0-13-15,1-5-50 16,-2-6-24-16,2-4-2 16</inkml:trace>
  <inkml:trace contextRef="#ctx0" brushRef="#br0" timeOffset="54466.16">7374 14058 452 0,'0'0'5'0,"0"0"2"0,0 0 2 16,0 0 1-16,0 0 1 15,0 0-1-15,0 0-3 0,-11 14-7 16,4 4 0-16,0 2 0 16,-6 5 0-16,-2 2 0 15,-3 2 0-15,2-4 0 16,-2 3 0-16,3-6 0 0,2-2 0 16,1-3 0-16,5-4 0 15,1-3 0-15,6-10 0 16,0 10 0-16,0-10 0 15,11 0 0-15,1 0 0 16,6 0 0-16,1-6 0 0,4 2 0 16,2-4 0-16,0 1 0 15,0 2 0-15,-1-3 0 16,3 6-33-16,-2-1-53 0,-7-1-3 16</inkml:trace>
  <inkml:trace contextRef="#ctx0" brushRef="#br0" timeOffset="54666.42">7540 14212 430 0,'0'0'5'16,"0"0"1"-16,0 10 2 16,0-10 2-16,5 14-1 15,2-1 1-15,-5 2 0 0,4 2 1 16,-1 0-6-16,2 3-5 15,-5-5-11-15,8-5-48 16,-2 2-25-16,-8-12-2 16</inkml:trace>
  <inkml:trace contextRef="#ctx0" brushRef="#br0" timeOffset="54966.65">7820 13914 486 0,'0'0'3'0,"0"0"0"16,0 0 1-16,0 0 1 16,8 0 0-16,-8 0 0 15,20 15-5-15,-8 3 0 0,8 9 0 16,5 2 0-16,3 11 0 16,2 6 0-16,2-2 0 15,-7 10 0-15,1-5 0 16,-6 6 0-16,-8-3 0 0,-6 0 0 15,-6-3 0-15,-2-4 0 16,-14 0 0-16,-1-11 0 16,-5-4 0-16,2-7 0 0,-5-5 0 15,6-7 0-15,-7-9-47 16,5-2-40-16,10-9-3 16</inkml:trace>
  <inkml:trace contextRef="#ctx0" brushRef="#br0" timeOffset="55155.32">8439 14204 511 0,'0'0'0'0,"0"0"0"16,0 0 0-16,13-5 0 0,-13 5 0 15,0 0 0-15,12-10 0 16,-12 10 0-16,0 0 0 15,7-5 0-15,-7 10-52 0,0-5-41 16</inkml:trace>
  <inkml:trace contextRef="#ctx0" brushRef="#br0" timeOffset="55819.2">8996 14043 472 0,'0'0'4'0,"0"0"2"0,0 0 0 16,0 0 0-16,0 8 0 15,0 2 1-15,0 9-3 16,0 1-4-16,0 5 0 0,0 8 0 16,0 0 0-16,0 5 0 15,2-1 0-15,-2-2 0 16,0-3 0-16,2-7 0 16,1-6 0-16,-3-3 0 0,0-7 0 15,0-9 0-15,0 0 0 16,-10-5 0-16,3-9 0 15,0-5 0-15,-6-5 0 16,3-5 0-16,-2-5 0 0,4-7 0 16,3-1 0-16,0-5 0 15,5 0 0-15,0 0 0 16,5 0 0-16,5 5 0 16,5 5 0-16,5 7 0 0,0 3 0 15,5 9 0-15,4 9 0 16,-1 3 0-16,4 9 0 15,-7 7 0-15,0 8 0 16,-6 4 0-16,-1 4 0 0,-10 5 0 16,-6 4 0-16,-2-6 0 15,-5 6 0-15,-7-9 0 16,-6 2 0-16,0-3 0 16,-1-9 0-16,-1 2 0 0,8-5 0 15,-3-1 0-15,5-2 0 16,10-10 0-16,0 15 0 15,5-10 0-15,10 3 0 16,2-3 0-16,8-3 0 16,2 5 0-16,3-4 0 0,5 2 0 15,-8-5-17-15,1 2-70 16,2-2-3-16</inkml:trace>
  <inkml:trace contextRef="#ctx0" brushRef="#br0" timeOffset="56116.28">9448 14155 467 0,'0'0'4'0,"0"0"1"0,0 0 1 16,-12 0 1-16,4 3 0 0,-4 4 0 15,-1 2 1-15,-2 4-8 16,0-1 0-16,5 5 0 16,6 1 0-16,4 0 0 15,0-1 0-15,7-5 0 0,8 0 0 16,2-4 0-16,8-6 0 15,0-2 0-15,0 0 0 16,0-7 0-16,-6-3 0 16,-1-3 0-16,-3-4 0 15,-8 0 0-15,-7 0 0 0,0-3 0 16,-7-3 0-16,-5 6 0 16,-4-4 0-16,-1 10 0 15,-3-4-8-15,3 0-62 16,2 11-19-16</inkml:trace>
  <inkml:trace contextRef="#ctx0" brushRef="#br0" timeOffset="56384.53">9674 13961 452 0,'0'0'6'0,"0"0"3"0,0 0 1 16,0 0 2-16,0-9 0 15,0 9-2-15,0 0-10 16,-5 7 0-16,5 11 0 0,-7 1 0 15,4 11 0-15,-1-1 0 16,1 12 0-16,0-4 0 16,3-1 0-16,0 2 0 15,6-6 0-15,1-5 0 0,7-4 0 16,2-6 0-16,6-2 0 16,0-8 0-16,3-2 0 15,0-5 0-15,5-3 0 16,-11-4-54-16,4-8-34 15,-5 0-4-15</inkml:trace>
  <inkml:trace contextRef="#ctx0" brushRef="#br0" timeOffset="56532.09">9699 14102 442 0,'0'0'6'16,"0"0"3"-16,-10 0 1 0,10 0 1 16,-8 3-1-16,8-3 1 15,0 0 1-15,0 0-12 16,-5 10 0-16,18-10 0 15,2 0 0-15,15 5-31 16,-1-5-53-16,6 0-4 0</inkml:trace>
  <inkml:trace contextRef="#ctx0" brushRef="#br0" timeOffset="57021.91">10007 14033 486 0,'0'0'4'0,"0"0"2"15,0 0 2-15,0 0-1 16,0 0-7-16,0 0 0 0,0 0 0 16,0 0 0-16,0 0 0 15,0 0 0-15,7 0 0 16,4 0 0-16,1 6 0 16,3 1 0-16,0 2 0 15,-3 7 0-15,1 2 0 0,-6-2 0 16,-2 4 0-16,-5 2 0 15,-5-4 0-15,-5 1 0 16,-5-1 0-16,1-6 0 0,-7 1 0 16,4-8 0-16,0-1 0 15,5-4 0-15,1 0 0 16,11 0 0-16,-7-20 0 16,7 6 0-16,9-4 0 0,7-4 0 15,3 0 0-15,1-3 0 16,3 3 0-16,2 0 0 15,-8 4 0-15,2 6 0 16,-8 2 0-16,-2 10 0 0,-9 0 0 16,4 15 0-16,-4 3 0 15,-4 3 0-15,-1 2 0 16,5 4 0-16,-2-3 0 16,2 1 0-16,2-2 0 15,9-3 0-15,-1-6 0 0,8 1 0 16,-4-12-19-16,-2 2-68 15,13-5-3-15</inkml:trace>
  <inkml:trace contextRef="#ctx0" brushRef="#br0" timeOffset="57290.43">10614 13790 486 0,'0'0'4'0,"0"0"1"0,0 0 2 15,-5-10-1-15,5 10-3 16,-16 0-3-16,7 6 0 16,-7 8 0-16,2 11 0 0,-9 8 0 15,6 6 0-15,0 13 0 16,-1 2 0-16,3 4 0 16,8-4 0-16,7 0 0 15,0-1 0-15,7-9 0 16,8-4 0-16,7-7 0 0,6-4 0 15,-1-10 0-15,8-13-64 16,2 1-26-16</inkml:trace>
  <inkml:trace contextRef="#ctx0" brushRef="#br0" timeOffset="57683.31">10956 13934 494 0,'0'0'4'15,"0"0"0"-15,0 0 2 0,-9-12-3 16,9 12-3-16,-18-8 0 16,2 2 0-16,2 2 0 15,-6 2 0-15,1 2 0 0,-2 6 0 16,1 0 0-16,6 4 0 16,-2 3 0-16,4 2 0 15,5-1 0-15,5-2 0 16,2-1 0-16,0-11 0 15,19 13 0-15,-1-12 0 0,0-1 0 16,1-5 0-16,1-4 0 16,3-3 0-16,-7-4 0 15,2 4 0-15,-1 0 0 16,-6-1 0-16,-2 3 0 16,-9 10 0-16,8 0 0 0,-6 5 0 15,-2 10 0-15,0 8 0 16,0 2 0-16,0 4 0 15,0 6 0-15,2-3 0 0,3-2 0 16,1-5 0-16,1 0-6 16,3 1-71-16,3-13-13 15</inkml:trace>
  <inkml:trace contextRef="#ctx0" brushRef="#br0" timeOffset="58000.07">11193 13947 445 0,'0'0'6'0,"0"0"2"16,0 0 1-16,-11 0 1 0,11 0-1 16,-12 12 2-16,-1 3-1 15,3 0-7-15,3 7-3 16,0 3 0-16,4 0 0 16,0-1 0-16,3-1 0 15,11-9 0-15,1 1 0 0,8-5 0 16,5-8 0-16,3-2 0 15,-7-4 0-15,7-4 0 16,-6-4 0-16,-1 2 0 0,-12-8 0 16,-2 4 0-16,-7-4 0 15,-9 1 0-15,-7 2 0 16,-5-4 0-16,-1 7 0 0,-4-4 0 16,3 12 0-16,-4-7-5 15,10 9-33-15,2 2-47 16,5 0-5-16</inkml:trace>
  <inkml:trace contextRef="#ctx0" brushRef="#br0" timeOffset="58316.28">11483 13600 492 0,'0'0'2'15,"0"0"2"-15,0 0 0 16,0 0 0-16,0 0 1 0,0 0-5 15,10-3 0-15,-10 3 0 16,22 15 0-16,-12 2 0 16,5 6 0-16,2 4 0 0,1 8 0 15,-4 2 0-15,2 5 0 16,-7 8 0-16,-4-3 0 16,-5 4 0-16,-2 2 0 15,-8-1 0-15,-8-2 0 0,-1-5 0 16,-6 1 0-16,0-9 0 15,-2 0 0-15,-1-7 0 16,7-5 0-16,-2-5 0 0,3-3 0 16,-2 2-44-16,9-11-45 15,13-8-3-15</inkml:trace>
  <inkml:trace contextRef="#ctx0" brushRef="#br1" timeOffset="66200.09">3865 8524 133 0,'0'0'5'0,"0"0"8"0,0 0 3 16,0 0 3-16,5 0 1 15,-5 0 1-15,17 0-1 16,-2 2 3-16,8-2-5 0,-1 0-5 16,3 0-4-16,4-2 0 15,4-5 0-15,6 4-3 16,4-2 0-16,4-3-1 15,5 1-2-15,6 2 0 0,6 0-1 16,1 0-1-16,4 0 0 16,4-1 0-16,1 0 0 15,3 1-1-15,2 2 1 16,1 0 0-16,1 2-1 16,7-2 1-16,-1 3-1 15,5-4 0-15,0 1-1 0,7 0 1 16,0-2-1-16,3-1 1 15,-2 2-1-15,-1 0 1 16,-2-1-1-16,3-1 1 0,-6 4 0 16,3 0 1-16,0-4-1 15,-3 2 0-15,0-1 0 16,1-3 0-16,1 3 0 0,-1-2-1 16,5-1 0-16,-3 4 0 15,-5-6 0-15,2 2 0 16,-9 2 1-16,-2-2-1 15,-3 2 1-15,-6 1 1 0,-3 0 0 16,-4 0 0-16,-8 1 1 16,-1-2 0-16,-2 1 0 15,-6-2 0-15,-4 5 1 16,-5-5-2-16,-6 4 2 16,-5-3-1-16,-5 5 0 0,-6-2 0 15,-4 3 0-15,-5-3-1 16,-10 3 1-16,0 0 1 15,0 0-1-15,0 0 0 16,0 0 1-16,0 0-1 0,0 6 0 16,0-6 0-16,0 0-1 15,0 0-4-15,-7 7-14 16,4-14-45-16,3 7-10 16</inkml:trace>
  <inkml:trace contextRef="#ctx0" brushRef="#br1" timeOffset="67850.16">4039 9416 81 0,'0'0'2'0,"0"0"0"16,0 0 2-16,0 0 2 16,0 0 1-16,0 0 4 0,0 0-3 15,0 0 1-15,0 0-2 16,0 0 4-16,-10 0 2 15,10 0 3-15,0 0 3 16,0 0 0-16,0 0 2 0,0 0 1 16,0 0 1-16,0 0-3 15,0 0-5-15,0 0-3 16,0 0-6-16,0 0-1 16,0 0-4-16,0 0 0 0,0 0 0 15,0 0 0-15,10 2-1 16,-10-2 1-16,17 3-1 15,-5-3 2-15,6 3 0 0,1-3 0 16,4 0-2-16,5 0 1 16,1 0 0-16,4 0 0 15,8-3 0-15,-2-2 1 16,10 2-1-16,1-2 1 16,5-2-1-16,2 5 0 15,3-4 0-15,1 4-1 0,4-3 0 16,0 2-1-16,-3 1 1 15,2 2-1-15,1-2 1 16,4-1-1-16,-2 3 0 0,3-2 0 16,0 2 0-16,-1-3 0 15,3 1-1-15,-2-1 0 16,2 0 1-16,-3-1 0 16,4-1 1-16,-2 0 0 15,-1 0 0-15,2 3 1 0,0-3 0 16,0 2-1-16,1-2 0 15,-6 2 0-15,4 1 0 16,1 0 0-16,1-1 0 16,-2-2 0-16,1 0 0 0,1 0-1 15,-1-2 1-15,-1-1 0 16,4 4 1-16,-5-6-1 16,1 0 0-16,0 2 0 15,-2 1 0-15,0 0 1 0,2-4-1 16,-4 1 0-16,0 3 0 15,-5-3 0-15,7 4 0 16,-2-2 1-16,-3-1-1 0,2 1 2 16,-4-3-1-16,0 1 1 15,-6 3 0-15,-2-3 1 16,-3 5 0-16,-9-5 1 0,-5 7 0 16,-8-4-1-16,-3 7 1 15,-6-3 0-15,-3 3-1 16,-9 0 1-16,-8 0-2 15,10 0 1-15,-10 0-2 0,0 0 1 16,0 0 0-16,0 0-1 16,0 0 0-16,-7 3 0 15,7-3-3-15,0 0-4 16,-8 0-7-16,8 0-17 16,-10 0-38-16,10 0-6 15</inkml:trace>
  <inkml:trace contextRef="#ctx0" brushRef="#br1" timeOffset="69267.59">7933 8287 173 0,'0'0'8'0,"0"0"5"16,0 0 4-16,0 0 3 15,0 0 2-15,0 0 0 16,0 0 3-16,0-11-1 16,0 11-6-16,0 0-4 0,16-13-1 15,-2 12-4-15,0-2 1 16,4 0-3-16,7-2 0 15,1 3-1-15,6 0 1 0,-2-1-2 16,8 3 0-16,-3-2-1 16,0 2 1-16,2 0-1 15,-5 0-1-15,-5 5 0 16,1-1-1-16,-5 4 0 16,-7 2 0-16,-1 0 0 15,0 2-1-15,-2 0 0 0,-1 1 1 16,-2 3-1-16,3-2 0 15,-1 0 0-15,-2 1-1 16,0 0 1-16,-3 0 0 0,3 2 0 16,-5-2-1-16,5 2 1 15,-7 1-2-15,4-1 1 16,-5 3-1-16,3-3 1 0,-2 1-1 16,2-1 0-16,-2 3 0 15,-3 2 1-15,2-4 0 16,-2 4 1-16,0-2-1 15,-2 2 1-15,-1-2-1 0,-2 0 1 16,0 2-1-16,-2-2 1 16,2-3-1-16,-5 3 0 15,2 0 1-15,1-3-1 16,0 3 1-16,-3-3-1 0,-3 4 0 16,1-2 0-16,-4 1 1 15,2-3-1-15,-4 3 1 16,1-1-1-16,-3-1 0 15,0-4 1-15,-2 4-1 16,0-3 1-16,-1-3-1 16,-2 1 0-16,0-3 0 0,1 2 0 15,-6-2-1-15,3 2 0 16,-1-4 0-16,1 2-1 0,-1-5 1 16,3 1-1-16,3 0 0 15,2-1 0-15,6-2 0 16,1-3-3-16,13 0-8 15,-12 0-19-15,-1-3-45 0,13 3-1 16</inkml:trace>
  <inkml:trace contextRef="#ctx0" brushRef="#br1" timeOffset="70266.2">8350 8239 255 0,'0'0'7'0,"0"0"1"15,0 0 3-15,0 0 0 16,0 0 3-16,10-5 1 0,-10 5 1 16,15-2 0-16,-6 2-4 15,7 0-2-15,0 0-1 16,7 0-2-16,5 0-2 15,1 0-1-15,11-3-1 16,3 3 0-16,3 0-1 0,7-3-1 16,7-1 1-16,4 1-1 15,3-2 0-15,2 0-1 16,6 0 1-16,0 0-1 16,1 0-1-16,2 0 1 15,-1 1 0-15,0-2 0 0,0 2 0 16,2 1 0-16,-1-1 0 15,-4-3-1-15,3 3 1 16,0-2 0-16,-2 2-1 0,1 0 1 16,0-1 0-16,-2-1 0 15,-5 2 0-15,4-2 0 16,-4-1 1-16,0-1-1 0,-2 6 0 16,4-4 0-16,-5-2 0 15,1-1-1-15,5 2 1 16,-5 3-1-16,3-4 1 15,2 1-1-15,-3 2 1 16,-4 0 0-16,5-3-1 0,-5 3 1 16,-1 0 0-16,1 3 0 15,-3-6 0-15,2 6-1 16,-9-3 1-16,10 2 0 16,-8-1 1-16,3 1-1 0,-1-1-1 15,1 1 1-15,2-3 0 16,-2 4 0-16,-1 0-1 15,3-3 1-15,-3 2 0 16,-1 1-1-16,1 0 1 0,-4-1 0 16,-5 3 0-16,-1-2 0 15,-1-1 1-15,-4 0-1 16,-4 3 0-16,-2-2 1 0,-8 0-1 16,-4-1 1-16,-6 1-1 15,-4-1-1-15,-16 3-3 16,9 0-8-16,-9 0-33 15,-7 0-27-15,-3 3-4 16</inkml:trace>
  <inkml:trace contextRef="#ctx0" brushRef="#br1" timeOffset="71465.94">8213 9166 182 0,'0'0'6'0,"0"0"4"0,0 0 5 16,0 0 5-16,0 0 2 16,10 8 3-16,5-7 0 0,5 2 1 15,9 1-5-15,0-1-3 16,12 0-3-16,2 0-6 15,6-3-2-15,1 4-2 16,4 0-1-16,6-4-1 16,5 0-1-16,2 0-1 0,7 0 0 15,3 0 0-15,0 0 0 16,3 0-1-16,7-6 0 16,0 4 0-16,3-4 1 15,2-1-1-15,-3 0 1 0,3-7 0 16,5 6 0-16,-3-3 0 15,1-1 0-15,1-1 0 16,1 1 1-16,0-1-1 0,0 1-1 16,3 3 0-16,-3-1 0 15,-1-3 1-15,3 3-1 16,-4 0 0-16,-1 0 0 0,1 3 0 16,-1-3-1-16,0 0 0 15,4-1 1-15,-6 3-1 16,-4-3 0-16,4 1 1 15,0 3 0-15,-4-3 0 16,3 4 1-16,-6-2-1 16,-2-1 1-16,-5 5 0 0,2 0-1 15,-8-4 0-15,-5 5 0 16,-7-3 1-16,-5 2-1 16,-8 0 0-16,-5-2 0 0,-5 4 0 15,-9-3 0-15,-1 2 1 16,-9 1 0-16,-4-1-1 15,-2 3 1-15,-12 0-1 16,9-2 1-16,-9 2-1 0,0 0 1 16,0 0-1-16,0 0 0 15,0 0-2-15,0 0-4 16,0 0-7-16,0 0-15 16,0 0-43-16,0 0-5 0</inkml:trace>
  <inkml:trace contextRef="#ctx0" brushRef="#br1" timeOffset="73150.06">12569 8022 171 0,'0'0'5'16,"0"0"0"-16,4 0 2 15,-4 0-1-15,0 0 1 16,0 0-2-16,11 0 0 0,-11 0 3 16,0 0-6-16,0 0-2 15,10-4 0-15,2 4 0 16,-12 0 1-16,22 0 0 16,-15-2-1-16,11-1 0 0,-8 1 0 15,5-1 0-15,-5 1-1 16,0-3 1-16,-10 5 0 15,15-7 1-15,-15 7-1 0,14-6 1 16,-14 6 0-16,9-7 1 16,-9 7 0-16,0 0-1 15,0 0 2-15,9-9 2 16,-9 9 0-16,0 0 2 16,0 0 1-16,0-11 2 15,0 11 3-15,0 0 2 0,0-12 0 16,0 12 4-16,3-7-2 15,-3 7 1-15,0 0-3 16,0-10-1-16,0 10-2 0,0 0-2 16,3 15-1-16,1 2-3 15,1 7-1-15,5 12 0 16,2 6 0-16,1 7 1 0,4 11-1 16,-1 4-1-16,-2 3-1 15,1 2 0-15,-5 3-1 16,-3-5-1-16,0-3 0 15,-7-1 1-15,0-9-2 0,0-5 1 16,-2-6 1-16,-3-6-1 16,3-8 0-16,-3-1 0 15,0-9 0-15,2-3 0 16,1-4-1-16,2-12 0 0,-5 15 0 16,5-15-1-16,0 0-1 15,0 0-2-15,0 0 0 16,0 0-2-16,0 0-6 15,0 0-11-15,0 0-22 16,0 0-34-16,-3-11-2 0</inkml:trace>
  <inkml:trace contextRef="#ctx0" brushRef="#br1" timeOffset="73416.16">12773 8819 225 0,'0'0'5'0,"0"0"3"0,0 7 3 0,0-7 0 15,2 17 0-15,-2-7 1 0,2 5 1 16,1-2-3-16,-1 2-6 15,1-4-13-15,-1 0-26 16,4-1-28-16,-6-10-2 0</inkml:trace>
  <inkml:trace contextRef="#ctx0" brushRef="#br1" timeOffset="74782.19">12733 8085 283 0,'0'0'6'0,"0"0"3"0,0 0 1 16,0-7 4-16,0 7 0 0,0-12 2 15,-3 3 2-15,3 1 1 16,0-3-6-16,-3-1-1 16,3-3-3-16,0 1-1 15,-2-2-1-15,2 2-2 0,0-4-1 16,0-2-1-16,0 1 0 15,0 2-1-15,0-4 0 16,0 4-1-16,0 3 0 16,-2 1 0-16,2 1 0 0,-3 3 0 15,3 9 0-15,0-11 0 16,0 11-1-16,0 0 1 16,0 0-1-16,0 0 1 15,0 0-1-15,0 0 0 16,0 0 1-16,0 0-1 0,0 0 1 15,0 0 0-15,0 0 0 16,0-10 0-16,0 10-1 16,0 0 1-16,3-10 0 15,-3 10-1-15,10-8 0 0,-10 8 0 16,15-12-1-16,-15 12 2 16,18-9-1-16,-9 3 0 15,6 1 0-15,-2 0 0 0,-1-2 0 16,3 2 0-16,-1 2 0 15,1-2 0-15,3 0 0 16,-3 3 1-16,-3-3-1 0,1 3 0 16,-1 2 0-16,-2-3 1 15,0 1-1-15,-2 2 0 16,1 0-1-16,-9 0 2 16,18 0-1-16,-18 0 0 15,14-3 1-15,-14 3-1 0,8-3 1 16,-8 3 0-16,0 0 0 15,0 0-1-15,0 0 0 16,0 0 0-16,0 0 0 16,0 0 0-16,0 0-1 15,0 0 0-15,0 0 1 0,0 0-1 16,10 0 0-16,-10 0 1 16,0 0-1-16,5 11 1 15,-2-4 0-15,1 8 0 0,-1 2 0 16,-1 8 1-16,1 5-1 15,2 7 2-15,0 3 0 16,-2 3 0-16,4 5 0 0,0 4 1 16,-1 0 0-16,3 3 0 15,3-4 0-15,-4 2 0 16,-3-1-1-16,0 0 1 16,0-3-2-16,-3 1-1 15,1-3 1-15,-3-7 0 0,0-1-1 16,0-2-1-16,0-4 1 15,0-4 0-15,0-1 0 16,0-1 0-16,0-6 1 16,-3 4-1-16,3-4 1 0,0-1-1 15,0 0 0-15,-2-6 1 16,2 1-1-16,0 0 0 16,0-5 0-16,0 0-1 15,0-10 0-15,0 10-2 0,0-10-3 16,0 0-4-16,0 13-8 15,0-13-29-15,0 0-35 16,0 0-1-16</inkml:trace>
  <inkml:trace contextRef="#ctx0" brushRef="#br1" timeOffset="75450.19">12407 8960 255 0,'0'0'3'0,"0"0"5"0,0 0 4 15,0 0 2-15,8 0 2 16,-8 0 2-16,17 0 1 16,-2 0 1-16,5-3 1 15,0 1-6-15,7 2-3 0,0-2-1 16,8-1-1-16,0 0-2 16,3 3-1-16,-4-2 0 15,-2 0-1-15,-2-1-1 16,-2 3-1-16,-3-2-1 0,-6 2-1 15,-6-3-1-15,-3 3 0 16,-10 0-2-16,9 0-1 16,-9 0-1-16,0 0-4 0,0 0-3 15,0 0-11-15,-5 5-48 16,5-5-9-16</inkml:trace>
  <inkml:trace contextRef="#ctx0" brushRef="#br1" timeOffset="76650.5">12803 7974 210 0,'0'0'6'0,"0"0"3"15,0-10 2-15,0 10 5 16,0-15 2-16,0 15 1 16,0-15 1-16,0 15 0 15,-3-12-7-15,3 12-3 16,0 0-2-16,0 0-3 0,0 0 0 15,-10 7-2-15,7 6 0 16,-2 9 2-16,3 2 3 16,-1 14 1-16,3 7 0 15,0 4 0-15,8 6 0 0,0 9 1 16,4 5-2-16,0 1-1 16,1 3-2-16,-1 0 0 15,1-4-1-15,-6-2 0 16,-2-2 0-16,-3-8-2 0,-2-8 0 15,0-4 0-15,0-8 0 16,-4-3-1-16,-2-9 0 16,4-3 0-16,-3-6-1 15,2-4 1-15,1-2-1 0,2-10 0 16,-3 12 1-16,3-12-1 16,0 0 0-16,0 0 0 15,0 0 1-15,-4 7-1 16,4-7 1-16,0 0 0 0,0 0 0 15,0 0 0-15,0 0 1 16,0 0 0-16,0 0 0 16,0 0-1-16,0 0 0 0,0 0 0 15,0 0-1-15,0 0 1 16,0 0-1-16,0 0-1 16,0 0 1-16,-8 3 0 15,8-3-1-15,0 0 0 16,0 0 0-16,0 0 0 0,0 0 1 15,5 0-1-15,-5 0 1 16,18 0-1-16,-6 0 1 16,0 0 0-16,6 0 1 0,2 0-1 15,2 3 0-15,0-1 1 16,6 1-2-16,-5-3 2 16,1 1-1-16,-2 3 0 15,-4-4 0-15,-1 2 0 0,-7-2 0 16,0 0 1-16,-10 0 0 15,7 0 0-15,-7 0 0 16,0 0 0-16,0 0 1 16,0 0-1-16,0 0 0 15,0 0 1-15,0 0-1 0,0 0 3 16,0 0-4-16,0 0 0 16,0 0 0-16,0 0 0 15,0 0 0-15,0 0 0 16,0 0 0-16,0 0 0 0,0 0 0 15,0 0 0-15,0 0 0 16,0 0 0-16,5-6 0 16,-5 6 0-16,0 0 0 0,0-12 0 15,0 12 0-15,2-7 0 16,-2 7 0-16,6-10 0 16,-6 10 0-16,5-12 0 15,-5 12 0-15,0 0 0 0,5-8 0 16,-5 8 0-16,0 0 0 15,0 0 0-15,7-10 0 16,-7 10 0-16,0 0 0 16,0 0 0-16,0 0 0 0,3-10 0 15,-3 10 0-15,0-12 0 16,0 2 0-16,0 3 0 16,0-5 0-16,0 2 0 15,-5-3 0-15,0-1 0 16,3 4 0-16,-1 0 0 0,3 10 0 15,-5-14 0-15,5 14-44 16,0 0-44-16,10-14-3 16</inkml:trace>
  <inkml:trace contextRef="#ctx0" brushRef="#br1" timeOffset="77799.75">7940 8751 321 0,'0'0'8'15,"0"0"5"-15,0 0 3 16,7-12 3-16,-7 12 3 15,7-14 0-15,-3 4 2 0,1 0 0 16,-3-2-6-16,0 1-5 16,-2 1-2-16,0 10-11 15,0-9 0-15,0 9 0 16,-7 2 0-16,1 5 0 0,-1 9 0 16,0 1 0-16,2 3 0 15,3-1 0-15,2 6 0 16,0-2 0-16,9-3 0 0,7-6 0 15,3-2 0-15,8-7 0 16,1-2 0-16,4-3 0 16,0-5 0-16,-2-7 0 15,-2-4 0-15,-6-1 0 0,-5-3 0 16,-7-2 0-16,-7-3 0 16,-9 3 0-16,-8-3 0 15,-9 6 0-15,-7 1 0 16,-7 8 0-16,0 7 0 0,0 3 0 15,2 11 0-15,11 6 0 16,1 3-5-16,-2 5-81 16,26-1-2-16</inkml:trace>
  <inkml:trace contextRef="#ctx0" brushRef="#br0" timeOffset="88083.29">8075 8749 74 0,'0'0'8'0,"0"0"7"16,0 0 4-16,0 0 5 16,0 0 2-16,-4 0 3 15,4 0 1-15,0 0 2 16,0 0-6-16,0 0-4 0,0 0-2 15,0 0-4-15,0 0-2 16,0 0 0-16,0 0-3 16,0 0 1-16,-2 8-4 15,2-8-1-15,0 0-1 0,-5 12-1 16,5-12-1-16,-10 15 0 16,10-15-1-16,-13 17-1 15,6-6 0-15,-3 1 0 16,0 0-1-16,-2 3 1 0,0 0-2 15,-1 0 0-15,1 0 1 16,-1 2-1-16,-2 2 1 16,0-1-1-16,1 4 1 0,-2 0 0 15,2-2 1-15,-2 5 0 16,2-1-1-16,-6 0 2 16,3 2 0-16,-1 2 0 15,-1-1 0-15,1 4 0 0,-5-5 0 16,2 4-1-16,-2 0 1 15,3-3-2-15,1-2 1 16,1 0-2-16,0-4 1 16,4 2 0-16,-2-1 0 15,4 0 0-15,-2-2 0 0,1 0 1 16,-2-3 0-16,2 2 0 16,-1-1 0-16,1 0-1 15,1-4 1-15,-1 4-1 16,1-3 0-16,0 0 0 0,-1-1-1 15,1 2 1-15,2-2-1 16,-3 1 1-16,3 1-1 16,-3 0 1-16,0 0-1 0,5 0 0 15,-5 2 1-15,3-1-1 16,0 1 0-16,-3 0 0 16,4-1 1-16,-3-3-1 15,4-1 0-15,-2 4 0 0,3-4 0 16,-4-1-1-16,4 2 1 15,0-1 0-15,2-1 0 16,-2-2 0-16,1 2 0 16,6-12 0-16,-10 16 0 15,10-16-1-15,-7 9 1 0,7-9 0 16,0 0 0-16,-5 10 0 16,5-10 0-16,0 0 0 15,0 0 0-15,0 0 0 16,0 0 0-16,0 0 1 0,0 0-1 15,0 0 0-15,0 0 1 16,0 0-1-16,0 0 0 16,0 0 0-16,0 0 1 0,0 0-1 15,0 0 0-15,0 0-1 16,0 0 1-16,0 0 0 16,0 0 0-16,0 0-1 15,0 0 1-15,0 0 0 0,0 0-1 16,0 0 1-16,0 0 0 15,0 0 0-15,0 0 0 16,0 0 0-16,3-7 0 16,-3 7 0-16,7-12 1 0,-7 12 0 15,12-16-1-15,-6 9 1 16,1-2 0-16,3-4 1 16,-3 1-1-16,3 0 1 15,0-4 0-15,2-1 1 16,-1 2-1-16,1 0-2 0,-3-5 0 15,2 6 0-15,1-4 0 16,-3 6 0-16,2-3 0 16,1 0 0-16,1 3 0 0,-2-3 0 15,6 2 0-15,-5-1 0 16,2-4 0-16,4 1 0 16,-1 0 0-16,1-1 0 15,-1-1 0-15,-2-1 0 0,0 2 0 16,-3-2 0-16,4 1 0 15,-2-1 0-15,0 0 0 16,4 0 0-16,0 1 0 16,-1-5 0-16,1 3 0 0,1-2 0 15,1 4 0-15,1-8 0 16,-5 7 0-16,7-5 0 16,-5 0 0-16,1 3 0 15,1-3 0-15,-1 0 0 16,2 3 0-16,-1 0 0 0,-3-3 0 15,1 2 0-15,-2-1 0 16,0 2 0-16,2 2 0 16,-6-3 0-16,2 1 0 0,2 1 0 15,-4 5 0-15,0-1 0 16,1-1 0-16,-1 3 0 16,-2-2 0-16,0 2 0 15,-1 3 0-15,2-3 0 0,-1 5 0 16,-5 0 0-16,-5 10 0 15,10-12 0-15,-10 12 0 16,0 0 0-16,0 0 0 16,0 0 0-16,0 0 0 0,0 0 0 15,0 5 0-15,-2 7 0 16,-9 1-16-16,-12 4-68 16,11 5-4-16</inkml:trace>
  <inkml:trace contextRef="#ctx0" brushRef="#br0" timeOffset="88999.97">7234 9592 384 0,'0'0'7'0,"0"0"2"16,0-10 4-16,0 10 0 0,0 0 3 15,0-10 0-15,0 10 0 16,0 0 0-16,0 0-5 16,0 0-5-16,0 0-2 15,-2 12-4-15,-1 5 0 0,1 6 0 16,0-1 0-16,-3 10 0 15,-1-3 0-15,-1 1 0 16,-2 1 0-16,1-2 0 16,0-1 0-16,-4-6 0 15,4 0 0-15,0-7 0 0,0 0 0 16,4-1 0-16,-1-3 0 16,3-4 0-16,2-7 0 15,-2 12 0-15,2-12 0 16,0 0 0-16,0 0 0 0,0 0 0 15,0 8 0-15,0-8 0 16,0 0 0-16,0 0 0 16,12 0 0-16,-12 0 0 0,7-5 0 15,-7 5 0-15,13-5 0 16,-13 5 0-16,12-8 0 16,-12 8 0-16,13-4 0 15,-13 4 0-15,14-8 0 0,-14 8 0 16,16-8 0-16,-7 1 0 15,3 2 0-15,1-2 0 16,4-5 0-16,3-1 0 16,3 1 0-16,1-3 0 0,4-1 0 15,1 2 0-15,1-1 0 16,0 3 0-16,0-3 0 16,-5 5 0-16,-5-3 0 15,-1 9 0-15,-6-2 0 16,-5 1 0-16,-8 5 0 0,12-1 0 15,-12 1 0-15,0 0 0 16,0 0 0-16,0 0 0 16,0 0 0-16,0 0 0 0,0 0 0 15,0 0 0-15,0 0 0 16,0 0 0-16,0 0 0 16,0 0 0-16,0 0 0 15,0 0 0-15,0 0 0 0,0 0-87 16,-5 0-4-16</inkml:trace>
  <inkml:trace contextRef="#ctx0" brushRef="#br0" timeOffset="93350.02">13088 8375 230 0,'0'0'5'0,"0"0"4"15,0 0 3-15,0 0 2 16,7 3 2-16,-7-3 2 0,0 0 2 16,0 0 0-16,0 0-3 15,0 0-1-15,0 0-2 16,0 0-2-16,0 0-2 15,0 0-1-15,0 0 0 0,0 0-2 16,0 0 0-16,0 0-1 16,0 0-1-16,0 0-2 15,0 0-1-15,0 0 0 16,0 0 0-16,8 0-1 0,-8 0 0 16,17 0 0-16,-4-3 0 15,2 3 0-15,5-1 1 16,2-5-1-16,5 4 0 15,3-4-1-15,2 3 1 0,3-1-1 16,3 0 0-16,-2-2 0 16,4 4 0-16,0-3 0 15,3 1 0-15,-1-2 0 16,3 4 1-16,2-4-1 0,3 1 0 16,-1 0 0-16,6 0 0 15,-3 1 0-15,1-2 1 16,0 0-1-16,-2 0 0 15,-7 1 0-15,1 1-1 0,-3-2 1 16,-2 3 0-16,0 2 0 16,2-2 0-16,-3 0 0 15,2 3 1-15,-2-2-1 16,-2-1 0-16,4 1 0 0,-9 0 0 16,-2-1 0-16,-6 1 0 15,-2-1 0-15,-4 1 0 16,-3-1 1-16,-6 1-1 15,2-1 0-15,-1 3 0 16,-10 0 1-16,15-5-1 0,-15 5 0 16,10-2 1-16,-10 2-1 15,0 0 0-15,0 0-1 16,0 0-2-16,0 0-2 0,0 0-9 16,0 0-17-16,-10 2-48 15,10-2-2-15</inkml:trace>
  <inkml:trace contextRef="#ctx0" brushRef="#br0" timeOffset="94266.59">13074 8328 263 0,'0'0'7'0,"0"0"4"0,0 0 4 0,0 0 1 15,0 0 2-15,0 0 1 16,0 0 2-16,0 0 0 16,4 0-7-16,-4 0-3 0,0 0-4 15,17-4-1-15,-6 1-3 16,3 0 0-16,7 1 0 15,4-6-1-15,4 6 1 16,11-3-1-16,-1 1 0 0,9-5 0 16,3 4-1-16,7-2 1 15,-1 0-1-15,2 0-1 16,4 1 0-16,1-3 1 0,-2 1-1 16,1 1 0-16,1-3 0 15,-2 2 0-15,-5 1 0 16,6-1 0-16,-9 3 0 15,1 0 0-15,-3 2 0 0,0-1 0 16,-2 1 0-16,-5 0 0 16,1 2 0-16,-3-2 0 15,-1 0 0-15,-1 2 0 16,-4-6 0-16,-5 6 1 0,-2-2-1 16,-5 1 0-16,-6-2 0 15,-1 4 0-15,-9-1 0 16,2 1 0-16,-11 0 0 15,10 0 1-15,-10 0-1 16,0 0 0-16,0 0 0 0,9 0 1 16,-9 0-1-16,0 0 1 15,0 0 0-15,0 0 0 16,0 0 0-16,0 0 0 16,0 0 0-16,0 0 0 0,0 0 0 15,0 0-3-15,0 0-2 16,0 0-6-16,-5 0-10 15,-2 10-39-15,7-10-19 16,-9 0-3-16</inkml:trace>
  <inkml:trace contextRef="#ctx0" brushRef="#br0" timeOffset="95032.94">14472 7969 315 0,'0'0'8'0,"0"0"2"16,0 0 3-16,-10-2 3 0,10 2 3 15,0 0 0-15,0 0-1 16,0 0 0-16,0 0-5 16,0 0-4-16,0 0-3 0,8 2 0 15,4 5-2-15,3 1 1 16,8 2 0-16,1 0 0 15,6-1 0-15,2 6 1 16,4-5-2-16,3 3 0 0,-4-3-1 16,-3 0-3-16,0 0 0 15,-2 0 0-15,-7-2 0 16,-2 0 0-16,-5 0 0 0,-4-3 0 16,-2 0 0-16,-10-5 0 15,10 10 0-15,-10-10 0 16,0 0 0-16,0 0 0 15,0 0 0-15,0 0 0 16,0 0 0-16,0 8 0 16,0-8 0-16,0 0 0 0,-7 8 0 15,7-8 0-15,-20 14 0 16,8-7 0-16,-2 3 0 16,0 2 0-16,-4 3 0 15,-1 5 0-15,-4 0 0 0,1 7 0 16,-3-2 0-16,1 2 0 15,-1 1 0-15,0-4 0 16,0 3 0-16,4-4 0 0,4-6 0 16,4-2 0-16,1-3 0 15,3-2 0-15,9-10 0 16,-7 8 0-16,7-8 0 0,0 0 0 16,0 0 0-16,0 0 0 15,0 0 0-15,0 0 0 16,2-3 0-16,-2 3 0 15,10-15-45-15,-1 5-41 0,-2-3-2 16</inkml:trace>
  <inkml:trace contextRef="#ctx0" brushRef="#br0" timeOffset="95616.45">14449 8008 331 0,'0'0'6'15,"0"0"4"-15,0 0 2 16,3-9 4-16,-3 9 0 0,0 0 0 16,0 0 0-16,10-11-1 15,-10 11-5-15,0 0-2 16,0 0-3-16,12 9-1 16,-2-5 0-16,3 6 0 15,4 1 1-15,3 3 0 0,3-4 0 16,7 1 1-16,0 3-2 15,2-4 0-15,0 2 0 16,-5-5-2-16,3 0 1 16,-6 1-3-16,-1-1 0 0,0-1 0 15,-9 1 0-15,-3-2 0 16,-2-2 0-16,-9-3 0 16,10 17 0-16,-8-5 0 15,-2 1 0-15,-9 3 0 0,-3 5 0 16,-4 4 0-16,-6 0 0 15,-2 2 0-15,-1-5 0 16,-4 6 0-16,5-7 0 16,-1-1 0-16,8-3 0 0,-1-2 0 15,4-2 0-15,3-4 0 16,4-2 0-16,7-7 0 16,-10 13 0-16,10-13 0 15,0 0-73-15,0 0-16 0</inkml:trace>
  <inkml:trace contextRef="#ctx0" brushRef="#br0" timeOffset="96917.63">7791 9707 426 0,'0'0'6'0,"0"0"3"0,0 0 1 0,0 0 2 16,0 0 0-16,2 6 1 15,-2-6 0-15,0 0-3 16,0 0-10-16,15 2 0 15,0-2 0-15,3-2 0 0,3 0 0 16,7-3 0-16,4-2 0 16,4 1 0-16,-2 3 0 15,-2-1 0-15,-2 4 0 16,-2 0 0-16,-6 0 0 16,-7 2 0-16,-3 6 0 0,-7 2 0 15,-5 5 0-15,-12-1 0 16,-8 4 0-16,-2 4 0 15,-8 0 0-15,-6 3 0 16,-3 0 0-16,2 0 0 0,-3-3 0 16,2 0 0-16,4-2 0 15,1 0 0-15,8-5 0 16,9-4 0-16,0 0 0 16,16-11 0-16,-2 10 0 15,12-7 0-15,10-3 0 0,7-3 0 16,8-1 0-16,1-5 0 15,12 0 0-15,3-1 0 0,0 0 0 16,-1 0 0-16,-6 0 0 16,4 2 0-16,-11 4 0 15,-5-1 0-15,-7 2 0 16,-7 3 0-16,-3 0 0 0,-6 0 0 16,-9 0 0-16,0 0 0 15,0 0 0-15,0 0 0 16,0 0 0-16,0 0 0 15,0 3 0-15,0-3 0 16,-7 5-23-16,7-5-66 16,0 0-4-16</inkml:trace>
  <inkml:trace contextRef="#ctx0" brushRef="#br0" timeOffset="97932.56">15076 8138 417 0,'0'0'6'0,"0"0"3"15,0 0 2-15,0 0 2 16,0 0 0-16,0 0 1 0,0 0 1 16,0 0-2-16,0 0-13 15,0 0 0-15,10-6 0 16,-1 6 0-16,5 0 0 0,5 0 0 16,6 0 0-16,5 0 0 15,7 0 0-15,6 0 0 16,-2 0 0-16,-1 3 0 15,-2-3 0-15,-3 0 0 0,-10 0 0 16,-1 0 0-16,-9 3 0 16,-3-1 0-16,-12-2 0 15,3 11 0-15,-6-1 0 16,-11 4 0-16,-7 4 0 16,-6 0 0-16,-3 10 0 0,-9-4 0 15,2 4 0-15,-9-3 0 16,9 0 0-16,0-3 0 15,7-5 0-15,5-2 0 0,5 0 0 16,8-7 0-16,12-8 0 16,0 12 0-16,10-10 0 15,10 1 0-15,5-3 0 16,5 0 0-16,7 0 0 0,5-3 0 16,3 1 0-16,-3-3 0 15,3 2 0-15,-5 1 0 16,-8 0 0-16,-2-1 0 15,-3 3 0-15,-10 0 0 0,-4 0 0 16,-1 3 0-16,-12-3 0 16,0 0-63-16,-2 8-28 15</inkml:trace>
  <inkml:trace contextRef="#ctx0" brushRef="#br0" timeOffset="102333.38">1519 14823 344 0,'0'0'4'16,"0"0"4"-16,0 0 2 0,0-12 3 15,0 12 1-15,-5-7 0 16,5 7 0-16,-2-11 0 16,2 11-3-16,0 0-4 0,0 0-2 15,-3 16-2-15,3 2 0 16,0 3-2-16,0 7 1 16,5 4-1-16,3 0 0 15,2 5-1-15,4 0 0 16,7 1 1-16,1-4-1 0,8 3 0 15,7-5 0-15,3 3 1 16,7-5-1-16,7-1 1 16,6 1-1-16,5-2 1 15,6-3 0-15,10-1 0 0,7-1 0 16,4-6 0-16,11-1-1 16,1-2 1-16,8-4 0 15,10-6 0-15,7-4-1 16,5 0 1-16,10-10-1 0,5-2 0 15,10-5 0-15,7-3 0 16,4-2 0-16,9-3 0 16,1 0 0-16,8 0 0 0,0 3 0 15,4 0 0-15,-1 2 0 16,-3 5 1-16,-1 3-1 16,-3 2 0-16,-8 2 0 15,-12 8 0-15,-5 0 1 16,-15 5-1-16,-12 5 0 0,-13 2 0 15,-14 6 0-15,-19-1 0 16,-11 1 0-16,-15 4 0 16,-13-2 0-16,-13-3 1 15,-6 5-1-15,-13-4 1 0,-5-1 0 16,-5 0 0-16,-5-1 0 16,0-4-1-16,-5-2 1 15,5-10 0-15,-10 10-1 16,10-10 1-16,-13 4 0 0,13-4 0 15,-9-3 0-15,4-5-1 16,5-3 0-16,0-1-1 16,6-3 1-16,6-5-1 0,4-2-1 15,12 0 1-15,6-3 1 16,12 0-1-16,7-3 1 16,16 2 0-16,5-4 0 15,10 5 0-15,13-2 0 16,7 2 0-16,13 2 0 0,5 4 1 15,5 2-1-15,6 1 0 16,7 4 0-16,2 2 1 16,-1 3-1-16,6 3 0 15,-5-2 0-15,-1 6 1 0,1 0-1 16,-6 0 0-16,1 0 0 16,-3 2 1-16,-5 3-1 15,-5-2 0-15,3-1 0 16,-8-2 1-16,-2 0-1 0,-2 0 0 15,-6-5 0-15,-2-2 1 16,-3-4-1-16,-5 3 0 16,-4-5 0-16,-6-2 0 15,-4 3 1-15,-11-4-1 16,-1 2 1-16,-10-2 0 0,-4-1 1 16,-6 3 0-16,-6-4 0 15,-2 3 0-15,-2-2 1 16,-8 3 0-16,0 1-3 0,-8-2 0 15,-2 3 0-15,-6 4 0 16,-3 1 0-16,-4-1 0 16,-4 6 0-16,-8 2 0 15,0 0 0-15,0 0-12 0,0 0-35 16,-6-4-37-16,-3 4-3 16</inkml:trace>
  <inkml:trace contextRef="#ctx0" brushRef="#br0" timeOffset="102916.45">6598 15762 443 0,'0'0'3'0,"0"0"0"0,0 0 1 15,-12 0 0-15,12 0 1 16,-5 15 1-16,5-2 0 0,-3 3 0 16,3 9-2-16,0 8-1 15,0 5 1-15,0 3-1 16,0-1-2-16,0 2-1 15,0-2-2-15,0-3-4 16,0 0-5-16,0-9-11 0,-4-14-51 16,0 6-12-16</inkml:trace>
  <inkml:trace contextRef="#ctx0" brushRef="#br0" timeOffset="103200.08">6248 15802 397 0,'0'0'4'0,"0"0"0"0,0-15 2 15,0 5 1-15,5-2 0 16,2-3 2-16,6 0 1 16,4-5 0-16,5 1-2 0,8 2-1 15,4-4-1-15,10 6 0 16,-3 1-2-16,4 1-1 15,0 6 0-15,-1 0-2 16,-1 7 0-16,-3 0-3 0,-8 0-4 16,-2 9-6-16,-3 4-22 15,3 1-49-15,-16 4-1 16</inkml:trace>
  <inkml:trace contextRef="#ctx0" brushRef="#br0" timeOffset="103616.4">6953 16081 391 0,'0'0'6'15,"0"0"2"-15,0 0 2 16,0 0 1-16,0-4 1 0,0 4 0 15,-13 0 0-15,4 3 1 16,-3 9-7-16,-6 0-1 16,6 6-3-16,-1-1-2 0,1 3 0 15,5 0 0-15,2-3 0 16,5-2 0-16,5-5 0 16,7-2 0-16,3-8 1 15,4 0 1-15,4-8 0 16,0-5 1-16,-4 1 0 0,4-5 1 15,-8-1 0-15,-8 0 0 16,-4-1-4-16,-3 1 0 16,-12 4 0-16,-6-1 0 15,-10 3 0-15,1 6 0 0,-5 3 0 16,-1 3 0-16,3 3-6 16,3 5-9-16,10 5-21 15,11-3-49-15,6-10-3 16</inkml:trace>
  <inkml:trace contextRef="#ctx0" brushRef="#br0" timeOffset="103832.22">7241 15582 503 0,'0'0'2'0,"0"0"1"15,0 0 0-15,0 2-3 0,0 11 0 16,3 6 0-16,-3 8 0 16,0 11 0-16,0 2 0 15,2 12-2-15,-2 2-58 16,8 0-27-16,0-2-1 0</inkml:trace>
  <inkml:trace contextRef="#ctx0" brushRef="#br0" timeOffset="105433.63">4247 8903 76 0,'0'0'4'0,"0"0"1"16,0 0 3-16,0 0 3 0,-12 0 2 15,12 0 0-15,0 0 3 16,-13 0 3-16,13 0 2 16,0 0 3-16,-9 0 0 15,9 0 2-15,0 0-1 0,-10 0 1 16,10 0 0-16,0 0-3 15,-10 0-2-15,10 0-3 16,0 0-3-16,-10 3-3 16,10-3 0-16,0 0-3 0,0 0 0 15,0 0-2-15,0 0 0 16,12 0-1-16,-1 0 0 16,1-3-1-16,3 0 0 15,3 2-1-15,4 1 0 0,3-3-1 16,2 3 0-16,3 0-1 15,5-3-1-15,-3 3 1 16,10 0-2-16,-3-2 0 0,2-1 0 16,3 3 0-16,1-2 0 15,-3-2 0-15,0 4 0 16,3 0 0-16,-5-1 0 16,-1 1 0-16,2 0 0 15,-4 0 0-15,-3-3 0 0,1 3 0 16,-3 0 0-16,0 0 0 15,-2 0 0-15,-2-2 0 16,-3 2 0-16,0-5 0 16,-1 2 0-16,1 1 0 0,0-1 0 15,-2-2 0-15,-1 3 0 16,-3-1 0-16,2 1 0 16,-5 2 0-16,0-2 0 15,-4 2 0-15,-1-3 0 0,-2 3 0 16,3 0 0-16,-12 0 0 15,13 0 0-15,-13 0 0 16,0 0 0-16,10 0 0 16,-10 0 0-16,0 0 0 15,0 0 0-15,0 0 0 0,0 0 0 16,0 0 0-16,0 0 0 16,0 0 0-16,0 0 0 15,0 0 0-15,0 0 0 0,7 0 0 16,-7 0 0-16,0 0 0 15,0 0 0-15,0 0 0 16,0 0 0-16,0 0 0 16,0 0-9-16,0 0-27 0,-7 0-47 15,7 0-4-15</inkml:trace>
  <inkml:trace contextRef="#ctx0" brushRef="#br0" timeOffset="105966.28">5231 8710 432 0,'0'0'4'0,"0"0"2"0,0 0 1 0,0 0 0 0,0 0 0 15,0 0 1-15,0 0 1 16,8 8 1-16,-8-8-2 16,22 8-3-16,-7 1 0 0,5-1-2 15,5 3-3-15,0-1 0 16,3 0 0-16,4 0 0 16,-5-2 0-16,0-1 0 15,-2 0 0-15,0-1 0 16,-5-2 0-16,-3 4 0 0,-2-1 0 15,-8 0 0-15,1 4 0 16,-8 1 0-16,0 3 0 16,-3-3 0-16,-6 6 0 15,-7 1 0-15,-1 1 0 0,-3 0 0 16,-5 5 0-16,0-1 0 16,-1-4 0-16,1 0 0 15,4-3 0-15,-1-1 0 16,7-2 0-16,0-4 0 0,8-5 0 15,7-5 0-15,-12 8 0 16,12-8 0-16,0 0 0 16,0 0 0-16,0 0 0 0,0 0 0 15,0 0 0-15,14-3 0 16,-3-7-25-16,-2 0-63 16,6 0-3-16</inkml:trace>
  <inkml:trace contextRef="#ctx0" brushRef="#br0" timeOffset="106866.88">5979 8787 450 0,'0'0'5'0,"0"0"3"16,0 0 1-16,0 0 1 16,0 0 0-16,0 9 2 15,-3 1-5-15,-6 3-7 0,-6 1 0 16,3 9 0-16,-6 2 0 15,-1 0 0-15,-2 4 0 16,1-1 0-16,1-1 0 16,-1-3 0-16,5-4 0 15,-3 0 0-15,6-5 0 0,-1-3 0 16,6-5 0-16,7-7 0 16,-12 6 0-16,12-6 0 15,0 0-60-15,0 0-28 16,3-10-1-16</inkml:trace>
  <inkml:trace contextRef="#ctx0" brushRef="#br0" timeOffset="107189.35">5746 8813 394 0,'0'0'8'0,"0"0"4"16,0 0 1-16,0 0 1 15,7-1 1-15,-7 1 3 16,12 4 0-16,-3 4 1 0,3 4-19 15,2 5 0-15,3 6 0 16,6 0 0-16,-1 2 0 16,6-2 0-16,1 2 0 15,-1 0 0-15,-1-3 0 0,-2-2 0 16,-2-2 0-16,-1-6 0 16,-5 0 0-16,-2-5 0 15,-2-1 0-15,-13-6 0 16,12 10 0-16,-12-10 0 15,0 0 0-15,0 0 0 0,0 0 0 16,0 0 0-16,0 0-7 16,2-10-83-16,-2 10-2 15</inkml:trace>
  <inkml:trace contextRef="#ctx0" brushRef="#br0" timeOffset="111991.38">4116 8819 187 0,'0'0'3'0,"0"0"5"15,0 0 1-15,0 0 5 16,0 0 0-16,0 0 3 16,0 0 2-16,0 0 2 0,0 0-3 15,0 0-2-15,0 0-1 16,0 0-3-16,0 0 0 15,0 0-1-15,0 0-1 0,0 0-2 16,0 0 0-16,0 0 0 16,0 0 0-16,0 0 0 15,0 0 1-15,0 0 0 16,0 0 0-16,0 0-1 0,0 0-1 16,2-6 0-16,-2 6-1 15,3-12 0-15,-3 3-1 16,0-1-1-16,0-3 0 15,0 1 0-15,0-1-1 0,0 1 1 16,0-2-4-16,0-3 0 16,0 1 0-16,-3 1 0 15,3 2 0-15,-2-1 0 16,0 2 0-16,-1-1 0 16,1-2 0-16,-2 5 0 0,4 0 0 15,-2-1 0-15,2-3 0 16,0 3 0-16,0-2 0 15,0 1 0-15,0 2 0 0,0-5 0 16,0 2 0-16,0 1 0 16,0 2 0-16,0-1 0 15,0 3 0-15,0-3 0 16,0-1 0-16,-2 5 0 0,2-6 0 16,-3 1 0-16,3 2 0 15,0 0 0-15,-2-2 0 16,2 2 0-16,-4-4 0 15,4 6 0-15,0-3 0 0,0 4 0 16,0-6 0-16,-1 7 0 16,1-5 0-16,0 1 0 15,0-2 0-15,0 2 0 16,0 0 0-16,0 0 0 0,0-3 0 16,0 3 0-16,0 2 0 15,0-6 0-15,0 4 0 16,1 1 0-16,-1-4 0 15,0 1 0-15,0 2 0 0,0 0 0 16,0-2 0-16,0 0 0 16,0-4 0-16,0 4 0 15,0-2 0-15,0 1 0 16,0-5 0-16,0 4 0 0,-1-2 0 16,1 0 0-16,-2 1 0 15,2-3 0-15,0 7 0 16,-3-6 0-16,3 6 0 15,-2-3 0-15,2 3 0 0,-3-1 0 16,3 2 0-16,-2 0 0 16,2-3 0-16,-3 1 0 15,3 0 0-15,-3-3 0 0,3 0 0 16,0 0 0-16,0 1 0 16,0-4 0-16,0-2 0 15,0 3 0-15,0-3 0 16,0 2 0-16,-2-1 0 0,2 2 0 15,-3-1 0-15,3 3 0 16,0-3 0-16,0 4 0 16,0-1 0-16,-2 1 0 15,2-2 0-15,0 4 0 16,0-3 0-16,0 2 0 0,0 1 0 16,-2 3 0-16,2-2 0 15,0 2 0-15,0 9 0 16,-3-16 0-16,3 16 0 15,-2-7 0-15,2 7 0 0,0 0 0 16,0 0 0-16,0 0 0 16,0 0 0-16,0 0 0 15,0 0 0-15,0 0 0 16,0 0 0-16,0 0 0 0,0 0 0 16,0 0 0-16,0 0 0 15,0 0 0-15,-5 5 0 16,3 10 0-16,-1 3 0 0,-3 3 0 15,-1 4 0-15,-2 8 0 16,-1 3 0-16,-3-1 0 16,-2 2 0-16,0-2 0 15,0 0 0-15,3-7 0 0,0-2 0 16,2-5 0-16,-1-7 0 16,7-2 0-16,4-12 0 15,-8 13 0-15,8-13 0 16,0 0 0-16,0 0 0 15,0-7 0-15,5-3 0 0,2-5 0 16,1-3 0-16,2-4 0 16,0-8 0-16,3 1 0 15,-1-4 0-15,0 2 0 0,-2-5 0 16,2 3 0-16,0-3 0 16,2 4 0-16,-7 5 0 15,2 0 0-15,0 4 0 16,-5 5 0-16,-1 1 0 15,2 8 0-15,-5 9 0 0,2-13 0 16,-2 13 0-16,0 0 0 16,0 0 0-16,10 13 0 15,-5-1 0-15,3 5 0 0,4 3 0 16,1 5 0-16,1 4 0 16,2 1 0-16,5-2 0 15,-1 0 0-15,1-2 0 16,-2-1 0-16,3-3 0 15,-4-1 0-15,2-7 0 0,-5-2 0 16,-3-2 0-16,1-3 0 16,-13-7 0-16,14 11 0 15,-14-11 0-15,0 0 0 0,0 0 0 16,0 0 0-16,-2-5 0 16,2 5 0-16,-10-13-73 15,-3-2-20-15</inkml:trace>
  <inkml:trace contextRef="#ctx0" brushRef="#br0" timeOffset="112599.27">3718 6741 329 0,'0'0'7'15,"0"0"3"-15,0 0 4 16,0 0 2-16,0-10 2 0,0 10 1 16,0 0 0-16,0 0 1 15,0 0-6-15,0 0-3 16,0 0-3-16,5-6-1 15,-5 6-1-15,12 3-1 0,-1 3 0 16,-2 1-2-16,3 2-3 16,4 1 0-16,4 2 0 15,-1 4 0-15,2-1 0 16,1-1 0-16,2 1 0 16,-1-3 0-16,0 3 0 0,-3-2 0 15,-1-1 0-15,-4-2 0 16,-3-2 0-16,-3-1 0 15,-9-7 0-15,14 7 0 16,-14-7 0-16,0 0 0 0,0 0 0 16,0 0 0-16,0 0 0 15,0 0 0-15,0 0 0 16,-11-10 0-16,11 10 0 0,-12-12 0 16,12 12-45-16,0-12-42 15,-4-1-2-15</inkml:trace>
  <inkml:trace contextRef="#ctx0" brushRef="#br0" timeOffset="112934.5">4039 6594 405 0,'0'0'7'0,"0"0"3"15,0-10 2-15,0 10 2 16,0-10 1-16,0 10-1 15,0 0 1-15,0 0 1 0,0 0-13 16,-5 20-3-16,5 8 0 16,0 4 0-16,-3 5 0 15,1 7 0-15,0 1 0 16,-1 3 0-16,-2 1 0 16,3-4 0-16,-2-4 0 0,0 2 0 15,-1-9 0-15,2-5 0 16,1-1 0-16,0-6 0 15,2-7 0-15,0-5 0 16,0-10 0-16,0 12 0 0,0-12 0 16,0 0 0-16,7-2-55 15,-7 2-32-15,6-12-3 16</inkml:trace>
  <inkml:trace contextRef="#ctx0" brushRef="#br0" timeOffset="114566.88">6305 8980 442 0,'0'0'6'0,"0"0"3"16,7-12 3-16,-7 12 2 0,0 0 0 15,12-13 0-15,-12 13-14 16,0 0 0-16,11 0 0 16,-11 8 0-16,0 1 0 15,0 6 0-15,0 2 0 16,0-2 0-16,0 5 0 0,2 0 0 15,1-5 0-15,1-2 0 16,1 1 0-16,-2-4 0 16,2 0 0-16,-5-10 0 15,10 5-35-15,-10-5-54 0,0 0-3 16</inkml:trace>
  <inkml:trace contextRef="#ctx0" brushRef="#br0" timeOffset="115332.95">4273 6852 363 0,'0'0'9'15,"0"0"5"-15,0-8 0 16,0 8 3-16,0 0 2 0,0-12 0 16,0 12 1-16,0 0 0 15,0 0-6-15,-5 12-12 16,5 3-2-16,0 3 0 0,2 3 0 15,1 4 0-15,1 0 0 16,4 1 0-16,-4-4 0 16,5-1 0-16,-2-6 0 15,2 6 0-15,-4-11-28 0,3-1-57 16,-8-9-5-16</inkml:trace>
  <inkml:trace contextRef="#ctx0" brushRef="#br0" timeOffset="116366.54">3160 9537 375 0,'0'0'8'16,"0"0"2"-16,0 0 3 15,0 0 1-15,0 0 2 0,0 0 1 16,0 0 0-16,0 0 1 16,0 0-7-16,-9 7-3 15,9 3-4-15,-2 8-4 16,-1-1 0-16,1 3 0 0,2 2 0 15,0 1 0-15,0-3 0 16,0-4 0-16,2 1 0 16,1-3 0-16,3-4 0 15,-6-10 0-15,5 14 0 16,-5-14 0-16,0 0 0 0,0 0 0 16,0 0 0-16,0-10 0 15,0-1 0-15,0-2 0 16,0-10 0-16,-3 1 0 0,-3-3 0 15,4 1 0-15,-3-1 0 16,0 5 0-16,3-1 0 16,-3 10 0-16,0-3 0 15,5 14 0-15,0 0 0 0,-13 4 0 16,13 10 0-16,0 4 0 16,0 2 0-16,7 11 0 15,-7-3-70-15,9-3-21 16</inkml:trace>
  <inkml:trace contextRef="#ctx0" brushRef="#br0" timeOffset="118333.55">12087 14207 472 0,'0'0'5'0,"0"0"3"15,-6-5 2-15,6 5 1 16,0 0-6-16,-9-8-5 15,9 8 0-15,-10-7 0 16,10 7 0-16,0 0 0 16,0 0 0-16,0 0 0 0,0 0 0 15,-7-8 0-15,7 8-70 16,4-2-23-16</inkml:trace>
  <inkml:trace contextRef="#ctx0" brushRef="#br0" timeOffset="121801.46">8084 8762 144 0,'0'0'5'0,"0"0"3"0,0 0 4 15,0 0 3-15,0 0 2 16,0 0 1-16,0 0 3 0,3-11 1 16,-3 11-3-16,0 0-2 15,0 0-2-15,0 0-2 16,0 0-3-16,0 0-1 15,0 0-3-15,0 0-1 0,0 0 0 16,9-7-1-16,-9 7 0 16,16 0-1-16,-4-1 1 15,0 1-1-15,6-4 2 16,-2 2-2-16,7 2-1 0,2 0 0 16,5 0-1-16,-3 0 0 15,1 0 0-15,4 0-1 16,-4 0 1-16,3 0 0 15,-3 0-1-15,-1 0 0 16,3 0 1-16,-5 0-1 0,4 0 0 16,-1 0 0-16,-1 0 1 15,1 0-1-15,-1 0 0 16,1 0 0-16,-1 0 0 0,0 0 1 16,0 0-1-16,3-2 0 15,-3-1 0-15,3 0 0 16,0 0 0-16,0 2 0 15,-3-2 0-15,3 0 0 0,-2 3 1 16,-3-1-1-16,-1 1 0 16,-4 0 0-16,3 0 0 15,2 0 0-15,-9 0 0 0,7 0 0 16,0 0 1-16,-4 0-1 16,4 0 0-16,-1 0 0 15,3 0 0-15,-3-3 1 16,5 3-1-16,-5-3 0 15,6 1 0-15,-6-1 0 0,1 1 1 16,-3 2 1-16,0-4 0 16,-8 3 0-16,0 1 0 15,1 0 1-15,-13 0 0 16,12-3 1-16,-12 3-1 0,13-2-1 16,-13 2 1-16,10 0-1 15,-10 0 0-15,7 0 0 16,-7 0-1-16,0 0 1 15,0 0-2-15,10-2 1 0,-10 2 0 16,0 0 0-16,0 0 1 16,0 0-1-16,0 0 1 15,0 0 0-15,10 0-1 0,-10 0 1 16,0 0 0-16,0 0-1 16,0 0 1-16,0 0-1 15,0 0 0-15,0 0 1 16,0 0 0-16,0 0-1 15,0 0 1-15,0 0-1 0,0 0-1 16,0 0-4-16,0 0-8 16,0 0-10-16,0 0-55 15,0 0-2-15</inkml:trace>
  <inkml:trace contextRef="#ctx0" brushRef="#br0" timeOffset="122333.2">9403 8524 369 0,'0'0'5'0,"0"0"2"0,0 0 2 16,0 0-3-16,0 0 2 0,0 0 1 16,0 0 1-16,6 7 0 15,3 0-4-15,1-1-1 16,8 1-1-16,1-2 3 0,6 0-1 16,-3 2-1-16,6-1-1 15,-5-2 1-15,1 1-1 16,3 0-1-16,-7 3-1 15,-2-3 0-15,-1 0 0 16,-5 2-1-16,-1 1-1 0,-6 2 1 16,-1 2 0-16,-4 2 1 15,-2 1-1-15,-5 3 1 16,-4 2-1-16,-6 2 1 16,-3 0 0-16,3-2 0 0,-5 2-1 15,-1-5 0-15,1 3 0 16,2-2 0-16,2-3 0 15,1-3 0-15,4 1-1 16,1-1 0-16,5-5 0 0,7-7 2 16,-13 18-4-16,13-18-1 15,-7 10-2-15,7-10-4 16,0 0-13-16,0 0-58 0,7 7-4 16</inkml:trace>
  <inkml:trace contextRef="#ctx0" brushRef="#br0" timeOffset="122666.64">10052 8541 430 0,'0'0'4'0,"0"0"2"0,0 0 0 16,0 0 0-16,0 0 0 0,0 0 1 16,-11 10-1-16,7 0 1 15,-6 5-4-15,-3 8-2 16,1-4 0-16,-6 8 0 16,2 0 0-16,-2-2 0 0,1 3 0 15,4-6 0-15,-4 0 0 16,4-4-2-16,3-6-1 15,3 1-5-15,7-13-6 16,-13 12-13-16,11 5-52 0,2-17-3 16</inkml:trace>
  <inkml:trace contextRef="#ctx0" brushRef="#br0" timeOffset="123066.41">9853 8554 380 0,'0'0'8'0,"0"0"2"15,0 0 1-15,0 0 1 16,0 0 1-16,2 0 1 16,-2 0 1-16,16 9 1 15,-9 2-7-15,5 3-3 0,6 1-1 16,1 7 0-16,1 2-1 15,3-1-1-15,2 0-3 16,-3 1 0-16,2 0 0 16,2-5 0-16,-4 1 0 0,3-6 0 15,-3-1 0-15,-2-1 0 16,-3-4 0-16,-4-4 0 16,-1 1 0-16,-12-5 0 15,13 5 0-15,-13-5 0 0,0 0 0 16,0 0 0-16,0 0 0 15,0 0 0-15,0 0 0 16,0 0 0-16,0 0 0 16,0 0 0-16,0-5 0 0,0 5-2 15,0 0-84-15,0 0-4 16</inkml:trace>
  <inkml:trace contextRef="#ctx0" brushRef="#br0" timeOffset="124984.62">8049 8754 300 0,'0'0'6'0,"0"0"5"0,0 0 2 16,0 0 3-16,0 0 1 15,0 0 4-15,0 0 0 16,0 0 0-16,3-11-4 16,-3 11-4-16,2-14-1 0,1 7-3 15,-1-5-1-15,3-1-1 16,-5-2-1-16,2-4-1 16,-2-3-1-16,0-3 0 15,0-3-4-15,0-6 0 0,0-6 0 16,0-6 0-16,-2-7 0 15,-3-5 0-15,0-6 0 16,0 0 0-16,0-4 0 16,0 6 0-16,0-1 0 0,3 1 0 15,-1 10 0-15,3 5 0 16,0 4 0-16,0 7 0 16,0 3 0-16,0 3 0 15,0 3 0-15,0 7 0 0,0-2 0 16,0 5 0-16,0 5 0 15,3-1 0-15,-3 13 0 16,0-12 0-16,0 12 0 16,0 0 0-16,0 0 0 0,0 0 0 15,0 0 0-15,0 0 0 16,0 0 0-16,0 0 0 16,0 0 0-16,0 0 0 15,0 0 0-15,0 0 0 0,0 0 0 16,0 0 0-16,0 0 0 15,0 0 0-15,0 0 0 16,0 0 0-16,0 0 0 16,0-10 0-16,0 10 0 0,0 0 0 15,-5-10 0-15,5 10 0 16,-7-8 0-16,7 8 0 16,-6-10 0-16,6 10 0 15,0 0 0-15,0 0 0 0,0 0 0 16,0 0 0-16,-10 0 0 15,6 16 0-15,-6 1 0 16,-1 6 0-16,-1 3 0 0,-1 6 0 16,-6 1 0-16,0-1 0 15,3-2 0-15,1-4 0 16,-2-1 0-16,4-4 0 16,6-9 0-16,-3-2 0 15,10-10 0-15,0 0 0 0,0 0 0 16,0-10 0-16,5-8 0 15,5-1 0-15,-1-9 0 16,4 2 0-16,2-12 0 0,-2 6 0 16,0-3 0-1,1 1 0-15,-4 4 0 0,-1 3 0 16,0 2 0-16,-4 7 0 16,-3 7 0-16,-2 11 0 15,2-13 0-15,-2 13 0 0,0 0 0 16,8 13 0-16,-1-2 0 15,3 10 0-15,2 1 0 16,4 3 0-16,1 1 0 0,3-1 0 16,5 0 0-16,-3 0 0 15,5-5 0-15,-4-1 0 16,-3-6 0-16,6 2 0 16,-10-8-59-16,3 1-31 0,-6-8-1 15</inkml:trace>
  <inkml:trace contextRef="#ctx0" brushRef="#br0" timeOffset="125366.18">8034 7260 413 0,'0'0'6'15,"0"0"3"-15,0 0 1 16,0 0 1-16,0 0 1 0,7-4 1 15,-7 4 0-15,18 4 1 16,-6 3-6-16,4 1-6 16,1 5-2-16,5 2 0 0,-2-1 0 15,0-1 0-15,0 1 0 16,0-4 0-16,-3 3 0 16,-2-2 0-16,0 0-23 15,-8 7-41-15,-7-18-22 0,15 7-2 16</inkml:trace>
  <inkml:trace contextRef="#ctx0" brushRef="#br0" timeOffset="125590.15">8268 7206 407 0,'0'0'6'0,"0"0"2"16,0 0 1-16,0 0 2 15,0 10 2-15,5 2 1 16,-3 9 0-16,1-3 1 0,-3 10-6 15,2 5-4-15,-2 0-5 16,0 8 0-16,0-5 0 16,0 2 0-16,0-3 0 15,0-4 0-15,0-3 0 0,0-3-5 16,0-7-14-16,0-18-49 16,10 6-18-16</inkml:trace>
  <inkml:trace contextRef="#ctx0" brushRef="#br0" timeOffset="127266.37">10333 8715 381 0,'0'0'10'0,"0"0"2"16,-2-14 3-16,2 14 2 0,-6-13 2 15,3 3 2-15,1-3 0 16,2 1-6-16,0 0-15 16,0-1 0-16,5 3 0 15,1-2 0-15,6 2 0 0,2 0 0 16,1 5 0-16,0 0 0 15,5 3 0-15,-2 2 0 16,1 2 0-16,-3 8 0 0,-7 3 0 16,-2 6 0-1,-7 4 0-15,0-1 0 0,-7 3 0 16,-5-1 0-16,-6 1 0 16,-2 0 0-16,6-8 0 15,-2-2 0-15,4-3 0 16,5-5 0-16,7-7 0 0,0 0 0 15,0 0 0-15,5 6 0 16,7-6 0-16,6-7 0 16,4 1 0-16,2-4 0 0,1 2 0 15,5-1 0-15,-2 2 0 16,-1-1 0-16,-7 3 0 16,-1 0 0-16,-3 0 0 15,-6 3 0-15,-10 2 0 0,0 0 0 16,0 0-49-16,0 0-41 15,0 0-2-15</inkml:trace>
  <inkml:trace contextRef="#ctx0" brushRef="#br0" timeOffset="128150.03">8467 7434 412 0,'0'0'7'0,"0"0"3"16,0 0 1-16,0 0 2 0,-5-10 2 15,5 10-1-15,-5-10 1 16,5 10-1-16,0-15-14 16,0 15 0-16,14-10 0 0,-1 6 0 15,-1 1 0-15,3 0 0 16,3 3 0-16,-3 3 0 16,-1 4 0-16,2 1 0 15,-9 2 0-15,-2 5 0 0,0-1 0 16,-5 6 0-16,0-2 0 15,-7-1 0-15,-1 3 0 16,0-6 0-16,-4-1 0 0,5-1 0 16,2-2 0-16,5-10 0 15,-6 7 0-15,6-7 0 16,8 0 0-16,4 0 0 16,9-4 0-16,-2-2 0 15,8-2 0-15,3 0 0 16,1-1 0-16,3 1 0 0,-9-3-2 15,7 6-83-15,-9 3-2 16</inkml:trace>
  <inkml:trace contextRef="#ctx0" brushRef="#br0" timeOffset="129082.97">8471 9812 362 0,'0'0'9'16,"0"0"4"-16,0 0 3 15,0 0 1-15,-7 0 4 0,7 0-1 16,0 0 1-16,-12-5 2 16,12 5-14-16,-6-10-9 15,6 10 0-15,3-10 0 16,-3 10 0-16,15-12 0 0,-5 9 0 15,5-1 0-15,0 4 0 16,-2 0 0-16,1 0 0 16,-1 7 0-16,-4 0 0 0,-1 5 0 15,-6 1 0-15,-2 5 0 16,-2 1 0-16,-3-1 0 16,-7 4 0-16,1-2 0 15,-3-3 0-15,1 3 0 0,3-5 0 16,1-3 0-16,4-5 0 15,5-7 0-15,0 11 0 16,12-9 0-16,0-2 0 16,11-2 0-16,-1-6 0 15,8 4 0-15,0-7 0 0,2 9 0 16,3-8-73-16,-3-3-17 16</inkml:trace>
  <inkml:trace contextRef="#ctx0" brushRef="#br0" timeOffset="131816.63">12998 13821 452 0,'0'0'4'0,"0"0"2"16,0-10 1-16,0 10 2 15,0 0 1-15,0-11-1 16,0 11 1-16,0 0-6 0,0 14-4 16,0 7 0-16,0 9 0 15,0 9 0-15,0 4 0 16,-4 6 0-16,4 3 0 15,-3 0 0-15,1-7 0 16,-1-3 0-16,1-7 0 0,2-8 0 16,-5-3 0-16,-1-11 0 15,6-13 0-15,-7 7 0 16,7-7 0-16,-9-12 0 16,1-5 0-16,3-11 0 0,0-1 0 15,-2-9 0-15,4-4 0 16,1-5 0-16,2-2 0 15,0 0 0-15,5-1 0 0,2 5 0 16,11 3 0-16,4 8 0 16,2 3 0-16,6 15 0 15,2 3 0-15,6 8 0 16,-5 5 0-16,1 7 0 0,-6 8 0 16,-4 6 0-16,-9 1 0 15,-8 7 0-15,-2-1 0 16,-7 1 0-16,-13 1 0 15,-2 0 0-15,-6-3 0 16,-3-8 0-16,1-1 0 0,-1-3 0 16,6-5 0-16,3-3 0 15,4-2 0-15,13-5 0 16,-7 10 0-16,7-10 0 16,16 10 0-16,3-5 0 0,-1 5 0 15,7-3 0-15,-4 5 0 16,7-2 0-16,-3 1 0 15,0 1 0-15,-8 1 0 0,1 1 0 16,-6-2 0-16,5 6 0 16,-9-8-24-16,-8 2-62 15,7-2-3-15</inkml:trace>
  <inkml:trace contextRef="#ctx0" brushRef="#br0" timeOffset="132165.94">13545 14078 463 0,'0'0'5'0,"0"0"0"0,0 0 2 0,-7 0 1 15,-3 2 0-15,0 3 1 16,-8 7-3-16,4-1-6 16,-7 1 0-16,9 5 0 15,0 4 0-15,7-2 0 0,5-2 0 16,0-4 0-16,15-4 0 15,2 2 0-15,5-6 0 16,6-3 0-16,-1-2 0 0,6-5 0 16,-6-2 0-16,1-3 0 15,-9-3 0-15,1 1 0 16,-10-3 0-16,-5-2 0 16,-5 2 0-16,-8-5 0 15,-6 5 0-15,-4-1 0 0,-1-1 0 16,-6 10 0-16,2-3 0 15,3 10 0-15,5-2 0 16,15 2-54-16,-9 2-34 16,9-2-2-16</inkml:trace>
  <inkml:trace contextRef="#ctx0" brushRef="#br0" timeOffset="132599.35">13970 13783 342 0,'0'0'7'0,"0"0"3"0,0 0 2 15,0 0 0-15,0 0-1 0,0 0-1 16,0 0-2-16,0 0-7 16,0 0-38-16,5 7-36 15,-5-7-6-15</inkml:trace>
  <inkml:trace contextRef="#ctx0" brushRef="#br0" timeOffset="133866.69">13990 13751 426 0,'0'0'5'15,"0"0"3"-15,0-10 3 16,0 10 1-16,0 0 1 0,0-10 1 16,0 10 0-16,0 0-6 15,-3 10-8-15,-2 7 0 16,1 5 0-16,-4 12 0 0,0 2 0 16,-1 8 0-16,1 6 0 15,-1 0 0-15,1-1 0 16,3-3 0-16,5-5 0 15,0-5 0-15,0 2 0 0,5-13 0 16,3-2 0-16,3-9 0 16,2 1 0-16,2-7 0 15,2-4 0-15,1-1 0 16,2-3 0-16,-1-3 0 16,2-4 0-16,-4-2 0 15,2 1 0-15,0-5-77 0,-10-4-14 16</inkml:trace>
  <inkml:trace contextRef="#ctx0" brushRef="#br0" timeOffset="134049.6">13846 14011 469 0,'0'0'2'15,"0"0"1"-15,0 0 1 0,5 0 1 16,-5 0 0-16,20-8 0 15,-5 7 1-15,5-3-1 16,2 0-2-16,7 4-4 16,-1-8-13-16,15 6-67 0,-6 0-3 15</inkml:trace>
  <inkml:trace contextRef="#ctx0" brushRef="#br0" timeOffset="134999.32">14306 14011 447 0,'0'0'5'0,"0"0"2"0,0 0 2 16,0 0 0-16,-2-9 2 16,2 9 0-16,0 0 1 15,4-8-12-15,-4 8 0 16,20-8 0-16,-5 8 0 0,4-2 0 16,2 0 0-16,4-2 0 15,2 3 0-15,0 1 0 16,1 0 0-16,-2 0 0 0,-5 0 0 15,-4 0 0-15,0 1 0 16,-17-1 0-16,11 16 0 16,-17-4 0-16,-6 3 0 15,-8 3 0-15,-2-2 0 0,-5 9 0 16,-6 0 0-16,4-5 0 16,-1 0 0-16,5-3 0 15,4-2 0-15,5-5 0 16,8 0 0-16,8-10 0 15,5 10 0-15,10-8 0 0,5-2 0 16,6 3 0-16,5-3 0 16,1 0 0-16,1 0 0 15,-1 0 0-15,-5-3 0 16,1 3 0-16,-11 0 0 0,-2 0 0 16,-3 3 0-16,-12-3 0 15,16 0-35-15,-16 0-54 16,0 10-3-16</inkml:trace>
  <inkml:trace contextRef="#ctx0" brushRef="#br0" timeOffset="135299.38">15061 13634 476 0,'0'0'2'15,"0"0"2"-15,0 0 2 16,0 0-1-16,0 0 1 0,-5 0 1 16,-5 16-2-16,-7 8-5 15,0 13 0-15,-8 13 0 16,-3 7 0-16,1 9 0 16,-1 4 0-16,6 2 0 0,3-5 0 15,10-2 0-15,7-11 0 16,4-2 0-16,11-10 0 15,8-8 0-15,0-6 0 16,11-3 0-16,1-13 0 0,10-12-36 16,-4 3-51-16,0-11-4 15</inkml:trace>
  <inkml:trace contextRef="#ctx0" brushRef="#br0" timeOffset="135750">15300 13778 479 0,'0'0'4'0,"0"0"1"16,0 0 2-16,-8-7 0 0,8 7 0 15,0 0-5-15,-17 2-2 16,9 11 0-16,-1 6 0 16,-4 11 0-16,1 5 0 15,-1 9 0-15,3 1 0 0,3 2 0 16,2 0 0-16,5-3 0 15,10-6 0-15,4-8 0 16,4-6 0-16,5-6 0 0,2-11 0 16,1-5 0-16,4-2 0 15,-7-9 0-15,2-7 0 16,-5-6 0-16,-6-6 0 16,-2-3 0-16,-1-11 0 0,-9-3 0 15,-2-1 0-15,-7-4 0 16,-6 3 0-16,-1 4 0 15,-4 3 0-15,-1 11 0 16,1 4 0-16,0 13 0 16,1 8 0-16,2 8 0 0,0 11 0 15,6 10 0-15,3 4 0 16,1 6 0-16,5 4 0 16,5 3 0-16,10-1 0 15,0-4 0-15,10-3 0 0,0-9 0 16,-16-3-77-16,24 0-12 15</inkml:trace>
  <inkml:trace contextRef="#ctx0" brushRef="#br0" timeOffset="136099.6">15695 14046 481 0,'0'0'5'0,"0"0"2"0,-7-7 1 16,7 7 2-16,0 0-10 15,-9-11 0-15,9 11 0 0,-2-7 0 16,2 7 0-16,5-10 0 16,3 5 0-16,4 2 0 15,6 3 0-15,-1 0 0 16,0 0 0-16,0 11 0 0,-1-2 0 16,-4 9 0-16,-7-4 0 15,-4 9 0-15,-1-4 0 16,0 4 0-16,-6-3 0 0,1-2 0 15,-2-2 0-15,-1-1 0 16,3-2 0-16,5-13 0 16,0 10 0-16,0-10 0 15,13 2 0-15,-1-2 0 0,6-7 0 16,1-6 0-16,8-4-7 16,8-2-79-16,-5-12-3 15</inkml:trace>
  <inkml:trace contextRef="#ctx0" brushRef="#br0" timeOffset="136400.06">15978 13501 474 0,'0'0'2'0,"0"0"1"16,0 0 2-16,5 7 0 0,2 6 0 16,6 6 1-16,-1 9 1 15,8 6-3-15,5 8-4 16,2 5 0-16,6 8 0 15,-1 2 0-15,0 2 0 16,1 3 0-16,-3-2 0 0,-3-3 0 16,-10-1 0-16,-4-4 0 15,-11-2 0-15,-2-5 0 16,-10-3 0-16,-7 0 0 16,-8-10 0-16,-3 1 0 0,-2-6 0 15,-2-6 0-15,0 0 0 16,2-9 0-16,7-4-35 15,2-6-51-15,1-2-3 16</inkml:trace>
  <inkml:trace contextRef="#ctx0" brushRef="#br0" timeOffset="136616.71">16585 14002 511 0,'0'0'0'16,"0"0"0"-16,0 0 0 0,4-6 0 16,-4 6 0-16,0 0 0 15,0 0 0-15,0 0 0 16,10-5 0-16,-10 5 0 16,0 0 0-16,0 0 0 15,0 0-76-15,7 0-16 0</inkml:trace>
  <inkml:trace contextRef="#ctx0" brushRef="#br0" timeOffset="136882.74">17061 13818 480 0,'0'0'4'15,"0"0"2"-15,0 0 1 16,0 0 0-16,0 0 0 16,-2 0-7-16,-4 7 0 15,4 8 0-15,2 10 0 0,-2 4 0 16,2 4 0-16,0 9 0 16,0 3 0-16,2-6 0 15,3 1 0-15,0-6 0 16,2-2-17-16,2-4-70 0,-5-11-4 15</inkml:trace>
  <inkml:trace contextRef="#ctx0" brushRef="#br0" timeOffset="137099.37">16753 13641 479 0,'0'0'4'0,"0"0"0"15,0-12 2-15,0 12 0 0,10-13 1 16,5 5-2-16,8-3-5 16,1 1 0-16,14 3 0 15,6 2 0-15,1 0 0 16,4 5 0-16,3 2 0 16,-4 3 0-16,6 11 0 0,6-7-86 15,-15 5-2-15</inkml:trace>
  <inkml:trace contextRef="#ctx0" brushRef="#br0" timeOffset="138583.47">17284 13959 511 0,'0'0'0'0,"0"0"0"16,0 0 0-16,3-7 0 15,-3 7 0-15,13-8 0 16,-1 5 0-16,1 3 0 0,4 0 0 16,1 11 0-16,4-2 0 15,0 8 0-15,0 3 0 16,1 5 0-16,-6 0 0 16,1-1 0-16,-9 4 0 15,-1-6 0-15,-8-3 0 0,0 2 0 16,-5-6 0-16,-7-5 0 15,-4-6 0-15,1-1 0 16,0-3 0-16,3-3 0 0,-3-5 0 16,5-6 0-16,6 0 0 15,1-4 0-15,3-1 0 16,5-2 0-16,7-4 0 0,6 6 0 16,2 2 0-16,2-1 0 15,5 6 0-15,-4 0-11 16,9 7-25-16,-7 2-22 15,3 3-14-15,-1 0-3 16,-8 3 6-16,4 2 17 0,-11-3 28 16,8 4 26-16,-20-6 26 15,16 4 28-15,-16-4 13 16,9 0 0-16,-9 0-7 16,0 0-15-16,7-10-17 0,-7 10-13 15,3-10-6-15,-3 10-5 16,0-9-6-16,0 9 0 15,0 0 0-15,0 0 0 16,-7 0 0-16,-3 0 0 0,-1 7 0 16,-1 3 0-16,-3 2 0 15,5 5 0-15,3 1 0 16,0-1 0-16,7-3 0 16,0 4 0-16,1-6 0 0,15-2 0 15,-1-4 0-15,0-4 0 16,2-2 0-16,5 0 0 15,-4-5 0-15,-3-2 0 16,2-5 0-16,-5-1 0 16,-1 1 0-16,-4-4 0 0,-5 4 0 15,1-5 0-15,-3 5 0 16,0-4 0-16,0 7 0 16,0 9 0-16,0-11 0 0,0 11 0 15,0 0 0-15,0 16 0 16,2-7 0-16,6 9 0 15,-3-3 0-15,2 2 0 16,3-6 0-16,-3 3 0 0,4-7 0 16,-2-2 0-16,1-5 0 15,3 0 0-15,-3-7 0 16,3-4 0-16,1-3 0 16,2-1 0-16,-3 0 0 0,6-2 0 15,-7 0 0-15,6 0 0 16,-6 6 0-16,-3 2 0 15,-9 9 0-15,12-5 0 16,-12 5 0-16,6 7 0 0,-6 5 0 16,3 3 0-16,1-3 0 15,4 4 0-15,0-2 0 16,4-3 0-16,2-4 0 16,9 0 0-16,2-5 0 0,5-2 0 15,2 0 0-15,5-2 0 16,0-8 0-16,-1 0 0 15,-2 0 0-15,-4-5 0 16,-8 3 0-16,-2 0 0 16,-10 2 0-16,-4 0 0 0,-6 10 0 15,0-10 0-15,-11 10 0 16,-1 0 0-16,1 5 0 16,2 5 0-16,1-2 0 0,4 1 0 15,1 3 0-15,3 1 0 16,3-3 0-16,4 0-2 15,5-5 1-15,8 0-1 16,3-5 0-16,4 0 0 0,5-5 1 16,6-3 0-16,-4-6 1 15,3-2 0-15,-2 2 0 16,-3-4 0-16,-9-1 1 16,-5 1 1-16,-11 1-1 15,-7 2 0-15,-5 2 0 0,-8 3-1 16,-4 6 1-16,-3 4 0 15,-5 0-1-15,3 2 0 16,-3 9 0-16,5 0 0 0,8 4-1 16,1 0 1-1,9 2 0-15,2 1 0 0,8 1-1 16,7-1 1-16,5 0 0 16,-1 1-1-16,4-1 1 15,-1-1 0-15,-1 0-2 0,-7-2 1 16,-2 3-1-16,-4-6 2 15,-5-2-1-15,-3 2 0 16,-11-5 0-16,-1 0 1 16,-6-4 1-16,-3 0-1 0,-5-1 1 15,4-2-2-15,-1 0-8 16,-3-2-26-16,3-1-46 16,2-1-3-16</inkml:trace>
  <inkml:trace contextRef="#ctx0" brushRef="#br0" timeOffset="139416.26">18919 13870 491 0,'0'0'3'0,"0"0"3"16,0-12 0-16,0 12-1 16,0-8-5-16,0 8 0 15,0-13 0-15,0 13 0 16,9-2 0-16,-9 2 0 0,19 0 0 16,-4 10 0-16,2 5 0 15,3 2 0-15,0 3 0 16,-3 5 0-16,1 0 0 15,-6 5 0-15,-7-5 0 0,-5-1 0 16,-2-4 0-16,-8-5 0 16,-4-4 0-16,-2 2 0 15,-4-5 0-15,3-5 0 0,4-3 0 16,1-3 0-16,12 3 0 16,-10-15 0-16,10 1 0 15,10-7 0-15,2 1 0 16,8-7 0-16,3 5 0 0,0-3 0 15,1 3 0-15,-2 3 0 16,-4 2 0-16,-6 6 0 16,-2 5 0-16,-10 6 0 15,10 3 0-15,-7 10 0 0,-3 5 0 16,0 1 0-16,0 3 0 16,2 6 0-16,3-2 0 15,2 4 0-15,4-5 0 16,3 0 0-16,11-8 0 15,-2-2 0-15,5-3 0 0,6-9 0 16,8-6-38-16,-5 1-51 16</inkml:trace>
  <inkml:trace contextRef="#ctx0" brushRef="#br0" timeOffset="139683.6">19549 13530 483 0,'0'0'4'0,"0"0"0"0,0 0 1 16,0 0 1-16,-3 9 0 15,-2 7-3-15,-3 6-3 16,-6 13 0-16,4 5 0 0,-8 11 0 16,6 12 0-16,-1 1 0 15,4 8 0-15,6-5 0 16,3 0 0-16,12-6 0 15,6-6 0-15,7-5 0 16,5-13 0-16,5 1 0 0,2-14 0 16,7 1 0-16,-1-12-67 15,1-9-24-15</inkml:trace>
  <inkml:trace contextRef="#ctx0" brushRef="#br0" timeOffset="140216.54">19804 13768 485 0,'0'0'4'0,"0"0"2"15,0 0 1-15,0 0 2 16,0 0-9-16,0 0 0 16,0 0 0-16,0 0 0 15,-2 12 0-15,-3 5 0 0,-3 7 0 16,-4 5 0-16,0-2 0 15,-4 5 0-15,4-2 0 16,3 0 0-16,-4-3 0 0,3-5 0 16,3-7 0-16,2 0 0 15,-1-8 0-15,6-7 0 16,0 13 0-16,0-13 0 16,18 0 0-16,-6 0 0 0,8 0 0 15,-2-3 0-15,9-1 0 16,-2-2 0-16,2 2 0 15,0-4 0-15,-2 4 0 16,1-2 0-16,-10 1 0 16,0 0 0-16,-4 5 0 0,-12 0 0 15,9-2 0-15,-9 2 0 16,-4-5-84-16,4 5-7 16</inkml:trace>
  <inkml:trace contextRef="#ctx0" brushRef="#br0" timeOffset="140650.28">20055 14011 511 0,'0'0'0'0,"0"0"0"0,0 0 0 0,0 0 0 15,0-8 0-15,0 8 0 16,0-9 0-16,0 9 0 16,0-17 0-16,0 17 0 15,8-18 0-15,-8 18 0 16,17-10 0-16,-4 8 0 0,-1 2 0 16,0 0 0-16,-1 5 0 15,-2 2 0-15,-4 8 0 16,-3-3 0-16,-2 5 0 0,-7 1 0 15,-2 4 0-15,-7-4 0 16,2 1 0-16,-3-2 0 16,6 1 0-16,-2-6 0 15,1-2 0-15,8 0 0 0,4-10 0 16,0 11 0-16,0-11 0 16,16 4 0-16,2-4 0 15,7-3 0-15,0-1 0 16,10-4 0-16,-3-4 0 0,10 2 0 15,3-5-62-15,-10-10-31 16</inkml:trace>
  <inkml:trace contextRef="#ctx0" brushRef="#br0" timeOffset="140916.54">20346 13481 493 0,'0'0'3'16,"0"0"1"-16,0 0 0 15,0 0 1-15,0 0-3 0,0 0-2 16,10 12 0-16,-1 0 0 16,7 5 0-16,1 13 0 15,5 8 0-15,3 6 0 16,3 11 0-16,-1 7 0 0,-8 2 0 16,-3 4 0-16,-4 3 0 15,-10-4 0-15,-9-5 0 16,-10-5 0-16,-8-3 0 15,-5-7 0-15,-7-7 0 0,2 5 0 16,-7-6-28-16,7-11-62 16</inkml:trace>
  <inkml:trace contextRef="#ctx0" brushRef="#br0" timeOffset="142499.6">12751 14433 397 0,'0'0'3'16,"0"0"0"-16,0 0 1 16,0 0 1-16,0 0 1 15,-6 1 0-15,6-1 1 0,-7 20 1 16,2-2-2-16,-1 1 0 15,2 11-1-15,1 5 1 16,1 2-2-16,2 5 0 0,2 3 0 16,5-1-1-16,6 1-1 15,7 2 0-15,10-7 0 16,-1 1 0-16,11-3-1 16,5-3 1-16,8-6 0 15,8-4-1-15,7-6 1 0,3-3 0 16,12-9 0-16,4-7-1 15,7 0 0-15,3-9 0 16,2-7 0-16,6 2 0 16,1-9-1-16,7 2 1 0,-2 0-1 15,3-4 0-15,3 8 0 16,-1-3 1-16,-3 6-1 16,-1 0 0-16,-2 10 0 0,-7 2 1 15,-3 2-1-15,-11 2 0 16,-4 10 0-16,-11 4 0 15,-5 1 0-15,-9 5 0 16,-10 1 0-16,-9 2 0 16,-4 0 0-16,-11-4-1 0,-7-1 1 15,-6-1 0-15,-4-3 0 16,-2-2 1-16,-7-4-1 16,0-10 0-16,0 13 2 15,0-13-1-15,0 0 2 0,0 0-3 16,-7 0 0-16,7 0 0 15,-5-13 0-15,5 1 0 16,0-5 0-16,0-1 0 0,7-4 0 16,7-3 0-16,4 1 0 15,5-4 0-15,9 1 0 16,8 0 0-16,4 2 0 16,8 0 0-16,6 3 0 15,4 2 0-15,7 6 0 0,4 1 0 16,3 3 0-16,4 8 0 15,4 2 0-15,5 0 0 16,2 7 0-16,5 5 0 16,1 1 0-16,3 1 0 0,1 4 0 15,-2-1 0-15,-2 4 0 16,-5-3 0-16,2 0 0 16,-4 0 0-16,-3-4 0 15,-4 1 0-15,1-3 0 0,2-2 0 16,-1-3 0-16,5-1 0 15,-1-4 0-15,7-2-2 16,4-2 1-16,3-4 0 0,3-2 0 16,4-3 1-16,3 1 0 15,7-2 0-15,-3-1 0 16,2-2 0-16,1 3 0 16,-1-2 0-16,-1-3 1 0,-3 1-1 15,-3 1 1-15,-5-2 0 16,-5 0 1-16,-5 2-2 15,-10-2 0-15,-8-1 0 16,-15 3 0-16,-4-5 0 16,-17 3 0-16,-8 0 0 15,-11 2 0-15,-6-3 0 0,-6 3 0 16,-7 3 0-16,-3 2 0 16,-2 0 0-16,0 10 0 15,-12-10 0-15,2 6-44 0,-5 4-43 16,-12 3-1-16</inkml:trace>
  <inkml:trace contextRef="#ctx0" brushRef="#br0" timeOffset="142966.29">16706 15283 484 0,'0'0'3'16,"0"0"0"-16,0 0 1 15,0 0 1-15,0 0 1 16,-8 14 0-16,6 3-6 0,-3 5 0 15,2 8 0-15,-2 2 0 16,3 6 0-16,0-1 0 16,-1 0 0-16,1-6 0 15,2 2 0-15,-6-8 0 0,6-8-44 16,3 1-42-16,-3-11-3 16</inkml:trace>
  <inkml:trace contextRef="#ctx0" brushRef="#br0" timeOffset="143199.45">16458 15237 454 0,'0'0'4'0,"0"0"1"16,0 0 2-16,-8-7 0 0,8 7 2 15,0 0 0-15,10-15 1 16,5 10-4-16,7 3-6 15,5-4 0-15,6 4 0 0,7-3 0 16,1 5 0-16,4 0 0 16,2 0 0-16,-4 3 0 15,0 4-6-15,6-2-80 16,-12 0-2-16</inkml:trace>
  <inkml:trace contextRef="#ctx0" brushRef="#br0" timeOffset="143400.16">16967 15470 467 0,'0'0'2'0,"0"0"1"16,0 13 1-16,0-6 1 16,0 5 0-16,5 6 0 0,-3-1 1 15,-2 4-1 1,5 5-2-16,-5-6-6 0,6 5-15 15,-6-3-63-15,2-5-4 16</inkml:trace>
  <inkml:trace contextRef="#ctx0" brushRef="#br0" timeOffset="143849.6">17220 15279 498 0,'0'0'3'16,"-2"-7"2"-16,2 7 0 16,-3-17-5-16,3 7 0 15,0 0 0-15,0-2 0 0,3-1 0 16,4 5 0-16,3 1 0 16,5 5 0-16,0 2 0 15,2 2 0-15,-2 8 0 16,0 3 0-16,-2 6 0 0,-6 3 0 15,-4 6 0-15,-3-1 0 16,-5 0 0-16,-6 0 0 16,-1-2 0-16,-2-2 0 0,3-9 0 15,1 2 0-15,3-7 0 16,7-9 0-16,-2 13 0 16,2-13 0-16,17 2 0 15,-3-2 0-15,11 0 0 0,0-2 0 16,5-1 0-16,-3 0 0 15,1-1 0-15,-5 1 0 16,-4 2 0-16,-4 1 0 16,-5-4 0-16,-10 4 0 15,0 0 0-15,0 0 0 0,0 0 0 16,0 0 0-16,0 0 0 16,0 0 0-16,0 10-22 15,0-10-70-15</inkml:trace>
  <inkml:trace contextRef="#ctx0" brushRef="#br0" timeOffset="146923.49">20882 14048 511 0,'0'0'0'15,"0"0"0"-15,-4-9 0 16,4 9 0-16,0-11 0 0,0 11 0 16,-3-10 0-16,3 10 0 15,0 0 0-15,0-10 0 16,0 10 0-16,0 0 0 15,0 0 0-15,0 0 0 0,0 13 0 16,7-6-57-16,-7-7-37 16</inkml:trace>
  <inkml:trace contextRef="#ctx0" brushRef="#br0" timeOffset="148616.24">9371 16647 407 0,'0'0'5'0,"0"0"4"16,2-10 1-16,-2 10 2 15,6-13 1-15,-6 13 1 0,5-9 1 16,-5 9 0-16,2-10-4 15,-2 10-11-15,0 0 0 16,0 0 0-16,0 0 0 0,0 7 0 16,0-7 0-16,-5 18 0 15,0-8 0-15,0 4 0 16,0 1 0-16,0 5 0 16,0 0 0-16,3 2 0 15,-5 3 0-15,4 5 0 0,-3-1 0 16,2 6 0-16,1 2 0 15,-2-2 0-15,2-1 0 16,-1-2 0-16,4-4 0 16,-5-1 0-16,5-8 0 15,-3-1 0-15,3-3 0 0,0-5 0 16,0-10 0-16,0 10 0 16,0-10 0-16,0 0 0 0,6-5-26 15,-6-5-62-15,2 0-1 16</inkml:trace>
  <inkml:trace contextRef="#ctx0" brushRef="#br0" timeOffset="149649.5">9331 16617 370 0,'0'0'6'0,"0"-11"5"0,0 4 1 16,0-5 3-16,5-2 1 16,3-7 2-16,-1 5 0 15,3-9 0-15,5 5-4 0,2 5-5 16,1-5-5-16,4 10-4 16,-2 2 0-16,5 8 0 15,0 4 0-15,-3 5 0 16,-2 11 0-16,-1 0 0 15,-1 7 0-15,-7 5 0 0,-2 1 0 16,-9-1 0-16,0 0 0 16,-9 0 0-16,-7-5 0 15,-4 0 0-15,-4-9 0 16,-1 2 0-16,-5-5 0 0,0-5 0 16,-2-5 0-16,4-1 0 15,3-4 0-15,9 0 0 16,0 0 0-16,7-4 0 0,9 4 0 15,0 0 0-15,1-11 0 16,20 11 0-16,-4 0 0 16,13 8 0-16,0 2 0 15,2 0 0-15,5 7 0 16,-5 6 0-16,-2-1 0 0,-2 0 0 16,-3 3 0-16,-5-3 0 15,-3 3 0-15,-4-6 0 16,-6-1 0-16,5 2 0 15,-7-10-15-15,-5 0-70 0,0-10-3 16</inkml:trace>
  <inkml:trace contextRef="#ctx0" brushRef="#br0" timeOffset="150016.85">9851 16848 467 0,'0'0'3'0,"0"0"0"16,0 0 1-16,0 0 1 16,-5 10 0-16,-2 2 1 0,-2 2 0 15,0 4 1-15,-1 2-2 16,2 2-5-16,3-2 0 16,5 2 0-16,0-4 0 0,8-6 0 15,7-2 0-15,5-5 0 16,-1-3 0-16,6-2 0 15,-2-4 0-15,2-4 0 16,-3-5 0-16,-2 1 0 0,-2-3 0 16,-9-2 0-16,-4 0 0 15,-5-3 0-15,-2-1 0 16,-8-1 0-16,-5 3 0 16,0 2 0-16,-5-1 0 0,2 6 0 15,1 6 0-15,5 5-7 16,2 1-34-16,-7 0-47 15,17 0-1-15</inkml:trace>
  <inkml:trace contextRef="#ctx0" brushRef="#br0" timeOffset="150584.2">10246 16667 461 0,'0'0'4'16,"0"0"3"-16,2-11 1 0,-2 11 1 15,3-9 2-15,-3 9 0 16,0 0-11-16,0 0 0 16,0 0 0-16,4 17 0 15,-4 11 0-15,-4 6 0 16,-4 3 0-16,0 8 0 0,1 5 0 16,0-6 0-16,0 1 0 15,4-6 0-15,3-4 0 16,0-8 0-16,5-5 0 15,5-5 0-15,3-4 0 0,1-5 0 16,-2-4 0-16,5-4 0 16,2 0 0-16,-2-4 0 0,-4-6 0 15,8-2-22-15,4-1-66 16,-18-6-4-16</inkml:trace>
  <inkml:trace contextRef="#ctx0" brushRef="#br0" timeOffset="150866.28">10076 16815 472 0,'0'0'2'16,"0"0"1"-16,0 0 2 0,11-3 1 16,1-1 1-16,8 1 0 15,4-1 2-15,4-1-9 16,10-4 0-16,1 5 0 15,1 0 0-15,-3 1 0 0,1 0 0 16,-8 3 0-16,-6 0 0 16,-4 0 0-16,-8 0 0 15,-4 3 0-15,-8-3 0 16,0 0 0-16,5 7-4 0,-5-7-14 16,0 0-15-16,0 10-53 15,0-10-1-15</inkml:trace>
  <inkml:trace contextRef="#ctx0" brushRef="#br0" timeOffset="151683.6">10663 16877 491 0,'0'0'3'15,"0"0"2"-15,0 0 2 0,0 0-2 16,0 0-5-16,0 0 0 15,0 0 0-15,0 0 0 16,0 0 0-16,10-7 0 16,2 7 0-16,4-2 0 0,3 2 0 15,1 0 0-15,5 0 0 16,-1 0 0-16,1 0 0 16,-7 2 0-16,1 2 0 15,-6 3 0-15,-3 4 0 0,-5 3 0 16,-5 2 0-16,-5 4 0 15,-7-1 0-15,-6 1 0 16,-1 3 0-16,-4 2 0 16,-2-3 0-16,3-3 0 0,0-2 0 15,9-2 0-15,-1-2 0 16,9-1 0-16,5-12 0 16,0 10 0-16,7-7 0 15,5-3 0-15,8 0 0 0,3 0 0 16,3 0 0-16,2-3 0 15,-1 1 0-15,1-2 0 16,-3 4 0-16,-5-1 0 16,2 1 0-16,-12 0-30 0,2-3-59 15,-12 3-3-15</inkml:trace>
  <inkml:trace contextRef="#ctx0" brushRef="#br0" timeOffset="152016.51">11510 16533 494 0,'0'0'2'0,"0"0"2"0,0-10 0 16,0 10 3-16,0 0-7 15,0 0 0-15,0 0 0 16,-15 7 0-16,3 15 0 0,0 9 0 15,-8 9 0-15,2 9 0 16,-1 8 0-16,-2 4 0 16,5 7 0-16,3-4 0 15,5 0 0-15,4-5 0 0,4-2 0 16,2-32 0-16,3 3 0 16,4-4 0-16,4 1 0 15,-1-3 0-15,6 1 0 16,-1-11 0-16,8-5-62 15,23 8-27-15</inkml:trace>
  <inkml:trace contextRef="#ctx0" brushRef="#br0" timeOffset="152651.1">11833 16746 458 0,'0'0'4'0,"0"0"3"16,0 0 1-16,0 0 2 16,0 0-1-16,0 0 1 0,0 0-5 15,-11 0-5-15,0 8 0 16,1 11 0-16,-5 6 0 16,0 4 0-16,-2 6 0 15,-1 2 0-15,6 6 0 0,5-6 0 16,4 0 0-16,3-2 0 15,10-11 0-15,5-4 0 16,7-3 0-16,3-9 0 0,3-5 0 16,4-3 0-16,0-11 0 15,1-3 0-15,-6-4 0 16,-2-4 0-16,-8-5 0 16,-2-6 0-16,-8-1 0 15,-7-3 0-15,-2-3 0 0,-11 1 0 16,-1-1 0-16,-7 0 0 15,-4 3 0-15,-2 10 0 16,5 7 0-16,-3 5 0 16,3 10 0-16,0 5 0 0,2 10 0 15,4 8 0-15,4 7 0 16,7 4 0-16,3 1 0 16,2 5 0-16,5-1 0 0,9-2 0 15,7-3 0-15,1-1 0 16,10-8 0-16,5-6 0 15,-4-6 0-15,12 0 0 16,-6 0-73-16,3-12-18 0</inkml:trace>
  <inkml:trace contextRef="#ctx0" brushRef="#br0" timeOffset="153449.04">12258 16927 465 0,'0'0'4'0,"0"0"3"0,0 0 1 16,0 0 1-16,2-8 1 16,-2 8-2-16,5-10-8 15,-5 10 0-15,18-17 0 16,-3 9 0-16,2-2 0 0,4 1 0 15,0 2 0-15,4 1 0 16,0 4 0-16,-4 0 0 16,-5 2 0-16,-1 4 0 15,-7 6 0-15,-6 2 0 0,-2 1 0 16,-7 2 0-16,-3 0 0 16,-2 2 0-16,-3-4 0 15,2 1 0-15,1-1 0 16,1-3 0-16,4-1 0 0,5 2 0 15,2-4 0-15,0-7 0 16,9 18 0-16,5-14 0 16,0 6 0-16,4-5 0 15,-1 2 0-15,3 0 0 0,-2 4 0 16,-6-4 0-16,3 3 0 16,-8 0 0-16,-4 0 0 15,-3 0 0-15,-3 0 0 16,-7 0 0-16,-5-2 0 0,-5 0 0 15,-4 3 0-15,-3-4 0 16,-6-2 0-16,3 3 0 16,-4-8 0-16,2 2-17 15,7-2-47-15,2-8-23 16,5-4-3-16</inkml:trace>
  <inkml:trace contextRef="#ctx0" brushRef="#br0" timeOffset="153749.25">12686 16501 497 0,'0'0'2'15,"0"0"0"-15,0 0 1 16,0 0 0-16,0 0 1 16,9 7-4-16,-1 8 0 0,7 10 0 15,3 0 0-15,3 11 0 16,7 7 0-16,2 2 0 15,2 9 0-15,-2 0 0 0,2 1 0 16,-5 0 0-16,-6 2 0 16,-5 0 0-16,-10-6 0 15,-6-23 0-15,-6 1 0 16,-6-1 0-16,0-1 0 0,-8-5 0 16,0 6 0-16,-5-9 0 15,0 3-19-15,-2 1-63 16,2-9-6-16</inkml:trace>
  <inkml:trace contextRef="#ctx0" brushRef="#br0" timeOffset="153966.82">13182 16915 511 0,'0'0'0'16,"0"0"0"-16,0 0 0 0,0 0 0 15,8 0 0-15,-8 0 0 16,8 0 0-16,1 0 0 16,1 0-83-16,-10 0-7 15</inkml:trace>
  <inkml:trace contextRef="#ctx0" brushRef="#br0" timeOffset="155684.62">13722 16793 433 0,'0'0'5'0,"0"0"2"15,-5-13 3-15,5 13 1 16,-3-9 2-16,3 9 1 16,-3-10 0-16,3 10-10 15,0 0-4-15,-5 15 0 0,3 7 0 16,-3 3 0-16,1 7 0 15,-4 5 0-15,8 0 0 16,-5 2 0-16,5-1 0 0,-5-6 0 16,5-2-7-16,0-3-79 15,0-12-2-15</inkml:trace>
  <inkml:trace contextRef="#ctx0" brushRef="#br0" timeOffset="155932.17">13361 16624 468 0,'0'0'3'0,"0"0"1"0,0 0 1 16,0 0 0-16,3-9 1 16,-3 9 1-16,12-10 0 15,3 3-1-15,6-1-6 16,5 3 0-16,5-3 0 0,11-1 0 15,2 3 0-15,4 2 0 16,-2-2 0-16,2 6 0 16,-9-2-18-16,-6 4-68 15,4 4-2-15</inkml:trace>
  <inkml:trace contextRef="#ctx0" brushRef="#br0" timeOffset="156316.57">13744 16862 492 0,'0'0'2'15,"0"0"1"-15,0 0 1 16,8-4 1-16,-8 4 0 0,10-6-5 16,-1 4 0-16,2 2 0 15,3 0 0-15,6 8 0 16,-3 2 0-16,3 2 0 15,6 2 0-15,-7 4 0 0,3-1 0 16,-1 1 0-16,-7 2 0 16,-3-3 0-16,-4-3 0 15,-5-1 0-15,-2 2-4 16,-2-8 0-16,2-7 2 0,-13 12 1 16,3-12 0-16,3 0 2 15,7 0 0-15,-15-12 2 16,12 2-1-16,3-5-1 15,0 0 1-15,8-2-2 0,4 2-2 16,3-2-6-16,10 2-11 16,2 3-39-16,6-1-26 15,1 1-3-15</inkml:trace>
  <inkml:trace contextRef="#ctx0" brushRef="#br0" timeOffset="157166.34">14417 16887 449 0,'0'0'4'0,"0"0"1"16,0 0 1-16,-5-6 1 0,5 6 0 16,-14-7 0-16,1 7 1 15,-1-1-1-15,-4 1-3 16,-2 4-2-16,3 3-1 16,1 3-1-16,4 2-1 0,3 4-1 15,4-4 0-15,1 3-1 16,8-3 1-16,5-5 1 15,3 1-1-15,4-3 1 16,1-5 0-16,3 0 1 0,0-2 1 16,2-3 0-16,-4-2 1 15,-4-4 1-15,1 2 1 16,-3-4-1-16,-3 1-1 16,-2-1 1-16,-2 2-3 0,-3 3 0 15,-2 8 0-15,0 0 0 16,0 0-3-16,0 0-1 15,2 4 0-15,0 8 0 16,4 4 0-16,0-4 1 0,3 1 0 16,1-1 2-16,-3-7 0 15,6 3 1-15,-1-8 1 16,1 0 1-16,4-11 0 16,1-1 0-16,-4-3 1 15,2-2 0-15,2-2-2 0,1-2 1 16,-7 4-1-16,3 2 0 15,-5 3-1-15,-3 0-2 16,-7 12 1-16,10-6 0 16,-10 6 0-16,0 8 0 0,0 4-1 15,3 3 1-15,2 0 0 16,2 0 2-16,4-1-1 16,3 1 1-16,4-5-1 15,1-2 1-15,11-4 0 0,-3-4 0 16,6 0 1-16,1-7 0 15,-2-2 0-15,-2-2 1 16,-5-1 0-16,-2-3-1 16,-9 3-2-16,-9-3 0 0,-5 2 0 15,-3 3 0-15,-6 1 0 16,-9 3 0-16,-3 2 0 16,-2 4 0-16,0 0 0 15,2 4 0-15,5 2-3 0,4 6 1 16,2 1 0-16,10 2 1 15,2 0 0-15,11-1-1 16,-1 3 2-16,7-2-1 16,3 3 0-16,-3-4-1 0,-1-1 1 15,-1 2-1-15,-4-6 0 16,-4 1 1-16,-6-2-1 16,-3 2 2-16,-8-3-1 15,-5 1 1-15,-6-6 0 0,-4 3 0 16,-2-2 0-16,0-1 0 15,1-2-1-15,2 0-5 16,4 0-10-16,-1 0-30 16,6-5-35-16,13 5-3 0</inkml:trace>
  <inkml:trace contextRef="#ctx0" brushRef="#br0" timeOffset="157916.56">15288 16827 489 0,'0'0'3'0,"0"0"2"16,0 0 0-16,0 0 1 15,0 0-3-15,0 0-3 16,0 0 0-16,12 0 0 0,0 0 0 16,3 6 0-16,2 4 0 15,3 2 0-15,0 3 0 16,0 2 0-16,-7 0 0 15,-4 3 0-15,-2 0 0 0,-4-3 0 16,-3 1 0-16,-7-4 0 16,-3-3 0-16,-1-2 0 15,2 1 0-15,-3-2 0 16,12-8 0-16,-13 2 0 0,13-2 0 16,-5-7 0-16,5-3 0 15,11-2 0-15,1-8 0 16,1-3 0-16,6 1 0 15,1-5 0-15,2 5 0 16,-2 2 0-16,-2 0 0 0,-6 5 0 16,0 7 0-16,-12 8 0 15,10 0 0-15,-10 6 0 16,0 9 0-16,0 2 0 0,0 2 0 16,0 1 0-16,0 5 0 15,5-3 0-15,2-1 0 16,3-5 0-16,5-3 0 15,4-3 0-15,4-3 0 0,0-4 0 16,12-3-55-16,-3-10-32 16,0 0-3-16</inkml:trace>
  <inkml:trace contextRef="#ctx0" brushRef="#br0" timeOffset="158199.95">16008 16483 490 0,'0'0'4'0,"0"0"0"0,0 0 1 16,0 0 1-16,-5 5-4 15,0 5-2-15,-5 8 0 16,-2 9 0-16,-4 5 0 16,-1 10 0-16,-1 10 0 0,2 8 0 15,3 1 0-15,1 7 0 16,7-7 0-16,5 1 0 15,5-5 0-15,7-5 0 16,8-5 0-16,-6-28 0 16,2 6 0-16,0-7 0 0,2 0 0 15,3-4-83-15,0-2-7 16</inkml:trace>
  <inkml:trace contextRef="#ctx0" brushRef="#br0" timeOffset="158674.72">16355 16654 476 0,'0'0'6'0,"0"0"0"0,0-7 2 15,0 7 1-15,0 0-3 16,0 0-6-16,0 0 0 16,0 0 0-16,0 12 0 15,-7 5 0-15,-2 8 0 16,-2 3 0-16,-4 4 0 0,-2 3 0 16,0-4 0-16,-3 4 0 15,2-5 0-15,1-5 0 16,5-5 0-16,-1-3 0 0,6-10 0 15,7-7 0-15,-5 11 0 16,5-11 0-16,5 0 0 16,7 0 0-16,3 0 0 0,4-5 0 15,4-1 0-15,4 1 0 16,1 0 0-16,-1-2 0 16,1 2 0-16,-4 0 0 15,-3 0 0-15,-4 3 0 16,-5-1 0-16,-12 3 0 15,15-2 0-15,-15 2 0 0,0 0 0 16,0 0-13-16,0 0-51 16,0 0-26-16,0 0 0 15</inkml:trace>
  <inkml:trace contextRef="#ctx0" brushRef="#br0" timeOffset="159249.22">16693 16904 511 0,'0'0'0'0,"0"0"0"16,0 0 0-16,-2-5 0 15,2 5 0-15,0-12 0 16,0 12 0-16,0-14 0 0,2 3 0 16,5 1 0-16,2 1 0 15,3-1 0-15,1 2 0 16,6 1 0-16,-1 4 0 16,1 0 0-16,-1 3 0 0,-4 3 0 15,-1 0 0-15,-13-3 0 16,12 17 0-16,-12-4 0 15,0-1 0-15,-7 1 0 0,-2-2 0 16,-2 3 0-16,1-3 0 16,3-1 0-16,-1 0 0 15,3 0 0-15,5-10 0 16,0 15 0-16,0-15 0 16,13 13 0-16,-1-6 0 15,1 3 0-15,4-1 0 0,1-4 0 16,1 5 0-16,1 0 0 15,-2 1 0-15,-1-2 0 16,-5-4 0-16,-4 3 0 0,-8-8 0 16,7 11 0-16,-7-11 0 15,-9 17 0-15,-7-10 0 16,-3-6 0-16,-4 7 0 16,-9-3 0-16,2-3 0 0,-2-2-21 15,0 0-39-15,9 0-28 16,-2-7 0-16</inkml:trace>
  <inkml:trace contextRef="#ctx0" brushRef="#br0" timeOffset="159599.79">16972 16504 483 0,'0'0'2'0,"0"0"1"0,0 0 1 16,7-6 0-16,-7 6 2 16,13 0 0-16,-1 0-3 0,3 10-3 15,2 8 0-15,6 6 0 16,2 6 0-16,7 13 0 16,-2 1 0-16,4 10 0 15,-6 1 0-15,-1 2 0 0,-5 2 0 16,-4-4 0-16,-9-1 0 15,-6-1 0-15,-6-5 0 16,-1-25 0-16,-6 0 0 16,-3-2 0-16,-4 4 0 15,-1-5 0-15,2 0 0 0,-5 0 0 16,1-6 0-16,3 1 0 16,-3-2-2-16,1-3-87 15,1-3-2-15</inkml:trace>
  <inkml:trace contextRef="#ctx0" brushRef="#br0" timeOffset="160449.25">17565 16758 493 0,'0'0'3'0,"0"0"2"0,0 0 2 16,0 0-4-16,0 0-3 15,0 0 0-15,0 0 0 0,0 0 0 16,0-4 0-16,0 4 0 16,0 0 0-16,0 0 0 15,0 0 0-15,0 0 0 16,-7 4-89-16,14-4-2 0</inkml:trace>
  <inkml:trace contextRef="#ctx0" brushRef="#br2" timeOffset="165337.66">12954 8349 356 0,'0'0'6'15,"0"0"5"-15,0 0 2 0,0 0 1 16,-2-11 2-16,2 11 2 16,0 0 0-16,-3-7 1 15,3 7-6-15,0 0-2 16,5-7-3-16,7 7 0 16,8 0-8-16,6-3 0 0,3 0 0 15,13 3 0-15,5-5 0 16,5 0 0-16,8-2 0 15,0-3 0-15,2 0 0 0,2 1 0 16,-2-4 0-16,-2 3 0 16,-5 0 0-16,-6 3 0 15,-8-1 0-15,-4 3 0 0,-12 0 0 16,-8 2 0-16,-7 3 0 16,-10 0 0-16,0 0 0 15,0 0 0-15,0 0 0 16,0 0 0-16,0 0 0 0,0 0 0 15,0 0 0-15,0 0 0 16,-2 8 0-16,2-8 0 16,0 0 0-16,-13 3 0 15,13-3 0-15,-12 0-5 16,12 0-20-16,-11 2-21 0,1-2-39 16,10 0-1-16</inkml:trace>
  <inkml:trace contextRef="#ctx0" brushRef="#br2" timeOffset="165833.4">13610 8066 375 0,'0'0'6'0,"0"0"6"0,0 0 1 16,0 0 2-16,0 0 2 16,-10-5-1-16,10 5 1 15,0 0 0-15,0 0-5 16,0 0-4-16,0 0-5 16,7 5-3-16,8 4 0 0,5-2 0 15,5 4 0-15,3 1 0 16,1-4 0-16,4 1 0 15,-2-1 0-15,2 0 0 16,-5-1 0-16,-1-1 0 0,-10 3 0 16,1 0 0-16,-6 1 0 15,-2 4 0-15,-7 0 0 16,-3 3 0-16,-6 3 0 0,-8 2 0 16,2 0 0-16,-6 1 0 15,-3 2 0-15,0-4 0 16,1 0 0-16,-1 1 0 15,5-7 0-15,3 0 0 16,1-5 0-16,12-10 0 0,-18 17 0 16,18-17 0-16,-8 11 0 15,8-11 0-15,0 0 0 16,-2 16-13-16,2-16-74 16,0 0-2-16</inkml:trace>
  <inkml:trace contextRef="#ctx0" brushRef="#br2" timeOffset="170449.23">13629 8764 412 0,'0'0'6'0,"0"0"2"0,0 0 4 16,0-10-2-16,0 10 3 15,6-10 0-15,-6 10 1 16,12-12 0-16,-1 6-5 16,1 5-9-16,5-2 0 15,0 3 0-15,3 3 0 0,2 7 0 16,1 2 0-16,-5 5 0 15,-4 3 0-15,-1 0 0 16,-8 5 0-16,-5-5 0 16,0 2 0-16,-7-2 0 0,-9-1 0 15,2-1 0-15,-4-6 0 16,0-2 0-16,-4 0 0 16,7-5 0-16,1-2 0 15,1-3 0-15,13 0 0 0,-12-13 0 16,12 3 0-16,4-7 0 15,9-5 0-15,6-2 0 16,2-2 0-16,4-1 0 0,-1 2 0 16,-1 0 0-16,2 5 0 15,-11 4 0-15,1 2 0 16,-3 7 0-16,-12 7 0 16,0 0 0-16,0 0 0 0,0 15 0 15,0 2 0-15,-4 3 0 16,-4 2 0-16,6 3 0 15,2 0 0-15,2 0 0 16,8-5 0-16,6-5 0 0,-2-3 0 16,11-5 0-16,2-7 0 15,6 3-3-15,4-3-82 16,-3-10-2-16</inkml:trace>
  <inkml:trace contextRef="#ctx0" brushRef="#br2" timeOffset="171699.03">13566 8732 292 0,'0'0'9'16,"0"0"4"-16,-6-10 6 16,6 10 0-16,-3-10 4 0,3 10 1 15,0-12 1-15,0 12 0 16,0-10-8-16,0 10-5 16,0 0-3-16,9-2-1 15,-9 2-2-15,16 7-2 0,-3 8-1 16,7-3 0-16,-2 5-3 15,7 3 0-15,1 0 0 16,7 0 0-16,0 0 0 16,1-3 0-16,1 0 0 0,-3 1 0 15,3-7 0-15,-8 6 0 16,1-9 0-16,-7 3 0 16,-1-4 0-16,-3 0 0 15,-4-4 0-15,-3 2 0 0,-10-5 0 16,13 5 0-16,-13-5 0 15,0 0 0-15,0 0 0 16,0 0 0-16,0 0 0 16,0 0 0-16,0 0 0 0,0 0-10 15,-2-27-56-15,2 27-22 16,-16-11-1-16</inkml:trace>
  <inkml:trace contextRef="#ctx0" brushRef="#br2" timeOffset="172316.28">13953 8787 341 0,'0'0'7'16,"0"0"4"-16,-3-15 4 16,3 15 3-16,-3-18 2 15,1 8 2-15,0-2 1 0,2 2 1 16,0 10-6-16,-5-15-6 16,5 15-12-16,0 0 0 15,-15 3 0-15,5 9 0 16,-3 5 0-16,-1 6 0 0,-4 2 0 15,-1 1 0-15,-4 7 0 16,-2-3 0-16,3 0 0 16,0-4 0-16,1-3 0 0,2-3 0 15,1-5 0-15,6-1 0 16,2-4 0-16,10-10 0 16,-12 8 0-16,12-8 0 15,0 0 0-15,0 0 0 0,2-5 0 16,-2 5 0-16,20-17 0 15,-5 4 0-15,3-2 0 16,3-4 0-16,0-2 0 16,5-5 0-16,2 1 0 15,-6-5 0-15,3 0 0 0,-2 1 0 16,-3-1 0-16,-6 3 0 16,-1 4 0-16,-5 4 0 15,-4 1 0-15,-4 8 0 16,0 10 0-16,0-8 0 0,0 8 0 15,-12 6 0-15,-1 3 0 16,1 7 0-16,-5 6 0 16,0 5 0-16,-8 5 0 0,-3 3 0 15,-2 2 0-15,1 0 0 16,1 1 0-16,0-4 0 16,4-8 0-16,2 2 0 15,7-10 0-15,3-3 0 0,12-15 0 16,-8 12 0-16,8-12 0 15,0 0 0-15,12-5 0 16,0-7 0-16,4 2 0 16,-4-8 0-16,10-1-39 0,-1-3-48 15,-5-3-5-15</inkml:trace>
  <inkml:trace contextRef="#ctx0" brushRef="#br2" timeOffset="173166.26">12939 8326 317 0,'0'0'8'0,"0"0"2"0,0 0 2 0,0 0 4 15,0 0 2-15,0 0 1 16,0 0 0-16,0 0 0 0,0 0-6 15,0 0-4-15,0 0-3 16,0 0-2-16,-3 6-1 16,-1 8-2-16,-6 3 1 0,-3 5-1 15,-4 11-1-15,-3 3 1 16,-5 7 0-16,-3 7-1 16,-1 2 1-16,-6 6 0 15,-5 7 0-15,3 0 0 0,-8-1 1 16,3 1 1-16,-5-5-2 15,2 6 0-15,-5-7 1 16,6-3-1-16,-1 2 1 0,0-8-1 16,8-6 0-16,3-4 0 15,4-3-1-15,5-7 1 16,5-8-1-16,5-3 0 16,4-2-1-16,4-9 1 15,7-8-2-15,-7 13 0 16,7-13 0-16,0 0-1 0,0 0-4 15,0 0-3-15,0 0-7 16,-2-7-19-16,-14 1-44 16,16 6-1-16</inkml:trace>
  <inkml:trace contextRef="#ctx0" brushRef="#br2" timeOffset="173584.2">12014 9334 446 0,'0'0'4'0,"0"0"0"0,0 0 1 0,0 0 0 0,0 0 0 15,0 0 1-15,5 12 0 16,-5 4 0-16,0 1-3 16,0 3-1-16,-2 7 0 15,-1-3 0-15,-1 4-1 16,-1-3 0-16,-2-3 0 0,-2-3 0 16,1-1 0-16,4-4-1 15,0-3 0-15,4-1 1 16,0-10 0-16,0 0 0 0,14 7 0 15,1-7 1-15,8-7-1 16,1-1 2-16,8-5-3 16,1 1 0-16,2-1 0 15,-5-1 0-15,0 7-7 0,-8-5-14 16,-7 6-61-16,-3 4-3 16</inkml:trace>
  <inkml:trace contextRef="#ctx0" brushRef="#br2" timeOffset="174250.25">11679 9929 447 0,'0'0'3'0,"0"0"0"0,0 0 0 0,0 0 2 0,0 0 1 16,6 0 0-16,3 0 1 15,6 0 1-15,3-3-3 16,7-2 0-16,2 2-1 0,3-2 0 15,5 0-2-15,-3 1 1 16,-5 4-3-16,-3 0 0 16,-1 0 0-16,-10 2 0 15,-6 8 0-15,-7 5 0 0,-2 0 0 16,-11 4 0-16,-6 2 0 16,-6 5 0-16,-3 2 0 15,-4 1 0-15,-3-1 0 16,3 1 0-16,0-1 0 15,2-6 0-15,5 1 0 0,5-9 0 16,8 1 0-16,12-15 0 16,-3 10 0-16,8-10 0 15,13-2 0-15,8-6 0 16,6-4 0-16,9-3 0 0,3-3 0 16,6-2 0-16,-1 1 0 15,1 1-9-15,1-4-18 16,-22 5-56-16,13-1-2 15</inkml:trace>
  <inkml:trace contextRef="#ctx0" brushRef="#br2" timeOffset="175649.31">13095 8349 279 0,'0'0'8'16,"0"0"6"-16,0 0-1 15,0 0 5-15,0 0 0 16,0-6 3-16,0 6 2 15,0-15 2-15,0 15-8 0,8-20-2 16,-3 9-1-16,0-7-1 16,0-2-2-16,-3 0-1 15,3-10-2-15,-3 0-4 16,-2-6-4-16,0-4 0 0,0-10 0 16,0-4 0-16,-4-3 0 15,-1-5 0-15,0 0 0 16,-2 2 0-16,2 4 0 0,-6 1 0 15,4 5 0-15,0 6 0 16,-1 4 0-16,3 3 0 16,-2 8 0-16,2 1 0 15,3 6 0-15,-1 4 0 0,3 6 0 16,-2-1 0-16,2 13 0 16,0-10 0-16,0 10 0 15,0 0 0-15,0 0 0 16,0 0 0-16,0 0 0 15,0 0 0-15,0 0 0 0,0 0 0 16,0 0 0-16,0 0 0 16,0 0 0-16,0 0 0 15,0 0 0-15,0 0 0 0,0 0 0 16,0 0 0-16,0 0 0 16,0 0 0-16,0 0 0 15,0 0 0-15,0 0 0 16,0 0 0-16,0 0 0 0,0 0 0 15,0 0 0-15,0 0 0 16,0 0 0-16,0 0 0 16,0 0 0-16,0 0 0 15,-11 0 0-15,4 9 0 0,-3 2 0 16,-3 4 0-16,4 3 0 16,-6 4 0-16,-7 3 0 15,4-1 0-15,1 1 0 16,-3-5 0-16,5-2 0 0,2-8 0 15,1-1 0-15,-1-2 0 16,13-7 0-16,0 0 0 16,0-4 0-16,6-11 0 15,6 2 0-15,2-6 0 16,2-4 0-16,1-2 0 0,3-2 0 16,0 0 0-16,-3 5 0 15,3-3 0-15,-8 6 0 16,1 3 0-16,-3 1 0 0,-3 3 0 15,-7 12 0-15,8-12 0 16,-8 12 0-16,0 0 0 16,0 0 0-16,10 9 0 15,-5 4 0-15,2 4 0 0,4 1 0 16,1 3 0-16,5 3 0 16,-2-2 0-16,5-2 0 15,-1 0 0-15,1-4 0 16,-2-3 0-16,-1-3 0 0,3-3-27 15,3 1-60-15,-13-8-3 16</inkml:trace>
  <inkml:trace contextRef="#ctx0" brushRef="#br2" timeOffset="175932.95">13160 7156 428 0,'0'0'6'0,"0"0"2"16,0 0 2-16,0 0 1 15,0 0-1-15,0 0 2 16,10 0 0-16,-10 0 0 0,10 7-10 16,0 2-2-16,0 3 0 15,5 3 0-15,2-1 0 16,-2-1 0-16,0 2 0 15,5 0 0-15,-5-4 0 0,-2 0 0 16,-1-6-17-16,0-3-44 16,-12-2-24-16,12 6-3 15</inkml:trace>
  <inkml:trace contextRef="#ctx0" brushRef="#br2" timeOffset="176099.99">13376 7078 412 0,'0'0'7'15,"0"0"3"-15,0 0 1 16,0 0 2-16,11 0 0 0,-10 7 0 16,2 11 1-16,-3 6 0 15,0 5-10-15,-3 8-4 16,2 3 0-16,-2 12-6 16,-2-2-76-16,5-7-3 0</inkml:trace>
  <inkml:trace contextRef="#ctx0" brushRef="#br2" timeOffset="177616.54">18006 16529 457 0,'0'0'3'0,"0"0"1"16,0 0 2-16,-8-8 0 15,8 8 1-15,0 0 0 0,-3 12 1 16,1 3 0-16,2 7-3 16,0 3-5-16,0 4 0 15,0 6 0-15,0-2 0 16,0 1 0-16,0-2 0 0,0-4 0 16,0-3 0-16,0-9 0 15,-3 2 0-15,3-5 0 16,0-13 0-16,-8 12 0 15,8-12 0-15,0 0 0 0,-11-18 0 16,9 1 0-16,-4-7 0 16,3-11 0-16,1-5 0 15,2-7 0-15,0-2 0 16,5-1 0-16,3 3 0 0,2 5 0 16,2 4 0-16,3 9 0 15,2 9 0-15,3 5 0 16,3 13 0-16,-4 2 0 15,4 5 0-15,-1 10 0 16,-2 2 0-16,-3 10 0 0,-7-2 0 16,-2 7 0-16,-8 0 0 15,-13-2 0-15,-1 2 0 16,-9-10 0-16,-2 3 0 0,0-8 0 16,2-4 0-16,4-3 0 15,7-5 0-15,1-3 0 16,11-2 0-16,0 0 0 15,0 0 0-15,0 0 0 16,18 7 0-16,-1-2 0 0,8 0 0 16,0 3 0-16,7-3 0 15,3 5 0-15,2-2 0 16,-4 4 0-16,0 1 0 0,-7-2 0 16,-1 7-5-16,-7-8-19 15,-4-10-58-15,-3 12-4 16</inkml:trace>
  <inkml:trace contextRef="#ctx0" brushRef="#br2" timeOffset="177966.28">18463 16679 440 0,'0'0'4'0,"0"0"2"15,0 0 1-15,0 0 0 0,-13 0 0 16,13 0 2-16,-14 13 0 15,3-1 0-15,1 5-3 16,3 3-2-16,0 2-1 16,4 2-3-16,3 0 0 0,5-2 0 15,5-5 0-15,10-2 0 16,4-7 0-16,6-7 0 16,2-1 0-16,2-4 0 15,0-8 0-15,-2-3 0 16,-2-5 0-16,-6 5 0 0,-3-6 0 15,-8 0 0-15,-11 1 0 16,-2 0 0-16,-11 0 0 16,-5 1 0-16,-10 4 0 0,4 5 0 15,-6 0 0-15,7 7 0 16,-7-2-25-16,10-2-44 16,6 7-22-16</inkml:trace>
  <inkml:trace contextRef="#ctx0" brushRef="#br2" timeOffset="178249.2">18923 16418 480 0,'0'0'3'16,"0"0"0"-16,0 0 1 0,2 11 1 16,-2-2 1-16,-6 9 1 15,-1 7-4-15,0 5-3 16,0 2 0-16,-9 5 0 0,7 6 0 15,-1-2 0-15,4-4 0 16,1 0 0-16,5-4 0 16,0-6 0-16,3-4 0 15,5-4 0-15,2-4 0 16,6-5 0-16,2-5 0 0,5-2 0 16,-4-3 0-16,11-3 0 15,-7-7 0-15,4-2-29 16,1-3-58-16,-12-3-3 0</inkml:trace>
  <inkml:trace contextRef="#ctx0" brushRef="#br2" timeOffset="178449.38">18902 16612 449 0,'0'0'4'0,"0"0"1"0,0 0 2 16,0 0 1-16,0 0 1 15,0 0 2-15,12 0-1 16,2 0-2-16,2 0-8 0,7 0 0 16,2-3 0-16,0-1 0 15,10 4-2-15,-10-3-62 16,7-1-22-16,-6-1-3 16</inkml:trace>
  <inkml:trace contextRef="#ctx0" brushRef="#br2" timeOffset="179082.66">19225 16676 433 0,'0'0'6'0,"0"0"1"0,0 0 3 16,0 0 2-16,-7-2 0 16,7 2 2-16,0 0-1 15,0 0-9-15,-10 0-4 0,10 0 0 16,0 0 0-16,10 0 0 15,5-2 0-15,2 2 0 16,8-3 0-16,3 3 0 16,6 0 0-16,-4 0 0 0,2 0 0 15,-2 3 0-15,-7 1 0 16,-6 1 0-16,-7 3 0 16,-5 2 0-16,-5 2 0 15,-14 6 0-15,-2-1 0 0,-4 3 0 16,-10 1 0-16,0 0 0 15,-2-2 0-15,1 4 0 16,5-5 0-16,6-6 0 16,5 0 0-16,5-2 0 0,10-10 0 15,0 13 0-15,12-11 0 16,9 0 0-16,4-2 0 16,5 0 0-16,4 0 0 15,3-4 0-15,0 1 0 0,-7 3 0 16,-2-6 0-16,-6 4 0 15,-7 0 0-15,-5 2 0 16,-10 0 0-16,8 0 0 0,-8 0 0 16,0 0 0-16,-5 0 0 15,5 0-10-15,-16 4-37 16,16-4-42-16,-12 0 1 16</inkml:trace>
  <inkml:trace contextRef="#ctx0" brushRef="#br2" timeOffset="179499.38">19946 16355 439 0,'0'0'5'0,"0"0"3"0,0 0 2 16,0 0 1-16,0-10 1 16,0 10 0-16,0 0-1 15,0 0-8-15,-15 14-3 16,5 8 0-16,-5 11 0 15,-2 7 0-15,-2 10 0 0,1 8 0 16,-2 4 0-16,8 6 0 16,1-6 0-16,9-1 0 15,2-3 0-15,4-7 0 16,12-7 0-16,6-8 0 0,2-4 0 16,4-7 0-16,2-7 0 15,4-5 0-15,-4 3-76 16,8-16-13-16</inkml:trace>
  <inkml:trace contextRef="#ctx0" brushRef="#br2" timeOffset="179931.91">20222 16558 430 0,'0'0'4'0,"0"0"2"15,-11-10 2-15,11 10 0 16,-14-11 1-16,4 10 1 0,-7-2 0 16,2 0 0-16,-8 3-4 15,6 7-2-15,-5 6-2 16,4-1 0-16,0 6-3 0,2 1 1 16,4-1-1-16,10-1 1 15,2 1 0-15,14-6 0 16,5-4 0-16,2-6 0 15,13-2 4-15,-2-7-4 16,0-4 0-16,0-1 0 0,-4-2 0 16,-8 1 0-16,-2-2 0 15,-6 3 0-15,-12 12 0 16,10-17 0-16,-10 17 0 16,0 0 0-16,0 0 0 0,-5 17 0 15,-2 5 0-15,-1 0 0 16,2 11 0-16,-1-1 0 15,2 7 0-15,1-4 0 16,1-3 0-16,3-2 0 0,0 0 0 16,0-11-21-16,-2-1-66 15,4-8-3-15</inkml:trace>
  <inkml:trace contextRef="#ctx0" brushRef="#br2" timeOffset="180272.51">20503 16617 450 0,'0'0'3'0,"0"0"-1"0,-8 10 3 15,6 0 2-15,-6 5 0 16,-2 5 1-16,3 1 0 16,-4 7 1-16,9-1-3 0,-3-2 0 15,5 3-6 1,0-8 0-16,7 2 0 0,6-7 0 15,7-8 0-15,2-4 0 16,1-3 0-16,7 0 0 16,0-10 0-16,-1-5 0 15,-3-5 0-15,-5 1 0 0,-3-6 0 16,-11 0 0-16,-7-6 0 16,-14 1 0-16,-9 4 0 15,-9 1 0-15,0 2 0 0,-8 3 0 16,4 6-10-16,2-1-29 15,-6 7-48-15,20 4-1 16</inkml:trace>
  <inkml:trace contextRef="#ctx0" brushRef="#br2" timeOffset="180540.1">20776 16334 471 0,'0'0'5'16,"0"0"1"-16,-8-3 1 15,8 3 1-15,0 0 2 0,0 11-6 16,6 3-4-16,3 9 0 16,12 4 0-16,-2 9 0 15,6 5 0-15,2 9 0 0,-2 2 0 16,0 5 0-16,-8 0 0 16,-4 0 0-16,-6 2 0 15,-7-4 0-15,-13-6 0 16,-3 0 0-16,-17-6 0 0,1-3 0 15,-3-11 0-15,-7-7 0 16,2-12-55-16,10-2-39 16</inkml:trace>
  <inkml:trace contextRef="#ctx0" brushRef="#br3" timeOffset="184916.39">13016 7197 205 0,'0'0'5'0,"0"0"0"16,0 0 2-16,0 0 3 16,0-13 3-16,0 13 5 15,0 0 1-15,0 0 3 16,0 0-1-16,0 0-2 0,0 0 2 15,0 0-2-15,0 7-5 16,0-7-2-16,0 0-3 16,0 0-3-16,0 0-1 15,0 0-1-15,0 0 1 0,0 0 0 16,0 0 3-16,0 0 0 16,0 0 1-16,0 0 1 15,2-10 0-15,-2-2 1 16,0-5 0-16,0-8-11 0,0-10 0 15,-4-7 0-15,2-9 0 16,-7-10 0-16,4-10 0 16,-2-6 0-16,-2-7 0 15,-2 1 0-15,4 0 0 0,0 3 0 16,2 6 0-16,-3 10 0 16,0 9 0-16,4 10 0 15,-4 8 0-15,6 5 0 0,-3 7 0 16,-2 6 0-16,4 4 0 15,3 5 0-15,0 10 0 16,-3-12 0-16,3 12 0 16,0 0 0-16,0 0 0 15,0 0 0-15,0 0 0 0,0 0 0 16,0 0 0-16,0 7 0 16,0-7 0-16,0 0 0 15,5 10 0-15,-5-10 0 16,0 0 0-16,0 0 0 0,0 0 0 15,0 0 0-15,0 0 0 16,0 0 0-16,0 0 0 16,0 0 0-16,0 0 0 0,0 0 0 15,0 0 0-15,0 0 0 16,0 0 0-16,0 0 0 16,11-5 0-16,-11 5 0 15,4-12 0-15,-1 4 0 0,-3 8 0 16,5-17 0-16,-5 17 0 15,4-13 0-15,-4 13 0 16,0-10 0-16,0 10 0 16,0 0 0-16,0 0 0 15,-2 10 0-15,-3 0 0 0,-2 7 0 16,-5 1 0-16,4 9 0 16,-4-2 0-16,-4 3 0 15,1 1 0-15,-2-4 0 16,3 0 0-16,-2-6 0 0,2 2 0 15,3-10 0-15,1-1 0 16,10-10 0-16,-9 8 0 16,9-8 0-16,0-10 0 0,7-5 0 15,5-2 0-15,-1-6 0 16,3-4 0-16,2-3 0 16,0-2 0-16,2 0 0 15,-6 5 0-15,4-3 0 0,-4 5 0 16,-4 3 0-16,2 5 0 15,-6 2 0-15,-4 15 0 16,10-10 0-16,-10 10 0 16,5 5 0-16,-5 10 0 0,8 1 0 15,-1 2 0-15,3 7 0 16,5 0 0-16,0 2 0 16,3-5 0-16,-2 1 0 15,5-8 0-15,-5 3 0 16,5-10 0-16,-4 3 0 0,-5-5 0 15,0-2 0-15,-1-4 0 16,-1-3-36-16,-10 3-54 16,9-7-5-16</inkml:trace>
  <inkml:trace contextRef="#ctx0" brushRef="#br3" timeOffset="185500.21">12957 5398 404 0,'0'0'9'0,"0"0"2"0,0 0 3 16,0-10-1-16,0 10 3 0,0 0-1 15,0 0 2-15,0 0-5 16,0 12-12-16,0 5 0 16,0 6 0-16,-3 4 0 15,1 5 0-15,-3 3 0 0,-3 2 0 16,1-5 0 0,-3 0 0-16,-2-2 0 0,6 0 0 15,-3-8 0-15,1-4 0 16,2 0 0-16,2-7 0 0,-1-3 0 15,5-8 0-15,-3 10 0 16,3-10 0-16,0 0 0 16,0 0 0-16,0 0 0 0,0-5 0 15,0 5 0-15,0 0 0 16,3-13 0-16,-3 13 0 16,0 0 0-16,2-10 0 15,-2 10-22-15,3-15-53 16,-3 15-12-16</inkml:trace>
  <inkml:trace contextRef="#ctx0" brushRef="#br3" timeOffset="186166.72">12775 5486 369 0,'0'0'8'0,"0"0"5"15,0 0 2-15,0 0 1 16,0 0 3-16,-9-7 0 0,9 7 2 15,0 0 1-15,-9-5-13 16,9 5-9-16,0 0 0 16,0 0 0-16,6 8 0 15,6-1 0-15,3 3 0 0,2 2 0 16,6 4 0-16,2-4 0 16,4 0 0-16,4 1 0 15,-3-1 0-15,2 3 0 16,-2-5 0-16,-3-2 0 0,2-1 0 15,-4 2 0-15,-4-3 0 16,-5 1 0-16,0 0 0 16,-4-4 0-16,-12-3 0 15,13 5 0-15,-13-5 0 0,0 0 0 16,0 0 0-16,0 0 0 16,0 0 0-16,0 0 0 15,0 0 0-15,0 0 0 16,0 0 0-16,-8 2 0 0,8-2 0 15,0 0 0-15,0 0 0 16,-3 8 0-16,3-8-64 16,0 0-30-16</inkml:trace>
  <inkml:trace contextRef="#ctx0" brushRef="#br3" timeOffset="188133.79">12973 8410 16 0,'0'0'7'0,"0"0"6"15,0 0 5-15,0 0 5 16,0 0 4-16,0 0 0 16,3 5-1-16,-3-5-1 0,0 0-10 15,0 0-15-15,0 0-15 16,0 0-12-16,10 0-8 15,-10 0-5-15</inkml:trace>
  <inkml:trace contextRef="#ctx0" brushRef="#br3" timeOffset="189233.29">12973 8410 37 0,'36'12'4'15,"-36"-12"0"-15,3-7 5 16,-3 7 1-16,0 0 4 16,6-12 3-16,-6 12 5 0,10-10 3 15,-10 10 0-15,8-8 3 16,-8 8 0-16,13-3 0 15,-13 3 0-15,0 0-1 16,9 0-2-16,-9 0-3 0,0 0-1 16,10-2-2-16,-10 2-3 15,0 0-1-15,13-5-1 16,-13 5-3-16,12-1 0 0,-12 1 0 16,0 0-1-16,10-4-1 15,-10 4-1-15,0 0-2 16,0 0 1-16,0 0-7 15,0 0 0-15,0 0 0 16,0 0 0-16,0 0 0 0,0 0 0 16,-5 0 0-16,5 0 0 15,-12 0 0-15,12 0 0 16,-18 4 0-16,11-3 0 16,-5-1 0-16,1 3 0 0,-1-3 0 15,-2 4 0-15,0-1 0 16,2 0 0-16,-5-3 0 15,5 2 0-15,-4 1 0 0,-1-3 0 16,0 2 0-16,-3 3 0 16,0-2 0-16,0-1 0 15,-2 3 0-15,0 0 0 16,-1 0 0-16,0 0 0 16,4 0 0-16,-1 0 0 0,0 0 0 15,0-1 0-15,3 2 0 16,-3-5 0-16,0 5 0 15,0-3 0-15,-2-1 0 0,2 0 0 16,-3-2 0-16,4 4 0 16,-6-4 0-16,2 1 0 15,1-1 0-15,3 0 0 16,-4 0 0-16,3 0 0 0,0 3 0 16,0-3 0-16,2 2 0 15,-1-2 0-15,4 2 0 16,-2 1 0-16,-1 0 0 15,1-1 0-15,2-2 0 0,0 0 0 16,2 0 0-16,-1 3 0 16,1-3 0-16,-1 2 0 15,-3-2 0-15,4 3 0 16,0-3 0-16,-2 2 0 0,3 1 0 16,-1-1 0-16,-2-2 0 15,5 0 0-15,-4 0 0 16,2 0 0-16,-1 0 0 15,1 0 0-15,-5 0 0 0,4 2 0 16,-3-2 0-16,2 0 0 16,-1 3 0-16,0-3 0 15,2 3 0-15,-1-1 0 16,2-2 0-16,1 0 0 0,1 0 0 16,10 0 0-16,-15 0 0 15,15 0 0-15,-14 0 0 16,14 0 0-16,-13 0 0 15,13 0 0-15,-8 0 0 0,8 0 0 16,-12 0 0-16,12 0 0 16,-7 0 0-16,7 0 0 15,0 0 0-15,-11 0 0 16,11 0 0-16,0 0 0 0,0 0 0 16,-9 0 0-16,9 0 0 15,0 0 0-15,0 0 0 16,0 0 0-16,0 0 0 15,0 0 0-15,0 0 0 0,0 0 0 16,-7 0 0-16,7 0 0 16,0 0 0-16,0 0 0 15,0 0 0-15,0 0 0 0,0 0 0 16,0 0 0-16,0 0 0 16,0-12-11-16,0 12-78 15,0 0-3-15</inkml:trace>
  <inkml:trace contextRef="#ctx0" brushRef="#br3" timeOffset="189799.94">11980 8356 423 0,'0'0'7'0,"0"0"3"0,0 0 1 0,0 0 1 0,0 0 1 16,0 0 0-16,0-7 1 0,0 7-6 16,-12 0-8-16,-1 4 0 15,-2 3 0-15,-5 1 0 16,3 2 0-16,-5 2 0 0,-1 1 0 16,-2 2 0-16,-2-3 0 15,0 2 0-15,2-1 0 16,0-1 0-16,0-2 0 15,-2 0 0-15,5 0 0 0,-1 0 0 16,1-2 0-16,5-1 0 16,1-2 0-16,4-3 0 15,4 4 0-15,8-6 0 16,0 0 0-16,0 0 0 16,0 0 0-16,0 0 0 0,6 10 0 15,6-8 0-15,6 0 0 16,3 5 0-16,4-2 0 15,5 4 0-15,0 0 0 16,2-2 0-16,1 4 0 0,-3-3 0 16,-3 3 0-16,3-1 0 15,-5 0 0-15,-4-3 0 16,-3 3 0-16,0 0 0 0,-3-5 0 16,-3 3 0-16,-4-4 0 15,1 2 0-15,-9-6 0 16,10 7 0-16,-10-7 0 15,0 0 0-15,0 0 0 0,0 0 0 16,0 0-6-16,11 5-81 16,-11-5-3-16</inkml:trace>
  <inkml:trace contextRef="#ctx0" brushRef="#br3" timeOffset="190332.68">10904 8413 372 0,'0'0'8'0,"0"0"4"0,0 0 2 15,0 0 0-15,0 0 2 16,0 0 2-16,0 0 0 0,2 5 1 16,11 2-7-16,2 0-4 15,3 4-8-15,3 0 0 16,7 3 0-16,-3-3 0 16,1 2 0-16,3-4 0 0,-2 4 0 15,-2-3 0-15,-1-3 0 16,-4 0 0-16,1-1 0 15,-8-1 0-15,1-3 0 16,-7 1 0-16,-7-3 0 0,10 4 0 16,-10-4 0-16,0 0 0 15,0 0 0-15,0 0-42 16,-5 0-42-16,5 0-4 16</inkml:trace>
  <inkml:trace contextRef="#ctx0" brushRef="#br3" timeOffset="190616.49">11249 8341 460 0,'0'0'6'0,"0"0"1"16,0 0 0-16,0 0 2 15,0 0 1-15,0 15 0 0,-5 4-8 16,0 9-2-16,-2 1 0 15,0 11 0-15,-4 2 0 16,-1 0 0-16,-3 3 0 0,1-5 0 16,0-1 0-16,2-4 0 15,5-6 0-15,0-4 0 16,-1-2 0-16,3-6 0 16,5-2 0-16,0-15 0 15,-7 14-79-15,7-14-9 16</inkml:trace>
  <inkml:trace contextRef="#ctx0" brushRef="#br3" timeOffset="194182.35">21198 16681 481 0,'0'0'4'0,"0"0"1"0,0 0 3 16,0 0 1-16,0 0-5 15,0 0-4-15,0 0 0 16,0-5 0-16,0 5 0 0,0 0 0 15,0 0 0-15,0 0 0 16,0 0 0-16,0 0 0 16,0 0-71-16,10 0-20 0</inkml:trace>
  <inkml:trace contextRef="#ctx0" brushRef="#br3" timeOffset="194816.79">21447 16466 451 0,'0'0'5'0,"0"0"3"15,0 0 1-15,0 0 2 16,0 0 0-16,0 0 0 0,-3 0-6 16,3 0-5-16,0 20 0 15,0-2 0-15,3 7 0 16,2 4 0-16,2 3 0 15,0 2 0-15,1 1 0 0,2-2 0 16,0-2 0-16,-3-6 0 16,-2-2 0-16,-2-4 0 15,0-5 0-15,-3-7 0 16,0-7 0-16,0 0 0 0,-13 4 0 16,13-4 0-16,-17-17 0 15,9-2 0-15,3-6 0 16,0-6 0-16,0-8 0 15,0-1 0-15,5-6 0 0,0-2 0 16,5-1 0-16,0 7 0 16,2 5 0-16,6 4 0 15,2 9 0-15,3 4 0 16,3 9 0-16,4 8 0 0,0 3 0 16,5 11 0-16,-2 2 0 15,1 6 0-15,-4 4 0 16,-8 6 0-16,-6 1 0 15,-6 2 0-15,-5-2 0 0,-13 0 0 16,-4-3 0-16,-9-4 0 16,2-4 0-16,-6-6 0 15,2 1 0-15,1-6 0 16,5-1 0-16,5-4 0 0,2-1 0 16,4 1 0-16,11-3 0 15,0 0 0-15,9 9 0 16,5-4 0-16,4 3 0 15,4 0 0-15,3 1 0 16,0 3 0-16,5 1 0 0,-5-3 0 16,0 3 0-16,-6-1 0 15,3 8-17-15,1-5-70 16,-11-5-4-16</inkml:trace>
  <inkml:trace contextRef="#ctx0" brushRef="#br3" timeOffset="195200.51">21864 16575 453 0,'0'0'3'0,"0"0"3"0,0 0 0 16,0 0 1-16,0 0 0 15,-18 12 0-15,8 3 2 0,1 0 0 16,-6 8-5-16,5 4-4 15,0-2 0-15,6 4 0 16,0 1 0-16,8-8 0 16,5-2 0-16,6-5 0 0,7-5 0 15,1-5 0-15,4-3 0 16,1-2 0-16,-2-4 0 16,-6-5 0-16,5-2 0 15,-8-3 0-15,-6-2 0 16,-6-4 0-16,-5 0 0 0,-5-5 0 15,-8 3 0-15,-2 2 0 16,-10 3 0-16,3 0 0 16,-5 4 0-16,6 8 0 0,-3-2-12 15,12 4-35-15,12 3-42 16,0 0 0-16</inkml:trace>
  <inkml:trace contextRef="#ctx0" brushRef="#br3" timeOffset="195489">22140 16434 452 0,'0'0'5'16,"0"0"2"-16,0 0 2 15,0 0 1-15,0 0 0 16,0 0 1-16,-5 0-4 0,-2 12-7 16,1 3 0-16,-1 7 0 15,0 3 0-15,-1 7 0 16,4 3 0-16,-2 2 0 15,1-2 0-15,5-3 0 0,0-2 0 16,5-8 0-16,5 1 0 16,2-11 0-16,2 1 0 15,2-9 0-15,7-1 0 0,-4-3 0 16,6 0 0-16,-5-7 0 16,1-4 0-16,-7 4-51 15,-2-6-38-15,-4-4-2 16</inkml:trace>
  <inkml:trace contextRef="#ctx0" brushRef="#br3" timeOffset="195684.72">22100 16543 442 0,'0'0'5'16,"0"0"2"-16,0 0 2 15,0 0 1-15,0 0 0 0,0 0 2 16,10 0 0-16,0 0-8 15,5 0-4-15,2 0 0 16,8-6 0-16,-2 5 0 0,6-2 0 16,-3-7-31-16,3 8-55 15,-5-1-4-15</inkml:trace>
  <inkml:trace contextRef="#ctx0" brushRef="#br3" timeOffset="196682.18">22447 16543 442 0,'0'0'4'0,"0"0"2"15,0 0 2-15,0 0 0 16,0 0 1-16,11-6 1 16,-11 6 0-16,20 0 0 15,-6 0-6-15,2 0-4 0,1 6 0 16,0 3 0-16,1 9 0 16,-3-1 0-16,-2 8 0 15,-9 0 0-15,-1 2 0 16,-3 1 0-16,-3-2 0 0,-10-3 0 15,-1-3 0-15,-4-2 0 16,4-7 0-16,-2 0 0 16,2-7 0-16,3-1 0 0,11-3 0 15,-9 0 0-15,9 0 0 16,0-15 0-16,4 1 0 16,12-4 0-16,-2-5 0 15,7-4 0-15,4 0 0 0,0 2 0 16,-1-3 0-16,-4 9 0 15,3-3 0-15,-11 9 0 16,3 1 0-16,-15 12 0 16,10-7 0-16,-10 7 0 15,0 0 0-15,0 15 0 0,0-1 0 16,-5 5 0-16,2 5 0 16,1 0 0-16,0 3 0 15,2 1 0-15,0-4 0 16,4-3 0-16,8 1 0 0,0-8 0 15,4-3 0-15,2-4 0 16,3-3 0-16,2-4 0 16,4-4-38-16,8-3-51 0,-15-7-3 15</inkml:trace>
  <inkml:trace contextRef="#ctx0" brushRef="#br3" timeOffset="196966.51">22947 16305 472 0,'0'0'4'0,"0"0"2"16,0 0 1-16,0 0-1 0,0 0 1 16,0 10 2-16,-5 6-9 15,3 9 0-15,0 8 0 16,-1 7 0-16,1 7 0 15,2 3 0-15,-3 1 0 0,3-4 0 16,3 1 0-16,4-7 0 16,3-3 0-16,0-6 0 15,6-7 0-15,1-6 0 16,8 2-17-16,3-11-70 0,-5-8-4 16</inkml:trace>
  <inkml:trace contextRef="#ctx0" brushRef="#br3" timeOffset="197382.1">23251 16463 447 0,'0'0'5'16,"0"0"3"-16,-8-7 2 16,8 7 0-16,-15-10 0 0,3 6 1 15,-4 0-1-15,2 0-10 16,0 4 0-16,-4 0 0 15,-1 8 0-15,6 4 0 16,-3 2 0-16,9 1 0 0,0 3 0 16,7 2 0-16,0-4 0 15,12-3 0-15,1-3 0 16,4-2 0-16,8-8 0 16,0 0 0-16,2-3 0 0,1-4 0 15,-3-3 0-15,-1-2 0 16,-7-3 0-16,-2 2 0 15,-2 1 0-15,-13 12 0 16,9-13 0-16,-9 13 0 16,-2 8 0-16,-5 5 0 0,-4 6 0 15,2 6 0-15,1 4 0 16,1 0 0-16,-3 5 0 16,5-2 0-16,0-7 0 0,3 1 0 15,-1-8 0-15,3-3 0 16,0 0-57-16,0-15-32 15,10 2-4-15</inkml:trace>
  <inkml:trace contextRef="#ctx0" brushRef="#br3" timeOffset="197715.99">23497 16505 442 0,'0'0'5'0,"0"0"1"0,0 0 1 16,-5 0 2-16,5 0 0 15,-12 16 0-15,1-4 1 16,1 3 0-16,3 5-6 16,-1 2-4-16,1 3 0 15,4-3 0-15,3 0 0 0,3-2 0 16,6-6 0-16,7-1 0 16,2-8 0-16,3-3 0 15,0-2 0-15,4-2 0 16,0-3 0-16,-1-8 0 0,-6 1 0 15,-6-5 0-15,-4 0 0 16,-8-3 0-16,-8-1 0 16,-7 0 0-16,-3 1 0 0,-9 1 0 15,3 3 0-15,-9-3-30 16,-5 6-58-16,13 3-4 16</inkml:trace>
  <inkml:trace contextRef="#ctx0" brushRef="#br3" timeOffset="197966.28">23648 16255 486 0,'0'0'2'0,"0"0"2"16,0 0 2-16,10 3 1 16,0 7-1-16,2 5-6 0,9 7 0 15,0 7 0-15,7 4 0 16,4 6 0-16,3 6 0 15,-5 5 0-15,-3-1 0 0,-7 0 0 16,-8 1 0-16,-6-2 0 16,-9 1 0-16,-12-8 0 15,-7-3 0-15,-11-1 0 0,-6-7 0 16,4 0 0-16,1-13-86 16,1-7-5-16</inkml:trace>
  <inkml:trace contextRef="#ctx0" brushRef="#br4" timeOffset="203700.16">12415 6094 340 0,'0'0'8'0,"0"0"2"0,0-15 3 15,0 15 1-15,-5-12-1 16,5 12 2-16,-15-10-1 15,5 5 0-15,0 5-7 0,-2 0-2 16,-3 7-2-16,-2 6-2 16,-1-1 1-16,0 5-1 15,4 3 0-15,-4 2 0 16,3 2 0-16,0 1-1 0,3 0 1 16,0 2-1-16,1 1 0 15,4-1 0-15,2-2 1 16,1-1-1-16,1 1 0 15,3-2 0-15,3-1 0 16,1-2 0-16,6 1-1 0,0 0 1 16,5-6 0-16,-3 3-1 15,1-2 1-15,1-1-1 16,2 1 0-16,-2-4 1 16,-1 2-1-16,2-6 0 0,3 2 1 15,1-3 0-15,1 1-1 16,0-4 1-16,7 2 0 15,-2-4 0-15,5-2 1 0,-1 3-1 16,1-3 0-16,7 0 0 16,-1-3 0-16,-4 1 1 15,3 0-1-15,0-2 0 16,-1 3 0-16,3-4 0 0,-4 2 0 16,1 0 1-16,4-1-1 15,2 1 0-15,-1-2 0 16,4 0-1-16,-3 0 2 15,-1-2-2-15,3 2 1 0,-2-3-1 16,2 3 1-16,-5-2 0 16,-2 3 0-16,1-5 0 15,-4 0-1-15,-2 2 1 16,-3-2 0-16,-5 0 1 16,0 2-1-16,-1-1 0 0,-2-2 1 15,-1-3-1-15,-4 1 1 16,2 0 1-16,-4 0 0 15,1-3 0-15,-4 0 2 16,-2 2-1-16,1-1 2 0,0-1-1 16,-3 3 1-16,-1-4 0 15,-1 4-1-15,-1-1 0 16,-2 1-1-16,0-2 1 16,0 1-1-16,-5 1-3 0,1-1 0 15,-1 4 0-15,-1-1 0 16,-1-1 0-16,7 11 0 15,-12-14 0-15,12 14 0 0,-16-15 0 16,16 15 0-16,-14-13 0 16,14 13 0-16,-10-9 0 15,10 9 0-15,-10-13 0 16,10 13 0-16,0 0 0 16,-12-7 0-16,12 7 0 0,0 0 0 15,0 0 0-15,0 0 0 16,-7-5 0-16,7 5 0 15,0 0 0-15,0 0 0 16,0 0 0-16,0 0 0 0,0 0 0 16,0 0 0-16,0 0 0 15,0 0 0-15,0 0 0 16,0 0 0-16,0 0 0 0,0 0 0 16,0 0 0-16,0 0 0 15,0 0 0-15,0 0 0 16,0 0 0-16,0 0 0 15,0 0 0-15,0 0 0 0,0 0 0 16,0 0 0-16,0 0 0 16,0 0 0-16,0 0 0 15,0 0 0-15,0 0 0 0,0 0 0 16,-16 0 0-16,16 0 0 16,-12 18 0-16,4-6 0 15,-4 1 0-15,2 0 0 16,-5 3 0-16,0 1 0 15,2 0 0-15,-2-3 0 0,6 0 0 16,-1-4 0-16,10-10 0 16,-12 12 0-16,12-12 0 15,0 0 0-15,0 0 0 16,0 0 0-16,0-8 0 16,0 8 0-16,12-17 0 0,-5 2 0 15,4 0 0-15,1 1 0 16,-2-5 0-16,2 1 0 15,-2-2 0-15,0 0 0 0,0 0 0 16,0 3 0-16,-3-3 0 16,-1 5 0-16,1 0 0 15,-5 3 0-15,1 2 0 0,-3 0 0 16,0 10 0-16,0-10 0 16,0 10 0-16,0 0 0 15,0 0 0-15,0 0 0 16,0 0 0-16,0 0 0 0,2 5 0 15,-2-5 0-15,10 9 0 16,-10-9 0-16,13 11 0 16,-4-4 0-16,1-2 0 15,5 3 0-15,0-3 0 16,3 2 0-16,-1-2 0 0,5 2 0 16,1-1 0-16,-1-2 0 15,0 1 0-15,-2 0 0 16,0 0 0-16,-3-3 0 15,-1 3 0-15,-7-2 0 0,1 2 0 16,-10-5 0-16,11 5 0 16,-11-5 0-16,0 0 0 15,0 0-35-15,0 0-52 0,0 0-5 16</inkml:trace>
  <inkml:trace contextRef="#ctx0" brushRef="#br4" timeOffset="204482.72">12819 4482 402 0,'0'0'5'0,"0"0"3"0,0 0 1 16,0 0 1-16,-9-6 0 0,9 6 2 15,-15 0-1-15,5 6 0 16,0 0-4-16,3 7-3 15,-1 4-2-15,5 0-1 0,1 7 0 16,2-5-1-16,5-2 1 16,5-2-1-16,7-2 0 15,-1-8 1-15,3-5 1 16,1 0 0-16,0-13 1 16,-1 1 0-16,-1-6 1 0,-7-1-2 15,1-5-2-15,-7 3 0 16,-5-4 0-16,-3 7 0 15,-11-1 0-15,1 4 0 16,-5 3 0-16,-4 7 0 0,0 2 0 16,2 3 0-16,0 8 0 15,2 4 0-15,4 3 0 16,2 4 0-16,4-6-6 16,5 7-16-16,3 0-42 0,0-9-23 15,5 0-2-15</inkml:trace>
  <inkml:trace contextRef="#ctx0" brushRef="#br4" timeOffset="205282.09">12389 4535 328 0,'0'0'6'0,"0"0"2"0,0 0 3 16,0-7 4-16,0-3 1 15,0-5 2-15,-2-4 1 0,0-4 1 16,-1-6-4-16,3-7-3 15,0-7-1-15,0-5-3 16,5-6-2-16,6-6-1 16,3-7-1-16,2-2-3 0,5-2-2 15,4-6 0-15,3 5 0 16,6 4 0-16,-1 7 0 16,-1 6 0-16,-2 11 0 15,2 1 0-15,-5 11 0 0,1 5 0 16,-6 2 0-16,-5 8 0 15,3 5 0-15,-4 2 0 16,-6 3 0-16,-1-1 0 0,-9 8 0 16,7-3 0-16,-7 3 0 15,0 0 0-15,0 0 0 16,0 0 0-16,0 0 0 16,0 0 0-16,0 0 0 15,0 0 0-15,-4 0 0 0,4 0 0 16,-8 0 0-16,8 0 0 15,-9 0 0-15,9 0 0 16,0 0 0-16,-11-5 0 16,11 5 0-16,0 0 0 0,0 0 0 15,-10-2 0-15,10 2 0 16,0 0 0-16,0 5 0 16,0-5 0-16,8 20 0 15,2-5 0-15,2 5 0 0,6 2 0 16,4 3 0-16,5 4 0 15,6 3 0-15,4 7 0 16,5 2 0-16,0 4 0 16,4 1 0-16,0 3 0 0,2 4 0 15,-1-3 0-15,-4 2 0 16,-2-2 0-16,-8-2 0 16,-4-1 0-16,-6-2 0 15,-6-1 0-15,-6-1 0 0,-7-3 0 16,-4-9 0-16,-2 4 0 15,-6-13-8-15,3-2-55 16,-5-2-24-16,-2-11 0 16</inkml:trace>
  <inkml:trace contextRef="#ctx0" brushRef="#br4" timeOffset="206066.53">11873 4484 327 0,'0'0'5'0,"0"0"2"0,-8-6 3 16,8 0 2-16,-2-7 4 15,2-7 1-15,-3-2 0 16,3-11 2-16,0-6-3 0,3-8-2 15,5-5-3-15,2-12-2 16,2-11-1-16,1-4-2 16,4-8-1-16,3-2 0 0,2-3-1 15,0 3-1-15,1 0-3 16,2 12 0-16,-3 6 0 16,-2 10 0-16,-3 15 0 15,-2 7 0-15,-5 11 0 16,0 16 0-16,-10 12 0 0,11 0 0 15,-8 9 0-15,1 16 0 16,-4 5 0-16,0 10 0 16,-7 4 0-16,1 6 0 15,-6 4 0-15,-1 0 0 0,-4 6 0 16,-6-3 0-16,3 3 0 16,-6-6 0-16,1 0 0 15,0-4 0-15,-3-3 0 16,3-5 0-16,2-4 0 0,4-9 0 15,-1-7 0-15,8-4 0 16,1-8 0-16,11-10 0 16,0 0 0-16,0-16 0 15,6-3 0-15,4-11 0 0,2-8 0 16,6-3 0-16,-4-6 0 16,2-3 0-16,-2-4 0 15,-1-1 0-15,-1 3 0 16,-5 2 0-16,1 11 0 15,-5 6 0-15,-1 11 0 0,-2 15 0 16,0 7 0-16,0 28 0 16,0 11-7-16,5 20-34 15,13 11-43-15,-4 5-3 0</inkml:trace>
  <inkml:trace contextRef="#ctx0" brushRef="#br4" timeOffset="208783.32">13990 8279 206 0,'0'0'9'16,"0"0"6"-16,0 0 6 0,0 0 3 15,0 0 4-15,0 0 2 16,0 0 2-16,0 0 2 15,-10-7-7-15,10 7-5 16,0 0-5-16,0 0-4 0,0 0-3 16,0 0-2-16,0 0-2 15,0 0-1-15,2-13-1 16,12 13-4-16,-2-3 0 16,5 1 0-16,5-1 0 0,5 1 0 15,5-3 0-15,6 3 0 16,2-3 0-16,2 0 0 15,6 2 0-15,-2-4 0 16,5 2 0-16,-2-1 0 0,1 2 0 16,-4 1 0-16,0 0 0 15,-2 1 0-15,1 2 0 16,-5 0 0-16,-11 0 0 16,4 0 0-16,-6 0 0 15,-4 0 0-15,-6 0 0 0,0 0 0 16,-9 0 0-16,-8 0 0 15,13 0 0-15,-13 0 0 16,0 0 0-16,0 0 0 0,0 0 0 16,0 0 0-16,0 0 0 15,0 0 0-15,0 0 0 16,-6 0 0-16,6 0 0 16,-15 0 0-16,2 0 0 0,1 0 0 15,-5 0 0-15,2 0 0 16,-5 0 0-16,1 0-5 15,-2 0-27-15,-1 0-20 16,7 0-35-16,-12 0-2 0</inkml:trace>
  <inkml:trace contextRef="#ctx0" brushRef="#br4" timeOffset="209599.21">14320 8085 272 0,'0'0'8'0,"0"0"2"0,0 0 4 0,0-10 1 16,0 10 4-16,0 0 0 15,8-12 3-15,-8 12 1 16,0-10-6-16,0 10-2 16,0 0-2-16,0-7-2 15,0 7 0-15,0 0-1 0,0 0-2 16,0 0 0-16,0 0-2 15,5-10-1-15,-5 10 0 16,0 0-5-16,12-10 0 0,-12 10 0 16,12-8 0-16,-1 3 0 15,1 3 0-15,4-1 0 16,-2 1 0-16,0 2 0 16,7 0 0-16,-4 0 0 0,3 5 0 15,5 2 0-15,-3 3 0 16,6 0 0-16,2 3 0 15,-3 2 0-15,8-3 0 16,-3 3 0-16,0-1 0 0,1-3 0 16,-1 1 0-16,-5 1 0 15,-2-6 0-15,-3 3 0 16,-2-2 0-16,-4-4 0 16,-4-1 0-16,-3-2 0 15,-9-1 0-15,11 6 0 0,-11-6 0 16,0 0 0-16,0 0 0 15,0 0 0-15,0 0 0 16,0 0 0-16,0 0 0 0,0 0 0 16,0 0 0-16,0 0 0 15,0 0 0-15,0 0 0 16,0 0 0-16,0 0 0 16,0 0 0-16,0 0 0 15,0 0 0-15,-8 4 0 0,-2 3 0 16,-2-3 0-16,-3 6 0 15,-11 5 0-15,5 2 0 16,-9 6 0-16,0 3 0 0,-2 4 0 16,0 1 0-16,-2 0 0 15,6 2 0-15,3-2 0 16,7-1 0-16,1-5 0 16,4-2 0-16,1-4 0 15,7-4 0-15,3-3 0 0,-2-2 0 16,4-10 0-16,0 0 0 15,-2 13 0-15,2-13 0 16,0 0 0-16,0 0 0 16,0 0 0-16,0 0 0 0,0 0 0 15,0 0 0-15,0-5 0 16,0 5 0-16,6-18 0 16,-4 1-84-16,4 0-6 0</inkml:trace>
  <inkml:trace contextRef="#ctx0" brushRef="#br4" timeOffset="210283.74">14422 8006 266 0,'0'0'9'0,"0"0"4"0,0 0 5 15,6-7 3-15,-6 7 1 0,0 0 3 16,0 0 1-16,9-5 0 16,-9 5-9-16,0 0-4 15,0 0-4-15,0 0-1 16,15 5-2-16,-5 2 0 0,2 0 0 15,9 4 0-15,4 1 1 16,-1-2 0-16,10 0-7 16,0 2 0-16,5 1 0 15,-2-3 0-15,-2-1 0 0,0-2 0 16,-3 4 0-16,-2-7 0 16,-5 4 0-16,0 0 0 15,-5-3 0-15,-6-1 0 0,2 0 0 16,-8 0 0-16,-8-4 0 15,11 5 0-15,-11-5 0 16,0 0 0-16,0 0 0 0,0 0 0 16,0 0 0-16,0 0 0 15,0 0 0-15,0 0 0 16,-7 5 0-16,7-5 0 16,-18 7 0-16,8-3 0 15,-2 6 0-15,-5 3 0 16,0 7 0-16,-4 3 0 0,-1 1 0 15,-3 9 0-15,3-4 0 16,-3 6 0-16,-1-5 0 16,4 2 0-16,6-3 0 15,-2-1 0-15,3-9 0 0,2 4 0 16,1-9 0-16,3-1 0 16,3-3 0-16,6-10 0 15,-7 13 0-15,7-13 0 0,0 0 0 16,0 0 0-16,0 0 0 15,-8-8 0-15,8-9-63 16,0 5-26-16</inkml:trace>
  <inkml:trace contextRef="#ctx0" brushRef="#br4" timeOffset="210799.09">14375 7976 338 0,'0'0'9'0,"0"0"3"0,-2-12 4 0,2 12 1 16,0-7 1-16,0 7 0 15,0-10 0-15,0 10 0 16,0 0-8-16,0 0-4 0,5-3-1 15,-5 3-1-15,20 8 0 16,-6 1 0-16,9 2 1 16,4 1 0-16,6 3-1 15,1-1-4-15,6 1 0 0,-1 0 0 16,2-2 0-16,1-1 0 16,-10 1 0-16,3-1 0 15,-8-2 0-15,-2 0 0 16,-5-3 0-16,-5-2 0 0,-2 2 0 15,-13-7 0-15,17 13 0 16,-17-13 0-16,4 15 0 16,-4-7 0-16,-3 0 0 0,-6 9 0 15,0-1 0-15,-7 7 0 16,-2-1 0-16,2 5 0 16,-7 0 0-16,0 1 0 15,4-4 0-15,-1 1 0 16,3-3 0-16,2 1 0 0,3-6 0 15,-1-2 0-15,8-1 0 16,0-6 0-16,5 7 0 16,0 8-67-16,0-23-22 15</inkml:trace>
  <inkml:trace contextRef="#ctx0" brushRef="#br4" timeOffset="211733.42">15054 8176 390 0,'0'0'7'16,"0"0"3"-16,-5-8 3 15,5 8 1-15,-3-8 3 16,3 8 1-16,-2-13 0 0,2 13 2 16,0 0-16-16,0 0-4 15,0 0 0-15,0 0 0 16,5-4 0-16,7 4 0 15,3 4 0-15,4-1 0 0,7-2 0 16,3 5 0-16,4-3 0 16,4-3 0-16,-3 0 0 15,2 0 0-15,-1 0 0 16,-3 0 0-16,-5 0 0 0,-6 0 0 16,-2 0 0-16,-5 0 0 15,-3 0 0-15,-11 0 0 16,0 0 0-16,9 1 0 0,-9-1 0 15,0 0 0-15,0 0 0 16,0 0 0-16,0 0 0 16,-4 8 0-16,4-8 0 15,-10 10 0-15,10-10 0 16,-18 20 0-16,6-8 0 0,-3 6 0 16,-2 0 0-16,-3 4 0 15,-3 0 0-15,-2 0 0 16,-1 1 0-16,-4-2 0 15,0 0 0-15,5-2 0 0,-3-1 0 16,3-3 0-16,3-2 0 16,5-2 0-16,1-3 0 15,7-1 0-15,9-7 0 0,-12 5 0 16,12-5 0-16,0 0 0 16,0 0 0-16,0 0 0 15,0 0 0-15,12 0 0 16,6 0 0-16,-1 0 0 15,10 0 0-15,3 0 0 0,9-2 0 16,2-1 0-16,1-2 0 16,-1 1 0-16,2-2 0 15,-1 2 0-15,0 1 0 16,-4 0 0-16,-6 2 0 0,-2 1 0 16,-8 0 0-16,-2 0 0 15,-5 0 0-15,-5 0 0 16,-10 0 0-16,10 0 0 15,-10 0 0-15,0 0 0 0,0 0 0 16,0 0 0-16,0 0 0 16,0 0 0-16,0 0 0 15,0 0 0-15,0 0 0 0,0 0 0 16,-7-6 0-16,-3-1 0 16,10 7 0-16,-25-12-21 15,0 1-71-15,5-1-3 16</inkml:trace>
  <inkml:trace contextRef="#ctx0" brushRef="#br4" timeOffset="213232.95">11881 9707 270 0,'0'0'9'16,"0"0"4"-16,4 0 2 16,-4 0 5-16,0 0 1 0,12 0 2 15,-12 0 1-15,0 0-1 16,9 4-6-16,-9-4-5 16,0 14-3-16,-6 1-2 15,-1 2-3-15,-3 8-1 16,-4 0 0-16,-4 10 0 0,0 2 0 15,-6 0 1-15,1 8-1 16,-7 1 2-16,1 2-1 16,-6 4 1-16,-2 0-1 15,-4 2 1-15,2-2-3 0,-3 1-2 16,-3-3 0-16,8-6 0 16,0 0 0-16,4-4 0 15,1-5 0-15,7-4 0 16,3-6 0-16,5 0 0 0,6-5 0 15,-1-5 0-15,1-3 0 16,11-12 0-16,-9 15 0 16,9-15 0-16,0 0 0 0,0 0 0 15,0 0 0-15,0 0 0 16,0 0 0-16,0 0 0 16,0 0-18-16,-7-10-40 15,7 10-29-15,0-15-2 16</inkml:trace>
  <inkml:trace contextRef="#ctx0" brushRef="#br4" timeOffset="213732.02">11187 10426 442 0,'0'0'5'0,"0"0"2"0,6-14 2 0,-4 3 2 16,3 2 1-16,0-1 0 16,-5 10 1-16,9-14-13 15,-9 14 0-15,9 1 0 0,-5 12 0 16,-1 9 0-16,-1 0 0 16,-2 10 0-16,3 1 0 15,-3 4 0-15,0-3 0 16,-3 4 0-16,-4-4 0 0,-1 1 0 15,-2-3 0-15,1-7 0 16,-2-2 0-16,4-6 0 16,0-2 0-16,7-15 0 15,-3 12 0-15,3-12 0 0,12-4 0 16,6-7 0-16,5-1 0 16,-2-1 0-16,11-2 0 15,1-2 0-15,-1-1 0 16,0 4 0-16,-7 1 0 15,-1 1 0-15,-2 5 0 0,-6-1 0 16,-5 6 0-16,-11 2 0 16,12-4 0-16,-12 4 0 15,0 0 0-15,0 0 0 16,0 0 0-16,2 4 0 0,-2-4 0 16,0 0-24-16,0 15-67 15,0-15-2-15</inkml:trace>
  <inkml:trace contextRef="#ctx0" brushRef="#br4" timeOffset="214166.38">10663 10996 449 0,'0'0'3'0,"0"0"1"0,0 0 3 0,0 0 1 0,8 5 0 16,2 0 3-16,2 3 1 15,5 2-3-15,0 5-9 16,6-3 0-16,2 1 0 0,0-2 0 16,0 4 0-16,-3-2 0 15,3-4 0-15,-5 1 0 16,-1-2 0-16,-1-1 0 15,-4 3 0-15,-5-7 0 0,0 6 0 16,-9-9 0-16,9 6-76 16,-9-6-14-16</inkml:trace>
  <inkml:trace contextRef="#ctx0" brushRef="#br4" timeOffset="214482.17">10986 10964 479 0,'0'0'4'0,"0"0"1"16,0 0 0-16,0 5 1 16,3 7 1-16,-3-1-2 15,0 5-5-15,0 7 0 16,-3-1 0-16,-4 10 0 16,-4 8 0-16,-3 4 0 0,-1 4 0 15,-5 1 0-15,0 1 0 16,-3-1 0-16,4-2 0 15,-1-8 0-15,6-3 0 16,-2-11 0-16,9-3 0 0,0-10 0 16,1-2 0-16,6-10 0 15,0 0 0-15,0 0 0 16,0 0 0-16,0-10 0 16,2-2 0-16,7 2 0 0,-7 0-16 15,3-5-76-15,4-5-2 16</inkml:trace>
  <inkml:trace contextRef="#ctx0" brushRef="#br4" timeOffset="-213163.78">12777 5499 300 0,'0'0'8'0,"0"0"5"0,0 0 2 16,-4-5 3-16,4 5 3 15,0 0 0-15,0 0 1 0,-10-5 1 16,10 5-7-16,0 0-2 15,5 8-3-15,-5-8-3 16,22 14-2-16,-9-3 1 0,3-2-1 16,5 1-4-16,4 0-2 15,-3 0 0-15,5 0 0 16,-2 0 0-16,-5 0 0 16,5-3 0-16,-11-2 0 0,4 3 0 15,-6-3 0-15,-2 2 0 16,-10-7 0-16,11 11 0 15,-11-11 0-15,0 0 0 0,4 11 0 16,-4-11 0-16,0 0 0 16,0 0-8-16,0 0-11 15,-4 8-21-15,4-8-45 16,0 0 0-16</inkml:trace>
  <inkml:trace contextRef="#ctx0" brushRef="#br4" timeOffset="-212845.3">13009 5353 403 0,'0'0'6'0,"0"0"3"0,0 0 1 16,0 0 2-16,0 0 0 15,0 0 1-15,0 0 0 16,0 14 0-16,-3 3-4 16,0 2-2-16,-2 6-3 0,1 7-4 15,-4 2 0-15,1 3 0 16,-1 0 0-16,1 4 0 16,0-5 0-16,-1-1 0 15,0-4 0-15,1-3 0 0,0-3 0 16,4-5 0-16,-1 0 0 15,4-5 0-15,0-15-17 16,-6 12-67-16,6-12-2 0</inkml:trace>
  <inkml:trace contextRef="#ctx0" brushRef="#br4" timeOffset="-211813.12">13322 5541 395 0,'0'0'9'0,"0"0"3"16,-12-12 3-16,12 12 2 15,-6-18 0-15,6 18 1 16,-9-17 1-16,6 5-10 16,3 4-9-16,5-5 0 0,2 5 0 15,3-3 0-15,3 1 0 16,1 3 0-16,4-1 0 16,-1 6 0-16,-2 0 0 15,0 2 0-15,-5 0 0 0,-10 0 0 16,15 15 0-16,-15-7 0 15,0 6 0-15,-5 0 0 16,-5 0 0-16,0 0 0 0,0-2 0 16,1 3 0-16,-2-3 0 15,6-2 0-15,3-3 0 16,2-7 0-16,2 13 0 16,-2-13 0-16,16 7 0 15,-2-4 0-15,4-1 0 0,-1-2 0 16,0 3 0-16,4-1 0 15,-5 1 0-15,5 0 0 16,-4-1 0-16,-7 0 0 0,-1 3 0 16,-9-5 0-16,13 10 0 15,-13-10 0-15,-3 13 0 16,-7-4 0-16,-1 0 0 16,-5-1 0-16,-4 3 0 15,-2-1 0-15,-3-3 0 0,0 3 0 16,3-5 0-16,3 2 0 15,-2 1 0-15,9-3 0 16,-1 1 0-16,4 0 0 0,9 5 0 16,9-4-89-16,-9-7-2 15</inkml:trace>
  <inkml:trace contextRef="#ctx0" brushRef="#br4" timeOffset="-210463.78">11147 11333 363 0,'0'0'10'0,"0"0"4"0,-7-2 3 16,7 2 1-16,0 0 2 0,-10-10 2 15,10 10 0-15,-5-13 1 16,5 13-21-16,0-12-2 15,0 12 0-15,18-15 0 16,-6 10 0-16,3-2 0 0,4 2 0 16,2 3 0-16,-1-1 0 15,-3 3 0-15,-1 3 0 16,-3 4 0-16,-4 2 0 16,-5 4 0-16,-4 2 0 15,-2 1 0-15,-6 2 0 0,-2 2 0 16,-2-2 0-16,-3-1 0 15,5-2 0-15,1 0 0 16,0-6 0-16,9-9 0 16,-4 13 0-16,4-13 0 0,9 4 0 15,4-4 0-15,2 0 0 16,5 0 0-16,0 0 0 16,4 0 0-16,-1-1 0 0,-3 1 0 15,-4 0 0-15,3 0 0 16,-7 4 0-16,-4 4 0 15,-8-8 0-15,10 14 0 16,-10-1 0-16,-3-1 0 0,-10 1 0 16,1 1 0-16,-6 2 0 15,-3 2 0-15,-7-4 0 16,-2 1 0-16,-1 0 0 16,0-6 0-16,1 1 0 15,-2-2 0-15,5-2 0 0,4-5 0 16,4 2 0-16,3-3 0 15,16 0 0-15,0 0-85 16,3-10-4-16</inkml:trace>
  <inkml:trace contextRef="#ctx0" brushRef="#br4" timeOffset="-209477.46">15769 8316 446 0,'0'0'6'0,"0"0"2"0,0 0 3 0,0 0 1 16,0 0 0-16,0 0 2 16,0 0-12-16,0 0-2 0,5-13 0 15,-5 13 0-15,13-4 0 16,-4-2 0-16,-1 1 0 15,9-2 0-15,4 2 0 16,-4 1 0-16,3-2 0 16,-1 2 0-16,1 1 0 0,0 3 0 15,-5 0 0-15,0 0 0 16,-7 10 0-16,-1 0 0 16,-7 4 0-16,0 1 0 15,-10 3 0-15,1 2 0 0,-2 0 0 16,-1-4 0-16,-4-1 0 15,4 1 0-15,3-7 0 16,9-9 0-16,-13 15 0 16,13-15 0-16,-3 10 0 0,3-10 0 15,5 7 0-15,6-1 0 16,-2-2 0-16,6 1 0 16,0 0 0-16,2 3 0 15,1-3 0-15,0 2 0 0,-1 0 0 16,-2 4 0-16,-1-6 0 15,-2 4 0-15,-3-4 0 16,-2 5 0-16,-7-10 0 0,0 13 0 16,0-13 0-16,-10 14 0 15,0-4 0-15,-7-2 0 16,-3-1 0-16,3-1 0 16,-8 1 0-16,4-2 0 0,-1-3 0 15,3 3 0-15,-2-5 0 16,12 3-16-16,-2 1-72 15,11-4-4-15</inkml:trace>
  <inkml:trace contextRef="#ctx0" brushRef="#br4" timeOffset="-207079.36">8775 16751 429 0,'0'0'1'0,"0"0"0"16,-10 0 0-16,10 0-1 0,0 0 0 15,-13 3 1-15,11 9-1 16,-1 2 1-16,3 10-1 16,5 2 0-16,0 12 0 15,10 0 0-15,-3 5 1 16,11 4-1-16,2 0 1 0,7 0-1 16,-12-25-1-16,2 6 1 15,3-6 0-15,7 3 1 16,3 0 1-16,8-1-2 15,4-1 1-15,7-1-1 0,9 3 3 16,3-5-2-16,10 2 0 16,5 0 0-16,8-2-1 15,11 0 1-15,6-3 0 16,6 4-1-16,10-2 1 16,2-2 0-16,9-4-1 0,5 4 1 15,3-7 0-15,7 4-1 16,0-1 1-16,10-1 0 15,1-2 0-15,2 0 0 0,3 0 0 16,5-2 0-16,-1-4-1 16,4 3 0-16,-1-1-1 15,4-1 1-15,-4 1-1 16,0-2 0-16,4 3 1 0,-9-2-1 16,-2 2 0-16,-7 3 1 15,-6-2 0-15,-10 2 0 16,-3 2 1-16,-9 2-1 15,-8 4 0-15,-14 0 1 16,-8 2 0-16,-12-1 0 0,-9 6-1 16,-11-2 1-16,-13-1-1 15,-9 3 1-15,-45-25-1 16,32 24-2-16,0-1 1 16,-14-4-1-16,1 3 1 15,-19-22-1-15,9 20 1 16,-2 5 2-16,-7-25-1 15,0 0 1-15,0 0-1 0,0 0 0 16,0 0 0 0,-30-7 2-16,27-6 0 0,3-6-1 15,3-6 0-15,4 0 1 16,6-2-1-16,2 0 1 0,7-6-1 16,6 6-1-16,4-7-1 15,7 4 0-15,6-7 1 16,7 5-1-16,5-1 1 15,5 1 1-15,7 0-1 16,9 4 1-16,3 1-1 0,7 3 1 16,6-1-1-16,4 5 1 15,3 2-1-15,8 1 1 16,3 2-1-16,5 3 0 16,3 5 1-16,4 1 0 0,2 4-1 15,7 2 1-15,0 0-1 16,6 0 1-16,1 8-1 15,6-1 1-15,1 1-2 16,2 0 1-16,3 6-1 0,4-3 0 16,1 2 0-16,-1-1 0 15,5 1-1-15,2 2 0 16,0-5 1-16,0 2 0 16,-1-1 0-16,3-4 1 0,-2 3 0 15,-1-2 0-15,2-2 0 16,-2 0 0-16,1-4 0 15,2 0 0-15,-4-2 0 16,1 0 0-16,-1 0 0 0,3-4 0 16,-2 1-1-16,-1-5 1 15,0 3 0-15,-2-2-1 16,1 0 0-16,-1 0 1 16,-5-6-1-16,2 3 1 15,-4-3 0-15,2-1-1 0,-7 3 1 16,-4-3 0-16,-3-4 0 15,-4 4 1-15,55-11 1 16,43-10 1-16,-32 3-1 16,-26-3 1-16,-25 3 0 0,-27 0 0 15,-24 5 0-15,-20 0-1 16,-21 2-1-16,-6 3 0 16,-11-1 1-16,-5-2-1 15,-7 6 1-15,-10 1 0 16,-6 1-1-16,-3-1 1 0,-4 6-2 15,-5 0-1-15,-2 2-3 16,0 10-7-16,-2-15-22 16,2 15-49-16,-15-12-2 0</inkml:trace>
  <inkml:trace contextRef="#ctx0" brushRef="#br4" timeOffset="-205630.44">16405 17756 439 0,'0'0'5'0,"0"0"2"16,0 0 2-16,0-9 2 15,0 9 1-15,0 0 0 16,0 0 0-16,0 0-8 15,0 0-4-15,0 0 0 0,-2 7 0 16,2-7 0-16,0 0 0 16,0 0 0-16,-2 13 0 15,2-4 0-15,-3 4 0 16,3 31 0-16,0-15 0 16,0-4 0-16,-3 0 0 0,3-2-12 15,0 2-56 1,0-1-19-16</inkml:trace>
  <inkml:trace contextRef="#ctx0" brushRef="#br4" timeOffset="-205095.68">16063 17723 328 0,'0'0'7'0,"0"0"3"0,0 0 5 16,0 0 2-16,0 0 2 0,0 0 1 16,0 0 0-16,0 0 2 15,0 0-5-15,0 0-3 16,0-6-4-16,0 6-1 16,12-5-6-16,0 2-3 0,1-1 0 15,7-2 0-15,-1-4 0 16,11 6 0-16,-3-6 0 15,6 2 0-15,4-1 0 16,-3 1 0-16,7-2 0 16,-4 0 0-16,1 0 0 0,-2 2 0 15,2 0 0-15,-6-1 0 16,-2 5 0-16,0-1 0 16,-8 0 0-16,-2 3 0 15,-6-1 0-15,-3 3 0 0,-11 0 0 16,10 0 0-16,-10 0 0 15,0 0 0-15,0 0 0 16,-8 10-73-16,8-10-19 0</inkml:trace>
  <inkml:trace contextRef="#ctx0" brushRef="#br4" timeOffset="-203814.64">16671 17952 481 0,'0'0'3'0,"0"0"2"15,0 0 2-15,0 0 0 16,0 0 1-16,0 0-8 16,0 0 0-16,0 0 0 15,8-25 0-15,-8 25 0 0,14-10 0 16,-14 10 0-16,0 0 0 15,0 0 0-15,10-2 0 16,1-3 0-16,-2 3 0 16,2-2 0-16,1 4 0 0,-3 1 0 15,2 2 0 1,-1-1 0-16,-8 8 0 0,0 3 0 16,1-4 0-16,-6 23 0 15,-6-12 0-15,9-20 0 16,-16 23 0-16,2-1 0 15,14-22 0-15,0 0 0 16,-8 12 0-16,-2 1 0 16,3-3 0-16,-3 2 0 0,10-12 0 15,8 2 0-15,4 1 0 16,35-1 0-16,-22-2 0 16,2-5 0-16,-2 1 0 15,2-1 0-15,1-3 0 16,-1 4 0-16,-4-2 0 15,1 1 0-15,1 0 0 16,-25 5 0-16,25-2 0 0,-1 0 0 16,-24 2-54-16,0 0-37 15</inkml:trace>
  <inkml:trace contextRef="#ctx0" brushRef="#br4" timeOffset="-203196.7">16957 17591 480 0,'0'0'3'0,"0"0"2"0,0 0 2 16,0 0 1-16,0 0 0 16,0 0-8-16,0 0 0 15,-8-8 0-15,8 8 0 0,0 0 0 16,6-12 0-16,-6 12 0 16,9-10 0-16,-9 10 0 15,21-13 0-15,-12 8 0 16,3 0 0-16,1 1 0 0,-1 1 0 15,1 3 0-15,-4 0 0 16,1 0 0-16,-2 0 0 16,-8 0 0-16,13 3 0 15,-13-3 0-15,5 14 0 16,-5-14 0-16,0 13 0 0,0-13 0 16,-5 12 0-16,5-12 0 15,-7 15 0-15,7-15 0 16,-6 13 0-16,6-13 0 15,0 7 0-15,0-7 0 0,15 10 0 16,-5-8 0-16,3 3 0 16,-1-1 0-16,1-3 0 15,1 4 0-15,-2 0 0 16,1 0 0-16,-6 0 0 0,-7-5 0 16,10 10 0-16,-10-10 0 15,-5 17 0-15,-7-7 0 16,-3 1 0-16,-4-4 0 15,-4 2 0-15,0 4 0 0,-2-6 0 16,6 6 0-16,-1-6-77 16,0-2-12-16</inkml:trace>
  <inkml:trace contextRef="#ctx0" brushRef="#br4" timeOffset="-201563.32">24624 15723 428 0,'0'0'4'15,"0"-12"2"-15,-1-1 1 0,-5 1 1 16,1-1 1-16,-2-2 1 16,-3-2 0-16,-3 3 0 15,-1 8-4-15,-4 1-2 0,1 5-2 16,-6 11 0-16,1 8-1 16,-3 6-1-16,3 9 0 15,2 6 0-15,3 6 1 16,2 12 0-16,7 2 1 0,4 7-2 15,4 5 0-15,0 4 0 16,2 4 0-16,5 3 0 16,-2 7 0-16,2 1 0 15,-4 6 0-15,0 5 0 16,-3-3 0-16,0 5 0 16,0-52 0-16,0 7 0 0,0-2 0 15,-3 3 0-15,3-2 0 16,-3 8 0-16,1-5 0 15,-1 4 0-15,1-7 0 16,0 3 0-16,-1-4 0 0,1 2 0 16,-1-5 0-16,1 1 0 15,0-3 0-15,-4 0 0 16,3-5 0-16,1-4 0 16,2-43 0-16,-2 34 0 15,-1 1 0-15,1-9 0 16,-1 2 0-16,1-10 0 0,0 2 0 15,2-20 0-15,-3 21 0 16,1 2 0-16,2-23 0 16,0 0 0-16,0 0 0 15,0 10 0-15,0 0 0 16,0 2 0-16,0-2 0 16,0-10 0-16,0 0 0 15,5 4 0-15,7 2 0 16,35 2 0-16,-25-8 0 0,8 0 0 15,3 0 0-15,4-6 0 16,40-3 0-16,-77 9 0 16,34-7-88-16,1 1-4 15</inkml:trace>
  <inkml:trace contextRef="#ctx0" brushRef="#br4" timeOffset="-200880.56">24816 15886 369 0,'0'0'7'0,"0"0"5"16,-5-7 2-16,5 7 2 16,0-11 1-16,0 11 1 15,-2-9 0-15,2 9 1 0,0 0-7 16,0 0-3-16,-13 3-9 15,6 14 0-15,-1 0 0 16,-2 8 0-16,3 5 0 16,-3 5 0-16,3-1 0 0,7 2 0 15,0 0 0-15,9-6 0 16,3-9 0-16,6-3 0 16,7-8 0-16,-3-2 0 15,3-8 0-15,2-6 0 0,-2-8 0 16,-4-3 0-16,-2-8 0 15,-6-2 0-15,-3-7 0 16,-8 1 0-16,-2-4 0 0,-10-1 0 16,-8-1 0-16,2 9 0 15,-9 5 0-15,0 10 0 16,-3 10 0-16,1 5 0 16,7 10 0-16,-3 13 0 15,11 14-16-15,12 2-71 16,-5 1-3-16</inkml:trace>
  <inkml:trace contextRef="#ctx0" brushRef="#br4" timeOffset="-200363.13">24731 16540 475 0,'0'0'4'0,"0"0"1"0,0 0 1 0,0 0 1 16,-2-10-1-16,2 10 2 15,-7 0-8-15,7 0 0 0,-13 18 0 16,5-1 0-16,4 5 0 16,-1 3 0-16,2 5 0 15,1 0 0-15,4-1 0 16,6-1 0-16,4-6 0 0,3-5 0 16,8-2 0-16,-4-8 0 15,4-4 0-15,4-3 0 16,-7-7 0-16,0-6 0 0,-3-6 0 15,-2-4 0-15,-10-7 0 16,0-2 0-16,-5-6 0 16,-5 0 0-16,-7-3 0 15,-5 7 0-15,1 2 0 0,-4 9 0 16,3 8 0-16,-5 9 0 16,7 6 0-16,0 12 0 15,3 13 0-15,-1-6-26 16,8 13-63-16,5 3-2 15</inkml:trace>
  <inkml:trace contextRef="#ctx0" brushRef="#br4" timeOffset="-199897.62">24731 17016 463 0,'0'0'4'0,"0"0"2"0,0 0 2 0,0 0 1 0,-7-12 0 16,7 12 0-16,-9 0-6 15,9 0-3-15,-14 7 0 16,7 8 0-16,2 0 0 15,1 6 0-15,1 4 0 16,0 0 0-16,3 5 0 0,3-5 0 16,7 0 0-16,-5-13 0 15,2-2 0-15,6 0 0 16,-1-3 0-16,13 4 0 16,4-4 0-16,2-7 0 15,-1 0 0-15,-1-13 0 0,-4-1 0 16,-5-9 0-16,-7 1 0 15,-11-7 0-15,-2 1 0 16,-5-2 0-16,-8 1 0 0,-1 4 0 16,-6 5 0-16,-3 8 0 15,6 6 0-15,-3 9 0 16,-3 7 0-16,8 15 0 16,0 4-66-16,6-2-24 15</inkml:trace>
  <inkml:trace contextRef="#ctx0" brushRef="#br4" timeOffset="-199646.28">24811 17524 504 0,'0'0'3'0,"0"0"1"0,0 0-4 15,0 10 0-15,0-10 0 16,0 17 0-16,0-7 0 16,0 5 0-16,0 2 0 15,0 1 0-15,0 4 0 16,0-22 0-16,0 22 0 0,3-2 0 16,-1 3-84-16,3 21-4 15</inkml:trace>
  <inkml:trace contextRef="#ctx0" brushRef="#br4" timeOffset="-198814.65">25024 15679 379 0,'0'0'7'0,"0"0"3"16,0 0 2-16,-4-16 3 16,4 16 0-16,-3-7 0 0,3 7 1 15,0-10 1-15,0 10-7 16,7-8-3-16,6 6-2 16,5 0-2-16,2-1-3 15,9 3 0-15,1 0 0 0,4 0 0 16,-1 7 0-16,0 3 0 15,-1 3 0-15,-5 7 0 16,-7 4 0-16,-2 11 0 16,-7 6 0-16,-3 15 0 15,-8 3 0-15,0 11 0 0,0 7 0 16,-5 2 0-16,-2 5 0 16,5 3 0-16,-1 4 0 15,3 1 0-15,0-3 0 16,9 0 0-16,-1 3 0 0,-1-5 0 15,4 4 0-15,-6-47 0 16,-1 6 0-16,1-3 0 16,-2 6 0-16,-1-4 0 15,1 3 0-15,0-3 0 0,-3 6 0 16,0-3 0-16,0 3 0 16,-3-6 0-16,-2 3 0 15,2-7 0-15,-2 2 0 16,1-5 0-16,-1-2 0 0,5-40 0 15,-5 37 0-15,-1-5 0 16,1-7 0-16,3-1 0 16,2-24 0-16,-8 25 0 15,2 3 0 1,6-28 0-16,0 0 0 0,0 0 0 16,0 0 0-16,-3 10 0 15,1-1 0-15,-1 1 0 16,-3 0 0-16,6-10 0 0,0 0 0 15,-14 8 0-15,-1-1 0 16,-32 13 0-16,27-14 0 16,-5 0-46-16,3 2-44 15</inkml:trace>
  <inkml:trace contextRef="#ctx0" brushRef="#br1" timeOffset="-63063.18">7990 8476 227 0,'0'0'3'0,"-13"-12"5"16,3 2-1-16,-10 3 1 0,-7-5-1 16,-8 3 1-16,-12 3 1 15,-10 4-1-15,-7 4-1 16,-9 13-7-16,-4 14 3 0,-7 11 0 16,-6 17 0-1,-2 13 3-15,-2 14 2 0,2 17 3 16,0 18 0-16,2 8 1 15,9 6 1-15,11 9 0 0,12 3-2 16,19-3-3-16,16-1-3 16,18-12-3-16,8-16-1 15,22-6-2-15,12-8 1 0,18-19-1 16,9-11 0-16,14-17-1 16,3-15 1-16,11-17-1 15,8-13 1-15,7-19-2 16,10-22 0-16,2-14 1 15,0-14 0-15,3-11-4 0,-3-9 1 16,0-9 1-16,-4-4-2 16,-16-2 2-16,-11 0 0 15,-10-4 1-15,-13-1 2 16,-20 3 4-16,-5-3 5 0,-23 1 2 16,-10 1 3-16,-14-3-2 15,-16 4 1-15,-14 1 0 16,-15 8 0-16,-7 5-3 15,-21 9-3-15,-7 6-1 0,-5 13-2 16,-12 17-2-16,-3 11-2 16,-2 16-5-16,1 6-17 15,0 18-55-15,11 14-1 0</inkml:trace>
  <inkml:trace contextRef="#ctx0" brushRef="#br1" timeOffset="-62145.1">3840 8566 271 0,'0'0'2'0,"-15"-10"0"15,3 3 2-15,-11-5 1 16,-4 4 0-16,-8-4 4 16,-7 7-1-16,-13-3 1 0,0 13 1 15,-4 8-3-15,-8 12-1 16,-3 11-1-16,-7 12-1 15,-2 11-1-15,-6 13-1 16,1 7-1-16,2 15 0 0,-5 5 0 16,5 13 0-16,5 4 2 15,4 8 0-15,11 2 0 16,13-1 0-16,15-2 0 16,18-1 0-16,16-14-1 0,25-4 0 15,20-10-1-15,22-17-3 16,14-10-2-16,19-17-4 15,11-13-1-15,14-18 0 0,4-8-1 16,0-14-2-16,-1-19 1 16,6-5 4-16,-3-13 4 15,-7-7 6-15,1-10 5 16,-8-9 4-16,-3-9-1 16,-7-9 1-16,-2-3 1 0,-19-10 0 15,-6-7-3-15,-18-7-4 16,-12-3-1-16,-18-8-2 15,-20 4 0-15,-14-4 1 0,-19 3 2 16,-23 10 0-16,-18 8 0 16,-18 9 1-16,-14 15-1 15,-17 18-1-15,-11 14 0 16,-18 23-2-16,-9 22-4 16,-5 12-4-16,-7 25-9 0,-1 3-51 15,8 42-13-15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4:02:02.67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18808 11316 359 0,'0'0'6'0,"-13"-2"4"15,3-1 2-15,-4 3 2 16,-4-3 2-16,4 3 1 0,-4-2 1 16,0-1 2-16,9-4-6 15,6-2-3-15,8-14-1 16,20-7-6-16,19-10-4 15,18-7 0-15,23-15 0 0,18-5 0 16,13-7 0-16,8 0 0 16,8 3 0-16,-10 3 0 15,-13 9 0-15,-16 9 0 0,-19 13 0 16,-23 12 0-16,-17 8 0 16,-18 17 0-16,-18 7 0 15,-18 18 0-15,-20 9 0 16,-19 16 0-16,-21 10 0 15,-17 10 0-15,-21 9 0 16,-15-3 0-16,-11 6 0 0,0-2 0 16,5-11 0-16,14-10 0 15,29-6 0-15,16-19 0 16,28-9 0-16,32-15 0 0,24-13 0 16,40-14 0-16,20-18 0 15,22-10 0-15,17-12 0 16,19-10 0-16,14-7 0 15,4-8 0-15,1 3 0 0,-9 6 0 16,-18 7 0-16,-20 14 0 16,-19 10 0-16,-26 21 0 15,-26 15 0-15,-23 18 0 0,-30 18 0 16,-22 17 0-16,-19 3 0 16,-2 6 0-16,-14 6 0 15,5-5 0-15,6-5 0 16,20-9 0-16,19-14 0 15,32-11 0-15,27-16 0 0,28-7 0 16,30-17-46-16,14 0-43 16,10-16-2-16</inkml:trace>
  <inkml:trace contextRef="#ctx0" brushRef="#br0" timeOffset="716.6">8968 11130 431 0,'0'0'5'0,"0"0"3"0,5-12 2 16,-5 12 0-16,0-11 1 15,0 11 0-15,0 0 0 16,-10 0 0-16,-2 13-8 16,-3 10-3-16,-2 3 0 0,-1 12 0 15,1-3 0-15,0 4 0 16,-1-2-7-16,8 1-25 15,13-4-50-15,-3-9-4 16</inkml:trace>
  <inkml:trace contextRef="#ctx0" brushRef="#br0" timeOffset="1156.88">9304 10860 415 0,'0'0'4'16,"0"0"2"-16,-3-15 0 0,3 15 1 16,-14-10 1-16,1 6-1 15,-4 4 1-15,-1 0-1 16,-2 9-3-16,-4 6-2 16,1 5-1-16,3 5-1 0,1-3 0 15,8 0 0-15,4 1-1 16,4-6 1-16,6-5 0 15,7-5-1-15,7-7 2 16,5-2-1-16,7-7 1 16,-3-7 1-16,-1-6 1 0,2 0 0 15,-4-1 0-15,0-2 1 16,-6 9 0-16,-4-2 0 16,-6 8-1-16,-7 10 0 0,0 0-1 15,0 22 0-15,-3 0-1 16,-1 13-1-16,-2 0 2 15,1 5-2-15,-2 5 0 16,1-3 0-16,2-1 0 0,-1-4 0 16,2 3-3-16,-2-10-8 15,5-3-18-15,0-2-54 16,0-10-2-16</inkml:trace>
  <inkml:trace contextRef="#ctx0" brushRef="#br0" timeOffset="1482.94">9508 10857 414 0,'0'0'5'0,"0"0"2"15,0 0 0-15,0 0 0 0,0 11 0 16,0-4 0-16,0 11 0 16,-5 3 1-16,-3 4-4 15,3 7-2-15,3 0 0 16,-1 4 0-16,3-4 0 0,3-3 1 15,7-7-1-15,4-7 0 16,4-5-1-16,4-10 1 16,6-4-1-16,-1-14 1 0,3-7 1 15,-5-4-1-15,0-6 0 16,-8-5-1-16,-2-7 1 16,-11 2 0-16,-5-2-1 15,-15 5 0-15,-9 8-1 0,-10 11 0 16,-4 16 0-16,-11 12-5 15,-2 13-13-15,-7 22-65 16,16 6-2-16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4:02:12.178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17330 5514 422 0,'0'0'6'0,"0"0"2"16,0 0 1-16,0 0 1 0,0 0 1 15,0 0 0-15,0 0 1 16,12 3 2-16,-5-3-6 16,8 0-8-16,8 0 0 0,1-3 0 15,6 0 0-15,6 1 0 16,3-3 0-16,0 0 0 15,-1 3 0-15,0-1 0 0,-12 1 0 16,1 2 0-16,-9 0-2 16,-3 0-84-16,-15 0-2 15</inkml:trace>
  <inkml:trace contextRef="#ctx0" brushRef="#br0" timeOffset="333.22">17282 5685 446 0,'0'0'5'0,"0"0"2"16,0 0 1-16,12-7 2 15,6 2 2-15,5-1 0 16,4-2-1-16,12-3-11 16,7 5 0-16,5-2 0 15,4-1 0-15,-5 1 0 0,2 4 0 16,-5 2 0-16,-5 2 0 15,-10 0 0-15,-4 0 0 16,-9 0 0-16,-6 0 0 16,-13 0 0-16,13 2 0 0,-13-2 0 15,0 0 0-15,0 0 0 16,-5 3 0-16,5-3 0 16,-15 1 0-16,15-1 0 15,-12 4 0-15,4-4 0 0,8 0 0 16,13 2-72-16,-13-2-19 15</inkml:trace>
  <inkml:trace contextRef="#ctx0" brushRef="#br0" timeOffset="1416.96">18885 4280 443 0,'0'0'5'0,"8"-10"2"15,-8 10 1-15,7-14 2 0,-2 4 1 16,-5 10 0-16,7-15 0 16,-7 15-6-16,0 0-5 15,0 0 0-15,5 15 0 16,-3 6 0-16,-2 4 0 0,4 8 0 15,-2-1 0-15,3 5 0 16,-3-2 0-16,3 0 0 16,-2-8 0-16,-2 0 0 15,-1-7 0-15,0-3 0 0,0-6 0 16,0-11 0-16,-9 1 0 16,2-5 0-16,-4-14 0 15,-1-1 0-15,3-11 0 16,-7-5 0-16,9-5 0 0,0-3 0 15,-1-3 0-15,5 2 0 16,3 2 0-16,0 5 0 16,5 1 0-16,8 7 0 15,-1 6 0-15,11 6 0 0,-3 8 0 16,4 3 0-16,6 5 0 16,2 2 0-16,2 13 0 15,-8 3 0-15,1 2 0 16,-9 4 0-16,-3-1 0 0,-5 5 0 15,-10-4 0-15,-6-1 0 16,-8 0 0-16,-7-5 0 16,-8 1 0-16,5-3 0 15,-6-1 0-15,-2-6 0 0,4-1 0 16,6 0-15-16,-1 0-32 16,16 0-40-16,7-7 0 15</inkml:trace>
  <inkml:trace contextRef="#ctx0" brushRef="#br0" timeOffset="1916.39">19218 4447 428 0,'0'0'5'0,"0"0"2"0,-3-15 2 16,3 15 1-16,-2-15 0 15,2 5 1-15,0-1 0 16,5 1 1-16,2 6-6 0,6 1-4 16,1 3-2-16,4 0 0 15,2 5 0-15,-3 5 0 16,4 3 0-16,-5 1 0 15,-5 4 0-15,-9 0 0 0,-2 1 0 16,-2-2 0-16,-6 1 0 16,-9-1 0-16,-2-3 0 15,1-1 0-15,0-5 0 16,-2-4 0-16,3-1 0 0,4-3 0 16,3-3 0-16,10 3 0 15,-7-14 0-15,7 3 0 16,0 3 0-16,3-3 0 15,4 1 0-15,6-2 0 0,-1 2 0 16,0 3 0-16,6-1 0 16,-4-2 0-16,4 3-7 15,-4 2-7-15,7-1-8 16,-8 5-19-16,-4-2-44 0,8 0-1 16</inkml:trace>
  <inkml:trace contextRef="#ctx0" brushRef="#br0" timeOffset="2134.42">19484 4382 361 0,'0'0'8'16,"0"0"2"-16,0 0 4 0,-5-3 1 15,5 3 2-15,-15-1 0 16,5 1 0-16,-3 1 1 16,4 6-6-16,-6 6-4 0,4 2-3 15,4 3-1-15,1 1-2 16,6 3 1-16,6-2-3 15,4 0 0-15,8-2 0 16,2-4 0-16,3 0 0 0,5-3-6 16,0-11-22-16,4 6-55 15,0-4-3-15</inkml:trace>
  <inkml:trace contextRef="#ctx0" brushRef="#br0" timeOffset="2950">18905 5195 447 0,'0'0'5'0,"0"0"2"0,-5-13 1 0,5 13 0 16,0 0 1-16,0 0 0 15,0 0-1-15,0 7 2 16,0 11-10-16,0 4 0 16,7 5 0-16,-4 3 0 15,1 2 0-15,1-4 0 0,1 2 0 16,-1-6 0-16,-3-4 0 16,1-4 0-16,-3-2 0 15,0-14 0-15,0 10 0 0,0-10 0 16,-10-13 0-16,4-2 0 15,-1-7 0-15,2-8 0 16,-2-4 0-16,5-9 0 16,-3-1 0-16,5-1 0 15,0 3 0-15,5 0 0 0,2 7 0 16,2 3 0-16,9 10 0 16,3 7 0-16,3 5 0 15,1 8 0-15,4 2 0 16,-1 8 0-16,-1 4 0 0,-2 7 0 15,-5 4 0-15,-7-1 0 16,-6 5 0-16,-7-4 0 16,-7 1 0-16,-11-4 0 15,-5-5 0-15,-9 0 0 0,6-3 0 16,-4-4 0-16,-4-3 0 16,10-3 0-16,2-2 0 15,1 0-6-15,21 0-23 16,5 3-56-16,-5-3-2 0</inkml:trace>
  <inkml:trace contextRef="#ctx0" brushRef="#br0" timeOffset="3833.51">19290 5323 323 0,'0'0'8'0,"0"0"5"0,0 0 2 0,0 0 3 15,0 0 1-15,0 0 1 16,5-10 0-16,-5 10 1 16,0 0-9-16,0 0-3 15,0 0-4-15,-5 15-1 16,5-5-1-16,0 3-2 16,0 3 2-16,8 1-1 0,1-1 1 15,7-3 0-15,1-1 0 16,3-5-1-16,-1-3 2 15,6 0-4-15,-2-4 0 0,-1-5 0 16,-5-7 0-16,1-1 0 16,-8-7 0-16,-1 0 0 15,-5-2 0-15,-4 0 0 0,0 2 0 16,-4 3 0-16,-3 4 0 16,7 13 0-16,-14-7 0 15,14 7 0-15,-9 10 0 16,9 4 0-16,4 6 0 0,1 3 0 15,4 1 0-15,1 1 0 16,0 3 0-16,2-6 0 16,1 3 0-16,-5-6 0 15,-3 1 0-15,-5-5 0 16,-8 0 0-16,0-3 0 0,-14-2 0 16,2-2 0-16,-10-3 0 15,1-1 0-15,-4-1 0 16,1-1 0-16,9 3-24 15,-4-2-62-15,5 0-2 0</inkml:trace>
  <inkml:trace contextRef="#ctx0" brushRef="#br0" timeOffset="4866.32">18912 6386 452 0,'0'0'4'0,"0"-7"2"0,0 7 2 16,0-15 1-16,0 15 1 16,-10-12 0-16,10 12 0 15,-13-5-8-15,13 5-2 16,-14 22 0-16,9 0 0 0,3 5 0 16,2 5 0-16,0 6 0 15,2-1 0-15,8-5 0 16,-3 0 0-16,6-7 0 15,-6-5 0-15,0-3 0 0,2-4 0 16,-9-13 0-16,2 7 0 16,-2-7 0-16,-6-5 0 15,-1-7 0-15,2-6 0 0,-2-4 0 16,0-6 0-16,-4-8 0 16,9-7 0-16,-1-4 0 15,3-2 0-15,0 2 0 16,5-3 0-16,2 3 0 0,4 8 0 15,1 8 0-15,1 5 0 16,2 8 0-16,5 8 0 16,-1 5 0-16,4 5 0 15,-1 3 0-15,-5 4 0 16,1 8 0-16,-8 3 0 16,-8 1 0-16,-2 3 0 0,-5 3 0 15,-7 0 0-15,-8-3 0 16,1 1 0-16,-4-4 0 15,-2-3 0-15,7-4 0 0,1-3 0 16,10 2 0-16,7-11-86 16,5 12-1-16</inkml:trace>
  <inkml:trace contextRef="#ctx0" brushRef="#br0" timeOffset="5316.6">19250 6480 469 0,'0'0'5'0,"0"0"1"0,-12 0 2 0,12 0 1 16,-7 0 1-16,7 0-6 15,-11 0-4-15,11 0 0 16,0-10 0-16,5 6 0 15,13-2 0-15,2 2 0 0,2-2 0 16,3 2 0-16,2 0 0 16,-2 3 0-16,-2 1 0 15,-6 5 0-15,-4-1 0 16,-11 6 0-16,-2 0 0 16,-6 5 0-16,-6 0 0 0,-8 4 0 15,-4-2 0-15,-3 4 0 16,-1-1 0-16,5-3 0 15,1 0 0-15,7-5 0 16,2-1 0-16,13-11 0 0,-4 14 0 16,12-11 0-16,9-3 0 15,8-3 0-15,2-2 0 16,10-4 0-16,3 2 0 16,2-1 0-16,-2-9 0 0,-3 4-73 15,0-4-18-15</inkml:trace>
  <inkml:trace contextRef="#ctx0" brushRef="#br0" timeOffset="6250.15">18572 3992 385 0,'0'0'7'0,"0"0"1"15,-3-8 2-15,3 8 0 0,-14-11 0 16,0 9 1-16,-2 2 0 15,-4 0 0-15,0 10-5 16,-10 4-3-16,2 4-1 16,2 11 0-16,3 4 0 0,-2 6-1 15,11 6-1-15,3 5 0 16,9 4 0-16,2 8 0 16,7 2 0-16,6 8-1 15,4 2 2-15,2 11-1 0,2 2 1 16,-4 7 0-16,-1 5 0 15,-4 5 0-15,-3 7 0 16,-3 1 3-16,-6 3 1 16,0 4 0-16,-2-2 0 0,-7 0 0 15,2-3-2-15,-2-6-3 16,-2 2 0-16,1-9 0 16,1-1 0-16,-2-9 0 15,4-4 0-15,0-9 0 0,2-5 0 16,-2-7 0-16,-2-5 0 15,5-10 0-15,-1-6 0 16,0-6 0-16,0-9 0 16,3-5 0-16,-4-5 0 0,1-5 0 15,3-2 0-15,-1-7 0 16,3-6 0-16,-4 10 0 16,4-10 0-16,0 0 0 15,-3 10 0-15,3-10 0 0,0 0 0 16,0 0 0-16,0 11 0 15,0-11 0-15,0 0 0 16,0 0 0-16,7 7 0 0,-7-7 0 16,18 2 0-16,-6-2 0 15,11 0 0-15,2 0 0 16,7-2 0-16,3-1 0 16,7-1 0-16,3-4 0 15,4 0 0-15,-4-1 0 0,-3 3 0 16,-7 1 0-16,-8 0 0 15,-9 0 0-15,-8 5 0 16,-10 0 0-16,-5 0-22 0,-15 0-63 16,5 0-1-16</inkml:trace>
  <inkml:trace contextRef="#ctx0" brushRef="#br0" timeOffset="7316.26">19523 3959 314 0,'0'0'9'0,"0"0"3"16,-2-11 3-16,2 11 3 16,0-12 2-16,0 12-1 0,0-10 1 15,0 10 0-15,15-10-7 16,-2 10-4-16,7 0-3 16,4 2-2-16,6 6-1 15,4 4-2-15,4 9 1 0,-3 1-1 16,0 3-1-16,-5 11 1 15,-1 4-1-15,-6 10 1 16,-6 2-2-16,-4 10 2 16,-6 2-1-16,0 8 0 15,-2 3 0-15,0 3 1 0,-3 2 1 16,4 4-1-16,-3 3 0 16,-1 5 1-16,3-3 0 15,-5 5 0-15,2 2 3 16,-2 1-1-16,0 0-1 0,3 2-3 15,-1-1 0-15,0 2 0 16,1-3 0-16,7-3 0 16,-3-3 0-16,8-7 0 15,3-4 0-15,-4-7 0 0,4-12 0 16,2-10 0-16,-3-6 0 16,1-8 0-16,-6-7 0 15,-5-5 0-15,1-5 0 0,-8-3 0 16,3 2 0-16,-3-1 0 15,0-1 0-15,-3 1 0 16,1 1 0-16,-4 1 0 16,0 2 0-16,6-1 0 15,-3-5 0-15,0 4 0 0,3-2 0 16,0-1 0-16,0-4 0 16,0 2 0-16,0-4 0 15,5 3 0-15,-4-4 0 16,3 2 0-16,-2-5 0 0,1 3 0 15,2 2 0-15,-2-4 0 16,-1 5 0-16,3-2 0 16,-3 0 0-16,3 0 0 0,-5 0 0 15,5 1 0-15,-3-2 0 16,4 3 0-16,-3-1 0 16,1-2 0-16,-1-1 0 15,4 1 0-15,-7-10 0 0,7 13 0 16,-7-13 0-16,6 10 0 15,-6-10 0-15,0 0 0 16,0 0 0-16,0 0 0 16,0 0 0-16,-13 0 0 15,-1 0 0-15,-7-3 0 0,-5 1 0 16,0 2 0-16,-9-3 0 16,1 3 0-16,-4 0 0 15,11 3 0-15,2-3-71 16,2 0-18-16</inkml:trace>
  <inkml:trace contextRef="#ctx0" brushRef="#br1" timeOffset="15216.67">2056 8332 418 0,'0'0'6'0,"0"0"2"0,7-11 2 15,-7 11 2-15,5-13 1 16,-5 13-1-16,13-7 0 16,-13 7 1-16,7 0-6 15,-4 12-7-15,-1 7 0 0,-2 6 0 16,0 3 0-16,-2 7 0 15,-8-4 0-15,-3 5 0 16,-1-1 0-16,-7-3 0 16,2-5 0-16,-6-1 0 0,3-5 0 15,-4-4 0-15,7-2 0 16,-1-3 0-16,7-6 0 16,1-2 0-16,12-4 0 0,-12 6 0 15,12-6 0-15,0 0 0 16,17-6 0-16,1 4 0 15,4-3 0-15,7 0 0 16,1 0 0-16,3-3 0 0,2 4 0 16,-3 0 0-16,-2 0 0 15,-3 2 0-15,-7 0 0 16,-2 2 0-16,-6 0 0 16,-3 0 0-16,-9 0 0 15,13 2 0-15,-13-2 0 0,0 0 0 16,0 0-7-16,3 7-19 15,-3-7-58-15,0 0-4 16</inkml:trace>
  <inkml:trace contextRef="#ctx0" brushRef="#br1" timeOffset="15716.6">2479 8621 474 0,'0'0'4'0,"0"0"1"15,-11-14 1-15,11 14 2 0,-5-14-1 16,1 4 0-16,1 1-7 15,3-7 0-15,0 7 0 16,10 1 0-16,5 1 0 16,2 2 0-16,6 5 0 15,2 0 0-15,0 2 0 0,-4 8 0 16,0 3 0-16,-7 5 0 16,-6 3 0-16,-3-1 0 15,-5 2 0-15,-7 3 0 16,-6-3 0-16,-4 3 0 0,-3-3 0 15,0-2 0-15,-2-2 0 16,2-3 0-16,4-5 0 16,4-1 0-16,12-9 0 15,-14 8 0-15,14-8 0 0,0 0 0 16,7 3 0-16,7-3 0 16,4-6 0-16,10-1 0 15,-1 0 0-15,3-1 0 0,2 0-2 16,1-4-37-16,-1 2-45 15,-5-1-4-15</inkml:trace>
  <inkml:trace contextRef="#ctx0" brushRef="#br1" timeOffset="16149.91">3059 8400 465 0,'0'0'3'0,"0"0"3"0,0-15 0 0,0 15 2 15,0-15 0-15,0 15 0 16,-9-14-1-16,9 14-7 15,-17-7 0-15,1 7 0 0,2 7 0 16,-4 11 0-16,-2-2 0 16,-2 9 0-16,5 3 0 15,-4 1 0-15,9 0 0 0,3 1 0 16,4-3 0-16,5-2 0 16,5-5 0-16,11-5 0 15,2-1 0-15,10-3 0 16,2-5 0-16,2-5 0 0,3-1 0 15,-1-1 0-15,-2-5 0 16,-2-2 0-16,-2 4 0 16,-6-3 0-16,-7 1 0 15,-15 6-28-15,13-11-59 16,-13 11-3-16</inkml:trace>
  <inkml:trace contextRef="#ctx0" brushRef="#br1" timeOffset="17149.96">3400 8547 357 0,'0'0'8'0,"0"0"7"16,0 0 0-16,0 0 3 15,-3-10 0-15,3 10 2 0,0 0-1 16,-5-11 0-16,5 11-7 16,-12-4-6-16,12 4-2 15,-9 4-4-15,1 4 0 16,3 5 0-16,0-2 0 0,0 7-2 15,3 2 0-15,2-3 2 16,0 1-1-16,7 0 1 16,5-7 0-16,6 1 0 15,-1-4 1-15,5-3-1 0,1-5 1 16,-3 0 2-16,-1-3-3 16,2-4 0-16,-7 0 0 15,-3-6 0-15,-4 1 0 16,-5-3 0-16,-2 0 0 0,-2 1 0 15,-5-2 0-15,-4 1 0 16,-3 1 0-16,-2 4 0 16,-3 0 0-16,4 5 0 15,0 0 0-15,6 5-23 0,-7 20-53 16,16-20-11-16</inkml:trace>
  <inkml:trace contextRef="#ctx0" brushRef="#br1" timeOffset="17566.43">3818 8482 444 0,'0'0'5'0,"0"0"0"0,0 0 0 15,-10-8 1-15,-1 8 1 16,-1 0 0-16,0 0 0 15,-3 0 0-15,-2 8-5 0,-1 2-1 16,4-1-1-16,3 7 0 16,2-2 0-16,4 2-1 15,5-5 0-15,2 5-1 16,4-4 2-16,11-2 0 0,4 0 0 16,2-3 0-16,2 1 1 15,3-1-1-15,-1-3 1 16,-5 5-1-16,0-5 0 0,-1 1 1 15,-9-2 0-15,-3 1 0 16,-9-4-1-16,0 11 1 16,-12-7 0-16,-6 2 0 15,1-2 0-15,-8 2-1 16,-2-1 0-16,0-3-1 16,-1-2-1-16,6 2-5 0,0-2-12 15,6-7-41-15,9 5-23 16,7 2-3-16</inkml:trace>
  <inkml:trace contextRef="#ctx0" brushRef="#br1" timeOffset="20832">4173 8336 405 0,'0'0'5'0,"3"-12"3"0,-3 12 2 15,5-18 1-15,-5 9 3 16,2-7 0-16,0 4 0 15,-2-1 2-15,0 13-6 0,0 0-6 16,-4 0-4-16,-7 13 0 16,1 9 0-16,-2 8 0 15,-1 6 0-15,1 7 0 16,3 0 0-16,-2-2 0 0,9 1 0 16,2-5 0-16,2-1 0 15,9-7 0-15,5-8 0 16,7-5 0-16,2-6 0 15,3-5 0-15,1-5 0 0,-1-5 0 16,-2-5 0-16,2-5 0 16,-3-7 0-16,-5-5 0 15,-3-2 0-15,-4-9 0 0,-8-4 0 16,-3-3 0 0,-2 1 0-16,-9-3 0 0,-7 2 0 15,-3 10 0-15,-4 3 0 16,-4 12 0-16,-1 5 0 15,1 10 0-15,-3 8 0 0,7 9 0 16,-1 8 0-16,9 3 0 16,3 3 0-16,7 2 0 15,5 5 0-15,3-7 0 16,9 4 0-16,5-5 0 0,7-4 0 16,6-4 0-16,2-6 0 15,7-1 0-15,-5-10-11 16,-2 3-74-16,8-3-3 15</inkml:trace>
  <inkml:trace contextRef="#ctx0" brushRef="#br1" timeOffset="21299.71">4585 8596 435 0,'0'0'6'0,"0"0"2"0,0 0 2 16,0-8 1-16,0 8 0 16,8-10 2-16,-8 10-1 0,13-15-7 15,-1 10-5-15,3 1 0 16,0-1 0-16,2 5 0 15,3-2 0-15,-3 2 0 16,3 4 0-16,-5 1 0 0,-3 5 0 16,-4 5 0-16,-5 0 0 15,-3 2 0-15,-11 2 0 16,-3 4 0-16,-7 0 0 16,-4 0 0-16,-1 1 0 0,1-2 0 15,-3 0 0-15,8-4 0 16,3-6 0-16,4 1 0 15,6-4 0-15,7-9 0 16,5 5 0-16,10-5 0 0,5 0 0 16,5-2 0-16,0-1 0 15,5-5 0-15,2 4 0 16,-2-4 0-16,7 3-42 16,-7-4-42-16,2 1-4 15</inkml:trace>
  <inkml:trace contextRef="#ctx0" brushRef="#br1" timeOffset="21682.86">5227 8324 457 0,'0'0'5'0,"0"0"1"0,0 0 1 15,0 0 1-15,0 0-1 16,7 12 1-16,-7 1 1 16,0 4-5-16,0 5-4 0,0 5 0 15,0 5 0-15,0 3 0 16,0-3 0-16,5 1 0 16,-1-6-26-16,-4-2-57 15,9-6-4-15</inkml:trace>
  <inkml:trace contextRef="#ctx0" brushRef="#br1" timeOffset="21865.89">5036 8437 445 0,'0'0'4'0,"0"0"0"0,0 0 2 15,9-11 2-15,6 10 0 16,10-4 1-16,2 0 0 0,10 0 0 15,6 0-3-15,4 3-3 16,8 2-11-16,-5 12-59 16,4-12-17-16</inkml:trace>
  <inkml:trace contextRef="#ctx0" brushRef="#br1" timeOffset="22606.5">5969 8224 363 0,'0'0'9'0,"0"0"3"16,0 0 3-16,10-10 2 16,-10 10 2-16,0 0 1 15,8-10-1-15,-8 10 1 16,0 0-7-16,0 15-9 0,0 5-4 15,-8 3 0-15,-2 6 0 16,-2 4 0-16,2 6 0 16,-5-2 0-16,0 0 0 15,1-5 0-15,-2-4 0 16,2-3 0-16,1-3 0 0,3-8 0 16,0 0 0-16,0-5 0 15,10-9 0-15,-10 10 0 16,10-10 0-16,0 0 0 0,0 0 0 15,5 0 0-15,8 0 0 16,1-5 0-16,7 0 0 16,1 2 0-16,5-3 0 0,3 0 0 15,-1 1 0-15,1 2 0 16,0 1 0-16,-2 0 0 16,-3 2 0-16,-9-3 0 15,2 3 0-15,-11 0 0 16,-7 0 0-16,14 3 0 0,-14-3-20 15,-30 2-65-15,30-2-3 16</inkml:trace>
  <inkml:trace contextRef="#ctx0" brushRef="#br1" timeOffset="23199.52">6384 8522 480 0,'0'0'4'0,"0"0"2"0,-2-10 2 16,2 10 0-16,0-11-3 15,0 11-5-15,0-9 0 0,0 9 0 16,4-10 0-16,-4 10 0 16,18-8 0-16,-8 8 0 15,4 0 0-15,7 0 0 16,-4 0 0-16,4 2 0 0,-2 6 0 16,-4 0 0-16,-5 1 0 15,-3 2 0-15,-5-1 0 16,-2 2 0-16,-7 1 0 15,-5-4 0-15,-3 3 0 0,0 1 0 16,0-3 0-16,0 0 0 16,3-4 0-16,12-6 0 15,-10 17 0-15,10-17 0 16,5 11 0-16,10-5 0 0,2-2 0 16,3 1 0-16,3 0 0 15,2 3 0-15,-1-1 0 16,-2-2 0-16,1 5 0 15,-6-2 0-15,-2-1 0 0,-3 0 0 16,-12-7 0-16,9 15 0 16,-9-15 0-16,-9 13 0 15,-3-9 0-15,-8 1 0 16,1 0 0-16,-11-3 0 0,0 4 0 16,-2-6 0-16,2 5 0 15,0-5-18-15,8-3-45 16,4 1-22-16,3-4-3 0</inkml:trace>
  <inkml:trace contextRef="#ctx0" brushRef="#br1" timeOffset="23749">7241 8328 433 0,'0'0'5'0,"0"-12"2"0,0 2 1 16,0-3 1-16,-4-1 1 15,-6 1 1-15,-3 1 0 16,-6 0 0-16,-4 9-5 0,-7 3-6 16,-4 12 0-16,-1 9 0 15,-2 6 0-15,5 5 0 16,-2 0 0-16,15 2 0 16,3 1 0-16,14-3 0 0,7-7 0 15,13-2 0-15,13-6 0 16,2-8 0-16,13 2 0 15,-2-9 0-15,4-2 0 16,1 0 0-16,-2 0 0 0,-7-7 0 16,2-6-77-16,-8 8-9 15</inkml:trace>
  <inkml:trace contextRef="#ctx0" brushRef="#br1" timeOffset="24232.19">7505 8400 455 0,'0'0'3'0,"0"0"1"0,0 0 0 0,-5 0 1 0,-5 0 1 16,0 5 0-16,-5 3 0 16,3 1 0-16,0 4-2 15,-1 3-2-15,8 5-2 0,2-4 1 16,3 3 0-16,10-5-1 15,8-1 0-15,5-5 1 16,6-5-1-16,1-4 4 0,2 0-1 16,1-4-3-16,-1-6 0 15,-7-3 0-15,-1 1 0 16,-6-3 0-16,-11 0 0 16,-3 1 0-16,-6-3 0 0,-7 6 0 15,-9-3 0-15,-1 8 0 16,-1 1 0-16,-3 5 0 15,-1-2-22-15,-4 4-62 16,15 5-2-16</inkml:trace>
  <inkml:trace contextRef="#ctx0" brushRef="#br1" timeOffset="24582.72">8002 8360 458 0,'0'0'3'0,"0"0"1"15,-7-4 1-15,-4 1 0 16,-1 3 2-16,-6 0-1 16,-1 0 1-16,-6 3 0 0,0 1-3 15,2 6 1-15,4 0-5 16,-1 3 0-16,8 1 0 16,5 1 0-16,3 0 0 15,8-1 0-15,8-1 0 0,4-1 0 16,7 1 0-16,0-1 0 15,4-1 0-15,3-1 0 16,-5-1 0-16,-3-2 0 0,-2 4 0 16,-6-4 0-16,-3 0 0 15,-9 4 0-15,-2-11 0 16,-9 14 0-16,-7-6 0 16,-4 2 0-16,-1-3 0 15,-5-2 0-15,-1 2-4 0,2 0-5 16,-2-4-11-16,-3 0-62 15,13 0-3-15</inkml:trace>
  <inkml:trace contextRef="#ctx0" brushRef="#br1" timeOffset="24883.49">8467 8026 474 0,'0'0'3'0,"0"-10"2"0,0 10 1 16,-3-10-1-16,3 10 2 16,-15 0-1-16,5 5-1 15,-4 12-5-15,-4 11 0 0,-2 11 0 16,-2 9 0-16,-1 10 0 16,3 10 0-16,1-1 0 15,1 2 0-15,11-2 0 16,0-2 0-16,7-9 0 0,2-6 0 15,10-5 0-15,6-8 0 16,9-11 0-16,8-3 0 16,-3-13-4-16,0-2-80 15,8-8-4-15</inkml:trace>
  <inkml:trace contextRef="#ctx0" brushRef="#br1" timeOffset="25333.5">8717 8182 445 0,'0'0'4'0,"0"0"2"15,0 0 2-15,0 0 0 16,0 0 0-16,-9-3 1 16,2 6 0-16,-8 12 1 0,0 7-6 15,-3 6-4-15,-2 4 0 16,0 7 0-16,3 3 0 15,2 1 0-15,4-2 0 0,7-3 0 16,4-6 0-16,8-8 0 16,4-4 0-16,5-6 0 15,8-10 0-15,0-4 0 16,2-8 0-16,1-6 0 0,2-2 0 16,-8-8 0-16,0-6 0 15,-7-3 0-15,-5 0 0 16,-5-7 0-16,-5 3 0 15,-5-1 0-15,-10 1 0 0,0 8 0 16,-10 1 0-16,3 13 0 16,-3 7 0-16,0 8 0 15,0 7 0-15,4 9 0 16,5 7 0-16,7 4 0 16,3 5 0-16,6 1 0 0,10 3 0 15,7-3 0-15,6-1 0 16,9-37-32-16,0 32-54 15,3-2-3-15</inkml:trace>
  <inkml:trace contextRef="#ctx0" brushRef="#br1" timeOffset="25682.07">8973 8534 463 0,'0'0'6'0,"-10"0"3"16,10 0 1-16,-14-10 1 15,14 10 1-15,-16-12-12 0,14-1 0 16,-3 6 0-16,5-1 0 16,10-2 0-16,5 5 0 15,5-2 0-15,0 2 0 16,2 2 0-16,-2 3 0 0,0 3 0 16,-5 4 0-16,-5 8 0 15,-8 0 0-15,-2 3 0 16,-7 4 0-16,-6-2 0 15,-1 4 0-15,-4-3 0 16,-1-2 0-16,3-5 0 0,2 3 0 16,3-6 0-16,6-1 0 15,5-10 0-15,3 12 0 16,7-12 0-16,7 0 0 0,6 0 0 16,4-4-57-16,3-6-32 15</inkml:trace>
  <inkml:trace contextRef="#ctx0" brushRef="#br1" timeOffset="25882.85">9428 8281 473 0,'0'0'4'16,"0"0"2"-16,0 0 0 16,0 0 0-16,0 0 1 15,0 0 0-15,0 16-5 0,0-2-2 16,0 7 0-16,5 4 0 15,-2 6 0-15,2 6 0 16,-3 0 0-16,-2-2 0 0,3-13-41 16,-3 10-42-16,0-5-5 15</inkml:trace>
  <inkml:trace contextRef="#ctx0" brushRef="#br1" timeOffset="26049.99">9354 8403 454 0,'0'0'3'16,"0"0"2"-16,0 0 0 16,7-8 0-16,5 6 0 15,3 2 1-15,8 0 0 0,5 0-3 16,-2-3-16-16,-1 3-65 16,12 3-2-16</inkml:trace>
  <inkml:trace contextRef="#ctx0" brushRef="#br1" timeOffset="27116.61">9910 8242 443 0,'0'0'6'0,"0"0"1"15,0-10 3-15,0 10 1 0,0-8 0 16,0 8 0-16,0 0 1 16,-9 0-12-16,-2 13 0 15,3 4 0-15,-1 8 0 16,-6 4 0-16,5 6 0 0,1 2 0 15,3 1 0-15,6-2 0 16,0-6 0-16,10 0 0 16,2-6 0-16,6-6 0 0,-3-6 0 15,5-2 0-15,-1-7 0 16,1-3 0-16,1-5 0 16,-2-8 0-16,-1-1 0 15,-4-6 0-15,-1-5 0 0,-6-3 0 16,-2-4 0-16,-5 1 0 15,-3-7 0-15,-4 6 0 16,-8-3 0-16,1 8 0 16,-2 5 0-16,-3 5 0 15,-1 7 0-15,1 7 0 0,1 3 0 16,-5 5 0-16,11 8 0 16,-1 3 0-16,6 4 0 15,2 3 0-15,5 2 0 16,2-3 0-16,11 0 0 0,4-2 0 15,8-2 0-15,5-6 0 16,7 3-11-16,13-8-72 16,-13-3-3-16</inkml:trace>
  <inkml:trace contextRef="#ctx0" brushRef="#br1" timeOffset="27583.36">10243 8482 459 0,'0'0'6'0,"0"0"3"15,-13 0 1-15,13 0 1 0,0 0 0 16,-4-13-6-16,4 13-5 16,2-12 0-16,11 6 0 15,-1-1 0-15,3 3 0 16,2 1 0-16,1 3 0 0,-3 0 0 15,-2 6 0-15,-4-2 0 16,-2 6 0-16,-7-10 0 16,8 17 0-16,-8-7 0 15,-8 0 0-15,-1-3-2 0,-2 4-1 16,-1-1 0-16,5-3 1 16,-4 1 1-16,11-8-1 15,-15 14 1-15,15-14 1 16,0 15 1-16,10-7 0 0,4-1 0 15,2 0 0-15,5 1 0 16,4-1-1-16,0 1 1 16,1-1 0-16,-1 0-1 15,-7 0 1-15,-4 2-1 0,-1-5 1 16,-13-4-1-16,4 12 1 16,-10-4 0-16,-7-3-1 15,-6 0 0-15,-4 2-3 16,-7-4-7-16,5 5-22 0,0-8-50 15,-5 0-1-15</inkml:trace>
  <inkml:trace contextRef="#ctx0" brushRef="#br1" timeOffset="27899.99">10506 7936 453 0,'0'0'4'16,"11"0"0"-16,1 0 3 16,6 6 0-16,3 6 2 15,9 8 1-15,7 7-1 0,4 10-1 16,1 6-8-16,3 8 0 16,-1 10 0-16,-2 2 0 15,-2 5 0-15,-5-2 0 16,-10 4 0-16,-8-4 0 15,-4 1 0-15,-11-3 0 0,-2-2 0 16,-17-2 0-16,-4-10 0 16,-9 2 0-16,-4-13 0 15,-3 1 0-15,-5-10-14 0,1-6-71 16,7-6-3-16</inkml:trace>
  <inkml:trace contextRef="#ctx0" brushRef="#br1" timeOffset="28966.18">1875 7994 358 0,'0'0'7'0,"0"0"1"0,0-15 4 16,0 5 0-16,0 0 1 15,-5 0 0-15,-5-5 2 16,-3 5-3-16,-4 0-3 0,-5 7-3 16,-6 3-2-16,-2 0-2 15,-2 7 0-15,-2 3-1 16,1 1 0-16,1 2 0 15,2 2-1-15,5-1 1 0,7 4-1 16,6 1 0-16,5 1 1 16,5 5 0-16,2 3 0 15,4 6-1-15,6 2 2 0,5 12-1 16,0 2 0-16,0 9 0 16,0 5-1-16,-6 5 1 15,2 4-1-15,-4-1 0 16,-4 2 1-16,-3 0-2 15,0-2 1-15,-3-6 1 0,-6 5-1 16,-2-10 0-16,1-1 0 16,-2-6 1-16,-3-4-1 15,3-3 0-15,1-10 0 16,-1-2 0-16,5-8 1 0,5-5 0 16,-4-2 0-16,2-7-1 15,4-6 1-15,0-7 0 16,0 7 0-16,0-7 0 15,10 0 0-15,-10 0 0 0,16-2 0 16,-3-1 0-16,4-2 0 16,1-2-1-16,7 2 0 15,4-3 1-15,9 1-1 0,9 0 1 16,10-4 0-16,3 5 0 16,9-2-1-16,1 1 2 15,2 2-2-15,2 0-3 16,-9 2-6-16,3 3-55 15,-14 3-20-15</inkml:trace>
  <inkml:trace contextRef="#ctx0" brushRef="#br1" timeOffset="30467.06">10949 7845 201 0,'0'0'6'15,"0"0"6"-15,0 0 1 0,0 0 4 16,0 0 1-16,-6 2 1 16,6-2 2-16,0 0 0 15,-9-2-5-15,9 2-2 16,0 0-1-16,0 0-3 0,-10-4 1 16,10 4-1-16,0 0-3 15,0 0 1-15,0 0-2 16,0 0 0-16,15 0-1 15,0 0 0-15,8 0-2 0,3 2 2 16,10-2-1-16,3 2 1 16,3-2-1-16,1 0 0 15,-1 0 0-15,-5 0 0 16,-3 0-1-16,-1 0-1 16,-11 0-1-16,-4-2 1 0,-8 2-1 15,-10 0 0-15,9 0 0 16,-9 0 0-16,0 14 0 15,-2 1 1-15,-5 6 0 16,0 0 0-16,-2 9 0 0,0 5 0 16,4 4 0-16,0 6 0 15,0 2 1-15,5 4-1 16,0 7 0-16,5 2 1 0,2 2-1 16,1 0-2-16,2 3 0 15,-3 1 0-15,1-4 0 16,-4-1 0-16,1 0 0 15,-1-7 0-15,-4 0 0 0,0-4 0 16,0-6 0-16,0-1 0 16,0-9 0-16,0 1 0 15,0-5 0-15,-4-5 0 16,4 1 0-16,0-6 0 0,0-2 0 16,0 2 0-16,0-3 0 15,0-2 0-15,0 0 0 16,0-3 0-16,0 3 0 15,0-5 0-15,0 0 0 0,0-3 0 16,0-7 0-16,4 15 0 16,-4-15 0-16,2 10 0 15,-2-10 0-15,0 0 0 16,2 10 0-16,-2-10 0 0,0 0 0 16,0 0 0-16,0 0 0 15,0 0 0-15,0 0 0 16,0 0 0-16,0 0 0 15,0 0 0-15,0 0 0 0,-4 0 0 16,4 0 0-16,-21-10 0 16,4 5 0-16,-7-2 0 15,-4-2 0-15,-8 5 0 16,2 0 0-16,-6 1 0 0,6 0 0 16,-1 1 0-16,5 2 0 15,8 0 0-15,7 0 0 16,2 0 0-16,13 0 0 15,0 0-56-15,0 0-30 0,13-9-4 16</inkml:trace>
  <inkml:trace contextRef="#ctx0" brushRef="#br1" timeOffset="31765.91">11806 8451 440 0,'0'0'5'0,"0"0"2"15,0-11 3-15,0 11 0 0,-5-15 1 16,-5 8 1-16,-4 2 0 16,-4-1-8-16,-7 6-4 15,-3 6 0-15,-4 6 0 16,2 6 0-16,-4 3 0 0,4 7 0 16,2 4 0-16,5-2 0 15,9 2 0-15,9-2 0 16,5-5 0-16,8-1 0 15,10-1 0-15,11-10 0 16,4 1 0-16,11-4 0 0,-1-9 0 16,8 2 0-16,-3-3-9 15,-6-4-76-15,8-2-3 16</inkml:trace>
  <inkml:trace contextRef="#ctx0" brushRef="#br1" timeOffset="32116.35">11980 8517 478 0,'0'0'3'0,"0"0"0"16,-10 5 1-16,10-5 1 16,-15 16 0-16,8-3 0 0,-1 4 1 15,4 1-4-15,4 2-2 16,2-5 0-16,12 2 0 15,2-5 0-15,5-5 0 16,9 1 0-16,0-8 0 0,6 0 0 16,-7-2 0-16,0-6 0 15,-3-2 0-15,-11-4 0 16,-5 1 0-16,-6-2 0 16,-4-2 0-16,-12-1 0 0,-5 4 0 15,-3 4 0-15,-5 0 0 16,-2 2 0-16,2 8 0 15,2 0 0-15,6 5-16 16,17-5-70-16,-9 18-4 0</inkml:trace>
  <inkml:trace contextRef="#ctx0" brushRef="#br1" timeOffset="32471.96">12517 8462 470 0,'0'0'5'0,"0"0"1"16,0 0 1-16,0-15 1 15,0 15 1-15,-20-10-3 16,4 5-6-16,-3-1 0 16,-11 5 0-16,3 1 0 0,-5 7 0 15,4 4 0-15,-2 3 0 16,8 3 0-16,3-2 0 16,5 5 0-16,7 0 0 0,7 0 0 15,7-6 0-15,9 4 0 16,7-3 0-16,5-4 0 15,10 3 0-15,-5-4 0 16,1 0 0-16,1-1 0 16,-8-2 0-16,-1-1 0 0,-12-1 0 15,-4-1 0-15,-10-4 0 16,0 10 0-16,-8-4 0 16,-4-1 0-16,-8-3 0 15,3 3 0-15,-5-4 0 0,-3 5 0 16,2-6 0-16,1 3 0 15,4-3-11-15,9 0-74 16,9 0-3-16</inkml:trace>
  <inkml:trace contextRef="#ctx0" brushRef="#br1" timeOffset="32932.03">12830 8375 488 0,'0'0'5'0,"0"-9"1"0,0 9 3 15,0-16-6-15,0 9-3 16,0 7 0-16,-11-11 0 16,2 11 0-16,-1 6 0 0,-3 12 0 15,-1 1 0-15,-2 13 0 16,7 4 0-16,-1-3 0 16,5 8 0-16,5-7 0 15,0 3 0-15,5-7 0 16,5-3 0-16,5-9 0 0,2-6 0 15,6-2 0-15,2-10 0 16,-1 0 0-16,-2-10 0 16,3-8 0-16,-4-1 0 15,-5-12 0-15,-5 2 0 0,-4-8 0 16,-7-3 0-16,-5 1 0 16,-10-3 0-16,-5 4 0 15,-7 6 0-15,-3 6 0 16,-2 8 0-16,-3 5 0 0,-4 13 0 15,8 6 0-15,6 6 0 16,4 13 0-16,8-1 0 16,8 4 0-16,5 4 0 15,12-2 0-15,10-1 0 0,3-4 0 16,10-3 0-16,2-4 0 16,1-4 0-16,2-11 0 15,4 2-66-15,-1-3-25 16</inkml:trace>
  <inkml:trace contextRef="#ctx0" brushRef="#br1" timeOffset="33149.19">13225 8450 488 0,'0'0'4'0,"0"0"3"0,0 0 1 15,0 10-4-15,0 2-4 16,0 0 0-16,0 5 0 15,0 8 0-15,0 3 0 0,0 4 0 16,0 0 0-16,0 5 0 16,0-2 0-16,0 0 0 15,0-9 0-15,3-1-44 0,-2-5-46 16</inkml:trace>
  <inkml:trace contextRef="#ctx0" brushRef="#br1" timeOffset="34449.51">14020 8476 465 0,'0'0'4'0,"0"0"2"16,0 0 2-16,0 0 1 15,-8-8 1-15,8 8-1 16,0 0-9-16,0-11 0 0,0 11 0 16,8-6 0-16,9 5 0 15,-2-5 0-15,10 6 0 16,-3 0-80-16,11 0-7 15</inkml:trace>
  <inkml:trace contextRef="#ctx0" brushRef="#br1" timeOffset="34616.62">13957 8586 432 0,'0'0'6'0,"0"0"-1"15,0 0 1-15,0 0 1 0,0 0 1 16,0 0 1-16,13 0 0 15,2 0 0-15,15 0-7 16,2 0-7-16,8 0-17 0,5-3-56 16,5-2-6-16</inkml:trace>
  <inkml:trace contextRef="#ctx0" brushRef="#br1" timeOffset="35066.3">14755 8301 470 0,'0'0'5'0,"0"0"1"0,0 0 1 0,-7 0-1 15,7 0 1-15,-2 12 1 16,-1 6-6-16,3 1-2 16,0 9 0-16,3 7 0 15,4 2 0-15,0 2 0 16,1 1 0-16,2-8 0 0,-5 3 0 15,-3-6 0-15,0-4 0 16,-2-10 0-16,0-5 0 16,0-10 0-16,-9 3 0 0,9-3 0 15,-18-18 0-15,8-1 0 16,-2-11 0-16,2-3 0 16,-2-7 0-16,4 1 0 15,-2-6 0-15,7 4 0 0,1-4 0 16,2 3 0-16,11 7 0 15,2 6 0-15,11 6 0 16,3 6 0-16,5 9 0 16,1 5 0-16,1 3 0 0,-1 13 0 15,-5 2 0-15,-6 5 0 16,-8 2 0-16,-7 0 0 16,-7 1 0-16,-5 0 0 15,-9-2 0-15,-6-6-15 16,0 3-68-16,0-1-2 0</inkml:trace>
  <inkml:trace contextRef="#ctx0" brushRef="#br1" timeOffset="35582.21">15134 8462 494 0,'0'0'5'0,"0"0"2"0,0 0-2 16,7-8-5-16,-7 8 0 16,5-7 0-16,-5 7 0 15,14-10 0-15,-3 10 0 16,-2 0 0-16,3 0 0 0,4 6 0 16,-2 2 0-16,2 3 0 15,-4 6 0-15,-2-2 0 16,-5 3 0-16,-5-1 0 0,-2 3 0 15,-7-6 0-15,-7 4 0 16,0-6 0-16,-3-2 0 16,3-2 0-16,0-3 0 15,5-5 0-15,-1 0 0 0,12 0 0 16,-5-17 0-16,8-1 0 16,9-2 0-16,5-3 0 15,2-1 0-15,7-3 0 16,4 2 0-16,-3 0 0 0,0 6 0 15,-4 4 0-15,-6 2 0 16,-4 11 0-16,-13 2 0 16,10 5 0-16,-10 7 0 15,0 8 0-15,-3 2 0 0,1 0 0 16,2 3 0-16,2 0 0 16,5 0 0-16,9-6 0 15,9 4 0-15,5-13 0 16,9 0-76-16,14-5-12 15</inkml:trace>
  <inkml:trace contextRef="#ctx0" brushRef="#br1" timeOffset="37539.6">2038 9797 331 0,'0'0'6'0,"0"0"4"0,0-12 2 16,0 12 3-16,-7-17 1 15,-3 6 0-15,-5 1 0 16,-7-2 1-16,-7 5-6 16,-4 3-3-16,-10 1-3 15,2 0-2-15,-5 3-1 0,2 0-1 16,2 3 0-16,-1 1 0 16,6 2-1-16,7-5 0 15,5 2 0-15,11-1 0 16,1-2 0-16,13 0 0 0,-10 3 0 15,10-3 0-15,5 17 1 16,5 1-1-16,0 0 0 16,2 11 0-16,4 8 1 0,-4 8-1 15,-3 9 0-15,2 3 0 16,-4 10 0-16,-2 2 1 16,0 6 0-16,-5-1 1 15,0 2 0-15,0-1 0 0,-3-1 0 16,1-4 0-16,-3-1 0 15,5-5-1-15,-3-3 0 16,1-5-1-16,0-1 1 16,2-8 1-16,-2-2-1 0,2-9 1 15,-3 0 0-15,3-11 0 16,-6-4 1-16,6-3-1 16,-2-3 0-16,2-7-1 15,0-8 0-15,-2 14 0 16,2-14 1-16,0 0-2 0,-3 10 0 15,3-10 0-15,0 0 0 16,0 0 0-16,7 7 0 16,4-7 0-16,6 0 0 0,5 0 0 15,11 0 0-15,6-3 0 16,6-4 0-16,10 0 0 16,4-3 0-16,3 2 0 15,1 1 0-15,-3-1 0 0,-4 6 0 16,-8 0 0-16,-6 2 0 15,-12 0 0-15,-8 0 0 16,-7 4 0-16,-15-4 0 0,5 15 0 16,-8-7 0-16,-4 2 0 15,-10-3 0-15,4 3 0 16,-1-5 0-16,3 2-7 16,-6-4-79-16,4-3-2 15</inkml:trace>
  <inkml:trace contextRef="#ctx0" brushRef="#br1" timeOffset="38699.37">2162 10224 315 0,'0'0'8'0,"0"0"3"0,3-11 3 16,-3 11 3-16,3-12 4 16,-3 12 0-16,3-13 0 0,-3 13 0 15,0 0-5-15,0 0-4 16,0 0-3-16,7 23-3 16,-7-1-2-16,0 8-1 15,-5 2 0-15,-3 3 0 0,-2 3-1 16,-4-2-1-16,-4-2 2 15,-2 2-3-15,3-9 0 16,-6 0 0-16,3-2 0 16,1-6 0-16,-1-1 0 0,3-3 0 15,4-5 0-15,3-3 0 16,1 0 0-16,9-7 0 16,0 0 0-16,0 0 0 15,0 0 0-15,0 0 0 16,0 0 0-16,7-7 0 0,2 3 0 15,1-2 0-15,1 1 0 16,3 3 0-16,-1-3 0 16,-1 0 0-16,2 3 0 15,4-4 0-15,-2 4 0 0,1-1 0 16,0 1 0-16,0 2 0 16,3-2 0-16,1 2 0 15,-4-3 0-15,0 0 0 0,3 3 0 16,-3-2 0-16,-5 2 0 15,-1-2 0-15,-1 2 0 16,-10 0 0-16,9-3 0 16,-9 3 0-16,0 0 0 0,0 0 0 15,0 0 0-15,0 0 0 16,0 0 0-16,0 0 0 16,0 0 0-16,0 0 0 0,0 0 0 15,0 0 0-15,-7 5 0 16,7-5 0-16,0 0 0 15,-12 2 0-15,12-2 0 16,0 0 0-16,0 0 0 16,0 0 0-16,0 0 0 0,0 0 0 15,0 0 0-15,0 0 0 16,0 0 0-16,0 0 0 16,-8-4 0-16,8 4 0 15,0 0-14-15,0 0-18 0,22 0-55 16,-22 0-1-16</inkml:trace>
  <inkml:trace contextRef="#ctx0" brushRef="#br1" timeOffset="39332.5">2597 10468 400 0,'0'0'4'0,"0"0"2"0,0 0 3 0,-5-10 2 16,5 10 1-16,-4-9 1 15,4 9 1-15,-5-11 1 16,5 11-3-16,0-14-5 0,0 14 1 15,5-12-8-15,-5 12 0 16,20-13 0-16,-6 8 0 16,2 0 0-16,3 5 0 15,1 0 0-15,-2 0 0 0,-2 8 0 16,0-1 0-16,-6 8 0 16,-5 0 0-16,-3 5 0 15,-4 0 0-15,-8 2 0 16,-5 0 0-16,-5 6 0 0,-2-6 0 15,-6 0 0-15,6 0 0 16,-2-2 0-16,3-3 0 16,4-4 0-16,9-3 0 15,8-10 0-15,0 0 0 0,8 2 0 16,9-4 0-16,7-8 0 16,5-1 0-16,8 3 0 15,-2-6 0-15,6 7 0 16,-8-6-19-16,-3 7-65 0,-1-2-3 15</inkml:trace>
  <inkml:trace contextRef="#ctx0" brushRef="#br1" timeOffset="40066.19">3231 10315 358 0,'0'0'7'0,"0"0"1"0,0 0 4 16,-7-12 0-16,7 12 2 15,-7-10 1-15,7 10 0 16,-16-8 0-16,9 8-5 0,-6 0-2 16,-1 8-3-16,-7 4-1 15,2 5 0-15,-3 5-1 16,-2 3-1-16,6 3 0 0,2-1 0 15,2 0-1-15,8 0 1 16,6-2 0-16,6-7-1 16,11-1 0-16,8-5 0 15,9-5 0-15,1-4 1 0,10-1-1 16,-3-2-2-16,6-2-3 16,-6-5-7-16,2 0-35 15,-3-4-39-15,-9 4 1 16</inkml:trace>
  <inkml:trace contextRef="#ctx0" brushRef="#br1" timeOffset="40399.53">3455 10362 425 0,'0'0'4'0,"0"0"1"16,0 0 2-16,0 0 0 15,-10 13 1-15,5-4 1 16,0 1-1-16,1 5 1 15,0 2-3-15,4-1-2 0,4 0-2 16,8 0 0-16,2-4 0 16,9-5-1-16,6-4 0 15,1 0 0-15,5-3 1 16,0-8-1-16,-1-2 0 0,-6-5 1 16,-1 3-1-16,-7-4 0 15,-8 2 1-15,-7-3-2 16,-5 4 0-16,-7-2 0 15,-10 4 0-15,-5 2 0 0,-3 4-2 16,-1 2-4-16,-3 3-3 16,5 8-9-16,-2 2-22 15,6 3-45-15,8 2 0 0</inkml:trace>
  <inkml:trace contextRef="#ctx0" brushRef="#br1" timeOffset="40744.37">3959 10282 466 0,'0'0'3'16,"0"0"0"-16,0 0 1 15,-4-4 0-15,4 4 1 16,-16-4-1-16,4 4 1 0,-3 0-1 16,1 4-2-16,-2 3-2 15,4 3 0-15,-3 2 0 16,5 1-1-16,5 1 0 15,5 3 1-15,0 1 0 0,5-3 0 16,9-2 0-16,2 2 0 16,4-3 1-16,2-2 0 15,0 0 0-15,1 0-1 16,-6-6 0-16,1 4 0 16,-6 2 1-16,-12-10 0 0,8 15 0 15,-12-5 0-15,-5-3-1 16,-6 6 1-16,-5-3-3 15,-2-1-2-15,-3 1-3 0,-4 0-8 16,6-2-18-16,3-4-51 16,5-4 0-16</inkml:trace>
  <inkml:trace contextRef="#ctx0" brushRef="#br1" timeOffset="41182.06">4240 10132 482 0,'0'0'4'16,"0"0"0"-16,0 0 2 0,-10-10-1 16,10 10 0-16,-12 4 0 15,0 7-5-15,-1 3 0 16,1 11 0-16,-1 5 0 16,3 2 0-16,0 8 0 15,6-3 0-15,-1-1 0 0,5 0 0 16,5-9 0-16,2-3 0 15,5-6 0-15,6-6 0 16,0-4 0-16,5-8 0 16,2 0 0-16,-4-13 0 0,4-1 0 15,-4-6 0-15,2-2 0 16,-9-3 0-16,-3-6 0 16,-9 2 0-16,-2 0 0 0,-5-3 0 15,-10-1 0-15,-4 6 0 16,-8 0 0-16,2 7 0 15,-1 3 0-15,-1 6 0 16,2 9 0-16,6 2 0 0,3 5 0 16,7 10 0-16,6 4 0 15,3 9 0-15,8 2 0 16,6-1 0-16,6 2 0 16,8 0-4-16,1-3-19 0,-1 0-61 15,11-9-3-15</inkml:trace>
  <inkml:trace contextRef="#ctx0" brushRef="#br1" timeOffset="41540.75">4576 10392 457 0,'0'0'5'0,"0"0"1"16,-16-8 2-16,16 8 1 15,-9-9 0-15,9 9 0 0,-10-16-1 16,7 7-8-16,3-1 0 15,6 0 0-15,6 2 0 16,0 1 0-16,5 2 0 16,1 5 0-16,-1 0 0 0,1 2 0 15,-4 8 0-15,-1 2 0 16,-5 8 0-16,-8 1 0 16,0 1 0-16,-8 2 0 15,-2 4 0-15,-5-3 0 0,0 2 0 16,-2-4 0-16,2 2 0 15,-2-4 0-15,4-4 0 16,3-1 0-16,3-4 0 16,5-2 0-16,2-10 0 0,12 7 0 15,1-7 0-15,11-3 0 16,1-4 0-16,5-3-28 16,4 1-56-16,1-4-4 0</inkml:trace>
  <inkml:trace contextRef="#ctx0" brushRef="#br1" timeOffset="41885.64">5194 10087 478 0,'0'0'2'0,"0"0"-1"0,0 0 1 15,3 10 0-15,-3 0 0 16,2 9 0-16,1 2 0 0,-1 6 0 15,3 3-1-15,0 2-2 16,0-3-5-16,5 6-16 16,22-5-58-16,-24-9-4 15</inkml:trace>
  <inkml:trace contextRef="#ctx0" brushRef="#br1" timeOffset="42050.07">5100 10249 441 0,'0'0'3'16,"0"0"0"-16,0 0 2 16,10-13 0-16,2 8 0 15,6 0 1-15,7 0 0 0,7 0-2 16,7 2-7-16,1-4-18 16,7 7-58-16,-2-2-3 15</inkml:trace>
  <inkml:trace contextRef="#ctx0" brushRef="#br1" timeOffset="42399.67">5850 9981 472 0,'0'0'4'0,"0"0"1"16,0 0 0-16,0 0 0 15,0 0 0-15,0 0 0 0,0 12 1 16,0 2-2-16,-2 9-4 16,-3 2 0-16,0 7 0 15,-3 3 0-15,-2-3 0 16,1 1 0-16,1-4 0 0,-5-2 0 16,6-5 0-16,-6-5 0 15,6-2 0-15,0-5 0 16,7-10 0-16,-5 8 0 15,5-8 0-15,0 0 0 0,0 0 0 16,12-3 0-16,1-2 0 16,1 1 0-16,4-2 0 15,4-1 0-15,8 2-27 0,17-2-57 16,-17 0-4-16</inkml:trace>
  <inkml:trace contextRef="#ctx0" brushRef="#br1" timeOffset="42932.18">6108 10211 470 0,'0'0'4'0,"0"0"1"15,0 0 2-15,-5-5 1 16,5 5-1-16,0-10 1 15,0 10-6-15,3-17-2 16,10 7 0-16,-1 3 0 0,6-4 0 16,1 2 0-16,1 1 0 15,3 0 0-15,-2 6 0 16,-3 0 0-16,-2 2 0 16,-7 0 0-16,-9 0 0 0,3 15 0 15,-3-3 0-15,-5 2-2 16,-6-1 0-16,-1 4 1 15,0-2 0-15,-3 1 0 0,3-2 0 16,1-2-1-16,6 3 1 16,3-5 0-16,4 0 0 15,9 0 1-15,3 0 0 16,7-3 0-16,-2 1 0 0,6 0 1 16,-3-2-1-16,1 3 1 15,-1-2-1-15,-7 0 0 16,-3 4 2-16,-7-3 0 15,-3 3-1-15,-4-1 1 16,-8 2 2-16,-4-2-4 0,-9 3 0 16,-2-3 0-16,-5-1 0 15,-2-4 0-15,-1 2 0 16,2-2 0-16,1 3-9 16,2-8-20-16,6-2-54 0,10-6-3 15</inkml:trace>
  <inkml:trace contextRef="#ctx0" brushRef="#br1" timeOffset="43349.12">7038 10010 409 0,'0'0'6'0,"-8"-7"1"15,1 4 2-15,-8 2 1 16,-2-2 1-16,-9 3 0 16,-1 3 1-16,-3 4 0 0,4 7-5 15,-4 6-2-15,5 5-2 16,5 0-1-16,5 2-1 16,9 3-1-16,6-3 1 15,9 0-1-15,12-4-1 0,7-9-2 16,15 4-8-16,1-13-14 15,-7-1-57-15,20-1-4 16</inkml:trace>
  <inkml:trace contextRef="#ctx0" brushRef="#br1" timeOffset="43650.03">7291 10114 441 0,'0'0'4'15,"-9"0"1"-15,-4 0 1 0,-2 0 1 16,0 8 0-16,-2-4 0 15,-1 7 1-15,0-1-1 16,6 5-3-16,3-3-2 16,9 2-1-16,7-1 0 0,11-1 0 15,1-4-1-15,11-3 1 16,2-3 1-16,9-2-1 16,-4-2 1-16,1-6-1 15,-2-2 2-15,-6 1-3 16,-5-3 0-16,-7-1 0 0,-9-2 0 15,-9 3 0-15,-2-3 0 16,-11 5 0-16,-6-3 0 16,-2 5 0-16,-1 4 0 0,0 4-15 15,-3 0-12-15,5 3-57 16,8 4-4-16</inkml:trace>
  <inkml:trace contextRef="#ctx0" brushRef="#br1" timeOffset="44016.63">7744 10037 444 0,'0'0'5'0,"0"0"0"15,0 0 1-15,-6-9 0 0,6 9 0 16,-14-6 0-16,7 6 0 16,-7 0 0-16,0 3-5 15,-1 2-1-15,3 5 0 16,-4 3-1-16,7-1 0 0,1 2 0 15,6 1-1-15,2 0 1 16,7 0 0-16,5-2 0 16,6 1 1-16,0-2-1 15,5 4 1-15,3-4 0 0,-1-4 0 16,-2 1 0-16,-4-1 0 16,1 0 0-16,-6-4 0 15,-3 4 0-15,-11-8 0 16,0 10 0-16,-7-3 1 0,-9 1-1 15,-4-4 0-15,-4 5 1 16,-1-5-2-16,-2-1-1 16,-3-2-5-16,5-1-7 15,6 0-66-15,6-1-2 0</inkml:trace>
  <inkml:trace contextRef="#ctx0" brushRef="#br1" timeOffset="44382.47">8266 9699 434 0,'0'0'5'0,"0"0"2"0,0 0 2 16,0 0 0-16,0 0 0 16,-13 0 1-16,1 16 1 15,-6 6-1-15,-2 11-3 16,-4 9-7-16,1 10 0 0,-2 8 0 16,0 2 0-16,11 5 0 15,4-6 0-15,2-1 0 16,8-6 0-16,4-7 0 15,10-4 0-15,2-10 0 0,7-8 0 16,7-7-3-16,-5-11-33 16,7-4-49-16,0-3-3 15</inkml:trace>
  <inkml:trace contextRef="#ctx0" brushRef="#br1" timeOffset="44816.34">8414 9924 461 0,'0'0'4'0,"0"0"2"16,-7-11 1-16,7 11 1 16,0 0 0-16,-13-7 0 15,3 7 1-15,-2 2-9 16,0 14 0-16,-3 3 0 0,0 6 0 16,-3 6 0-16,4 5 0 15,1 1 0-15,3 0 0 16,6 1 0-16,4-6 0 15,0-3 0-15,9-6 0 0,6-5 0 16,0-10 0-16,8-2 0 16,-4-6 0-16,4-2 0 15,-4-13 0-15,1 0 0 16,-2-5 0-16,-1-10 0 0,-2 3 0 16,-5-10 0-16,-5-1 0 15,-5-4 0-15,0-2 0 16,-5 2 0-16,-5 4 0 15,-5 4 0-15,-2 2 0 0,1 10 0 16,0 7 0-16,-2 9 0 16,3 6 0-16,0 14 0 15,5 3 0-15,6 7 0 16,4 5 0-16,0 4 0 16,9 2 0-16,7-3 0 0,5 5-13 15,4-5-72-15,3-7-3 16</inkml:trace>
  <inkml:trace contextRef="#ctx0" brushRef="#br1" timeOffset="45149.12">8603 10112 450 0,'0'0'5'0,"0"0"2"0,0 0 2 0,-7-11 1 15,7 11 0-15,-3-8 1 16,3 8-2-16,0-17-9 15,3 9 0-15,7-3 0 0,2 4 0 16,4 2 0-16,8 0 0 16,-7 5 0-16,0 0 0 15,1 0 0-15,-6 10 0 16,-4 5 0-16,-5 2 0 0,-3 1 0 16,-8 6 0-16,-2-1 0 15,-4 1 0-15,-1 1 0 16,2-3 0-16,0-4 0 15,1-4 0-15,2 1 0 16,6-5 0-16,4-10 0 0,9 10 0 16,8-8 0-16,1-2-3 15,12 0-31-15,14-6-51 16,-2-4-3-16</inkml:trace>
  <inkml:trace contextRef="#ctx0" brushRef="#br1" timeOffset="45332.76">9095 9949 495 0,'0'0'2'16,"0"0"1"-16,-7-6 0 0,7 6 0 16,-15 6 0-16,7 3-1 15,1 4-2-15,2 6 0 16,0 6 0-16,3 3 0 16,2 4 0-16,0 0 0 15,0 3-7-15,2-8-11 0,3 0-14 16,-3-2-53-16,3-10-2 15</inkml:trace>
  <inkml:trace contextRef="#ctx0" brushRef="#br1" timeOffset="45466.38">8998 10139 394 0,'0'0'5'0,"-5"-10"3"16,5 10 1-16,-7-15 1 16,7 5 0-16,0 3 0 15,0-3 0-15,5 2 0 16,7 4-7-16,8-2-7 0,7 6-14 15,6-1-61-15,-1 1-2 16</inkml:trace>
  <inkml:trace contextRef="#ctx0" brushRef="#br1" timeOffset="45882.65">9421 9924 442 0,'0'0'4'0,"0"0"2"16,0 0-1-16,0 0 1 15,0 0 0-15,-8 7 0 0,4 8 1 16,-7 2-1-16,4 8-3 16,-3 5-1-16,0-1 0 15,0 6-1-15,5-3 0 16,3 1-1-16,-1-6 1 0,3-2-1 16,8-8 0-16,4-5 1 15,3-7 0-15,8-2 0 16,-2-6 0-16,2-4 0 0,4-6 1 15,-2-7 0-15,-3-2 0 16,-4-2 0-16,-6-6-2 16,-6 0 0-16,-5-4 0 15,-1-1 0-15,-7-5 0 16,-5 5 0-16,-3 4 0 0,0 1 0 16,1 5 0-16,-2 7 0 15,-1 8 0-15,0 10 0 16,2 6 0-16,2 10 0 15,3 7 0-15,6 7 0 0,-1 2 0 16,5 3 0-16,12 1-9 16,0-3-6-16,13-8-43 15,2 0-28-15,3-6-1 16</inkml:trace>
  <inkml:trace contextRef="#ctx0" brushRef="#br1" timeOffset="46350.13">9689 10079 482 0,'0'0'3'0,"0"0"1"16,0 0 1-16,-10-4 1 15,10 4 1-15,0 0-3 16,-8-7-4-16,8 7 0 0,0-11 0 16,0 11 0-16,14-10 0 15,-5 8 0-15,6-3 0 16,2 5 0-16,-5 0 0 15,1 0 0-15,-1 0 0 0,-12 0 0 16,12 10 0-16,-12-10-3 16,0 19 1-16,0-9 1 15,-7 1 0-15,-2 0 0 16,-1 2 1-16,-1 2 0 16,2 0 0-16,-1-2 0 0,0-1 0 15,5 0 1-15,5 3-1 16,0-5 0-16,2 0 1 15,11 0-1-15,-1-3 1 16,4 3-1-16,-2-3 1 0,4 4-1 16,-4-4 0-16,-1 0 0 15,-1 0 1-15,-12-7-1 16,15 15 0-16,-15-15 1 0,0 13 1 16,0-13-2-16,-19 15 0 15,5-10 0-15,-2-1 0 16,-5 2 0-16,2-6-6 15,-2 0-6-15,-3-3-35 0,4-4-38 16,3-5-1-16</inkml:trace>
  <inkml:trace contextRef="#ctx0" brushRef="#br1" timeOffset="46616.33">9963 9594 481 0,'0'0'1'0,"0"0"0"0,12 0 1 0,-5 7 1 16,8 5 0-16,0 6 2 15,5 7 0-15,5 7 0 16,-3 8 0-16,5 10-5 16,-2 1 0-16,0 12 0 15,0 1 0-15,-3 0 0 0,-4 3 0 16,-6-5 0-16,-6 2 0 15,-6-3 0-15,-4-5 0 16,-8-2 0-16,-11-4-27 0,-4-3-58 16,1-7-2-16</inkml:trace>
  <inkml:trace contextRef="#ctx0" brushRef="#br1" timeOffset="48015.57">10671 9567 411 0,'0'0'5'0,"0"0"1"16,0 0 0-16,0 0 2 0,0 0 0 16,7 0 3-16,10 0 0 15,6 2 1-15,9-2-5 16,11 3 0-16,3-3-1 0,12 0-1 16,1-5-1-16,6 0 0 15,-8 0-4-15,-2-2 0 16,-8 1 0-16,-8-1 0 15,-14 5 0-15,-2-1 0 0,-11 3 0 16,-12 0 0-16,2 15 0 16,-4 0 0-16,-5 5 0 15,-3 7 0-15,3 2 0 16,-4 9 0-16,6 4 0 16,1 0 0-16,4 8 0 15,0 2 0-15,2-1 0 0,3 4 0 16,2-1 0-16,4 0 0 15,-4 2 0-15,0-5 0 16,-2-1 0-16,3-1 0 0,-3-1 0 16,0-6 0-16,2 3 0 15,-2-6 0-15,1 1 0 16,-2-4 0-16,4 0 0 16,-4-4 0-16,1-3 0 0,0-1 0 15,1-6 0-15,-4 0 0 16,1-4 0-16,-3-4 0 15,0-4 0-15,0 0 0 0,0-10 0 16,0 13 0-16,0-13 0 16,0 0 0-16,0 0 0 15,0 10 0-15,0-10 0 16,0 0 0-16,0 0 0 16,0 0 0-16,0 0 0 15,0 0 0-15,0 0 0 0,0 0 0 16,0 0 0-16,-13 0 0 15,13 0 0-15,-10 0 0 16,10 0 0-16,-18 2 0 0,4-2 0 16,-4 0 0-16,1 0 0 15,-10 3 0-15,-3 2 0 16,-10-1 0-16,-5 2 0 16,-6-2 0-16,-7 2 0 0,-4 3 0 15,2 0 0-15,6-2 0 16,1-3 0-16,11 1 0 15,12-2 0-15,8 1 0 16,7-4 0-16,15 0 0 0,0 0 0 16,15 0 0-16,10 0-19 15,12-2-69-15,-10-3-2 16</inkml:trace>
  <inkml:trace contextRef="#ctx0" brushRef="#br1" timeOffset="49349.04">11796 9797 450 0,'0'0'5'0,"7"-10"1"16,-7 10 2-16,6-17 0 16,-4 7 2-16,-2-5-1 0,0 2 1 15,-5-1-5-15,-7 2-5 16,-3 5 0-16,-3 4 0 15,0 3 0-15,-1 0 0 16,-3 11 0-16,-1 6 0 0,6-1 0 16,2 4 0-16,7 2 0 15,1-3 0-15,7 5 0 16,3-5 0-16,13 1 0 16,7-2 0-16,7-1 0 0,5 0 0 15,3-2 0-15,-1 3 0 16,0-4 0-16,-3 1 0 15,-4 0 0-15,-5-1 0 0,-8-1 0 16,-4-1 0-16,-8 1 0 16,-5-3 0-16,-5 3 0 15,-10-5 0-15,-7 0 0 16,-5 1 0-16,-1-2 0 0,-9-3 0 16,2-1 0-16,0-1 0 15,0-2 0-15,5 0 0 16,9 0 0-16,-2-9-28 15,-2 3-56-15,23-6-4 16</inkml:trace>
  <inkml:trace contextRef="#ctx0" brushRef="#br1" timeOffset="49538.91">12117 9872 487 0,'0'0'4'0,"0"0"0"0,0 0 1 15,0 0 0-15,2 7 1 16,-2-7-6-16,5 20 0 16,0-6 0-16,-3 2 0 0,3 6 0 15,-1-2 0-15,8 8-19 16,7-7-65-16,-11-4-2 16</inkml:trace>
  <inkml:trace contextRef="#ctx0" brushRef="#br1" timeOffset="49900.45">12340 9894 471 0,'0'0'5'0,"0"0"0"0,0 0 1 16,0 0 0-16,-9-7-1 16,9 7 1-16,-6 7-1 15,6 0-3-15,0 8-2 0,0 0 0 16,0 3 0-16,0-2 0 15,0 0 0-15,2-4 0 16,-2 1 0-16,0-13 0 16,6 9 0-16,-6-9 0 0,12-3 0 15,-6-6 0-15,3-4 0 16,1-2 0-16,2 1 0 16,6-6 0-16,-1 0 0 15,1 0 0-15,2 6 0 16,-3 1 0-16,-2 6 0 0,0 4 0 15,0 3 0-15,-5 10 0 16,-1 8 0-16,-4-4 0 16,3 6 0-16,-3 3 0 15,5-4-20-15,-5 13-49 0,8-14-17 16</inkml:trace>
  <inkml:trace contextRef="#ctx0" brushRef="#br1" timeOffset="50341.1">12852 9762 415 0,'0'0'7'16,"0"-9"3"-16,0 9 3 15,0-16 1-15,0 16 1 16,0-12-1-16,0 12 0 0,0 0-5 16,-15-1-9-16,8 12 0 15,-4 9 0-15,4 10 0 16,-5 3 0-16,2 6 0 0,2 3 0 15,1-3 0-15,7-2 0 16,0 0 0-16,10-9 0 16,5-6 0-16,4-5 0 0,4-6 0 15,4-8 0-15,1-3 0 16,-1-11 0-16,3-9 0 16,-5-2 0-16,-3-3 0 15,-7-9 0-15,-3 2 0 16,-7-9 0-16,-5 2 0 0,-5-1 0 15,-9-2 0-15,-4 2 0 16,-5 6 0-16,-1 2 0 16,-3 12 0-16,0 5 0 15,1 10 0-15,1 5 0 0,6 15 0 16,4 7 0-16,8 7 0 16,7 4 0-16,2 5 0 15,10-4 0-15,8 3 0 16,5-4 0-16,8 1-13 0,-4-9-71 15,4-5-2-15</inkml:trace>
  <inkml:trace contextRef="#ctx0" brushRef="#br1" timeOffset="50516.3">13247 9847 476 0,'0'0'5'0,"0"0"-1"0,0 0 2 16,0 0 0-16,0 4 0 0,0 7 2 15,0 1-8-15,0 10 0 16,2 3 0-16,1 3 0 16,5 1 0-16,-6 0 0 15,10 7-15-15,4-7-69 16,-2-4-2-16</inkml:trace>
  <inkml:trace contextRef="#ctx0" brushRef="#br1" timeOffset="50849.45">13990 9793 473 0,'0'0'4'15,"0"0"3"-15,0 0 1 16,0 0 1-16,0 0 1 0,9-3-10 16,2 3 0-16,4-3 0 15,5-2 0-15,5 1 0 16,4-4 0-16,6 3 0 15,0-5-30-15,-1 5-56 0,1 2-3 16</inkml:trace>
  <inkml:trace contextRef="#ctx0" brushRef="#br1" timeOffset="50983.41">14047 9916 451 0,'0'0'4'0,"0"0"1"0,0 0 2 15,0 0 0-15,7 8 1 16,4-8 0-16,6 0 0 15,5 0-2-15,11 0-14 16,1 0-69-16,9-3-6 0</inkml:trace>
  <inkml:trace contextRef="#ctx0" brushRef="#br1" timeOffset="51582.86">14863 9482 460 0,'0'0'5'15,"0"0"1"-15,0 0 2 16,-11 0 0-16,11 0 1 0,-7 11-1 16,-1 3-1-16,6 4-7 15,0 7 0-15,2 4 0 16,0 5 0-16,4 2 0 16,6-2 0-16,1-2 0 0,1-4 0 15,-3-3 0-15,2-6 0 16,-6-5 0-16,0-5 0 15,-5-9 0-15,0 0 0 16,0 0 0-16,0-6 0 16,-8-5 0-16,0-7 0 0,-1-7 0 15,1-4 0-15,-1-4 0 16,0-6 0-16,5-6 0 16,4 1 0-16,0-4 0 15,9 4 0-15,7 2 0 0,2 4 0 16,1 9 0-16,6 4 0 15,5 10 0-15,0 10 0 16,-1 5 0-16,-4 12 0 16,-1 6 0-16,-7 7 0 0,-4 5 0 15,-4 2 0-15,-9 5 0 16,-9-5 0-16,-5 0 0 16,-6 0 0-16,-4-7 0 15,-1-2 0-15,-5-6 0 0,5-5 0 16,-5-7-26-16,2 0-59 15,12 0-2-15</inkml:trace>
  <inkml:trace contextRef="#ctx0" brushRef="#br1" timeOffset="52049.13">15344 9641 460 0,'0'0'4'0,"0"0"2"0,-5 13 0 0,5-13 0 16,-7 14 1-16,3-4 1 15,1 2-1-15,3-1 0 0,0-1-7 16,0-10 0-16,14 13 0 16,1-13 0-16,0 0 0 15,8 0 0-15,-1-3 0 16,-3-7 0-16,2-5 0 0,-5 2 0 15,-2-2 0-15,-5 1 0 16,2 1 0-16,-9 3 0 16,-2 3 0-16,0 7 0 0,0 0 0 15,0 0 0-15,3 14 0 16,1 4 0-16,1 4 0 16,5 6 0-16,-2-2 0 15,4 10 0-15,-2-7 0 0,3 0 0 16,-1 2 0-16,-5-1 0 15,-5-5 0-15,-2-4 0 16,-5 2 0-16,-11-5 0 16,-7-2 0-16,-9-3 0 15,-8-1 0-15,-5-2 0 0,-6-5 0 16,-2 2 0-16,-4-7 0 16,4 3-80-16,7-3-10 15</inkml:trace>
  <inkml:trace contextRef="#ctx0" brushRef="#br1" timeOffset="54533.29">2081 11789 431 0,'0'0'7'0,"0"0"-1"0,0 0 3 0,0 0 0 16,0-7 0-16,0 7 0 16,0 0 0-16,-13 12 1 0,8 8-6 15,-4 3-1-15,-7 1-2 16,2 8 1-16,-9 5 0 16,1-5-2-16,0 6 0 15,-1-6 0-15,-4-2 0 0,7-3 0 16,0-5 0-16,3-2 0 15,5-8 0-15,1-2 0 16,11-10 0-16,-10 11 0 0,10-11 0 16,5 0 0-16,11-3 0 15,0-2 0-15,5-4 0 16,8 3 0-16,4-2 0 16,1-2 0-16,3 1 0 15,-2-2 0-15,1 4 0 0,-6 0 0 16,-4 2 0-16,-6 2 0 15,-2 0 0-15,-6 3 0 16,-12 0 0-16,10 0 0 16,-10 0 0-16,0 0 0 0,0 13 0 15,0-13-31-15,-19 3-55 16,19-3-4-16</inkml:trace>
  <inkml:trace contextRef="#ctx0" brushRef="#br1" timeOffset="55166.2">2513 12008 486 0,'0'0'4'0,"0"0"1"0,0 0 1 0,-10-14 2 16,10 14-6-16,-7-11-2 16,4-2 0-16,-2 3 0 15,5 0 0-15,0 0 0 16,0 10 0-16,15-12 0 0,0 6 0 15,2 4 0-15,6 2 0 16,-1 0 0-16,1 2 0 16,-4 9 0-16,-6-4 0 0,2 8 0 15,-6 2 0-15,-3 1 0 16,-6 0 0-16,-6-2 0 16,1 4 0-16,-4-2 0 15,-1-3 0-15,2-3 0 0,3 0 0 16,3-2 0-16,2 0 0 15,0-10 0-15,5 18 0 16,3-11 0-16,4 0 0 16,6 1 0-16,-6-1 0 0,8 0 0 15,-6 3 0-15,2-2 0 16,-2 2 0-16,2-3 0 16,-9 3 0-16,0-2 0 15,-5 1 0-15,-2 1 0 16,0-10 0-16,-14 18 0 0,-4-11 0 15,-7 3 0-15,0-5 0 16,-5-1 0-16,-2-1 0 16,2 0 0-16,0-3 0 0,6 0 0 15,-1-3 0-15,7 0 0 16,4-9-13-16,7-1-72 16,1 5-2-16</inkml:trace>
  <inkml:trace contextRef="#ctx0" brushRef="#br1" timeOffset="55833.62">3095 11925 436 0,'0'0'6'0,"5"-11"2"0,-3-3 3 16,3 0 0-16,-3-1 2 16,1-5 1-16,-3 0-2 15,0-2-12-15,-3 2 0 0,-9 7 0 16,-4 6 0 0,-2 7 0-16,-7 0 0 0,0 5 0 15,-3 8 0-15,3 3 0 16,0 4 0-16,6 0 0 0,3 3 0 15,9-3 0-15,7 2 0 16,5 0 0-16,11-5 0 16,9 1 0-16,3 0 0 0,8-7 0 15,4 3 0-15,-2-3 0 16,2-1 0-16,-1 0 0 16,-7 3 0-16,-7-6 0 15,-6 5 0-15,-6-2 0 16,-11 0 0-16,-2 5 0 0,-4-3 0 15,-12 3 0-15,-6-2 0 16,-6-1 0-16,-2 1 0 16,-4-6 0-16,-2 4 0 15,2-7 0-15,0-2 0 0,6-2 0 16,3 0 0-16,4 0 0 16,4-5 0-16,9 0 0 15,3-2 0-15,5 7 0 16,0-17-42-16,9 7-46 0,6 0-1 15</inkml:trace>
  <inkml:trace contextRef="#ctx0" brushRef="#br1" timeOffset="56016.2">3335 11953 473 0,'0'0'5'0,"0"0"2"16,0 0 2-16,0 0 0 0,0 0-1 15,0 0-8-15,0 0 0 16,8 9 0-16,-8 1 0 16,5 5 0-16,-2-1 0 15,4 9-10-15,8 2-75 16,-5-5-3-16</inkml:trace>
  <inkml:trace contextRef="#ctx0" brushRef="#br1" timeOffset="56449.54">3497 12000 429 0,'0'0'6'15,"0"0"3"-15,0 0 1 16,0 0 1-16,0 0 0 0,0 0 0 16,0 0-1-16,0 0 1 15,0 0-8-15,5 12-3 16,-2-2 0-16,-1 5 0 15,3 1 0-15,0 2 0 16,-1 0 0-16,2-4 0 0,-1 1 0 16,-2-5 0-16,-3-10 0 15,4 11 0-15,-4-11 0 16,0 0 0-16,3-11 0 0,-1-1 0 16,1-6 0-16,1 1 0 15,2-5 0-15,1 0 0 16,1-3 0-16,1 7 0 15,2-4 0-15,1 8 0 16,1 1 0-16,-1 8 0 0,-1 5 0 16,1 0 0-16,2 15 0 15,-3 0 0-15,-2 5 0 16,-3-1 0-16,5 4 0 16,-3-2 0-16,-1 3 0 0,5-7 0 15,-7-5-15-15,11-12-62 16,-2 5-10-16</inkml:trace>
  <inkml:trace contextRef="#ctx0" brushRef="#br1" timeOffset="56740.2">4126 11593 474 0,'0'0'5'15,"0"0"2"-15,-3-10 2 16,3 10-1-16,0 0 0 0,-9 0-8 16,0 14 0-16,-4 10 0 15,5 10 0-15,-5 11 0 16,1 12 0-16,-4 5 0 0,7 8 0 16,2 1 0-16,2-5 0 15,5 4 0-15,7-8 0 16,5-8 0-16,8-7 0 15,5-7 0-15,7-7 0 16,1-12 0-16,9-3-15 0,15-11-72 16,-14-7-3-16</inkml:trace>
  <inkml:trace contextRef="#ctx0" brushRef="#br1" timeOffset="57182.92">4351 11776 433 0,'0'0'6'16,"0"-12"2"-16,0 12 3 16,-2-15 1-16,2 15 0 0,-5-16 1 15,5 16 0-15,-12-4-10 16,2 14-3-16,-2 8 0 16,0 12 0-16,-1 4 0 15,1 9 0-15,4 3 0 0,2 2 0 16,4-2 0-16,4-3 0 15,7-3 0-15,5-9 0 16,4-3 0-16,1-10 0 0,4-7 0 16,-1-8 0-16,4-3 0 15,-7-13 0-15,1-5 0 16,0-6 0-16,-8-8 0 16,-2 0 0-16,-5-8 0 15,-5-4 0-15,-5-1 0 0,-7-2 0 16,-6 3 0-16,-4 6 0 15,0 4 0-15,1 6 0 16,-4 8 0-16,6 13 0 16,-1 7 0-16,8 7 0 0,5 13 0 15,3 8 0-15,8 1 0 16,5 8 0-16,8 1 0 16,8 1 0-16,-5-6-29 15,13 0-57-15,1-5-3 0</inkml:trace>
  <inkml:trace contextRef="#ctx0" brushRef="#br1" timeOffset="57517.35">4643 11983 486 0,'0'0'4'0,"0"0"1"0,0 0 1 15,-10-13 1-15,10 13-4 16,-6-10-3-16,6 10 0 0,0-17 0 15,6 9 0-15,6 1 0 16,3 1 0-16,2 2 0 16,1 4 0-16,1 0 0 0,-4 7 0 15,0 3 0-15,-8 5 0 16,-3 1 0-16,-4 8 0 16,-4-5 0-16,-3 4 0 15,-5-2 0-15,2 4 0 0,0-5 0 16,0 3 0-16,6-5 0 15,4-4 0-15,0-2 0 16,0-12 0-16,12 13 0 16,0-13-3-16,10-6-52 0,1-1-32 15,2-7 1-15</inkml:trace>
  <inkml:trace contextRef="#ctx0" brushRef="#br1" timeOffset="57700.43">5003 11803 491 0,'0'0'3'15,"0"0"2"-15,0 0 0 0,0 0 0 16,0 0-3-16,-8 13-2 16,6-1 0-16,-3 8 0 15,2 3 0-15,3 6 0 0,0 4 0 16,3 4 0-16,2 1 0 16,2-2 0-16,-1-3 0 15,3-4-28-15,3-2-57 16,-6-9-4-16</inkml:trace>
  <inkml:trace contextRef="#ctx0" brushRef="#br1" timeOffset="57834.2">4951 11970 472 0,'0'0'3'16,"0"0"1"-16,0-10 1 0,0 10-1 16,0-13 1-16,0 13 0 15,17-12-2-15,-2 5-3 16,10 4-14-16,0-2-66 15,7-1-4-15</inkml:trace>
  <inkml:trace contextRef="#ctx0" brushRef="#br1" timeOffset="58266.43">5433 11709 480 0,'0'0'4'0,"0"0"0"15,-8-1 3-15,1 1 0 16,-3 0 0-16,-3 4-5 15,-1 6-2-15,-2 5 0 16,4 5 0-16,-1 5 0 16,4 9 0-16,1 1 0 0,6 3 0 15,2 3 0-15,0-5 0 16,10 6 0-16,-1-11 0 16,4-1 0-16,2-10 0 15,10-6 0-15,-3-6 0 0,1-8 0 16,4-10 0-16,-3-4 0 15,2-9 0-15,-1-9 0 16,-5 0 0-16,-8-8 0 0,-4 0 0 16,-8-4 0-16,0 1 0 15,-11-1 0-15,-4 4 0 16,-4 6 0-16,-4 9 0 16,0 5 0-16,7 8 0 0,-5 9 0 15,5 8 0-15,0 13 0 16,9 5 0-16,2 5 0 15,5 12 0-15,0-3 0 16,5 5 0-16,7 3 0 0,10 2 0 16,1-3-61-16,6-6-27 15,7-3-3-15</inkml:trace>
  <inkml:trace contextRef="#ctx0" brushRef="#br1" timeOffset="58716.32">5852 12069 464 0,'0'0'5'0,"-12"-5"3"16,2 0 1-16,-3-1 2 16,-4 0 1-16,3 0-10 15,-2-1-2-15,2 2 0 0,4-2 0 16,10 7 0-16,-7-13 0 16,7 13 0-16,12-8 0 15,0 1 0-15,3 3 0 0,0-3 0 16,5 4 0-16,-3-1 0 15,-2 4 0-15,0 0 0 16,-7 4 0-16,-8-4 0 16,10 14 0-16,-10 0 0 0,0-3 0 15,-10 4 0-15,2 4 0 16,-2-1 0-16,0 0 0 16,3 1 0-16,-1-1 0 15,6-1 0-15,2-2 0 16,0-1 0-16,7-3 0 0,6-1 0 15,4 0 0-15,1-5 0 16,3-1 0-16,2 4 0 16,-1-3 0-16,1 3 0 15,-9-4 0-15,2 6 0 0,-9 1 0 16,-4-3 0-16,-3 5 0 16,-12-1 0-16,-7 4 0 15,-8-7 0-15,0 7 0 0,-10-7 0 16,4 2 0-16,-2-7-42 15,4-4-46-15,8-7-1 16</inkml:trace>
  <inkml:trace contextRef="#ctx0" brushRef="#br1" timeOffset="58998.94">6094 11509 494 0,'0'0'2'0,"0"0"1"15,0 0 1-15,16-8 0 16,-2 8 0-16,0 8-4 16,9 4 0-16,4 8 0 15,2 12 0-15,7 3 0 16,-2 12 0-16,-2 10 0 0,1 5 0 16,-6 7 0-16,-4 3 0 15,-9 4 0-15,-6 2 0 16,-8-4 0-16,0 1 0 15,-13-9 0-15,-6 2 0 0,-3-17 0 16,-4-4 0-16,-3-12 0 16,-4-8-82-16,8-5-7 15</inkml:trace>
  <inkml:trace contextRef="#ctx0" brushRef="#br1" timeOffset="59583.58">6844 11709 488 0,'0'0'5'0,"0"-14"2"0,0 2 1 0,0 12-5 16,0-15-3-16,0 15 0 16,0 0 0-16,0 0 0 15,0 17 0-15,0 10 0 16,0 8 0-16,0-4 0 0,2 12 0 16,-2-3 0-16,6 2 0 15,-4-10 0-15,8 3-27 16,-5-8-60-16,-3-8-4 15</inkml:trace>
  <inkml:trace contextRef="#ctx0" brushRef="#br1" timeOffset="59765.79">6673 11906 472 0,'0'0'5'0,"0"0"2"0,-5-13 0 15,5 13 2-15,-2-12 0 16,2 12-7-16,3-17-2 15,10 4 0-15,8 3 0 0,0 0 0 16,9 5 0-16,6-2 0 16,6 0 0-16,2-2 0 15,6 2-77-15,0 3-12 16</inkml:trace>
  <inkml:trace contextRef="#ctx0" brushRef="#br1" timeOffset="60083.5">7418 11586 495 0,'0'0'5'0,"0"0"1"15,0 0-1-15,0 0-5 16,0 0 0-16,-5 3 0 16,3 9 0-16,2 8 0 15,0 4 0-15,-5 9 0 0,-1 4 0 16,-1 2 0-16,0 1 0 15,-5-1 0-15,-1-4 0 16,1 0 0-16,1-5 0 16,1-10 0-16,1-3 0 0,2-3 0 15,7-14 0-15,-7 13 0 16,7-13 0-16,7 0 0 16,2-6 0-16,6-1 0 15,3-1 0-15,2-3 0 0,6 4 0 16,-1-8 0-16,5 2-79 15,2-2-11-15</inkml:trace>
  <inkml:trace contextRef="#ctx0" brushRef="#br1" timeOffset="60499.19">7744 11933 496 0,'0'0'5'0,"0"0"1"16,0 0-2-16,0-15-4 0,5 5 0 15,-5-2 0-15,5-3 0 16,-3 0 0-16,3-3 0 16,0 7 0-16,3 0 0 15,1 4 0-15,3 2 0 16,4 5 0-16,-2 0 0 0,2 9 0 15,-4 1 0-15,-3 5 0 16,2 5 0-16,-11 2 0 16,0 2 0-16,-9-1 0 0,-2 6 0 15,-10-1 0-15,0-3 0 16,-4 3 0-16,2-6 0 16,1-2 0-16,5-6 0 15,7-1 0-15,10-13 0 0,-9 12 0 16,9-12 0-16,14 0 0 15,3-10 0-15,10 6 0 16,1-9-29-16,4 1-58 16,5-3-4-16</inkml:trace>
  <inkml:trace contextRef="#ctx0" brushRef="#br1" timeOffset="60951.09">8347 11687 447 0,'0'0'8'0,"0"-15"1"15,0 3 2-15,0 2 1 16,-2-5 1-16,-3 1-2 16,0-1-11-16,-8 0 0 15,-1 7 0-15,-2 6 0 16,-3 2 0-16,-4 2 0 0,1 11 0 15,0 2 0-15,2 2 0 16,2 0 0-16,7 3 0 16,8 0 0-16,3 3 0 15,3-6 0-15,14 1 0 0,2-2 0 16,4-3 0-16,7-1 0 16,-1 0 0-16,-1 1 0 15,2-3 0-15,-6-3 0 16,-4-2 0-16,-3 1 0 0,-4-2 0 15,-6 1 0-15,-7-5 0 16,0 12 0-16,-5-4 0 16,-10-2 0-16,-2 5 0 0,-8-1 0 15,-5-3 0-15,0 1 0 16,-4-1 0-16,1-4 0 16,3-1 0-16,3-2 0 15,8 0 0-15,1-6 0 16,11-5-52-16,2 1-36 0,5-5 0 15</inkml:trace>
  <inkml:trace contextRef="#ctx0" brushRef="#br1" timeOffset="61133.4">8457 11722 497 0,'0'0'3'0,"0"0"2"15,0 0 1-15,0 0-6 16,0 0 0-16,0 7 0 15,0 3 0-15,2 2 0 0,3 6 0 16,0-3 0-16,1 7 0 16,3-2 0-16,3 2-3 15,6-4-82-15,-8-3-3 0</inkml:trace>
  <inkml:trace contextRef="#ctx0" brushRef="#br1" timeOffset="61532.01">8715 11708 476 0,'0'0'5'0,"0"0"2"0,0 0 1 16,0 0-1-16,0 0 1 15,-5-7-8-15,5 7 0 16,-5 11 0-16,5 2 0 0,0 5 0 16,3-2 0-16,-1 3 0 15,0 4 0-15,3-3 0 16,0-4 0-16,-2-5 0 15,0-1 0-15,-3-10 0 16,5 8 0-16,-5-8 0 0,7-2 0 16,-5-9 0-16,3-3 0 15,5-4 0-15,0-2 0 16,0-3 0-16,3 4 0 16,-1-1 0-16,0 3 0 0,4 3 0 15,-7 3 0-15,4 7 0 16,-1 4 0-16,-5 4 0 15,4 7 0-15,-6 3 0 0,4 7 0 16,-4-2 0-16,5 1 0 16,-4 1 0-16,1 2 0 15,2-6 0-15,7 4 0 16,-2-9-48-16,7-2-39 0,-2-3-2 16</inkml:trace>
  <inkml:trace contextRef="#ctx0" brushRef="#br1" timeOffset="62088.31">9207 11583 446 0,'0'0'5'0,"0"0"3"0,7-7 2 16,-7 7 2-16,0 0 1 16,3-8 0-16,-3 8-9 0,0 0-4 15,-12 15 0-15,2 5 0 16,-6 5 0-16,4 7 0 16,2 5 0-16,-2 5 0 15,7-3 0-15,3 2 0 0,2-7 0 16,2 2 0-16,5-10 0 15,6-4 0-15,-1-4 0 16,9-11 0-16,-2-4 0 0,3-3 0 16,1-10 0-16,2-5 0 15,-1-7 0-15,-4-6 0 16,-2-1 0-16,-3-6 0 0,-11-7 0 16,-1 1 0-16,-3-1 0 15,-10-1 0-15,-8 3 0 16,-1 3 0-16,-4 4 0 15,1 9 0-15,-3 9 0 16,3 7 0-16,-3 8 0 0,5 6 0 16,2 8 0-16,8 9 0 15,6 4 0-15,1 3 0 16,3 2 0-16,10 0 0 16,5 0 0-16,8 0 0 15,1-4 0-15,9-3 0 0,-3-1-41 16,2-9-48-16,8-8-2 15</inkml:trace>
  <inkml:trace contextRef="#ctx0" brushRef="#br1" timeOffset="62449.99">9527 11828 443 0,'0'0'7'0,"0"0"3"15,0 0 2-15,0 0 2 0,0 0 0 16,0 0-3-16,-2-7-11 15,2 7 0-15,0-15 0 16,0 15 0-16,15-19 0 16,-3 8 0-16,-1 4 0 0,3 0 0 15,2-1 0-15,-2 5 0 16,-2 3 0-16,3 0 0 16,-5 6 0-16,-2 6 0 15,-5 1 0-15,-1 4 0 16,-2 3 0-16,0 0 0 0,-8 2 0 15,-2 3 0-15,3-3 0 16,-6 0 0-16,6-2 0 16,-3-4 0-16,5 1 0 0,3-6 0 15,2-1 0-15,0-10 0 16,14 10 0-16,2-10 0 16,3 0 0-16,11-2 0 15,0-6 0-15,15 4-20 0,9-9-68 16,-6-2-3-16</inkml:trace>
  <inkml:trace contextRef="#ctx0" brushRef="#br1" timeOffset="62816.2">10357 11589 503 0,'0'0'4'0,"0"0"0"0,0 0-4 16,0 0 0-16,0 0 0 16,8 0 0-16,-8 7 0 15,0 8 0-15,0 5 0 0,0 4 0 16,0 4 0-16,0 7 0 16,0-4 0-16,3 4 0 15,-3 0-37-15,2-11-51 16,0-1-2-16</inkml:trace>
  <inkml:trace contextRef="#ctx0" brushRef="#br1" timeOffset="62999.03">10223 11729 491 0,'0'0'4'0,"0"0"2"0,0 0 0 15,-2-14-2-15,2 14-4 16,2-7 0-16,8 0 0 0,5 1 0 15,2 4 0-15,6-4 0 16,7 6-4-16,15 0-81 16,-11 0-3-16</inkml:trace>
  <inkml:trace contextRef="#ctx0" brushRef="#br1" timeOffset="63349.85">10805 11499 477 0,'0'0'5'15,"0"0"1"-15,0 0 2 0,0 0 1 16,0 0-3-16,0 0-6 16,-3 5 0-16,3 5 0 15,-7 7 0-15,-1 8 0 16,-2 2 0-16,-2 4 0 16,-8 2 0-16,2 3 0 0,-6-4 0 15,-1 2 0-15,-1-5 0 16,2-4 0-16,-1-2 0 15,6-6 0-15,3-4 0 0,4-3 0 16,12-10 0-16,-4 10 0 16,4-10 0-16,19 0 0 15,-1 0 0-15,9-5 0 16,5 0 0-16,3-3 0 0,-3 1 0 16,5-1 0-16,-5 4 0 15,-2-2 0-15,0 1 0 16,-10 0 0-16,3-2-44 15,-9 5-45-15,-4 0-2 0</inkml:trace>
  <inkml:trace contextRef="#ctx0" brushRef="#br1" timeOffset="63532.52">11083 11772 492 0,'0'0'4'0,"0"0"0"0,2 15 2 16,1-1-1-16,-1 6-5 16,1 2 0-16,-1 6 0 15,0 1 0-15,2 4 0 16,1 0 0-16,-3 13-69 16,5-19-18-16</inkml:trace>
  <inkml:trace contextRef="#ctx0" brushRef="#br1" timeOffset="64416.45">13955 11360 465 0,'0'0'5'0,"0"0"1"0,0 0 2 16,0 0 2-16,-2-7 0 15,2 7-3-15,2-10-7 16,-2 10 0-16,15-12 0 0,-3 7 0 16,4 1 0-16,1 3 0 15,1-2 0-15,1 1-12 16,-19 2-74-16,30-2-2 16</inkml:trace>
  <inkml:trace contextRef="#ctx0" brushRef="#br1" timeOffset="64549.28">13933 11459 429 0,'0'0'4'0,"0"0"1"0,0 0 0 16,0 13 3-16,0-13 1 15,12 10 1-15,0-5 0 16,6 0-1-16,3-5-8 16,11 2-18-16,22-2-59 15,-11-2-6-15</inkml:trace>
  <inkml:trace contextRef="#ctx0" brushRef="#br1" timeOffset="65150.01">14872 11120 486 0,'0'0'4'15,"0"0"2"-15,0 0 0 0,0 0 1 16,0 0-5-16,0 0-2 16,-5 12 0-16,5 3 0 15,3 7 0-15,-1 6 0 16,2 4 0-16,2 5 0 0,4 0 0 15,-5-1 0-15,5-3 0 16,-3 0 0-16,4-5 0 16,-8-10 0-16,6-1 0 0,-7-6 0 15,-2-11 0-15,0 0 0 16,0 0 0-16,0-10 0 16,0-8 0-16,-7 0 0 15,0-7 0-15,-2-8 0 0,0-2 0 16,2-4 0-16,-1 0 0 15,4-4 0-15,0 0 0 16,4 4 0-16,0 2 0 16,8 5 0-16,2 5 0 0,4 2 0 15,2 10 0-15,6 6 0 16,-2 4 0-16,2 5 0 16,-1 0 0-16,-3 9 0 15,-2 1 0-15,-6 5 0 16,-5 5 0-16,-5 0 0 0,-5 1 0 15,-7 0 0-15,-8 1 0 16,-5-4 0-16,1-2 0 16,-4 0 0-16,1 2 0 15,-1-10-21-15,1 5-64 0,6-5-3 16</inkml:trace>
  <inkml:trace contextRef="#ctx0" brushRef="#br1" timeOffset="65665.97">15350 11239 484 0,'0'0'4'0,"0"0"2"0,0 0 1 15,0 0 1-15,0 0-6 16,0 0-2-16,0 0 0 16,0 0 0-16,0 0 0 15,-9 3 0-15,9-3 0 16,9 0 0-16,-2 2 0 0,5-2 0 16,6 2 0-16,0-2 0 15,6 3 0-15,1-3 0 16,0 2 0-16,-4-2 0 15,2 0 0-15,-3 0 0 0,-5 5 0 16,-5-2 0-16,-10-3 0 16,3 17 0-16,-3-6 0 15,-13-2 0-15,-4 6 0 0,-8 5 0 16,0-4 0-16,-5 7 0 16,0-3 0-16,0 2 0 15,-2 0 0-15,9-2 0 16,2-2 0-16,8-3 0 15,3-3 0-15,10-2 0 0,0-10 0 16,23 10 0-16,2-10 0 16,9 0 0-16,8 0 0 0,2-5 0 15,7 3 0-15,-4-9 0 16,2 9 0-16,-8-10-2 16,-4 4-87-16,-7-2-3 15</inkml:trace>
  <inkml:trace contextRef="#ctx0" brushRef="#br1" timeOffset="72681.82">16261 8353 298 0,'0'0'5'0,"0"0"5"0,0 0 4 15,0 0 2-15,0 0 2 16,0 0 4-16,0 0-3 0,0 0 0 15,0 0-4-15,0 0-4 16,7 0-2-16,8 0-3 16,15 0-2-16,12 3-1 15,13-3 1-15,17 0 0 16,15-7-1-16,15-1 0 16,10-5-2-16,7-2 0 0,5-1 0 15,-2-2-1-15,0-2 1 16,-10 5-1-16,-10 3 0 0,-15-1 0 15,-20 3 1-15,-12 5 0 16,-18 2 1-16,-12 3 0 16,-18 0-1-16,-7 0 1 0,0 0 0 15,-13 3-1-15,3 0-1 16,3-1-4-16,7-2-3 16,-13 8-7-16,13-8-26 15,0 0-41-15,0 0-1 16</inkml:trace>
  <inkml:trace contextRef="#ctx0" brushRef="#br1" timeOffset="72899.22">18127 8053 385 0,'0'0'7'0,"0"0"2"16,0 0 1-16,0 0-1 15,3 4 1-15,-3-4 1 0,0 21 0 16,0-4-1-16,-3-2-6 16,3 7-5-16,0-3-4 15,0 6-8-15,0 0-30 0,8-4-34 16,-1-6-4-16</inkml:trace>
  <inkml:trace contextRef="#ctx0" brushRef="#br1" timeOffset="73332.13">18223 8426 486 0,'0'0'1'16,"24"-6"-1"-16,-5-1 1 15,6-6 0-15,7-5 0 0,1-4-1 16,6-6 1-16,-3-7 0 15,-6-6 0-15,-9-4 0 16,-8-1-1-16,-8-4 0 16,-5-2-1-16,-13 2-1 0,-11 4-1 15,-6 1-1-15,-10 8 0 16,-5 7 0-16,-5 10-2 16,4 10-1-16,-4 5-4 15,3 10-5-15,-1 11-16 0,14 11-46 31,6 5-2-31</inkml:trace>
  <inkml:trace contextRef="#ctx0" brushRef="#br1" timeOffset="73999.89">18052 7903 313 0,'0'0'6'0,"0"-10"3"0,0 10 2 16,-5-18 2-16,-2 11 0 16,-2-4 3-16,-7 4 0 0,4 0-1 15,-9 7-5-15,-1 0-2 16,-2 7-2-16,-9 21 1 16,-2 4-1-1,3 7 0-15,0 9-1 16,2 4 1-16,5 4 0 15,6 4-1-15,6-3 0 16,13-7-3-16,10-6 1 0,12-3-1 16,5-5 0-16,12-7 1 15,2-7-1-15,7-6 0 16,6-7 0-16,1-6 0 16,2-3 0-16,-4-10-1 0,-2-2 0 15,-6-3 1-15,-5-2-1 16,-8-4 1-16,-7 2-2 15,-8-3 0-15,-4 2-2 16,-11 0-4-16,1 10-11 16,-3 10-43-16,-5-9-23 0,5 9-1 15</inkml:trace>
  <inkml:trace contextRef="#ctx0" brushRef="#br1" timeOffset="74815.99">16022 9661 368 0,'0'0'5'0,"0"0"1"0,-12 0 3 16,12 0-1-16,0 0 0 15,-7 0 0-15,7 0 3 16,0 0 1-16,10 2-3 0,15-2-2 16,7 0-1-16,10 0 1 15,17 0 0-15,14-5-1 16,13-4-1-16,14-2-2 16,12-3 0-16,7-1 0 15,8 0-2-15,2-3 1 0,-5 6-1 16,-5-5-1-16,-2 5 1 15,-15 2-1-15,-13 0 1 16,-16 2-1-16,-16 6 0 0,-12-3 0 16,-18 5-1-16,-13 0 1 15,-14 0-1-15,0 0-1 16,-14 12-3-16,-4-6-3 16,6 1-9-16,-8 0-31 15,6 1-33-15,14-8-2 0</inkml:trace>
  <inkml:trace contextRef="#ctx0" brushRef="#br1" timeOffset="75600.03">18100 9396 453 0,'0'0'5'0,"0"0"1"16,0 0 1-16,-5-8 2 16,5 8-1-16,-5-9 1 0,5 9 0 15,-5-13-4-15,5 13-5 16,0-10 0-16,0 10 0 16,8 0 0-16,1 0 0 15,6 0 0-15,0 6 0 16,2-2 0-16,-2 6 0 0,-3 0-5 15,-1 3 0-15,-11 4-1 16,-6-1 0-16,-8 5 1 16,-6 1 1-16,-4-2 0 0,-4 3 1 15,1-4 1-15,-3 1 1 16,7-8 0-16,6 1 0 16,7-6 0-16,10-7 0 15,0 0 0-15,0 0 0 0,13-2 0 16,1-9-2-16,11 2-1 15,3-7 1-15,-1-3-1 16,3-3 1-16,0-3-1 0,-6-4 1 16,3-6 2-16,-4-3 1 15,-11-1 2-15,-1-1 2 16,-9 1 3-16,-2 2 0 16,-10 4 1-16,-5 4 0 15,-10 9 0-15,-8 5 0 0,-1 8-1 16,-5 7-2-16,-7 9-2 15,2 11-1-15,-1 9 0 16,0 9 0-16,8 7-2 16,3 4 0-16,6 8 0 0,10 0 0 15,11 0 0-15,7-2 0 16,10-6 0-16,13-1 0 16,6-9 0-16,11-4 0 15,10-15 0-15,5-4 0 0,7-13 0 16,2-3 0-16,8-10 0 15,-3-6 0-15,-2-12 0 16,-4-5 0-16,-11-4 0 16,-9-7 0-16,-11-1 0 0,-16-4 0 15,-13-3 0-15,-6-1 0 16,-15-1 0-16,-16 1 0 16,-7 9 0-16,-9 5 0 15,-7 7 0-15,-5 9 0 0,-6 16 0 16,1 7 0-16,8 12 0 15,-4 8-17-15,6 16-68 16,13 5-1-16</inkml:trace>
  <inkml:trace contextRef="#ctx0" brushRef="#br1" timeOffset="76366.35">16063 11287 395 0,'0'0'5'0,"0"0"1"0,0 0 1 15,0 0 0-15,0 0 1 16,0 0 2-16,0 0 1 16,0 0 2-16,7 0-5 0,16 0-1 15,8 2-1-15,16-2 1 16,13 0-1-16,18 0-1 16,16-8-2-16,10 0-1 15,13-3 0-15,2-2 1 16,6-2-3-16,1 0 0 0,-4-3 0 15,-3 4 0-15,-10 2 0 16,-6-4 0-16,-11 7 0 16,-11-1 0-16,-14 0 0 15,-12 5 0-15,-10 0 0 0,-15 3 0 16,-11-4 0-16,-6 6 0 16,-13 0 0-16,0 0 0 15,0 0 0-15,0 0 0 16,-5 3 0-16,5-3 0 0,0 0 0 15,-13 5-6-15,13-5-6 16,0 0-11-16,0 0-54 16,0 0-9-16</inkml:trace>
  <inkml:trace contextRef="#ctx0" brushRef="#br1" timeOffset="76932.12">18144 11026 465 0,'0'0'3'0,"0"0"2"0,0 0 0 15,-5-10 1-15,5 10 0 16,-2-8 2-16,2 8-1 0,-5-9-1 15,5 9-6-15,0-10 0 16,0 10 0-16,0 0 0 16,12-8 0-16,1 5 0 15,-1 1 0-15,6 2 0 0,-3 0 0 16,0 0 0-16,-1 0 0 16,-1 5 0-16,-13-5 0 15,12 13-3-15,-12-13 1 16,0 14 1-16,-4-4 1 15,-4 3 0-15,-2-3 0 0,-1 0 1 16,3-3-1-16,2 3 0 16,-1-3-1-16,7-7 1 15,-5 18 1-15,5-18-1 0,5 13 0 16,2-7 1-16,7 2 0 16,2 0-1-16,4 1 1 15,-2-1 1-15,-2-2-2 16,2 2 0-16,-3-2 0 0,-2 1 0 15,-13-7 0-15,5 12 0 16,-5-12 0-16,-14 10 0 16,-2-5 0-16,-7 3 0 15,-2-6 0-15,-10 1 0 0,3-1-5 16,-5-2-2-16,0 0-5 16,7 0-14-16,3 0-52 15,-1-10-7-15</inkml:trace>
  <inkml:trace contextRef="#ctx0" brushRef="#br1" timeOffset="77349.16">18187 10737 413 0,'0'0'2'0,"-11"0"0"0,-1 0 1 15,-5 1 2-15,-7 4 2 16,-4 8 1-16,-10 7 2 15,-4 7 0-15,0 5 0 0,-5 9-2 16,5 9 2-16,2 5-2 16,5 5-1-16,8 2-3 15,9 0 0-15,14-3-4 0,4 0 0 16,14-9 0-16,11-3 0 16,12-9 0-16,16-6 0 15,9-13 0-15,7-9 0 16,6-10 0-16,6-3 0 0,2-15 0 15,-3-14 0-15,-6-1 0 16,-5-13 0-16,-14-3 0 16,-13-7 0-16,-17-4 0 15,-7-2 0-15,-18-5 0 16,-7-2 0-16,-21 4 0 16,-10 3 0-16,-6 11 0 0,-13 9 0 15,-9 11 0-15,-5 17 0 16,-4 14 0-16,1 12 0 15,7 10-59-15,-1 18-28 0,12-1 0 16</inkml:trace>
  <inkml:trace contextRef="#ctx0" brushRef="#br2" timeOffset="129116.55">4289 13894 401 0,'0'0'6'0,"0"0"2"0,0-11 2 15,0 11 1-15,9-15 1 16,-5 7 0-16,1-2 0 16,2-5 0-16,6 2-5 15,-1 5-2-15,4-1-2 16,1 4-1-16,3 1-1 0,-3 4 0 16,3 0-1-16,3 1 0 15,-9 5 1-15,1 6-1 16,-3 0 0-16,-4 4 1 0,-6-1 0 15,-2 1-1-15,-10 4 1 16,-2 2 0-16,-8-1 2 16,-2 1-3-16,-7-3 0 0,3-1 0 15,-1 2 0-15,2-5 0 16,3-5 0-16,5 0 0 16,4-6 0-16,13-4 0 15,-7 3 0-15,7-3 0 0,9 0 0 16,7-3 0-16,0 1 0 15,7-3 0-15,2 0 0 16,3 1 0-16,-1 1 0 16,-1 0 0-16,-3 3 0 15,0 0 0-15,-3 0 0 0,-3 0 0 16,-2 0 0-16,-5 0 0 16,-10 0 0-16,12 0 0 15,-12 0 0-15,0 0 0 16,0 0 0-16,0 0 0 0,0 0 0 15,0 0 0-15,0 0-11 16,0 0-30-16,0 10-43 16,0-10-4-16</inkml:trace>
  <inkml:trace contextRef="#ctx0" brushRef="#br2" timeOffset="130716.31">4422 13580 317 0,'0'0'6'0,"-5"-10"3"16,-2 0 3-16,1-3 3 15,-4-1 2-15,0-4 2 16,-5 4-1-16,-5-6 1 15,3 5-5-15,-8 7-4 16,-2 6-4-16,-2 2-2 0,-4 12-2 16,-4 11-1-16,-3 7 0 15,0 7-1-15,0 7 1 16,6 6 0-16,-1 7 1 16,10 5-1-16,7 0 2 0,8-1-1 15,10 4 0-15,5-3-1 16,15-3 1-16,8-9-1 15,11-1 1-15,6-9-1 0,7-6 0 16,5-9-1-16,9-5 2 16,0-10 0-16,7-4-1 15,-4-6 1-15,0-8-1 16,-2-7 1-16,-2-3 0 0,-6-9 1 16,-4-3 1-16,-10-3-2 15,-8-5-2-15,-7-7 0 16,-10-2 0-16,-10-10 0 15,-7 2 0-15,-11-3 0 16,-9-4 0-16,-6 2 0 0,-12-2 0 16,-7 7 0-16,-3 6 0 15,-6 6 0-15,-4 6 0 16,-3 11 0-16,-4 5 0 0,3 6 0 16,-6 15 0-16,5 3 0 15,-4 9 0-15,11 9-2 16,1-2-10-16,12 12-22 15,11 0-52-15,9 4-1 0</inkml:trace>
  <inkml:trace contextRef="#ctx0" brushRef="#br2" timeOffset="131266.2">3661 14466 120 0,'0'0'-2'0,"0"0"0"0,0 0 1 16,0 0-1-16,0 0-1 0,0 0-1 16,7 0-11-16,-7 0-17 15,0 0-10-15</inkml:trace>
  <inkml:trace contextRef="#ctx0" brushRef="#br2" timeOffset="132049.03">5174 13891 324 0,'0'0'7'0,"0"0"3"16,0 0 2-16,0 0 1 16,0 0 1-16,0 0-1 15,0 0 0-15,0 0 0 0,6-4-5 16,4 4-3-16,2 0-2 16,10 0 0-16,6 0 1 15,2 0 0-15,7 0 0 16,2 0 0-16,6-3 0 0,-1 2-1 15,1-5-1-15,-2 3 0 16,-4-1 0-16,-4 2-1 16,-5-4 1-16,-5 6 0 15,-10 0-1-15,-3 0 0 0,-12 0-2 16,0 0-5-16,0 0-11 16,0 0-40-16,-15 0-25 15,3 0-2-15</inkml:trace>
  <inkml:trace contextRef="#ctx0" brushRef="#br2" timeOffset="132416.49">5418 13640 433 0,'0'0'3'15,"0"0"2"-15,0 0 1 0,0 0 1 16,0 0 0-16,0 0-1 16,0 0 1-16,0 0-1 15,0 0-2-15,0 0-2 16,-3 4-1-16,3-4-1 16,3 13 1-16,-3-13 0 0,12 7 0 15,-2-7 1-15,0 0 0 16,0 0 0-16,0 0 0 15,-3-5 0-15,-7 5 0 16,12-12 0-16,-12 12-1 0,0 0-1 16,-4-7-2-16,-6 7-2 15,0 1-3-15,0 10-7 16,-2-1-18-16,-11 7-53 16,16 3 1-16</inkml:trace>
  <inkml:trace contextRef="#ctx0" brushRef="#br2" timeOffset="132733.16">5485 14236 371 0,'0'0'6'0,"0"0"4"15,0-9 1-15,0 9 1 16,2-18 1-16,0 6 2 16,1-2-1-16,3-3 1 0,-1 3-6 15,-1 2-3-15,1-3-1 16,-2 5-2-16,-1-3-1 16,-2 13-1-16,0-9-1 15,0 9 0-15,-7-4-1 0,-4 4-1 16,1 1-3-16,-2 2-4 15,3 9-10-15,-2-2-17 16,-6 0-46-16,15 2-3 16</inkml:trace>
  <inkml:trace contextRef="#ctx0" brushRef="#br2" timeOffset="133166.24">6305 13707 427 0,'0'0'5'0,"0"0"1"16,0 0 2-16,2-10 0 15,-2 10 0-15,0 0-1 16,0 0 1-16,0 0 0 16,5 17-4-16,-2-3-2 0,-3 6-2 15,0 3-1-15,4-1-3 16,-1 0-7-16,5 0-21 16,14-1-50-16,-17-7-1 15</inkml:trace>
  <inkml:trace contextRef="#ctx0" brushRef="#br2" timeOffset="133666.09">6269 13441 430 0,'0'0'3'0,"0"0"0"15,-9-7 1-15,2 5 1 16,-5-2-1-16,-4 4 1 15,-3 0 0-15,-6 8 1 0,0 8-4 16,0 8 1-16,-3 8-1 16,1 7-1-16,5 7 1 15,2 5 0-15,6 7-1 16,3 1 1-16,9 1 1 0,2-4-1 16,9-1 0-16,9-5 0 15,5-4 0-15,9-9-1 16,3-5 0-16,2-7-1 0,8-7 1 15,-1-9 0-15,4-6 0 16,-2-3 1-16,0-7 1 16,-4-8 0-16,-1-3 0 15,-2-9 1-15,-11-5-4 16,0-5 0-16,-9-5 0 0,-3-8 0 16,-11-6 0-16,-5-1 0 15,-10-8 0-15,-10 3 0 16,-7 5 0-16,-8 2 0 15,-3 8 0-15,-4 11 0 0,1 8 0 16,-2 6 0-16,-2 15 0 16,6 2 0-16,-2 5 0 15,9 12 0-15,5 2-6 0,5 14-4 16,7-6-13-16,10 11-60 16,10 1-4-16</inkml:trace>
  <inkml:trace contextRef="#ctx0" brushRef="#br2" timeOffset="134216.19">7460 13808 383 0,'0'0'5'0,"0"0"3"0,0 0 3 16,0 0 1-16,0 0 0 0,0 0 0 15,0 0 1-15,0 0-1 16,0 0-3-16,8 3-3 15,4 0-2-15,6-3 0 16,6 1 0-16,6 2 0 0,4-3 0 16,9 0 0-16,4 0 0 15,3-3-4-15,0-1 0 16,-1-2 0-16,-3 1 0 16,-5-2 0-16,-4 3 0 0,-9-2 0 15,-3 1 0-15,-13 5-6 16,-12 0-17-16,0 0-61 15,-7 5-3-15</inkml:trace>
  <inkml:trace contextRef="#ctx0" brushRef="#br2" timeOffset="134482.87">7572 13894 377 0,'0'0'6'0,"0"0"2"16,0 0 2-16,5 0 1 0,-5 0 1 15,13 0 2-15,-3-3 0 16,4 3 1-16,4 0-5 16,7 0-1-16,2 0-3 0,6 0 0 15,1 0-1-15,3 0-2 16,0 0-1-16,-2 0 1 16,-3 0-3-16,-2 0 0 15,0 0 0-15,-10 3 0 0,3-3 0 16,-11 0-8-16,1 3-6 15,-13-3-22-15,7 0-48 16,-7 0-2-16</inkml:trace>
  <inkml:trace contextRef="#ctx0" brushRef="#br2" timeOffset="134834.4">7756 13572 448 0,'0'0'2'0,"0"0"0"0,0 0 2 16,7-2 0-16,-7 2 2 15,18 0 0-15,-1 2 1 16,8 3 0-16,0 8-1 0,5 2 0 16,7 2-1-16,2 2-1 15,7 4-2-15,-2 2 0 16,4-3-2-16,-4 3 0 0,-1 3 0 15,-6-3 0-15,-5 0 0 16,-12 1 0-16,-8 2 0 16,-12 1 0-16,-9 1 0 15,-14 2 0-15,-12-2 0 16,-2 4 0-16,-3-4 0 0,-2-3 0 16,0-5 0-16,10-4 0 15,4 2 0-15,3-11 0 16,16 7-12-16,9-16-75 15,0 0-1-15</inkml:trace>
  <inkml:trace contextRef="#ctx0" brushRef="#br2" timeOffset="136136.25">9292 13503 438 0,'0'0'4'0,"0"-7"3"16,0 7 2-16,-3-15 0 15,3 15 1-15,-5-15 0 0,5 15 0 16,-17-2 0-16,7 9-6 16,-8 11-4-16,4 7 0 15,-9 8 0-15,3 10 0 16,-2 1 0-16,7 11 0 16,3-5 0-16,4-3 0 15,8 0 0-15,0-10 0 0,15 1 0 16,5-17 0-16,7 2 0 15,3-11 0-15,5-5 0 16,2-7 0-16,0 0 0 0,0-5-2 16,-7-7-15-16,0 2-24 15,0-2-45-15,-18-4-1 16</inkml:trace>
  <inkml:trace contextRef="#ctx0" brushRef="#br2" timeOffset="136316.19">9110 13723 452 0,'0'0'3'16,"0"0"0"-16,0 0 0 0,0 0 1 16,0 0 1-16,12 0-1 15,-1 0 1-15,10 0-1 16,7 0-6-16,7 4-5 16,3-4-8-16,11 0-16 15,-4 4-34-15,4-4-17 0</inkml:trace>
  <inkml:trace contextRef="#ctx0" brushRef="#br2" timeOffset="136865.97">9706 13666 400 0,'0'0'7'0,"0"0"2"16,-5-7 1-16,5 7 2 15,-14-2 0-15,-2-1 2 0,2 3-1 16,-6 3 1-16,0 6-7 16,0 4-2-16,0 2-2 15,6 2 0-15,1 3-1 16,5 2-2-16,8-2 0 0,0-3 0 15,8-2 0-15,5 1 0 16,1-7 0-16,4-2 0 16,1-4 0-16,-1-3 0 15,-1 0 0-15,3-7 0 0,-4-5 0 16,-4-4 0-16,0 0 0 16,1-2 0-16,-4-7 0 15,-4 2 0-15,3 2 0 16,-5 3 0-16,-1 3 0 0,0 3 0 15,-2 12 0-15,0 0 0 16,0 0 0-16,12 15 0 16,-9-1 0-16,2 3 0 15,3 3 0-15,-3 0 0 0,2-2 0 16,0-3 0-16,-2-2 0 16,3-5 0-16,-8-8 0 15,15 14 0-15,-15-14 0 16,15-3 0-16,-5-9 0 15,2 2 0-15,3-8 0 0,-3-2 0 16,8 0 0-16,1-1 0 16,-5 3 0-16,2 3 0 15,-1 5 0-15,-2 3 0 0,-3 7 0 16,1 0 0-16,-1 5 0 16,0 7 0-16,-1 3 0 15,4-1 0-15,0 4 0 16,-3 2 0-16,6-5 0 0,-4 2 0 15,2-4 0-15,-2-3-4 16,6 2-26-16,15-6-54 16,-21-2-3-16</inkml:trace>
  <inkml:trace contextRef="#ctx0" brushRef="#br2" timeOffset="137399.53">10531 13511 460 0,'0'0'5'0,"0"0"1"16,0-10 1-16,0 10 1 15,3-15 1-15,-3 15 0 16,0-15-2-16,0 15-7 16,-8 0 0-16,-4 12 0 0,2 6 0 15,-2 3 0-15,-4 15 0 16,7-1 0-16,-1 5 0 15,2-1 0-15,3 0 0 0,5-2 0 16,7-2 0-16,4-7 0 16,1-4 0-16,7-7 0 15,-1-7 0-15,5-2 0 16,2-6 0-16,-3-2 0 16,0-4 0-16,-2-9 0 0,-2-2 0 15,-7-7 0-15,2-3 0 16,-7-4 0-16,-6-8 0 15,0-1 0-15,-11-4 0 0,-1 4 0 16,-6-3 0-16,-3 6 0 16,-7 5 0-16,-1 8 0 15,-1 9 0-15,-5 6 0 16,3 7 0-16,-4 5 0 0,12 10 0 16,1 2 0-16,8 6 0 15,5 2 0-15,8 1 0 16,9 2 0-16,6-3 0 15,6 0 0-15,9-3 0 0,4 0 0 16,5-7 0-16,1-3 0 16,4-2 0-16,-5-5 0 15,6 2-2-15,-6 6-82 16,0-13-4-16</inkml:trace>
  <inkml:trace contextRef="#ctx0" brushRef="#br2" timeOffset="137782.85">10943 13723 484 0,'0'0'5'0,"0"0"1"0,6-2 2 0,-6 2 0 15,0 0-8-15,10-5 0 16,-10 5 0-16,0 0 0 15,0 0 0-15,2 17 0 16,-2-4 0-16,0 5 0 0,-2 4 0 16,-1 3 0-16,3 4 0 15,0-1 0-15,0-2 0 16,5 2 0-16,0-3 0 0,2-3 0 16,-1-2 0-16,-1-6 0 15,-3 1 0-15,3-7 0 16,-5-8 0-16,2 13 0 15,-2-13 0-15,0 0 0 16,0 0 0-16,0 0 0 16,0 0 0-16,0 0 0 0,3-13 0 15,-3 13 0-15,2-20 0 16,-2 20 0-16,5-12-54 16,-3-4-41-16</inkml:trace>
  <inkml:trace contextRef="#ctx0" brushRef="#br2" timeOffset="144916.35">11557 13616 413 0,'0'0'2'0,"0"0"2"16,0 0 0-16,0 0 1 16,13-1 0-16,-13 1 0 15,19 0 0-15,-3 0 0 16,2 0-6-16,6 0-12 0,1 4-62 16,5-1-3-16</inkml:trace>
  <inkml:trace contextRef="#ctx0" brushRef="#br2" timeOffset="145082.19">11602 13822 334 0,'0'0'6'16,"0"0"2"-16,8-1 1 15,5-5 2-15,6-1-2 0,4-4 1 16,11 3-16-16,3-5-58 15,11-5-7-15</inkml:trace>
  <inkml:trace contextRef="#ctx0" brushRef="#br2" timeOffset="145666.2">12847 12902 461 0,'0'0'4'16,"-3"-11"1"-16,3 11 1 16,-9-13 1-16,9 13 1 15,-13-14 0-15,13 14-1 16,-15-5-2-16,15 5-5 0,-12 13 0 15,7 9 0-15,2 3 0 16,3 4 0-16,0 6 0 16,6 4 0-16,1-2 0 0,0 1 0 15,1-3 0-15,-1-10 0 16,1-1 0-16,-3-4 0 16,-3-7 0-16,-2-13 0 15,0 7 0-15,0-7 0 0,-5-7 0 16,1-9 0-16,-5-4 0 15,2-6 0-15,-2-10 0 16,-1-3 0-16,-1-5 0 16,4-6 0-16,0-2 0 0,5 3 0 15,-1 1 0-15,3 4 0 16,7 7 0-16,8 5 0 16,7 12 0-16,1 8 0 0,12 6 0 15,2 6 0-15,5 13 0 16,-2 6 0-16,-3 5 0 15,-5 2 0-15,-4 4 0 16,-8 2 0-16,-13 0 0 0,-7 0 0 16,-5-4 0-16,-12-1 0 15,-6-5 0-15,-2 3-3 16,-4-10-11-16,2 2-13 16,2-5-56-16,0-2-3 15</inkml:trace>
  <inkml:trace contextRef="#ctx0" brushRef="#br2" timeOffset="146123.54">13155 13012 450 0,'0'0'3'0,"0"0"0"0,0 0 0 16,0 0 1-16,0 0-1 15,0 13 1-15,0-13 0 16,2 12 0-16,-2-12-1 16,9 10-1-16,2-7 1 0,2 2-1 15,4-2 1-15,4-3 1 16,0 0-1-16,0-5 0 16,1-1 1-16,-5-4-1 15,-2 3 0-15,0-1-3 0,-15 8 0 16,13-14 0-16,-13 14 0 15,2-8 0-15,-2 8 0 16,0 0 0-16,-5 0 0 16,0 10 0-16,5 2 0 15,-3 3 0-15,3 6 0 0,0-2 0 16,3 4 0-16,2-1 0 16,0 0 0-16,0-2 0 15,-3-1 0-15,-2-1 0 16,0-3 0-16,-4-3 0 0,-7 3 0 15,1-5-9-15,-9-2-14 16,-26-1-61-16,20 0-3 16</inkml:trace>
  <inkml:trace contextRef="#ctx0" brushRef="#br2" timeOffset="146499.72">12506 13441 421 0,'0'0'5'0,"0"0"0"0,0 0 2 15,0 0 1-15,0 0 1 16,14 0 2-16,-5 0 0 0,9 0 1 15,6-5-3-15,6 3-1 16,10 0-3-16,9-3-5 16,11 2 0-16,12-5 0 15,8 3 0-15,12-2 0 0,-5 2 0 16,9 0 0 0,-3 0 0-16,-2 0 0 0,-3 0 0 15,-14 3 0-15,-12 0 0 16,-10 2 0-16,-12 0 0 0,-11 0 0 15,-6 0 0-15,-11 0 0 16,-12 0 0-16,-2 19-60 16,-13-9-29-1,-5-5-1-15</inkml:trace>
  <inkml:trace contextRef="#ctx0" brushRef="#br2" timeOffset="147050.41">12819 13783 458 0,'0'0'1'0,"0"0"-1"0,-2 7 2 0,2-7-1 16,0 24 2-16,2-8-1 15,4 9 2-15,1 0-1 16,3 7 1-16,0 0-1 16,3 1-1-16,-4 1 0 0,4-6 0 15,-1-3-1-15,-4-6 0 16,-5-2-1-16,4-7 1 15,-7-10 0-15,0 10-1 0,0-10 1 16,-7-10 0-16,-1 0 0 16,1-7 1-16,-7-2 1 15,2-6-1-15,2-8 0 0,-2 1 1 16,2-5-1-16,5-1 1 16,3-1-3-16,2 4 0 15,2 0 0-15,13 9 0 16,0 3 0-16,7 5 0 15,4 6 0-15,3 8 0 0,3 4 0 16,-2 7 0-16,0 10 0 16,-8 0 0-16,-6 8 0 15,-4 2-2-15,-7 3-1 16,-5 0-3-16,-17 0-2 0,1-4-5 16,-6-5-12-16,-8 1-58 15,2-3-1-15</inkml:trace>
  <inkml:trace contextRef="#ctx0" brushRef="#br2" timeOffset="147549.38">13190 13937 460 0,'0'0'5'0,"0"0"2"0,0 0 1 0,0 0 0 16,5 0 1-16,-5 0 0 0,12-3-4 16,-4 1-5-16,5-1 0 15,-1 3 0-15,3 0 0 16,0 3 0-16,2 4 0 16,0 3 0-16,-7 2 0 0,0 4 0 15,-2-2 0-15,-8 1 0 16,0 2 0-16,-8-1 0 15,-6-2 0-15,1-3 0 16,-5-4 0-16,4 0 0 0,-2-2 0 16,7-5 0-16,9 0 0 15,-11-11 0-15,11 0 0 16,3-7 0-16,7-4 0 0,6-5 0 16,-4 2 0-16,8-3 0 15,-6 3 0-15,2 6 0 16,-4-1 0-16,-3 13 0 15,-9 7 0-15,16 2 0 16,-14 9 0-16,5 8 0 16,-2 1 0-16,0 5 0 0,6 2 0 15,3 1 0-15,1-4 0 16,7-2 0-16,3-5 0 16,10-2-33-16,8 1-52 0,1-12-3 15</inkml:trace>
  <inkml:trace contextRef="#ctx0" brushRef="#br2" timeOffset="148567.54">16296 13066 456 0,'0'0'4'0,"0"0"3"15,0-8 0-15,0 8 1 0,0-11 1 16,0 11-1-16,-10-7 1 15,0 7-6-15,-5 5-3 16,-2 9 0-16,-3 10 0 16,0 5 0-16,-2 8 0 0,4 5 0 15,0 3 0-15,9-1 0 16,4 1 0-16,5-4 0 16,7-8 0-16,11 0 0 15,1-13 0-15,9-4 0 0,-1-6 0 16,3-5 0-16,2-5 0 15,0-5 0-15,-4-9 0 16,-3-6 0-16,-5-2 0 0,-5-11 0 16,-3-6 0-16,-9-6 0 15,-1-7 0-15,-4 0 0 16,-6-2 0-16,-4 4 0 16,-8 6 0-16,0 6 0 15,-7 12 0-15,-1 5 0 0,-2 11 0 16,1 10 0-16,-1 6 0 15,-2 11 0-15,7 8 0 16,-3 2 0-16,13 6 0 16,11 5 0-16,4 2 0 0,7-6 0 15,12-1 0-15,11-1 0 16,6-7 0-16,6-8 0 16,0-2 0-16,3-5 0 15,-3-2 0-15,-3-8-8 0,-1 0-77 16,-3 0-3-16</inkml:trace>
  <inkml:trace contextRef="#ctx0" brushRef="#br2" timeOffset="148833.54">16734 13340 505 0,'0'0'1'0,"0"0"1"16,0 0 1-16,7 10-3 15,-5-2 0-15,1 3 0 0,-3 7 0 16,0 2 0-16,0 1 0 16,0 3 0-16,0 0 0 15,0 1 0-15,0-4 0 16,7 4-24-16,0-7-61 0,4-3-3 15</inkml:trace>
  <inkml:trace contextRef="#ctx0" brushRef="#br2" timeOffset="149058.17">17195 13201 509 0,'0'0'2'0,"0"0"-2"0,0 0 0 16,0 0 0-16,13-3 0 15,-13 3 0-15,14-2 0 0,-3 0 0 16,1 2 0-16,6 0 0 16,-1 2 0-16,-3-2 0 15,-14 0-87-15,15 5-2 16</inkml:trace>
  <inkml:trace contextRef="#ctx0" brushRef="#br2" timeOffset="149232.12">17180 13366 410 0,'0'0'5'0,"0"0"1"16,8 0 3-16,2 0 0 15,10 0 0-15,2 0 1 16,10 0-3-16,3-7-5 15,10-2-47-15,2 3-34 0,1-1-2 16</inkml:trace>
  <inkml:trace contextRef="#ctx0" brushRef="#br2" timeOffset="149532.46">18110 12902 501 0,'0'0'3'16,"0"0"0"-16,0 0 1 0,0 0-4 15,-8 0 0-15,4 4 0 16,-1 13 0-16,-1 8 0 15,4 8 0-15,2 8 0 16,0 6 0-16,0 3 0 16,2 2 0-16,6-2 0 0,4 0-2 15,-2-13-28-15,3-1-55 16,-4-3-4-16</inkml:trace>
  <inkml:trace contextRef="#ctx0" brushRef="#br2" timeOffset="149816.29">17844 13189 463 0,'0'0'4'0,"0"0"0"0,0 0 1 16,0 0 0-16,5-11 1 15,12 6-1-15,1 3 1 16,9-3 0-16,10 5-6 16,3-2-5-16,3 2-9 0,-1 0-25 15,4 0-45 1,-1 2-1-16</inkml:trace>
  <inkml:trace contextRef="#ctx0" brushRef="#br2" timeOffset="150366.49">18382 13139 438 0,'0'0'4'15,"0"0"2"-15,0 0 2 16,0 0 1-16,-4-5 0 0,4 5 0 16,-18-2 1-16,2 2-1 15,-2 2-3-15,-5 5-3 16,4 1-3-16,-1 7 0 0,3-1 0 15,1 4 0-15,8 0 0 16,8-2 0-16,0 0 0 16,13-4 0-16,0 1 0 15,6-6 0-15,4-5 0 0,0-2 0 16,-2 0 0-16,2-5 0 16,-3-5 0-16,0 0 0 15,-5-5 0-15,-3 1 0 16,1-1 0-16,-6 0 0 0,-2 0 0 15,-3 5 0-15,1 0 0 16,-3 10 0-16,0 0 0 16,0 0 0-16,2 5 0 0,-2 10 0 15,4 2 0-15,0 1 0 16,-1-1 0-16,4 3 0 16,-2-5 0-16,2 0 0 15,-1-5 0-15,-6-10 0 16,14 7 0-16,-4-7 0 0,3-3 0 15,-4-7 0-15,5-2 0 16,0-2 0-16,0-4 0 16,4-2 0-16,-2 5 0 15,-4 1 0-15,-3 1 0 0,4 3 0 16,-6 5 0-16,-7 5 0 16,12 0 0-16,-12 0 0 15,11 15 0-15,-6-2 0 16,2 1 0-16,0 1 0 0,2 2 0 15,0 1 0-15,-2-5-5 16,5-1-13-16,-6 0-65 16,6-5-3-16</inkml:trace>
  <inkml:trace contextRef="#ctx0" brushRef="#br2" timeOffset="150599.46">18765 12857 488 0,'0'0'4'0,"0"0"1"15,0 0 0-15,0 0 1 16,0 0-3-16,0 0-3 0,-5-10 0 16,5 10 0-16,0 0 0 15,11 2 0-15,0 3 0 16,2-2 0-16,10 2 0 15,-1-3-26-15,1 0-59 0,9-2-3 16</inkml:trace>
  <inkml:trace contextRef="#ctx0" brushRef="#br2" timeOffset="150750.91">19077 12725 474 0,'0'0'2'15,"0"0"-1"-15,0 0 1 0,0 6 1 16,0 3 0-16,2 4 0 15,1 4 1-15,-1 4 0 16,5 4-2-16,-2 3 0 0,-1 0-5 16,5 6-12-16,-4-7-65 15,2 4-4-15</inkml:trace>
  <inkml:trace contextRef="#ctx0" brushRef="#br2" timeOffset="151082.63">19601 12525 477 0,'0'0'3'0,"0"0"0"15,0 0 0-15,0 0 0 16,-15 9 0-16,-2 9 1 15,-6 7 0-15,-4 12 0 16,-6 10-2-16,1 10 0 0,-5 9-1 16,1 9 1-16,10 7-2 15,8-1 0-15,4 4 0 16,8-1 0-16,6-4 0 16,11-4 0-16,8-7 0 0,11-2 0 15,4-10 0-15,14 0-14 16,2-17-69-16,12-8-2 15</inkml:trace>
  <inkml:trace contextRef="#ctx0" brushRef="#br2" timeOffset="151649.09">19906 12559 420 0,'0'0'7'0,"0"-9"2"16,0 9 2-16,0-13 2 0,0 13 0 15,-3-12 1-15,3 12 0 16,-9-5-4-16,9 5-10 15,-15 17 0-15,6 8 0 16,0 2 0-16,5 7 0 0,1 4 0 16,3 2 0-16,0 2 0 15,7-2 0-15,2-8 0 16,0-3 0-16,-2-9 0 16,-2-6 0-16,0-1 0 15,-5-13 0-15,0 0 0 0,2-9 0 16,-2-7 0-16,-2-6 0 15,0-3 0-15,-1-10 0 16,1-4 0-16,2 0 0 16,0-6 0-16,0-2 0 0,5 2 0 15,4 1 0-15,4 4 0 16,-1 5 0-16,4 7 0 16,-2 12 0-16,6 6 0 0,-3 10 0 15,1 2 0-15,-2 14 0 16,0 3 0-16,-4 6 0 15,1 2 0-15,-8 3 0 16,-5 2 0-16,0 0 0 0,-5-2 0 16,-5-3 0-16,-5-2-4 15,-5 0-8-15,-2-5-10 16,2-4-61-16,2-3-3 0</inkml:trace>
  <inkml:trace contextRef="#ctx0" brushRef="#br2" timeOffset="152034.51">20197 12676 423 0,'0'0'1'0,"0"0"1"0,0 0 0 16,0 0 2-16,-2 13 0 15,2-13 0-15,-3 17 1 16,3-8 1-16,0 4-2 0,0-2 1 15,5 3 0-15,2-7-1 16,6 3 0-16,2-8 0 16,0 1 0-16,4-3 1 0,-1-3-1 15,-1-4 1-15,-2-5 0 16,0-1-1-16,-5-2 0 16,-3-2-1-16,-2 2-3 15,-2 3 0-15,-3-1 0 0,0 13 0 16,0 0 0-1,0 0 0-15,-8 5 0 0,8 15 0 16,-2 5 0-16,0 2 0 0,-1 8 0 16,3 0 0-16,-5 2 0 15,0 2-2-15,-5-4-6 16,1 3-10-16,-2-6-65 16,-8-3-2-16</inkml:trace>
  <inkml:trace contextRef="#ctx0" brushRef="#br2" timeOffset="152316.23">19673 13157 445 0,'0'0'4'0,"0"0"1"15,12-5 2-15,3 0 1 16,10-1 2-16,5 2 1 0,12-4 0 15,13 3-1-15,7 0-10 16,7 2 0-16,5 1 0 16,6 2 0-16,-3 0 0 15,0 0 0-15,-7 0 0 0,-11 2 0 16,-6 4 0-16,-14-6 0 16,-9 7 0-16,-10-2-87 15,-20-5-2-15</inkml:trace>
  <inkml:trace contextRef="#ctx0" brushRef="#br2" timeOffset="152766.2">19928 13399 465 0,'0'0'1'15,"0"0"0"-15,0 10 0 16,-2 3 1-16,0 1 0 0,-1 6 1 16,1 5 0-16,-1-1 0 15,1 7-1-15,2-2 0 16,-2-1 0-16,2-5 0 0,0-5-1 16,2 0 1-16,0-6 0 15,-2-12 0-15,0 0 1 16,0 0-1-16,0 0 0 0,0-17 1 15,-4-3 0-15,-2-5-1 16,-2-2-2-16,1-8 0 16,2-2 0-16,3 0 0 15,0 3 0-15,-1-4 0 16,3 3 0-16,5 6 0 16,2 4 0-16,8 7 0 0,3 9 0 15,4 3 0-15,3 6 0 16,-1 11 0-16,4 3 0 15,-3 7 0-15,-5 2 0 0,-7 5 0 16,-7 2 0-16,-6-2 0 16,-7-3 0-16,-5 1-6 15,-11-6-19-15,-14 0-60 16,15-5-2-16</inkml:trace>
  <inkml:trace contextRef="#ctx0" brushRef="#br2" timeOffset="153249.16">20100 13505 461 0,'0'0'5'0,"0"0"2"0,0 0 2 0,12-4 0 16,-12 4 1-16,11-5 0 15,-11 5-10-15,14-5 0 16,-2 5 0-16,-1 0 0 15,1 2 0-15,1 6 0 16,-1-1 0-16,-5 3 0 0,3 5 0 16,-4-1 0-16,-6 1 0 15,0 0 0-15,-6 1 0 16,-9-4 0-16,3-2 0 16,-3 0 0-16,1-6 0 0,-2 0 0 15,4-4 0-15,12 0 0 16,-13-8 0-16,13-1 0 15,2-5 0-15,7-5 0 16,3 1 0-16,3-4 0 0,2 1 0 16,-2 4 0-16,0 5 0 15,-6 2 0-15,2 5 0 16,-11 5 0-16,7 11 0 16,-4-2 0-16,-1 8 0 0,0 1 0 15,1 7 0-15,5-6 0 16,-1 4 0-16,5-7 0 15,6 2 0-15,1-5 0 16,6-3 0-16,0-10-14 16,-13-3-72-16,23-7-3 0</inkml:trace>
  <inkml:trace contextRef="#ctx0" brushRef="#br2" timeOffset="153589.14">20604 12381 451 0,'0'0'4'0,"13"5"2"0,-1 5 1 0,6 8 1 0,4 7 1 16,8 11 1-16,7 9 0 15,3 14-4-15,2 10-6 16,0 8 0-16,-6 6 0 16,1 7 0-16,-12 5 0 0,-6-1 0 15,-9 2 0-15,-10-4 0 16,-3-5 0-16,-14-5 0 16,-8-1 0-16,-7-6 0 15,-3-11 0-15,-4-5 0 16,-4-6 0-16,3-4-7 0,1-9-80 15,-1-11-2-15</inkml:trace>
  <inkml:trace contextRef="#ctx0" brushRef="#br2" timeOffset="154267.25">15620 12312 356 0,'0'0'7'0,"0"0"3"0,0 0 0 16,0 0 0-16,-12-3 0 16,9 10 2-16,1 23 2 0,2 13 1 15,0 21-5 1,2 23-3-16,6 14 1 0,-1 18 0 16,1 10-1-16,-1 4-1 15,3-2-3-15,-1-4 0 16,0-8 0-16,-2-13 0 0,-2-9-1 15,-5-10 1-15,2-10 1 16,-2-13-4-16,0-11 0 16,0-9-5-16,-2-14-4 15,-1-9-11-15,-4-5-46 0,7-16-19 16</inkml:trace>
  <inkml:trace contextRef="#ctx0" brushRef="#br2" timeOffset="154866.19">15635 12247 303 0,'0'0'9'16,"15"-2"3"-16,10-2 0 0,12 3 1 16,18-4 1-16,16 5 1 15,12-5 0-15,29 3 0 16,14-1-9-16,8 0-3 15,18 1 0-15,9-3-1 0,13 2 0 16,13-4-1-16,17-3 0 16,-1 0 0-16,13-4 0 15,21 1 0-15,6-2-1 0,8-2 1 16,7-3-1-16,45 3 1 16,-33 2-1-16,5 0-1 15,-9 0 0-15,-13 0 0 16,-10 2 1-16,-19 1 1 0,-13 2 1 15,-67 0 0-15,21 1 1 16,-27 0 1-16,-14 3 0 16,-23 1 1-16,-15 0 0 15,-21 0 1-15,-16 0 1 16,-14 0 0-16,-12 3 0 0,-9-1 0 16,-14 3-1-16,0 0-1 15,0 0 0-15,6-10-3 16,-6 10-2-16,0 0-1 15,-11-2-2-15,11 2-4 0,-19 4-7 16,8-4-44-16,-1 8-24 16,-6 2-2-16</inkml:trace>
  <inkml:trace contextRef="#ctx0" brushRef="#br2" timeOffset="155767.2">15646 14204 204 0,'0'0'3'0,"0"0"3"0,-1 10 4 0,1-10 7 16,5 18 2-16,8-6 2 15,-1 0 0-15,10 5 3 16,11-1-4-16,1 1-3 15,10 0-1-15,7-1-6 16,8-5-4-16,11 4-2 16,5-3 0-16,12-2-2 0,12-7 0 15,12 0-1-15,9-3 0 16,17-6 0-16,12-1-1 16,10-5 1-16,9-1 0 15,14 4-1-15,7-4 1 0,11 3 0 16,7 1 0-16,9-2 0 15,0 4 2-15,8 0 0 16,9-1 2-16,-1 0 0 0,7-1 0 16,-1-2 1-16,0 2 0 15,-4-3 0-15,2 2-2 16,-13 0-1-16,-9 2-2 16,-15-2 1-16,-17 3-2 15,-26-1 0-15,-20 6 1 0,-23-3 1 16,-29 2 2-16,-14 3 1 15,-26-3 1-15,-17 3-1 16,-9-1 0-16,-18 1-2 16,0 0-1-16,0 0-6 0,-9-3-6 15,-5 0-11-15,-5 10-50 16,1-7-13-16</inkml:trace>
  <inkml:trace contextRef="#ctx0" brushRef="#br2" timeOffset="156433.46">21538 12096 349 0,'0'0'6'0,"0"0"2"0,0 0 2 16,13 0 0-16,-13 0 2 15,7 15 1-15,-2 7 1 0,1 17 0 16,-1 17-4-16,0 15-2 15,-1 21-1-15,4 20 1 16,-4 13-3-16,5 9 0 16,-2 7-1-16,-2 3 1 0,4-5 1 15,0-3 0-15,0-10 0 16,1-6-1-16,0-9-5 16,-2-10 0-16,1-9 0 15,1-10 0-15,0-8 0 16,-5-12 0-16,0-11 0 0,-3-8 0 15,1-11 0-15,-3-9 0 16,0-6 0-16,0-7 0 0,0-10 0 16,0 7 0-16,0-7 0 15,0 0 0-15,0 0 0 16,0-4 0-16,0 4 0 16,0-13 0-16,0 13-59 15,0-24-32-15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4:06:18.09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2893 7283 201 0,'0'0'8'0,"-5"-9"4"16,5 9 6-16,-4-11 1 0,4 11 3 15,-3-10 1-15,3 10-1 16,-6-10 0-16,6 10-4 16,-2 17-5-16,2 1-3 0,0 9-3 15,0 10-1-15,2 10-1 16,2 11 2-16,1 6-1 16,-3 5-1-16,0 5 0 15,1 8 1-15,-1 0 0 16,-2 4-1-16,0 1 1 0,0 3-1 15,-5-2 0-15,1-1-1 16,-1-2-1-16,-1-6 0 16,1 0 0-16,3-2-2 15,-3-4 1-15,0-4 0 0,0-5-1 16,-3 0 1-16,3-4 0 16,-2-3 0-16,2-6 0 15,1-2-1-15,-1-6-1 16,1-3 1-16,0-8-1 0,1-5 0 15,1-4 0-15,2-4 0 16,-3-6-2-16,3-4 0 16,0-9-1-16,0 0-3 0,0 0-4 15,0-4-5-15,0-11-8 16,5-10-26-16,-2 0-31 16,-1-12-5-16</inkml:trace>
  <inkml:trace contextRef="#ctx0" brushRef="#br0" timeOffset="1531.96">2918 7338 121 0,'0'0'7'0,"0"0"5"0,0-13 4 0,0 13 2 0,0-22 4 16,0 7 2-16,3 1 0 16,-2-4 2-16,-1-2-6 15,6 0-3-15,-4 1-2 16,3-1-2-16,1-1-2 0,-4 1 0 15,6-2-2-15,-4-3 1 16,1 3-1-16,6-3-2 16,-4 0-1-16,3-1-1 15,-1-2 0-15,4 1-1 0,-3 2 0 16,5-2-1-16,-3 2 0 16,0-2 0-16,4 2 0 15,-2 3 0-15,4 0-1 16,0 0 0-16,-1 2-1 0,4-1 1 15,5 2-1-15,-4 2 0 16,3 0 0-16,-2 1-1 16,4 4 1-16,-2 0-1 15,-1 4 0-15,1 3 0 0,0 3 0 16,-2-1 0-16,0 3 0 16,-2 0 0-16,-1 5 0 15,1 3 0-15,-2 1 0 16,1 2 0-16,-3-2 0 0,3 3 1 15,-4 4-1-15,3-2 0 16,-1 4 0-16,0 0 0 16,1 1 1-16,1-2-1 15,-3 3 1-15,1 3-1 0,-4 0 1 16,1 2-1-16,-3 3 1 16,0 2 0-16,-3-1 0 15,0 7-1-15,-1-4 1 16,-2 2-1-16,3 1 0 0,-2-1 0 15,0 4 1-15,-2-1-1 16,3 3 1-16,-3 0 0 16,0-4 0-16,0 7 0 0,0-4 0 15,-3 3 0 1,0 3 0-16,-2-3-1 0,4 3 1 16,-4 4-1-16,0-3 1 15,0 4-1-15,-4 0 1 16,2-3-1-16,0 2 1 0,-2 1 1 15,4-3-1-15,-1 0 0 16,-2 1 0-16,3-9 0 16,0 5 1-16,0-4-1 0,0-1 0 15,0 4 0-15,3-3 0 16,-2-1 0-16,-1 2 0 16,4-2 0-16,0-1-1 15,-4 5 1-15,4-3-1 16,-4 0 1-16,2-3-1 0,-2 1 1 15,0-2 0-15,0-1 0 16,0-1 1-16,0-1-1 16,0-1 1-16,0-5-1 0,3 1 0 15,-3-1 0-15,2-3 0 16,-2 1 0-16,2-3 0 16,-2 1 0-16,0 1 0 15,0-4 0-15,0 0 0 16,0-3-1-16,0 3 1 0,0-4-1 15,0 1-1-15,0 0 1 16,-2-2 0-16,0 0 0 16,-1 0 0-16,1 0 0 15,-2-3-1-15,0 0 1 0,0 1 1 16,3-3-1-16,1 2 0 16,0-5 0-16,0-7 0 15,-3 15 1-15,3-15-1 16,-2 14 0-16,2-14 0 0,-2 16 1 15,2-16-1-15,-3 9 1 16,3-9-1-16,0 0 0 16,-2 11 0-16,2-11 0 0,0 0 1 15,0 0-1-15,0 0 0 16,0 0-1-16,0 0-1 16,0 0-3-16,0-8-7 15,0 8-24-15,7-15-47 16,-2 2 0-16</inkml:trace>
  <inkml:trace contextRef="#ctx0" brushRef="#br0" timeOffset="2415.07">2627 9319 235 0,'0'0'6'0,"-10"0"5"0,10 0 2 16,-13-5 4-16,13 5 2 15,-12-2 3-15,12 2 0 0,-16-5 3 16,16 5-5-16,0 0-6 16,-9-3-2-16,9 3-3 15,0 0-2-15,11 0-1 16,3 5-3-16,11-2 0 0,5-1 1 15,12 3 0-15,8-2 1 16,8-1-1-16,8-2 0 16,1 0 0-16,7 0 0 15,3 0-1-15,4-2 0 16,-3-3-1-16,4 0 0 0,2-6-1 16,-1 4 1-16,2-2-2 15,-5 0 1-15,-1 2 0 16,-2 3 0-16,-10 1-1 0,-7 1 1 15,-8 2-1-15,-5 0 1 16,-7 0 0-16,-11 2-1 16,-6 1 0-16,-5 0 0 15,-6-2 1-15,-2-1-1 0,-10 0 1 16,0 0-2-16,0 0 0 16,0 0-2-16,0 0-3 15,8 0-7-15,-8 0-9 16,0-4-40-16,0 4-21 0,0 0-4 15</inkml:trace>
  <inkml:trace contextRef="#ctx0" brushRef="#br0" timeOffset="3718.06">2592 9289 321 0,'0'0'5'0,"0"0"1"0,-9-2 1 16,9 2 1-16,-10-2 1 15,10 2 0-15,-18-3 1 16,6 0 2-16,-1 0-6 15,-4 3-1-15,2 0-1 0,-2 0-1 16,-1 0 1-16,-2 0 0 16,1 0 0-16,1 0-1 15,1 0 0-15,-1 0 0 0,4 0 0 16,1 0-1-16,3 0 0 16,1 3-1-16,9-3 0 15,-16 6 0-15,16-6-1 16,-4 9 0-16,4-9 2 0,-3 18-2 15,3-6 0-15,0 2 0 16,5 7 2-16,-1 3 0 16,4 1-1-16,0 5 1 15,-1 6 0-15,1-3 0 0,1 4 0 16,-1 1-1-16,0-1 0 16,-4 2 0-16,1-1 0 15,-2-3 0-15,-1-1-1 16,1-2 1-16,-3-3-1 15,0-4 1-15,0-2-1 0,-5-1 1 16,2-5-1-16,-2 1 0 16,1-6 0-16,1 1 1 15,-2-4-1-15,3 1 0 16,2-10 1-16,-6 13-1 0,6-13 0 16,0 0 0-16,0 11 0 15,0-11 0-15,0 0 0 16,0 0 0-16,0 0 0 0,0 0 0 15,0 0 1-15,8 4-1 16,-8-4 0-16,17 0 0 16,-4 0 0-16,6-3 1 15,4 2-1-15,5-5 0 16,1 3 0-16,6-1 0 0,5-1 1 16,1 2-1-16,7 0 1 15,2-1-1-15,3 1 0 16,-2 0 0-16,6 3 0 15,1 0 1-15,4-2-1 0,0 0 0 16,2 2 1-16,1-3-1 16,-1 3 0-16,-1-2 1 15,-1-1-1-15,6-1 1 0,-6 1-1 16,2-2 0-16,-4 0 1 16,2 0-1-16,-2 3 1 15,-6-3-1-15,0 2 1 16,-3 3-1-16,-5-3 0 0,-5 3 0 15,1 0 1-15,-10 0-1 16,-2 0 0-16,-1 3 0 16,-1 0 0-16,-4-3 0 15,-1 5 0-15,-3-5 0 0,-3 2 1 16,0-2-1 0,-5 2 0-16,4-2 0 0,-6 3 0 15,3-3 1-15,-4 0-1 16,1 0 0-16,0 0 0 15,2-3-1-15,-4 3 0 0,-8 0-1 16,15-7-2-16,-15 7-5 16,0 0-5-16,7-5-13 15,-7 5-53-15,0-8-1 16</inkml:trace>
  <inkml:trace contextRef="#ctx0" brushRef="#br0" timeOffset="4159.13">4293 9272 319 0,'0'0'5'0,"0"0"2"0,0 0 1 0,0 0 3 0,0 0 2 16,12 15 3-16,-7-1 2 16,-1 9-1-16,4 4-2 15,-3 10-2-15,0 3-3 16,0 7-1-16,-3 3-2 15,1-1-1-15,-1-2-1 0,-2 0-1 16,0 0 0-16,-2-9-1 16,2-4 0-16,-3-3 0 15,1-5-1-15,0-6 0 16,-1-5-2-16,3-6-2 0,0-9-6 16,0 0-16-16,0 0-56 15,0 0-4-15</inkml:trace>
  <inkml:trace contextRef="#ctx0" brushRef="#br0" timeOffset="5249.84">3132 6617 131 0,'0'0'5'0,"0"0"1"0,-7-6 2 16,7 6 6-16,0 0 3 15,0 0 5-15,0 0 0 0,0 0 2 16,9-4-4-16,1-1-1 16,9 2-2-16,5-7-4 15,11 0-4-15,4-8-2 16,11-3-3-16,10-9-1 0,12-5-2 16,12-12-2-16,15-2-1 15,10-13-1-15,7-5 0 16,20-8-1-16,7-6 0 15,12-9 1-15,7 2-1 0,9-6 3 16,10-6 2-16,5-5 0 16,6 2 1-16,5-4 0 15,1-2-1-15,16 0 1 16,-3-2-1-16,-2 5-1 0,-8-1 0 16,5 1 2-16,-3 1-1 15,-6 6 0-15,-6 1 0 16,-12 1 0-16,-8 4 1 15,-8 8-1-15,-12 2 1 0,-10 7 0 16,-9 6-1-16,-20 6 0 16,-11 7 1-16,-16 10-2 15,-18 7-2-15,-12 8-15 16,-10 10-46-16,-23 7-5 16</inkml:trace>
  <inkml:trace contextRef="#ctx0" brushRef="#br0" timeOffset="6451.01">3914 6985 162 0,'0'0'5'15,"0"0"4"-15,0 0 0 16,0 0-1-16,0 0 1 16,0 0 2-16,0 0 3 0,0 0 1 15,8 3-4-15,-8-3 0 16,17-3-2-16,1-1 3 15,1-3 0-15,9-4-3 16,7-6-2-16,5-1-1 0,7-6 0 16,5-3-2-16,10-6-1 15,0-4-1-15,12-3 0 16,6-6 0-16,8-2-1 0,4-3 1 16,7-7-1-16,12-1 0 15,3-4 0-15,8-3 0 16,5-3-1-16,-1 0 2 15,14-8-2-15,4 2 1 16,0-1 0-16,0 0-1 0,7-5 1 16,2 7-1-16,3-5 0 15,1 4-1-15,-1-2-1 16,-2 3 1-16,3 0 0 16,-3 0-1-16,-3 4 2 0,-4 0-1 15,-4 4 1-15,-3 2 0 16,-6-1 1-16,-4 8-1 15,-12 1 1-15,-3-2 0 16,-10 6 0-16,-6 3 1 0,-12 2 0 16,-5 7 0-16,-10 3 0 15,-10 5 1-15,-8 4 1 16,-11 9 4-16,-8-1-1 0,-10 8 0 16,-6 4-1-16,-8 4 0 15,-11 4-1-15,0 0 0 16,-6 0-1-16,-6 1-5 15,2 4-5-15,-3-1-4 16,13-4-10-16,-21 11-21 0,8-8-33 16,13-3-4-16</inkml:trace>
  <inkml:trace contextRef="#ctx0" brushRef="#br0" timeOffset="7222.19">8574 3688 264 0,'0'0'6'0,"0"0"3"0,0 0 2 16,0-10 4-16,0 10 1 15,7-7 0-15,0 0 2 16,3 2 1-16,10 3-4 0,3-2-4 15,4 4-3-15,3 0-2 16,7 4-1-16,5 3-1 16,0 5-1-16,1 0 0 0,1 6 0 15,-3-1-1-15,-4 8 2 16,0 2-3-16,-5 8 1 16,-2 0 1-16,-3 2-1 15,-7 4-1-15,0 2 1 0,-7 1 0 16,-1 1 0-16,-8-1 0 15,-1 3 0-15,-3 0 0 16,-10-2 0-16,-2 1 1 16,-6-2-1-16,-2-5 0 0,-1 3 0 15,-7-7 0-15,1-1 0 16,-3-3-1-16,0-6 0 16,0 0 0-16,0-8 0 15,3-5 1-15,-1-2-1 16,9-3 0-16,-1-5 0 0,2 1 0 15,11-3 1-15,7 0-1 16,-13-5-2-16,13 5-2 16,-4-7-7-16,4 7-16 0,2-13-55 15,13 6-1-15</inkml:trace>
  <inkml:trace contextRef="#ctx0" brushRef="#br0" timeOffset="8427.83">8686 3619 134 0,'0'0'8'15,"0"0"5"-15,0 0 4 0,0 0 5 16,4-10 3-16,-4 10 1 16,0 0 2-16,5-13-1 15,-5 13-6-15,0 0-6 16,0 0-3-16,8-4-4 0,-8 4-2 16,17 0 0-16,-4 2-2 15,4 3 0-15,10 0 0 16,5 0 1-16,4 3-2 0,11-2 1 15,5 3-2-15,7 0 0 16,11 1-1-16,2 0 0 16,10 2 0-16,-1 1-1 15,9-1 1-15,2 3-1 0,8-1 1 16,2 1-1-16,4 0 0 16,11 1 1-16,0 1-1 15,7 0 0-15,10 0 1 16,6 4-1-16,1-4 0 15,10 3 1-15,8 0 0 0,1 1-1 16,10-3 1-16,0 4-1 16,9-1 1-16,0-4-1 15,7-1 1-15,-2 5-1 0,0-2 0 16,0-1 0-16,2 3 0 16,0 3 0-16,-4-2-1 15,-6 0 1-15,-1 0-2 16,0 1 1-16,-5-4 0 0,-6 1 0 15,-6-1 0-15,-4-1 0 16,-9 0 0-16,-3 2 1 16,-13-7-1-16,-5 4 1 15,-9-3 0-15,-9 1 0 16,-14-1-1-16,-10-1 0 16,-10-3 1-16,-10 0 0 0,-14 0-1 15,-9-1 0-15,-14 0 0 16,-5-2-1-16,-20-7-6 15,8 9-14-15,-8-9-47 0,-13 9-3 16</inkml:trace>
  <inkml:trace contextRef="#ctx0" brushRef="#br0" timeOffset="10293.03">8852 4580 159 0,'0'0'5'0,"12"0"3"15,-2 0 4-15,3 2 1 16,4 1 2-16,3 0 2 16,5 4 0-16,7-4 2 15,-2 2-4-15,7-1-3 0,5 4-3 16,8-3-1-16,7 3-2 15,3-1 1-15,9 0-3 16,5 4 0-16,4-3-1 0,-2 3-1 16,7-1 0-16,-1 2-1 15,-1 1 1-15,7-4 0 16,1 7 0-16,1-1 0 16,-1-1 0-16,3 3 0 15,-2 1 0-15,4-1-1 0,-4-2 1 16,4 2-1-16,-2-5 1 15,2 4-1-15,1-7 0 16,-1 4 1-16,5-4 1 0,4 4-2 16,-2-1 2-16,3 1-2 15,1-1 1-15,-1-2-1 16,0 5 1-16,6-3-1 16,-6-2 0-16,1 3 0 15,-4-1-1-15,-1 3 1 0,-4 0-1 16,5-4 0-16,-7 3 0 15,-2 0 0-15,-3 0 0 16,1-3 1-16,-4 1-1 16,1 1 0-16,3-3 0 0,-3 2 0 15,2 0 0-15,-7 1 0 16,3 2 0-16,-1-3 0 16,-7 3 0-16,0-2 1 15,-3-1-1-15,-1 1 0 0,-6-1 0 16,0-3 0-16,-3 1 0 15,1 3 2-15,-6-3-2 16,1 0 0-16,0 0 0 16,-3 0 0-16,1 0 1 0,-7 0 1 15,2-6 1-15,-3 4-1 16,-4-6 2-16,0 0-2 16,-9 1 2-16,0-3 0 15,-5 0 0-15,-8 0-1 0,-3 0 1 16,-6-5-2-16,3 5-1 15,-6 0 2-15,-5-2-2 16,-7 2 0-16,13 0-1 0,-13 0 0 16,12 0 0-16,-12 0 2 15,0 0-1-15,0 0 1 16,0 0-2-16,0 0 1 16,0 0 1-16,5 4 0 0,-5-4-1 15,0 0-2-15,0 0 1 16,0 0 0-16,0 0 2 15,0 0-2-15,0 0 0 16,0 0 2-16,0 0-2 0,0 0 0 16,0 0 2-16,0 0-2 15,0 0 1-15,0 0-1 16,0 0 0-16,0-7-2 16,0 7 1-16,0 0 1 15,0 0-3-15,0 0 3 0,4-7-1 16,-4 7 0-16,0 0 1 15,11-5 0-15,-11 5 0 16,14-3 0-16,-14 3 0 0,18-3 0 16,-6 3 1-16,1 0-1 15,2 3 1-15,5 0-1 16,-1 2 0-16,6 1 3 16,0-2-2-16,3 0 1 15,-3 2 0-15,0-1 0 0,-1-1 0 16,-1-1 0-16,-3 0 1 15,-3-1-2-15,-4 0 1 16,-1-2 0-16,-5 0-1 0,-7 0 1 16,13 0 0-16,-13 0-1 15,0 0 0-15,0 0 0 16,0 0-1-16,0 0-2 16,0 0-5-16,-9 8-6 15,9-8-17-15,0 0-48 0,0 0-2 16</inkml:trace>
  <inkml:trace contextRef="#ctx0" brushRef="#br0" timeOffset="11094.59">15364 4142 249 0,'0'0'7'0,"3"-10"5"15,-3 10 3-15,0-12 3 16,0 12 2-16,0-16-1 0,0 16 0 15,0-9 2-15,0 9-7 16,-3 14-4-16,-2 6-3 16,0 13-2-16,1 8-1 15,-2 12-1-15,1 8 0 16,5 8 0-16,-2 6 1 0,2 5 1 16,0-1-3-16,0 0 1 15,-3 0 1-15,1-4-1 16,-5 0 1-16,-4-6-1 0,1 0 1 15,-4-5-2-15,-1-5 1 16,0-1 0-16,-5-7 1 16,2-3 0-16,-1-9-1 15,1-7 1-15,6-2-1 0,-1-7-1 16,3-9 1-16,6-1 0 16,4-13-3-16,-10 10 1 15,10-10-1-15,0 0-1 16,0 0-1-16,0-5-2 0,0 5-1 15,5-16-4-15,0 8-2 16,-3-3-3-16,5-2-4 16,-2 1-5-16,1 0-13 15,-6 12-40-15,14-15-5 0</inkml:trace>
  <inkml:trace contextRef="#ctx0" brushRef="#br0" timeOffset="11715.59">15350 4753 242 0,'0'0'7'0,"0"-10"3"0,0 10 3 0,0-9 1 16,0 9 1-16,0 0-1 15,0-11 3-15,0 11-1 16,-13 20-4-16,4 5-2 0,3 13-4 16,-4 1-1-16,5 19 2 15,-5 0-1-15,1 12-2 16,0 2 1-16,2 0 0 15,-2 0 2-15,-2-6 0 16,-1-1 1-16,-4-8 0 0,2-3-1 16,-6-2 1-16,5-9-2 15,-5-4 1-15,3-3-4 16,0-5 0-16,5-6-2 16,-2-4 1-16,5 0 0 15,2-9-1-15,4-2 0 0,3-10-1 16,-2 7 0-16,2-7 0 15,0 0-3-15,0 0-2 0,5-7-5 16,-3-3-3-16,10 2-7 16,1-8-15-16,-6-7-43 15,8 4-3-15</inkml:trace>
  <inkml:trace contextRef="#ctx0" brushRef="#br0" timeOffset="13269.08">15374 4209 195 0,'0'0'19'15,"0"0"-4"-15,0 0 0 16,0 0 3-16,0 0-1 15,0 0 0-15,0 0 1 16,0 0-2-16,0 0-4 0,13 0-1 16,-1 2-1-16,6 3 1 15,1 2 1-15,8 1-2 16,3-1-1-16,7 3-2 16,1-2-1-16,4 6-1 0,6-4-1 15,1 1-2-15,-2-4 1 16,3 0-1-16,0 1 0 15,-4-4 0-15,0 2-1 16,-9-6 1-16,-7 2-1 16,-1-2 0-16,-6 0 0 0,-9 0 1 15,2 0 0-15,-16 0 0 16,10-2 0-16,-10 2 0 16,0 0 0-16,0 0 0 15,0 0 0-15,4-10-1 0,-4 10 0 16,0 0-1-16,0 0 1 15,0 0-1-15,-7-8 0 16,7 8 0-16,0 0-1 0,-7 0 1 16,7 0 0-16,0 0 0 15,-11 0 0-15,11 0-1 16,0 0 0-16,-5 15 0 16,3-5 1-16,0 2-2 0,2 3 1 15,-5 7 0-15,0 6 1 16,0 4-1-16,-1 5 1 15,-2 5 0-15,0 10 1 16,0-2 0-16,-5 4 0 0,1 6 0 16,-1-3 0-16,-1 3 1 15,0 0-1-15,0 1 1 16,-3-2-1-16,5-2 0 16,-3 0 0-16,0-3 1 15,3-4-1-15,-1-3 3 0,1-5-1 16,0-2 0-16,1-3 0 15,-3 1 1-15,1-7-1 16,1 2 0-16,2-3 0 0,-1-4-2 16,4 2 0-16,0-4 0 15,2 1 0-15,3-5 0 16,-2-2-1-16,2-1 1 16,2-5-1-16,0 0 1 0,-2 1-1 15,-1-1 0-15,1-2 1 16,-1 0-1-16,1 0 1 15,2 0-1-15,-5 0 0 16,3 0 0-16,2-10 1 16,-5 15-1-16,5-15 0 0,-4 10 0 15,4-10 0-15,0 0 1 16,-2 9-1-16,2-9 0 16,0 0 0-16,0 0 0 15,-5 11 0-15,5-11 0 0,0 0 1 16,-2 12-1-16,2-12 0 15,-3 10 0-15,3-10 0 16,-2 10 0-16,2-10 0 0,-2 9 0 16,2-9 0-16,0 0 0 15,0 9 0-15,0-9 0 16,0 0 0-16,0 0 0 16,-3 8 1-16,3-8-1 0,0 0 0 15,-2 11 0-15,2-11 2 16,0 0-2-16,-3 10 0 15,3-10 0-15,0 0 0 16,0 0 0-16,-13 9 0 0,13-9 0 16,-14 0 0-16,7 0 0 15,-9 0 0-15,2 0 0 16,-6 0 0-16,-3-2 0 16,-2-3 0-16,-1 3 0 15,-8-2 0-15,2-2 0 0,-5 1 0 16,0-1 0-16,-3-1 0 15,-2 0 0-15,0 0 0 16,-4 2 0-16,5-2 0 0,6 1 0 16,3 1 0-16,2 0 0 15,7 0 0-15,9 5 0 16,0-2 0-16,14 2 0 16,0 0 0-16,9-10-49 0,13 7-37 15,5-4-2-15</inkml:trace>
  <inkml:trace contextRef="#ctx0" brushRef="#br0" timeOffset="15549.15">3322 7067 255 0,'0'0'8'0,"0"0"3"15,0 0 5-15,0 0 2 16,0 0 3-16,-4-7 0 0,4 7 3 16,0 0 1-16,0 0-6 15,-9-10-5-15,9 10-2 16,0 0-4-16,-8 5-1 15,8-5-3-15,-10 20-1 0,5-6-1 16,3 7-1-16,2-2-1 16,0 1 1-16,0 0-1 15,5-3 0-15,7-2 1 16,-2-5-1-16,5-3 1 0,2-4 0 16,0-3 0-16,6-3 0 15,-3-6 1-15,-1-1-1 16,2-8 0-16,-9 0 1 15,1 2 0-15,-9-4-1 0,1-4 1 16,-5 0 0-16,-9 2 0 16,-7 3 0-16,-1-2 1 15,-3 3-1-15,-3 3-1 0,-2 5 1 16,4 7-1-16,-3 3 0 16,5 3 0-16,2 7-2 15,2 2-2-15,5 8-5 16,0-8-17-16,10 5-57 15,3-2-3-15</inkml:trace>
  <inkml:trace contextRef="#ctx0" brushRef="#br0" timeOffset="16467.68">8673 4169 295 0,'0'0'8'15,"0"0"3"-15,0 0 4 16,-2-10 0-16,2 10 2 0,0 0 2 16,-13-10 1-16,13 10-1 15,-15 0-7-15,6 0-2 16,0 3-4-16,-3 4 0 16,2 3-2-16,0 5-1 0,3-3-1 15,0 5 0-15,2 1-1 16,5-1 0-16,0 1 0 15,7-4 0-15,5-3 0 16,6-1 0-16,4-8 0 0,5-2 1 16,-2 0 0-16,2-8 1 15,1-2 1-15,-3-2 0 16,-6-8 1-16,-1 3-1 16,-8-6 0-16,-8 3 0 15,-2-4 0-15,-5 4 0 0,-10-2-4 16,-4 4 0-16,-11 4 0 15,5 1 0-15,-5 10 0 16,2 2 0-16,-1 2 0 0,5 8-12 16,11 2-70-16,3 4-2 15</inkml:trace>
  <inkml:trace contextRef="#ctx0" brushRef="#br1" timeOffset="51682.19">3388 7097 0 0,'0'0'3'0,"0"0"-1"0,0 0-2 16,0 0 0-16,0 0 0 16,0 0 0-16,0 0 0 15,0 0-1-15,0 0 1 16,0 0 1-16,-3 7 0 16,3-7 0-16,0 0 3 0,0 0 1 15,0 0-1-15,0 0 1 16,5 6 1-16,-5-6 1 15,0 0 3-15,10 1-1 0,-10-1 1 16,13 0-1-16,-6 0 0 16,4 0 1-16,-2 0 1 15,1 0-4-15,-1 0-2 0,4 0 0 16,2 3-2-16,0 0-1 16,-3-3-1-16,1 0 0 15,2 2 0-15,2 1-1 16,0-3 2-16,1 0-1 0,1 2-1 15,2-2 1-15,1 3-1 16,1-3 1-16,1 2-1 16,-4-2 0-16,8 3 1 15,-3-1-2-15,5-2 0 16,-1 2-1-16,1-2-2 16,7 0-2-16,-4 3 0 15,6-3-3-15,-4 0-1 0,8 3 2 16,-6-3 1-16,0 2-5 15,2-2-7-15,2 3-9 0</inkml:trace>
  <inkml:trace contextRef="#ctx0" brushRef="#br1" timeOffset="53682.28">4277 7167 30 0,'0'0'2'0,"0"0"2"0,0 0 1 16,16-6 2-16,-7 1 0 15,3 5 1-15,4-2 2 0,3 0 0 16,4-1-2-16,4 1-1 16,3 2 1-16,5-3-5 15,2 1 2-15,-3 2-3 16,9-3 0-16,-3 3-2 16,7-3 2-16,-2 3-1 0,-4 0-2 15,10 0 2-15,-7 0-1 16,11 0 1-16,-5 0 0 15,10 0 0-15,2 0 1 16,0 0-1-16,0 0 1 0,2 3-1 16,6-3 0-16,-3 0 1 15,0 0-2-15,3 0 1 16,1 0 0-16,2 0-1 16,4 0 1-16,0-3-1 0,0 3 0 15,0-4 0-15,0 1 1 16,3 1-1-16,-1-3 1 15,1 2-1-15,1-2 2 16,4 2-1-16,-1-1-1 0,-1 0 1 16,3-2 0-16,-1 3-1 15,2-2 1-15,0 1 1 16,-2 1-2-16,1 0 1 16,1 2-1-16,5-2 1 0,2 0-1 15,-2 0 0-15,-2 1 0 16,-1 0 0-16,3 0 0 15,0-1 0-15,0 0 0 16,0 1 0-16,1 0 1 0,-2-1 0 16,1 0 0-16,2 1 2 15,-2-1-1-15,5 3 0 16,8-2 2-16,-8 0-2 16,-1-4 0-16,6 6 1 0,-5-2-1 15,8 0-2-15,4-1 1 16,-7 3 0-16,0-3-1 15,2 1 1-15,-5-1-1 16,8 2 2-16,5 1-2 0,-10-3 1 16,2 0-1-16,3 2 1 15,-8-2 0-15,8 0-1 16,5 0 1-16,-8 3-1 0,-1-1 0 16,0-2 0-16,-3-1 1 15,0 4 0-15,9 0 1 16,-10 0 0-16,-3 0 0 15,7 0 0-15,-9 0 2 16,8 0-2-16,3 0 2 0,-1-1-2 16,-7 1 0-16,4-3-1 15,-1 3 0-15,4-3 0 16,3 2 1-16,-7-2-1 16,-1-3 0-16,0 5-1 0,-2-2 0 15,3-2-2-15,1 2-1 16,-6 3 0-16,2-2 1 15,-3 2-2-15,-2 0 1 0,0 0-1 16,2-2 2-16,1 2 1 16,-1-3 1-16,0 0-1 15,-2 1 0-15,5-1 1 16,-1 1-1-16,0 2-2 16,3-3 1-16,-2 3-4 0,-2 0-3 15,3 0-3-15,-5 0 2 16,7 0-1-16,0 0 0 15,1 0 1-15,-2 0 2 16,6 0 6-16,-6 0 4 0,5 0 5 16,10 0 0-16,-6 0 0 15,1 3 3-15,3-1-3 16,-3 1 0-16,3-3-2 0,5 0-1 16,-9 2-1-16,0 1 0 15,-2 2-2-15,-4-3 0 16,-2 3 0-16,4-2 1 15,-10 4 3-15,-4-1 0 16,-1-2 2-16,-6 0 2 0,-4 3 1 16,-7-6 6-16,-5 2-2 15,-9-3 5-15,-7 0 0 16,-1 0 2-16,-10-4 1 16,-6-3 0-16,-9 3-2 0,0 0-2 15,-13-5-2-15,4 8-4 16,-16 1-7-16,0 0-16 15,7-15-54-15,-7 15-7 16</inkml:trace>
  <inkml:trace contextRef="#ctx0" brushRef="#br1" timeOffset="55265.91">15868 5081 345 0,'0'0'5'0,"0"0"1"15,0 0 1-15,-5-3 1 16,5 3-1-16,-9 6 1 16,9-6-1-16,-16 11 0 0,11 3-4 15,1-6-2-15,-1 5 0 16,5-3 0-16,0 3 2 16,0-13 1-16,18 12 2 15,-4-12 1-15,6 0 1 0,0-4 2 16,5-2 1-16,-5-7-1 15,-1-1 1-15,-1-1-2 16,-8-3 0-16,-2 1-2 16,-8 0-2-16,-4 2 0 0,-8 0-5 15,-6 6 0-15,-3 3 0 16,-2 4 0-16,-4 2 0 16,2 9 0-16,1 2 0 15,-1 3 0-15,7 4 0 0,3 0 0 16,7-1 0-16,6 2 0 15,2-4 0-15,13 0 0 16,1-4 0-16,9-2 0 16,7-7 0-16,0-2 0 0,2 0 0 15,0-11 0-15,-2 0 0 16,-7-4 0-16,-7-3 0 16,-3-1 0-16,-10 2 0 15,-3 2 0-15,-18 2 0 0,-1 1 0 16,-6 5 0-16,-5 7 0 15,2 0 0-15,-1 4 0 16,4 4 0-16,2 5 0 16,6-5 0-16,3 6 0 0,13-3 0 15,1 2 0-15,10-3 0 16,5-5 0-16,5 0-11 16,2-5-22-16,3 0-53 15,0 0 0-15</inkml:trace>
  <inkml:trace contextRef="#ctx0" brushRef="#br1" timeOffset="59282.2">3376 7025 54 0,'0'0'1'15,"0"0"0"-15,0 0 5 0,0 0 1 16,0 0 2-16,0 0 2 16,9-5-2-16,-9 5 4 15,18-7-2-15,-6 0-2 16,6 0-2-16,-1-4-3 16,3-2 0-16,7 1-2 0,-3-3-1 15,6-5 1-15,4 3 1 16,5-6-2-16,-7 2-1 15,15-2-3-15,1-2 0 0,0 3 0 16,3-5-3-16,-1 4 1 16,7-1-2-16,-5-3 1 15,3-1 0-15,-1 3 4 0,-4-4-1 16,4 4 1-16,-3-3 2 16,3 3-1-16,-2-1 1 15,0 1-1-15,6 0 1 16,-3-1 0-16,2 1 0 15,-3-3 0-15,3 1 0 0,0 0 0 16,-4-1 0-16,4-2 1 16,-8 1-1-16,11-1 0 15,-3 4 0-15,0-5 0 16,3 1 0-16,-3 1 1 16,6-6 0-16,-1 3 0 0,2-3 1 15,-2 3-1-15,-2-5 0 16,7 5 0-16,-3-3-1 15,6 2 1-15,-1 2 0 0,-1-2 2 16,1 2-1-16,-2-2 1 16,5 1 0-16,-2-3 1 15,1 5-1-15,-1-2 1 16,8-3-1-16,-7 3 1 0,5-6-2 16,-7 5-2-16,3-3 0 15,-3 4 0-15,-5-2 0 16,2 1 0-16,-4 1 1 15,0 3-1-15,-2 4 1 16,-2-4 2-16,2 1-1 0,-3-5-1 16,1 7 1-16,-1-4 0 15,-9 3-1-15,3-1 0 16,-5 3 0-16,3 1 0 16,1 1 1-16,-6-1 0 0,1 0-1 15,-1 3 0-15,7-4-2 16,-12 1 1-16,9-6-1 15,-9 3 1-15,1-3-2 0,3 5 1 16,-6-2 0-16,2 3 1 16,-4-1 0-16,8 2 1 15,-3 6 0-15,-2-1-1 16,2 1 2-16,-4-2-1 0,-2 1-1 16,-1 0 1-16,-1 4-1 15,-10-2 0-15,0 2 1 16,1-4-1-16,-3 3 0 15,2 3 0-15,-5-3 0 16,-2 0 1-16,5 3-1 0,-5-2 0 16,0 3 1-16,-2-1-1 15,-1 2 2-15,-2-3 2 16,-3 4 1-16,3 2 2 16,0 0-1-16,0-1 2 0,-10 8 0 15,13-10 1-15,-13 10-1 16,12-10-1-16,-12 10 0 15,0 0 0-15,7-5 0 0,-7 5 0 16,0 0-1-16,0 0 0 16,0 0-1-16,0 0-2 15,0 0 0-15,0 0-2 16,0 0 1-16,0 0-2 16,0 0 0-16,0 0 0 0,0 0-4 15,0 0-14-15,3 5-31 16,-3-5-14-16</inkml:trace>
  <inkml:trace contextRef="#ctx0" brushRef="#br1" timeOffset="61464.86">8845 4236 51 0,'0'0'0'16,"0"0"-1"-16,-6 0 2 15,6 0 5-15,0 0 5 0,0 0 1 16,0 0 2-16,0 0 2 16,18 0 2-16,-4 0 2 15,9 0-3-15,-3 0-3 16,7 2-4-16,-2 1-2 0,7-1-1 16,-7 3-1-16,5 0-2 15,-3 1 1-15,3 1-3 16,2 0 1-16,-2 0-2 15,5 1 1-15,-5-1-1 0,7 3 0 16,-5 0 0-16,9-2-1 16,-4 1 0-16,7-1 1 15,6 0-1-15,-3-2 0 16,8 1 0-16,-3 2 0 16,3 0 0-16,-1-2 0 0,3 1 0 15,-2 0 0-15,-5-1 0 16,10 3 1-16,-4-5 1 15,6 3-1-15,4-1 0 0,-7 2 2 16,8 0-2-16,-6-2 1 16,7 1-1-16,-1-2 0 15,-7 2-1-15,7 2 1 16,0-3-1-16,1 3 0 16,3-2 1-16,-4-1-2 0,0 0 1 15,0 3 0-15,1 0 1 16,-4 2-1-16,-1-3 0 15,1 3 1-15,5-5-1 0,-4 3 2 16,-1 0-1-16,3 4 0 16,1-7-1-16,-1 4 0 15,0-1 1-15,-2 0-2 16,4-3 1-16,-1 5 0 16,1-4 0-16,0 5 1 15,1-1 0-15,-3 1-1 0,5 2 1 16,-5-5 0-16,-5 4 0 15,10-4 0-15,-4 5-1 0,1-8 0 16,3 0 0-16,-3 3 0 16,4-2 1-16,1-1-1 15,-5 0 0-15,7 4 0 16,0-1 0-16,2-3 0 16,-4 3-1-16,3-4 1 0,0 5 0 15,-2-4 0-15,-1 3-1 16,0-2 1-16,4 2 0 15,-7 0 0-15,5-3 0 0,-2 3 1 16,3 0-1-16,-1 0 0 16,2 0 1-16,-1-2-1 15,0 4 0-15,0-3 0 16,3 1-1-16,-1 3 1 0,-4-3 0 16,-1 2 0-16,1-2-1 15,-3 1 0-15,-5-3 0 16,2 1 0-16,-1 0 0 15,1-2 0-15,0 1 0 0,-6-1 0 16,6 1-1-16,-9 0 2 16,2-1 0-16,-7-1-1 15,-5 0 1-15,4 2 0 16,-4-4-1-16,0 2 0 16,-4-2 1-16,-5 2 0 0,3-4 0 15,-7 4 0-15,-2-5 0 16,-10 2 0-16,-2 1 0 15,-7-1 1-15,-3 0-1 16,-5-1 1-16,-8-2 0 0,0 0-8 16,0 0-23-16,0 10-29 15,0-10-1-15</inkml:trace>
  <inkml:trace contextRef="#ctx0" brushRef="#br1" timeOffset="63797.66">3431 7050 32 0,'0'0'3'0,"9"0"0"16,1-3 1-16,3 1 0 15,4-1 2-15,5-1-1 16,3-2 2-16,7 2-1 0,3-4-1 16,2 4-3-16,5-6 1 15,1 3-1-15,8-7-1 16,9 4 1-16,2-2 0 16,8 0-2-16,2-3 2 0,2 2-1 15,6-1 0-15,3-3 1 16,0 2-1-16,7-1 0 15,0 2 0-15,0-4 0 16,8 3-1-16,-3-2 1 0,5 0-1 16,4 2 0-16,-3 0 0 15,-1 0 2-15,2 1-2 16,-3-4-2-16,9 6 4 16,0-8-4-16,0 3 2 15,-4-3 0-15,2 8 0 0,-2-8 2 16,6 4-2-16,7-3 1 15,-7 5-1-15,-2-3 1 16,7 3 1-16,-3 2 1 0,-3-3 0 16,3 0 3-16,-6-2 0 15,-5 2 2-15,5-2 2 16,0 2-1-16,-3-3 1 0,-4 4 2 16,0-4-2-16,0 4-1 15,2-6-1-15,-2 5-1 16,0-3 0-16,0 1-3 15,1 0 1-15,-3 2-3 16,2-3 0-16,-2 3 1 0,4-2-1 16,7 2-1-16,-9 3 1 15,0-2-1-15,1-2 0 16,-1 4 2-16,5-3-2 16,6 3 0-16,-6-3 0 0,-7-1 1 15,10 4 0-15,-5-7-1 16,2 1 2-16,10 1-1 15,-9 2 0-15,2-2-1 16,-1 2 1-16,-1 0-1 0,4 0-1 16,5 5 1-16,-4-1-1 15,-6-2 1-15,8 1-1 16,-8-1 1-16,6 1-1 16,6-1 0-16,-6 1 0 0,-6 0 0 15,8-1 0-15,0 1-1 16,-5-3 1-16,5 5 0 15,-6-5-1-15,-7 3 1 16,9-1 0-16,-4 3 0 0,-4-5 0 16,-1 3 0-16,-2-1 0 15,-3 1-1-15,5 1 1 16,-7 0 0-16,3-2-1 16,-1 1 0-16,0 0 1 0,-4 2-1 15,2 0 0-15,-5 0 1 16,0-3 0-16,7 1-1 15,-9 3 1-15,-1-2 0 16,1 4 0-16,-3-3-1 0,-1 2 1 16,-1-1 0-16,-2 1-1 15,-7-2 0-15,1 4 1 16,-1-2-2-16,-5-2 1 0,-1-3 1 16,-1 2-1-16,-1 3 0 15,-6-3 1-15,-2-1-1 16,1 5 0-16,4-7 0 15,-1 6 0-15,-1-5-1 0,-1 6 2 16,3-3-3-16,-5 0 2 16,2 5 0-16,-10-3 1 15,3 1-1-15,-4 2 1 16,-5-3 0-16,3 3 0 16,-9 3 0-16,2-3 0 0,-3 3 1 15,0-3 0-15,-2 2-1 16,-2 1 2-16,-6-4 1 15,-2 5 1-15,1-2 2 16,-6-2 1-16,-2 2 2 16,-5 1 0-16,-10 2 2 0,13-3 0 15,-13 3-1-15,0 0-1 16,0 0-1-16,0 0-1 0,0 0-2 16,0 0-1-16,0 0 0 15,0 0-1-15,0 0-2 16,-8 0-6-16,8 0-26 15,-10 5-35-15,10-5-3 0</inkml:trace>
  <inkml:trace contextRef="#ctx0" brushRef="#br1" timeOffset="80432.11">3363 7117 68 0,'0'0'2'0,"0"0"1"15,0 0-1-15,0 0 3 16,0 0-1-16,0 0 1 15,0 5 0-15,0-5-1 16,0 0 0-16,0 0 0 0,0 0-1 16,0 14-2-16,0-14 0 15,0 16 1-15,0-5 1 16,0 0-1-16,0 6 1 16,0-5 0-16,0 9 0 0,0-2-1 15,0 4 0-15,0-1 1 16,0 0-2-16,0 3 0 15,0-6 0-15,0 9 0 0,0-8-1 16,0 0 2-16,2 0-2 16,0-1 0-16,2-2 0 15,-2 4 0-15,1-4 0 16,-1-1 1-16,0 5-1 16,1-4 0-16,-3 1 0 0,0-3 1 15,0 4-1-15,0-5 0 16,0 4 0-16,0 0 0 15,-3-1 0-15,3-2 0 16,-4 3 0-16,4-4 1 0,-3 6-1 16,3-5 0-16,-2 0 1 15,-2 2-1-15,4 4 2 16,-2 0-1-16,0-3 0 0,-1 4 0 16,3-4 1-16,-2 3-1 15,-1-3 1-15,1 4-1 16,0-7 0-16,-1 0 0 15,3 2 0-15,-2-2-1 0,-1 0 1 16,1 0 1-16,2 3 0 16,-2-1 0-16,-2-1 2 15,4-1-2-15,0 3 1 16,0-3 0-16,0-1-1 16,0-1 1-16,0-1-1 0,0 1-1 15,0 2 0-15,0-5 0 16,0 5 0-16,0-3 0 15,0 3 2-15,0-2-1 16,-2 1 0-16,2-4 0 0,0 5 2 16,0-3-2-16,0 3 1 15,0-2 0-15,0-1-1 16,0 3 0-16,0-3-1 0,0 3 0 16,0-3 2-16,0 3-3 15,0 0 0-15,0 5-3 16,0-8 3-16,0 8-1 15,0-5 1-15,0 7 0 0,0-10-1 16,2 11 1-16,-2-10 1 16,4-1-1-16,-2 1 0 15,-2-2 1-15,2 4-1 16,-2 0 3-16,0 0-3 0,0 0 0 16,0 2 0-16,0-3 1 15,0 4-1-15,0-3 0 16,0-2 0-16,0-1 1 15,0 0-1-15,0-2 1 16,0 3 0-16,3-3 1 16,-1 2 0-16,1 0 0 0,-1 3 1 15,-2-2-1-15,0 2 0 16,2-1 1-16,-2 4-1 0,0-3-1 16,0-1 1-16,0 1-1 15,0 3 1-15,0-4 0 16,0-1 0-16,0 2-1 15,0 2 1-15,0-4 0 0,0 6 0 16,0 1-2-16,0-3 1 16,0 3-1-16,0-1 1 15,0 6-1-15,0-7 0 16,0 4 2-16,3-1-2 0,-3-4 1 16,0-1-1-16,0 5 1 15,0-1 0-15,0 0-1 16,0-1 1-16,0 1-1 15,0 0 1-15,0 0-1 16,0 0 1-16,0-3-1 0,0 0 0 16,0 1 0-16,0-1 0 15,2 0 1-15,-2 5 0 16,0-4 1-16,3 2 0 16,-3-1 2-16,2 1-1 0,0 0 1 15,-2 0-1-15,0-3 1 16,0 1 2-16,4 7-1 15,-4-11 1-15,0 8-1 0,0-4 0 16,0 1 1-16,0-3-2 16,0 3 0-16,0-6-1 15,0-1-1-15,0-2-1 16,0 2 0-16,0 0 0 16,0-1 0-16,0-4 0 0,0 3 0 15,0-2 1-15,0-8-2 16,0 17-3-16,0-17-7 15,0 10-17-15,0-10-34 0,0 7-10 16</inkml:trace>
  <inkml:trace contextRef="#ctx0" brushRef="#br1" timeOffset="88302.02">5047 6209 207 0,'0'0'8'0,"0"0"4"16,5-4 5-16,-5 4 3 15,0 0 3-15,11-2 1 0,-11 2 3 16,0 0 0-16,0 0-3 16,10-6-5-16,-10 6-4 15,0 0-3-15,0 0-2 16,0 0-1-16,0 0-3 0,12-2 0 15,-12 2-2-15,10 0 0 16,-10 0 0-16,12 5-1 16,-5 4 0-16,4-1 0 15,-1 3 0-15,2 1 0 0,1 1 0 16,-4 1 0-16,2 1-1 16,1 2 0-16,-2 1 1 15,2-1-1-15,1 1 1 16,-6 2-3-16,2-1 0 0,5 1 0 15,-7 3 0-15,2-1 0 16,0 0 0-16,-3-3 0 16,2 1 0-16,2 5 0 15,-5-6 0-15,3 2 0 0,-4 1 0 16,4-3 0-16,-4 1 0 16,1 1 0-16,-1-1 0 15,0-4 0-15,-4 1 0 16,3 0 0-16,2-1 0 0,-5-1 0 15,0 0 0-15,2 2 0 16,-2-3 0-16,0 3 0 16,0-1 0-16,-2 1 0 15,2-1 0-15,-5 1 0 0,2 0 0 16,1-2 0-16,0 2 0 16,-2 1 0-16,-1-4 0 15,3 2 0-15,0-1 0 16,-3-1 0-16,2-4 0 0,-1 2 0 15,1 1 0-15,-2-3 0 16,5 0 0-16,-5-3 0 16,2 3 0-16,3-10 0 15,-7 15 0-15,7-15 0 0,-2 12 0 16,2-12 0-16,-6 10 0 16,6-10 0-16,-4 10 0 15,4-10 0-15,-5 8 0 16,5-8 0-16,0 0 0 0,-6 12 0 15,6-12 0-15,0 0 0 16,-4 13 0-16,4-13 0 16,0 0 0-16,-5 12 0 0,5-12 0 15,0 0 0-15,-5 9 0 16,5-9 0-16,0 0 0 16,0 0 0-16,0 0 0 15,0 0 0-15,0 0 0 0,0 0 0 16,0 0 0-16,-7-14-14 15,7 4-70-15,0-5-3 16</inkml:trace>
  <inkml:trace contextRef="#ctx0" brushRef="#br1" timeOffset="89398.98">5050 6185 339 0,'0'0'8'0,"0"0"3"16,2-10 5-16,-2 10 1 0,5-9 0 15,-5 9 1-15,6-10-1 16,-6 10 2-16,0 0-8 16,0 0-4-16,2 11-1 15,-2 6-2-15,0-1-2 16,0 6 1-16,-2 6-1 0,-1 0 1 15,3 1-1-15,-3-2 0 16,1 0-1-16,-1-2 0 16,-2 0 1-16,3-2-1 15,-3-4 1-15,3-2-2 0,0-2 0 16,-1-5 0 0,3-10 0-16,-6 15 0 0,6-15 0 15,0 0 0-15,0 0 0 16,0 0 0-16,0 0 0 0,-4-13 0 15,4 6 0-15,0-8 0 16,4 0 0-16,2-3 0 16,-3 2 0-16,4-4 0 0,-3 0 0 15,4-2 0-15,0 0 0 16,2 2 0-16,-6 0 0 16,4 0 0-16,-4 3 0 15,2-4 0-15,-1 5 0 16,-3-2 0-16,1 3 0 15,-1 4 0-15,1-2 0 0,-3 1 0 16,0 1 0-16,0 4 0 16,0 7 0-16,2-13 0 15,-2 13 0-15,0 0 0 0,0-10 0 16,0 10 0-16,0 0 0 16,0 0 0-16,0 0 0 15,0 0 0-15,16 8 0 16,-16-8 0-16,19 15 0 0,-6-3 0 15,4 2 0-15,3 0 0 16,2 0 0-16,-2 4 0 16,7-3 0-16,-2 1 0 0,-2-3 0 15,1 2 0-15,-2-2 0 16,-4-1 0-16,4-2 0 16,-7-3 0-16,0 1 0 15,-2-3 0-15,-1-3 0 0,-5 1 0 16,-7-3 0-16,13 0 0 15,-13 0 0-15,0 0 0 16,10 2 0-16,-10-2 0 16,0 0 0-16,0 0 0 15,0 0 0-15,0 0 0 16,0 0 0-16,-3-5 0 0,3 5 0 16,0 0 0-16,0 0 0 15,0 0-62-15,0 0-29 16</inkml:trace>
  <inkml:trace contextRef="#ctx0" brushRef="#br1" timeOffset="90343.21">5706 6376 398 0,'0'0'6'0,"0"0"2"0,0 0 3 15,0 0 0-15,0 0 1 16,-10-7 0-16,10 7 1 0,-12 4 1 16,4 7-6-16,1 1-3 15,-1 5-2-15,1 8 0 16,2-3-1-16,0 8 0 0,5-3-1 15,0 3 1-15,0-3-2 16,2 1 0-16,6-7 0 16,-1 3 0-16,3-3 0 15,1-3 0-15,1-4 0 0,0-3 0 16,3-1 0-16,-1-3 0 16,0-1 0-16,2-6 0 15,0 0 0-15,-2-6 0 16,2-1 0-16,-2-3 0 0,1-3 0 15,-3-1 0-15,-2-4 0 16,1-5 0-16,-6 3 0 16,-1-6 0-16,-1-2 0 15,-3 1 0-15,-5-2 0 16,-2 1 0-16,-6-1 0 0,3 1 0 16,-4 3 0-16,-5 3 0 15,2 2 0-15,0 3 0 16,2 5 0-16,-4 4 0 0,5 3 0 15,0 3 0-15,-1 2 0 16,3 0 0-16,4 7 0 16,-2 1 0-16,5 4 0 15,0 3 0-15,3 5 0 0,2-3 0 16,0 8 0-16,5-5 0 16,2 2 0-16,3-1 0 15,-2-5 0-15,4 1 0 16,3-5 0-16,-1 1 0 0,0-5 0 15,0-4 0-15,1 2 0 16,2-6 0-16,-1 0 0 16,3 0 0-16,-4-3 0 0,2-4 0 15,-1 1 0-15,1-2 0 16,-5 1 0-16,0 3 0 16,-1-4 0-16,-11 8 0 15,10-10 0-15,-10 10 0 16,0 0 0-16,7-10 0 15,-7 10 0-15,0 0 0 0,0 0 0 16,0 0 0-16,-7-2 0 16,7 2-47-16,0 0-41 15,-10 0-3-15</inkml:trace>
  <inkml:trace contextRef="#ctx0" brushRef="#br1" timeOffset="91031.96">6057 6515 427 0,'0'0'6'0,"0"0"2"0,-5-10 1 0,5 10 2 16,-3-15 1-16,3 9 0 0,-3-8 1 15,3 0 0-15,0 0-13 16,8 3 0-16,-1 1 0 16,5 0 0-16,1 5 0 15,-1-3 0-15,4 6 0 16,-2 2 0-16,-1 0 0 15,-1 5 0-15,0 5 0 0,-3 2 0 16,-2 6 0-16,-2 0 0 16,-3 3 0-16,-2-1 0 15,-2 2 0-15,-3 0 0 0,-8-2 0 16,1 2 0-16,0-4 0 16,1 0 0-16,2-9 0 15,-1 1 0-15,2 0 0 16,8-10 0-16,0 0 0 0,0 0 0 15,0 0 0-15,0 0 0 16,13 0 0-16,1-3 0 16,2-4 0-16,3 0 0 15,1-4 0-15,3 5 0 0,2-4 0 16,-1 0 0-16,-2 2 0 16,1-2 0-16,-4 3 0 15,-1 2 0-15,-3-1 0 16,-2 5 0-16,-4 1 0 0,-9 0 0 15,13 0 0-15,-13 0 0 16,0 0 0-16,0 0 0 16,3 4 0-16,-3-4 0 15,0 0 0-15,0 10 0 0,0-10 0 16,0 0 0-16,-13 12 0 16,13-12 0-16,-6 11 0 15,6-11 0-15,0 0-36 16,0 0-55-16</inkml:trace>
  <inkml:trace contextRef="#ctx0" brushRef="#br1" timeOffset="93965.32">8584 4246 173 0,'0'0'9'0,"0"0"3"15,0 0 3-15,2-5 3 16,-2 5 0-16,14-7 3 0,-1-1 0 16,-1 0 1-16,11-3-7 15,-3-3-4-15,10 0-2 16,2-6-4-16,10-2-1 16,8-6-2-16,7-3-2 0,11-5-2 15,6-5-1-15,8-4 0 16,12-13 0-16,15-1 0 15,3-10 0-15,8-8-4 0,6 1 0 16,8-6-1-16,1-2 1 16,1 2 0-16,-5 1 0 15,-4 3 0-15,6 4 1 16,-4 0 4-16,-5 4 2 16,-5 5 0-16,1 4 1 15,-12 2-1-15,0 6 0 0,-4 9 0 16,-20 4-1-16,-12 8 0 15,-17 7 2-15,-9 8 0 16,-15 7 0-16,-10 0-4 0,-9 8-10 16,-12 2-18-16,-4 4-26 15,4-4-5-15</inkml:trace>
  <inkml:trace contextRef="#ctx0" brushRef="#br1" timeOffset="95265.76">10368 3295 230 0,'0'0'8'0,"0"0"6"16,0 0 4-16,0 0 4 15,0 0 1-15,0 0 2 16,0 0 0-16,0 0 3 0,-11-3-10 15,11 3-5-15,0 0-3 16,0 0-3-16,8 10-2 16,-1 0-2-16,3-1-1 15,3 7 1-15,1-1 0 0,4 4-1 16,4 1 0-16,1 2 1 16,-2 3-2-16,5 0 1 15,-2 2-1-15,1 0 1 16,-2 2-1-16,-3 2 0 15,-3 1 0-15,1 0 0 0,-4 3 1 16,-1-1-1-16,-1 1 1 16,-4 2 0-16,0 1 1 0,-6 1-1 15,3-2 0 1,-5 3 0-16,2-3-1 0,-2 0 1 16,0 1-1-16,0-4 1 15,-2-2-1-15,0 0 0 16,-1-1 0-16,3-5 0 0,-2-3-1 15,-2-1 1-15,2 0-1 16,2-1 0-16,-5-5 0 16,3 0 0-16,-1-3 1 15,1 4-1-15,-3-9 0 0,3 5 1 16,-1-1 0-16,-2-2-1 16,-3-2 1-16,8-8-1 15,-8 15 1-15,8-15-1 16,-11 13 1-16,11-13-1 0,-13 9 0 15,13-9 1-15,0 0 0 16,-7 7 1-16,7-7-2 16,0 0 0-16,0 0 0 0,0 0 0 15,0 0-3-15,0-7-1 16,0 7-5-16,0-12-9 16,0 12-31-16,0-12-35 15,0 12-2-15</inkml:trace>
  <inkml:trace contextRef="#ctx0" brushRef="#br1" timeOffset="95900.31">10499 4228 339 0,'0'0'10'0,"0"0"3"0,0 0 4 15,0-10 2-15,0 10 0 0,0-11 2 16,0 11 0-16,7-14 1 16,-7 14-10-16,5-9-3 15,-5 9-3-15,13 0-3 16,-13 0-3-16,14 17 0 15,0-5 0-15,-5 3 0 0,3 3 0 16,1 2 0-16,-1-1 0 16,1 1 0-16,-1 0 0 15,0 3 0-15,1-4 0 16,-3 0 0-16,-3 4 0 16,1-5 0-16,-3 2 0 0,2-1 0 15,-2-1 0-15,0-4 0 16,-3 1 0-16,2-5 0 15,-2 1 0-15,-2-11 0 0,5 7 0 16,-5-7 0-16,0 0 0 16,12-7 0-16,-5-4 0 15,4-3 0-15,1-4 0 0,3 0 0 16,0-4 0-16,7-2 0 16,-5-1 0-16,6 1 0 15,-3-1 0-15,3 2 0 16,-4 0 0-16,1 4 0 15,-3 4 0-15,-4 1 0 0,-3 3 0 16,-1 4 0-16,-9 7 0 16,11-7 0-16,-11 7 0 15,0 0 0-15,0 0 0 16,0 4 0-16,0-4 0 0,-11 8 0 16,11-8 0-16,-7 10 0 15,7-10-2-15,-23 0-86 16,23 0-2-16</inkml:trace>
  <inkml:trace contextRef="#ctx0" brushRef="#br1" timeOffset="96701.12">11093 3271 340 0,'0'0'9'0,"0"0"5"0,0 0 4 0,-3-11 2 15,3 11 0-15,-5-10 1 16,5 10 1-16,0 0 0 15,-14 0-10-15,8 4-3 16,-1 12-5-16,1 6-4 0,2 7 0 16,0 7 0-16,1-2 0 15,3 6 0-15,0-3 0 16,3-5 0-16,4 0 0 16,2-7 0-16,4-3 0 15,-1-9 0-15,6-1 0 0,-1-7 0 16,3-5 0-16,-3 0 0 15,3-5 0-15,3-7 0 16,-6-6 0-16,-2-2 0 0,0-2 0 16,-5-8 0-16,-5 1 0 15,0-6 0-15,-5 0 0 16,-7 1 0-16,-4 2 0 16,-6 2 0-16,-1 0 0 0,-1 10 0 15,-6 3 0-15,2 4 0 16,1 9 0-16,3 4 0 15,-2 0 0-15,7 9 0 0,-5 7 0 16,11-1 0-16,-1 4 0 16,7 3 0-16,2 3 0 15,0-2 0-15,8-2 0 16,3 0 0-16,8-4 0 16,0-2 0-16,6-6 0 15,0-6 0-15,3-3 0 0,-1 0 0 16,1-3 0-16,-9-1 0 15,2-4 0-15,-3 3 0 16,-5-2 0-16,-1 5-7 0,-3-4-81 16,-9 6-1-16</inkml:trace>
  <inkml:trace contextRef="#ctx0" brushRef="#br1" timeOffset="97331.92">11501 3394 434 0,'0'0'5'0,"0"0"4"15,-11-5 2-15,11 5 1 16,-9-11 1-16,9 11 1 0,-10-12-1 15,10 12-13-15,-11-14 0 16,11 4 0-16,0 10 0 16,3-15 0-16,-3 15 0 0,18-15 0 15,-4 10 0-15,1 0 0 16,0-1 0-16,0 6 0 16,2 0 0-16,-4 0 0 15,-2 6 0-15,1 4 0 0,-5-3 0 16,-5 6 0-16,-2 1 0 15,0-1 0-15,-7 4 0 16,-3-2 0-16,0-3 0 16,0 3 0-16,2 1 0 0,3-9 0 15,1 3 0-15,4-10 0 16,2 12 0-16,-2-12 0 16,20 10 0-16,-9-7 0 15,8-3 0-15,-2 1 0 16,3 2 0-16,0-1 0 0,-3 4 0 15,1-2 0-15,-4 2 0 16,-1 1 0-16,-1 1 0 16,-12-8 0-16,9 12 0 0,-9-12 0 15,-1 13 0-15,-7-6 0 16,-4 0 0-16,-3-2 0 16,-8 2 0-16,4 0 0 15,-6-1 0-15,-5-1 0 0,4 2 0 16,0-2 0-16,4 0 0 15,2 0 0-15,2 0 0 16,4-5 0-16,14 0-19 16,0 0-68-16,0 0-4 0</inkml:trace>
  <inkml:trace contextRef="#ctx0" brushRef="#br1" timeOffset="100698.89">5224 4870 321 0,'0'0'8'0,"0"0"4"16,3-10 3-16,-3 10 5 15,0-12 1-15,0 12 1 0,0-14 2 16,0 14 1-16,0-17-7 15,0 17-5-15,0 0-1 16,0 0-12-16,2 9 0 0,0 5 0 16,1 3 0-16,2 11 0 15,-5-2 0-15,2 10 0 16,0-2 0-16,-2 1 0 16,0 0 0-16,-4-2 0 15,-1-2 0-15,-2-4 0 0,-1-2 0 16,-2-6 0-16,3-2 0 15,-1-6 0-15,4-3 0 16,4-8 0-16,0 0 0 16,0 0 0-16,0 0 0 0,9-13 0 15,3 1 0-15,6-6 0 16,2 0 0-16,7-1 0 16,0 0 0-16,1-3 0 15,4-1 0-15,0 6 0 0,-2-1 0 16,-3 3 0-16,-2 3 0 15,-3 5 0-15,-2-1 0 16,-7 4 0-16,-1 1 0 16,-12 3 0-16,13-3 0 0,-13 3 0 15,0 0 0-15,0 0 0 16,0 0 0-16,-5 6 0 16,5-6 0-16,-12 1 0 15,12-1 0-15,-15 8 0 0,15-8 0 16,-13 3 0-16,13-3 0 15,0 0 0-15,-13 0-12 16,-9-3-76-16,22 3-4 16</inkml:trace>
  <inkml:trace contextRef="#ctx0" brushRef="#br1" timeOffset="101449.05">5627 4788 396 0,'0'0'8'16,"0"0"3"-16,0 0 3 0,-3-10 1 16,3 10 1-16,0-15 2 15,0 9 0-15,0-8-3 16,0 5-15-16,3-3 0 0,2 1 0 15,-5 11 0-15,17-12 0 16,-8 5 0-16,4 4 0 16,2 3 0-16,-3 0 0 15,1 0 0-15,4 8 0 0,-7 2 0 16,-2-1 0-16,-3 9 0 16,0-4 0-16,-5 6 0 15,0 0 0-15,-7 5 0 16,-4-3 0-16,4-2 0 0,-1 3 0 15,-1-6 0-15,1-5 0 16,0 3 0-16,6-5 0 16,2-10 0-16,0 7 0 15,0-7 0-15,10 0 0 16,3-3 0-16,-1-4 0 0,1-2 0 16,1-1 0-16,6 0 0 15,-5-4 0-15,5 3 0 16,-3 1 0-16,1-2 0 0,-6 1 0 15,3 4 0-15,-5 2 0 16,0 1 0-16,-10 4 0 16,15-9 0-16,-15 9 0 15,0 0 0-15,0 0 0 0,0 0 0 16,0 0 0-16,0 0 0 16,0 0 0-16,0 9 0 15,0-9 0-15,-11 8 0 16,11-8 0-16,-7 8 0 0,7-8 0 15,-5 9 0-15,5-9 0 16,0 0-4-16,0 0-88 16,0 0-4-16</inkml:trace>
  <inkml:trace contextRef="#ctx0" brushRef="#br1" timeOffset="103851.68">12698 3657 273 0,'0'0'9'16,"0"0"4"-16,0-14 4 16,0 14 4-16,5-11 2 0,-5 11 4 15,5-18 0-15,-2 8 1 16,-3 10-6-16,4-10-5 16,-4 10-4-16,0 0-2 15,8 8-3-15,-6 2-6 0,0 7-2 16,-2 5 0-16,0 5 0 15,-2 1 0-15,-3 1 0 16,-2 3 0-16,-3 1 0 16,-3-4 0-16,-1 4 0 0,-1-6 0 15,-2-2 0-15,1-1 0 16,2-3 0 0,1-4 0-16,3-5 0 0,3-2 0 15,7-10 0-15,-2 8 0 16,2-8 0-16,16 0 0 0,0-3 0 15,1-2 0-15,8-1 0 16,0-2 0-16,2 0 0 16,3 0 0-16,-2 1 0 0,1 2 0 15,-2-3 0-15,-2 6 0 16,-5-3 0-16,0 5 0 16,-5 0 0-16,-3 0 0 15,-4 0 0-15,-8 0 0 0,10 2 0 16,-10-2 0-16,0 0 0 15,0 13 0-15,0-13 0 16,0 0 0-16,-3 12 0 16,3-12 0-16,0 0 0 15,-9 3 0-15,9-11-66 0,0 8-24 16</inkml:trace>
  <inkml:trace contextRef="#ctx0" brushRef="#br1" timeOffset="104476.87">13065 3904 449 0,'0'0'5'0,"0"0"2"0,-4-15 3 16,4 15 1-16,-5-15 1 15,2 5 0-15,3 0-7 0,0-5-5 16,3 5 0-16,6 1 0 16,0 2 0-16,7-2 0 15,0 5 0-15,-2-1 0 16,7 2 0-16,-5 3 0 15,2 0 0-15,-3 0 0 0,-2 6 0 16,-4-1 0-16,-9-5 0 16,13 18 0-16,-10-7 0 15,-3 2 0-15,-6-1 0 0,-1 2 0 16,-3-1 0-16,0-1 0 16,2-1 0-16,1-2 0 15,7-9 0-15,-5 16 0 16,5-16 0-16,5 6 0 0,5-3 0 15,0 2 0-15,5-3 0 16,2 1 0-16,0 2 0 16,-1-2 0-16,1-1 0 15,0 3 0-15,1 2 0 0,-8-2 0 16,-1 1 0-16,-9-6 0 16,13 14 0-16,-13-14 0 15,0 12 0-15,-10-5 0 16,-5 2 0-16,0-3 0 15,-7 2 0-15,0-3 0 0,-6 0 0 16,1 0 0-16,-1-3 0 16,3 4 0-16,6-2 0 15,-4-8-24-15,11 4-64 0,12 0-3 16</inkml:trace>
  <inkml:trace contextRef="#ctx0" brushRef="#br1" timeOffset="116282.39">3551 15297 246 0,'0'0'7'0,"0"0"6"0,0-10 3 16,0 10 2-16,0-8 1 15,0 8 2-15,0-10 0 16,0 10 3-16,-4-11-8 0,4 11-4 16,-12-9-3-16,12 9-3 15,-21-8 0-15,9 8-2 16,-1 0 0-16,-1 0-1 16,-2 0 0-16,2 4 0 15,0 0 0-15,-7-1-1 0,6 4 0 16,0 0 0-16,-5 4-1 15,3-4 0-15,2 3 1 16,-2 0-2-16,-1 0 1 0,4 0 0 16,-2 2-1-16,2 1 1 15,-1-1 0-15,0 3-1 16,2 0 1-16,1 0 0 16,3 0-1-16,-4 1 1 0,1 2-1 15,-2 0 0-15,7-4 1 16,-5 4-1-16,4 1 0 15,-2-3 0-15,3 2 1 16,0 1-1-16,-1 1 0 0,5-1 0 16,-4 1 0-16,2 0 0 15,3 3 0-15,0-1 0 16,-1-5 1-16,3 2-1 16,-2 4 0-16,2-6 1 15,0 1-1-15,0 2 1 0,2-4-1 16,-2 5 1-16,5-1-1 15,0-4 1-15,0 5-1 16,-1-4 0-16,5 5 1 0,-2-2 0 16,0 2-1-16,3 3 1 15,-2-3 0-15,1 3 0 16,1 0 0-16,1 0 0 16,-3-3 0-16,5-2-1 0,0 3 1 15,-1-4-1-15,0-2 1 16,4 0 0-16,-2-4 0 15,4 2 0-15,0-5 0 16,-1 2 0-16,1 1-1 16,1-1 1-16,1-5 0 0,0 4-1 15,2-4 1-15,1 0-1 16,-1 1 0-16,-3-1 0 16,3-3 1-16,2 2-1 15,-2-1 0-15,-2 0 0 0,5-3 0 16,-3 3 1-16,1-3-1 15,0 1 0-15,3 0 0 16,-3-3 0-16,-1 2 1 0,0 1-1 16,0-3 0-16,1 0 0 15,-2 0 0-15,0-3 0 16,-1-2 0-16,3 2-1 16,-4-4-2-16,-1 2-3 0,-1-2-7 15,5 1-21-15,1-1-50 16,-11-5-1-16</inkml:trace>
  <inkml:trace contextRef="#ctx0" brushRef="#br1" timeOffset="117582.4">3509 15200 204 0,'0'0'8'0,"0"0"4"0,0 0 3 0,5-10 1 16,-5 10 2-16,7-10 2 0,-7 10 1 15,14-12 2-15,-7 6-7 16,2-1-1-16,4 6-3 16,-1-6 0-16,1 3-2 15,4-2-1-15,3 5-2 0,-3-2 0 16,6 1-1-16,0 0 1 16,-1-1-4-16,0 3 2 15,3 0-2-15,-2 0 0 16,6 0 0-16,-4 5 0 0,-1 0-1 15,1 2 0-15,1 1 0 16,-4 2 0-16,1 0 0 16,-4-1-1-16,1 1 1 15,-1 2-1-15,-1 4 0 0,0-4 0 16,-3 3 0-16,0-1-1 16,-2 4 1-16,4-4-1 15,-3 4 0-15,-4 0 0 16,1-2 0-16,1 4 1 15,-5 0-1-15,3-2 0 0,0-1 1 16,0 2-1-16,-4 2 0 16,5-2 0-16,-3-1 0 15,-1 2 0-15,3-1 0 0,-2 1 0 16,-1 0 0-16,-2-1 0 16,-1 4 0-16,2-3 0 15,-3 2 0-15,2-4 0 16,-3 2 0-16,0-1 0 0,3-1 0 15,-5 1 0-15,3-1 0 16,-3-1 0-16,0 1-1 16,0 1 1-16,0-1 0 15,0-4-1-15,0 4 1 16,-5-4-1-16,2 0 1 0,-1 0 0 16,1-1-1-16,-2 1 1 15,-3 1 0-15,2-2 0 16,-2 2 0-16,0-1 1 0,-2-2-1 15,3 3 0-15,-3-2 1 16,-1 2-1-16,2-3 1 16,-1 1-2-16,0 1 1 15,-2-2 0-15,0 1 0 0,-4-1 0 16,4 0 0-16,-6 1 0 16,4-2 0-16,-4 1 0 15,4-3 0-15,-4 1 0 16,3 0 0-16,-3 0 0 0,2 1 0 15,3-7 0-15,-2 4 0 16,0-3 1-16,0 0-1 16,0-1 0-16,1-1 0 15,-2 0 1-15,2-2-1 0,-4 5 0 16,3-3-1-16,0-1 0 16,1 0 0-16,1 0-1 15,1 1-2-15,4 0-1 16,0-3-2-16,8 0-5 0,-12 2-5 15,12-2-10-15,-10 5-30 16,10-5-23-16,0 0-5 16</inkml:trace>
  <inkml:trace contextRef="#ctx0" brushRef="#br1" timeOffset="119065.67">3470 16211 202 0,'0'0'9'0,"0"0"2"16,0 0 3-16,0 0 2 15,0 0 1-15,0 0 1 0,0 0 0 16,0 0 1-16,0 12-8 15,0-12-9-15,14 0-24 16,11 0-42-16,-2 0-6 16</inkml:trace>
  <inkml:trace contextRef="#ctx0" brushRef="#br1" timeOffset="120949.94">4096 15237 120 0,'0'0'7'0,"0"0"3"16,0 0 3-16,9-2 1 16,2 0 0-16,1 2 1 15,4-6-1-15,8 6 2 16,1 0-8-16,4 0-3 0,6 0-1 16,3 0-2-16,2 0-1 15,9 0 0-15,1 0 0 16,5 0 1-16,4 0 0 0,-1 0 0 15,6 0 0-15,-5 0 0 16,6 0 1-16,-3-2-1 16,-2 2 2-16,5 0-2 15,-1 0 0-15,5-2 0 16,-3 2-1-16,8 0 1 0,-2 0-2 16,0-3 1-16,0 1 0 15,2 2 1-15,-2-3-2 16,1 0 1-16,-1 3-1 15,0-2 1-15,-2 0-1 0,3 2 1 16,0 0-1-16,-1-3 1 16,0 0-1-16,3 3 1 15,1-2 0-15,2 0-1 16,1-3 0-16,1 2 1 0,1 0 0 16,3 1-1-16,2 0 1 15,-2-1 0-15,0 3-1 16,1 0 0-16,-3 0 0 0,1-1 1 15,-2 1-1-15,4 0 0 16,-3-4 0-16,-1 1 1 16,4 3-1-16,0-4 1 15,2 1-1-15,-3 0 0 16,0 2 0-16,-1-5 2 16,0 5-2-16,0-2 0 0,-1-1 0 15,-3 3 0-15,1-4-2 16,2 0 2-16,4 2 0 15,-8-4-1-15,1 2 0 0,3 0-1 16,-2-3 0-16,-1 1-1 16,3-1 0-16,-5 3-2 15,5-2 2-15,-2 3-1 16,-1-5 0-16,3 2 1 0,-5 0 3 16,3 2 0-16,0-3 1 15,-6 1 2-15,6 2-2 16,-6-2 1-16,6 1 0 15,-4-1-1-15,4 6 1 16,-1-5-2-16,1 3 0 0,-1-2 0 16,1 2 0-16,-6 2 0 15,-3-2 0-15,-5 0-1 16,-1 2 1-16,-10 1-1 0,-4-3 1 16,-8 3 0-16,-8-3 0 15,-8 0 1-15,-2 1 0 16,-5 2 1-16,-7-2 2 15,-4-2-2-15,-9 4-3 0,12-1-5 16,-12 1-17-16,0 0-37 16,0 0-2-16</inkml:trace>
  <inkml:trace contextRef="#ctx0" brushRef="#br1" timeOffset="123549.22">9103 5722 82 0,'0'0'6'0,"-2"27"1"15,2-4 4-15,-3 11-1 16,0 6 3-16,0 10 0 16,1 9 2-16,2 10-1 15,0-2-4-15,0 1-2 16,0-2-2-16,0 3-3 0,2 1 1 15,4 0-2-15,-3-1-2 16,-1 0 0-16,0 2 0 16,1-1 0-16,-1 5-1 15,3-6 0-15,0 0 0 0,0-3 1 16,0-3 0-16,3 4-1 16,-1 2 1-16,0 0 0 15,-2-1 0-15,1 1-2 16,1 0 2-16,-2 3 0 0,-1 0-1 15,1 0 1-15,1 2 0 16,-1 0 1-16,-3 3 1 16,3 0-1-16,-2 0 1 0,-1 0 0 15,3 2 0-15,-3 1 0 16,-2-2-2-16,3-2 0 16,-1 4 0-16,1-4 0 15,0 2 0-15,-1 1-2 16,1-2 1-16,-1 2 0 15,0-2 1-15,3 2-1 0,-2-2 0 16,-1 2 0-16,3 1-1 16,-2-4 0-16,2 4 1 15,0-4 0-15,0 4 1 0,-1 2 0 16,-1-6 0-16,5 6 1 16,-6 3 0-16,3-4 1 15,0 3 1-15,0 1-1 16,0-2 2-16,-1 4-2 0,2 0 0 15,-1 3 0-15,-1-7-1 16,4 5 2-16,-1 1-2 16,-1-2 1-16,1-2 0 15,1 1 1-15,-6-5-1 0,3 3 1 16,0-2 0-16,-3 2 0 16,1-3-2-16,2 7-1 15,-5-7 1-15,3 3-1 16,-1-1 0-16,-2 2 0 0,2 2 0 15,1 0 1-15,-3 6-1 16,0-2 0-16,0-2 0 16,0 6 0-16,0-4 0 15,-3 6 1-15,1 4 0 16,0-7 0-16,2 0 1 0,0 0 1 16,0 0-1-16,0 5 0 15,0 6 0-15,0-6-1 16,0-1 0-16,0 5 0 0,0-4 1 15,0 8 0-15,0 3-2 16,0-6 1-16,0 3 0 16,-3-1 1-16,3-1-1 15,0 1 0-15,0 8-1 0,0-10 1 16,0 0 0-16,0 1 0 16,0-4-1-16,0 0 0 15,0 5 0-15,0-6-4 16,0-4-7-16,0-4-24 15,7-3-24-15,-4-5-6 0</inkml:trace>
  <inkml:trace contextRef="#ctx0" brushRef="#br1" timeOffset="125182.28">4101 16208 235 0,'0'0'5'0,"0"0"1"15,0 0 1-15,0 0 2 16,0 0 1-16,0 0 3 0,10 0 1 16,2-2 0-16,0 0-3 15,11 2-2-15,4-3-1 16,8 0-1-16,4 3-2 0,9-2-2 16,7-3-1-16,7 5-1 15,7-5 0-15,3 5-1 16,8-5 1-16,2 5-1 15,5-2 1-15,0 2-1 16,5 0 1-16,4 0-1 0,2 0 0 16,6 0 2-16,-2 0-2 15,4 0 0-15,6 2 0 16,0-2 1-16,-8 3-1 16,9-1 2-16,-9 0-2 0,5 1 0 15,4 2 1-15,-9-3-1 16,-3 4 1-16,2-2-1 15,-4 1 0-15,0 0 1 0,5 0-1 16,-4-2 1-16,-3 0-1 16,-3-3 0-16,3 1 0 15,0-1 1-15,2 0-1 16,-5 0 1-16,-2 0-1 16,-2-1 1-16,-1-5-1 15,-4 4 1-15,0-3-1 0,-2 0 1 16,-4 2 0-16,-1-1 0 15,-1-2 0-15,1 1 0 16,-4 0 1-16,-2 1-1 0,-2-3 0 16,-3 1 0-16,-2-2-1 15,-6 4 1-15,1-1 0 16,0 0 0-16,-9-1 0 0,-1 5 0 16,0-2 0-16,-8 1 1 15,-5 2-1-15,3-3 1 16,-8 3 0-16,1-3 0 15,-6 3-1-15,-2-2 1 16,-6 2-1-16,2-2 0 16,-4 2 0-16,-5 0 0 0,-4 0 0 15,-8 0 0-15,15 0-1 16,-15 0 1-16,0 0-1 16,0 0-2-16,0 0 0 15,0 0-3-15,0 0-2 0,0 0-4 16,2 7-5-16,-2-7-11 15,0 0-27-15,0 0-21 16</inkml:trace>
  <inkml:trace contextRef="#ctx0" brushRef="#br1" timeOffset="125765.72">9356 15171 278 0,'0'0'7'0,"0"0"4"16,0 0 2-16,0 0 4 0,5-3 0 15,-5 3 0-15,0 0 2 16,0 0 2-16,7 11-7 16,-7 5-3-16,3 9-3 15,2 7-1-15,-2 13-1 0,2 7-1 16,-1 11 1-16,4 5-2 16,-6 4-1-16,4 0-1 15,1 0 1-15,-7-3-2 16,0-5 1-16,0-5-1 0,0-4 0 15,0-11-1-15,-7-1 1 16,6-11 0-16,-4-4-1 16,5-6 0-16,0-10-2 0,-2-2 0 15,2-10 0-15,0 0-3 16,0 0-3-16,0-12-6 16,0-4-12-16,-3-6-29 15,-9-7-25-15,7-6-5 16</inkml:trace>
  <inkml:trace contextRef="#ctx0" brushRef="#br1" timeOffset="125915.48">9282 15544 342 0,'0'0'7'16,"0"0"1"-16,0 0 0 0,0 0 1 16,0 0-2-16,0 0 1 15,0 14-7-15,0 2-7 16,2 3-52-16,6 12-16 15</inkml:trace>
  <inkml:trace contextRef="#ctx0" brushRef="#br1" timeOffset="127631.79">9413 15088 179 0,'0'0'7'15,"0"0"3"-15,0 0 5 0,0 0 4 16,8-4 3-16,-8 4 3 15,0 0 1-15,0 0 1 16,0 0-4-16,0 0-1 16,0 0-4-16,9 0-4 0,-9 0-2 15,0 0-3-15,0 0 1 16,13-3-3-16,-3 3 1 16,10-2-2-16,-3 2 0 15,10 0 0-15,6 0-1 0,7-2 0 16,4 2-2-16,3-3 0 15,3 0-1-15,0 0 0 16,4 3 0-16,-1 0 1 0,2-2-1 16,-1 2 0-16,4 0 1 15,-2-2-1-15,1 2 0 16,1-3 0-16,4 3 0 16,-3-2-2-16,6 2 0 15,-3-2 0-15,7-1 0 0,-1 1 0 16,-1 2 0-16,2-3 0 15,3 1 0-15,-4-2 0 16,1 2 0-16,1 0 0 16,-1 0 0-16,1-1 0 0,2 3 0 15,0-2 0-15,3-1 0 16,-1 1 0-16,4-1 0 16,0 3 0-16,2-2 0 15,-1-1 0-15,1 0 0 0,-2-1 0 16,-2 4 0-16,-2-3 0 15,2 2 0-15,-5-5 0 16,4 3 0-16,-1 3 0 16,1-2 0-16,-3 2 0 15,2 0 0-15,-2 0 0 0,-2 0 0 16,-3 2 0-16,0 3 0 16,-5-1 0-16,0-4 0 15,-4 1 0-15,-1 2 0 0,-2-1 0 16,-1 0 0-16,-4-2 0 15,-2 0 0-15,-7 0 0 16,-6 3 0-16,-7-3 0 16,-6 0 0-16,-7 0 0 0,-7 0 0 15,-8 0 0-15,0 0 0 16,0 0-9-16,7-7-52 16,-7 7-26-16,-13 0-1 15</inkml:trace>
  <inkml:trace contextRef="#ctx0" brushRef="#br1" timeOffset="128834.68">9458 16065 298 0,'0'0'6'0,"0"0"3"0,0 0 4 16,0 0-1-16,0 0 0 16,0 0 1-16,0 0 2 15,0 0 0-15,18-3-6 0,-2 3-3 16,9-3-2-16,8 3-1 16,7-3 0-16,4 3 0 15,11-1-1-15,3 1-1 16,6-3 1-16,7 0-1 0,4 2 0 15,5-2 0-15,2-2-1 16,2 0-1-16,3-3 1 16,-2 1 0-16,4-1 0 15,1 1 0-15,-3 0-1 16,-1-1 1-16,4 4 1 0,-6 1-1 16,6-1 1-16,-5 1-1 15,-4 0 1-15,1 1 0 16,-2-1-1-16,-1 1 1 15,-4-2-1-15,0 0 0 0,-4 2 1 16,2 0-1-16,-4-1 1 16,3 0 0-16,-5-2 0 15,1 3 1-15,-4-1-2 0,1 1 1 16,-3-3 0-16,0 0 0 16,0 2 1-16,-5-2-1 15,1 3 0-15,1-3-1 16,4 3 1-16,-7-3 0 15,3 0 0-15,1 2-1 0,-4-1 1 16,-2 0-1-16,-2 0 1 16,-2 1-1-16,-3 1 0 15,-3 0 1-15,-1-1-1 16,2 1 0-16,-4 2 1 16,7-4-1-16,-1 0 0 0,-2 2 0 15,8-1 1-15,-7-2-1 16,2 5 0-16,1-2 0 15,-4-1 0-15,0 3 0 0,-3-2 0 16,-2 2 0-16,-5 0 0 16,1 0 1-16,-1 0-1 15,0 0 0-15,1 0 0 16,-9-3 0-16,10 3 0 0,-7 0 0 16,0 0 1-16,-4-2-1 15,-3 2 0-15,-3-3 0 16,-5 3 0-16,-2 0 0 15,-4-2 0-15,-9 2-1 0,7 0-3 16,-7 0-6-16,0 0-12 16,0 0-55-16,0 0-1 15</inkml:trace>
  <inkml:trace contextRef="#ctx0" brushRef="#br1" timeOffset="131266.62">13195 14935 278 0,'0'0'2'16,"0"0"2"-16,0 0 2 15,0 0 4-15,0 0 2 0,12 0 2 16,0 0 1-16,6 0 1 15,10 0-1-15,2 2-1 0,7 1-4 16,2 0-2-16,6 1-3 16,4-4-1-16,2 3-2 15,3-1-1-15,-2 1 0 16,8-3 0-16,-3 0 0 16,-2 0 0-16,2 0-1 0,-2 0 1 15,1 0-1-15,-3 0 1 16,-1 0-1-16,-8 0 1 15,-1 0 0-15,-6 0-1 16,-4 0 0-16,-3 0 1 16,-10 0 0-16,-6 0 0 0,-4 0 1 15,-10 0 1-15,13 0 0 16,-13 0 0-16,0 0 1 16,0 0 0-16,0 0 0 0,0 0-1 15,0 0 0-15,0 0 0 16,9-8-2-16,-9 8 1 15,0 0-1-15,8-7 0 16,-8 7-1-16,0 0 1 0,13-5-1 16,-13 5 0-16,0 0 0 15,7-2 1-15,-7 2-1 16,0 0 0-16,14-6 0 16,-14 6 0-16,18-2 0 0,-8 2 0 15,3-3 1-15,-1 3-1 16,1-2 0-16,1 2 1 15,-2 0-1-15,4-2 1 16,-4-1-1-16,1 1 1 0,-1 2 0 16,-3-3 0-16,2 3 0 15,-4-2 0-15,3-2 1 16,-2 4-1-16,2-4 0 16,-1 0 1-16,-9 4-1 15,16-3 0-15,-16 3 1 0,12-5 0 16,-12 5-1-16,0 0 1 15,0 0-1-15,0 0 1 16,0 0-1-16,0 0 0 0,0 0 0 16,0 0-1-16,0 0 1 15,0 0-1-15,0 0-1 16,0 0 1-16,7-2 0 16,-7 2-1-16,0 0 1 15,0 0 0-15,0 0 0 0,0 0 0 16,0 0 0-16,0 0 0 15,0 0 0-15,0 0 0 16,0 0 0-16,0 0 0 16,0 0 1-16,0 0-1 0,0 0 0 15,0 0 0-15,0 0 0 16,0 0 1-16,0 0-1 16,0 0 1-16,0 0 0 15,0 0-1-15,0 0 0 0,0 0 1 16,0 0 0-16,0 0-1 15,0 0 0-15,0 0 0 16,0 0 1-16,0 0-1 0,0 0 0 16,11-6 0-16,-11 6 0 15,0 0 0-15,9-1 0 16,-9 1 0-16,12 0 0 16,-1-3-1-16,-2 3 2 15,1-4-2-15,5 4 1 0,-5-1 0 16,1 1 0-16,1 0 0 15,0-3 0-15,-4 3 0 16,2 0 0-16,-3 0 0 16,-7 0-1-16,13 0 1 0,-13 0 0 15,9 0 0-15,-9 0 0 16,0 0 0-16,0 0 0 16,0 0 0-16,0 0 0 15,0 0 0-15,0 0 0 0,0 0 1 16,10 0-1-16,-10 0 0 15,0 0 0-15,0 0 0 16,10 0 0-16,-10 0 0 0,8 0 0 16,-8 0 0-16,0 0 0 15,14 0 0-15,-14 0 1 16,7 0-1-16,-7 0 0 16,13-2 0-16,-13 2 0 15,10-3 0-15,-10 3 0 0,16-2 0 16,-16 2 0-16,13-5 0 15,-13 5 0-15,16 0 0 16,-16 0 0-16,10 0 0 0,-10 0 0 16,0 0 0-16,10 0-1 15,-10 0 2-15,0 0-2 16,0 0 2-16,0 0-1 16,10 0 0-16,-10 0 0 15,0 0 0-15,0 0 1 0,0 0-1 16,0 0 1-16,0 0-1 15,0 0 1-15,6 0-1 16,-6 0 1-16,0 0 0 0,0 0-1 16,0 0 1-16,0 0-1 15,11-5 1-15,-11 5 0 16,0 0-1-16,0 0 2 16,0 0-2-16,0 0 0 15,0 0 0-15,0 0 0 0,0 0-2 16,0 0 1-16,0 0 0 15,5 7 0-15,-5 1 0 16,0 5 0-16,0 4 0 16,2 5 1-16,-2 3 0 0,4 2 1 15,0 7-1-15,-1 3 1 16,2 3-1-16,-3 5 1 16,3-3-1-16,0 5 0 0,-3 0 1 15,-2 3 0-15,0-3 0 16,0 0 1-16,0 2-2 15,0-6 0-15,0 0 0 16,-2 0 0-16,-1-3 0 16,1-1 0-16,2-4 0 0,-3-4 0 15,3-2 0-15,-2-6 0 16,2-2 0-16,0-1 0 16,-2-3 0-16,2-2 0 15,0-2 0-15,-3-1 0 0,1-3 0 16,2-9 0-16,-3 14 0 15,3-14 0-15,0 0 0 16,-8 7 0-16,8-7 0 0,0 0 0 16,0 0 0-16,0 0 0 15,-9 4 0-15,9-4 0 16,-10 0 0-16,10 0 0 16,-20 3 0-16,8-3 0 15,-7 0 0-15,-3 0-3 0,-2 0 1 16,-11 0-1-16,-5 0 1 15,-9 0 0-15,-6 0-1 16,-7 0 1-16,-5 0 0 16,-3-5-1-16,1 3 2 0,2-1 0 15,5 1 0-15,2-3-2 16,10 2-1-16,3-1-4 16,12 0-7-16,6-3-22 15,4 3-45-15,13-1-1 0</inkml:trace>
  <inkml:trace contextRef="#ctx0" brushRef="#br1" timeOffset="131984">14950 14621 300 0,'0'0'7'0,"0"0"4"0,0 0 3 0,0 0 3 0,7-7 2 16,-7 7 2-16,0 0-1 16,0 0 0-16,5-10-8 15,-5 10-2-15,0 14-2 16,2 3-3-16,-2 16-1 0,2 4-2 16,-2 15 1-16,5 7 1 15,-2 11 0-15,-1 9 0 16,2 3-1-16,-4 4 0 0,2-1 1 15,-2 1-1-15,0-2 0 16,0 1-1-16,0-6 0 16,0-2 0-16,0-5-1 15,0-3 0-15,0-8 1 0,0 1-2 16,0-7 0-16,0-5 0 16,0-3 0-16,2-11 0 15,-2-3 0-15,0-5 0 16,0-9-5-16,0-3 1 0,0-5-2 15,0-11-1-15,0 0-3 16,0 0-3-16,0 0-3 16,-4-7-6-16,0-7-9 15,2-1-22-15,-6-10-27 0,6-5-5 16</inkml:trace>
  <inkml:trace contextRef="#ctx0" brushRef="#br1" timeOffset="132953.03">14842 14579 254 0,'0'0'8'0,"0"0"2"0,0 0 5 0,0 0 3 15,7-3 1-15,-7 3 0 16,14-3 3-16,-5 1 0 15,3-3-7-15,4 5-4 0,4-5-3 16,4 2-2-16,1-2-2 16,7 0 0-16,2 0-1 15,1-2 1-15,4 2-1 16,-2 1 0-16,0-5 1 16,-3 5-1-16,-6-1 1 0,2 3-1 15,-5-3 0-15,-5 2 0 16,-6 1 0-16,2 2 0 15,-7 0 0-15,1 0-1 16,3 0-1-16,-3 5 1 0,-1-3-2 16,2 3 1-16,-4 2-1 15,0 4 1-15,-2 1-1 16,0 5 1-16,-3 3-1 16,2 8 1-16,-2 3 1 0,0 9 0 15,1 7 1-15,-1 5 0 16,3 5-1-16,0 8 1 15,0 1 0-15,3 6-1 16,2 0 0-16,-1 2-1 0,2-5 1 16,1 4-2-16,-3-4 0 15,0 0 0-15,0-2 0 16,-2-3 0-16,-2-1 0 16,0-5 0-16,1-2 0 0,-4-2 0 15,1-2 0-15,-1-8 0 16,0-1 0-16,1-2 0 15,-3-6 0-15,0-2 0 16,0-4 0-16,0-1 0 0,0-6 0 16,0 0 0-16,-3-5 0 15,1-1 0-15,2-2 0 16,-2-2 0-16,2-1 0 0,0-4 0 16,0-7 0-16,0 14 0 15,0-14 0-15,0 0 0 16,0 9 0-16,0-9 0 15,0 0 0-15,0 0 0 0,0 0 0 16,0 0 0-16,0 0 0 16,-9 0 0-16,9 0 0 15,-9-6 0-15,-1 2 0 16,-5-2 0-16,-2-1 0 16,-8 2 0-16,-3-1 0 15,-6 2 0-15,-6 0 0 0,-5 1 0 16,-2 3 0-16,0 0 0 15,-4 0 0-15,7 3 0 16,5 1 0-16,2-1-16 0,5-2-68 16,16-1-3-16</inkml:trace>
  <inkml:trace contextRef="#ctx0" brushRef="#br1" timeOffset="135082.09">3701 15740 275 0,'0'0'6'16,"0"0"2"-16,0 0 3 15,0 0 0-15,0 0 2 16,0 0-1-16,0 0 0 16,0 0 0-16,0 0-3 0,0 0-4 15,0 0-1-15,10-3-1 16,2 3 0-16,0 0-1 15,11 0 1-15,4 0-1 0,10-2 0 16,6 2-1-16,6 0 0 16,4 0-1-16,7-2 0 15,2 2 1-15,5 0-1 16,2 0 0-16,-1-3 0 0,8 3-1 16,-2 0 1-1,6 0-1-15,0 0 0 0,4 0 1 16,1 3-1-16,4-3 0 15,6 2 0-15,-4 3 0 0,9-2 0 16,-4-1 0-16,5 1 0 16,-5-1-1-16,8 3 1 15,-7-2 1-15,0-1-2 16,1-2 2-16,-6 0 0 16,-4 0 0-16,2 0-1 0,-6-2-1 15,1-4-4-15,-3 4-4 16,-7-3-2-16,-4 3 0 15,-4-4-2-15,-9 4-4 16,-6 0-5-16,-8-1-14 0,-3 6-27 16,-16-1-3-16</inkml:trace>
  <inkml:trace contextRef="#ctx0" brushRef="#br1" timeOffset="137688">3739 15683 1 0,'0'0'0'0,"0"0"0"0,-11 0 2 15,11 0 2-15,0 0 5 16,-10 0 6-16,10 0 4 15,0 0 5-15,-9 0 3 0,9 0 2 16,0 0-1-16,0 0-5 16,0 0-3-16,0 0-9 15,0 0-1-15,0 0-2 16,0 0-2-16,0 0 0 0,12 4 1 16,0 0 0-16,8-4 1 15,5 0 1-15,15 0-1 16,-1 0-3-16,14-4-1 15,-1 3-1-15,10-2 0 0,3-1-2 16,-1 1 0-16,3 0-1 16,-2 1 1-16,7-1-1 15,-2 3 1-15,1 0 1 16,0-2 0-16,0-1 2 0,3 3 2 16,2 0 1-16,2 0 2 15,0 0 0-15,1 0 1 16,3 0-1-16,-2 3 1 15,2 2-3-15,-3 0 1 0,-2 0-3 16,1 0 0-16,-4 0-1 16,-5 0-1-16,4-3 0 15,-6 4 0-15,-3-6 0 16,3 1 0-16,0-1-1 0,-2 0 0 16,0 0 0-16,-5 0-1 15,2-4 1-15,-3 1-1 16,-2-2 0-16,-7-1 1 15,-3 2 1-15,-5 0-1 0,-7 1 1 16,-3 0-1-16,-7 1 1 16,-2 2-2-16,-9-3 1 15,-4 3 0-15,1 0-1 16,-11 0-1-16,0 0 1 16,9 0-1-16,-9 0 1 0,0 0-1 15,0 0-1-15,-7 3-1 16,7-3-2-16,-11 2-4 0,11-2-8 15,-9 0-15-15,-1 0-48 16,10 0-1-16</inkml:trace>
  <inkml:trace contextRef="#ctx0" brushRef="#br1" timeOffset="138299.29">6535 15534 285 0,'0'0'7'0,"0"0"5"16,0 0 2-16,0 0 2 0,0 0-1 15,0 0 1-15,0 0 0 16,0 0 1-16,0 0-7 16,0 0-4-16,9 0-2 15,3 6-1-15,8-2-1 16,-1 4 1-16,9-1-1 0,-3 0 0 15,5 1-1-15,-3 2 0 16,-4-1-1-16,1 2 0 0,-6-1-1 16,-6 0 1-16,-2 2 0 15,-5 0 1-15,-5 1 0 16,0 2 1-16,-11 2 1 16,-3 1-1-16,-6 0 1 15,1 1 0-15,-7 1-1 0,1-3-2 16,3 0-6-16,-2 0-13 15,4-12-58-15,4 10-3 16</inkml:trace>
  <inkml:trace contextRef="#ctx0" brushRef="#br1" timeOffset="139176.97">5043 16771 356 0,'0'0'7'0,"0"0"2"0,0 0 3 16,4-10 1-16,-4 10 1 16,0 0 1-16,5-10-1 15,-5 10 1-15,0 0-6 16,-2 10-2-16,-5 8-2 0,0 4-2 15,-2 4-1-15,2 7-1 16,0 5 1-16,0 1 0 16,4-2-1-16,3 2 0 15,3-1 1-15,4-9-1 0,5-1 0 16,3-6 0 0,2-7 0-16,8-5-1 0,0-6 1 15,0-4-1-15,3-4 1 16,-1-6-1-16,0-8 1 0,-5-1-1 15,-1-6 0-15,-7-4 1 16,-1-4-1-16,-6-4 0 16,-4-3 0-16,-3 0 0 15,0 1-1-15,-10-1 1 0,-1 5-1 16,-1 8 1-16,-6 5-1 16,4 4 1-16,-4 8-1 15,1 6 1-15,-3 4 0 16,3 0-1-16,0 4 1 0,-1 6-1 15,6 5 1-15,0 1 0 16,3 3 1-16,7 1-1 16,2 2 1-16,0 0 0 15,8 1 0-15,4-3 0 0,0-2 0 16,6-4 0-16,2-2 0 16,0-5 0-16,2-4-1 15,-2-3 0-15,0 0-2 16,-2 0-2-16,-4 0-5 0,-3-5-13 15,1-15-53-15,-5 17-10 16</inkml:trace>
  <inkml:trace contextRef="#ctx0" brushRef="#br1" timeOffset="139415.29">5423 17011 440 0,'0'0'1'0,"0"0"0"0,0 0 0 0,0 0 2 15,10 12 0-15,-7-2 1 16,-3 2 0-16,2 1-1 0,-2 4-1 16,0 0-3-16,2 6-8 15,-2-8-19-15,-7 0-51 16,7-1-1-16</inkml:trace>
  <inkml:trace contextRef="#ctx0" brushRef="#br1" timeOffset="139616.4">5587 16855 449 0,'0'0'2'0,"0"0"1"15,0 0 2-15,0 0 0 16,7-3 1-16,-7 3-1 16,15-4 1-16,-2-1-1 0,-1-1-3 15,3 4-7-15,-3-3-14 16,6-7-61-16,1 12-4 16</inkml:trace>
  <inkml:trace contextRef="#ctx0" brushRef="#br1" timeOffset="139782.19">5671 16954 438 0,'0'0'1'16,"0"0"2"-16,0 0 2 15,0 0 1-15,0 7 0 0,0-7 1 16,0 0 0-16,13 6-3 16,1-6-8-16,-1 0-27 15,9-8-50-15,3-2 0 16</inkml:trace>
  <inkml:trace contextRef="#ctx0" brushRef="#br1" timeOffset="140082">6066 16855 476 0,'0'0'0'0,"-8"10"1"15,2-1-1-15,-2 4 0 16,3 4 0-16,-2 1 0 15,-3 2 0-15,4-1 0 0,4 1 0 16,4-5-1-16,9-3 0 16,3-4 0-16,3-3 0 15,7-5 0-15,0-3 1 16,1-4 0-16,0-6 2 16,0 1 0-16,-8-7 2 0,-4-1-1 15,-4-3 1-15,-6-2-1 16,-9-1-1-16,-5 1 0 15,-9 0-2-15,-3 7-3 16,-7 3-4-16,-5 5-14 16,1 6-55-16,-1 4-9 0</inkml:trace>
  <inkml:trace contextRef="#ctx0" brushRef="#br1" timeOffset="145285.78">4526 6441 192 0,'0'0'8'0,"0"0"2"16,0 0 3-16,0 0-1 15,0 0 2-15,0 0-1 16,7 0 0-16,-7 0 1 16,2 19-6-16,-2 1-4 15,0 5-1-15,0 6 0 0,0 10 0 16,0 4-1-16,-2-1 1 16,0 1-1-16,-3-1-3 15,2 4-2-15,-4-9-9 0,-4 1-19 16,2-9-33-16,4-1-4 15</inkml:trace>
  <inkml:trace contextRef="#ctx0" brushRef="#br1" timeOffset="159365.71">3378 9941 384 0,'0'0'6'15,"0"0"4"-15,-2-12 2 0,2 12 2 16,-9-11 1-16,9 11 1 16,-12-10 1-16,12 10 0 15,-16-2-6-15,7 2-4 16,9 0-5-16,-16 15-2 0,7 0 0 16,5 0 0-16,-1 2 0 15,5 3 0-15,0-5 0 16,2 2 0-16,5-7 0 15,4 0 0-15,3-7 0 0,2-3 0 16,1-3 0-16,3-5 0 16,-3-4 0-16,1-8 0 15,-5 1 0-15,-1-1 0 16,-5 0 0-16,-7 0 0 0,0 3 0 16,-7 1 0-16,-9 7 0 15,-3 6 0-15,-4 3 0 16,-2 8 0-16,-2 7 0 0,5 2 0 15,2 0 0-15,8 6 0 16,1-4 0-16,9-1 0 16,2-4 0-16,9-1 0 15,9-8 0-15,3-2 0 16,4-3 0-16,-4-8 0 16,7-2 0-16,-6-4 0 0,1-1 0 15,-6-3 0-15,-8-2 0 16,0 1 0-16,-9 3 0 15,-5 2 0-15,-11 4 0 0,0 0 0 16,-7 8 0-16,-2 2 0 16,2 4 0-16,2 8 0 15,4 4 0-15,4-2 0 16,13 9-73-16,0-1-18 16</inkml:trace>
  <inkml:trace contextRef="#ctx0" brushRef="#br1" timeOffset="160149.85">3330 10320 355 0,'0'0'7'0,"0"0"6"0,-2-13 2 16,2 13 1-16,-7-10 1 16,7 10 1-16,-18-7 0 15,6 7 0-15,-6 5-7 0,-4 12-4 16,2 11-1-16,-5 8-3 15,4 9-1-15,-4 10-1 0,4 1 1 16,3 12 0-16,6-4-2 16,3 0 0-16,6 1 0 15,3-11 0-15,12-4 0 16,6-10 0-16,10-8 0 16,4-7 0-16,0-13-10 0,12-4-14 15,2-8-59-15,-4-6-4 16</inkml:trace>
  <inkml:trace contextRef="#ctx0" brushRef="#br1" timeOffset="160682.34">3459 10580 401 0,'0'0'6'0,"0"0"2"15,0 0 3-15,0 0 1 16,-9 0-1-16,9 0 1 0,-15 10 1 16,5 3-1-16,-2-1-5 15,5 7-2-15,-2 1-3 16,7 2 0-16,2 1-1 16,2-3 0-16,11-2-1 0,4-6 1 15,3-3 0-15,3-6-1 16,7-3 1-16,-3-5 0 15,5-5 0-15,-6-3 1 16,0-7-2-16,-6-1 0 16,-4 1 0-16,-7-5 0 0,-4 0 0 15,-5 0 0-15,-9 3 0 16,-9 0 0-16,-3 4 0 16,-5 7 0-16,-2 2 0 0,1 7 0 15,0 2 0-15,2 8 0 16,4 3 0-16,9 7-14 15,5 2-71-15,7-5-3 16</inkml:trace>
  <inkml:trace contextRef="#ctx0" brushRef="#br1" timeOffset="160932.26">3843 10696 468 0,'0'0'3'16,"0"0"2"-16,0 0 0 0,2 13 1 16,-2-1 0-1,0 5 0-15,0 3-1 0,-2 11 2 16,-3-2-7-16,-2 8 0 16,-4-5 0-16,1 5 0 15,-3-4 0-15,-1-6-7 0,7-3-11 16,-6-4-33-16,8-7-34 15,5-13-2-15</inkml:trace>
  <inkml:trace contextRef="#ctx0" brushRef="#br1" timeOffset="161332.14">4056 10456 457 0,'0'0'5'16,"0"0"2"-16,0-7 0 16,0 7 1-16,0 0 0 0,-13-5-1 15,13 5 1-15,-9 10-4 16,4 2-4-16,-2 8 0 16,4 2 0-16,-3 2 0 15,6 6 0-15,0-2 0 16,4-3 0-16,6-3 0 0,-1-8 0 15,7-1 0-15,-2-8 0 16,6-5 0-16,-1-2 0 16,2-8 0-16,-3-8 0 0,-2-2 0 15,0 1 0-15,-7-6 0 16,-4 0 0-16,-5-4 0 16,-2 1 0-16,-8 6 0 15,-8-3 0-15,-1 11 0 16,-4 1 0-16,-3 8 0 0,5 5 0 15,-1 3 0-15,2 12 0 16,4-3-28-16,9 7-57 16,5 1-4-16</inkml:trace>
  <inkml:trace contextRef="#ctx0" brushRef="#br1" timeOffset="161573.73">4439 10532 486 0,'0'0'4'16,"0"0"0"-16,0 0 1 15,0 0 1-15,-5 17 0 16,5-6-6-16,-5 7 0 0,3 1 0 16,-6 9 0-16,3 4 0 15,-3 3 0-15,-1 1 0 16,2 0 0-16,-4-1 0 0,4-3 0 15,-3-6 0-15,7 1-28 16,11-10-58-16,-8-6-3 16</inkml:trace>
  <inkml:trace contextRef="#ctx0" brushRef="#br1" timeOffset="161950.21">4636 10376 473 0,'0'0'4'0,"0"0"2"0,0 0-1 15,0 0 1-15,-6 0 1 16,6 0 0-16,-9 18-4 16,8-3-3-16,-1 8 0 0,2-1 0 15,0 2 0-15,0 1 0 16,2 0 0-16,8-3 0 15,3-7 0-15,4-5 0 16,5-5 0-16,1-5 0 0,-1-8 0 16,6-4 0-16,-4-8 0 15,-4-5 0-15,-5-2 0 16,-5-3 0-16,-7 1 0 16,-3-1 0-16,-8 3 0 0,-9 6 0 15,-4 4 0-15,-5 8 0 16,-2 6 0-16,1 3 0 15,2 8 0-15,2-4-27 0,-8 6-58 16,20 3-4-16</inkml:trace>
  <inkml:trace contextRef="#ctx0" brushRef="#br1" timeOffset="162215.29">4960 10035 498 0,'0'0'3'0,"0"0"-1"16,0 0 1-16,0 0 2 0,0 5-5 15,9 2 0-15,5 8 0 16,0 5 0-16,7 5 0 16,1 7 0-16,3 3 0 15,2 9 0-15,0 3 0 0,-6 3 0 16,-1 4 0-16,-13 3 0 15,-7 8 0-15,-7 0 0 16,-18 5 0-16,-10 0 0 0,-13 8-40 16,-4 1-45-16,-10-3-4 15</inkml:trace>
  <inkml:trace contextRef="#ctx0" brushRef="#br1" timeOffset="165299.06">1999 8326 419 0,'0'0'6'0,"0"-8"2"0,0 8 3 0,0-12 1 16,0 12 2-16,0-15 0 16,0 15 0-16,-3-12-1 15,3 12-13-15,0 0 0 0,0 0 0 16,8 12 0-16,-4 3 0 15,5 3 0-15,-2 4 0 16,-5 6 0-16,1-2 0 0,-3 4 0 16,0-3 0-16,-5 0 0 15,-5-2 0-15,-3-5 0 16,1 2 0-16,-3-7 0 0,3 0 0 16,1-8 0-16,-1 4 0 15,12-11 0-15,-12 8 0 16,12-8 0-16,0 0 0 15,0 0 0-15,7-4 0 0,5-3 0 16,6-1 0-16,2-4 0 16,4-3 0-16,6 3 0 15,0-6 0-15,0 4 0 16,2-2 0-16,-4 4 0 16,-1 2 0-16,-4 3 0 15,-1-1 0-15,-7 1 0 0,-3 4 0 16,-4 0 0-16,-8 3 0 15,12-1 0-15,-12 1 0 16,0 0 0-16,0 0 0 0,0 0 0 16,0 0 0-16,0 0 0 15,0 0 0-15,0 0 0 16,0 0 0-16,0 0 0 16,0 0 0-16,0 0 0 0,0 0 0 15,0 0 0-15,0 0 0 16,0 0-23-16,0 0-66 15,0 0-2-15</inkml:trace>
  <inkml:trace contextRef="#ctx0" brushRef="#br1" timeOffset="165549.03">2431 8249 504 0,'0'0'4'16,"0"0"-1"-16,0 0-3 0,0 0 0 16,0 0 0-16,0 7 0 15,3 6 0-15,1 5 0 16,7 3 0-16,-4 7 0 16,3 2 0-16,3-1 0 15,-1 2 0-15,0 0 0 0,3-1 0 16,-5-5-3-16,3-3-85 15,1-2-3-15</inkml:trace>
  <inkml:trace contextRef="#ctx0" brushRef="#br1" timeOffset="167431.96">3400 7092 227 0,'0'0'6'15,"0"0"4"-15,0 0 2 16,0 0 2-16,0 0 2 0,0 0 2 16,0 0 0-16,0 0 1 15,0 0-5-15,0 0-2 16,0 0-2-16,0 0-2 15,0 0-2-15,0 0-1 16,-10 11-1-16,10-11-1 0,0 0 0 16,-14 8 0-16,14-8 0 15,-13 6 1-15,13-6-1 16,-15 5 0-16,6-3 0 16,-4 1 0-16,-2-3 0 15,-5 0 1-15,-3 0 1 0,-5 0 0 16,-3-5 2-16,-6-7-1 15,-10-4 1-15,-6-6 0 16,-6-8 0-16,-6-3-2 0,-10-15 0 16,-4-4-1-16,-13-15-1 15,0-10-1-15,-5-4 0 16,-3-14-1-16,9-4 0 16,-1-7 0-16,12 0 0 0,11-5 0 15,12 3-1-15,9 4-1 16,16 8 1-16,7 11 0 15,10 9 0-15,8 12-1 0,5 11 0 16,2 8 1-16,2 13 0 16,3 10 0-16,0 4-1 15,2 7 1-15,-2 3 0 16,-5 8-1-16,11-10 1 16,-11 10-1-16,7 0 0 0,-7 0 0 15,0 0-3-15,12 7-2 16,-12-7-5-16,2 15-10 15,-2-5-40-15,0-10-24 16,0 12-3-16</inkml:trace>
  <inkml:trace contextRef="#ctx0" brushRef="#br1" timeOffset="168548.64">980 4625 295 0,'0'0'8'0,"0"0"2"0,-7-5 5 16,7 5 0-16,-11-3 1 15,11 3 2-15,-16 0 0 0,0 8 0 16,2 6-6-16,-2 6-3 16,2 10-3-16,-6 7 0 15,0 8-2-15,3 7 0 16,-1 3-1-16,3-1 0 0,3 5-1 15,4-2 0-15,3-4-1 16,5-4 0-16,5-4 1 16,8-6 0-16,4-7 1 0,8-2-1 15,5-10 1-15,2-2 1 16,5-6-1-16,-2-7 0 16,3-3-1-16,-4 1 1 15,1-3-5-15,-7 0-5 0,1 0-16 16,13 0-60-16,-21 0-2 15</inkml:trace>
  <inkml:trace contextRef="#ctx0" brushRef="#br1" timeOffset="169781.96">3631 4042 370 0,'0'0'7'0,"0"0"4"0,0 0 1 16,0 0 1-16,0 0 1 16,0 0 1-16,0 0 1 15,3 0 0-15,10 6-6 16,1 6-3-16,6 1-1 16,2 6-1-16,5 6 0 0,1 4-1 15,2 4-4-15,0 1 0 16,-8 4 0-16,1 2 0 15,-6 4 0-15,-10 0 0 0,-5 1 0 16,-2 4 0-16,-9-1 0 16,-8-2 0-16,-6-2 0 15,1-2 0-15,-6-3 0 0,1-9 0 16,5-4 0-16,-1-6 0 16,6-2 0-16,0-6 0 15,10 3-13-15,7-15-72 16,-6 10-3-16</inkml:trace>
  <inkml:trace contextRef="#ctx0" brushRef="#br2" timeOffset="205582.12">3459 9951 198 0,'0'0'6'0,"0"0"4"0,0 0 6 15,0 0 1-15,0 0 3 16,0 0 0-16,0 0 2 15,0 0-1-15,0 0-3 16,0 0-5-16,0 0-2 0,9-2-4 16,-9 2 0-16,13 0-2 15,1 0-1-15,-2 0 1 16,6 0 0-16,1 0 0 16,6 0 0-16,0 0 0 0,5 0-1 15,-2 0 0-15,9 0-1 16,-3-3 0-16,3 0-1 15,6 3 0-15,-3-2-2 0,1 2 0 16,7 0 1-16,-4 0 0 16,2 0-1-16,0 0 1 15,4 0-1-15,-5 0 1 16,5 0-1-16,2 0 1 0,-3 0-1 16,9 0 0-16,-3-3 0 15,4 1 0-15,1-1 0 16,-3 1 0-16,0-3-1 15,2 3 1-15,-1-4 0 16,-6 4 0-16,3-1 0 0,-4 2-1 16,2 1 1-16,-1 0 0 15,0 0 0-15,-4 0 0 16,2 0-1-16,-1 0 1 16,0 0 0-16,-4 1 0 0,3-1 0 15,-6 0-1-15,3 0 1 16,-3 0 0-16,-5 0 0 15,3 0 0-15,-5 0 0 0,0 0 0 16,-3 0 0-16,-7 0 0 16,0-1 0-16,-3-3 0 15,-5 2 1-15,-5 2 0 16,-2-2 0-16,-10 2 1 0,11 0 0 16,-11 0 0-16,0 0 0 15,0 0 0-15,0 0 0 16,0 0-1-16,0 0 0 15,0 0-2-15,0 0-2 0,0 0-5 16,0 0-14-16,0 0-27 16,0 0-29-16,0 0-5 15</inkml:trace>
  <inkml:trace contextRef="#ctx0" brushRef="#br2" timeOffset="206098.88">5641 9794 381 0,'0'0'6'16,"0"0"0"-16,0 0 0 0,0 0 1 16,0 0 1-16,0 0 1 15,11 0 0-15,-2 0 0 16,1 0-3-16,5 3-2 16,0 0 0-16,3 1 0 0,1 2-1 15,1-1 0-15,3-1 0 16,-6 3-1-16,2 2 0 15,0-5 0-15,-7 4-1 16,0-1 1-16,-7 3 1 0,0 5-1 16,-5 0 0-16,-5 3 0 15,-5 1 0-15,-5 3 0 16,-5 0 0-16,-2 3 0 0,-2-3-1 16,1 1 0-16,3-6 0 15,-3 0-1-15,6-3 0 16,5-7 1-16,12-7-1 15,-15 9-1-15,15-9 0 0,0 0-2 16,0 0-2-16,0 0-7 16,0 0-14-16,5-8-55 15,8 4-3-15</inkml:trace>
  <inkml:trace contextRef="#ctx0" brushRef="#br2" timeOffset="206482.93">6287 9818 349 0,'0'0'6'0,"0"0"4"0,0 0 3 16,0 0 2-16,0 0 0 0,0 0 0 15,0 0 2-15,0 0-1 16,-7 7-5-16,0 5-4 16,-6-2-2-16,1 5-3 15,0 5 0-15,-7-3-1 0,5 2 0 16,-1-1-1-16,5 2 0 15,-3-5-2-15,1-4 0 16,3 0-2-16,0-1-3 0,9-10-5 16,-11 12-12-16,11-12-27 15,0 0-31-15,-10 0-3 16</inkml:trace>
  <inkml:trace contextRef="#ctx0" brushRef="#br2" timeOffset="206815.6">6131 9826 385 0,'0'0'4'0,"0"0"-1"0,0 0 1 16,0 0 3-16,0 0 3 16,7 11 0-16,6-1 1 15,1 0 0-15,2 7-2 16,3 1 0-16,4 2-1 0,2-3-2 15,0 3-1-15,0-6-1 16,1 1-1-16,-1-3 1 16,-4 1-1-16,-5-4 0 0,2-3 0 15,-6-2 1-15,-1-1-1 16,-11-3-1-16,0 0-2 16,9 3 0-16,-9-3 0 15,0 0 0-15,0 0 0 0,0-8 0 16,0 8 0-16,0 0 0 15,-4-10 0-15,4 10-22 16,-30-10-64-16,30 10-3 0</inkml:trace>
  <inkml:trace contextRef="#ctx0" brushRef="#br2" timeOffset="207914.77">3410 9982 162 0,'0'0'4'0,"0"0"4"0,10-7 4 16,-10 7 3-16,18-10 3 15,-6 3 2-15,6-2 3 16,3-7 0-16,7-1-2 0,-1-3-2 15,10-4-4-15,4-6 0 16,3-2-2-16,4-3-3 16,9-5-1-16,5-2 0 15,0-2-1-15,5-4-1 0,0 1 0 16,0 3-1-16,0-6 0 16,0 1-1-16,-2 1 0 15,-3-1 0-15,-5 3-2 16,0 0 1-16,-5 5-1 0,1 1 0 15,-9 5 0-15,-1 5 1 16,-8 1 0-16,-6 4 1 16,-5 4-1-16,-6 5 1 0,-3 3-1 15,-2 1 0-15,-6 5 0 16,-2-3-2-16,-5 10 0 16,13-13 0-16,-13 13-2 15,9-10 1-15,-9 10-1 16,0 0 1-16,8-10-1 0,-8 10 1 15,0 0-1-15,0 0 1 16,0 0 0-16,0 0-1 16,0 0 0-16,0 0 0 15,0 0 0-15,0 0-2 0,0 0 0 16,0 0-3-16,0 0-1 16,0 0-3-16,0 0-5 15,0 0-7-15,0 0-15 16,0 0-45-16,0 6-3 0</inkml:trace>
  <inkml:trace contextRef="#ctx0" brushRef="#br2" timeOffset="208382.32">4597 8853 304 0,'0'0'5'0,"0"0"4"0,0 0 5 0,0 0 1 0,0 0 1 16,13-4 4-16,-3-2 0 15,6 4 0-15,0-3-4 16,5 0-3-16,6 3-3 15,-2-3-2-15,1 0-2 0,4-1-1 16,-2 5-1-16,-1-5-1 16,-4 6 0-16,-6-2-2 15,1 2 0-15,-6 0 1 16,-12 0-1-16,10 17-1 0,-10-5 1 16,0 6 0-16,-5 2 0 15,-3 2 0-15,1 5 0 16,-3 0-1-16,0-4 1 0,2 1-1 15,4-1 1-15,-4-1-1 16,4-4 1-16,1-4-2 16,0-4 1-16,3 3-2 15,0-13-2-15,0 14-2 0,0-14-7 16,0 0-11-16,8 0-56 16,-8 0-4-16</inkml:trace>
  <inkml:trace contextRef="#ctx0" brushRef="#br2" timeOffset="208782">5065 8762 390 0,'0'0'6'0,"0"0"2"16,0 0 1-16,0 0 0 16,3-11 0-16,-3 11 0 0,0 0 1 15,9 0 0-15,-1 11-6 16,2-4-2-16,2 6-1 15,3-1 0-15,3 6 1 0,2-4-1 16,-1 1 0-16,4-3 1 16,-3 3-1-16,-3-5 0 15,1-6 0-15,-6 5 0 16,1-4 0-16,-13-5-1 0,12 4 0 16,-12-4-3-16,0 0-5 15,0 0-9-15,0 0-38 16,0 0-26-16,0 0-2 15</inkml:trace>
  <inkml:trace contextRef="#ctx0" brushRef="#br2" timeOffset="209047.75">5321 8792 403 0,'0'0'7'0,"0"0"3"0,0-10 1 15,0 10 2-15,0 0-1 16,0 0 0-16,0 0 1 0,0 0 0 16,-5 17-6-16,-3 3-4 15,1 7-1-15,-3 3 0 16,1 1-1-16,-2 7 1 16,1-8-2-16,1 2-3 0,3-7-4 15,1-6-7-15,5 1-22 16,0-4-46-16,0-7-3 15</inkml:trace>
  <inkml:trace contextRef="#ctx0" brushRef="#br2" timeOffset="210533.25">3318 8176 322 0,'0'0'6'0,"0"0"4"15,0 0 3-15,0 0 2 16,0 0 2-16,0 0-1 15,0 0-1-15,0 0-1 0,0 0-4 16,0 0-5-16,0 9-2 16,0 0-2-16,0 6 0 15,0 5 0-15,0 0 0 16,3 5 1-16,-2 0 0 16,3-3-1-16,-2 6 1 15,0-3-1-15,1 1 0 0,-1-1 0 16,-2 1-1-16,4 2 0 15,-4 0 0-15,0-1 1 16,0-3-2-16,0 4 1 0,0-3 1 16,0-1-1-16,0-2 1 15,2 3 0-15,-2-2-1 16,0-2 0-16,0 2 1 16,0 0-1-16,0-3 1 0,0 0-1 15,0-1 0-15,0-1 1 16,0 1-1-16,-2-5 0 15,-2 7 1-15,4-6-1 0,-2 2 0 16,-1 1 0-16,1-3 0 16,2 2 0-16,-2-1 1 15,-2 0-1-15,4-1 1 16,0 2 0-16,0-3-1 16,0 2 1-16,0-1 0 0,-1-1-1 15,1 2 1-15,0-2-1 16,0-1 0-16,0-1 0 15,-3 6 0-15,3-6 0 16,0 2 0-16,0-1 0 0,0 5 1 16,-2-5 0-16,0 4 1 15,2 0 0-15,-3-1 0 16,3 5 0-16,-2-5 0 16,-2 8 0-16,4-5 1 0,0 1-2 15,0 0 0-15,0 2 0 16,0-2 0-16,0-1-1 15,0-1 1-15,0 0-1 0,0 1 1 16,4-5-1-16,-4 4 0 16,0 0 1-16,0-1-1 15,0 3 0-15,0-3 1 16,0 0-1-16,0 1 0 0,0-4 0 16,-4 3 0-1,4 0 0-15,0-4 1 0,0-3-1 16,0 3 1-16,0-5-1 15,0-8 0-15,0 17 1 16,0-17-1-16,0 12 1 0,0-12-2 16,-2 13 1-16,2-13-1 15,-2 16 0-15,2-16-2 16,-3 16 0-16,3-16-2 16,-5 12-2-16,5-12-2 0,0 0-5 15,0 0-6-15,0 0-13 16,0 0-35-16,0 0-13 15</inkml:trace>
  <inkml:trace contextRef="#ctx0" brushRef="#br2" timeOffset="211432.25">3346 8234 326 0,'0'0'8'0,"0"0"3"0,-3-10 3 16,3 10 3-16,0 0 1 0,-8-13 0 16,8 13 0-16,0 0 0 15,-9 0-7-15,4 8-3 16,0 7-2-16,-2 2-3 0,-1 8 0 16,-2 2-1-16,-2 2 0 15,-1 2 0-15,-2-1 0 16,2-1 0-16,1-4-2 15,-1 0 0-15,4-5 0 16,-1-3 0-16,5-4-1 0,1-6 0 16,4-7 1-16,-6 9-1 15,6-9 2-15,0 0 1 16,0-12-1-16,6 3 0 16,-2-9 1-16,4 3-1 15,1-7 0-15,4 0 0 0,-1-3-1 16,4-5 1-16,-2 2-1 15,0 2 1-15,0-2 0 16,-2 4 0-16,-2-1 0 0,-3 5 1 16,1 5 0-16,-4 0 0 15,1 4 0-15,1 0 0 16,-6 11-2-16,7-13 0 16,-7 13 0-16,7-8 0 0,-7 8 0 15,0 0 0-15,12 0 0 16,-12 0 0-16,9 18 0 15,-5-3 0-15,1 2 0 0,0 6 0 16,0-1 0-16,3 3 0 16,-1 0 0-16,1 1 0 15,1-2 0-15,-1-2 0 16,2-3 0-16,-3-1 0 16,0-3 0-16,2-2 0 15,-2-5 0-15,-7-8 0 0,14 13 0 16,-14-13-3-16,11 5-25 15,-11-5-57-15,9 0-2 16</inkml:trace>
  <inkml:trace contextRef="#ctx0" brushRef="#br2" timeOffset="212382.29">3521 8071 379 0,'0'0'6'16,"0"0"0"-16,0 0 2 15,0-8 1-15,0 8 1 16,0 0 1-16,11-10-1 0,-11 10 2 16,19-4-5-16,-6 4-1 15,2 0-1-15,3-3-1 16,-2 3-1-16,7-3 0 0,-7 3-1 16,3-2 0-16,-4 2 0 15,-3-3-1-15,-5 3 0 16,-7 0 0-16,13 0 0 15,-13 0 0-15,0 0 0 0,0 0 1 16,0 8 0-16,0-8-1 16,-15 15 1-16,3-5-1 15,0 1 0-15,-6 6 1 16,0-1-1-16,-1-1-1 16,-1 0 1-16,5 1-1 15,2-1 1-15,1-5-1 0,5 3 1 16,5-5 0-16,2-8 0 15,4 12 0-15,6-9 1 16,2-3-2-16,6 0 0 0,2 0 0 16,4-5 0-16,1-1 0 15,-1-1 0-15,7 0 0 16,-6 3 0-16,0-4 0 0,-3 2 0 16,1 2 0-1,-6 1 0-15,-5-1 0 0,0 1 0 16,-12 3 0-16,13-4 0 15,-13 4 0-15,0 0 0 16,0 0 0-16,0 0 0 0,0 0 0 16,0 7 0-16,0-7 0 15,-7 8 0-15,7-8 0 16,-14 10 0-16,3-7-3 16,4 5-84-16,1-1-3 15</inkml:trace>
  <inkml:trace contextRef="#ctx0" brushRef="#br2" timeOffset="-211929.76">6625 10030 373 0,'0'0'6'0,"0"0"4"15,0 0-1-15,0 0 0 16,0 0 0-16,-2 10 1 0,2-10-1 16,-3 13 1-16,3-13-5 15,0 15-3-15,0-7 0 16,0-8 0-16,10 14 1 15,3-11 0-15,1-2-1 0,2-1 1 16,1-1 0-16,0-5-1 16,0-2 1-16,-1-2 0 15,-2-2-1-15,-3 0 1 0,-6-1 1 16,-5 1-1-16,0-1 0 16,-12-1-1-16,-1 3 0 15,-4 4 0-15,-4 3-2 16,1 4-2-16,1 0-3 15,6 7-10-15,-1 15-45 0,5-10-23 16,7 1-2-16</inkml:trace>
  <inkml:trace contextRef="#ctx0" brushRef="#br2" timeOffset="-211114.42">5452 9001 389 0,'0'0'7'0,"0"0"1"15,0 0 2-15,0 0 0 0,0 0 1 16,-7 0 0-16,7 0 0 16,0 0 0-16,-5 11-6 15,5-11-2-15,0 12-1 0,0-2-1 16,7 0 0-16,3 0 0 16,1-2 0-16,3-3 0 15,2-3 1-15,1-2-1 16,0 0 0-16,-2-6 1 15,0 0 0-15,-3-7 0 0,-6 1 0 16,-2-1 0-16,-4 1 0 16,-5-1 0-16,-7 4 0 15,-6 4-1-15,1 1-1 16,-3 3-3-16,0 6-7 0,3-3-21 16,2 10-50-16,7 1-3 15</inkml:trace>
  <inkml:trace contextRef="#ctx0" brushRef="#br2" timeOffset="-210246.85">4029 8161 354 0,'0'0'4'0,"0"0"0"16,0 0 0-16,0 0 1 0,-10 0-1 16,10 0 1-16,-2 11 0 15,2-11 0-15,2 14-4 16,3-6-1-16,-5-8 1 16,17 13 0-16,-6-11-1 0,5-2 1 15,0 0 1-15,-2 0 1 16,4-5 1-16,-6-5 1 15,1 2 0-15,-6-3 1 0,1-3 0 16,-8 3 0-16,0-1-1 16,-8-1 0-16,-1 6-2 15,-7 2-4-15,4 5-9 16,-8 7-65-16,5 3-2 16</inkml:trace>
  <inkml:trace contextRef="#ctx0" brushRef="#br2" timeOffset="-204831.43">1275 4826 321 0,'0'0'7'0,"0"0"3"0,0-9 2 16,0 9 3-16,0 0 0 15,-2-11 2-15,2 11-1 16,0 0 1-16,-17 0-7 0,17 0-3 15,-15 17-2-15,10-2-2 16,-2 4-1-16,1 9-1 16,4-3 0-16,0 1 0 15,2 2-1-15,10-3 1 0,2-5-1 16,3-6 1-16,10 1 0 16,0-12 0-16,4-3 1 15,1 0 0-15,3-13 0 16,-4-1 1-16,1-6 0 0,-3-2 1 15,-4-1 0-15,-8-6 0 16,-8 1 0-16,-2 1-1 16,-5 0 0-16,-12 5-1 15,-6 2-1-15,-4 5 0 0,-6 5 0 16,1 10-1-16,0 0-1 16,0 7-1-16,2 11-3 15,5-5-8-15,8 8-31 16,7 0-40-16,5-2-2 15</inkml:trace>
  <inkml:trace contextRef="#ctx0" brushRef="#br2" timeOffset="-204614.62">1785 4914 444 0,'0'0'3'16,"0"0"0"-16,0 10 1 0,-3 2-1 16,-1 1 1-16,-1 7 0 15,0 2-1-15,-3 5-3 16,1 6-7-16,-3-6-16 0,-12 5-60 16,17-4 1-16</inkml:trace>
  <inkml:trace contextRef="#ctx0" brushRef="#br2" timeOffset="-203980.88">2180 4639 408 0,'0'0'3'0,"0"0"1"15,0 0 1-15,-12 0 0 16,12 0 0-16,-16 8 0 15,5 2 0-15,0 2 0 16,2 8-1-16,1 0-2 16,0 3-1-16,8-2 0 0,0 2 0 15,11-1 0-15,3-4 1 16,4-6 0-16,2-2-1 16,4-8 0-16,6-2 2 15,-2-2 1-15,-1-8 0 0,-2-2 0 16,0-6 0-16,-6-4 0 15,-3-1 0-15,-7-1 0 16,-4-3-1-16,-5-3-1 0,-7 3 0 16,-7 2-1-16,-4 0 0 15,-2 8-1-15,-2 9-1 16,-3 4-2-16,2 4-3 16,6 7-11-16,-3 5-38 15,5 6-30-15,5 4-3 0</inkml:trace>
  <inkml:trace contextRef="#ctx0" brushRef="#br2" timeOffset="-203764.52">2610 4628 480 0,'0'0'2'0,"0"0"0"15,3 7 0-15,-3 3 0 16,2 6 1-16,-2 9 1 16,-5 0 0-16,-1 11-2 0,-6-2-4 15,-2 11-8-15,-9 7-72 16,6-16-2-16</inkml:trace>
  <inkml:trace contextRef="#ctx0" brushRef="#br2" timeOffset="-202532.12">3010 4353 383 0,'0'0'6'0,"0"0"3"15,0-11 1-15,0 11 2 0,0 0-1 16,0 0 1-16,0 0 0 16,0 0 0-16,-6 11-6 15,5 3-2-15,-7 8-3 16,3 3 0-16,-2 5 0 0,-3-1-1 16,2-1 1-16,-2 2-1 15,3-2 1-15,-2-7-1 16,0-1 1-16,0 0-1 15,4-8 0-15,-2-2 0 0,7-10 1 16,-9 11-1-16,9-11-1 16,0 0 1-16,14 0 0 15,-6-6 0-15,13-2 0 16,-1-2 1-16,9 1-1 16,-4-6 0-16,8 2 0 0,-2-1 1 15,2 3-1-15,-5-1 1 16,-1 2-1-16,-2 3 0 15,-6 3-3-15,-3-2-1 16,-5 4-9-16,-11 2-14 0,0 0-55 16,11 0-1-16</inkml:trace>
  <inkml:trace contextRef="#ctx0" brushRef="#br2" timeOffset="-202197.46">3447 4353 447 0,'0'0'5'0,"0"0"2"0,0-11 3 0,0 11-1 16,0 0 2-16,8-10-1 15,-8 10 2-15,4 4-12 16,0 13 0-16,-4 4 0 16,2 7 0-16,-2 2 0 0,0 4 0 15,3 1 0-15,1-1 0 16,1 1 0-16,-1-7 0 16,-1-6 0-16,6-3 0 15,-5-1 0-15,4-6 0 0,-8-12-32 16,4 10-55-16,-4-10-3 15</inkml:trace>
  <inkml:trace contextRef="#ctx0" brushRef="#br2" timeOffset="-179396.59">16522 4786 311 0,'0'0'8'0,"0"0"6"16,5-8 1-16,-5 8 2 15,5-12 4-15,-5 12 1 16,2-13 0-16,-2 13 0 0,0-12-7 16,0 12-4-16,-4 6-2 15,-9 8-2-15,1 9-2 16,-9 6-2-16,2 9-1 15,-6 11 1-15,1 3-1 0,-2 5 0 16,7 1-2-16,1 5 0 16,4-1 0-16,5-5 0 15,7-3 0-15,4-4 0 16,9-5 0-16,6-8 0 16,3-8 0-16,10-4 0 0,-3-5 0 15,8-7 0-15,-8-6 0 16,6 0 0-16,-8-4 0 15,-1-3 0-15,1 0 0 16,-10 0 0-16,-3 0 0 0,1 0 0 16,-13 0 0-1,12-15-61-15,-12 15-26 0,0 0-2 16</inkml:trace>
  <inkml:trace contextRef="#ctx0" brushRef="#br2" timeOffset="-178046.61">15854 5138 376 0,'0'0'4'0,"0"0"4"0,0 0 0 16,0 0 2-16,0-10 1 15,0 10 1-15,0 0 0 0,-7-11 1 16,7 11-3-16,-14 0-3 16,5 0-1-16,-3 6-1 15,1 1-2-15,2 8 0 16,-1 0 0-16,-1 0-1 16,4 5-1-16,2-6 0 15,0 4 0-15,5-1 0 0,5-2 0 16,5-5 0-16,3-3 0 15,4-2 0-15,1-5 1 16,7 0 0-16,-8-5 1 0,5-7 0 16,-5-3-3-16,-2 0 0 15,-3-5 0-15,-4 1 0 16,-8-4 0-16,0 4 0 16,-8-2 0-16,-4 4 0 0,-5 7 0 15,0 0 0-15,-8 6 0 16,0 4 0-16,-3 4 0 15,3 6 0-15,1 5 0 16,4 3 0-16,0 1 0 0,8 3 0 16,7-2 0-16,5 3 0 15,2-3 0-15,13-3 0 16,5-4 0-16,2-4 0 16,3-1 0-16,4-6 0 15,1-2 0-15,-2-5 0 0,-3-5 0 16,-3-5 0-16,-5-2 0 15,-4-3 0-15,-3 0 0 16,-10-2 0-16,0 0 0 0,-7 2 0 16,-6 5 0-16,-2 0 0 15,-7 8 0-15,0 5 0 16,-3 2 0-16,0 8 0 16,2 0 0-16,1 7 0 0,7 6 0 15,1-4 0-15,10 2 0 16,4-1 0-16,8 2 0 15,7-5 0-15,5-3 0 16,5-2 0-16,3-5 0 0,4-2 0 16,-6-3 0-16,2-6 0 15,-3-6 0-15,0 2 0 16,-7-7 0-16,-6-3 0 16,-5-1 0-16,-5 2 0 15,-2-3 0-15,-9 2 0 0,-7 5 0 16,-3 3 0-16,-6 5 0 15,-2 4 0-15,-3 3 0 16,2 10 0-16,3 5 0 0,-1 0 0 16,10 5 0-16,2-1 0 15,11 3 0-15,3-4 0 16,8 2 0-16,9-5 0 16,8-5 0-16,2-3 0 0,3-5 0 15,5-2 0-15,-6-2 0 16,4-8 0-16,-8-7 0 15,0 2 0-15,-8-7 0 16,-7-1 0-16,-7-1 0 16,-3 1 0-16,-17-1 0 0,-1 4 0 15,-7 5 0-15,-5 5 0 16,-2 5 0-16,-3 5 0 16,3 2 0-16,0 8 0 15,9 5 0-15,8 5 0 0,5-1 0 16,10 4 0-16,7 7-12 15,34-14-75 1,8 1-3-16</inkml:trace>
  <inkml:trace contextRef="#ctx0" brushRef="#br2" timeOffset="-177330.03">16714 5014 413 0,'0'0'7'0,"0"0"3"0,0-10 1 16,0 10 2-16,0-7 1 15,0 7 0-15,0 0 0 16,0 0 1-16,0 0-15 0,2 9 0 16,3 8 0-16,2 8 0 15,-1 0 0-15,6 7 0 16,-5-2 0-16,6 0 0 16,-6-6 0-16,3 1 0 15,-5-5 0-15,-3-5 0 0,0-5 0 16,-2-10 0-16,0 0 0 15,-7 0 0-15,-2-12 0 16,-1-3 0-16,-3-8 0 16,3-1 0-16,0-8 0 0,0-1 0 15,5-3 0-15,3 0 0 16,2 2 0-16,2 4 0 16,8 3 0-16,3 4 0 15,1 6 0-15,9 4 0 0,2 9 0 16,-3-1 0-16,5 5 0 15,1 2 0-15,-3 5 0 16,-5 6 0-16,-3 2 0 16,-10 0 0-16,-4-1 0 0,-6 4 0 15,-7-3 0-15,-4 0 0 16,-9-1 0-16,1 1 0 16,-3-5 0-16,3-2 0 15,-1-3 0-15,8 1-13 16,-2-2-28-16,17-4-45 0,0 0-1 15</inkml:trace>
  <inkml:trace contextRef="#ctx0" brushRef="#br2" timeOffset="-176696.46">17074 5140 444 0,'0'0'5'0,"0"0"2"0,0 0 1 0,0 0 0 0,3-12 2 15,-3 12 1-15,12-8 0 0,0 3-4 16,1 0-7-16,1 5 0 16,4 0 0-16,-4 7 0 15,2 4 0-15,-2 3 0 16,-6 1 0-16,-3 3 0 0,-2 2 0 15,-3-4 0-15,-8 0 0 16,-2-1 0-16,-2-5 0 16,-6-1 0-16,6-1 0 15,-4-5 0-15,4-3 0 0,3-3 0 16,1-7 0-16,8 0 0 16,0-7 0-16,8-1 0 15,6-4 0-15,4 0 0 16,-1 0 0-16,5-1 0 15,-1 7 0-15,-4-1 0 0,-2 6 0 16,-5 3 0-16,-10 8 0 16,12 0 0-16,-12 0 0 15,5 12 0-15,-2 1 0 0,-1 4 0 16,1 3 0-16,1 0 0 16,1 0 0-16,2 0 0 15,3-4 0-15,3 0 0 16,-1-7-3-16,6 2-82 0,0-6-2 15</inkml:trace>
  <inkml:trace contextRef="#ctx0" brushRef="#br2" timeOffset="-176497.48">17598 5179 474 0,'0'0'3'0,"0"0"2"15,0 7 0-15,0-7 1 16,5 21 0-16,-5-6 0 0,5 2 0 16,-5 3-6-16,2 2 0 15,-2 0 0-15,0-2 0 16,0 5 0-16,-2-10-15 16,-18 2-70-16,20-2-1 0</inkml:trace>
  <inkml:trace contextRef="#ctx0" brushRef="#br2" timeOffset="-175962.43">17829 4895 491 0,'0'0'3'0,"0"0"1"16,10-5 1-16,-10 5 0 15,10-4-2-15,-10 4-3 16,12 9 0-16,-7 3 0 0,0 9 0 16,1 3 0-16,-2 8 0 15,4 2 0-15,-4 7 0 16,4-8 0-16,-5 5 0 0,4-8 0 16,-2-5 0-16,-3-6 0 15,1-6 0-15,-3-13 0 16,0 0 0-16,0 0 0 15,-10-13 0-15,2-6 0 16,1-6 0-16,0-5 0 0,-3-8 0 16,-1-1 0-16,4-3 0 15,0 0 0-15,2-3 0 16,3 6 0-16,2 2 0 16,2 5 0-16,5 7 0 15,8 5 0-15,3 10 0 0,4 6 0 16,3 4 0-16,4 4 0 15,1 8 0-15,-3 3 0 16,-2 6 0-16,-4 0 0 0,-7 2 0 16,-3 2 0-16,-11-3 0 15,-3-2 0-15,-12 2 0 16,-3-3 0-16,-1-3 0 0,-4-2 0 16,3-4 0-16,-2 3 0 15,2-9-12-15,6-4-46 16,1 5-30-16,3 0 0 15</inkml:trace>
  <inkml:trace contextRef="#ctx0" brushRef="#br2" timeOffset="-175348.99">18147 5113 442 0,'0'0'5'0,"0"0"2"15,0 0 0-15,0 0 1 16,0 0 0-16,0 0 0 0,5-8 0 16,-5 8 1-16,3 8-6 15,-1-1-1-15,1 5-1 16,1 1-1-16,6 3 1 16,1-2 1-16,3-4-2 15,4 0 0-15,1-6 0 16,6-4 0-16,-2 0 0 0,2-7 0 15,-4-6 0-15,0-1 0 16,-1-1 0-16,-9 0 0 16,2 0 0-16,-7 4 0 0,-1-3 0 15,-5 14 0-15,0 0 0 16,0 0 0-16,7 0 0 16,-5 14 0-16,3 0 0 15,-3 3 0-15,3 4 0 0,1 3 0 16,-1 0 0-16,-3-1 0 15,3-3 0-15,-5 0 0 16,0-1 0-16,0-7 0 0,-5 1 0 16,-4-3 0-16,-4-2 0 15,-4-4 0-15,-6 0 0 16,1 0 0-16,-4-4 0 16,3 2-2-16,-5-4-19 15,3 2-64-15,5 0-3 16</inkml:trace>
  <inkml:trace contextRef="#ctx0" brushRef="#br2" timeOffset="-175131.17">18801 5189 484 0,'0'0'3'0,"0"0"1"16,0 0 1-16,0 0-1 0,2 15 2 15,-2-2-1-15,0 2-5 16,0 2 0-16,0 6 0 16,0-2 0-16,0 4 0 15,-2-7-3-15,2-18-77 0,0 23-6 16</inkml:trace>
  <inkml:trace contextRef="#ctx0" brushRef="#br2" timeOffset="-174280.9">19139 4796 442 0,'0'0'6'0,"0"0"1"0,0 0 1 15,0 0 0-15,0 0 0 16,0 0 1-16,0 0-1 0,0 17 1 16,5 5-6-16,-3 3 0 15,0 5-3-15,6 2 0 16,-1 5 0-16,1-5 0 15,-1-5 0-15,-4 3 0 16,4-11 0-16,-2-2 0 0,-3-6 0 16,2-1 0-16,-4-10 0 15,0 0 0-15,-6 0 0 16,-1-13 0-16,-1-3 0 16,1-7 0-16,-4-7 0 0,3-4 0 15,2-6 0-15,4-5 0 16,-1 1 0-16,3 0 0 15,0 1 0-15,5 4 0 16,1 4 0-16,7 3 0 0,0 7 0 16,-1 11 0-16,9 1 0 15,-5 9 0-15,7 4 0 16,0 9 0-16,-6 6 0 16,0 3 0-16,-7 3 0 0,-2 7 0 15,-5-1 0-15,-6 1 0 16,-12-4 0-16,-5 1 0 15,0-3 0-15,-10-5 0 16,3 3 0-16,-8-5-12 0,9 0-13 16,0-6-59-16,9 1-3 15</inkml:trace>
  <inkml:trace contextRef="#ctx0" brushRef="#br2" timeOffset="-173695.73">19411 4997 450 0,'0'0'5'0,"0"0"2"0,-12-3 2 16,12 3 1-16,-12-3 0 15,12 3 1-15,-13-7-2 16,13 7-9-16,0-10 0 16,5 5 0-16,8 0 0 0,6 2 0 15,6-1 0-15,0 1 0 16,3 1 0-16,-1 2 0 16,3 0 0-16,-7 0 0 15,-4 2 0-15,1 5 0 0,-8 1 0 16,-5 2 0-16,-7 0 0 15,0-1 0-15,-9 7 0 16,-8-2 0-16,-3 1 0 0,-3 1 0 16,-2-2 0-16,1 1 0 15,1-2 0-15,3-1 0 16,6-5 0-16,3 1 0 16,11-8 0-16,0 10 0 0,11-10 0 15,6 0 0-15,5 0 0 16,6-3 0-16,4-2 0 15,0 0 0-15,0-3 0 16,3 4 0-16,-5-4 0 16,-5 1 0-16,-2 4 0 15,-4 0 0-15,-6-1 0 0,-13 4 0 16,14 0 0-16,-14 0 0 16,0 0 0-16,0 0 0 15,-9 0 0-15,9 0 0 0,-13 4 0 16,13-4 0-16,-15 0-25 15,15 0-61-15,0 0-2 16</inkml:trace>
  <inkml:trace contextRef="#ctx0" brushRef="#br2" timeOffset="-173313.39">19849 4503 406 0,'0'0'7'16,"-5"-10"3"-16,5 10 2 15,-3-9 0-15,3 9 2 16,0 0-1-16,0 0 2 0,8 0 0 15,13 14-8-15,5 14-7 16,6 6 0-16,18 9 0 16,-5 7 0-16,5 4 0 15,-6 2 0-15,-1 4 0 0,-11-1 0 16,-7 1 0-16,-13-4 0 16,-12 2 0-16,-7-5 0 15,-13-2 0-15,-8-4 0 16,-6-2 0-16,-1-8 0 0,-7-5 0 15,2 0 0-15,-5-9-75 16,13-4-12-16</inkml:trace>
  <inkml:trace contextRef="#ctx0" brushRef="#br2" timeOffset="-167814.75">15990 5334 65 0,'0'0'6'0,"0"0"3"0,0 0 2 16,0 0 7-16,0 0 3 16,0 0 4-16,0 0 1 15,0 0 3-15,0 0-6 0,0 0-2 16,0 0-5-16,0 0-2 15,0 0-5-15,0 4-2 16,0-4-1-16,0 0-1 0,0 15-1 16,0-2 4-16,0-1-2 15,0 8 1-15,0-1 0 16,0 6 0-16,0 3 0 0,2 4 1 16,2-3-1-16,-2 4-1 15,1 1 0-15,-1 2 0 16,-2-3-2-16,2 3 1 15,-2 0-1-15,3-1-1 16,-3 0-1-16,2-3 1 16,-2 0-1-16,0 1 0 0,0-1-1 15,0-3 0-15,0 1-1 16,0-3 0-16,0 3 1 16,0-5-1-16,-2 0 1 15,2-1-1-15,-3-1 0 0,1-3 1 16,2 0 0-16,-2-1 0 15,-3 1 0-15,1 0-1 16,0-3 1-16,1 2-1 0,1 2 1 16,-3-6-1-16,3 5 0 15,-3-3 1-15,2 0-1 16,-3 0 0-16,4 3 0 0,0-2 0 16,-1-1 0-16,1 1 0 15,-1 0 1-15,3-5 0 16,-2 5 0-16,0-4 1 15,-1 1 0-15,1-2 0 16,2-1 1-16,-3 1 0 16,1 2-1-16,2-5 0 0,-3 2-1 15,3 0 0-15,0 0 0 16,-3 4-1-16,3-4 1 16,-2 1-1-16,2-1 0 15,0 1 0-15,-3-1 0 0,3-2 1 16,0 0-1-16,-2-1 0 15,2-9 0-15,0 15 0 16,0-15 0-16,-2 17 1 0,2-9-1 16,0-8 0-16,-5 17 0 15,5-17 1-15,-3 15-1 16,3-15 0-16,-2 14 0 0,2-14 0 16,-2 13 0-16,2-13 0 15,0 12 0-15,0-12 0 16,-3 16 0-16,3-16 0 15,0 15 0-15,0-15 0 16,0 12 1-16,0-12-1 0,-2 14 0 16,2-14 0-16,0 10 0 15,0-10 0-15,-4 10 0 16,4-10 0-16,0 0 0 16,-2 8 0-16,2-8 0 15,0 0 0-15,0 0-3 0,0 0-3 16,0 0-6-16,0 0-12 15,0 0-45-15,-7 10-10 16</inkml:trace>
  <inkml:trace contextRef="#ctx0" brushRef="#br2" timeOffset="-167014.33">15682 6780 312 0,'0'0'9'0,"0"0"3"0,0 0 4 16,6-10 1-16,-6 10 5 16,0 0-1-16,9-10 1 15,-9 10 1-15,0 0-9 0,5-10-3 16,-5 10-3-16,0 0-3 15,0 0-1-15,14 5-2 16,-14-5 0-16,18 12 0 16,-2-1-1-16,-4 1 1 0,0 1-1 15,3-2 0-15,0 4-1 16,-2 0 1-16,3 0-1 16,-7 0 0-16,3-3 0 15,-5 0 0-15,0 1 0 16,1-2 0-16,-8-11 1 0,10 14-1 15,-10-14 0-15,10 12 0 16,-10-12 0-16,4 13 0 16,-4-13 0-16,0 0 0 0,9 10 0 15,-9-10 0-15,0 0 0 16,4 10 0-16,-4-10 0 16,0 0 0-16,0 0 2 15,0 0-2-15,0 0 0 0,0 0 0 16,0 0 0-16,0 0 0 15,0 0 0-15,8-6 0 16,-8 6 0-16,12-12 0 16,-4 0 0-16,4-5 0 0,-1-1 0 15,5-4 0-15,0-3 0 16,-2-2 0-16,4-4 0 16,-1 0 0-16,-2 4 0 15,0-1 0-15,-3 1 0 0,1 5 0 16,-1 2 0-16,-4 3 0 15,-4 5 0-15,-4 12 0 16,8-13 0-16,-8 13 0 0,0 0 0 16,0-10 0-16,0 10 0 15,0 0-79-15,0 0-10 16</inkml:trace>
  <inkml:trace contextRef="#ctx0" brushRef="#br2" timeOffset="-166079.7">16003 5342 368 0,'0'0'6'0,"0"0"3"16,0 0 1-16,0 0 1 0,-2 0 0 15,2 0 1-15,0 0 0 16,-11 11 1-16,6-4-6 16,0 9 0-16,1-2-1 15,-4 6-2-15,2 0 1 0,-3 3-1 16,-1 2 0-16,0-4-1 15,0 4 1-15,-2-2-2 16,-1-4 0-16,1 1-1 0,2-5 0 16,-3 0 0-16,6-6 0 15,0 1 0-15,7-10-1 16,-7 10 1-16,7-10 0 16,0 0-1-16,0 0 1 15,2-11-1-15,5-2 1 0,1 1 1 16,1-4-2-16,2-4 0 15,3-2 0-15,-3 0 0 16,1-3 0-16,2 3 0 16,-1 0 0-16,-1-2 0 0,-3 5 0 15,3 5 0-15,-5-4 0 16,-2 6 0-16,-1-2 0 16,2 6 0-16,-3-1 0 15,-3 9 0-15,4-14 0 0,-4 14 0 16,0 0 0-16,15-5 0 15,-15 5 0-15,10 8 0 16,-2 2 0-16,-1 2 0 16,0 5 0-16,1 3 0 0,2 5 0 15,-1-4 0-15,5 10 0 16,-2-6 0-16,0 0 0 16,3-1 0-16,3 1 0 15,1-5 0-15,-1 0 0 0,0-5 0 16,6 5 0-16,-4-6-72 15,2-2-15-15</inkml:trace>
  <inkml:trace contextRef="#ctx0" brushRef="#br2" timeOffset="-165031.43">16040 6213 257 0,'0'0'7'16,"0"0"3"-16,0 0 3 16,0 0 0-16,0 0 1 0,2-8 3 15,-2 8-1-15,12-10 2 16,1 6-5-16,4-2-3 16,8 2-3-16,10-2 0 15,8 2-2-15,11-4 0 0,14 1-2 16,8 2-1-16,14-3 1 15,10 3-1-15,13-2 0 16,9 2 0-16,12 0 0 16,3 2 0-16,10 1 0 0,4 2 0 15,9 2 0-15,1 6 0 16,7 2-1-16,2 5 0 16,3 5 0-16,-2 0 0 15,2 9-1-15,-7 5 1 0,-2 1 1 16,-4 8 0-16,-12 4 1 15,-1 0 0-15,-14-1 1 16,-5 4 0-16,-6-5 1 0,-16-1 1 16,-4-1 0-16,-15-6-1 15,-12-5 0-15,-10-5 1 16,-12-2-2-16,-10-3 1 16,-13-5-1-16,-8-3-2 15,-7-6 0-15,-8 0-2 0,-7-8 0 16,0 0 0-16,0 0 0 15,0 0 0-15,0 0 0 16,0 0 0-16,0 0 0 16,0 0-13-16,11 5-70 0,-11-5-3 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4:11:39.23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2625 14935 85 0,'0'0'2'15,"0"0"-2"-15,5-10 0 16,5 5 0-16,4-2 0 16,4-1 0-16,5 0 0 0,3 1-2 15,4 0 4-15,3 0-2 16,2-1 0-16,5 3 1 15,-1 0 0-15,6 1-1 16,-3-4 1-16,11-2 0 16,2 3-1-16,1-6 0 0,6-1 0 15,6 1-2-15,1-7 0 16,5 8-1-16,6-6 1 16,-3 6 0-16,5-3-1 15,5 5 1-15,-2-1 1 0,1 5 1 16,1-2 0-16,3-1 0 15,-1 3 2-15,3-1 2 16,5-1-2-16,0 4 1 16,0 1 2-16,8-2-1 0,-1 3-1 15,7-2-3-15,7 0-1 16,-5 1-1-16,-1 2-2 16,5-5 2-16,5 6-2 15,-2-4 1-15,4-2-1 0,-2 2 4 16,-9-1 1-16,11-2-1 15,1 1 2-15,-4-1 2 16,-1-1 1-16,2 1 3 16,-10-1 3-16,10 1-1 0,-1 0 2 15,-1-1 0-15,-4 1 1 16,8-1-3-16,6-1-1 16,-3-1-1-16,6 0-2 15,5 0 0-15,0-1-2 0,2-1 0 16,3-1-2-16,2 2 3 15,-1 1-1-15,2-2 2 16,-2-1-3-16,-1 1 3 16,-12 1-1-16,13 3 1 0,-5-3-1 15,3 1-2-15,-8 3 0 16,4-3-1-16,9 0 0 16,-7-3 0-16,1 3-1 15,3-2 0-15,2 4 0 0,-6-1-1 16,2-2 1-16,-6 2-1 15,1 1 2-15,-3 1-1 16,3 0 0-16,-8 1 0 0,-4-1 0 16,6 2 1-16,4-2 0 15,-9 1 2-15,1 2 1 16,0-4-1-16,4 1 0 16,-2 1 1-16,3 2-1 15,-5 0-1-15,-6-2 1 16,6 1-2-16,0-5 0 0,-3 6 1 15,-4-4-1-15,-1 3 0 16,3-3 0-16,0 6 0 16,-3-3 1-16,-1 2-3 0,-5 3 1 15,4 0 0-15,0 0 0 16,-6 3-1-16,-1 4-1 16,-6 1 0-16,1 2 1 15,-2 0-1-15,4 2 1 0,-7-2-2 16,-3 7 1-1,-3-2 2-15,-1-2-1 0,0-4 0 16,-3 7 2-16,0-2-2 16,-9 4 1-16,4-4-1 0,-8 4 1 15,-3 2 0-15,-2 0 0 16,-2 4 0-16,-3-1 0 16,-7 2 0-16,2 1 0 15,-5 2 0-15,1-1 0 16,-2 2 0-16,-1-1 0 0,-8 5-1 15,5-4 1-15,-7 6 0 16,-3 2-1-16,-3-2 0 16,-5 4-1-16,3 0 1 0,-5 4 0 15,-4 0-1-15,-4 0 0 16,1 0 0-16,-5 0 0 16,0 3 0-16,-3-4-1 15,1 5 0-15,1-3-1 0,-1 6-1 16,-1 2 1-16,-2 0 0 15,-3 0-2-15,-4 3 2 16,-1 2 0-16,-7-3 0 16,0 3 0-16,-7-2 0 15,-11-3 0-15,1 5 0 0,-7-6 1 16,-4 4 0-16,-4 0 1 16,-6 0-1-16,-4 1 0 15,-5-2 0-15,0 1 1 16,-13-3 1-16,-2 3-1 0,-10-5 1 15,-1-6-1-15,-3 0 1 16,-11-2-1-16,-3 1-1 16,-2-1 1-16,-5-2 0 0,-4 2-1 15,-4-3 1-15,-4 4 1 16,-3-4-1-16,-10 4 1 16,0-7 1-16,-3-1-1 15,0-1 1-15,-4 1 0 0,-3-3-1 16,-8-2 1-16,2-3 0 15,-7 1 0-15,1-2-1 16,-8-1 1-16,1 0 0 16,-6-2 0-16,1-2-1 15,-5 2 1-15,81-10-2 0,-15-1-1 16,-2 1 1-16,-9 1-2 16,-4-2 0-16,-11 4-2 15,-1-4 0-15,-14 3-2 16,-3 0 2-16,-8-3-3 0,-7 5-1 15,-11-4 1-15,-1 2 1 16,-15 0 0-16,-1-1 2 16,-14 1 1-16,-1-5 0 15,2 2 3-15,-5 1 0 16,4-2 1-16,-4-5-1 0,0 4-5 16,2-2-5-16,-1-1-1 15,-2 1-1-15,4-1 0 16,1-4 0-16,0 1-3 0,-1-1 2 15,6-1 1-15,0-2 5 16,2 0 0-16,0 0 3 16,2 0-1-16,3-2 0 15,0-3 1-15,4 0 0 16,1 0 4-16,2 0 1 0,0-2 0 16,7-1 0-1,-3 1 0-15,5-1 0 0,4 2 0 16,-2-5 1-16,7 1 2 15,2 3 1-15,3-3 0 0,3 0 2 16,61 0 4-16,-193-15 6 16,24-4-1-16,31 1 3 15,24-7-2-15,24 5 1 16,26-1 0-16,21 0-1 0,33 5-6 16,6-2-4-16,-3 3 0 15,5-2-1-15,5 3-2 16,7-11 0-16,-1 3 1 15,1-5 4-15,6-1 1 0,3-3 2 16,12-9 3-16,-1-2 1 16,6-3 1-16,9-2-1 15,8-4-1-15,14-3-1 16,9-6-4-16,14-2-2 0,17 0-4 16,15-2-10-16,18 1-35 15,12-1-26-15,18-8-5 16</inkml:trace>
  <inkml:trace contextRef="#ctx0" brushRef="#br0" timeOffset="5167.97">9368 16949 328 0,'0'0'7'0,"0"0"4"0,3-10 4 15,-3 10 2-15,8-10 2 16,-8 10 1-16,7-10-1 0,-7 10 2 16,0 0-5-16,12 15-5 15,-6 12-1-15,3 5-3 16,-6-7-1-16,2 5-2 15,-3 2-4-15,3 8 0 0,0 2 0 16,-2 2 0-16,2 9 0 16,0-1 0-16,-3 2 0 15,3 5 0-15,-5-4 0 0,2 0 0 16,1 2 0-16,-1-6 0 16,-2-1 0-16,0 2 0 15,0-10 0-15,0 1 0 16,0-43-16-16,0 32-9 15,0 0-42-15,0-32-19 16</inkml:trace>
  <inkml:trace contextRef="#ctx0" brushRef="#br0" timeOffset="5516.58">9729 16898 323 0,'0'0'4'16,"0"0"3"-16,5-14 4 0,-5 14 5 16,4-11 3-16,-4 11 3 15,6-13 0-15,-6 13 0 16,0 0-3-16,0 0-2 0,10 17-5 15,-8 10-3-15,-2 11-3 16,7 8-4-16,-4-16-2 16,2 3 0-16,-1 6 0 15,2 1 0-15,1 3 0 16,1 1 0-16,-1 0 0 16,4 3 0-16,-2-1 0 0,1 2 0 15,-2-2 0-15,4-2 0 16,-5-2-22-16,-2 0-60 15,3-7-4-15</inkml:trace>
  <inkml:trace contextRef="#ctx0" brushRef="#br0" timeOffset="6516.84">9423 16667 413 0,'0'0'5'0,"0"0"1"0,10-15 1 0,-7 5 1 15,2-1 1-15,0 4 3 16,-5 7-1-16,9-15 1 0,-9 15-5 16,-2 6-1-16,-5 10 0 15,-6 7 0-15,-9 10-3 16,-3 9-3-16,-5 2 0 16,-7 8 0-16,-3 4 0 15,-2 0 0-15,0-1 0 0,1-4 0 16,2 1 0-16,2-7 0 15,19-23 0-15,-1-3 0 16,3 2 0-16,2-4 0 0,1 0 0 16,1-2 0-16,5-3 0 15,-4 1 0-15,4-6 0 16,7-7 0-16,-14 15 0 16,14-15 0-16,0-7 0 15,2-16 0-15,10-2 0 16,6-6 0-16,-4-7 0 0,9-5 0 15,-1 2 0-15,5-4 0 16,3-2 0-16,2 0 0 16,8-2 0-16,2 2 0 0,1 0 0 15,4-3 0-15,1 5 0 16,-4 6 0-16,1-1 0 16,-8 8 0-16,-7 0 0 15,-3 5 0-15,-5 2 0 16,-4 5 0-16,-6 5 0 0,-4 3 0 15,-3 0 0-15,0 1 0 16,-3 1 0-16,-2 10 0 16,0-12 0-16,0 12 0 15,0-12 0-15,0 12 0 0,0-8 0 16,0 8 0-16,0 0 0 16,0 0 0-16,0 0 0 15,0 0 0-15,0 0 0 16,0 0 0-16,0 0 0 0,0 0 0 15,0 6 0-15,7 4 0 16,3 4 0-16,8 6 0 16,2 7 0-16,10 8 0 0,9 2 0 15,8 7 0-15,6 6 0 16,3 0 0-16,9 2 0 16,0 2 0-16,-3-1 0 15,-2-5 0-15,-3 0 0 16,-5-6 0-16,-5-5 0 15,-6-2 0-15,-7-5 0 0,-6-5 0 16,-2-3 0-16,-6-8 0 16,-2 1 0-16,-8-8 0 15,-3 1 0-15,-7-8 0 0,0 0 0 16,13 5 0-16,-13-5 0 16,0 0 0-16,-11-7 0 15,11 7 0-15,-7-8 0 16,7 8 0-16,0 0-55 0,0 0-39 15</inkml:trace>
  <inkml:trace contextRef="#ctx0" brushRef="#br0" timeOffset="11616.68">1308 7099 123 0,'0'0'6'16,"0"0"5"-16,22 0 1 15,-4 0 3-15,2-2 0 0,7 2 1 16,2 0 1-16,7 0-1 15,1 0-4-15,-5 2-4 16,1 2-3-16,-6-3-2 0,3 5 1 16,-3-5-2-16,0 5 1 15,3-4 0-15,-5 1-1 16,5 2 0-16,-3-3 1 0,3 3-2 16,-3 0 0-16,3-2-1 15,5 2 1-15,-5-3-1 16,2 3 0-16,0-3 1 15,5 1-1-15,-7-1 1 16,11-2-1-16,-7 2 1 16,-1-2-1-16,1 0 1 0,1 0-1 15,2-2 0-15,-5 0 0 16,9-1 0-16,-7 1 0 16,8-3 0-16,-3 3 0 15,7-1 0-15,-2-2 0 0,0 2 1 16,4 1-1-16,-5 0 0 15,4-1-1-15,-8 1 1 16,6 2 1-16,-3 0-1 0,-7 0-1 16,5 0 1-16,-5 0-2 15,0 2 0-15,-1 1-4 16,0 1-3-16,-1-4-10 0,2 0-19 16,8 8-25-16,-6-8-2 15</inkml:trace>
  <inkml:trace contextRef="#ctx0" brushRef="#br0" timeOffset="13534.39">16683 7114 219 0,'0'0'5'0,"20"0"6"0,5 0 3 16,10 0 1-16,10 0 1 16,12 0 0-16,17 0 0 15,11 0 2-15,5 0-7 16,4 0-9-16,-5-3-11 0,6-4-40 15,-1 7-17-15</inkml:trace>
  <inkml:trace contextRef="#ctx0" brushRef="#br0" timeOffset="20817.43">15921 5172 36 0,'0'0'5'0,"0"0"3"15,0 0 2-15,0 0 2 0,0 0 0 16,0 0 1-16,-8 6 1 16,8-6 2-16,0 0-5 15,0 0-2-15,3 8-3 16,-3-8-1-16,20 6 1 16,-6-3 0-16,7-1-2 0,4-2 0 15,1 2-2-15,4 2 0 16,5-4-1-16,2 0 2 15,6 1-3-15,-6 2 0 0,8-3-4 16,2 2 2-16,3-2-1 16,7 2-1-16,-8-2-1 15,11 0 1-15,-5 3-1 16,7-3 2-16,0 3 0 16,-2-3 2-16,4 0 0 15,5 2 0-15,2-2 1 0,5 0-1 16,-1 0 1-16,2 0 0 15,5 0-1-15,-3 0 1 16,6-2-1-16,2-1 1 0,3 0 0 16,-3 1 0-16,5 0 0 15,-6 2 0-15,8-4 0 16,9 4 1-16,-11-4-1 16,0 2 0-16,2 2-1 0,-2-2 1 15,5 2 0-15,-3 0-3 16,0 0 3-16,3 0-1 15,0-3 1-15,-5 3 0 16,2 0 0-16,-2 0-1 16,6 0 1-16,2 0 2 0,-4 0-1 15,-7 0 3-15,6 0 0 16,-6 0 2-16,3 0 0 16,0 3 0-16,-5-3 2 15,3 2-2-15,-4 0-1 0,1-2-1 16,0 0-2-16,0 0-1 15,1 0 0-15,-2 0 2 16,1 0-2-16,-5 0-1 0,3 0 3 16,-4 0 0-16,4 0 1 15,-7 0-1-15,3 0 2 16,-4 0-3-16,2-2 0 16,-1 2 3-16,-2-2-4 15,2 2 0-15,1-3 0 0,1 3 0 16,-4 0-1-16,-1 0 1 15,4 0-1-15,-4 0 0 16,-5 0 0-16,-3 0 1 16,1 0-1-16,-6 0 1 0,-6 0 2 15,-7 0-1-15,5 0 0 16,-8 0 0-16,2 0 1 16,-6 0 0-16,-5 0 0 15,6 0-1-15,-16 0 0 0,5-3 0 16,-10 3 1-16,-4 0 0 15,-9 0 0-15,2 0-1 16,-11 0-5-16,0 0-12 0,0 0-40 16,-6-3-5-16</inkml:trace>
  <inkml:trace contextRef="#ctx0" brushRef="#br1" timeOffset="30120.2">19233 6039 452 0,'0'0'5'0,"0"-10"2"0,0 10 1 16,3-12 0-16,-3 12 1 16,0 0-1-16,0 0 0 15,4 5-2-15,1 12-6 16,-2 5 0-16,1 6 0 0,3 4 0 15,2 3 0-15,0-3 0 16,1 0 0-16,-2 1 0 16,2-4 0-16,-4-4 0 15,6-3 0-15,-7-4 0 0,2-6 0 16,-7-12 0-16,2 10 0 16,-2-10 0-16,0-5 0 15,-7-5 0-15,0-8 0 16,-5-4 0-16,1-7 0 0,1-6 0 15,-5-2 0-15,5-9 0 16,0 2 0-16,5 0 0 16,0 1 0-16,5 7 0 15,0 3 0-15,10 4 0 0,5 7 0 16,5 6 0-16,5 7 0 16,4 4 0-16,1 5 0 15,2 2 0-15,-2 8 0 16,0 5 0-16,-5 6 0 0,-7 5 0 15,-8 0 0-15,-6 2 0 16,-4 2 0-16,-9-5 0 16,-7 3 0-16,-3-9 0 15,-6-1 0-15,0-4 0 0,0-1 0 16,0-3 0-16,6-6 0 16,1-1-18-16,6 3-14 15,12-6-51-15,0 0-3 16</inkml:trace>
  <inkml:trace contextRef="#ctx0" brushRef="#br1" timeOffset="30651.02">19531 6197 459 0,'0'0'4'0,"0"0"2"0,0 0 0 0,0 0 2 0,-10-6 0 16,10 6 0-16,0 0 0 15,0 0-4-15,0 0-4 16,0 0 0-16,18-7 0 0,-6 7 0 15,6 0 0-15,-1 0 0 16,5 0 0-16,3 0 0 16,-8 0 0-16,1 1 0 15,-4 5 0-15,-14-6 0 16,11 14 0-16,-11-4 0 0,-6 3 0 16,-6 1 0-16,-2 1 0 15,-4 0 0-15,-2-1 0 16,0 2 0-16,0-4 0 15,6-2 0-15,-3 2 0 0,11-6 0 16,6-6 0-16,-7 10 0 16,7-10 0-16,7 4 0 15,5-4 0-15,4 0 0 0,3-2 0 16,1 0 0-16,5-3 0 16,-6-3 0-16,6 3 0 15,-2-2 0-15,2-3-33 16,-6 4-51-16,-1-1-2 0</inkml:trace>
  <inkml:trace contextRef="#ctx0" brushRef="#br1" timeOffset="31019.48">19891 6192 444 0,'0'0'5'0,"0"0"3"15,0 0 0-15,0 0 2 16,0 0 0-16,7 0 1 15,-7 0 0-15,21-1-7 0,-9-5-4 16,3 5 0-16,4-5 0 16,4 1 0-16,-3-1 0 15,-3 2 0-15,3 0 0 16,-5 1 0-16,0-2 0 16,-9 5 0-16,-6 0 0 0,14-3 0 15,-14 3 0-15,0 0-5 16,0 11-79-16,0-11-3 15</inkml:trace>
  <inkml:trace contextRef="#ctx0" brushRef="#br1" timeOffset="31383.75">20303 6039 476 0,'0'0'6'16,"0"-10"2"-16,0 10 1 16,0-9 0-16,0 9-6 0,0 0-3 15,0 0 0-15,0 0 0 16,9 9 0-16,-9 9 0 16,0 2 0-16,-3 2 0 15,-3 5 0-15,-1-2 0 0,-2 1 0 16,-5-5 0-16,2 1 0 15,3-4 0-15,-3-2 0 16,8-6 0-16,-3 1 0 16,7-11 0-16,0 10 0 0,0-10 0 15,18 0 0-15,-1-3 0 16,3-2 0-16,2-2 0 16,0 1 0-16,3-1 0 0,0 4 0 15,-8-1-67-15,1 2-21 16</inkml:trace>
  <inkml:trace contextRef="#ctx0" brushRef="#br1" timeOffset="31582.93">20517 6175 478 0,'0'0'4'0,"0"0"0"15,0 0 0-15,5 6 2 16,-5-6 0-16,8 11 0 15,-3 0-3-15,0 1-3 16,2 3 0-16,-2 2 0 16,2 1 0-16,4 2-5 0,-9-3-76 15,5-2-4-15</inkml:trace>
  <inkml:trace contextRef="#ctx0" brushRef="#br1" timeOffset="31852.29">20662 5834 483 0,'0'0'5'15,"0"0"1"-15,0 0 1 0,-3-11 3 16,3 11-10-16,12-1 0 16,6 1 0-16,5 9 0 15,6 8 0-15,4 6 0 16,4 9 0-16,0 5 0 0,-3 9 0 15,-4 4 0-15,-5 8 0 16,-13-1 0-16,-9 7 0 16,-6 0 0-16,-16 1 0 0,-15 0 0 15,-7-4 0-15,-10-3 0 16,-9-7 0-16,-10 21-57 16,0-32-32-16</inkml:trace>
  <inkml:trace contextRef="#ctx0" brushRef="#br1" timeOffset="32217.51">19213 5769 445 0,'0'0'4'16,"-2"-10"2"-16,2 10 1 0,-16-12 0 16,7 7 1-16,-1 5 1 15,-10 0 0-15,-3 15 1 16,-1 12-4-16,-6 18-6 0,5 10 0 15,-2 14 0-15,4 12 0 16,6 11 0-16,9 10 0 16,14-3 0-16,15 5 0 15,18-7 0-15,25-14-70 0,15 6-16 16</inkml:trace>
  <inkml:trace contextRef="#ctx0" brushRef="#br1" timeOffset="48501.93">3383 7006 142 0,'0'0'7'0,"0"0"3"0,0 0 4 15,0 0 1-15,0 0 3 16,0 0 0-16,0 0 0 16,0 0-1-16,0 0-7 15,0 0-2-15,0 0-2 0,0 0-2 16,7 0-1 0,-7 0 0-16,16-7 4 0,-4 0 0 15,3 3 2-15,-1-3 0 16,7-6-1-16,0 4-1 0,-1-7 0 15,6 4-1-15,-2-3-2 16,2 1 0-16,2-2-2 16,-3 2 0-16,3-1-1 0,-2 0 1 15,3 1-1-15,-4 0 0 16,5 0 0-16,0-1-1 16,-3 0 1-16,5-2 0 15,-4 2 0-15,4 0-1 16,-6-2 1-16,4 2-1 15,-2 0 1-15,-3 0 0 0,-3 1 0 16,3-2-1-16,-1 4 1 16,-3-3-1-16,-1 3 1 15,-1-3-1-15,1 5 0 0,1 0 1 16,-5 0-1-16,5-2 0 16,-5 2 0-16,2 0 2 15,3-2-2-15,-5 4 0 16,5-2 0-16,-5 0 0 0,2 1 1 15,0-1-1-15,-3 2 0 16,0 1 0-16,2 2 0 16,3-3 1-16,-6 1-1 0,7-1 0 15,-7 1 0-15,4-3 0 16,-1 3 0-16,3-3 1 16,0 0-1-16,-3 0 0 15,3-1 0-15,-2-1 0 16,1 3 0-16,-1 1 0 0,1-2 0 15,-1 3 0-15,0-6 0 16,-4 6 0-16,7-3 1 16,-4 3-1-16,0-4 0 15,3 1 0-15,0-2 0 0,2 0 1 16,1 1-1 0,-1-1 0-16,0 0 0 0,3 2 0 15,0-4 0-15,-3 1 0 16,3 3 0-16,-2-2 0 0,4-3 1 15,1 2-1-15,-4 1 0 16,6-2 1-16,-5-1-1 16,4-3 1-16,-1 3 0 0,2 1-1 15,-6 1 1-15,4-4-1 16,-4 2 1-16,1 0-1 16,5 3 0-16,-2-3 0 15,1 1 0-15,-4 1 0 0,10-5 0 16,-5 1 0-16,2-1 0 15,0 1 0-15,3 0-1 16,3-3 1-16,-6 3 0 16,6-1 0-16,-4-1 0 15,0-1-1-15,1 0 1 16,3 3 0-16,0-2-1 0,-4-2 1 16,3 0-1-16,3 2 1 15,-3 2-1-15,3-5 1 16,0 2 0-16,-3-2 0 0,6 2 0 15,-4 1-1-15,1-5 2 16,-1 2-2-16,-1 3 0 16,2-4 0-16,-3 0-1 0,2 2 2 15,-3 1-1-15,1-3-1 16,0 4 1-16,-2-1 1 16,4 0 0-16,-3 0 0 15,3 0 0-15,-4 1 0 16,2-1 0-16,0 0 0 0,1 0 0 15,-1 4 0-15,-2-5 0 16,2 0 0-16,0 2 1 16,1-3-1-16,-1 2 0 15,2 0 2-15,-4-2-2 0,2 2 1 16,1 0 0-16,-1 0-1 16,-2 2 0-16,0 2 1 15,-3-1-1-15,-2 2 1 16,0 0-1-16,-3 1-1 0,3-4 0 15,0 3 0-15,0 0 0 16,-1-3 1-16,-1 4-2 16,2-6 0-16,2 5 1 0,-2-2 1 15,-3 4 0-15,1-2 0 16,-4 2-1-16,1 2 1 16,-3-3 0-16,-2 6 0 15,0-5 0-15,2 1 0 16,-1 1 1-16,-2-1-1 0,4-1 0 15,-3 2 0-15,4-2 0 16,-2 4 1-16,1-4-1 16,0 1 0-16,1 1 0 15,-4 4 0-15,-2 0 0 16,1-4 0-16,-1 4 1 0,1 0-1 16,-1 2 0-16,2-5 0 15,-3 2 0-15,1 1 0 16,1-3 0-16,1 2 0 0,-2 0 0 15,-1-3 0-15,0 4 0 16,3 0 0-16,-2-1 1 16,-1-2-1-16,3 0 2 0,-2 2-1 15,-1-2 0-15,3 1 0 16,0-1 1-16,-3 2 0 16,3-2 2-16,-3 0 0 15,-2 1 0-15,0 1 1 16,3 1 0-16,-6-1 1 0,-2 1-1 15,0 2 0-15,-10 5-1 16,12-7-1-16,-12 7 0 16,0 0-1-16,11-6 0 15,-11 6 0-15,0 0-1 0,0 0 0 16,0 0-1-16,0 0-3 16,0 0-7-16,0 6-20 15,0-6-45-15,2 12-3 16</inkml:trace>
  <inkml:trace contextRef="#ctx0" brushRef="#br1" timeOffset="51338.06">3551 6971 154 0,'0'0'3'0,"0"0"3"15,0 0 0-15,0 0 2 16,0 0 1-16,0 0 3 16,0 0 1-16,0 0-1 15,0 0 0-15,0 0-1 16,0 0 1-16,0 0-1 0,0 0-2 16,11 3-2-16,-11-3 0 15,17 0 0-15,-2 0-2 16,10 0-1-16,-6 0-2 15,11 0 0-15,-2-3-1 0,6 0 1 16,9-2-2-16,-1 1 0 16,2-4-1-16,2 0 1 15,8-1 0-15,0-2-1 0,4-1 1 16,1 3 0-16,-1-5 0 16,4 3 1-16,-5 1 0 15,8-3 0-15,-6 3-1 16,3 1 1-16,3-1 0 0,-5-1-1 15,7 1 1-15,-8 3 1 16,3-2-1-16,0-1 0 16,-7 2 1-16,7-2 0 15,0 3-1-15,1-4 1 0,-4 4-1 16,-1-3 0-16,3-2 0 16,-1 2 1-16,0 0-1 15,2 1-1-15,-7-4 1 16,0 1 0-16,9-4 0 0,-5 7 0 15,3-3-1-15,-4 1 1 16,1-3-1-16,-1 6 1 16,1-2-1-16,-4 0 0 15,-3 5 0-15,5-2 1 0,-9 3-1 16,7-5 0-16,-2 1 1 16,2 0-1-16,-2 2 0 15,-2-1 0-15,4-1 1 16,-2 1-1-16,2 2 0 0,-4-2 0 15,-1 3 1-15,3-5-1 16,-4 1 1-16,6 4-1 16,2-3 1-16,-2 1-1 0,2-2 1 15,-5 2-1-15,2-2 1 16,-1 1-1-16,2-1 0 16,-4 1 0-16,-1-1 1 15,5 1-1-15,-1 0 0 16,3-4 0-16,1 4 1 0,-1-3-1 15,0 6 0-15,-2-6 0 16,5 0 1-16,-4 2-1 16,-1-2 0-16,5 3 1 15,-5-6-1-15,2 5 0 0,0 0 1 16,2-3-1-16,4 4 0 16,-7 0 0-16,4-2 0 15,-3 3 0-15,3-4 0 16,-3-1 1-16,-4 4-1 0,9-3 0 15,-5 2 0-15,2 1 0 16,1-3 0-16,-3 2 1 16,0 0-1-16,-2-3 0 0,5 6 0 15,-11-2 0-15,-1 2 0 16,-1-3 0-16,0 3 0 16,5 1 1-16,-3-1-1 15,2-3 0-15,1 4 0 16,-3-4 0-16,4 3 0 0,-3 0 0 15,1-1 0-15,-1 2 0 16,-3-4-1-16,3 4 1 16,-5-1 1-16,9 0-2 15,-4-6 1-15,3 4 0 16,-2-2 0-16,2 0-1 0,-1 1 0 16,0 0-1-16,0-1-1 15,1 3 1-15,-4 1 0 16,3-3 0-16,-2 4-1 0,2-4 1 15,3 0 1-15,-3 1 0 16,3 2 0-16,1-2 1 16,-1 2-1-16,0-2 1 15,2 1 0-15,-2-1 0 0,-1 2 0 16,3-2-1-16,-4 0 1 16,7 1 0-16,-1-4 0 15,1 5 0-15,-3-2 0 0,3 2 0 16,-2 0 0-16,0 0 0 15,4-2 0-15,-7 2 0 16,-3-1 0-16,3 2 0 16,-3-4 0-16,3 3-1 15,-3 3 1-15,3-4 0 0,-3 2 0 16,0 2 0-16,1-1-1 16,-7-2 1-16,9 3 0 15,-11-3 0-15,2 2 0 16,-2-2-1-16,-2 3 0 0,1-1 0 15,4-4 0-15,0 3 0 16,1-4 0-16,-2 2-1 16,4-1 2-16,0 3 0 0,4-2-1 15,-3-1 1-15,1-1 0 16,-1 6 0-16,0-5-1 16,3 4 1-16,-2-2 0 15,3 0-1-15,-3 2 1 0,0 1 0 16,3-3-2-16,-5 3 2 15,0-4 0-15,1 4-1 16,-5-3-1-16,3 4 1 16,-6-5-1-16,3 1 1 15,-4-1-1-15,6 2 0 0,-3-3 0 16,4 1 0-16,1-2 1 16,-8 4 0-16,11 0 0 15,-9-2 1-15,4 4-1 16,-2-3 1-16,-3 2-1 0,1 1 1 15,-4-3 0-15,3 0 0 16,-4 0 0-16,3 0 0 16,6-2 0-16,-6-1 0 0,3 0 1 15,-3 1 0-15,5 0 0 16,-2 2 0-16,-2-2 0 16,1-1 0-16,-2 3 0 15,5-2 0-15,-5 2 0 0,8-3-1 16,-1 3 1-16,1-1-1 15,3 0 1-15,-4-2-1 16,6 1 1-16,-7 0 0 16,1-1 1-16,-2 1 0 15,-2 2 0-15,-5-2 2 0,0-1-2 16,1 3-1-16,-6-5 0 16,6 5-2-16,-7-5 0 15,3 5 0-15,0-2 0 16,-2 1 0-16,-3-1 1 0,-4 6 1 15,4 1 2-15,-12-3-1 16,3 0 1-16,-11 1 0 16,-3 2 0-16,-9 0-4 0,0 0-6 15,0 0-22-15,11 2-37 16,-16 1-4-16</inkml:trace>
  <inkml:trace contextRef="#ctx0" brushRef="#br1" timeOffset="52934.49">8760 4285 130 0,'0'0'4'16,"15"3"2"-16,2 0 0 0,5-3 0 16,3 4 5-16,10-1 0 15,5 2 2-15,2 5 1 16,2-6-2-16,9 2-2 15,-1 1 0-15,-3-2-2 0,6 5-2 16,-2-5 0-16,8 2-3 16,2 0 0-16,2 0-2 15,4 1 1-15,-2-1 0 16,3 1-2-16,4 0 1 0,-2-1 0 16,3 1-1-16,2-4 1 15,0 2 0-15,0-1-1 16,0-1 0-16,0 4 0 15,0-4 1-15,0 2-1 0,-2-1 0 16,-8 2 0-16,2 0 0 16,0 2 0-16,2-3 1 15,-2 2-1-15,-2-1-1 16,2 1 1-16,-1-1 0 0,1 1 0 16,-2 0 0-16,3-1 0 15,0-3 1-15,-1 4 0 16,-2-1 0-16,0-1 0 15,0 1 0-15,3-2 2 16,-5 5-3-16,-3-3 1 0,2 1-1 16,3 0 0-16,-1 4 0 15,2-3 0-15,0 1 0 16,-1 1-1-16,0 0 1 0,0-1 1 16,-3 2 0-16,-2-4 0 15,4 2 1-15,3-3 0 16,1 1 0-16,-4 7 1 15,1-6 0-15,0 7 0 16,4-9-1-16,-2 8-1 0,-2-5 1 16,2 5-1-16,1-5-2 15,-3 0 0-15,3-2-1 16,-3-2 1-16,-1 5 0 16,-1-5-2-16,-3 7 3 0,-5-3-2 15,5 0 2-15,1 0 0 16,-1 1 0-16,0 0 0 15,0 1 0-15,0 1-1 16,0-3 1-16,4 2 0 0,-4 0 0 16,-6 1 0-16,6-1 1 15,4 4-1-15,-4-4 2 16,5 2-2-16,-5-1 0 0,5 2 0 16,-1-3 1-16,4 1-1 15,-2 1 0-15,-6-4 0 16,7 0 0-16,0 0 0 15,1 0-1-15,0 0 1 16,-3 0 0-16,0-3 0 0,-3 3 0 16,1-3 0-16,-5 3 0 15,-6-2 0-15,4 2 0 16,-3-3 0-16,-1 3 1 16,-2-2-1-16,-4-1 0 0,-6 0 0 15,-3-1 3-15,-4 1-2 16,-5-2 1-16,-8-3 0 15,-2 3 0-15,-5-3 0 0,-2 1-3 16,-13-3-10-16,12 0-40 16,-12 0-13-16</inkml:trace>
  <inkml:trace contextRef="#ctx0" brushRef="#br1" timeOffset="75833.72">4394 5256 365 0,'0'0'6'0,"0"0"3"15,-2-9 2-15,2 9 1 16,-8-8 1-16,8 8 1 16,-12-10 0-16,2 8 0 15,-3 2-5-15,1 0-2 0,0 5-3 16,-3 5-1-16,3 2-1 15,-1 6-1-15,1 1 0 16,4 6-2-16,2-3 2 0,6 3 0 16,0-3-1-16,0-2 0 15,14-2 1-15,-2-9 0 16,1 1-1-16,3-10 2 16,7 0-2-16,-1-6 1 0,-2-2 0 15,0-5-1-15,0-4 0 16,0-3 1-16,-5-2 0 15,-5 0 0-15,-3-1 1 16,-2 3-1-16,-5-2 2 16,0 5-1-16,-5-1 1 0,-2 3-1 15,-1 5 1-15,1 4-3 16,-3 0 0-16,0 4 0 16,10 2 0-16,-10 4 0 15,8 6 0-15,2 3 0 0,2 1 0 16,8 2 0-16,4 4 0 15,2-3 0-15,1-3 0 16,5 1 0-16,1-5 0 16,0 0 0-16,6-6-2 0,-7-4-15 15,-7 0-67-15,8 0-2 16</inkml:trace>
  <inkml:trace contextRef="#ctx0" brushRef="#br1" timeOffset="76350.34">4680 5125 393 0,'0'0'6'0,"0"0"4"0,0 0 0 0,0 0 2 15,0 0 0-15,9-8 0 16,-9 8 1-16,13-7 0 16,-13 7-5-16,20-12-4 0,-7 6-2 15,1 2-3-15,2-3-9 16,0 4-32-16,0-2-41 16,-4 3-1-16</inkml:trace>
  <inkml:trace contextRef="#ctx0" brushRef="#br1" timeOffset="76533.74">4702 5272 417 0,'0'0'7'0,"0"0"2"16,0 0 2-16,8-11 1 15,4 4 0-15,3-3 0 16,5 0-1-16,4-7-3 15,9 7-32-15,-1-8-57 16,4 1-4-16</inkml:trace>
  <inkml:trace contextRef="#ctx0" brushRef="#br1" timeOffset="78233.48">12057 3554 265 0,'0'0'9'0,"0"0"6"0,-8-8 6 16,8 8 2-16,-5-14 2 16,5 14 3-16,-4-12 0 0,4 12 0 15,-5-10-8-15,5 10-5 16,0 0-6-16,0 7-3 16,2 8-3-16,1 5-1 15,1 2-2-15,1 6 1 16,1 7-1-16,-2-4 0 0,-1 2 0 15,-3 0 1-15,3-7 0 16,-1 2 0-16,-2-6 0 16,0-4 0-16,0-7 0 15,0-1 1-15,0-10-1 0,-5 13 1 16,5-13 0-16,-13 0-2 16,13 0 0-16,-5-17 0 15,1 4 0-15,1-2 0 16,3-2 0-16,0-1 0 0,0 1 0 15,5 3 0-15,2-2 0 16,1 4 0-16,7 5 0 16,-2 0 0-16,1 4 0 0,1 3 0 15,2 0 0-15,1 7 0 16,2 1 0-16,-7 2 0 16,-1 1 0-16,0 4 0 15,-4-2 0-15,-6 2 0 16,-2 0 0-16,-2-2 0 0,-9-2 0 15,-1 3 0-15,-6-6 0 16,-1 0 0-16,-1 2 0 16,0-5 0-16,3 0 0 15,1-2 0-15,2-3-11 0,4 0-5 16,10 0-14-16,0 0-53 16,0-6-1-16</inkml:trace>
  <inkml:trace contextRef="#ctx0" brushRef="#br1" timeOffset="78602.24">12286 3659 415 0,'0'0'6'0,"0"0"3"0,0 0 1 16,0 0 1-16,0 0 1 15,7-11 0-15,-7 11 1 0,0 0 0 16,10-7-6-16,-10 7-4 16,15-2-3-16,-6 0 0 15,7 2 0-15,-2 0 0 16,4 0 0-16,2 2-20 0,-5 16-58 16,3-16-7-16</inkml:trace>
  <inkml:trace contextRef="#ctx0" brushRef="#br1" timeOffset="78783.28">12331 3763 398 0,'0'0'8'0,"0"0"2"16,0 0 2-16,0 0 2 16,0 0 0-16,5 0 0 0,-5 0 0 15,21 0 0-15,-5-6-11 16,6 6-26-16,8 0-57 15,-3-5-4-15</inkml:trace>
  <inkml:trace contextRef="#ctx0" brushRef="#br1" timeOffset="81119.23">10030 6327 363 0,'0'0'8'0,"0"0"1"0,0 0 4 0,-3-8 1 16,3 8 0-16,-13-10 1 16,6 8 1-16,-3-3 0 0,-5 5-5 15,3 0-4-15,-6 5-2 16,0 5-1-16,1 2-1 16,-2 6-1-16,3 1 0 15,5 4-1-15,-2-1 1 0,8 1-1 16,3-1 1-16,2-3-1 15,9 1 1-15,4-8-2 16,9-2 0-16,5-2 0 16,3-5 0-16,0-2 0 15,7-1 0-15,-4-1 0 0,0-2 0 16,-7-5 0-16,-1 4 0 16,-5-2 0-16,-5 2 0 15,-2-2 0-15,-13 6 0 16,9-5 0-16,-9 5 0 0,0 0 0 15,0 0 0-15,-4-2 0 16,4 2 0-16,-18 0 0 16,18 0 0-16,-20 5 0 0,12 0 0 15,-4-2 0-15,3 4 0 16,-4-2 0-16,3 2 0 16,0-1 0-16,-3 1 0 15,4-2 0-15,-3-1 0 0,-4 2 0 16,4-3 0-16,-1-3 0 15,1 0 0-15,-3 0 0 16,3 0 0-16,0 0 0 16,-4-3 0-16,3-3 0 15,4 2 0-15,-1-1 0 0,-2-2 0 16,12 7 0-16,-13-15 0 16,8 5 0-16,5-1 0 15,-3 3 0-15,3-9 0 16,0 3 0-16,3 2 0 0,0-3 0 15,1 0 0-15,2 0 0 16,4 3 0-16,-1 1 0 16,1-1 0-16,1 5 0 0,1-3 0 15,3 5 0-15,-3 0 0 16,-2 3 0-16,3-1 0 16,-4 3 0-16,-9 0-80 15,13 13-8-15</inkml:trace>
  <inkml:trace contextRef="#ctx0" brushRef="#br1" timeOffset="122000.31">7947 4639 196 0,'0'0'8'0,"0"0"4"0,0 0 4 16,0 0 3-16,0 0 0 15,0 0 3-15,0 0 0 16,0 0 1-16,0 0-8 15,0 0-2-15,11 3-3 0,-11-3-1 16,0 0-2-16,9 11-1 16,-9-11 0-16,15 14-1 15,-2-7 2-15,-6 1-1 0,5 2-1 16,3-3 1-16,-3 1-2 16,4 1 1-16,1-2-1 15,1 4 1-15,-2-2-1 16,5-1 0-16,-1 0-1 15,-1-1 0-15,6 0 0 16,-5-2-1-16,5 3 1 0,-3-3-3 16,1 0 1-16,-3 0-1 15,5 0 1-15,-3-1-1 16,-2 2 1-16,2-2-1 0,0-1 0 16,-2 0 1-16,3-1-1 15,-1 0 1-15,0-2-1 16,3 0 1-16,0 0-1 15,3 0 0-15,-7 0 1 0,4 0-1 16,0-2 1-16,0 0-1 16,3-1 0-16,-3-3 1 15,-1 2 0-15,3 0-1 0,-2-2 1 16,3-1 0-16,-3-1-1 16,0 1-1-16,1 2 1 15,-3-3-1-15,2 1 1 16,-2-1-1-16,-4 3 0 15,4-2 0-15,-6 2 1 16,3-2 0-16,-2 0 0 0,1-1 0 16,-2 3 0-16,-2-2 1 15,3-1-1-15,-3-2 1 16,2 0-1-16,1 3 0 0,-4-3 1 16,2 0-1-16,-4 2 1 15,3-2-1-15,0 4 0 16,-3-6 1-16,1 6 0 15,-1-1 0-15,-2-3 0 0,-1 0 0 16,2 2 1-16,-1-2 0 16,0-2 0-16,-1-1 0 15,1 1 1-15,1-2-1 16,-2 1 1-16,1 1 0 0,3 0-1 16,-6-1 0-16,3 1-2 15,-2-3 0-15,-1 4 0 16,-2 4 0-16,0-3 0 15,0 0 0-15,-5 10 0 0,8-10 0 16,-8 10 0-16,0 0 0 16,0 0 0-16,0 0 0 15,0 0 0-15,0 0 0 16,0 0 0-16,0 0 0 0,-8 8 0 16,-2-1-32-16,5 3-53 15,-2 2-3-15</inkml:trace>
  <inkml:trace contextRef="#ctx0" brushRef="#br1" timeOffset="123383.79">8998 4972 355 0,'0'0'5'0,"0"0"4"15,0 0 2-15,0 0 2 16,0-13 1-16,0 13 2 0,-5-10 0 16,5 10 1-16,-7-13-5 15,7 13-3-15,-13-4-1 16,13 4-3-16,-17 0-1 16,5 0-2-16,-1 4 0 15,-1 7-1-15,1 1 0 0,-4 1 0 16,-1 4-1-16,4-5 1 15,-2 5 0-15,4 6-1 16,-1-5 1-16,3 1-1 0,0-2 1 16,3 5-1-16,2-1 0 15,2 1 1-15,1-3-1 16,2 1 1-16,0-2 0 16,5-1 0-16,3-2 1 15,2-3-2-15,2 0 0 0,3-1 0 16,2-4 0-16,3-5 0 15,3 1 0-15,1-1 0 16,-2-2 0-16,6 0 0 16,-3-2 0-16,0-1 0 0,-3-1 0 15,0-1 0-15,1 0 0 16,-3-1 0-16,-3 2 0 16,-5 1 0-16,1-2 0 15,-1 3 0-15,-4-3 0 0,-8 5 0 16,10-5 0-16,-10 5 0 15,0 0 0-15,9-5 0 16,-9 5 0-16,0 0 0 0,0 0 0 16,0 0 0-16,0 0 0 15,0 0 0-15,0 0 0 16,0 0 0-16,0 0 0 16,-9 8 0-16,9-8 0 15,-13 9 0-15,3-1 0 0,1-4 0 16,-4 2 0-16,3 1 0 15,0-2 0-15,-5 0 0 16,3 0 0-16,-1 0 0 16,1 0 0-16,-3 0 0 0,0-3 0 15,3 1 0-15,-1 2 0 16,1-3 0-16,-1-2 0 16,1 3 0-16,-2-3 0 15,3 0 0-15,-1 0 0 0,-1-3 0 16,1 1 0-16,0-3 0 15,4 0 0-15,-2-2 0 16,0 1 0-16,3-4 0 0,7 10 0 16,-18-14 0-16,11 7 0 15,7 7 0-15,-13-20 0 16,8 12 0-16,0-2 0 16,3 0 0-16,0-3 0 15,2 5 0-15,0-6 0 0,0 3 0 16,2-2 0-16,3 1 0 15,2-3 0-15,1 2 0 16,2 1 0-16,0 0 0 16,3-1 0-16,-1 1 0 0,0-1 0 15,1 1 0-15,1-1 0 16,-1 3 0-16,-1-2 0 16,1 0 0-16,-4 5 0 0,4-1 0 15,0 0 0-15,-4 4 0 16,1-1 0-16,1 2 0 15,-4 1 0-15,2 2 0 16,2-3 0-16,-11 3 0 16,10 0 0-16,-10 0 0 0,0 0 0 15,0 0 0-15,0 0 0 16,0 0 0-16,0 0 0 16,0 0 0-16,0 0 0 15,0 13-12-15,0-13-76 0,0 0-2 16</inkml:trace>
  <inkml:trace contextRef="#ctx0" brushRef="#br1" timeOffset="127167.08">14325 5073 289 0,'0'0'9'0,"0"0"2"16,0 0 5-16,0 0 1 15,-2-12 3-15,2 12 3 16,0 0 0-16,-7-10 0 15,7 10-5-15,0 0-5 0,-12-3-2 16,12 3-3-16,0 0-2 16,-13 13-2-16,5-3 0 15,1 3-1-15,-1 6-1 0,-2 1 0 16,3 2 0-16,0 5 0 16,-1 0-1-16,0 3 0 15,6-3 2-15,2 3-3 16,0-3 0-16,10 1 0 0,-2-3 0 15,4-3 0-15,2-3 0 16,4-1 0-16,2-7 0 16,0 0 0-16,0-4 0 15,3 0 0-15,-2-4 0 16,-1 0 0-16,-4 0 0 16,1-3 0-16,-4 0 0 0,-4 0 0 15,-9 0 0-15,12 0 0 16,-12 0 0-16,0 0 0 15,0 0 0-15,11-6 0 0,-11 6 0 16,0 0 0-16,0 0 0 16,0-10 0-16,0 10 0 15,0 0 0-15,0 0 0 16,-11-9 0-16,11 9 0 0,0 0 0 16,0 0 0-16,-9-3 0 15,9 3 0-15,0 0 0 16,0 0 0-16,0 0 0 0,0 0-42 15,0 0-50-15,0 0 1 16</inkml:trace>
  <inkml:trace contextRef="#ctx0" brushRef="#br1" timeOffset="129617.5">13474 5217 301 0,'0'0'9'0,"0"0"6"0,0 0 2 15,0 0 2-15,-9-10 4 16,9 10 0-16,0 0 1 0,-9-12-1 16,9 12-8-16,0 0-5 15,0 0-3-15,-5 12-2 16,5 3-2-16,0 2-1 15,0 3-1-15,2 2 0 16,3 0 0-16,0 3 0 0,0-2 1 16,3-4 0-16,-3-1 0 15,0-6 0-15,-1-2 1 16,-4-10-3-16,5 15 0 0,-5-15 0 16,0 0 0-1,0 0 0-15,-5-12 0 0,1 2 0 16,-1-5 0-16,0-3 0 15,-2-4 0-15,3-3 0 16,4-2 0-16,0-3 0 0,0 0 0 16,0 1 0-16,4 1 0 15,3 2 0-15,0 1 0 16,0 2 0-16,7 6 0 16,-5 2 0-16,1 3 0 0,0 7 0 15,2 0 0-15,3 5 0 16,0 0 0-16,0 10 0 15,0 5 0-15,-1 0 0 16,4 7 0-16,-6 0 0 0,6 4 0 16,-6-1 0-16,-1 0 0 15,-2-2 0-15,1-1 0 16,1-2 0-16,-7-5 0 16,4 0 0-16,-4-3 0 15,1-4 0-15,-5-8 0 0,5 12 0 16,-5-12 0-16,0 0 0 15,0 0 0-15,0 0 0 16,0 0 0-16,0 0 0 0,0 0 0 16,0 0 0-16,0 0 0 15,-2-7 0-15,2 7 0 16,0 0-21-16,-8-22-43 0,8 22-23 16,0 0-2-16</inkml:trace>
  <inkml:trace contextRef="#ctx0" brushRef="#br1" timeOffset="130267.22">13495 5289 274 0,'0'0'9'0,"0"0"3"16,0 0 4-16,0 0 3 15,0 0 2-15,0 0 1 0,0 0 2 16,-9-5 0-16,9 5-7 15,0 0-3-15,0 0-2 16,0 0-4-16,4 0 0 16,-4 0-1-16,16 0-1 0,-6 0 0 15,2-3-1-15,1-2-1 16,3 1-1-16,2 1-3 16,2-5 0-16,0 6 0 0,-2-5 0 15,-2 4 0-15,5-2 0 16,-9 3 0-16,1-1 0 15,-2 0 0-15,-3 1 0 16,-8 2 0-16,15-2 0 16,-15 2 0-16,0 0 0 0,0 0 0 15,10 0 0-15,-10 0 0 16,0 0 0-16,0 0 0 16,0 0 0-16,0 0 0 15,0 0 0-15,0 0 0 0,0 0 0 16,0 0 0-16,0 0 0 15,0 0 0-15,0 0 0 16,0 0 0-16,-5-8 0 16,5 8 0-16,0 0 0 0,0 0 0 15,0 0 0-15,0 0 0 16,0 0 0-16,0 0 0 16,0 0 0-16,0 0 0 15,-10 0 0-15,10 0-75 0,0 0-15 16</inkml:trace>
  <inkml:trace contextRef="#ctx0" brushRef="#br1" timeOffset="132283.44">6034 5660 176 0,'0'0'9'0,"0"0"4"0,0 0 8 15,0 0 2-15,0 0 3 16,0 0 4-16,-10-7 0 16,10 7 1-16,0 0-5 15,0 0-6-15,0 0-3 16,0 0-1-16,0 0-5 16,12 7-1-16,-2 3-2 0,2 2 0 15,6 4 0-15,0 1-2 16,2 0-2-16,1 5 0 15,0-2 0-15,1 4-1 0,-2 1-1 16,-1 3 1-16,5 2-1 16,-8-1-2-16,0 3 0 15,-2 4 0-15,2-3 0 16,-4 5 0-16,-3-1 0 0,-1 0 0 16,0 1 0-16,-4 1 0 15,-1-4 0-15,-1-5 0 16,1 2 0-16,-3-5 0 0,0-3 0 15,0 0 0-15,0-5 0 16,0-4 0-16,-3 0 0 16,1-2 0-16,-3-1 0 15,3-5 0-15,2-7 0 0,-10 14 0 16,10-14 0-16,0 0 0 16,-13 8 0-16,13-8 0 15,0 0 0-15,0 0 0 16,-10-5 0-16,10 5 0 15,-4-11-19-15,4-7-48 0,0 18-19 16</inkml:trace>
  <inkml:trace contextRef="#ctx0" brushRef="#br1" timeOffset="133268.13">6476 5866 361 0,'0'0'10'0,"0"0"3"16,-5-5 2-16,5 5 2 16,0 0 1-16,-10-2 0 15,10 2 1-15,-9 4 0 0,9 6-7 16,0 8-3-16,0 0-9 16,2 7 0-16,3-2 0 15,0 5 0-15,2-3 0 16,0-1 0-16,2 1 0 15,-2-5 0-15,0-2 0 0,0-4 0 16,-3-4 0-16,0 0 0 16,-4-10 0-16,5 12 0 15,-5-12 0-15,0 0 0 16,0 0 0-16,0 0 0 0,-2-7 0 16,-1-3 0-16,-1-5 0 15,-5 1 0-15,2-10 0 16,0 8 0-16,0-7 0 15,1-1 0-15,-1 0 0 0,2 3 0 16,2-2 0-16,3 4 0 16,0-1 0-16,0 1 0 15,3-2 0-15,4 1 0 0,4 0 0 16,1 3 0-16,2 3 0 16,2 1 0-16,-2 3 0 15,4 5 0-15,-4 0 0 16,-1 5 0-16,-1 0 0 0,-1 8 0 15,-4 2 0-15,-2 5 0 16,-3-1 0-16,-2 6 0 16,-2 0 0-16,-8-3 0 15,0 4 0-15,-2-2 0 16,4-5 0-16,-2 3 0 16,3-6 0-16,2-1 0 0,5-10 0 15,-3 10 0-15,3-10 0 16,8 2 0-16,1-2 0 15,4 0 0-15,4 0 0 0,-1-2 0 16,0 0 0-16,5-1 0 16,-1 3 0-16,-3 0 0 15,0 0 0-15,-2 5 0 16,0 2 0-16,0 1 0 0,-2 2 0 16,-4 0 0-16,-1 1 0 15,-6 2 0-15,-2-1 0 16,0-1 0-16,-7 3 0 0,-5-2 0 15,-4 1 0-15,-3-1 0 16,-1-4 0-16,-5 2 0 16,0-3 0-16,-5 1 0 15,6-5 0-15,-4 1 0 0,3-4 0 16,3 3 0-16,3-3 0 16,3 0 0-16,7 0 0 15,9 0 0-15,0 0 0 16,0 0-19-16,0-13-68 15,12 8-4-15</inkml:trace>
  <inkml:trace contextRef="#ctx0" brushRef="#br1" timeOffset="154100.26">16304 4639 128 0,'0'0'2'0,"0"0"-1"16,-8-11 2-16,8 11-2 16,0-13 0-16,0 13 1 15,0-17 3-15,8 7 1 16,-1 0 0-16,3-1 3 15,2-1 1-15,8-1 3 0,3 2 1 16,4-4 0-16,3 0 1 16,5-2-2-16,6-1-1 15,5-1-3-15,5-4 0 16,6 3-1-16,-2-5-2 16,12 3-1-16,3 0-1 0,2 0-1 15,2 0 0-15,2 4-1 16,0-2 0-16,-1 3-1 0,4-1 0 15,1 1 1-15,1-2 0 16,6 1-1-16,-4-4 1 16,6 7 0-16,1-5 0 0,2 5 1 15,0-4-2-15,-3 6 0 16,0-2 0-16,3 2 0 16,-5 4 0-16,-2-4-1 15,-1 6 1-15,0-1-1 16,1 4 0-16,-3-2 0 15,-3 2 0-15,1 1 1 0,0 1-1 16,1 2 0-16,-1 0 1 16,-3-3-1-16,3 3 1 15,-4 0-1-15,-1 0 0 0,0 3 1 16,0 2-1-16,-6-2 0 16,3 1 0-16,-8 3 0 15,-2-1 0-15,4 2 1 16,-2-1-1-16,-4 5 0 0,2-2 0 15,0 2 1-15,-6 1-2 16,-1-1 1-16,3 2 0 16,-8 4 0-16,-5-1 0 0,-1 1 0 15,-2 4-1-15,-5-2 1 16,-1 3-1-16,0-4 0 16,0 3 1-16,-4 0 0 15,-2-1-1-15,-5 3 1 16,4-3-1-16,-4 3 1 15,0 2-1-15,-7 2 1 0,-2-3 0 16,5 4-1-16,-7-1 1 16,1 4-1-16,0-5 1 15,-2 3 0-15,-4-4 0 0,1 5 0 16,-5-4 1 0,1 3-1-16,-6 0 1 0,0 0 0 15,-3-1 0-15,-4-1 0 16,1 1 0-16,-6-1 0 0,-1 2 0 15,-4-4-1-15,2-1 1 16,-2 0-1-16,-6 0 1 16,-2-1 0-16,0 1-1 15,1-2 1-15,-5 2-1 16,-4-1 1-16,1-4 0 0,-4 2 0 16,-1 0 0-16,3 0 0 15,-6-1-1-15,0 1 1 16,0-3 0-16,-6 4-1 0,0-3 1 15,-3 2 1-15,-3 3 0 16,-3-4 0-16,-2 2 1 16,2-2 0-16,-2 4-1 15,0-6 1-15,2 3 0 0,0-5 0 16,0 3-2-16,2-3 1 16,-2 3-1-16,-3-2 0 15,-4-1 0-15,0-3 0 16,-7 7 0-16,4-6 0 0,-5-3 0 15,-2 3 0-15,1-3-1 16,-2 3 1-16,-4-2 0 16,2-1 1-16,-1-2-2 15,-4 2 1-15,3 1-1 0,-1-3 0 16,2-1 1-16,1 2-1 16,3-4 0-16,-2 5 0 15,-1-5 0-15,-1 1 0 16,0-3 0-16,0 2 0 0,-2-2 0 15,2 0-1-15,-4 3 1 16,-1-3 0-16,-2 0 0 16,3 2 0-16,1-1 0 15,2-2 0-15,0-1 0 0,5-2 0 16,0-1 0-16,5 0 1 16,0 0-1-16,5-4 0 15,0 2 0-15,2-3 0 16,3 2 0-16,0-4 0 0,2 2 0 15,6 0 0-15,-1-3 0 16,3 3 1-16,-1-2-1 16,4 0 1-16,-1-1-1 15,3-2 0-15,-1-2 0 16,8 0 1-16,-2-1-1 0,2 1 0 16,3-2 0-16,5-4 0 15,-1-2 0-15,3 3 0 16,0-3 0-16,3-3 0 0,0 3 0 15,2-4 0-15,1-1-1 16,1 0 1-16,3 3 0 16,-2-8 0-16,5 3 1 15,-1-1-1-15,1-3 1 0,0-4 0 16,3 3 0-16,4-6 0 16,-2 1 1-16,5 3-1 15,-1-4-1-15,1 1 2 16,2 3-1-16,0 1 0 0,2-1 0 15,6 4 0-15,1-2 0 16,4 4 0-16,-1-1 0 16,6-1 0-16,-1 3-1 15,6-1 0-15,-1-4 0 16,2 3 0-16,4-6 0 0,-1 5 1 16,5 0 0-16,1 1 1 15,1-4 0-15,4 9 1 16,2-1 1-16,-3 3-1 0,2 3 1 15,2-5-1-15,1 7 1 16,-3 0-1-16,2 2 0 16,-4 2-1-16,0 4 0 15,2-1 0-15,-4 3 1 0,1-4-1 16,-4 9 1-16,0-3 0 16,-7 0 2-16,-1 0-1 15,-1 5 1-15,-5-5 0 16,-4 2 0-16,-4 3-1 0,-10 0 0 15,10-2 0-15,-10 2-1 16,0 0-1-16,0 0 0 16,0 0-1-16,0 0 1 15,0 0-1-15,0 0-1 16,0 0-4-16,0 0-11 0,5 10-66 16,2-8-3-16</inkml:trace>
  <inkml:trace contextRef="#ctx0" brushRef="#br1" timeOffset="155918.06">314 4910 314 0,'0'0'2'0,"-3"-10"1"16,3-4 2-16,0 1 0 16,8-9 1-16,5-3 0 0,0-8 1 15,16-7 0-15,5 1-1 16,14-8-1-16,9 0 0 15,13-6 0-15,7-3 0 16,12 2 2-16,13-4 0 0,5 1-1 16,12-1 0-16,10 2 1 15,3 1-1-15,7 2-1 16,10 3-1-16,0 6-1 16,8-1 0-16,2 5 0 0,-3 3-2 15,3 4 1-15,0 7-1 16,-3 1 1-16,2 5-1 15,-4 2 0-15,-6 6 0 16,-3 5 0-16,-3 1-1 0,-6 6 1 16,-7 0-1-16,-11 13 1 15,-5 5-1-15,-13 7 0 16,-16 7 0-16,-7 5 0 16,-15 7-1-16,-7 3 1 15,-16 3-1-15,-6 5 1 0,-13 1-1 16,-5 1 1-16,-10 0 0 15,-5 5 0-15,-13-2 0 16,-11 2 0-16,-6-1 0 0,-10 5 1 16,-9-5-1-16,-9 1 1 15,-6 4 0-15,-9-1 0 16,-8 0-1-16,-6 1 1 16,-8-1 0-16,-2 2-1 15,-10-3 0-15,-8 3-2 0,0-5 3 16,-7 0-1-16,0-5 0 15,-5-3 0-15,-3-2 1 16,-1-2-1-16,-1-6 1 16,1-4 2-16,-1-3-3 0,-2-4 1 15,0-2-1-15,-1-6 1 16,4-5-1-16,2-5 0 16,0-2 1-16,2-9-1 15,0-4 0-15,5 0 0 0,1-9 1 16,6-6-1-16,3-6 0 15,8-5 0-15,2-2 0 16,13-6 0-16,2-4 0 0,12-1-1 16,14-9 1-16,2 2-1 15,15-9 0-15,7 0 1 16,12-9-1-16,5-3 1 16,15-5 0-16,10-7 1 0,20-8-1 15,20-4 1-15,17-11 1 16,24 1-1-16,24-3 0 15,22-3-3-15,26 3-15 16,32 5-62-16,6-3 1 16</inkml:trace>
  <inkml:trace contextRef="#ctx0" brushRef="#br1" timeOffset="160834.87">12283 8900 342 0,'0'0'7'15,"0"0"3"-15,0 0 4 16,0 0 2-16,0 0 1 16,0-9 1-16,0 9 1 15,0 0 1-15,-9-13-6 0,9 13-4 16,-11-4-1-16,11 4-3 15,-15-6-1-15,15 6-1 16,-20-2-4-16,13 2 0 0,-5 0 0 16,-1 0 0-16,1 2 0 15,-1 4 0-15,-1-2 0 16,-3 4 0-16,4-1 0 16,0 6 0-16,1-3 0 15,2 2 0-15,-1 3 0 0,2-3 0 16,2 3 0-16,4 0 0 15,0 1 0-15,3-3 0 16,3 2 0-16,9 0 0 0,1-2 0 16,2-3 0-16,5-1 0 15,5-1 0-15,-1-1 0 16,3-4 0-16,1 2 0 16,-1-3 0-16,1-2 0 15,-6 0 0-15,0 0 0 0,-2 0 0 16,-5 0 0-16,-2 0 0 15,-6 0 0-15,-7 0 0 16,9 0 0-16,-9 0 0 0,0 0 0 16,0 0 0-16,0 0 0 15,0 0 0-15,0 0 0 16,0 0 0-16,0 0 0 16,0 0 0-16,0 0 0 15,0 0 0-15,0 0 0 0,0 0 0 16,0 0 0-16,0 0 0 15,0 0 0-15,0 0 0 16,0 0 0-16,0 0 0 0,0 0 0 16,0 0 0-16,0 0 0 15,11-7 0-15,-11 7-78 16,0 0-13-16</inkml:trace>
  <inkml:trace contextRef="#ctx0" brushRef="#br1" timeOffset="161269.38">12733 8924 455 0,'0'0'6'0,"0"0"2"0,0 0 2 15,0 0 2-15,-6-8-1 16,6 8-2-16,0 0-9 0,0 0 0 16,0 0 0-16,0 0 0 15,0 0 0-15,6-3 0 16,4 0 0-16,2 3 0 16,3 0 0-16,5-3 0 15,0 3 0-15,-2-1 0 0,3 2-7 16,-3 2-79-16,-8 0-4 15</inkml:trace>
  <inkml:trace contextRef="#ctx0" brushRef="#br1" timeOffset="161450.69">12678 9063 475 0,'0'0'4'15,"0"0"2"-15,8 0 3 16,-8 0 0-16,20-4-1 0,-6-1-8 15,4 2 0-15,4 1 0 16,0 0 0-16,3-1 0 16,0 3 0-16,5 0 0 15,-11 3-55-15,2 1-33 0</inkml:trace>
  <inkml:trace contextRef="#ctx0" brushRef="#br1" timeOffset="162767.37">13101 9299 417 0,'0'0'7'16,"0"0"2"-16,0 0 1 0,0 0 0 16,0-10 1-16,0 10 0 15,0 0 0-15,0 0 1 16,10 12-6-16,-1 4-4 0,1 1 0 15,5 5-1-15,3 3 1 16,1 2-2-16,4 1 0 16,1 1 0-16,-4-1 0 15,1-3 0-15,4-3 0 0,-6-5 0 16,-1-2 0-16,-4-5 0 16,-1-5 0-16,-1-5 0 15,-4-3 0-15,1-9 0 16,-1-9 0-16,-1-5 0 15,-1-11 0-15,-1-11 0 0,0-9 0 16,0-7 0-16,-3-10 0 16,0-8 0-16,-2 0 0 15,3-5 0-15,-3 3 0 16,0 5 0-16,0 7 0 0,0 6 0 16,0 4 0-16,0 14 0 15,0 2 0-15,-3 8 0 16,3 7 0-16,0 3 0 0,0 6 0 15,0 4 0-15,0 3 0 16,0 5 0-16,0 10 0 16,0-9 0-16,0 9 0 15,0 0 0-15,0 0 0 0,0 0 0 16,0 0 0 0,0 0 0-16,0 0 0 0,0 0 0 15,0 0 0-15,0 0 0 16,0 0 0-16,0 0 0 0,0 0 0 15,0 0 0-15,0 0 0 16,0 0 0-16,0 0 0 16,0 0 0-16,0 0 0 15,0 0 0-15,0 0 0 0,0 0 0 16,0 0 0-16,0 0 0 16,0 0 0-16,0 0 0 15,0 0 0-15,0 0 0 16,0 0 0-16,0 0 0 0,-2 8 0 15,2-8 0-15,0 0 0 16,0 0 0-16,0 6 0 16,0-6 0-16,0 0 0 15,0 8 0-15,0-8 0 0,0 0 0 16,0 15 0-16,0-15 0 16,2 12 0-16,-2-12 0 15,8 15-20-15,-6-8-40 16,4 3-25-16,3 0-1 0</inkml:trace>
  <inkml:trace contextRef="#ctx0" brushRef="#br1" timeOffset="164334.49">13550 8321 281 0,'0'0'5'0,"0"0"5"0,0 0 2 15,0 0 3-15,0 0 0 0,0 0 0 16,0 0 2-16,0 0-1 16,7 0-5-16,-7 0-4 15,21 0-3-15,-4 0-1 16,7 0-1-16,4 0 0 15,7 0-1-15,7 0 1 0,8 0 0 16,9-3 0-16,1 1-1 16,13-1 1-16,3-2-1 15,4 0 0-15,6 1 0 16,4-4-1-16,4 0 1 0,2 1-1 16,0 3 1-16,3-5-1 15,1 5 0-15,1-1 1 16,-1 0-1-16,2-2 0 15,-1 4 0-15,4-2 1 0,-1 0-1 16,0 0 0-16,4 0 1 16,0-3-1-16,2 6 0 15,-3 0 1-15,2-4-1 0,4 4 0 16,-2-3 0-16,1 4 0 16,0-3 0-16,-1 0 0 15,4 1 0-15,2-3 1 16,-6 2-1-16,4 0-1 0,-3-3 2 15,1 6 2-15,2-4-3 16,4 0 3-16,-4 2-1 16,-4-1 1-16,11 4 0 15,0-3 0-15,0 1-1 0,4-1 0 16,1-2-1-16,-1-3 0 16,4 4 0-16,-1-4 0 15,-4 3 0-15,-1-1 0 16,-5-2 0-16,3-2 0 15,-5 4 0-15,-2-1 1 0,1 2-1 16,-2-2 1-16,3 2-1 16,-1 0 0-16,-1-3 0 15,-1 6 0-15,-3-6 0 16,2 4-1-16,-1-4 1 0,-6 0-1 16,4 1 0-16,-4 0 1 15,2-1-1-15,-2-2 1 16,2 3-1-16,-5 2 0 0,1-2 0 15,1 2 0-15,-1 0 0 16,1 0 0-16,-3 2 0 16,-1-2 0-16,-1 0-1 15,-3 0 1-15,0 3 0 16,-2-2 0-16,4-3 0 16,-6 3-2-16,2 0 1 0,-3-2 0 15,-2 2 0-15,-1-4-1 16,1 3 1-16,-3-5-1 15,-3 0 1-15,1 3 1 0,2-1 0 16,-7-2-1-16,3 3 1 16,2-1 0-16,-3 1-1 15,0 1 1-15,0 2 0 16,-5-3 0-16,3 4 0 0,-3-2-1 16,0 0 1-16,-3 0 0 15,1 1 0-15,-8-2 0 16,0 1 0-16,0 0 0 0,-8 0 1 15,3 1-1-15,-4-2 0 16,-1 4 1-16,-5-3-1 16,0 0 1-16,-7 3 0 15,2 0 1-15,-7-1 0 0,-3 1 0 16,-5-1 1-16,-4 0 1 16,-5 0-1-16,-2 1 0 15,-8 0 0-15,-3 2-1 16,-10 0 0-16,10 0 0 15,-10 0-2-15,0 0 1 0,0 0-1 16,0 0 1-16,-5 0-2 16,5 0-1-16,-10 4-5 15,1-1-15-15,-27 3-60 0,36-6-2 16</inkml:trace>
  <inkml:trace contextRef="#ctx0" brushRef="#br1" timeOffset="166083.85">13431 8375 322 0,'0'0'8'0,"0"0"4"0,0 0 3 15,0 0 3-15,0 0 2 16,0 0 0-16,0 0 1 15,0 0 0-15,0 0-8 16,13 0-4-16,-4-1-3 0,3-5-6 16,9 6-19-16,13 0-58 15,-9 0-4-15</inkml:trace>
  <inkml:trace contextRef="#ctx0" brushRef="#br1" timeOffset="168767.61">13996 8866 410 0,'0'0'7'15,"0"0"2"-15,0-13 4 0,0 13 1 16,2-10 1-16,-2 10-1 15,1-10 1-15,-1 10-1 16,0 0-14-16,9 13 0 16,-5 4 0-16,1 2 0 0,3 6 0 15,0 6 0-15,1-1 0 16,-2 2 0-16,2-6 0 16,-2-1 0-16,-2 0 0 15,-5-7 0-15,2-1 0 16,-2-7 0-16,0-10 0 0,-12 7 0 15,1-7 0-15,-3-10 0 16,1-2 0-16,1-7 0 16,0-6 0-16,-1-5 0 0,6-5 0 15,2-2 0-15,5-3 0 16,2 2 0-16,5 5 0 16,9 3 0-16,1-1 0 15,5 10 0-15,6 3 0 0,2 8 0 16,4 6 0-16,1 4 0 15,0 2 0-15,-3 8 0 16,-5 5 0-16,-4 2 0 16,-9 5 0-16,-9 1 0 0,-5 2 0 15,-12 0 0-15,-6-6 0 16,-3 1 0-16,-12 2 0 16,8-10 0-16,-4 4 0 0,4-7 0 15,4-5-22-15,4 5-62 16,8-4-4-16</inkml:trace>
  <inkml:trace contextRef="#ctx0" brushRef="#br1" timeOffset="169450.18">14323 9074 441 0,'0'0'5'0,"0"0"3"0,0 0 2 15,0 0 1-15,7-7 1 16,-7 7 1-16,18-10-2 16,-6 4-11-16,1 2 0 15,-1 1 0-15,6 3 0 0,-4 0 0 16,2 5 0-16,-4 5 0 15,-3 2 0-15,-1 4 0 16,0 1 0-16,-8 0 0 16,0 0 0-16,-8 1 0 0,-2 0 0 15,-2-7 0-15,-6-1 0 16,6-2 0-16,-2-4 0 16,1 2 0-16,3-6 0 15,10 0 0-15,-7-10 0 0,7-2 0 16,5-1 0-16,7-8 0 15,1 5 0-15,1-4 0 16,6 0 0-16,-1 0 0 16,-1 6 0-16,-1 1 0 0,-1 6 0 15,-4 2 0-15,-2 5 0 16,0 0 0-16,-10 0 0 16,12 15 0-16,-6-3 0 15,1 3 0-15,0 2 0 0,0 0 0 16,0 1 0-16,4-3 0 15,1-3 0-15,4 3 0 16,2-8 0-16,5-1 0 16,2-2 0-16,0-4-76 0,3 0-11 15</inkml:trace>
  <inkml:trace contextRef="#ctx0" brushRef="#br1" timeOffset="169733.47">14914 9067 473 0,'0'0'5'0,"0"0"3"16,0 0 1-16,0 0 1 15,0 0-4-15,0 0-6 16,6-8 0-16,-6 8 0 0,19-5 0 15,-4 2 0-15,5 1 0 16,5 2 0-16,0-5 0 16,7 5 0-16,-1-2 0 15,3 2 0-15,0 0 0 0,-6-3 0 16,1 3 0-16,-8 0-86 16,-2 3-4-16</inkml:trace>
  <inkml:trace contextRef="#ctx0" brushRef="#br1" timeOffset="170150.25">15548 8947 458 0,'0'0'5'0,"0"0"3"16,0 0 2-16,0 0-1 16,-5-2 1-16,5 2-1 15,-15 0-7-15,5 5-2 16,1 5 0-16,-4 6 0 16,4 2 0-16,6 5 0 0,0 2 0 15,3-5 0-15,10 2 0 16,8-5 0-16,3-2 0 15,7-7 0-15,4-4 0 0,3-4 0 16,3-4 0-16,-4-7 0 16,1-8 0-16,-13 1 0 15,-2-4 0-15,-10-3 0 0,-7 0 0 16,-6 1 0-16,-14-3 0 16,-4 9 0-16,-9-1 0 15,2 6 0-15,-8 3 0 16,4 10 0-16,-1-2 0 0,12-13-70 15,-2 20-16-15</inkml:trace>
  <inkml:trace contextRef="#ctx0" brushRef="#br1" timeOffset="170450.92">15812 8628 494 0,'0'0'2'15,"0"0"2"-15,12-7 0 16,-12 7 1-16,18-3-3 0,-1 3-2 16,3 7 0-16,7 9 0 15,3 0 0-15,2 15 0 16,5 6 0-16,3 7 0 0,-3 8 0 16,-2 5 0-16,-8 8 0 15,-4-1 0-15,-16 0 0 16,-7 1 0-16,-10-6 0 15,-20 1 0-15,-7-6 0 0,-14-1 0 16,-10-7 0-16,-11-1 0 16,-12-5 0-16,-1-21-64 15,-9 16-24-15,-6-10-2 16</inkml:trace>
  <inkml:trace contextRef="#ctx0" brushRef="#br1" timeOffset="170900.25">13874 8631 317 0,'0'0'7'0,"0"0"3"15,0 0 2-15,-13 0 3 0,13 0 2 16,-12 0 2-16,-1 7 1 15,1 10 1-15,0 3-6 16,-9 15-3-16,1 6-2 0,-1 12-2 16,0 6-1-16,-2 8-2 15,9 3-2-15,4-1 0 16,7 0-2-16,3-4 1 0,11-3 0 16,13-5-1-16,14-5-1 15,9-5-4-15,12-8-8 16,16-4-68-16,12-4-2 15</inkml:trace>
  <inkml:trace contextRef="#ctx0" brushRef="#br1" timeOffset="171469.14">16159 8603 460 0,'0'0'5'0,"0"0"1"0,0-12 2 15,0 12 2-15,0-13 0 0,0 3 0 16,0 0-8-16,3 1-2 15,2 1 0-15,4 1 0 16,2 2 0-16,6 0 0 16,3 3 0-16,0 2 0 0,2 4 0 15,0 4 0-15,-4 5 0 16,-3 1 0-16,-3 6 0 16,-9 2 0-16,-3 3 0 15,-8-4 0-15,-4 0 0 0,0 2 0 16,-4-6 0-16,2-2 0 15,1-3 0-15,6-5 0 16,7-7 0-16,0 0 0 0,22 10 0 16,2-10 0-16,9-3 0 15,5-4 0-15,11 6 0 16,-6 12-57-16,11-14-31 16</inkml:trace>
  <inkml:trace contextRef="#ctx0" brushRef="#br1" timeOffset="171850.66">16972 8920 460 0,'0'0'5'0,"0"0"4"16,0 0 1-16,0 0 0 0,0 0 0 15,0 0-3-15,3 10-7 16,1 3 0-16,-4-1 0 16,0 8 0-16,3 2 0 15,2 3 0-15,-3 2 0 0,8 3-15 16,15-3-69-16,-15-5-3 16</inkml:trace>
  <inkml:trace contextRef="#ctx0" brushRef="#br1" timeOffset="172033.57">16808 9034 473 0,'0'0'5'15,"0"0"1"-15,0 0 1 0,0 0-1 16,7-12 1-16,6 7 0 16,4-2-7-16,8-2 0 15,5 2 0-15,9 0 0 16,4-4-13-16,-8 7-69 15,16-3-2-15</inkml:trace>
  <inkml:trace contextRef="#ctx0" brushRef="#br1" timeOffset="172301.09">17764 8468 465 0,'0'0'5'16,"0"0"2"-16,0 0 1 15,0 0 0-15,-7-6 0 16,7 6 0-16,-18 14-6 0,4 7-2 16,-4 11 0-16,-5 5 0 15,3 13 0-15,1 6 0 16,-4 11 0-16,7 0 0 0,3 3 0 16,8-3 0-16,5-3 0 15,0-8 0-15,13-1 0 16,8-10 0-16,7-5 0 15,4-8 0-15,11-5 0 0,-1-13-20 16,8-1-63-16,4-5-2 16</inkml:trace>
  <inkml:trace contextRef="#ctx0" brushRef="#br1" timeOffset="172817.58">18043 8675 453 0,'0'0'4'0,"0"0"0"16,0 0 1-16,0 0 0 16,0 0 1-16,-5 10 1 15,5 5 0-15,0 3 0 0,5 7-3 16,-1 4-2-16,4 3 1 15,0 2 1-15,-1-1-4 16,3-4 0-16,-3-4 0 0,1-3 0 16,-3-6 0-16,0-7 0 15,-5-9 0-15,0 0 0 16,0 0 0-16,-5-9 0 16,-2-7 0-16,-4-7 0 0,-1-2 0 15,-1-8 0-15,1-4 0 16,0 2 0-16,1 0 0 15,7 2 0-15,1 4 0 0,3 4 0 16,7 6 0-16,9 1 0 16,3 11 0-16,4 0 0 15,2 7 0-15,5 0 0 16,-3 7 0-16,1 6 0 16,-9 1 0-16,-5 6 0 0,-8 2 0 15,-6 0 0-15,-7 2 0 16,-9-3 0-16,-3 2 0 15,-4-4 0-15,3-1 0 16,-1-4-7-16,5 1-26 0,9-2-50 16,7-13-2-16</inkml:trace>
  <inkml:trace contextRef="#ctx0" brushRef="#br1" timeOffset="173250.49">18341 8878 429 0,'0'0'3'0,"0"0"0"16,0 0 0-16,0 0 0 15,0 0 2-15,0 0 0 16,0 13 2-16,0-13 0 16,10 12-1-16,4-8-1 15,2-1 1-15,1 0-1 0,3-3 1 16,0-3-1-16,3-1 0 15,-2-3 0-15,-8-4-2 16,2 1-3-16,-6 0 0 0,-3 3 0 16,-6 7 0-16,5-12 0 15,-5 12 0-15,0 0 0 16,2 4 0-16,-2 9 0 16,3 2 0-16,1 3 0 15,1 3 0-15,4 6 0 0,-5-2 0 16,4 4 0-16,-4-4 0 15,1 3 0-15,-2-3 0 16,-3-3 0-16,-3-2 0 0,-6-3 0 16,-7-4 0-16,2-1 0 15,-9-1 0-15,0-7 0 16,-1-1 0-16,-3-2 0 16,2-1 0-16,0 0 0 15,6-1-30-15,19 1-53 0,-21-15-3 16</inkml:trace>
  <inkml:trace contextRef="#ctx0" brushRef="#br1" timeOffset="173567.72">18850 8861 487 0,'0'0'2'0,"0"0"1"15,0 0 1-15,0 0 2 16,13 2 1-16,-13-2-5 16,14 3-2-16,-2-3 0 15,4 0 0-15,-2 2 0 0,4-2 0 16,7 0 0-16,-2 0 0 16,3 0 0-16,-3 0 0 15,-3 0 0-15,-1 0 0 16,-1 0 0-16,-2 0 0 0,-9 0 0 15,-7 0 0-15,0 0 0 16,0 0 0-16,0 0 0 16,9 0-78-16,-9 0-12 0</inkml:trace>
  <inkml:trace contextRef="#ctx0" brushRef="#br1" timeOffset="173920.11">19404 8796 502 0,'0'0'3'0,"0"0"-1"0,0 0 2 16,0 8-4-16,0-8 0 16,-17 20 0-16,4-6 0 15,1 1 0-15,-1 8 0 16,1-6 0-16,3 8 0 15,9-5 0-15,0-3 0 0,7-4 0 16,7-1 0-16,4-7 0 16,7-3 0-16,-2-2 0 15,-2-7 0-15,0-5 0 0,-5-6 0 16,-3-2 0-16,-3-4 0 16,-10-1 0-16,0-5 0 15,-7 3 0-15,-12-1 0 16,3 8 0-16,-9 1 0 0,-2 6 0 15,-6 4 0-15,13-1-57 16,-4 10-29-16,2 0-2 16</inkml:trace>
  <inkml:trace contextRef="#ctx0" brushRef="#br1" timeOffset="174250.08">19638 8482 488 0,'0'0'3'0,"0"0"2"16,0 0 0-16,10-6 1 16,-10 6-2-16,18 0-4 15,-4 3 0-15,6 7 0 0,5 5 0 16,-1 10 0-16,9 4 0 16,2 9 0-16,5 7 0 15,-6 7 0-15,3 2 0 16,0 3 0-16,-9 5 0 15,-3-8 0-15,-7 8 0 16,-11-2 0-16,-7-8 0 0,-7-3 0 16,-16-4 0-16,-7-5 0 15,-7-8 0-15,-6 0 0 16,-1-10 0-16,-4-4 0 16,2-6 0-16,9 3-19 0,4-12-67 15,6-3-4-15</inkml:trace>
  <inkml:trace contextRef="#ctx0" brushRef="#br1" timeOffset="174633.38">20081 8388 461 0,'0'0'5'0,"0"0"2"16,0-13 2-16,0 13 1 0,0-18 1 16,9 10-3-16,-1-3-8 15,6-1 0-15,4 4 0 16,4 1 0-16,3 4 0 16,0 3 0-16,2 0 0 15,-2 8 0-15,-2 2 0 16,-6 7 0-16,-5 3 0 0,-9 2 0 15,-3 3 0-15,-6 5 0 16,-6-6 0-16,-2 1 0 0,-4 3 0 16,-1-8 0-16,8-3 0 15,4-3 0-15,2-1 0 16,5-13 0-16,7 15 0 16,9-12 0-16,13-3 0 0,1 0 0 15,10 2 0-15,14-2-83 16,-9-2-4-16</inkml:trace>
  <inkml:trace contextRef="#ctx0" brushRef="#br1" timeOffset="175300.98">20949 8715 486 0,'0'0'4'0,"0"0"2"15,10-10 0-15,-10 10 1 16,11-5-5-16,-11 5-2 16,7 0 0-16,-7 0 0 15,10 15 0-15,-7 2 0 0,-1 2 0 16,5 4 0-16,-2 4 0 15,5 1 0-15,-2-6-19 16,-1 3-66-16,1-5-3 0</inkml:trace>
  <inkml:trace contextRef="#ctx0" brushRef="#br1" timeOffset="175483.69">20813 8831 480 0,'0'0'4'15,"0"0"2"-15,0 0-1 16,0 0 2-16,12-7 0 0,6 2-5 16,5-2-2-16,11-1 0 15,6-2 0-15,10 3 0 16,1-1 0-16,11 1-9 16,18 2-75-16,-18 0-2 15</inkml:trace>
  <inkml:trace contextRef="#ctx0" brushRef="#br1" timeOffset="175837.41">21844 8281 434 0,'0'0'6'0,"0"0"1"0,0 0 1 15,-8-2 1-15,1 2-1 0,-8 9 2 16,1 9 0-16,-9 8 2 16,-2 12-7-16,-2 10-3 15,2 10-2-15,-2 10 0 16,7 6 0-16,3 8 0 0,6-3 0 15,11 5 0-15,3-4 0 16,15-9 0-16,4-4 0 0,13-2 0 16,9-12 0-16,11-9 0 15,5-12 0-15,-8-8-83 16,17-9-4-16</inkml:trace>
  <inkml:trace contextRef="#ctx0" brushRef="#br1" timeOffset="176383.5">22154 8474 475 0,'0'0'4'0,"0"0"2"16,0 0-1-16,0 5 2 15,-2 5-1-15,2 2 2 0,-2 9-8 16,2 4 0-16,0 4 0 16,0 8 0-16,2 0 0 15,6 6 0-15,2-4 0 16,-1 1 0-16,2-3 0 0,-1-5 0 16,-1-7 0-16,-4-5 0 15,3-6 0-15,-5-4 0 16,-3-10 0-16,0 0 0 0,-8-7 0 15,0-10 0-15,-4-3 0 16,-1-8 0-16,-1-6 0 16,-2-6 0-16,4-5 0 15,3 1 0-15,2 1 0 0,3-1 0 16,4 7 0-16,4 3 0 16,8 4 0-16,4 7 0 15,7 6 0-15,4 7 0 16,1 3 0-16,2 3 0 15,0 4 0-15,-3 9 0 16,-8 6 0-16,-3 3 0 0,-12 1 0 16,-4 6 0-16,-9-3 0 15,-9 0 0-15,-5 3 0 0,-1-5 0 16,-3-3 0-16,2 0 0 16,-1 1 0-16,8-1-32 15,7-2-53-15,1-5-3 16</inkml:trace>
  <inkml:trace contextRef="#ctx0" brushRef="#br1" timeOffset="176836.69">22428 8784 452 0,'0'0'7'0,"0"0"3"0,-7-5 1 0,7 5 3 16,-8-10 0-16,8 10-11 16,-4-10-3-16,4 10 0 15,2-15 0-15,8 10 0 16,5 1 0-16,4-2 0 0,6 3 0 16,0 2 0-16,3 1 0 15,2 1 0-15,-5 5 0 16,-4 1 0-16,-3 1 0 0,-8 4 0 15,-3 1 0-15,-7-1 0 16,0 3 0-16,-12 2 0 16,-2 0 0-16,-4 1 0 15,-7 2 0-15,2-3 0 16,1 1 0-16,-3-4 0 16,10 1 0-16,0-3 0 0,6-4 0 15,9-8 0-15,-4 13 0 16,4-13 0-16,21 4 0 15,-3-4 0-15,3 0 0 0,9-2 0 16,2-3 0-16,2-5 0 16,3 2 0-16,-8 6-33 15,6-13-55-15,-7-2-4 16</inkml:trace>
  <inkml:trace contextRef="#ctx0" brushRef="#br1" timeOffset="177129.49">23196 8675 503 0,'0'0'0'0,"0"0"2"0,0 0 2 0,0 0-2 16,8 0-2-16,-8 0 0 15,19 0 0-15,-3 0 0 16,0 0 0-16,7 0 0 0,4 0 0 16,10 0 0-16,1-3 0 15,4 3 0-15,-5-2 0 16,-2 0 0-16,0-1 0 16,-8 1 0-16,-7-4 0 0,-3 6 0 15,-4-2-81-15,-13 2-9 16</inkml:trace>
  <inkml:trace contextRef="#ctx0" brushRef="#br1" timeOffset="177535.36">23869 8489 511 0,'0'0'0'0,"0"0"0"16,7-5 0-16,-7 5 0 0,0 0 0 15,13-2 0-15,-13 2 0 16,8 2 0-16,-8-2 0 16,2 25 0-16,-2-8 0 15,0 6 0-15,-5 4 0 0,-2 0 0 16,-6 1 0-16,1-2 0 15,-6-1 0-15,6-2 0 16,-3-3 0-16,-2-8 0 16,7 0 0-16,0-7 0 0,10-5 0 15,-12 10 0-15,12-10 0 16,0 0 0-16,4-2 0 16,8-1 0-16,4-5 0 15,6 4 0-15,0-4 0 0,6 1 0 16,-3 0 0-16,7 1-2 15,0-1-86-15,-4 0-2 16</inkml:trace>
  <inkml:trace contextRef="#ctx0" brushRef="#br1" timeOffset="177733.54">24120 8601 463 0,'0'0'4'0,"0"0"2"16,0 0-1-16,0 0 2 15,5 6 0-15,-2 3 1 16,2 3 0-16,2 5-5 16,-1 1-3-16,6 4 0 15,-2 3 0-15,2 2 0 0,-4-2 0 16,4 0-40-16,-5-3-42 16,3-7-4-16</inkml:trace>
  <inkml:trace contextRef="#ctx0" brushRef="#br1" timeOffset="178069.19">24319 8193 454 0,'0'0'4'0,"0"0"3"0,-10-7 1 15,10 7 1-15,0 0 1 16,0 0 1-16,0 0-3 0,8 13-8 15,14 10 0-15,7 2 0 16,7 11 0-16,3 5 0 16,3 10 0-16,1 4 0 15,-6 2 0-15,-2 5 0 0,-11-5 0 16,-4 2 0-16,-12-2 0 16,-5 0 0-16,-3-7 0 15,-16 2 0-15,-11-5 0 16,-3-5 0-16,-7-2 0 0,-2-11 0 15,-7-1 0-15,4-8 0 16,1-8 0-16,0-3 0 16,9-9 0-16,2-4-70 15,10-9-19-15</inkml:trace>
  <inkml:trace contextRef="#ctx0" brushRef="#br1" timeOffset="178484.55">24570 8147 421 0,'0'0'7'0,"0"0"3"0,7-9 2 15,-7 9 1-15,10-16 2 16,-4 7-1-16,1 1 1 15,0-2-11-15,0-3-4 0,3 9 0 16,5 1 0-16,-2 3 0 16,2 0 0-16,3 6 0 15,-6 4 0-15,3 2 0 16,-3 3 0-16,-7-1 0 0,-3 5 0 16,1 2 0-16,-3-4 0 15,-7 3 0-15,-3 0 0 16,-3-5 0-16,3 0 0 15,3 2 0-15,2-5 0 0,5-1 0 16,0-2 0-16,15-4 0 16,5 0 0-16,10-5 0 15,0 3 0-15,9 0 0 16,-7-6 0-16,-9 3-64 0,14-5-26 16</inkml:trace>
  <inkml:trace contextRef="#ctx0" brushRef="#br1" timeOffset="181735.59">3343 6835 297 0,'0'0'8'15,"0"0"4"-15,0-13 5 16,0 13 0-16,-13-12 2 0,4 6 2 15,-1-1-2-15,-5 4 1 16,-2 3-7-16,-3 3-6 16,-1 10-2-16,0 6-2 15,-2 9-1-15,1 3-1 16,-1 9 0-16,4 3 0 16,3 3-1-16,7 4 0 0,4-3 0 15,5 2 1-15,2-3 0 16,10-5 0-16,8-3-1 15,8-4 1-15,4-9 0 0,5-3 0 16,0-9 0-16,4-3 0 16,1-10-1-16,2 0 2 15,-1-13-1-15,-4-5 0 0,1-3 0 16,-6-4 0-16,-4-5 0 16,-5-2 0-16,-5-8 0 15,-10-1 1-15,-8-4-1 16,-2-7 0-16,-12-1 1 0,-10-1-1 15,-6-1 0-15,-4 6 0 16,-3 7-1-16,-6 10 1 16,-2 7-1-16,-6 15-1 15,-5 10 1-15,5 8-1 0,-5 17-1 16,9 6-7-16,-2 7-14 16,0 3-58-16,24 7-2 15</inkml:trace>
  <inkml:trace contextRef="#ctx0" brushRef="#br1" timeOffset="186084.43">12373 10814 413 0,'0'0'6'0,"0"-8"3"16,0 8 2-16,-3-16 0 0,-2 7 2 15,0 2 0-15,0-3 1 16,0 2-1-16,5 8-5 16,-17-3-8-16,4 3 0 15,-1 8 0-15,-2 7 0 0,2 5 0 16,-4-1 0-16,1 6 0 16,2 0 0-16,3 0 0 15,7-1 0-15,-1-1 0 16,6-6 0-16,8 3 0 15,7-7 0-15,3-4 0 0,3-2 0 16,7-4 0-16,-1-1 0 16,4-2 0-16,-2-2 0 15,1-3 0-15,-5 0 0 0,-3-2 0 16,-5 2 0-16,-4-1 0 16,-3 4 0-16,-10 2 0 15,0 0 0-15,7-5 0 16,-7 5 0-16,0 0 0 0,0 0 0 15,0 0 0-15,0 0 0 16,-5-7 0-16,5 7 0 16,0 0 0-16,0 0-7 0,0 0-82 15,5 0-1-15</inkml:trace>
  <inkml:trace contextRef="#ctx0" brushRef="#br1" timeOffset="186333.91">12795 10862 483 0,'0'0'4'0,"0"0"1"0,0 0 1 0,0 0 0 0,3-7 1 0,-3 7-7 0,0 0 0 16,14-5 0-16,-4 5 0 16,3-3 0-16,4 3 0 15,-2-2-37-15,2 2-48 0,-2 0-4 16</inkml:trace>
  <inkml:trace contextRef="#ctx0" brushRef="#br1" timeOffset="186487">12787 10971 439 0,'0'0'4'0,"0"0"1"0,0 0 1 16,0 0 1-16,6 0 1 15,6 0 0-15,2 0 0 16,4-4-4-16,10 4-17 16,6-5-66-16,-1-3-3 15</inkml:trace>
  <inkml:trace contextRef="#ctx0" brushRef="#br1" timeOffset="189900.16">14082 10947 376 0,'0'0'9'15,"0"0"2"-15,0 0 2 16,0 0 2-16,0 0 0 15,0-10 0-15,0 10 0 0,0 0 1 16,0 5-8-16,0 7-4 16,0 5 0-16,0 4-2 15,5 3-1-15,-2 6 1 0,2-3 0 16,2 6 1-16,-3-7-3 16,6 1 0-16,-4-4 0 15,-3-4 0-15,4-1 0 16,-5-8 0-16,1 0 0 0,-3-10 0 15,0 0 0-15,-5 3 0 16,5-3 0-16,-16-18 0 16,6 3 0-16,-1-5 0 15,-2-10 0-15,1-1 0 16,4-8 0-16,-2-2 0 0,5-4 0 16,3 1 0-16,2-1 0 15,0 1 0-15,7 6 0 16,6 5 0-16,1 0 0 15,6 10 0-15,6 6 0 0,-1 3 0 16,4 8 0-16,0 6 0 16,1 6 0-16,-3 8 0 15,-1 3 0-15,-9 4 0 0,-5 4 0 16,-4 0 0-16,-8-2 0 16,-5 2 0-16,-10-3 0 15,-5 1 0-15,-3-6-5 16,0 1-7-16,-7-9-13 0,-8 7-59 15,16-5 0-15</inkml:trace>
  <inkml:trace contextRef="#ctx0" brushRef="#br1" timeOffset="190437.66">14345 11115 478 0,'0'0'5'15,"0"0"1"-15,-7-5 2 16,7 5 0-16,0 0-2 0,-8-12-6 16,8 12 0-16,-2-9 0 15,2 9 0-15,8-7 0 16,1 7 0-16,8 3 0 15,-1 5 0-15,4 2 0 16,-3-3 0-16,3 5 0 0,-6 3 0 16,-1-2 0-16,-5 2 0 15,-8-1 0-15,0 0 0 16,-8 0 0-16,-2-4 0 16,-5-3 0-16,-2-5 0 0,5 1 0 15,0-3 0-15,-1 0 0 16,8-10 0-16,0 0 0 15,5-6 0-15,7-2 0 0,3-2 0 16,3 2 0-16,1 1 0 16,2 0 0-16,-4 4 0 15,1 4 0-15,-4 6 0 16,-2 3 0-16,-7 0 0 0,14 11 0 16,-10 3 0-16,4-2 0 15,-1 5 0-15,0 1 0 16,4 0 0-16,-2-4 0 15,3 1 0-15,4-5 0 16,0 0 0-16,2-10-3 0,5-5-64 16,0 0-20-16,1-8-1 15</inkml:trace>
  <inkml:trace contextRef="#ctx0" brushRef="#br1" timeOffset="190783.87">14695 10629 459 0,'0'0'5'16,"0"0"1"-16,0-14 1 0,0 6 2 15,5-2 0-15,3-2 0 16,0-1-2-16,4 1-7 0,1 2 0 16,4 3 0-16,-2 2 0 15,2 5 0-15,-2 2 0 16,0 8 0-16,0 2 0 15,-5 6 0-15,-1 5 0 0,0-1 0 16,-5 2 0-16,-1 3 0 16,-3-2 0-16,0 0 0 15,-5-2 0-15,0-1 0 16,-1-4 0-16,1-4 0 16,3-3 0-16,2-11 0 15,2 11 0-15,9-5 0 0,4-6 0 16,2 0 0-16,3 0 0 15,12-3-33-15,0 0-51 16,0-2-4-16</inkml:trace>
  <inkml:trace contextRef="#ctx0" brushRef="#br1" timeOffset="191034.32">15493 10796 497 0,'0'0'3'0,"0"0"1"0,0 0 0 16,0 0-1-16,0 0-3 16,0 0 0-16,-2 10 0 15,2 4 0-15,0 6 0 0,2 5 0 16,5 4 0-16,-1-1-6 15,6 1-79-15,-2 4-2 16</inkml:trace>
  <inkml:trace contextRef="#ctx0" brushRef="#br1" timeOffset="191217.58">15344 10876 488 0,'0'0'3'15,"0"0"0"-15,0 0 0 16,10-6 1-16,3 4 1 16,4-4 0-16,7 4-5 15,6-1 0-15,6-4 0 0,11 7-17 16,10 0-66-16,-5-3-3 16</inkml:trace>
  <inkml:trace contextRef="#ctx0" brushRef="#br1" timeOffset="191740.94">16013 10694 497 0,'0'0'3'15,"0"0"1"-15,0 0 0 16,0 0-1-16,0 0-3 0,0 0 0 15,-5 12 0-15,5 8 0 16,0 3 0-16,5 6 0 16,-1 3 0-16,4 5 0 15,2 0 0-15,0 3 0 16,-3-7 0-16,1-3 0 16,-3-5 0-16,0-6 0 0,0-4 0 15,-5-15 0-15,0 7 0 16,0-7 0-16,-10-5 0 15,3-7 0-15,-5-6 0 0,4-1 0 16,-5-9 0-16,-2-1 0 16,6-4 0-16,0-4 0 15,7 0 0-15,2 1 0 0,2 1 0 16,9 4 0-16,3 1 0 16,7 6 0-16,1 7 0 15,5 4 0-15,0 7 0 16,3 6 0-16,-3 0 0 0,-2 6 0 15,-4 9 0-15,-7 5 0 16,-4 2 0-16,-10 3 0 16,0 0 0-16,-10-3 0 15,-4 6 0-15,-7-9 0 0,1 3 0 16,-6-7-13 0,3-20-40-16,-2 16-32 0,2-3-2 15</inkml:trace>
  <inkml:trace contextRef="#ctx0" brushRef="#br1" timeOffset="192250.4">16363 10969 372 0,'0'0'2'0,"0"0"3"15,0 0 3-15,0 0 1 16,-5 5-1-16,5 5 3 0,-3 0 0 16,3 2 1-16,0 3-2 15,3 0-3-15,3 0-1 16,6-2 0-16,0-6 1 0,8-5-1 16,-3-2 1-16,3 0 0 15,3-9 1-15,-4-2-1 16,1-3-5-16,-7-4-2 15,1 3 0-15,-6 1 0 0,-1 0 0 16,-4 3 0-16,-3 11 0 16,3-13 0-16,-3 13 0 15,0 0 0-15,0 17 0 16,0 1 0-16,2 1 0 16,3 9 0-16,0 0 0 0,-1 6 0 15,4-2 0-15,0 3 0 16,-1-7 0-16,-2 3 0 15,-3-6 0-15,1-3 0 0,-3-2 0 16,-7-5 0-16,-5-3 0 16,-6-4 0-16,-3-1 0 15,-1-4 0-15,-5-3 0 16,-2 0 0-16,-1 0 0 0,0-5 0 16,0-5 0-16,7-8-33 15,1 4-53-15,10-6-3 16</inkml:trace>
  <inkml:trace contextRef="#ctx0" brushRef="#br1" timeOffset="193402.25">16850 10644 414 0,'0'0'7'0,"0"0"2"16,0 0 3-16,0 0 1 0,0 0 2 16,2-10 0-16,-2 10 1 15,8-12-6-15,-3 5-10 16,2-3 0-16,5 2 0 0,4-2 0 16,1 5 0-16,0-2 0 15,4 2 0-15,-2 5 0 16,-1-2 0-16,-1 2 0 15,-2 4 0-15,-5 6 0 16,-6 1 0-16,-1 1 0 0,-3 5 0 16,-5-2 0-16,0 2 0 15,-4-2 0-15,-4 3 0 16,3-4 0-16,0-2 0 0,0 1 0 16,3-6 0-16,7-7 0 15,-5 13 0-15,5-13 0 16,18 7 0-16,-4-7 0 15,6 0 0-15,5-2 0 0,2-3 0 16,3 2 0-16,-1-3 0 16,-1 0 0-16,-8 1 0 15,0 3 0-15,-8-3 0 16,-2 5 0-16,-10 0 0 0,0 0 0 16,0 0 0-16,0 0 0 15,0 0 0-15,0 0 0 16,0 0 0-16,-8 5 0 15,6 12-51-15,2-17-39 16</inkml:trace>
  <inkml:trace contextRef="#ctx0" brushRef="#br1" timeOffset="194383.92">17471 10887 459 0,'0'0'4'0,"0"0"1"0,0 0 1 16,0 0 0-16,0 0 1 0,0 0 0 16,0 0 0-16,0 13 0 15,0-1-4-15,0 5-3 16,-3 3 0-16,3 5 0 0,3 0 0 16,-3-3 0-16,8 5-9 15,-8-10-23-15,5 0-50 16,0 1-4-16</inkml:trace>
  <inkml:trace contextRef="#ctx0" brushRef="#br1" timeOffset="194583.69">17275 11003 459 0,'0'0'4'0,"0"0"0"16,0 0 1-16,0 0 1 0,0-7 0 15,0 7 1-15,19-9 0 16,1 6 0-16,8-3-3 16,6-1-2-16,9 5-8 0,-1-5-14 15,6 2-62-15,6 2-4 16</inkml:trace>
  <inkml:trace contextRef="#ctx0" brushRef="#br1" timeOffset="195278.07">18223 10781 420 0,'0'0'6'0,"0"0"2"0,0 0 2 15,0 0 0-15,0 0 1 16,0 0-1-16,0 0 1 16,0 12 0-16,0 5-6 15,0 4-2-15,4 5-2 0,0 1 1 16,1 3-2 0,3-2 3-16,2 1-3 0,0-8 0 15,-6-1 0-15,1-6 0 16,-1-1 0-16,-4-13 0 0,0 9 0 15,0-9 0-15,-11-5 0 16,6-5 0-16,-4-7 0 16,1 0 0-16,-2-6 0 0,5-4 0 15,-1-4 0-15,2-5 0 16,4 4 0-16,3-4 0 16,4 5 0-16,3 1 0 15,7 5 0-15,4 6 0 0,-2 4 0 16,6 8 0-16,-2 4 0 15,2 3 0-15,-4 5 0 16,-3 7 0-16,-4 4 0 16,-3 0 0-16,-6 4 0 15,-3 1 0-15,-2-2 0 0,-7 2 0 16,-8-7 0-16,-2 1 0 16,-3-1-3-16,-5-6-5 15,2 2-6-15,-7-9-12 16,6 7-57-16,6-2-2 0</inkml:trace>
  <inkml:trace contextRef="#ctx0" brushRef="#br1" timeOffset="195719.16">18572 10954 500 0,'0'0'3'16,"0"0"2"-16,0 0-2 15,-7-5-3-15,7 5 0 0,0 0 0 16,-8-12 0-16,8 12 0 16,0 0 0-16,10-8 0 15,2 8 0-15,6-3 0 16,0 3 0-16,1 0 0 0,3 0 0 15,1 0 0-15,-2 3 0 16,0 5 0-16,-9-3 0 16,-4 4 0-16,-5 4 0 15,-3-3 0-15,-9 5 0 16,-5-3 0-16,-4 3 0 0,-3 0 0 16,-5 0 0-16,4-3 0 15,3 1 0-15,-3-6 0 16,8 4 0-16,4-5 0 0,10-6 0 15,-4 11 0-15,4-11 0 16,9 1 0-16,7-1 0 16,3 0 0-16,6 0 0 15,2-1 0-15,10 1-31 0,0-6-57 16,6-4-4-16</inkml:trace>
  <inkml:trace contextRef="#ctx0" brushRef="#br1" timeOffset="195916.86">19029 10907 476 0,'0'0'3'0,"0"0"1"0,0 0 1 16,7-3 1-16,2 3-1 15,3-3 1-15,2 2 0 16,9 1-6-16,-1-3 0 15,14 3-24-15,-2 0-59 16,3 0-4-16</inkml:trace>
  <inkml:trace contextRef="#ctx0" brushRef="#br1" timeOffset="196269.39">19588 10737 482 0,'0'0'4'0,"0"0"0"16,0 0 0-16,0 0 1 0,0 0 1 16,-5 4 0-16,5 6-6 15,0 5 0-15,0 5 0 16,0 4 0-16,-2 3 0 16,-8 6 0-16,-3-3 0 0,-1-1 0 15,-9-1 0-15,3-4 0 16,-2-2 0-16,2-9 0 15,2 2 0-15,9-10 0 16,9-5 0-16,-15 5 0 0,15-5 0 16,0 0 0-16,17-5 0 15,-2 0 0-15,6-2 0 16,3-1 0-16,5 0 0 16,4 3 0-16,-1 1 0 15,0-1 0-15,0 0 0 0,-6 0-40 16,-4 2-47-16,-3-2-4 15</inkml:trace>
  <inkml:trace contextRef="#ctx0" brushRef="#br1" timeOffset="196485.62">19827 10949 472 0,'0'0'5'0,"0"0"1"16,0 0 0-16,0 0 0 15,0 0 1-15,0 0 0 16,0 15-5-16,0-3-2 0,0 1 0 16,0 4 0-16,0 1 0 15,2 1 0 1,1 2 0-16,-1-10 0 0,5 9-4 16,11-9-80-16,-18-11-4 15</inkml:trace>
  <inkml:trace contextRef="#ctx0" brushRef="#br1" timeOffset="196800.08">20033 10580 499 0,'0'0'3'16,"0"0"2"-16,0 0-1 0,0-10-4 15,0 10 0-15,0 0 0 16,8 0 0-16,8 5 0 16,2 10 0-16,2 10 0 15,8 3 0-15,-2 8 0 0,10 6 0 16,-7 8 0 0,-3-1 0-16,0 6 0 0,-8-4 0 15,-8 1 0-15,-10 3 0 16,-10-10 0-16,-15 5 0 0,-10-9 0 15,-10 4 0-15,1-8-70 16,-16-1-21-16</inkml:trace>
  <inkml:trace contextRef="#ctx0" brushRef="#br1" timeOffset="197233.56">18144 10553 356 0,'0'0'6'0,"0"0"4"16,0 0-1-16,-2-7 3 0,2 7 0 16,-17 0 1-16,4 7 0 15,-4 10 1-15,-5 8-5 16,-4 9-2-16,-1 13-1 0,2 10 0 15,1 9-2-15,9 0 2 16,3 3-1-16,4 0 0 16,11-1-1-16,11-7 0 15,11-4 0-15,12-7 0 0,18-2-2 16,5-14-9-16,16-5-13 16,14-7-60-16,4-9-5 15</inkml:trace>
  <inkml:trace contextRef="#ctx0" brushRef="#br1" timeOffset="197951.15">20331 10442 392 0,'0'0'6'0,"0"0"3"0,0 0 3 0,0 0 1 0,2-10 1 15,-2 10 0-15,11-11 1 16,-11 11 0-16,14-12-6 16,-7 7-3-16,6 0-2 15,2 3-2-15,-2 2-2 16,1 0 0-16,-3 7 0 16,1 1 0-16,-5 1 0 0,0 7 0 15,-7-4 0-15,0 5 0 16,-2-2 0-16,-3 3 0 15,-4-4 0-15,-1-2 0 0,-1 3 0 16,2-5 0-16,9-10 0 16,-16 12 0-16,16-12 0 15,0 0 0-15,0 10 0 16,9-10 0-16,7 0 0 0,5 0 0 16,1 0 0-16,10-2 0 15,1-3 0-15,-2 2 0 16,2 1 0-16,-5-1 0 0,-8 2 0 15,-1 1 0-15,-4 0 0 16,-5 0 0-16,-10 0 0 16,10 0 0-16,-10 0-30 15,0 0-57-15,0 0-2 0</inkml:trace>
  <inkml:trace contextRef="#ctx0" brushRef="#br1" timeOffset="200880.54">13304 11578 389 0,'0'0'6'16,"0"0"2"-16,0 0 1 0,0 0 2 15,0 0-1-15,0 0 0 16,0 0 0-16,0 0-1 15,0 8-4-15,3-1-3 0,-1 8-2 16,3 5 0-16,3-1-1 16,2 6 0-16,2 4 2 15,3-1-1-15,2-3 0 16,-2-5 0-16,3-5 1 16,-3-3 0-16,2-7 1 0,-5-5 0 15,3-5 0-15,-2-7 0 16,-4-8 1-16,1-6 0 15,-2-9 0-15,0-8 0 16,-6-8-1-16,-2-12-1 0,0-6 0 16,-2-5-1-16,-6-8 0 15,0-2-1-15,-2-3-1 16,3-3 1-16,-2 6-1 16,0 4 1-16,2 4 1 0,2 7-1 15,1 9 1-15,4 3-1 16,-3 11 2-16,3 6-1 15,0 2 1-15,0 11-1 0,0 1 0 16,0 2-1-16,0 7 1 16,0 3-1-16,0 1 0 15,0 3 0-15,0 10 1 16,0-12-1-16,0 12 0 0,0 0 1 16,0 0-1-16,0 0 1 15,0 0-1-15,0 0 0 16,0 0 0-16,0 0 0 15,0-10 0-15,0 10 1 16,15-5-1-16,0 2 1 0,4 0 0 16,6-1-1-16,2 1 2 15,8-1-1-15,8 1 0 16,2-2 0-16,7 3 0 16,5-3 1-16,3 0-1 0,14-3-1 15,5 1 0-15,3-1-1 16,8 1 1-16,7-2-2 15,2-1 1-15,6 0 0 0,8-1-1 16,0-1 2-16,6 2-1 16,3 0 2-16,2 0-1 15,3 1 1-15,4-2 0 16,-1 2-1-16,-1 1 1 16,5 4 0-16,-3-1 0 0,2-3 0 15,3 5-1-15,-2-4 1 16,3 0 0-16,2 2 0 15,0-3 0-15,3-2 0 16,-3 3 0-16,1-3 0 0,-2 3-1 16,-1 1 1-16,-3 1 0 15,0 1 0-15,-2 1 0 16,-7 0 0-16,-1 3 0 16,0 0 0-16,-5 0 0 0,-3-1 0 15,-1 1 1-15,0-6-1 16,-7 3 0-16,2-1 0 15,-1-1 0-15,-2 0 0 0,0-3 0 16,-2 3-1-16,3 1 1 16,2-4 0-16,-1 6-1 15,1-4 1-15,-1 0 0 16,0 3 0-16,-5-1 0 0,1-2-1 16,-1 3 2-16,-7 3-1 15,-5-4 0-15,-4 0 1 16,-7 3 1-16,-4-2 0 15,-10 0 0-15,-5-1 1 16,-7 1 0-16,-8 0 1 0,-10-1 1 16,-7 1 0-16,-8-2 0 15,-4 3 0-15,-5 0 1 16,-13 2-1-16,9 0-2 16,-9 0-1-16,0 0-5 0,0 0-7 15,0 0-59-15,0 0-15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4:19:48.56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12795 13025 450 0,'0'0'5'0,"0"0"2"0,0-15 1 0,0 15 1 16,-5-13 0-16,5 13 1 15,-17-11 1-15,4 3-9 16,-2 8-2-16,-5 0 0 0,-4 3 0 16,-1 9 0-16,-2 3 0 15,-4 5 0-15,4-1 0 16,0 6 0-16,-1 0 0 16,12 5 0-16,2-5 0 0,5-4 0 15,6 2 0-15,3-3 0 16,10-6 0-16,10-4 0 15,5 1 0-15,2-9 0 0,6-2 0 16,-1 0 0-16,5-7 0 16,-7 0 0-16,0-2 0 15,-8 2 0-15,0 0 0 16,-9 2 0-16,-1 2 0 0,-12 3 0 16,8-5 0-16,-8 5 0 15,0 0 0-15,0 0 0 16,0 0 0-16,0 0 0 15,-3-5 0-15,3 5 0 0,0 0 0 16,-9-2 0-16,9 2 0 16,-5 7-34-16,5-7-56 15,0 0-4-15</inkml:trace>
  <inkml:trace contextRef="#ctx0" brushRef="#br0" timeOffset="467.01">12949 12697 458 0,'0'0'4'0,"0"0"1"0,-8-11 2 15,8 11 2-15,-14-15 1 16,7 5 1-16,-4-3-4 0,4 4-7 16,0-7 0-16,4 7 0 15,3-2 0-15,7 2 0 16,4 2 0-16,11 2 0 0,0 0 0 16,6 2 0-16,2 3 0 15,-1 5 0-15,-5 3 0 16,4 7 0-16,-8 4 0 15,-10 1 0-15,-3 7 0 16,-7-2 0-16,-5 3 0 16,-5-4 0-16,-2-1 0 0,-1-4 0 15,-3-6 0-15,7 2 0 16,0-5 0-16,9-10 0 16,-3 9 0-16,3-9 0 15,16 0 0-15,5 0 0 0,2 0 0 16,2 0 0-16,7-2 0 15,1-1 0-15,-1-1 0 16,-5 1-73-16,6 3-17 0</inkml:trace>
  <inkml:trace contextRef="#ctx0" brushRef="#br0" timeOffset="699.66">13476 12933 511 0,'0'0'0'0,"0"0"0"0,0 0 0 0,0 0 0 16,0 0 0-16,5 0 0 16,-5 0 0-16,14 0 0 15,-3-2 0-15,6 2 0 16,1-5 0-16,7 5 0 0,-1 0 0 15,5 0-75-15,-3 0-15 16</inkml:trace>
  <inkml:trace contextRef="#ctx0" brushRef="#br0" timeOffset="866.15">13453 13058 446 0,'0'0'4'0,"0"0"1"15,0 0 2-15,0 0 0 16,12 4 2-16,1-4-1 15,7 0 1-15,5 0 1 0,5 0-6 16,12-3-5-16,0-1-14 16,8-1-66-16,4 2-3 15</inkml:trace>
  <inkml:trace contextRef="#ctx0" brushRef="#br0" timeOffset="1451.22">14378 12844 498 0,'0'0'4'15,"0"0"0"-15,0 0 1 0,0 0-5 16,0 0 0-16,0 0 0 16,0 0 0-16,-3 10 0 15,3 8 0-15,3 6 0 16,-1 6 0-16,8 2 0 0,-1 6 0 16,2-1 0-16,-1-4 0 15,5-2 0-15,-1-1 0 16,-3-8 0-16,-4-5 0 15,-2-2 0-15,-5-15 0 0,0 8 0 16,0-8 0-16,-5-8 0 16,-2-7 0-16,-4-4 0 15,2-6 0-15,-1-6 0 16,0-7 0-16,2-3 0 0,4-3 0 16,-1 2 0-16,5 2 0 15,0 3 0-15,7 3 0 16,0 6 0-16,11 6 0 15,1 4 0-15,3 10 0 0,4 0 0 16,1 5 0-16,-2 3 0 16,3 7 0-16,-9 8 0 15,-1 3 0-15,-8 1 0 16,-6 6 0-16,-4-3 0 0,-4 3 0 16,-11-2 0-16,-8-2 0 15,-2-3 0-15,-4 0 0 16,-1-6 0-16,5 1-10 0,-3 1-50 15,7-11-28-15,5-1 1 16</inkml:trace>
  <inkml:trace contextRef="#ctx0" brushRef="#br0" timeOffset="2017.11">14787 13012 495 0,'0'0'3'0,"0"0"2"0,0 0 0 0,0 0-2 16,0-9-3-16,0 9 0 15,0 0 0-15,8-13 0 16,-8 13 0-16,15-7 0 0,-3 5 0 16,3 2 0-16,0 0 0 15,3 8 0-15,0 0 0 16,-6 5 0-16,0 2 0 0,-8 3 0 16,-4 1 0-16,-4-1 0 15,-6-1 0-15,-4 0 0 16,-2-2 0-16,2-5 0 15,1-2 0-15,3-6 0 16,10-2 0-16,-11-2 0 0,11-6 0 16,9-4 0-16,0-6 0 15,9-4 0-15,1 1 0 16,2 0 0-16,1 1 0 16,-3 3 0-16,-1 5 0 0,-6 2 0 15,-3 5 0-15,-9 5 0 16,7 8 0-16,-7 3 0 0,0 4 0 15,0 0 0-15,0 5 0 16,2-4 0-16,3 2 0 16,5-2 0-16,0-7 0 15,7 1-13-15,-4 0-57 16,11-10-16-16</inkml:trace>
  <inkml:trace contextRef="#ctx0" brushRef="#br0" timeOffset="2365.89">14974 12500 481 0,'0'0'4'0,"0"0"1"0,2-13 0 0,2 4 1 0,0-1 1 15,4-2-4-15,-1-4-3 0,6 4 0 16,-4 2 0-16,3 3 0 15,1 2 0-15,2 5 0 16,0 2 0-16,-4 8 0 0,6 5 0 16,-8 5 0-16,-1 5 0 15,-1 2 0-15,-7 1 0 16,0 1 0-16,0-2 0 16,-3 0 0-16,-1-4 0 0,-1-4 0 15,2-1 0-15,1-8 0 16,2 0 0-16,0-10 0 15,17 5 0-15,-2-5 0 16,4-4 0-16,9 4 0 16,2-8 0-16,10-5-73 0,-3 8-14 15</inkml:trace>
  <inkml:trace contextRef="#ctx0" brushRef="#br0" timeOffset="2599.83">15677 12745 502 0,'0'0'4'0,"0"0"1"0,0 0-5 16,0 0 0-16,11 2 0 16,-11-2 0-16,0 13 0 15,0-3 0-15,-4 4 0 0,2 2 0 16,2 6 0-16,0 0 0 15,0 3 0-15,8 2-15 16,-8-2-71-16,10-3-1 0</inkml:trace>
  <inkml:trace contextRef="#ctx0" brushRef="#br0" timeOffset="2767.11">15575 12866 467 0,'0'0'6'0,"0"0"1"0,0 0 1 15,-9-7 1-15,9 7-1 16,0 0-2-16,0-12-6 16,9 6 0-16,10 4 0 0,2-3 0 15,16 5-7-15,8 0-78 16,0-2-2-16</inkml:trace>
  <inkml:trace contextRef="#ctx0" brushRef="#br0" timeOffset="3216.88">16122 12711 499 0,'0'0'3'16,"0"0"1"-16,0 0-1 15,0 0-1-15,0 0-2 16,-5 3 0-16,5-3 0 0,-5 17 0 16,5-1 0-16,0 5 0 15,0 2 0-15,0 8 0 16,5-4 0-16,0 2 0 15,5 2 0-15,-5-9 0 0,2 0 0 16,-1-7 0-16,1-2 0 16,-7-13 0-16,0 0 0 15,0 0 0-15,0 0 0 0,-7-9 0 16,-1-7 0-16,-2-4 0 16,0-7 0-16,0-4 0 15,0-3 0-15,3-2 0 16,-1-7 0-16,5 0 0 0,3 4 0 15,0 0 0-15,6 4 0 16,6 5 0-16,3 5 0 16,2 8 0-16,8 10 0 15,0 4 0-15,3 3 0 0,1 14 0 16,-4 7 0-16,-5 4 0 16,-6 4 0-16,-5 6 0 15,-9 3 0-15,-3-2 0 16,-12-1 0-16,-2-4 0 15,-3 3 0-15,-5-10-24 0,0 1-61 16,8-5-3-16</inkml:trace>
  <inkml:trace contextRef="#ctx0" brushRef="#br0" timeOffset="3666.08">16520 12847 474 0,'0'0'4'0,"0"0"1"0,0 0-1 0,0 0 1 0,-3 7 0 0,3-7 0 15,-10 10 0-15,10-10-1 16,-10 13-4-16,8-4 0 0,2-9 0 16,0 17 0-16,0-17 0 15,12 11 0-15,-2-9 0 16,5-2 0-16,-1-2 0 15,2-3 0-15,-4-2 0 0,3-1 0 16,0-2 0-16,-5 0 0 16,-2 2 0-16,-8 8 0 15,7-7 0-15,-7 7 0 16,0 0 0-16,9 5 0 0,-6 5 0 16,0 7 0-16,2 1 0 15,-3 1 0-15,3 6 0 16,0 0 0-16,-3-3 0 15,1 0 0-15,-3-1 0 16,0-5 0-16,0 2 0 0,-7-5 0 16,-3-1 0-16,-1-5 0 15,-3-2 0-15,-4-5 0 16,-3 0 0-16,0 0 0 16,-1-5 0-16,0-2 0 0,-1-11-5 15,13-8-71-15,0 3-12 16</inkml:trace>
  <inkml:trace contextRef="#ctx0" brushRef="#br0" timeOffset="4033.26">16808 12341 481 0,'0'0'4'0,"0"0"1"0,5-7 1 15,-5 7 1-15,9-15 1 16,0 5-8-16,-2 0 0 0,5-2 0 16,1 0 0-16,1 2 0 15,6 3 0-15,0 1 0 16,0 4 0-16,0 2 0 16,-2 8 0-16,1 3 0 15,-4 4 0-15,-10 8 0 0,-2 4 0 16,-3 3 0-16,-6 2 0 15,-4 0 0-15,1-2 0 16,-4-1 0-16,6-7 0 16,-1-1 0-16,4-7 0 0,4-1 0 15,2-6 0-15,8-2 0 16,5 0 0-16,7-2 0 0,-2-3 0 16,4 2-79-16,4-2-8 15</inkml:trace>
  <inkml:trace contextRef="#ctx0" brushRef="#br0" timeOffset="4283.1">17387 12661 489 0,'0'0'5'16,"0"0"1"-16,5-10 1 15,-5 10-3-15,0 0-4 16,0-10 0-16,0 10 0 16,0 0 0-16,0 15 0 15,0 2 0-15,0 7 0 0,0 4 0 16,5 2 0-16,2 6 0 16,0 17-78-16,6-25-10 15</inkml:trace>
  <inkml:trace contextRef="#ctx0" brushRef="#br0" timeOffset="4450.27">17307 12750 500 0,'0'0'2'16,"0"0"1"-16,0 0-1 0,0 0 0 16,12-7 0-16,4 3-2 15,4 0 0-15,10 2 0 16,2-6-16-16,-8 4-67 15,26-2-2-15</inkml:trace>
  <inkml:trace contextRef="#ctx0" brushRef="#br0" timeOffset="4916.28">17981 12554 496 0,'0'0'2'0,"0"0"1"16,0 0-1-16,0 0 0 0,0 0 0 15,1 8 2-15,-1 2-4 16,6 5 0-16,-6 1 0 16,2 8 0-16,3 0 0 15,-2 6 0-15,5 3 0 16,-4-7 0-16,4 2 0 16,-1-6 0-16,1-3 0 0,-3-3 0 15,2-7 0-15,-7-9 0 16,0 0 0-16,0 0 0 15,0 0 0-15,-7-15 0 0,-4-2 0 16,-1-5 0-16,3-8 0 16,-2-5 0-16,-2-7 0 15,7 0 0-15,1-2 0 0,3-2 0 16,2 5 0-16,4 5 0 16,5 3 0-16,10 10 0 15,0 6 0-15,4 7 0 16,2 7 0-16,0 6 0 0,-1 7 0 15,-4 7 0-15,-2 3 0 16,-11 8 0 0,-5-1 0-16,-4-1 0 0,-8 5 0 15,-7-2 0-15,-6-1 0 0,6-4 0 16,-8-4 0-16,5 0-17 16,1 5-61-16,3-14-9 15</inkml:trace>
  <inkml:trace contextRef="#ctx0" brushRef="#br0" timeOffset="5335.31">18249 12735 502 0,'0'0'4'0,"0"0"1"0,0 0-5 0,-5-7 0 0,5 7 0 0,0 0 0 16,0-10 0-16,0 10 0 16,10-7 0-16,0 2 0 15,5 2 0-15,2 1 0 16,6 2 0-16,-1-4 0 16,2 4 0-16,-1 0 0 0,-5 4 0 15,-4 3 0-15,-1-1 0 16,-8 2 0-16,-5 3 0 15,-5 3 0-15,-8 4 0 0,-4 0 0 16,-8-1 0-16,0 5 0 16,-5-5 0-16,3 3 0 15,4-5 0-15,4 0 0 16,4-2 0-16,7-6 0 16,8-7 0-16,0 12 0 0,13-10 0 15,2 1 0-15,5-3 0 16,-1 0 0-16,11-3 0 15,-2-6 0-15,-6-2-85 0,8 2-4 16</inkml:trace>
  <inkml:trace contextRef="#ctx0" brushRef="#br0" timeOffset="5532.96">18606 12686 485 0,'0'0'2'0,"0"0"1"16,11 0 1-16,-1-3 0 0,2 3 0 15,3-2 0-15,4-1 1 16,4 1-5-16,2-3 0 16,0 5-23-16,14-3-59 15,-11 1-3-15</inkml:trace>
  <inkml:trace contextRef="#ctx0" brushRef="#br0" timeOffset="5884.13">19188 12468 493 0,'0'0'4'0,"0"0"1"0,0 0 0 15,0 0-1-15,0 0-4 16,0 0 0-16,0 0 0 0,-5 7 0 15,0 8 0-15,-2 3 0 16,-1 1 0-16,1 8 0 16,-5 3 0-16,-1 0 0 15,3 0 0-15,-2-3 0 0,3-1 0 16,0-5 0-16,2-4 0 16,0-5 0-16,3-1 0 15,4-11 0-15,0 0 0 0,0 0 0 16,9 4 0-16,3-4 0 15,3-4 0-15,2-1 0 16,5-3 0-16,6 3 0 16,-1-4 0-16,3 6 0 0,-6-3-42 15,9 2-44-15,0-3-4 16</inkml:trace>
  <inkml:trace contextRef="#ctx0" brushRef="#br0" timeOffset="6067">19523 12691 487 0,'0'0'2'16,"0"0"0"-16,0 0 0 15,0 0 0-15,0 0 1 16,3 12 1-16,-3-12-1 0,5 18 1 16,-3-4-2-16,4 1-2 15,-1 3 0-15,-3-3-5 16,4 2-9-16,0-5-37 15,7 1-33-15,-3-4-2 0</inkml:trace>
  <inkml:trace contextRef="#ctx0" brushRef="#br0" timeOffset="6367.03">19633 12237 478 0,'0'0'3'0,"0"0"1"0,0 0 1 16,5-4 0-16,5 4 1 16,-1 2 1-16,9 8-4 15,2 7-3-15,4 5 0 16,4 10 0-16,4 14 0 0,0 0 0 16,4 11 0-16,-1-2 0 15,-5 7 0-15,-9 2 0 16,-1-4 0-16,-15-1 0 0,-5-5 0 15,-14-1 0-15,-14-4 0 16,-15-9 0-16,-6 5-7 16,-13-11-80-16,-7-5-1 15</inkml:trace>
  <inkml:trace contextRef="#ctx0" brushRef="#br0" timeOffset="6816.29">17918 12156 365 0,'0'0'6'0,"-9"-5"1"0,-4 5 3 0,1 0-1 16,-8 0 2-16,-5 0 2 15,-5 7 2-15,-8 3-1 16,2 11-3-16,-4 8-3 15,2 8 0-15,-1 10-1 0,4 7-1 16,3 11-2-16,7 7-1 16,10 1 0-16,7 5 0 15,8-1 0-15,13-1-1 16,14-4 1-16,13-2-3 0,10-9 0 16,15-2 0-16,8-11 0 15,17-3-14-15,2-11-26 16,16-9-43-16,0-15-3 15</inkml:trace>
  <inkml:trace contextRef="#ctx0" brushRef="#br0" timeOffset="7316.59">19827 12014 474 0,'0'0'5'0,"0"0"1"0,0-13 2 16,2 3 0-16,1-1 2 0,-1-4-10 16,5-3 0-16,1 1 0 15,2 1 0-15,4-2 0 16,4 8 0-16,3 0 0 16,3 5 0-16,3 5 0 15,-4 10 0-15,-3 6 0 0,-6 9 0 16,-7 6 0-16,-7 7 0 15,-7 0 0-15,-10 4 0 16,-5-2 0-16,-6 2 0 16,1-6 0-16,-3-10 0 0,11-1 0 15,1-6 0-15,11-3 0 16,7-7 0-16,7-2 0 16,18-1 0-16,12-4 0 0,7 1 0 15,9 2 0-15,4-5 0 16,3 2-83-16,4-2-6 15</inkml:trace>
  <inkml:trace contextRef="#ctx0" brushRef="#br0" timeOffset="75716.2">6574 5593 250 0,'0'0'7'0,"0"0"5"16,-11-7 3-16,11 7 2 15,-12-5 1-15,12 5 2 0,-20-10 0 16,8 3 2-16,1 4-7 16,-3 1-4-16,2 2-4 15,-6 0-1-15,3 2-1 0,-6 5-2 16,7 3 0-16,-5 0 0 15,3 3-1-15,2-3 0 16,-2 7-1-16,2-3 1 16,1 3 0-16,1 2 0 0,5-2-1 15,-1 3 1-15,0 0-1 16,1 2 1-16,5-2-1 16,-3 1 1-16,1 3-1 15,3 0 1-15,-1-2 0 0,2 1-1 16,0-1 1-16,0 0-1 15,0 3 0-15,0 0 0 16,0 0 0-16,2-1-1 16,-1 1 0-16,3 0 0 0,1-3 0 15,-1 0 1-15,1-2 0 16,0-1 0-16,1-1 0 16,1 0 1-16,0-1 0 15,-2 1-1-15,2-2 1 0,4-3-1 16,-4 2 0-16,3 0 1 15,3-5-1-15,-4 0 0 16,3-3 0-16,1 1 0 0,2-4 0 16,-2 2 1-16,4-6 0 15,0 2 0-15,0-2 0 16,1 0-1-16,2 0 1 16,-1-2-1-16,-1-1 1 15,3 0-1-15,-5-1-1 0,5-1 1 16,-7 2 0-16,6-2-1 15,-5 0 1-15,3-2-1 16,2-1 1-16,-6-2-1 0,4 3 1 16,1-3-1-16,2-1 0 15,-7 4 1-15,4 0-1 16,-6 0 1-16,1-3-1 16,-1 0 1-16,1 3-1 15,-3-3 2-15,-1 2-2 0,2-2 0 16,1-4 0-16,-3 2 0 15,2-4 0-15,-1 1 0 16,-3-2 0-16,0 0 0 16,-1 0 0-16,-1-1 0 0,-3 1 0 15,0-3 0-15,-2 2 0 16,0-1 0-16,0-1 0 16,-2 0 0-16,-3-2 0 0,-1 2 0 15,1-2 0-15,-2-3 0 16,0 5 0-16,-2-2 0 15,-2 2 0-15,-1 0 0 16,-1 3 0-16,-1-1 0 0,-2 4 0 16,-2 0 0-16,4 1 0 15,-3 3 0-15,-1-3 0 16,-1 3 0-16,-1 0 0 16,-1 0 0-16,5 0 0 0,-7 3 0 15,3 2 0-15,-2-1 0 16,2 5 0-16,-5 1 0 15,2 0 0-15,-1 5 0 16,-1 2 0-16,0 3 0 16,2 2 0-16,2-2 0 0,-3 0 0 15,10 0 0-15,-1 0 0 16,6-2 0-16,-2-1 0 16,11-7 0-16,-5 10 0 15,5-10 0-15,2 10 0 0,-2-10 0 16,14 10 0-16,-7-9 0 15,12 10-10-15,6-5-76 16,-5-5-4-16</inkml:trace>
  <inkml:trace contextRef="#ctx0" brushRef="#br0" timeOffset="77650">6859 6535 286 0,'0'0'6'0,"0"0"4"0,0 0 2 16,0 0 3-16,5 5 2 0,-5-5 2 15,0 0 2-15,0 0 0 16,0 0-5-16,0 0-3 15,0 0-3-15,0 0-2 16,0 0-2-16,0 0-1 0,0 0-1 16,10 7-2-16,-10-7 2 15,0 0-1-15,0 0 0 16,0 0 1-16,13 13 0 16,-13-13 0-16,9 12 0 0,-2-2 0 15,2 0-1-15,-2 5 0 16,0-3-1-16,0 0 0 15,0 5-2-15,2-1 0 0,-5 1 0 16,1-5 0-16,-2 6 0 16,4-1 0-16,-5 0 0 15,4-2 0-15,-3 0 0 16,-3 2 0-16,0 1 0 16,0 0 0-16,0-2 0 0,-9 4 0 15,4-2 0-15,1-3 0 16,-4 1 0-16,4-1 0 15,-5-2 0-15,2-1 0 16,0-2 0-16,2 1 0 0,0-1 0 16,1 2 0-16,-3-2 0 15,3-3 0-15,2 2 0 16,2-9 0-16,-5 10 0 16,5-10 0-16,0 0 0 0,-3 10 0 15,3-10 0-15,0 0 0 16,0 0 0-16,0 0 0 15,0 0 0-15,0 0 0 0,0 0 0 16,0 0 0-16,0 0 0 16,0 0 0-16,-2-4 0 15,2 4 0-15,0-10-9 16,-2-1-11-16,2-6-46 16,0 17-20-16</inkml:trace>
  <inkml:trace contextRef="#ctx0" brushRef="#br0" timeOffset="78450.17">6859 6517 256 0,'0'0'8'0,"0"0"3"0,0 0 6 0,0 0 1 15,0 0 3-15,3 5 1 16,-3-5 4-16,0 0 0 15,0 0-6-15,0 0-4 16,0 0-4-16,0 0-2 0,0 0-3 16,2 13-1-16,-2-13-1 15,7 12-2-15,0-2 0 16,2 2 0-16,0 5-1 16,0 1 1-16,5 0-1 15,-2 1 0-15,-3 4-1 0,7-3 0 16,-2-1 0-16,-1 6 0 15,-3-3 1-15,3-2-2 16,-8 4 1-16,0-1 0 0,-1-1 0 16,-4 0 0-16,-4 1-1 15,-4-3 0-15,0-1 0 16,1-1 2-16,0 0-2 16,-3-2 0-16,-3 0 0 0,6 2 0 15,0-7 0-15,-2 1 0 16,2 1 0-16,-2-1 0 15,1-2 0-15,0-2 0 0,8-8 0 16,-12 11 0-16,12-11 0 16,-9 11 0-16,9-11 0 15,0 0 0-15,0 0 0 16,-11 7 0-16,11-7 0 0,0 0 0 16,0 0 0-16,0 0 0 15,0 0-4-15,-5-5-4 16,5 5-4-16,0-14-12 15,0 7-60-15,5-4 0 16</inkml:trace>
  <inkml:trace contextRef="#ctx0" brushRef="#br0" timeOffset="82299.52">7682 6572 266 0,'0'0'8'0,"0"0"5"15,2-11 4-15,-2 11 3 0,3-11 2 16,-3 11 3-16,2-14 1 16,-2 14 0-16,0 0-7 15,0 0-6-15,0 0-3 0,-5 6-3 16,-1 5-2-16,-1-3-2 16,-2 10-1-16,-3 0-1 15,1-1 0-15,-1 3 1 16,-1 0-1-16,-1-1 0 0,-2 1 0 15,2-2 0-15,2 2 0 16,-6-4 0-16,2 2-1 16,2-1 1-16,-4-2-1 15,1-2 1-15,2-1-1 16,0 1 0-16,-2-4 1 0,0-1-1 16,1-1 0-16,2 1 0 15,-1-1 0-15,3 1 1 16,-2-4-1-16,2 2 0 0,0-1 0 15,-1 0 0-15,6-5 0 16,-2 2 0-16,9-2 0 16,-13 0 1-16,13 0-1 15,-10-6 0-15,10 6 0 16,-7-10 0-16,7 10 1 0,-7-11-1 16,7 11 0-16,-6-13 0 15,6 13 0-15,-7-15 1 16,7 15-1-16,-3-14 0 0,1 4 0 15,2 2 0-15,0-2 0 16,0 0 0-16,2 1 0 16,1-1 0-16,1-1 0 15,1 1 0-15,3-2 1 0,0 2-1 16,-1 0 0-16,0 2 1 16,-7 8 0-16,15-14 0 15,-15 14-1-15,12-5 1 16,-12 5 0-16,21-2 0 0,-14 2-1 15,6 0 1-15,-1 0 0 16,6 2-1-16,-1 0 3 16,0 1-3-16,0 3 0 15,1-2 0-15,1 0 0 16,-1 4 0-16,0 1 0 0,-1-2 0 16,-2 2 0-16,0 1 0 15,2-3 0-15,-5 4 0 16,6-4 0-16,-1 2 0 0,-2 0 0 15,-2-2 0-15,2 0 0 16,-3 1 0-16,2-1 0 16,2-3 0-16,-5-1 0 15,3 2 0-15,-4-2 0 0,-1-3 0 16,2 2 0-16,-4-2 0 16,-7 0 0-16,12 0 0 15,-12 0 0-15,13 0 0 16,-13 0 0-16,10 0 0 0,-10 0 0 15,0 0 0-15,9 0 0 16,-9 0 0-16,0 0 0 16,0 0 0-16,0 0 0 15,11 3 0-15,-11-3 0 0,0 0 0 16,0 0 0-16,0 0 0 16,0 0 0-16,0 0-18 15,0 0-44-15,0 0-25 16,0 0-1-16</inkml:trace>
  <inkml:trace contextRef="#ctx0" brushRef="#br0" timeOffset="86666.96">5296 7807 358 0,'0'0'8'0,"0"0"3"0,0 0 3 16,0 0 0-16,-8-11 0 15,8 11 2-15,-9-3-1 16,9 3 1-16,-15 3-7 0,3 7-3 15,-1 2-2-15,5 8-1 16,-4 2 0-16,-1 3 0 16,1 4-1-16,5 1 0 15,0 2 0-15,1-2 0 0,4 0 0 16,2-3-1-16,0 1 0 16,5-6 0-16,5-3 0 15,2-4 0-15,3-1 1 16,5-6-2-16,3-2 0 0,-1-6 0 15,2 0 0-15,4-6 0 16,-3-3 0-16,0-4 0 16,0-2 0-16,-6-2 0 15,1-5 0-15,-3 0 0 0,-4-3 0 16,-6-3 0-16,-2-4 0 16,-5 3 0-16,0-6 0 15,-7 6 0-15,0-4 0 16,-6 3 0-16,-2 3 0 0,-5 2 0 15,3 5 0-15,-1 3 0 16,-4 7 0-16,5 1 0 16,-3 6 0-16,0 3 0 15,3 3 0-15,-1 6 0 0,3 3 0 16,3 3 0-16,2 3 0 16,5 2 0-16,2 2 0 15,3 1 0-15,5-4 0 16,2-1 0-16,11-2 0 0,-3 0 0 15,3-2 0-15,2-4 0 16,1 0 0-16,2-5 0 16,0 0 0-16,2-2 0 15,-8-1 0-15,5-2 0 0,-5 0 0 16,-2 0 0-16,-3 2 0 16,-2-2-7-16,3 3-19 15,-13-3-58-15,13 3-3 16</inkml:trace>
  <inkml:trace contextRef="#ctx0" brushRef="#br0" timeOffset="87183.13">5711 8105 442 0,'0'0'5'0,"0"0"3"0,0 0 1 0,0-12 1 16,0 12 1-16,0-12 0 15,0 12 0-15,3-15-7 16,-3 15-4-16,14-13 0 15,-7 9 0-15,7 1 0 0,-2-2 0 16,8 5 0-16,-6 0 0 16,4 0 0-16,-4 8 0 15,-1-1 0-15,-3 5 0 16,-5 2 0-16,-5 4 0 0,0 0 0 16,-7 2 0-16,-5 2 0 15,-9-3 0-15,1 1 0 16,1 0 0-16,-4-5 0 0,5 0 0 15,-1-2 0-15,4-1 0 16,3-7 0-16,12-5 0 16,-10 4 0-16,10-4 0 15,5 0 0-15,7-2 0 0,3-5 0 16,5-4 0-16,0 2 0 16,3-3 0-16,3 4 0 15,-3 0-63-15,4-7-25 16,-4 1-1-16</inkml:trace>
  <inkml:trace contextRef="#ctx0" brushRef="#br0" timeOffset="87399.68">6032 7984 459 0,'0'0'5'0,"0"0"2"15,0 0 1-15,0 0 1 0,7-8 0 16,-7 8 0-16,13-4-4 16,-4-1-5-16,6-1 0 15,3 4 0-15,-2-3 0 16,9 3 0-16,-2-1 0 16,5-14-83-16,-3 17-5 0</inkml:trace>
  <inkml:trace contextRef="#ctx0" brushRef="#br0" timeOffset="87566.6">6084 8068 400 0,'0'0'7'0,"0"0"3"0,0 0 2 15,0 0 1-15,0 0 1 16,0 0 1-16,5 6 0 16,4-6 0-16,3 0-5 0,9 0-10 15,1-6 0-15,8 6-18 16,-2-2-64-16,4-3-3 15</inkml:trace>
  <inkml:trace contextRef="#ctx0" brushRef="#br0" timeOffset="88233.31">6754 7800 455 0,'0'0'6'0,"0"0"1"15,0 0 2-15,0-9 0 16,0 9 0-16,0 0 0 16,0 0-2-16,0 0-7 0,0 5 0 15,-5 6 0-15,1 10 0 16,-4-2 0-16,-1 6 0 15,-2 3 0-15,1 0 0 16,-5-2 0-16,1 1 0 16,-4-4 0-16,-4-1 0 0,2-5 0 15,0-3 0-15,-2 0 0 16,2-4 0-16,-1-3 0 16,2-4 0-16,6-3 0 0,1 0 0 15,3-6 0-15,3-5 0 16,1-6 0-16,5 1 0 15,0-7 0-15,2-1 0 16,3 2 0-16,1-3 0 0,1 0 0 16,1 3 0-16,1 2 0 15,-1 0 0-15,0 7 0 16,3 7 0-16,3-3 0 16,-5 9 0-16,3 0 0 15,1 6 0-15,-1 9 0 0,4 2 0 16,-2-2 0-16,2 7 0 15,0-1 0-15,2 3 0 16,1-4 0-16,-1 2 0 0,0-8 0 16,-2 6 0-16,5-5 0 15,-6-2 0-15,2-1 0 16,-2-2 0-16,-2 0 0 16,-6-3 0-16,3-2 0 15,-10-5 0-15,10 5 0 0,-10-5 0 16,10 2 0-16,-10-2 0 15,10 0 0-15,-10 0 0 0,8 0 0 16,-8 0 0-16,0 0-5 16,0 0-82-16,12-7-2 15</inkml:trace>
  <inkml:trace contextRef="#ctx0" brushRef="#br0" timeOffset="88616.33">7227 7813 447 0,'0'0'5'0,"0"0"3"0,0 0 1 15,5-10 1-15,-5 10 0 16,0 0 0-16,0 0 0 16,0 0-8-16,7 10-2 15,-7 5 0-15,0 4 0 0,5 4 0 16,-3 4 0-16,4 0 0 15,-1-2 0-15,0 2 0 16,-3-6 0-16,3 0-17 16,-3 10-49-16,-2-17-22 0,0-6-1 15</inkml:trace>
  <inkml:trace contextRef="#ctx0" brushRef="#br0" timeOffset="88816.25">7053 7936 418 0,'0'0'4'0,"0"0"3"16,0 0 0-16,9-4 2 15,2 4 0-15,1-3 1 0,6 3 0 16,3-1 0-16,7-3-3 16,2 4-3-16,4-2-3 15,4 2-7-15,-3-4-17 16,-5 0-58-16,7 1-3 0</inkml:trace>
  <inkml:trace contextRef="#ctx0" brushRef="#br0" timeOffset="89632.78">7650 7810 460 0,'0'0'4'0,"0"0"2"0,0 0 1 16,0 0 0-16,0 0 0 16,0 0 1-16,0 6 0 15,0 3-4-15,0 7-4 16,2 3 0-16,3 6 0 15,0 1 0-15,-3 5 0 16,3-4 0-16,0 1 0 16,-1-3 0-16,0-9 0 15,-2-3 0-15,1-3 0 16,-3-10 0-16,0 0 0 16,0 0 0-16,0 0 0 0,0-8 0 15,-3-2 0-15,-3-5 0 16,4-2 0-16,-5-3 0 15,2-4 0-15,3-1 0 0,-3-3 0 16,2 0 0-16,3 2 0 16,0-2 0-16,0 2 0 15,8 3 0-15,-1 3 0 0,2 4 0 16,4 2 0-16,4 5 0 16,1 4 0-16,5 2 0 15,-4 3 0-15,6 0 0 16,0 3 0-16,-2 2 0 0,-4 2 0 15,-1 3 0-15,-9 5 0 16,-6 0 0-16,-3 0 0 16,-7 5 0-16,-8-2 0 15,0 1 0-15,-8-2 0 0,4 1 0 16,-1-3 0-16,3-1 0 16,0-3 0-16,11-1 0 15,6-10 0-15,-5 11 0 16,5-11 0-16,11 10 0 15,2-5 0-15,3 0 0 0,4 0 0 16,2 0 0-16,-2 2 0 16,0 1 0-16,-3 2 0 15,-2 0 0-15,-3-1 0 16,-2 2 0-16,-2-2 0 0,-3 1 0 16,-5-2 0-16,0-8 0 15,0 15 0-15,-11-10 0 16,-1 2 0-16,-5-3 0 0,-5 2 0 15,-5-3 0-15,-3-1 0 16,-5 0 0-16,0-2 0 16,6 0 0-16,-1 0 0 15,7-4 0-15,-2-9-63 0,15 9-24 16</inkml:trace>
  <inkml:trace contextRef="#ctx0" brushRef="#br0" timeOffset="116783.12">15916 5269 240 0,'0'0'6'0,"0"0"4"0,0 0 4 0,0 0 3 0,2-8 4 16,-2 8 3-16,3-9 1 15,-3 9 3-15,0-10-5 16,0 10-4-16,0 0-4 16,0 0-3-16,0 0-3 0,0 0-2 15,0 0-3-15,0 7 0 16,0 5-1-16,0 8 0 16,0 2-1-16,0 6 3 15,0 7 1-15,0-1 0 0,0 2-1 16,-3 6-2-16,1-1-3 15,2 4 0-15,0 2 0 16,0 1 0-16,0-2 0 0,0 3 0 16,0 1 0-16,0-1 0 15,0-2 0-15,0-2 0 16,0-4 0-16,-3 0 0 16,3-4 0-16,0-4 0 15,-2-2 0-15,2-3 0 0,0 1 0 16,0-5 0-16,0-1 0 15,0-2 0-15,-2 1 0 16,2 2 0-16,-3-4 0 16,1 3 0-16,-2-1 0 0,2-2 0 15,0-1 0-15,2 1 0 16,0-1 0-16,0 2 0 16,0-4 0-16,0 0 0 15,0 1 0-15,0-1 0 0,0 1 0 16,-3-1 0-16,3 2 0 15,0 2 0-15,-2-5 0 16,2 2 0-16,0 2 0 0,0-3 0 16,-3 1 0-16,3-3 0 15,-2 5 0-15,2-6 0 16,-2 1 0-16,2 3 0 16,0-2 0-16,-3 0 0 15,1-1 0-15,2-4 0 0,0 5 0 16,-3-4 0-16,1-2 0 15,2 2 0-15,-3-1 0 16,3-2 0-16,0 1 0 16,0 0 0-16,0-10 0 0,0 12 0 15,0-12 0-15,0 13 0 16,0-13 0-16,0 0 0 16,-3 8 0-16,3-8 0 15,0 0 0-15,0 9 0 0,0-9 0 16,0 0 0-16,-2 13 0 15,2-13 0-15,0 0 0 16,0 10 0-16,0-10 0 0,0 0 0 16,0 0 0-16,0 0 0 15,0 0 0-15,0 0 0 16,0 0 0-16,0-7-45 16,0-6-44-16,5-5-2 15</inkml:trace>
  <inkml:trace contextRef="#ctx0" brushRef="#br1" timeOffset="126566.01">3172 7025 102 0,'0'0'7'0,"0"0"2"0,9 0 6 0,-9 0 1 0,20-5 2 0,-2 2 2 16,3 2 2-16,2-2-1 16,-2-1-4-16,6 1-4 15,-3 0-3-15,8 3-2 0,-2-3-3 16,4 2-2-16,0 1 0 16,6-7-2-16,2 6 1 15,3-5-1-15,3-1 1 0,1 0-1 16,5-1-1-16,9-2 1 15,-10 0 0-15,10 1 0 16,-4-2 0-16,9-1 0 16,-3 3-1-16,2-5 1 15,-1 3 0-15,-6 1-1 16,7 0 0-16,0 0 1 0,-3-1-1 16,7 4 1-16,-7 0-1 15,3-1 1-15,-2 1-1 16,2 0 1-16,0-1-1 0,-4 1 1 15,4-3-1-15,-1 2 1 16,-1 1-1-16,-1 0 1 16,-1 1-1-16,-1 1 1 15,-3-2-1-15,-1 3 0 0,-1 1 1 16,-7-4-1-16,9 2 0 16,0-2 1-16,1-2-1 15,2 2 1-15,-4 0-1 0,4-1 1 16,0-2-1-16,0-2 1 15,-5 3 0-15,-2-4 0 16,1 2 0-16,-1 2 1 16,2 2-1-16,-2-6 0 15,3 8 0-15,-1-2 1 0,3 2-1 16,-4-3 0-16,4 0-1 16,-4 1 1-16,5 0 0 15,-2 0-1-15,1-1 1 16,0 1-1-16,-1-1 0 0,-1 1 1 15,-1 2-1-15,8-3 1 16,-8 3-1-16,1-2 1 16,6-3-1-16,0 2 1 15,3 0-1-15,0-3 0 0,-3 1 0 16,1 0 0-16,2 0 0 16,-3 1 1-16,-2-4-1 15,-4 3 0-15,6 0 0 0,-4 0 1 16,2 0-1-16,3 1 0 15,-6-2 0-15,6 2 0 16,-2-1 0-16,1 2-1 16,-4-2 1-16,-6 0-1 15,6 3 0-15,-8-3 1 0,8 3 0 16,0-1 0-16,-3-2 0 16,5 3 0-16,-2-1 1 15,2-2 0-15,-3 1-1 16,6 1-1-16,-8-2 1 0,-1 3 0 15,4 0 0-15,0-1-1 16,0 1 1-16,-3-3 0 16,3 2 0-16,-3 1 0 15,3-3 0-15,-1 2 0 0,-5-1 0 16,1-1 0-16,5 3 0 16,2-4 0-16,-2 4 0 15,2-5 1-15,0 2-1 0,0-3 1 16,-2 3 0-16,4-4 0 15,-2 4 0-15,-7-5 0 16,10 5 0-16,-3 0-1 16,2 0 0-16,-2 2 0 15,5-2 0-15,1 1 0 0,-6-1 0 16,7 2 0-16,-4-2 0 16,-5 3-1-16,4-4 1 15,-2 7 0-15,0-6 0 16,-2 3 0-16,-3-1-1 0,5 4 1 15,-7-2 0-15,5-1-1 16,-6 2 1-16,-2 0 0 16,1 0-1-16,-6 0 1 0,5 1-1 15,-2-2 1-15,-2 1-1 16,6 5 1-16,-4-5 0 16,1 3-1-16,-1 0 1 15,5 2-1-15,-3-5 1 0,-2 0-1 16,0-1 1-16,-3 2-1 15,5-1 0-15,-3 0 0 16,4 0 1-16,-3-3 0 16,-1 3-1-16,-2 0 1 0,3 1 0 15,-3-2 0-15,-3 3 0 16,-1 2-1-16,4-2 0 16,-2 0-1-16,2 2 0 15,-2-2-1-15,4 0 1 0,4 1 0 16,-1-1 0-16,6 1 0 15,-7-2 1-15,9 3 0 16,-5-4 1-16,4 3-1 16,1-3-1-16,-3-1-1 0,5-1-3 15,1 0-1-15,1-1-2 16,1 3 0-16,-3-1 0 16,0 2-2-16,-3-1-1 15,4 3 0-15,-9-4-5 0,-5 6-5 16,6-4-11-16,-4 1-7 15,-2-4-9-15</inkml:trace>
  <inkml:trace contextRef="#ctx0" brushRef="#br1" timeOffset="127350.04">15650 5479 22 0,'0'0'1'0,"0"0"-1"0,0 0 0 0,0 0 1 16,10-1 0-16,-10 1 0 0,0 0 6 15,15-8 3-15,-15 8 2 16,7-6 2-16,-7 6 1 16,0 0 3-16,13-10 1 15,-13 10 0-15,7-7-5 0,-7 7-3 16,10-11 1-16,-10 11-2 16,13-8-1-16,-13 8 1 15,14-11 0-15,-14 11-1 16,20-17 1-16,-20 17 2 0,20-20-1 15,-12 13 1-15,6 0-1 16,-7 0-2-16,-7 7 0 16,18-8-2-16,-8 8-1 0,-2 0-2 15,-8 0-1-15,15 12 0 16,-8 3-1-16,1 2 1 16,-1 3 0-16,0 1 0 15,1 13 2-15,0-2 0 16,-1 7 1-16,0 4-2 0,0-2 0 15,1 9 0-15,-3-3 0 16,0 5-1-16,-2-4 0 16,-1 1-2-16,-2 0 1 15,0-4-1-15,0 0 1 0,-5-1 0 16,0 0 0-16,0 1 1 16,-5 3-1-16,0-7 0 15,3 2 0-15,-3 1 0 16,5-2-1-16,-2 0-1 0,4-3 1 15,1 3 0-15,2-7-1 16,0 3 0-16,0-1 0 16,0-4 0-16,-3 1 0 0,1-4 0 15,-4 2 0-15,1-5 1 16,3 3-1-16,0-3 1 16,-1-2 0-16,1 0 0 15,2-5 1-15,0-3-1 0,0-2 0 16,2-2-1-16,-2-4 0 15,0 3-6-15,0-12-10 16,0 8-29-16,0-8-26 16,0 0-5-16</inkml:trace>
  <inkml:trace contextRef="#ctx0" brushRef="#br1" timeOffset="129416.01">3594 7136 213 0,'0'0'3'0,"0"0"0"0,0 0 2 0,0 0 2 0,7 3 2 16,-7-3 1-16,18 5 0 15,-6-5 3-15,6 3-2 16,1-1 0-16,11 1-1 0,0 1-1 15,7 1 0-15,8 1-2 16,-4-1-2-16,18-3 0 16,-5 3-1-16,11-3 0 15,-2 1-2-15,8 1-1 0,1-4 1 16,5 3-1-16,3-3 0 16,-1 2 0-16,6 2 0 15,-1-4-1-15,1 2 1 16,-4 0-1-16,7 0 1 0,-4 1-1 15,-2 0 0-15,2 1 0 16,-1-1 1-16,1 2-1 16,3-2 0-16,0-1 1 15,2-2 0-15,3 0 0 0,0 0 1 16,2 0-2-16,3 0 1 16,0-2 1-16,6-6-1 15,1 5-1-15,-5-4 1 0,3 2-1 16,0 1 1-16,2-5 0 15,1 2-1-15,1 3 1 16,-1-4 0-16,-3 2-1 16,2 2 1-16,-2-1-1 0,1 0 1 15,2 0-1-15,-7 0 0 16,-1 2 1-16,4-1-1 16,-4-1 0-16,2 0 0 15,4 2 1-15,-9-2-1 16,3 1 0-16,2-2 1 0,-5 1-1 15,3 0 0-15,0 0 0 16,-5-2 1-16,3 3-1 16,-6-2 0-16,-2 1 0 15,2 1 0-15,-4 1 1 0,2-2-1 16,-3 3 0-16,1-1 0 16,-1-2 0-16,1 0 2 15,2 0-2-15,-3 0 0 16,6 0 0-16,-1 0 0 0,-2 1 1 15,0-3-1-15,3 1-1 16,-4-1 1-16,4 2 0 16,-1-2 0-16,5 1 0 0,-4 2 0 15,0-4 0-15,2 5 0 16,-5-1-2-16,2 1 2 16,3 0 0-16,-2 1 0 15,-3 2 0-15,-1 0 0 0,-1 0 0 16,2 0 0-16,-2 0 2 15,2 2-2-15,1 1 0 16,-3 2 0-16,2-3 0 16,3 6 0-16,-3-5 0 15,0 4 0-15,2-4 0 16,-2 1 0-16,2-1 0 0,1 2 1 16,-1-2-1-16,-1-3 0 15,1 1 0-15,3 2 0 16,-2-3 0-16,-4 3 0 0,3-3 0 15,-6 0 0-15,-1 0 0 16,-3-3 0-16,-2-1 0 16,0 1 0-16,-2-1 0 0,-6 0 1 15,-2 1-1-15,-2 2 0 16,-1-2 0-16,-4 0 0 16,-1 0 0-16,-7 2 0 15,-4 1 0-15,2-3 0 0,-8 0 0 16,3 1 0-16,-3-1 0 15,1 3 0-15,3-2 0 16,-4 2 0-16,4-2 0 16,-2-1 0-16,4 3 0 15,-2 0 1-15,0 0-1 0,0 0 0 16,-3 0 1-16,4 0-1 16,-4 0 0-16,-2 3 0 15,1-3 1-15,1 2 0 16,-1-2 0-16,-1 0 1 0,0 0 0 15,1 2 0-15,1-2 1 16,-3 0-1-16,4 3 0 16,-1-1 0-16,-4 1 0 0,1-3-2 15,-2 3 2-15,1-3 0 16,-4 0 1-16,-3 0-1 16,3 0 1-16,-3 0 0 15,0 0 0-15,1 0 0 0,-4-3-1 16,1 3-1-16,0-3 0 15,-5 1 1-15,0-1 0 16,-6 3 1-16,-3-2 1 16,-2 0 0-16,-3 2-1 15,-11 0 0-15,9-3 0 16,-9 3-3-16,0 0-4 0,0 0-8 16,0 5-37-16,0-5-30 15,-9 5-2-15</inkml:trace>
  <inkml:trace contextRef="#ctx0" brushRef="#br1" timeOffset="131568.06">15100 6676 309 0,'0'0'10'0,"0"0"4"0,9-10 3 0,-9 10 2 0,7-7-1 15,-7 7-1-15,0 0 2 16,12-3 0-16,-12 3-9 16,2 17-4-16,2-2-3 0,0 6 0 15,-1 5-1-15,-1 2 1 16,3 6-1-16,-3-3 0 15,1 2-1-15,2-2 0 0,-3-5 0 16,-2 2 0-16,2-11 0 16,-2 1 1-16,0-7-1 15,0-11 1-15,0 8-1 16,0-8 0-16,-4-8 0 0,-1 0 0 16,0-10-1-16,0-2 1 15,-4-3-1-15,3-3 1 16,-1-2-1-16,2-2 0 15,2-2 1-15,1 3-1 0,0-2 0 16,2 5 0-16,0-2 0 16,0 8 0-16,2-2 1 15,0 2-1-15,1 3 0 16,-1 5 1-16,1-4 0 16,-1 7-1-16,0-4 1 0,-2 13 0 15,3-11-1-15,-3 11 1 16,0 0 0-16,2-11-1 15,-2 11 1-15,11-7-1 0,-4 1 0 16,5 5 1-16,6-5-1 16,-2 1 1-16,14 1-1 15,4 1 0-15,3-2 1 16,5 0 0-16,8 2 0 16,5 1-1-16,3-1 1 0,10-1 0 15,2 0-1-15,-1 0 1 16,0-1 0-16,-1 0-1 0,-12 1 0 15,-3 1 1-15,-10 0 0 16,-11 2 1-16,-10-2-2 16,-5 3 0-16,-7-3 0 15,-10 3 0-15,0 0 0 16,0 0 0-16,0 0 0 0,-12 6 0 16,5-5 0-16,-6 5 0 15,-2-2 0-15,-2 1-3 16,5 5-22-16,-1 0-56 15,-2 0-4-15</inkml:trace>
  <inkml:trace contextRef="#ctx0" brushRef="#br1" timeOffset="132084">15026 6643 353 0,'0'0'6'0,"0"0"3"0,0 0-2 16,0 8 2-16,0 0 0 0,0 4 0 16,3 5 1-16,-3 6 1 15,0 1-7-15,0 8-1 16,0 4 1-16,0-3 0 15,0 0-2-15,0 2 0 16,0-5 0-16,0-5-2 0,0-3 1 16,0-4-1-16,0-7 1 15,0-11-1-15,0 10 0 16,0-10-1-16,4-7 0 16,-4-7 0-16,2-4 0 0,1-7-1 15,1-3-3-15,-2-3-2 16,3-2-5-16,0 1-8 15,-1-6-36-15,6 11-19 0,1 2-5 16</inkml:trace>
  <inkml:trace contextRef="#ctx0" brushRef="#br1" timeOffset="135899.04">17797 15223 453 0,'0'0'4'0,"2"-11"2"0,-2 11 2 15,5-14 2-15,0 6 0 16,-3-2 2-16,2 1-4 16,-2-4-8-16,-2 13 0 15,0-15 0-15,0 15 0 0,-13-7 0 16,-2 4 0-16,-3 1 0 16,-1 2 0-16,-6 2 0 15,0 2 0-15,0 6 0 16,0 1 0-16,6 2 0 0,1-4 0 15,4 4 0-15,6-4 0 16,5 4 0-16,3-3 0 16,11 2 0-16,3 0 0 15,4-2 0-15,6 0 0 0,3 4 0 16,8-3 0-16,1 2 0 16,-2-2 0-16,0 3 0 15,-3-3 0-15,-1 2 0 16,-3-1 0-16,-5 3 0 0,-4-5 0 15,-6 1 0-15,-4 1 0 16,-8-12 0-16,5 14 0 16,-5-14 0-16,-11 16 0 15,-1-8 0-15,-8-4 0 0,-4 0 0 16,-4 2 0-16,-4-4 0 16,-2-2 0-16,-7 3 0 15,6-3 0-15,1 0 0 16,1-3 0-16,6-2 0 0,4 2 0 15,7-1 0-15,0 1 0 16,16 3 0-16,-9-5 0 16,9 5 0-16,0 0 0 15,0 0 0-15,14-7 0 0,-3 0 0 16,10 4-82-16,-3-1-7 16</inkml:trace>
  <inkml:trace contextRef="#ctx0" brushRef="#br1" timeOffset="136150.4">18130 15272 505 0,'0'0'3'0,"0"0"0"0,0 0-3 0,0 0 0 0,0 0 0 0,0 0 0 0,0 0 0 15,0 0 0-15,5 7 0 16,-5 5 0-16,0 6 0 16,0 2 0-16,2 0 0 15,-2-1 0-15,5 4 0 16,0-6 0-16,3 4 0 16,-6 0-78-16,5-9-12 0</inkml:trace>
  <inkml:trace contextRef="#ctx0" brushRef="#br1" timeOffset="136599.69">18298 15316 471 0,'0'0'4'16,"0"0"1"-16,0 0 0 16,0 0 2-16,0 0-1 0,0 8 1 15,0-8-1-15,0 17-6 16,0-6 0-16,0 3 0 15,0 1 0-15,0 0 0 16,5 0 0-16,-5 0 0 0,6-4 0 16,-1 2 0-16,-5-13 0 15,7 12 0-15,-7-12 0 16,0 0 0-16,0 0 0 16,0 0 0-16,9-2 0 15,-4-12 0-15,1-6 0 0,-1 0 0 16,7-5 0-16,1-2 0 15,-2 0 0-15,2 2 0 16,2 2 0-16,0 6 0 0,-2 7 0 16,-1 3 0-16,1 7 0 15,-1 3 0-15,-2 7 0 16,-2 4 0-16,1 3 0 16,-1 3 0-16,1 3 0 0,-3-3 0 15,4 1 0-15,-4-3 0 16,2 2 0-16,-2-5 0 15,6-4 0-15,-2 0 0 16,5-1-5-16,12-3-82 16,-15-7-3-16</inkml:trace>
  <inkml:trace contextRef="#ctx0" brushRef="#br1" timeOffset="137216.96">19174 15086 499 0,'0'0'3'0,"0"0"1"0,0 0 1 0,0 0-5 0,0 0 0 16,-5 0 0-16,5 0 0 15,-21 15 0-15,6 2 0 0,-2 2 0 16,-5 6 0-16,-3 6 0 15,3 1 0-15,-6-2 0 16,2 2 0-16,2-5 0 16,-4-2 0-16,12-3 0 15,-4-4 0-15,0-6 0 0,3-5 0 16,1-1 0-16,4-6 0 16,5 0 0-16,7 0 0 15,-15-21 0-15,10 6 0 16,5-4 0-16,0-3 0 0,0-1 0 15,2 2 0-15,3-3 0 16,2 2 0-16,4 5 0 16,-1 2 0-16,2 5 0 0,3 5 0 15,3 2 0-15,1 3 0 16,-1 8 0-16,5 5 0 16,-2 2 0-16,4 2 0 15,-2 5 0-15,2-1 0 0,-3 0 0 16,0 2 0-16,-2-4 0 15,2-2 0-15,-3-1 0 16,0-4 0-16,-4-2 0 16,2 0 0-16,-2-3 0 15,-2-4 0-15,-4 2 0 0,1-2 0 16,-10-3 0-16,13 4 0 16,-13-4 0-16,0 0 0 15,10 4 0-15,-10-4 0 16,0 0 0-16,0 0 0 0,0 0 0 15,0 0 0-15,0 0-39 16,-5 6-49-16,5-6-4 16</inkml:trace>
  <inkml:trace contextRef="#ctx0" brushRef="#br1" timeOffset="137499.82">19466 15318 511 0,'0'0'0'0,"0"0"0"0,0 0 0 0,0 0 0 0,0 0 0 16,0 0 0-16,0 0 0 15,0 0 0-15,16 0 0 0,-7 0 0 16,7 0 0-16,-4 0 0 16,10 0 0-16,-5-4 0 15,11-6-31-15,-6 8-58 0,3-1-3 16</inkml:trace>
  <inkml:trace contextRef="#ctx0" brushRef="#br1" timeOffset="137682.97">19454 15443 403 0,'0'0'7'0,"0"0"4"0,0 0 4 16,3 12 2-16,9-7 0 15,3-3 2-15,4 1-1 16,6 0-14-16,5-3-4 16,7 0 0-16,-2 0 0 0,8 0 0 15,14 0-77-15,-22 0-11 16</inkml:trace>
  <inkml:trace contextRef="#ctx0" brushRef="#br1" timeOffset="139416.15">20530 14531 479 0,'0'0'4'0,"0"0"1"0,0-7 2 0,0 7 2 16,5-10-2-16,-5 10-7 0,0 0 0 16,2-7 0-16,-2 7 0 15,3 11 0-15,-1 7 0 16,3 7 0-16,0 7 0 15,2 4 0-15,1 0 0 16,2 4 0-16,0-1 0 0,0-4 0 16,-3-5 0-16,0-3 0 15,2-7 0-15,-7 0 0 16,-2-8 0-16,0-3 0 16,0-9 0-16,-5 3 0 0,5-3 0 15,-15-12 0-15,5-5 0 16,3-8 0-16,-4-5 0 15,4-7 0-15,2-5 0 0,2-5 0 16,3 0 0-16,0 2 0 16,3 3 0-16,5 4 0 15,4 7 0-15,3 3 0 16,5 9 0-16,2 9 0 16,3 4 0-16,5 6 0 0,-3 6 0 15,1 5 0-15,-3 7 0 16,-4 2 0-16,-3 5 0 15,-8-1 0-15,-5 4 0 16,-5-5 0-16,-8 2 0 0,-6-4 0 16,-9-3 0-16,-4-1 0 15,-1-2 0-15,-4-3 0 16,-2-2 0-16,6-2 0 16,-2-1 0-16,13-3 0 0,0-4-5 15,12-4-75-15,5 4-9 16</inkml:trace>
  <inkml:trace contextRef="#ctx0" brushRef="#br1" timeOffset="140100.12">20907 14722 430 0,'0'0'5'0,"0"0"2"0,0 0 3 0,0 0 1 16,-11-3 1-16,11 3 1 15,-11-3 1-15,11 3-5 0,-10-1-9 16,10 1 0-16,0 0 0 15,0 0 0-15,0 0 0 16,0 0 0-16,0 0 0 0,12 0 0 16,4 0 0-16,6 0 0 15,2 0 0-15,6 0 0 16,1 0 0-16,0 0 0 16,2-3 0-16,-6 3 0 15,-2 0 0-15,-9 0 0 0,-4 0 0 16,-12 0 0-16,7 7 0 15,-7-7 0-15,-17 20 0 16,-1-5 0-16,-7-3 0 16,-2 6 0-16,-6-3 0 0,1 0 0 15,0-2 0-15,4 1 0 16,4-4 0-16,4 0 0 16,2-3 0-16,9 1 0 15,9-8 0-15,-5 10 0 0,5-10 0 16,9 7 0-16,5-4 0 15,2-2 0-15,5-1 0 16,4 0 0-16,1 0 0 0,4 0 0 16,-3 0 0-16,1 0 0 15,-1 0 0-15,-5 0 0 16,2 0 0-16,-12 0 0 16,0 0 0-16,-2 0 0 15,-10 0 0-15,7 0 0 0,-7 0 0 16,0 0 0-16,0 0 0 15,0 0 0-15,0 0 0 16,0 0 0-16,0 0 0 0,0-17-75 16,0 17-16-16</inkml:trace>
  <inkml:trace contextRef="#ctx0" brushRef="#br1" timeOffset="140484.29">21471 14719 458 0,'0'0'6'0,"0"0"3"0,0 0 2 0,0 0 1 16,0 0 0-16,8 0-9 15,-8 0-3-15,12 0 0 16,-12 0 0-16,21 0 0 15,-4 0 0-15,5 0 0 0,1 0 0 16,4-3 0-16,0 3 0 16,3 0 0-16,-3 0 0 15,0 3 0-15,-10-3 0 0,3 3 0 16,-6-3 0-16,-5 2 0 16,-9-2 0-16,10 0 0 15,-10 0 0-15,0 0 0 16,0 0 0-16,0 0 0 0,0 0 0 15,0 0 0-15,-5-2 0 16,3-8-50-16,2 10-40 16,-10-10-2-16</inkml:trace>
  <inkml:trace contextRef="#ctx0" brushRef="#br1" timeOffset="140983.35">22195 14385 484 0,'0'0'4'15,"0"0"2"-15,11-8 2 16,-11 8 1-16,0 0-9 16,14-7 0-16,-14 7 0 0,0 0 0 15,0 0 0-15,5 7 0 16,-10 6 0-16,-3 7 0 15,0 4 0-15,-6 4 0 0,-1 4 0 16,0 1 0-16,-3 4 0 16,2-5 0-16,-5 1 0 15,3-4 0-15,2-2 0 0,-2-7 0 16,6-3 0-16,-1-2 0 16,6-3 0-16,7-12 0 15,-8 13 0-15,8-13 0 16,0 0 0-16,10 0 0 0,1 0 0 15,5 0 0-15,2-3 0 16,6-2 0-16,-1 0 0 16,7 0 0-16,-3-2 0 15,1 3 0-15,-1 0 0 16,-2 2 0-16,-1-1 0 16,-6 1 0-16,-4 2 0 0,-1-3 0 15,-13 3 0-15,12 0 0 16,-12 0 0-16,0 0 0 15,0 0 0-15,0 0 0 0,0 0 0 16,0 0-8-16,0 0-82 16,0 0-1-16</inkml:trace>
  <inkml:trace contextRef="#ctx0" brushRef="#br1" timeOffset="141299.81">22595 14516 490 0,'0'0'4'0,"0"0"2"0,0 0 3 0,9-9-7 0,-9 9-2 0,0 0 0 16,0 0 0-16,10 11 0 16,-10 10 0-16,0 1 0 15,0 6 0-15,-2 8 0 0,2-1 0 16,-3 4 0-16,0-1 0 15,3-1 0-15,0-2 0 16,3-6 0-16,2-1 0 0,-1-6 0 16,3-2 0-16,-5-3 0 15,1-5 0-15,-3-12 0 16,4 15 0-16,-4-15 0 0,0 0 0 16,0 0 0-16,0 0-70 15,0-9-24-15</inkml:trace>
  <inkml:trace contextRef="#ctx0" brushRef="#br1" timeOffset="142633.29">20316 15294 365 0,'0'0'7'0,"0"0"4"0,0 0 2 16,0 0 1-16,0 0 1 0,0 0 2 15,0 0 0-15,-4 8 2 16,4-8-6-16,0 0-4 15,0 0-2-15,-6 10-3 0,6-10-4 16,0 0 0-16,10 6 0 16,5-2 0-16,7 1 0 15,13 0 0-15,13-3 0 16,16 0 0-16,13 1 0 16,15-3 0-16,20 0 0 15,17-5 0-15,11 0 0 0,11 0 0 16,10-3 0-16,8 1 0 15,3 0 0-15,5-1 0 16,-2-2 0-16,-8 3 0 0,-5 2 0 16,-8-2 0-16,-18 0 0 15,-17-2 0-15,-14 8 0 16,-28-6 0-16,-18 6 0 16,-17-4 0-16,-12 5 0 0,-14-2 0 15,-16 2 0-15,0 0 0 16,0 0 0-16,0 0 0 15,0 0 0-15,0 0 0 0,0 0 0 16,0 0 0-16,0 0 0 16,0 7 0-16,0-7 0 15,0 9 0-15,0 7-73 16,0-16-21-16</inkml:trace>
  <inkml:trace contextRef="#ctx0" brushRef="#br1" timeOffset="144534.44">21569 15658 411 0,'0'0'6'0,"0"0"2"0,0 0 3 0,0-4 1 0,0 4 1 16,0 0 1-16,5-11 1 16,-5 11 0-16,0 0-9 15,-5-12-6-15,5 12 0 0,-6-4 0 16,-3 1 0-16,-1 3 0 16,-5 0 0-16,0 0 0 15,-3 3 0-15,-2 1 0 16,-2 3 0-16,4 3 0 15,-4 5 0-15,8-2 0 0,-2 4 0 16,6 1 0-16,3-4 0 16,5 6 0-16,2-3 0 15,0 1 0-15,9 0 0 0,1-1 0 16,6-5 0-16,1 0 0 16,5-2 0-16,1-3 0 15,4-1 0-15,1-4 0 16,1-2 0-16,-1 0 0 15,2 0 0-15,-4-2 0 0,-3-4 0 16,-3 4 0-16,-3-3 0 16,-4 0 0-16,-4 3 0 15,-9 2 0-15,8-8 0 16,-8 8 0-16,0 0 0 16,0 0 0-16,0 0 0 0,0 0 0 15,0 0 0-15,0 0 0 16,0 0 0-16,0 0 0 15,0 0 0-15,0 0 0 0,0 0 0 16,-3-3 0-16,3 3 0 16,0 0 0-16,0 0 0 15,0 0 0-15,0 0 0 16,0 0 0-16,0 0 0 0,-9 0 0 16,9 0-33-16,4-9-62 15,-4-7-3-15</inkml:trace>
  <inkml:trace contextRef="#ctx0" brushRef="#br1" timeOffset="146916.59">18222 17194 385 0,'0'0'7'0,"0"0"3"0,0 0 3 0,5-10 3 15,-5 10 1-15,0 0 2 16,9-7 0-16,-9 7 0 0,0 0-13 15,0 0-6-15,0 0 0 16,5 15 0-16,-5-15 0 16,-7 17 0-16,2-4 0 15,-5 1 0-15,0 4 0 16,-5 1 0-16,0 4 0 16,-2 1 0-16,-6 1 0 0,1 3 0 15,0-3 0-15,-3 1 0 16,-5-1 0-16,3-2 0 15,4 2 0-15,-4-4 0 0,0-3 0 16,7 0 0-16,-5-6 0 16,5-2 0-16,3-3 0 15,-1-7 0-15,5 0 0 0,5-2 0 16,-1-8 0-16,4 0 0 16,3-3 0-16,2-4 0 15,0 0 0-15,5 0 0 16,2-3 0-16,1-1 0 15,7-12 0-15,5-5 0 0,5 3 0 16,-3 8 0-16,0 8 0 16,3 1 0-16,-15 15 0 15,1 1 0-15,-2 2 0 16,3 2 0-16,-1 3 0 16,1 3 0-16,0 2 0 0,1 2 0 15,4 0 0-15,-2 3 0 16,2 2 0-16,1 4 0 15,2-4 0-15,2 0 0 16,-2 6 0-16,5-4 0 16,-6 6 0-16,4-5 0 0,-1 0 0 15,-1 2 0-15,-5-2 0 16,2 0 0-16,-1-5 0 0,-1 2 0 16,-4-6 0-16,3 0 0 15,-5-3 0-15,-1 2 0 16,-9-10 0-16,11 12 0 15,-11-12 0-15,7 10 0 16,-7-10 0-16,0 0 0 0,0 0 0 16,0 0 0-16,0 0 0 15,0 0 0-15,0 0 0 16,0 0 0-16,0 0 0 16,0 0-44-16,0 0-48 15,0-7-1-15</inkml:trace>
  <inkml:trace contextRef="#ctx0" brushRef="#br1" timeOffset="147249.54">18585 17392 485 0,'0'0'3'0,"0"0"2"0,0 0 1 0,0 0 0 15,0 0 0-15,0 0-6 0,5 0 0 16,-5 0 0-16,12 0 0 16,-3-2 0-16,2 2 0 15,-2 0-15-15,-9 0-70 16,21-5-3-16</inkml:trace>
  <inkml:trace contextRef="#ctx0" brushRef="#br1" timeOffset="147417.07">18577 17586 464 0,'0'0'2'0,"0"0"3"16,0 0 1-16,0 0 0 15,0 0 2-15,10 0-1 16,0 0 1-16,4 0-3 16,2-3-5-16,9 1-21 15,5-3-61-15,2 0-3 0</inkml:trace>
  <inkml:trace contextRef="#ctx0" brushRef="#br1" timeOffset="149066.56">19340 17247 425 0,'0'0'5'0,"2"-11"3"0,-2 11 2 0,2-12 1 0,1 0 1 15,-3 2 0-15,-3-3 0 16,-1-2 1-16,-8 6-10 15,-1 0-3-15,-4 5 0 16,-1 1 0-16,-5 3 0 16,4 0 0-16,-1 7 0 0,-3 4 0 15,9-1 0-15,2 5 0 16,1-3 0-16,5 1 0 16,5-1 0-16,1-12 0 15,1 14 0-15,-1-14 0 0,13 18 0 16,-2-11 0-16,1 4 0 15,3-2 0-15,2 1 0 16,1 3 0-16,-1-4 0 16,3 4 0-16,3-3 0 15,-4 2 0-15,4 0 0 0,-6 1 0 16,3-3 0-16,-4 0 0 16,2 0 0-16,-5 0 0 15,-1 0 0-15,-7 0 0 0,-5-2 0 16,0-8 0-16,0 14 0 15,-9-9 0-15,-6 0 0 16,2-3 0-16,-4 1 0 16,-3-1 0-16,2-2 0 0,-3 2 0 15,-2-2 0-15,0 3 0 16,4-3 0-16,-1 0 0 16,0 0 0-16,5-3 0 15,-5 1 0-15,10 2 0 0,1-5-26 16,9 5-47-16,-6-10-14 15</inkml:trace>
  <inkml:trace contextRef="#ctx0" brushRef="#br1" timeOffset="149316.31">19595 17313 462 0,'0'0'3'0,"0"0"4"0,0 0 1 16,0 0 2-16,0 0 0 0,0 0 1 16,0 0-11-16,0 0 0 15,0 0 0-15,0 10 0 16,0-10 0-16,6 14 0 0,-4-3 0 16,1 2 0-16,2-1 0 15,-1 0 0-15,4 3 0 16,-4-3 0-16,5 3-87 15,-2 0-2-15</inkml:trace>
  <inkml:trace contextRef="#ctx0" brushRef="#br1" timeOffset="149749.68">19779 17320 457 0,'0'0'4'0,"0"0"1"16,0 0 2-16,0 0 1 0,0 0-1 15,0 0 1-15,0 0 0 16,0 0-1-16,0 10-7 16,0-10 0-16,3 15 0 15,-3-5 0-15,3 0 0 0,-1 2 0 16,0 1 0-16,1-1 0 16,0-2 0-16,-3 2 0 15,4 1 0-15,-1-2 0 16,-3-11 0-16,5 14 0 0,-5-14 0 15,0 0 0-15,13 0 0 16,-13 0 0-16,12-22 0 16,-5 6 0-16,3-2 0 15,7-13 0-15,1-4 0 16,-1 3 0-16,1 5 0 16,-1 9 0-16,-7 16 0 0,0 0 0 15,-10 2 0-15,15 4 0 16,-10 9 0-16,2-3 0 15,-2 5 0-15,2-3 0 16,-1 5 0-16,1-2 0 0,3 2 0 16,-8 1-26-16,3-6-60 15,6-2-3-15</inkml:trace>
  <inkml:trace contextRef="#ctx0" brushRef="#br1" timeOffset="149982.47">20003 17033 500 0,'0'0'3'0,"0"0"2"0,0 0-2 0,0 0-3 15,10 8 0-15,-10-8 0 0,16 0 0 16,-2 0 0-16,3 0 0 15,1 0 0-15,-1 0 0 16,11 0-3-16,4-5-84 16,-10-2-2-16</inkml:trace>
  <inkml:trace contextRef="#ctx0" brushRef="#br1" timeOffset="150200.21">20279 16902 504 0,'0'0'3'0,"0"0"1"16,0 0-4-16,0 0 0 15,12 13 0-15,-7-6 0 16,2 8 0-16,2 2 0 16,0 8 0-16,-4 2 0 0,0 3 0 15,0 2 0-15,0 2 0 16,-5-9-23-16,3 3-63 15,-1-9-3-15</inkml:trace>
  <inkml:trace contextRef="#ctx0" brushRef="#br1" timeOffset="150583.13">21029 16409 468 0,'0'0'2'0,"0"0"0"15,-12 3 1-15,-1 7 0 16,-4 10 3-16,-11 9-1 15,2 11 2-15,-11 9 1 16,1 15-1-16,-1 9-7 16,2 10 0-16,5 7 0 0,21-43 0 15,-1 4 0-15,4 2 0 16,4 6 0-16,2-2 0 16,2 3 0-16,9-3 0 15,1 5 0-15,6-5 0 0,3 0 0 16,7-6 0-16,4 4 0 15,-2-8-49-15,10-1-40 16</inkml:trace>
  <inkml:trace contextRef="#ctx0" brushRef="#br1" timeOffset="151583.34">21459 16402 457 0,'0'0'4'0,"0"0"3"0,0 0 2 15,7-10 0-15,-7 10 1 16,0 0-1-16,0 0-3 15,10 0-6-15,-10 5 0 0,3 12 0 16,-3 5 0-16,3 5 0 16,-1 3 0-16,3 6 0 15,2-3 0-15,-4 0 0 16,1-5 0-16,2-7 0 16,-1-1 0-16,-2-8 0 0,-3-1 0 15,0-11 0-15,0 0 0 16,0 0 0-16,0-6 0 15,-3-6 0-15,-2-5 0 0,-1-5 0 16,2-6 0-16,1-6 0 16,-2 2 0-16,5-8 0 15,0 5 0-15,0 3 0 16,8 2 0-16,2 3 0 16,-1 7 0-16,6 5 0 0,6 2 0 15,-1 9 0-15,1 2 0 16,2 2 0-16,0 2 0 15,-4 5 0-15,-4 6 0 0,-3 2 0 16,-7 4 0-16,-5 1 0 16,-5 0 0-16,-7 0 0 15,-3 0 0-15,-4 2 0 16,-4-7 0-16,0-1 0 16,2-1 0-16,1-5 0 0,2 2 0 15,6-9 0-15,0 5 0 16,12-6 0-16,-13 0-20 15,13-7-53-15,0 7-16 16</inkml:trace>
  <inkml:trace contextRef="#ctx0" brushRef="#br1" timeOffset="152250.54">21717 16508 433 0,'0'0'5'0,"0"0"3"0,0 0 1 0,0 0 2 0,0 0 0 16,0 0 2-16,0 0-1 15,0 0-3-15,0 0-9 16,0 0 0-16,0 0 0 0,0 0 0 16,12 0 0-16,4 0 0 15,2-3 0-15,-2 2 0 16,7-5 0-16,2 6 0 16,-2-5 0-16,-4 5 0 15,-1 0 0-15,-4 0 0 0,-3 0 0 16,-11 0 0-16,7 3 0 15,-7-3 0-15,-2 15 0 16,-6-5 0-16,-5 5 0 0,-3-3 0 16,-2 5 0-16,0-2 0 15,-4 3 0-15,2-4 0 16,6-7 0-16,-2 5 0 16,4-3 0-16,12-9 0 15,-13 12 0-15,13-12 0 0,0 0 0 16,2 10 0-16,9-8 0 15,4 1 0-15,0-3 0 16,2 0 0-16,5 0 0 16,1 0 0-16,-1 0 0 0,0-3 0 15,-4 3 0-15,-1-2 0 16,1-1 0-16,-9 3 0 16,1 0 0-16,-10 0 0 15,11 0 0-15,-11 0 0 0,0 0 0 16,0 0 0-16,0 0 0 15,0 0 0-15,0 0 0 16,0 0 0-16,0 0 0 16,0 0 0-16,-10-3-58 0,10 3-33 15,0-9-2-15</inkml:trace>
  <inkml:trace contextRef="#ctx0" brushRef="#br1" timeOffset="152549.82">22229 16505 496 0,'0'0'3'0,"0"0"2"0,0 0 2 15,0 0-7-15,0 0 0 16,0 0 0-16,0 0 0 0,3 0 0 15,11 0 0-15,-1 0 0 16,8 0 0-16,-2 0 0 16,3 0 0-16,6 0 0 15,-5 0 0-15,1 0 0 0,-7 0 0 16,-2 0 0-16,-2 0 0 16,-13 0 0-16,14 0 0 15,-14 0-20-15,0 0-69 16,0 0-4-16</inkml:trace>
  <inkml:trace contextRef="#ctx0" brushRef="#br1" timeOffset="153016.74">22873 16337 494 0,'0'0'3'15,"0"0"2"-15,0 0 1 0,0 0-3 16,0 0-3-16,-5-6 0 16,5 6 0-16,0 0 0 15,0 9 0-15,-4 3 0 16,-2 5 0-16,-2 6 0 0,-4-1 0 16,-3 6 0-16,1 1 0 15,-7-2 0-15,1 1 0 16,3-6 0-16,-1-2 0 15,6-5 0-15,-3 0 0 16,5-7 0-16,10-8 0 0,-12 13 0 16,12-13 0-16,0 0 0 15,0 0 0-15,8 0 0 16,4-2 0-16,5 0 0 16,4-4 0-16,2 2 0 0,5-3 0 15,0 2 0-15,-1 2 0 16,-7 0 0-16,0 1 0 15,-3 0 0-15,-5-1 0 0,-12 3 0 16,13 0 0-16,-13 0 0 16,0 0 0-16,0 0 0 15,0 0 0-15,0 0 0 0,0 0-45 16,0 0-46-16,0 0-1 16</inkml:trace>
  <inkml:trace contextRef="#ctx0" brushRef="#br1" timeOffset="153282.93">23163 16414 506 0,'0'0'3'0,"0"0"-1"0,0 0-2 0,0 0 0 15,9 10 0-15,-9 0 0 16,2 2 0-16,-2 3 0 15,0 5 0-15,0 0 0 16,0 5 0-16,0-1 0 0,0 3 0 16,2 1 0-16,-2-9 0 15,5 4 0-15,-5-8 0 16,7-1-34-16,-4-6-57 16,-3 1-3-16</inkml:trace>
  <inkml:trace contextRef="#ctx0" brushRef="#br1" timeOffset="153984.31">21300 16959 411 0,'0'0'5'0,"0"0"1"0,0 0 2 16,0 0 0-16,0 0 1 0,5 0 2 15,-5 0 0-15,10 0 2 16,0 0-3-16,5 0-2 16,4 0 0-16,12 0-5 15,8 2-3-15,8-2 0 0,13 3 0 16,12-3 0-16,16 0 0 16,6 0 0-16,4 0 0 15,9-3 0-15,6 3 0 16,1 0 0-16,2-2 0 0,-7-1 0 15,2 1 0-15,-7 2 0 16,-7-3 0-16,-8 1 0 16,-13 0 0-16,-7-1 0 15,-18-2 0-15,-11 3 0 0,-7-1 0 16,-16 3 0-16,-4-3 0 16,-13 3 0-16,0 0 0 15,0 0 0-15,0 0 0 16,0 0 0-16,0 0 0 0,0 0 0 15,0 0 0-15,0 0 0 16,-9 3 0-16,9-3-33 16,0 0-58-16,-19 8-4 15</inkml:trace>
  <inkml:trace contextRef="#ctx0" brushRef="#br1" timeOffset="154649.88">22287 17239 464 0,'0'0'4'0,"0"0"2"15,0 0 1-15,0 0 0 0,0-10 1 16,0 10 1-16,-11-5-3 15,11 5-6-15,-21-5 0 16,7 5 0-16,0 3 0 16,4 1 0-16,2-1 0 0,-1 4 0 15,-3-1 0-15,1 3 0 16,4-1 0-16,0 1 0 16,-2 2 0-16,5-2 0 15,-1 4 0-15,2-1 0 0,3 1 0 16,3-2 0-16,6 2 0 15,2-2 0-15,1 1 0 16,3-2 0-16,5-3 0 16,0-2 0-16,3 2 0 0,2-3 0 15,-4 0 0-15,2 1 0 16,-1-5 0-16,0 0 0 16,-2 0 0-16,1 0 0 15,-7 0 0-15,-1 0 0 0,-2 0 0 16,-3 0 0-16,-8 0 0 15,13-3 0-15,-13 3 0 16,0 0 0-16,0 0 0 16,0 0 0-16,0 0 0 15,0 0 0-15,0 0 0 0,0 0 0 16,-8 0-14-16,8 0-76 16,0 0-3-16</inkml:trace>
  <inkml:trace contextRef="#ctx0" brushRef="#br1" timeOffset="155299.87">23376 16177 436 0,'0'0'4'0,"0"0"2"0,0 0 1 0,0 0 2 16,0 0-1-16,8-6 1 15,-8 6 1-15,16 10 0 0,-2 10-2 16,6 9-4-16,5 12-4 16,3 11 0-16,9 12 0 15,2 8 0-15,2 6 0 16,-4 9 0-16,-2 6 0 16,-10 2 0-16,-11 5 0 0,-12-51 0 15,-2 6 0-15,-4-3 0 16,-8 7 0-16,-6-5 0 15,-5 7 0-15,-7-2 0 16,-4 1 0-16,-3-6 0 0,0 0 0 16,-5-2 0-16,-1 0 0 15,3-10 0-15,1 3 0 16,-4-7 0-16,4-5 0 16,39-33 0-16,-67 58 0 15,42-38 0-15,0-8-76 0,8-4-17 16</inkml:trace>
  <inkml:trace contextRef="#ctx0" brushRef="#br1" timeOffset="158099.9">4827 7644 324 0,'0'0'5'0,"0"0"3"0,-5-12 3 0,5 12 1 0,0 0 1 15,-3-10 1-15,3 10-1 16,-2 10 1-16,2 12-5 0,-3 10-3 15,3 13-2-15,0 10 1 16,0 9-1-16,0 8-1 16,3 3 1-16,2-1-1 15,2 0 1-15,0 0-1 0,-2-10 0 16,-3-4 0-16,4-6-2 16,-6-4 0-16,0-13-1 15,0-4 0-15,-3-6-1 0,0-13-4 16,-1-4-4-16,4-10-5 15,-5-7-9-15,2-13-14 16,-4-7-31-16,5-5-13 16</inkml:trace>
  <inkml:trace contextRef="#ctx0" brushRef="#br1" timeOffset="159650.79">4779 7619 251 0,'0'0'4'16,"0"0"4"-16,0-9 0 15,0 9 3-15,5-13 0 16,-5 13 3-16,18-12 0 0,-1 2 1 16,3 2-3-16,9 1-2 15,9 0-2-15,14-1-1 16,10 1-1-16,13 0-1 0,4-3-1 15,11 2-1-15,2-2-1 16,2 0 1-16,8 0 2 16,-5-1 0-16,3 0 0 15,1 2 0-15,6-1 0 0,5-3 0 16,5 1 0-16,0 2-2 16,4 0-1-16,1 2 0 15,-6-2-1-15,1 0 0 16,-5 2 0-16,-5 4-1 0,-5 0 1 15,0-2 0-15,-8 3-1 16,3-1 1-16,-5 2 0 16,-3-4 0-16,1 2 1 15,-5-2 0-15,-6 1 1 0,-9-2 0 16,-1 0 0-16,-12-1 0 16,-6 1 0-16,-5 0 0 15,-6 0 0-15,-8 0 0 16,-4 0 0-16,-6 3-1 0,-3-2 0 15,-3 2 1-15,-7 1-1 16,-9 3 0-16,13-5-1 16,-13 5 0-16,0 0 0 15,0 0-1-15,0 0 1 0,0 0-1 16,0 0 0-16,0 0 0 16,0 0 0-16,3 5 0 15,-3-5 1-15,0 23-1 0,0-8 1 16,0 7 0-16,0 5 0 15,0 7-1-15,0 4 0 16,0 12 1-16,5 1-1 16,-3 6 0-16,3 2 0 0,0 4 0 15,-1 2 0-15,2-6 1 16,-3 0 0-16,-1 0 1 16,3-4 0-16,-5-6 0 15,5-2 0-15,-3-4 0 16,1-1 0-16,-1-8-2 0,0 1 0 15,1-5 0-15,0-2 0 16,2-7 0-16,-5-1 0 16,5-2 0-16,-3-4 0 15,1-4 0-15,-1-2 0 0,-2-8 0 16,2 10 0-16,-2-10 0 16,0 0 0-16,0 0 0 15,0 0 0-15,0 0 0 16,0 0 0-16,0 0 0 0,0 0 0 15,0 0 0-15,0 0 0 16,0 0 0-16,0 0 0 16,0 0 0-16,0 0 0 0,0 0 0 15,0 0 0-15,0 0 0 16,0 0 0-16,0 0 0 16,0 0 0-16,0 0 0 15,0 0 0-15,-2 9 0 16,2-9 0-16,-7 3 0 0,7-3 0 15,-13 0 0-15,13 0 0 16,-17 0 0-16,10 0 0 16,-4 3 0-16,-3-3 0 15,-2 0 0-15,2 2 0 0,-6-2 0 16,-3 2 0-16,-3 1 0 16,-4 0 0-16,-5-3 0 15,-3 2 0-15,-2 1 0 16,-4-1 0-16,-3 0 0 0,-6 1 0 15,-1-2 0-15,-3 3 0 16,-5-2 0-16,-3-2 0 16,-5 3 0-16,-2 2 0 15,-2-2 0-15,-7 1 0 0,-5 0 0 16,1 5 0-16,-3-5 0 16,-4 4 0-16,2 2 0 15,-4-8 0-15,2 6 0 0,-2-3 0 16,4-1 0-16,1-1 0 15,1 2 0-15,4-5 0 16,-1 0 0-16,4 3 0 16,1-3 0-16,3 0 0 15,4-3 0-15,2 3 0 0,4-8 0 16,0 6 0-16,5 0 0 16,7-3 0-16,0 2 0 15,5 3 0-15,5 0 0 0,6 0 0 16,2 0 0-16,10 0 0 15,-1 3 0-15,6-1 0 16,1 1 0-16,5-1 0 16,2 0 0-16,7 1 0 0,7-3 0 15,-12 5 0-15,12-5 0 16,0 0 0-16,0 0 0 16,0 0 0-16,0 0 0 15,0 0 0-15,-7 0 0 0,7 0 0 16,0 0 0-16,-11 0 0 15,11 0 0-15,0 0 0 16,-12-5 0-16,12 5 0 16,0 0 0-16,-10 8 0 15,10-8-2-15,-4 12-17 0,4 1-21 16,4-3-45-16,-4 1-2 16</inkml:trace>
  <inkml:trace contextRef="#ctx0" brushRef="#br1" timeOffset="160583.1">4822 8554 195 0,'0'0'7'0,"0"0"4"0,0 0 6 0,-8 0 3 0,8 0 2 15,0 0 3-15,-12 0-1 16,12 0 1-16,0 0-2 16,0 0-3-16,0 0-4 0,7 9-2 15,13-6-2-15,5-3-1 16,9 0 0-16,6 0-1 16,10-3-3-16,2-2-1 15,3 1-2-15,-5 1-1 16,-5-1-1-16,2 1-1 0,-10 3-6 15,-10 0-26-15,-2 5-49 16,-6 2-3-16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4:13:04.23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2668 8229 269 0,'0'0'4'0,"0"0"2"16,0 0 1-16,0 0 4 0,0 0-1 16,0 0 0-16,-3 8 2 15,3-8 0-15,0 0-3 16,0 0-2-16,12 7 1 16,0-4-5-16,8-3 1 0,3 0-2 15,7-5 0-15,5 0 0 16,6-3-1-16,14-7 1 15,3-2 0-15,11-5-1 16,13-3-1-16,5-7 2 16,10-5-1-16,14-6-1 0,6-7 1 15,16-4 0-15,8-5 0 16,10-3-1-16,6-4 1 16,10-4 0-16,4-4 1 15,10-5-1-15,6-1 0 0,4-7 0 16,3 1 0-16,5-1 0 15,5-3 1-15,4-1-1 16,5-1 0-16,3 3 1 0,3-2 0 16,1-1 0-16,1 6-1 15,-5-4 0-15,0 0-1 16,-7 6 1-16,-8 0 0 16,-2 5-1-16,-6 0 0 0,-6 2 0 15,-3 5 0-15,-14 3-1 16,-7 4 1-16,-12 4-1 15,-12 6 0-15,-12 5 0 0,-13 3 0 16,-22 10 1-16,-15 2 0 16,-15 9 2-16,-12 3-1 15,-18 6 1-15,-9 4-1 16,-11 5 1-16,-12 8-1 16,0 0-5-16,0 0-4 0,-12 6-26 15,12 3-38-15,-11 1-4 16</inkml:trace>
  <inkml:trace contextRef="#ctx0" brushRef="#br0" timeOffset="6300.69">2730 8239 269 0,'0'0'6'15,"0"0"4"-15,0 0 2 0,0 0 1 16,0 0 1-16,0 0 0 16,0 0 1-16,0 0 2 15,0 0-6-15,0 0-1 16,0 0-4-16,14 0-1 16,1 0-1-16,7 3 1 0,6 2-2 15,6-5-1-15,11 2-1 16,6-2 0-16,2 0-1 15,10 0 1-15,7-5-1 0,6 0 0 16,9-2 0-16,2-3 0 16,8 2 0-16,11-2 0 15,9 0 0-15,4-2 1 16,5-1-1-16,8-1 0 16,10-3 0-16,7-3 0 0,5 1-1 15,10-6 0-15,2 0 1 16,8 2-1-16,3-6 1 15,7 1-1-15,2-2 1 0,10-2 0 16,5 0 0-16,5 0 0 16,3-4 1-16,5 3-1 15,2-5 1-15,7 4 0 16,4 1-1-16,-4-4 0 16,7 2 0-16,2 1-1 0,1-4 0 15,4 1 0-15,4 3 0 16,3-3 0-16,-1-1 0 15,8 1 1-15,0 0 0 0,2-2 0 16,4-1 0-16,-2 5 0 16,-5-2 0-16,-3 0 0 15,-6 2 1-15,0 3-1 16,-8 2 0-16,-8-2 1 16,-9 3 0-16,-6-4 0 0,-1 4-1 15,-7-1 1-15,-9-1 0 16,-13 6-1-16,-10-1 1 15,-7 1-1-15,-7 6 0 0,-15 1 1 16,-14 4-1-16,-13-2 0 16,-9 7 1-16,-10 1-1 15,-16 3 1-15,-10 0-1 16,-12 5 1-16,-11 0-1 0,-12 0 0 16,-9 0 0-16,-8 0 0 15,-6 0 1-15,-11 0 0 16,0 0-1-16,0 0-1 15,0 0-4-15,0 0-6 0,0 10-11 16,0-10-51-16,0 0-2 16</inkml:trace>
  <inkml:trace contextRef="#ctx0" brushRef="#br0" timeOffset="7767.22">9731 5363 98 0,'0'0'8'0,"0"0"1"0,0-12 5 16,0 12 5-16,0 0 2 15,0 0 0-15,-8-13 1 16,8 13-1-16,0 0-2 15,0 0-6-15,0 10-3 0,0-10-2 16,13 19-3-16,0-8 0 16,6 3 1-16,6-1 0 15,3 2-2-15,11-3 0 0,-1 1-1 16,9-4 0-16,10 4 0 16,1-2-1-16,8 0-1 15,4 2 0-15,7-1 0 16,7 1 1-16,6 1-1 15,4-1 0-15,11 4 1 16,4-2-1-16,5 0 0 0,8 1 0 16,2 5 0-16,5 0 0 15,6-2 0-15,1 3 0 16,-7 0-1-16,11 5 1 0,3-4 0 16,-1 2 0-16,3 0 0 15,6-1 0-15,4-2 0 16,1 6 0-16,0-7 0 15,6 4-1-15,-3 3-1 0,-2-1 1 16,11 0 0-16,-11-2-1 16,-1 5 0-16,-4-5 0 15,0 2 0-15,-3-5 1 16,-6 0 0-16,-3-2 1 0,-6-2-1 16,0 4 0-16,-1-4 1 15,-7-2 0-15,-2 0 0 16,-7-2-1-16,-8 1 1 15,-4-2 0-15,-4 2 0 16,-9-5 0-16,-7-1 0 0,-6 2 0 16,-7-4 0-16,-7 0 0 15,-5 0 0-15,-9-2 0 16,-3-2 0-16,-11 2 0 0,-7-2 0 16,-5-1 1-16,-11 0 1 15,-3 1-5-15,-11-3-3 16,0 0-10-16,0 12-35 15,-11-9-18-15</inkml:trace>
  <inkml:trace contextRef="#ctx0" brushRef="#br0" timeOffset="9050.37">14313 6676 121 0,'0'0'3'16,"0"0"2"-16,0 0 2 15,-9-3 3-15,9 3 1 0,0 0 4 16,-11 0 2-16,11 0 4 16,0 0-6-16,0 0 0 15,0 0-4-15,0 0-2 16,0 0 1-16,0 0-5 0,0 0-1 16,11 0-2-16,-4 0 0 15,7 0 0-15,2 0 1 16,3-2-1-16,1-1 0 15,8 1-2-15,1-5 1 16,4 2 1-16,1-6-1 0,-1 7 0 16,6-4-1-16,-3 6 1 15,3-8-1-15,-2 5 1 16,0 0-1-16,4 0 0 0,-2 0 1 16,5 0-2-16,-1 0 1 15,2-2 0-15,-2-1-1 16,6 1 0-16,-4 1 0 15,-1-1 0-15,-2 0 1 0,-4 2-2 16,2-2 2-16,-3 0 0 16,2 4 0-16,-3-5 0 15,-2 6 2-15,1-6-2 16,2 4 0-16,3-2 0 0,-2 4-2 16,1-3 2-16,-4 0 0 15,2 0 0-15,-7 5 0 16,-1-5 2-16,-1 2-2 15,-6 1 0-15,3 2 0 16,-8-3 1-16,4 2-1 0,-2 1 0 16,-1-3 0-16,-1 0 0 15,-2 2-1-15,-1-2-1 16,2 3 1-16,-4-3-1 0,-4 3 0 16,2 0 0-16,-10 0-1 15,9 0-2-15,-9 0-1 16,0 0 1-16,0 0-3 15,0 0-1-15,0 0-7 0,0 0-12 16,0 6-16-16,0-6-16 16</inkml:trace>
  <inkml:trace contextRef="#ctx0" brushRef="#br0" timeOffset="9436.52">15921 6490 281 0,'0'0'7'0,"0"0"3"0,0 0 3 16,0 0 2-16,0 0 0 16,0 0 1-16,0 0 0 15,9-6 1-15,-9 6-8 0,11-4-2 16,-11 4-4-16,12 0-2 15,-1-2 0-15,1-1 0 16,2-2-1-16,4 1 0 0,2-2 1 16,-2-1-1-16,8 2 1 15,-3-5 0-15,2 3 0 16,-6-1 0-16,6 3 0 16,-7 0 1-16,-4 3-2 0,-2-3 1 15,-12 5 0-15,16-3 0 16,-16 3 0-16,0 0-1 15,0 0-3-15,0 8-3 0,0-8-9 16,0 12-26-16,0-12-31 16,-5 15-4-16</inkml:trace>
  <inkml:trace contextRef="#ctx0" brushRef="#br0" timeOffset="11733.62">5075 6634 407 0,'0'0'6'15,"0"0"1"-15,0 0 2 0,-5-11 1 16,5 11 1-16,-15-4-1 16,5 4 2-16,-5 0-1 15,0 4-5-15,-3 12-3 16,2-1 0-16,-2 7-3 0,3 0 1 16,2 5-1-16,9 1-1 15,1-1 1-15,3-4-1 16,7-4 1-16,6-2 0 15,2-7 0-15,7-2 0 0,1-8 0 16,5 0 1-16,-4-10 0 16,5-5 0-16,-6-3 1 15,0-2 0-15,-6-4 1 16,-4 1 0-16,-4-3 1 0,-6 3-4 16,-3 3 0-16,-3 3 0 15,-6 3 0-15,4 3 0 16,-6 6 0-16,11 5 0 0,-9 3 0 15,9-3 0-15,0 17 0 16,7-7 0-16,3 2 0 16,2 1 0-16,6-1 0 15,-3-1 0-15,5-3 0 16,-3-2 0-16,8 2-19 0,-7-5-65 16,3-3-2-16</inkml:trace>
  <inkml:trace contextRef="#ctx0" brushRef="#br0" timeOffset="11967.38">5465 6513 484 0,'0'0'3'0,"0"0"1"0,0 0 1 16,0-10-1-16,0 10 0 16,5-11 0-16,-5 11-3 15,15-14-6-15,3 8-23 16,9 0-54-16,-8 0-4 16</inkml:trace>
  <inkml:trace contextRef="#ctx0" brushRef="#br0" timeOffset="12133.45">5510 6619 405 0,'0'0'7'0,"0"0"3"15,0 0 1-15,7 0 2 16,-7 0 0-16,18-8 0 16,-6 1-1-16,6 0-1 15,-3-8-13-15,11 2-28 0,0 1-50 16,-1-1-5-16</inkml:trace>
  <inkml:trace contextRef="#ctx0" brushRef="#br0" timeOffset="12502.56">5855 6188 497 0,'0'0'3'15,"0"0"0"-15,0 0 2 16,0 0-2-16,10-3-3 16,-10 3 0-16,13 7 0 0,-9 10 0 15,1-1 0-15,-2 9 0 16,-1 4 0-16,-2 3 0 16,0 4 0-16,-5-2 0 15,-2 1 0-15,-3-3 0 0,0 0 0 16,2-7 0-16,1-5 0 15,2-3 0-15,1-5 0 16,4-12 0-16,0 0 0 16,7 0 0-16,2-4 0 0,7-10 0 15,1 3 0-15,1-1 0 16,1-4 0-16,1 3 0 16,3-5 0-16,-4 8-12 15,1-4-74-15,-8 3-2 16</inkml:trace>
  <inkml:trace contextRef="#ctx0" brushRef="#br0" timeOffset="12920.63">6232 6265 488 0,'0'0'4'0,"0"0"1"0,0 0 0 16,-9-11 2-16,9 11-5 16,-8-7-2-16,8 7 0 15,0-15 0-15,0 5 0 0,8 3 0 16,7 1 0-16,2 0 0 16,1 3 0-16,1 3 0 15,1 3 0-15,-2 4 0 16,-6 5 0-16,0 6 0 0,-9-1 0 15,0 4 0-15,-3 3 0 16,-8-2 0-16,0 2 0 16,-6 0 0-16,3-5 0 15,-1-1 0-15,5-4 0 0,2-3 0 16,5-11 0-16,0 0 0 16,15 0 0-16,3-8 0 15,3-7 0-15,6-3 0 16,4 1 0-16,3 0 0 0,-2-6 0 15,7 6-64-15,-2 0-25 16</inkml:trace>
  <inkml:trace contextRef="#ctx0" brushRef="#br0" timeOffset="14067.56">12623 5281 360 0,'0'0'8'0,"0"0"2"0,0 0 4 16,0-12 1-16,0 12 1 16,0 0 0-16,-2-10 0 15,2 10 0-15,0 0-7 0,-7 17-3 16,4 3-3-16,-2 5-2 16,2 7 1-16,-2 5 0 15,3 3 1-15,0 0-1 16,2-6 1-16,0 3-1 0,0-7 0 15,0-8 1-15,0-4-1 16,0-12-2-16,0-6 0 16,-3 11 0-16,3-11 0 15,-2-7 0-15,2-3 0 16,0 0 0-16,0-5 0 0,0 0 0 16,2-5 0-16,5 3 0 15,1 0 0-15,4 4 0 16,1 1 0-16,7 2 0 15,-3 6 0-15,3 0 0 0,3 4 0 16,-1 4 0-16,-4 2 0 16,4 4 0-16,-5 3 0 15,-2 2 0-15,-5 2 0 16,-6-5 0-16,-4 5 0 16,0-1 0-16,-9-2 0 0,-6-1 0 15,-3-7 0-15,-4 5 0 16,-3-4 0-16,-2-1 0 15,2-5-2-15,0-1-1 0,3 0-1 16,7-1-4-16,0-5-7 16,12-6-36-16,3 12-31 15,5-12-2-15</inkml:trace>
  <inkml:trace contextRef="#ctx0" brushRef="#br0" timeOffset="14334.24">13133 5470 456 0,'0'0'5'0,"0"0"3"15,0 0 0-15,8-10 2 16,-8 10-1-16,0 0 1 15,12-13-5-15,-2 11-5 0,0-1 0 16,7 3 0-16,-4 0-3 16,9 3-39-16,-3 5-41 15,-1-1-4-15</inkml:trace>
  <inkml:trace contextRef="#ctx0" brushRef="#br0" timeOffset="14485.09">13141 5566 392 0,'0'0'7'0,"0"0"2"16,0 0 0-16,0 0 2 0,4 5 0 16,-4-5 0-16,18 0 1 15,-4 0-2-15,4 0-14 16,12 0-33-16,0 0-41 16,2 0-2-16</inkml:trace>
  <inkml:trace contextRef="#ctx0" brushRef="#br0" timeOffset="15050.94">13612 5348 397 0,'0'0'6'0,"0"0"3"0,0 0 1 15,13-6 0-15,-13 6 1 16,0 0 1-16,8 4-1 16,-6 3 1-16,-2 6-5 0,0 5-2 15,-2 3-1-15,-2-1-1 16,-3 5 0-16,0-1 0 15,-5-4-1-15,4 0 1 16,-5-3-2-16,1-4 1 0,2-1-2 16,0-2 0-16,10-10 0 15,-12 10 0-15,12-10 0 16,0 0 0-16,0 0 0 16,7 2 0-16,8-2 0 15,3-2 0-15,7-3 0 0,0 2-2 16,-1-1 0-16,6 1-5 15,-6-2-13-15,-24 5-61 16,26 0-3-16</inkml:trace>
  <inkml:trace contextRef="#ctx0" brushRef="#br0" timeOffset="15566.91">14040 5504 478 0,'0'0'4'0,"0"0"1"16,-3-10 1-16,3 10 1 16,-7-12 0-16,7 12-3 15,-5-12-4-15,5 12 0 16,0-13 0-16,0 13 0 0,10-4 0 15,0 4 0-15,3 0 0 16,-1 0 0-16,0 7 0 16,1-3 0-16,-2 6 0 0,-6-2 0 15,4-1 0 1,-7 3 0-16,-2 0 0 0,-2 0 0 16,-7 0 0-16,2-3-3 15,-5 4 0-15,2-4 2 0,0 0 0 16,3 0 0-16,7-7 1 15,-11 10 0-15,11-10 1 16,0 0-1-16,8 10 1 16,4-5-1-16,1-2 1 0,4-1-1 15,-1 3 1-15,1 1-1 16,-2-2 1-16,-1 0-1 16,-4 2 0-16,-10-6 1 15,8 12-1-15,-8-12 1 0,-5 13 1 16,-8-8-2-16,-3 1 0 15,-7-2 0-15,2-2 0 16,-8 0-3-16,1 4-5 16,-4-6-15-16,-3 5-58 0,13-3-3 15</inkml:trace>
  <inkml:trace contextRef="#ctx0" brushRef="#br0" timeOffset="16849.29">9508 7832 369 0,'0'0'7'0,"0"0"5"0,4-8 1 0,-4 8 2 15,5-17 1-15,-5 17 1 16,0-16 0-16,0 16 1 16,-5-10-6-16,-2 7-5 0,-6 3-2 15,-1 8-2-15,-4 2-3 16,1 7 0-16,-3 2 0 16,1 9 0-1,1-2 0-15,0 2 0 0,9 2 0 16,1-2 0-16,6-1 0 15,2-4 0-15,10-4 0 16,4-7 0-16,9-2 0 16,4-5 0-16,3-2 0 0,2-3 0 15,0 0 0-15,1-5 0 16,-1-4 0-16,-5 3 0 16,1-2 0-16,-10 1 0 15,1 2 0-15,-6 0 0 0,-6 3 0 16,-7 2 0-16,10-6 0 15,-10 6 0-15,0 0 0 16,0 0 0-16,0 0 0 16,0 0 0-16,0 0 0 0,0 0 0 15,0 0 0-15,0 0 0 16,0 0 0-16,0 0 0 16,0 0 0-16,0 0 0 15,0 0 0-15,0 0 0 0,0 0 0 16,0 0 0-16,0 0 0 15,0 0 0-15,0 0 0 16,0 0 0-16,0 0 0 16,0 0 0-16,0 0 0 0,0 0 0 15,0 0 0-15,0 0 0 16,0 0-12-16,7 8-77 16,-7-8-2-16</inkml:trace>
  <inkml:trace contextRef="#ctx0" brushRef="#br0" timeOffset="20500.41">4636 7592 283 0,'0'0'9'0,"0"0"2"16,0 0 3-16,0 0 4 16,0 0 2-16,4-7 3 15,-4 7 1-15,0 0-1 16,12-13-6-16,-12 13-2 0,11-5-3 16,-1 5-2-16,4 8-3 15,1 2-1-15,0 2-2 16,5 4 0-16,3 3-1 15,-2 3-1-15,0 3-1 0,4 0 0 16,-6 2 0-16,-1-2 0 16,0-3-1-16,-6 6 2 15,0-6-2-15,-7 3 0 16,0-3 0-16,-5-3 0 0,0 1 0 16,-5-2 0-16,-3-3 0 15,1-1 0-15,-3-1 0 16,0-3 0-16,2-3 0 15,8-7 0-15,-14 10 0 0,14-10 0 16,-11 7 0-16,11-7 0 16,0 0 0-16,0 0 0 15,0 0 0-15,0 0 0 16,0 0 0-16,0 0 0 0,0 0-6 16,0 0-16-16,0 0-61 15,9 0-5-15</inkml:trace>
  <inkml:trace contextRef="#ctx0" brushRef="#br0" timeOffset="22283.5">5211 7518 380 0,'0'0'9'0,"0"-10"1"0,0 10 3 16,0-12 2-16,0 12 0 0,0-13 0 16,0 13 0-16,0 0 1 15,0 0-7-15,0 16-4 16,6 1-3-16,-4-1-1 0,6 8 0 15,-1 0 0-15,2-1-1 16,5 2 0-16,-2-4 0 16,1-3 0-16,-1-1 0 15,-5-2 0-15,3-3 0 0,-2-1 0 16,-8-11-1-16,7 9 1 16,-7-9-1-16,0 0 0 15,0 0 1-15,-7-9-1 16,-1-2 1-16,0-3 0 15,-1-4-1-15,-3-2 1 0,-1 0 1 16,-2-1-1-16,2-5 0 16,3 4 1-16,1-3-1 15,4 5 1-15,2 1 0 0,3 1-1 16,3 2 1-16,7 0 0 16,2 2 0-16,6 1 1 15,1 1-2-15,3 4 0 16,3 3 0-16,-2 3 0 0,-4 2 0 15,6 0 0-15,-7 5 0 16,-3 5 0-16,-2 4 0 16,-6-1 0-16,-3 1 0 15,-4 4 0-15,0-1-2 0,-4 1 1 16,-3-4 1 0,-4-1 0-16,1-2-1 0,1-3 1 15,9-8 0-15,-13 10 0 16,13-10 0-16,0 0 1 0,0 0-1 15,0 0 0-15,0 0 0 16,13-1 0-16,-1-2 0 16,3 0 0-16,2 0 0 15,6-1 0-15,-7 4 0 16,7 0 0-16,-3 3 0 0,0 1 0 16,-5 3 0-16,-2 1 0 15,4 2 0-15,-10 0 0 16,-2 0-1-16,0 3 1 0,-5-3 0 15,0-2 0-15,-8 5 0 16,-1-3 0-16,-8 0 1 16,4-2-1-16,-5 1 0 15,-1-3 1-15,-4-1-1 16,1 0 0-16,2-3 2 0,-2 0-2 16,4-2 0-16,1 0 0 15,4 0 0-15,1 0 0 16,12 0-5-16,-15-2-8 0,15-8-68 15,0 10-4-15</inkml:trace>
  <inkml:trace contextRef="#ctx0" brushRef="#br0" timeOffset="26982.68">14109 6254 190 0,'0'0'7'0,"0"0"5"16,0 0 6-16,0 0 2 15,0-7 6-15,0 7 2 16,0 0 2-16,0-9 1 0,0 9-2 16,0 0-6-16,0-10-4 15,0 10-4-15,0 0-4 16,0 0-2-16,0 0-3 0,0 0-1 16,-10 0-1-16,10 0-1 15,-12 14-1-15,7-3 1 16,-3 1-1-16,1 2 0 15,-2 4 0-15,0-1 0 0,2 1 0 16,-2 2 0-16,4 0 0 16,-1 1 0-16,1-1-1 15,3 1 2-15,2 1-3 16,0-3 0-16,5 1 0 16,3-2 0-16,-3-2 0 0,4 2 0 15,1-4 0-15,0-3 0 16,2-1 0-16,-2 0 0 15,1 0 0-15,0-5 0 16,-1 2 0-16,-10-7 0 0,16 8 0 16,-16-8 0-16,9 5 0 15,-9-5 0-15,0 0 0 16,0 0 0-16,0 0 0 16,0 0 0-16,0 0 0 0,0 0 0 15,0 0 0-15,0 0 0 16,-9-4 0-16,9 4 0 15,-16-9 0-15,6 2 0 16,3 2 0-16,7 5 0 0,-17-13 0 16,17 13 0-16,-12-15 0 15,12 15 0-15,-16-13 0 16,16 13 0-16,-7-11 0 0,7 11 0 16,-2-21 0-16,-1 11 0 15,1-2 0-15,2 0 0 16,0-3 0-16,0-2 0 15,0 0 0-15,0-1 0 0,2-1 0 16,1-4 0-16,4 1 0 16,-1 2 0-16,-2-2 0 15,4-1 0-15,-1 2 0 16,-2 0 0-16,3 4 0 0,1-3 0 16,-2 9 0-16,-2-6 0 15,6 9 0-15,-6-1 0 16,-5 9 0-16,10-12 0 15,-10 12 0-15,0 0 0 16,13-4 0-16,-13 4 0 0,0 0 0 16,0 4 0-16,0-4 0 15,0 12 0-15,0-12 0 16,-9 16 0-16,5 8-44 16,1-14-40-16,3-10-3 0</inkml:trace>
  <inkml:trace contextRef="#ctx0" brushRef="#br0" timeOffset="28099.93">13217 6344 336 0,'0'0'8'0,"0"0"5"0,0 0 4 15,0 0 2-15,0 0 1 16,0 0 0-16,0 0 1 16,0 0 0-16,0 0-8 15,-7 8-4-15,4 1-4 0,3 6-2 16,0 2-1-16,0 3-1 15,0 3 0-15,3-3-1 16,-1 4 2-16,3-7-2 0,3 1 0 16,-4-4 0-16,2 1 0 15,-4-2 0-15,3-6 0 16,-5-7 0-16,2 13 0 16,-2-13 0-16,0 0 0 0,0 0 0 15,0 0 0-15,0 0 0 16,0 0 0-16,0 0 0 15,-2-8 0-15,0 0 0 0,-3-3 0 16,2-3 0-16,0 0 0 16,2-3 0-16,-5 2 0 15,3-5 0-15,1 0 0 16,0-2 0-16,2 3 0 0,0-1 0 16,0 0 0-16,0 3 0 15,4-3 0-15,5 2 0 16,-5 3 0-16,6 1 0 15,-3 1 0-15,4 1 0 16,-4 5 0-16,8-2 0 0,-2 5 0 16,-1 4 0-16,1 0 0 15,-1 4 0-15,0 6 0 16,1 5 0-16,-4 1 0 0,4 6 0 16,-4-2 0-16,-1 1 0 15,-1 3 0-15,2-3 0 16,-5-1 0-16,1 1 0 15,0-2 0-15,-3-2 0 0,1-2 0 16,-1-3 0-16,3-2 0 16,-2 0 0-16,0-2 0 15,-3-8 0-15,2 11 0 16,-2-11 0-16,0 0 0 16,0 0 0-16,0 0 0 0,0 0 0 15,0 0 0-15,0 0 0 16,0 0 0-16,0 0 0 15,0 0 0-15,0 0 0 0,0 0 0 16,0 0 0-16,3-7 0 16,-3 7 0-16,0 0-3 15,0-7-12-15,0 7-13 16,0-22-48-16,0 22-8 0</inkml:trace>
  <inkml:trace contextRef="#ctx0" brushRef="#br0" timeOffset="28816.75">13173 6456 210 0,'0'0'9'0,"0"0"5"0,0 0 6 0,4 0 1 16,-4 0 5-16,0 0 1 15,10 4 1-15,-10-4 2 16,0 0-7-16,0 0-3 16,11 6-4-16,-11-6-2 0,12 0-2 15,0 0-2-15,-2-3 0 16,5 0-1-16,3-1-1 15,4-2-4-15,-2 2-4 16,2-1 0-16,1-2 0 0,-6 1 0 16,1-1 0-16,-2 2 0 15,-5 2 0-15,-11 3 0 16,17-4 0-16,-17 4 0 0,0 0 0 16,0 0 0-16,0 0 0 15,0 0 0-15,0 0 0 16,0 0 0-16,0 0 0 15,0 0 0-15,0 0 0 16,0 0 0-16,0 0 0 0,0 0 0 16,0 9-32-16,0-9-55 15,-3 10-3-15</inkml:trace>
  <inkml:trace contextRef="#ctx0" brushRef="#br0" timeOffset="30400.61">9023 5710 179 0,'0'0'6'0,"0"0"3"16,0 0 2-16,0 0 6 16,0 0 3-16,0 0 3 0,0 0 1 15,0 0 2-15,-7-7-2 16,7 7-5-16,0 0-3 15,0 0-4-15,0 0-3 0,0 0 0 16,0 0-3-16,0 4-1 16,0-4 0-16,12 8 0 15,-2-1 2-15,0-1 1 16,2 1-2-16,1-3-1 16,2 2 0-16,2 2 0 0,0-2-1 15,1-1-1-15,-1-2 1 16,1 4-1-16,2-4 0 15,2 2-1-15,-5-1 0 0,6 2 0 16,-4-4-1-16,4 2 0 16,-3 2 0-16,5-4 0 15,-8 1 0-15,3-1-1 16,-1 1 1-16,2-1 0 16,-1 1 0-16,-3 0 0 0,3-3 0 15,3 1 0-15,-4-1 0 16,3 0 0-16,-1 0 0 15,-2 0-1-15,6 0 1 0,-5-1-1 16,-1 1 1-16,4-3-1 16,-3 0 0-16,0 1 1 15,0-1-1-15,0-2 0 16,-3 3 1-16,3-4-1 16,-3 2 0-16,6-4 1 0,-1 4-1 15,1-4 0-15,-4-2 1 16,6 0-1-16,0-2 0 15,0 2 0-15,-3-2 0 16,0-1 0-16,1 1 0 0,-3 2 0 16,0-5 0-16,-5 5 0 15,-1 0 0-15,2 1 0 16,-4-4 1-16,0 2-1 0,-4 5 2 16,2-4-1-16,-10 10 2 15,14-15-3-15,-14 15 0 16,11-13 0-16,-11 13 0 15,0 0 0-15,7-12 0 0,-7 12 0 16,0 0 0-16,0 0 0 16,0 0 0-16,0 0 0 15,0 0 0-15,0 0 0 16,0 0 0-16,0 0 0 0,0 0 0 16,0 0 0-16,0 0 0 15,0 0-7-15,0 0-35 16,0 0-41-16,0 12-3 15</inkml:trace>
  <inkml:trace contextRef="#ctx0" brushRef="#br0" timeOffset="31719.04">9788 6121 315 0,'0'0'9'0,"0"0"3"0,0-10 3 15,0 10 3-15,-2-10 1 16,2 10 2-16,-7-12 0 16,7 12 2-16,-13-16-8 0,13 16-3 15,-17-12-2-15,6 8-2 16,2-1-3-16,-6 0 0 16,0 5-2-16,-3 0-3 0,1 0 0 15,-3 5 0-15,3 2 0 16,-3 1 0-16,3 4 0 15,-3 3 0-15,2 0 0 16,1-1 0-16,2 6 0 0,3-2 0 16,2 5 0-16,2-4 0 15,3 6 0-15,5-3 0 16,0-3 0-16,5 1 0 16,8 0 0-16,-1-2 0 0,8-3 0 15,-1-1 0-15,4-1 0 16,2-1 0-16,3-4 0 15,-1-1 0-15,3-2 0 16,0 0 0-16,-3-5 0 0,0 0 0 16,0 0 0-16,-2-5 0 15,3-3 0-15,-6 4 0 16,-3-4 0-16,6 0 0 16,-4-1 0-16,-4 4 0 0,-2-2 0 15,-3-1 0-15,1 6 0 16,-6-4 0-16,-7 6 0 15,10-4 0-15,-10 4 0 0,0 0 0 16,0 0 0-16,-5 0 0 16,5 0 0-16,-12 4 0 15,1 2 0-15,2-4 0 16,-1 6 0-16,-3-1 0 0,-1 0 0 16,-2 0 0-16,-1 4 0 15,-3-4 0-15,6 0 0 16,-6 4 0-16,2-7 0 15,-1 4 0-15,-2-6 0 0,3 3 0 16,-1-2 0-16,1-3 0 16,2 0 0-16,-5 0 0 15,5-3 0-15,0-2 0 16,-1 0 0-16,2-2 0 16,3 2 0-16,-1-3 0 0,-2 1 0 15,5-3 0-15,0 1 0 16,1 1 0-16,1-2 0 15,0 0 0-15,1-2 0 16,4 2 0-16,-1-1 0 0,-1-1 0 16,-1-2 0-16,6 1 0 15,0-2 0-15,0 2 0 16,0 1 0-16,0-3 0 0,0 3 0 16,8-1 0-16,-1 5 0 15,1-5 0-15,-1-2 0 16,6 2 0-16,1 1 0 15,2-1 0-15,1 1 0 0,0 3 0 16,1-4 0-16,-1 2 0 16,1 2 0-16,-4 2 0 15,7-3 0-15,-7 7 0 16,1-5 0-16,2 6 0 16,-4-3 0-16,-3 5 0 15,-3 0 0-15,-7 0 0 0,11-2 0 16,-11 2 0-16,0 0 0 15,0 0 0-15,0 0 0 16,-6 2 0-16,6-2 0 0,-12 7 0 16,12-7 0-16,-18 11 0 15,11 1 0-15,0 2-52 16,7-14-37-16</inkml:trace>
  <inkml:trace contextRef="#ctx0" brushRef="#br1" timeOffset="128833.48">4995 7107 167 0,'0'0'9'16,"0"0"1"-16,0 0 6 16,0 0 2-16,0 0 3 0,0 4 2 15,0-4 0-15,0 0 2 16,0 0-7-16,0 0-4 16,0 0-3-16,0 0-1 15,0 0-1-15,11 0 0 0,1 0-3 16,6-7 0-16,1-3 1 15,11-2 0-15,2-3 0 16,8-2-2-16,2-5-1 0,8 0-1 16,2-3-1-1,7-3 1-15,1 1-2 0,0-1 0 16,7 2 2-16,-3-2-3 16,1 1 1-16,3 4 0 15,-1-1 0-15,-5 4-1 0,0-2 1 16,0-3 0-16,-2 6 0 15,-7-4-1-15,5 1 1 16,-9 2 0-16,0 0-1 16,-5 0 1-16,-2 2-1 0,-4 1 0 15,-4 2 0-15,-1 3 1 16,-8 0-1-16,-1 4 0 16,-6 1 0-16,-2 2 0 15,-3 0 0-15,-5 3 1 0,-8 2 0 16,13-3 0-16,-13 3 2 15,0 0 1-15,0 0-1 16,0 0 2-16,0 0-1 0,0 0 1 16,0 0-1-16,0 0 0 15,0 0-1-15,0 0 0 16,0 0-1-16,0 0-1 16,0 0 0-16,0 0 0 15,0 0-1-15,0 0 0 0,0 0 0 16,0 0 0-16,-6 9 0 15,6-9 0-15,0 0 0 16,-10 6-1-16,10-6-2 0,0 0-4 16,-7 7-10-16,7-7-38 15,-7 13-26-15,7-13-4 16</inkml:trace>
  <inkml:trace contextRef="#ctx0" brushRef="#br1" timeOffset="129534.27">5137 7144 244 0,'0'0'7'0,"-9"0"2"16,9 0 3-16,0 0 1 16,-9 8 0-16,9-8 0 15,0 0 1-15,0 0 1 16,0 0-5-16,9 0-3 0,3-3-1 15,10-2 1-15,0-3-1 16,11-1 1-16,4-7-2 16,5 2 0-16,6-5-1 0,6-4-1 15,5-2 0-15,3-2-1 16,11-5 1-16,1-3 0 16,4 1 0-16,5-1 0 15,2 0 0-15,5 0 0 0,-3 1 0 16,0 5-1-16,-6-2 1 15,-6 4-1-15,-3 2-1 16,-10 3 0-16,-12 4 2 16,-5 4-1-16,-16 3 3 15,-3 2 0-15,-14 1 0 0,-12 8 0 16,0 0 0-16,0 0 0 16,0 0-1-16,-5 0-2 15,5 0-1-15,-15 0-3 16,15 0-5-16,-15 3-12 0,15-3-59 15,-12 12-1-15</inkml:trace>
  <inkml:trace contextRef="#ctx0" brushRef="#br1" timeOffset="130883.6">6269 5859 298 0,'0'0'4'0,"0"0"2"16,0 0 4-16,-1-11 2 0,1 11 3 15,0-17 1-15,0 2 3 16,7-4 1-16,3-4-4 16,0-6-1-16,2-1-3 0,3-7-2 15,3 0-2 1,-1-6-2-16,2-4 0 0,0 3-4 15,0-2 0-15,-1 2-1 16,-1 3-1-16,-2 1 0 0,-1 7 0 16,-3 6-1-16,-4 5 0 15,-2 7 1-15,-3 5 0 16,-2 10 0-16,0 0-1 16,3 7-5-16,-3 4-5 0,0 6-13 15,0 5-57-15,0 1-1 16</inkml:trace>
  <inkml:trace contextRef="#ctx0" brushRef="#br1" timeOffset="131399.87">6183 5645 336 0,'0'0'8'0,"0"0"3"16,0-11 3-16,0 11 1 16,0-11-1-16,0 11-1 15,0 0 1-15,0 0 1 0,0 0-8 16,3 15-4-16,1 2-1 15,-1 6-1-15,2 2 1 16,0 1-1-16,-2 2 1 16,2-1-1-16,-3-2 0 15,2 0 0-15,-4-6 0 0,6-4 0 16,-6-2 0-16,0-3 0 16,0-10 0-16,0 0 0 15,9 5-1-15,-9-5 1 0,16-8 1 16,-4-2 0-16,6-5 0 15,-1 0 0-15,3-2 0 16,5-3 1-16,-3 3 1 16,-2 0-1-16,2 1 0 0,-4 4 1 15,-4-1-1-15,-1 6 1 16,-13 7-2-16,12-7 1 16,-12 7-1-16,0 0 0 15,0 0-2-15,0 3 0 0,0-3 0 16,-2 14-11-16,2-4-70 15,0 0-3-15</inkml:trace>
  <inkml:trace contextRef="#ctx0" brushRef="#br1" timeOffset="132933.32">12506 5819 235 0,'0'0'8'15,"0"0"4"-15,0 0 4 16,0 0 2-16,-7-10 0 0,7 10 0 16,0 0 0-16,0 0 1 15,0 0-6-15,11-5-3 16,6 5-5-16,3 0-3 16,6 2 1-16,10 3 0 0,6 0 0 15,8 1-1-15,6-2 0 16,9 1-1-16,8-2 1 15,5 2-1-15,10-3 0 16,4-2-1-16,4 0 1 0,9 0 0 16,-1-2-1-16,4-1 1 15,0-2-1-15,-6 0 0 16,-4 2 0-16,-6 2 1 16,-9 1-1-16,-7 0 0 0,-14 0 0 15,-13 0 0-15,-11 4 1 16,-12-1-2-16,-10 2-1 15,-16-5-4-15,0 0-7 16,0 9-15-16,-5 1-38 0,-11-7-8 16</inkml:trace>
  <inkml:trace contextRef="#ctx0" brushRef="#br1" timeOffset="133518.79">12751 5814 249 0,'0'0'4'0,"0"0"0"0,0 0 2 15,0 0 2-15,0 0 4 16,0 0 1-16,6 0 2 0,7 5 1 16,2-2-3-16,10 4 0 15,5 0 0-15,11 0-3 16,2 1-2-16,17-6-3 0,2 6-2 16,10-3 0-16,8-3-2 15,6 3 0-15,6-5 1 16,6 0-1-16,-2 0-1 15,4 0 2-15,-1 0-1 16,-7 0 0-16,-8 0 0 0,-12-2 0 16,-7 2 0-16,-15-3 1 15,-11 3 1-15,-14 0-1 16,-15 0 1-16,-10 0 0 16,0 0 0-16,-15 5-5 15,0-2-4-15,1 2-15 0,-2 5-49 16,2-5-4-16</inkml:trace>
  <inkml:trace contextRef="#ctx0" brushRef="#br1" timeOffset="134352.1">14079 5098 173 0,'0'0'7'0,"0"0"3"0,0 0 4 15,0 0 2-15,0 0 2 16,0 0 0-16,-7 3 1 16,7-3 3-16,0 0-8 15,0 0 0-15,-10 8-2 0,10-8 0 16,0 0-2-16,0 0 0 15,0-8 0-15,8-2 1 16,-1-3-1-16,6-4 0 0,3-3-2 16,5-7-1-16,4 2 0 15,2-10 0-15,2 3-1 16,5-5-1-16,-2-3-2 16,2 1 0-16,-1-1 0 15,-1 0-1-15,-6 6 0 0,-3 3 0 16,-3 6-1-16,-8 6 1 15,-1 5 0-15,-11 14-1 16,5-11 0-16,-5 11-1 16,0 0-1-16,-10 13-3 15,4-1-5-15,-3 0-7 0,-1 6-22 16,12 2-42-16,-9 2-2 16</inkml:trace>
  <inkml:trace contextRef="#ctx0" brushRef="#br1" timeOffset="134850.38">13982 4947 365 0,'0'0'5'0,"0"0"-1"0,0 0 1 16,0 0 0-16,5 0 0 15,-5 0 0-15,9 5 0 16,-7 2 1-16,-1 6-4 0,3 4-1 16,-4 3 0-16,2-1 1 15,-2 6-1-15,0 0 0 16,0-5 0-16,0 2 0 0,0-7 0 15,0 0 0-15,0-5 0 16,0-10 0-16,3 10 0 16,4-10 2-16,6 0 0 15,4-5 2-15,3-3 0 0,-1-4 1 16,3 2 0-16,1-2 0 16,2-1 0-16,-3 1-1 15,-2-1-1-15,-2 6-1 16,-4-4-1-16,2 5 0 0,-6 4-1 15,-10 2-1-15,11-6 1 16,-11 6-1-16,0 0 1 16,0 0-1-16,0 0 0 15,-4 10-3-15,4-10-7 16,-7 15-17-16,2-5-53 0,5-10-1 16</inkml:trace>
  <inkml:trace contextRef="#ctx0" brushRef="#br1" timeOffset="136868.1">9590 7824 232 0,'0'0'8'0,"0"0"5"0,0 0 3 16,0 0 3-16,0 0 2 16,0 0 2-16,0 0 0 15,0 0 3-15,0 0-5 0,0 0-5 16,-8-8-3-16,8 8-3 15,0 0-1-15,-10-6-2 16,10 6-1-16,-9-4-1 0,9 4-1 16,-18 0-1-16,8 0-1 15,0 0 0-15,-3 0 0 16,4 1-1-16,-6 2-1 16,3 5 1-16,-4-1-1 15,4 0 0-15,0 4-1 0,-1 1 1 16,3 3 0-16,-3 0 1 15,4 3-1 1,-1-2 1-16,2-1-1 0,-2 3 1 16,8-3 0-16,-3-1 0 15,3-1 0-15,2-3 0 16,0 2 1-16,2-2 0 16,5 0 0-16,3-3 1 15,3-1-1-15,-1 1 1 0,6 0-1 16,2-4 0-16,-3 2 0 15,8-2 0-15,-2-2-2 16,-4-1 0-16,1 0 0 0,0 0 0 16,0 0 0-16,-3 0 0 15,-2-1 0-15,-2-2 0 16,-1 0 0-16,-3 1 0 16,0-1 0-16,-9 3 0 0,12 0 0 15,-12 0 0-15,0 0 0 16,0 0 0-16,0 0 0 15,0 0 0-15,0 0 0 16,0 0 0-16,0 0 0 16,0 0 0-16,0 0 0 0,-8 0 0 15,1 0 0-15,-6 0 0 16,1 3 0-16,-6-3 0 16,-4 2 0-16,-2-2 0 15,3 0 0-15,-6 0 0 0,2 0 0 16,-2 0 0-16,5-2 0 15,-1-1 0-15,3-4 0 16,6 0 0-16,1-1 0 0,3-2 0 16,8-3 0-16,-1 3 0 15,3-1 0-15,0-2 0 16,5 5 0-16,7-1 0 0,-1-1-21 16,-2 2-64-16,14 1-4 15</inkml:trace>
  <inkml:trace contextRef="#ctx0" brushRef="#br1" timeOffset="143750.29">2943 9324 417 0,'0'0'5'0,"5"-12"1"0,-5 1 4 15,0-3 0-15,0-4 0 0,-7 4 1 16,-6-3 0-16,-6-1 1 16,-6 8-5-16,-8 5-3 15,-5 5-1-15,-1 5-2 16,-3 10 0-16,-1 0-1 16,11 5 0-16,2-4 0 0,7 9-1 15,11-2 1-15,12-3-1 16,11 2 1-16,11-2 0 15,16-3 0-15,1 4 0 0,14-5 0 16,1 1 1-16,5 4 0 16,-5-6 0-16,0 2-1 15,-8-1 2-15,-5 2-2 0,-9 0 0 16,-13-4 0-16,-6 4 0 16,-13 0 0-16,-6-4 0 15,-10 1 0-15,-12 2 0 16,-2-4 0-16,-13 2 0 15,-1-5 0-15,-5-3 0 0,1 1 0 16,-6-8 0-16,4 0 0 16,5 0 0-16,6-8 0 15,4-2 0-15,8 3 0 16,9-5 0-16,8 1-10 0,8-1-7 16,9-6-46-16,7 11-23 15,9 2-2-15</inkml:trace>
  <inkml:trace contextRef="#ctx0" brushRef="#br1" timeOffset="144000.85">3281 9482 450 0,'0'0'5'0,"0"0"2"15,0-12 0-15,0 12 1 16,0 0 0-16,0 0-1 0,0 0 1 16,5 8 0-16,-2 7-5 15,-3 2-3-15,4 8 0 16,-1-3-6-16,4 3-8 16,-1-8-20-16,1 5-50 0,5-5-2 15</inkml:trace>
  <inkml:trace contextRef="#ctx0" brushRef="#br1" timeOffset="144400.23">3452 9485 383 0,'0'0'7'0,"0"0"2"16,0 0 1-16,0 0 0 16,0 0 0-16,-7 3 0 15,7-3 1-15,-2 19-1 0,-1-7-6 16,3 4-2-16,3 0-1 15,-1 2 0-15,3 0-1 16,0-1 0-16,3-2-1 0,-3-5 1 16,-1-2 0-16,-4-8 0 15,0 0 0-15,12 4 1 16,-12-4 0-16,9-12 1 16,-5-4 1-16,1 0 0 15,2-5-1-15,1-4 1 0,2 4-1 16,0-2-1-16,2 4 1 15,3 5-2-15,0 0 0 16,0 10 0-16,4 4-1 0,-1 1 1 16,-2 10-1-16,1 1 1 15,-2 3 0-15,-2 2 0 16,4 1 0-16,-5-1 0 16,0 0 0-16,-2-2-2 15,2-2-2-15,-2-4-4 0,1-3-6 16,-2 0-27-16,9 0-40 15,-8-6-3-15</inkml:trace>
  <inkml:trace contextRef="#ctx0" brushRef="#br1" timeOffset="145021.51">4019 9500 335 0,'0'0'5'0,"0"0"3"15,0 0 1-15,0 0 2 16,0 0 0-16,0 0 1 16,0 0-1-16,0 0 0 15,0 0-4-15,0 0-3 16,0 5 0-16,0-5-1 0,12 13 0 15,0-9 1-15,1 0-1 16,7-4 0-16,-4 0 1 16,10 0 0-16,-3-4 0 0,-4-3 0 15,4-3 1-15,-9 0-1 16,-1-5 0-16,-5 3 0 16,-8 0 0-16,-3 2-2 15,-13 0 1-15,-2 0-2 0,-7 8 0 16,-5-1-1-16,-4 3 0 15,3 5 0-15,-1 5 0 16,2 4 0-16,3 6 1 16,6-2-1-16,7 4 0 0,4 0 1 15,10 3 0-15,8-6 1 16,6 2 0-16,11-5 0 16,7 0 0-16,9-4 0 15,3-2 0-15,6-5-2 0,-3-3-4 16,5 1-12-16,-7 10-60 15,2-13-7-15</inkml:trace>
  <inkml:trace contextRef="#ctx0" brushRef="#br1" timeOffset="145834.35">4817 9369 429 0,'0'0'6'0,"0"0"2"0,-3-13 2 15,3 13 0-15,-8-10 0 16,8 10 0-16,0 0 0 0,-9 5-1 15,9 10-4-15,-3 5-4 16,3 7-1-16,0 3-1 16,0 5 1-16,0-1 0 15,8-2 0-15,-4-2 0 0,0-5 0 16,3-5 0-16,-5-6 1 16,1-6 2-16,-3-8-3 15,0 0 0-15,0 0 0 16,-8-8 0-16,0-8 0 15,1-7 0-15,2-4 0 0,1-5 0 16,-2-3 0-16,6-5 0 16,0 4 0-16,0-5 0 0,10 7 0 15,2 2 0-15,9 4 0 16,4 7 0-16,-1 8 0 16,9 5 0-16,-1 8 0 15,3 3 0-15,-3 9 0 16,-2 5 0-16,-8 5 0 0,-2 3 0 15,-11 5 0-15,-6-3 0 16,-3 1 0-16,-10-3 0 16,-9-4 0-16,-6 0 0 15,0-6 0-15,-7-3 0 0,-1-5 0 16,6-1 0-16,2-5 0 16,5-1 0-16,5 0 0 15,6 0 0-15,9 0 0 16,4 3 0-16,13 0 0 0,4 2 0 15,1 2 0-15,6 0 0 16,4 3 0-16,-2 0-3 16,4 2-4-16,-4-1-6 0,5 1-22 15,12 1-48-15,-19-4-1 16</inkml:trace>
  <inkml:trace contextRef="#ctx0" brushRef="#br1" timeOffset="146150.01">5311 9518 439 0,'0'0'3'16,"0"0"0"-16,0 0 2 15,0 0 0-15,-5 4 0 16,5 6 1-16,0 1 1 0,0 0-1 16,2 2-2-16,9 4-2 15,1-2 1-15,3-2-1 16,2-1-1-16,6-5 1 15,2-1 1-15,2-6-1 0,0 0 2 16,-3-6 1-16,2-4-1 16,-4-2-4-16,-5-3 0 15,-4-3 0-15,-6-4 0 0,-4 3 0 16,-3-4 0-16,0 1 0 16,-10 2 0-16,5 6 0 15,-8-6 0-15,11 10-47 16,2 10-39-16,-12-13-3 0</inkml:trace>
  <inkml:trace contextRef="#ctx0" brushRef="#br1" timeOffset="146368.9">5795 9220 451 0,'0'0'6'0,"0"0"2"0,0 0 1 16,-5-10-1-16,5 10 1 15,0 0 1-15,-7 15 0 0,7 3-10 16,0 8 0-16,0 4 0 16,3 5 0-16,4 7 0 15,0 0 0-15,4-3 0 0,-2 1 0 16,-2-5 0-16,6-3 0 16,-5-9-10-16,4-11-73 15,-4 6-3-15</inkml:trace>
  <inkml:trace contextRef="#ctx0" brushRef="#br1" timeOffset="146750.29">5974 9510 383 0,'0'0'5'0,"0"0"2"0,0 0 2 15,0 0 2-15,0 5 1 16,0-5 2-16,7 10 1 15,4-5-1-15,4 0-2 16,2-3-4-16,8 1-1 0,2-3-2 16,3-3-2-16,-1-4 0 15,6-1 0-15,-2-2-3 16,-9-2 0-16,2 0 0 0,-11-2 0 16,-5-3 0-16,-8 9 0 15,-2-3 0-15,-7 5 0 16,-11 5 0-16,-1 2 0 15,-4 10 0-15,0 6 0 0,3 5 0 16,3 3 0-16,5 5 0 16,6-3 0-16,6 1 0 15,11-3 0-15,6-4 0 16,8-3 0-16,7-3 0 0,8-5-3 16,3-3-5-16,3-5-10 15,-3 14-51-15,1-16-15 16</inkml:trace>
  <inkml:trace contextRef="#ctx0" brushRef="#br1" timeOffset="147367.35">2481 9899 352 0,'0'0'2'0,"0"0"1"0,0 0 2 0,10 0 2 16,-3 0 0-16,11 0 3 15,1 0-1-15,11 5 2 16,13-3-1-16,12 4-2 15,14-2 0-15,18-2-1 0,16 1-2 16,22 0-1-16,17-3 1 16,17-3 0-16,20-2-1 15,15 1 0-15,12-4-1 16,15 3 1-16,7-6 0 16,9 5-1-16,6-2 0 15,1 3-1-15,2 0 0 0,-12 3-1 16,1 2 1-16,-16 0-1 15,-12 2 1-15,-24 6 0 16,-12 2 0-16,-24 0-1 0,-25-1 1 16,-25 2-1-16,-17-2-1 15,-27 1 1-15,-12-3-3 16,-22 4-6-16,-19-11-19 16,0 0-54-16,-8 9-4 0</inkml:trace>
  <inkml:trace contextRef="#ctx0" brushRef="#br1" timeOffset="156984.5">3964 10832 424 0,'0'0'5'0,"0"-8"2"0,0-2 2 15,0 2 1-15,-5-5 0 16,1 1 1-16,-7-3 1 16,-1 2 0-16,-3 3-5 0,-2 5-3 15,-3 4-4-15,-3 1 0 16,1 6 0-16,2 7 0 16,-5 5 0-16,8 4 0 15,-1 0 0-15,6 3 0 0,4 0 0 16,8 0 0-16,4-4 0 15,5-3 0-15,8-8 0 16,8-3 0-16,5-5 0 0,0-2 0 16,2-4 0-16,-2-9 0 15,0-3 0-15,-5-2 0 16,-3-6 0-16,-7 3 0 16,-6-2 0-16,0 1 0 15,-7 5 0-15,-2 0 0 0,0 7 0 16,0 10 0-16,-11-8 0 15,11 8 0-15,-7 13 0 16,5 5 0-16,2-4 0 16,2 8 0-16,5-2 0 0,2 3 0 15,5-4 0-15,2-2 0 16,5 1-4-16,-2-11-36 16,7 3-48-16,-3 0-2 15</inkml:trace>
  <inkml:trace contextRef="#ctx0" brushRef="#br1" timeOffset="157617.47">2953 11222 188 0,'0'0'5'0,"0"0"4"0,0 0 4 0,-12-3 3 16,12 3 3-16,-11 0 2 15,11 0 1-15,-12 0 1 0,12 0-4 16,0 0-4-16,-9 0-2 15,9 0-1-15,0 0-3 16,13 5-2-16,13 0-1 0,6 0 0 16,17 0 0-16,9 0 0 15,22 0-2-15,9-1-1 16,20-1 0-16,10 0 0 16,19-3-1-16,5 0 1 15,14 0 0-15,2-3 1 0,10-4 0 16,-2 0 0-16,1-1 1 15,-2 0 0-15,-8 4 1 16,-10-4-2-16,-15 3 0 16,-15 3-1-16,-18-1-1 0,-19 3-1 15,-23 0 0-15,-13 3-4 16,-18 4-6-16,-22 1-35 16,-5-8-37-16,-13 12-1 15</inkml:trace>
  <inkml:trace contextRef="#ctx0" brushRef="#br1" timeOffset="158283.54">3296 11611 466 0,'0'0'3'0,"0"0"1"15,5-10 1-15,-5 10 0 0,0-12 1 16,0 12 0-16,-10-13 0 16,0 10 0-16,-8 1-2 15,2 2-4-15,-7 2 0 16,-2 8 0-16,2 3 0 0,-2 5 0 15,8-1-3-15,4-1 1 16,6 2 0-16,5 2 1 16,4-4-1-16,14 2 0 0,5-4 2 15,9 0 0-15,6-2 0 16,3 1 0-16,6-3 0 16,-3 2 0-16,0 0 1 15,-5 1-1-15,-7-4 0 0,-1 2 0 16,-8-2 1-16,-6 1-1 15,-11 3 1-15,-4-3 0 16,-7-1 0-16,-10 1 0 16,-5 0 0-16,-6 0 0 15,-4-5 0-15,-7 3 0 0,2-6 1 16,-1 3-2-16,0-5 0 16,4 0 0-16,-1-3 0 15,10-1 0-15,2 1-5 16,9-2-4-16,1-2-5 0,13 7-29 15,2-10-41-15,9 2-2 16</inkml:trace>
  <inkml:trace contextRef="#ctx0" brushRef="#br1" timeOffset="158483.5">3649 11712 489 0,'0'0'3'0,"0"0"1"0,0 0 1 0,0 0-1 16,5 6 0-16,-5-6-2 16,2 19-2-16,3-7 0 15,-2 3 0-15,1 3 0 0,5 1 0 16,3 3-6-16,-9-6-26 16,6 3-52-16,6-5-3 15</inkml:trace>
  <inkml:trace contextRef="#ctx0" brushRef="#br1" timeOffset="158883.09">3865 11749 412 0,'0'0'7'15,"0"0"1"-15,0 0 3 16,0 0-3-16,0 0 1 0,0 0 0 16,0 0 1-16,0 8 0 15,0 4-6-15,5 1-3 16,0 4 0-16,0 0-1 15,2 4 1-15,1-5-2 0,-1-1 1 16,3-2-1-16,-5-1 1 16,-5-12 0-16,10 13 2 15,-10-13 0-15,0 0 2 16,12-10 0-16,-9-5 0 16,2 0 0-16,-1-8-2 0,7 1-2 15,-1 0 0-15,-1-1 0 16,7 6 0-16,-3 2 0 15,1 4 0-15,1 7 0 0,2 4 0 16,-2 4 0-16,3 6 0 16,-2 4 0-16,2 3 0 15,-2 3 0-15,1 2-2 0,0-1-2 16,0-2-2-16,-1 1-4 16,3-3-9-16,-1 5-43 15,4-12-21-15,2-2-4 16</inkml:trace>
  <inkml:trace contextRef="#ctx0" brushRef="#br1" timeOffset="159520.34">4585 11700 458 0,'0'0'4'0,"0"0"3"0,0 0 0 0,8-10 1 16,-8 10-1-16,0 0 0 15,0 0 0-15,4 7-1 16,0 5-6-16,1 4 0 0,-3 6 0 16,3 0 0-16,0 1 0 15,2 1 0-15,1-1 0 16,-3-6 0-16,2-1 0 15,-4-2 0-15,1-7 0 16,-4-7 0-16,0 0 0 0,0 0 0 16,0 0 0-16,-9-12 0 15,2-5 0-15,1-4 0 16,3-3 0-16,1-8 0 0,2-1 0 16,5 1 0-16,5-3 0 15,2 3 0-15,4 8 0 16,1-1 0-16,3 8 0 15,2 6 0-15,-2 11 0 16,2 5 0-16,3 8 0 0,0 9 0 16,-1 5 0-16,-1 6 0 15,-3 1 0-15,0 3 0 16,-3-2 0-16,-5 2 0 16,1-5 0-16,-1-2 0 0,-4-5 0 15,2 0 0-15,-5-8-10 16,0-1-25-16,10-2-50 15,-15-14-1-15</inkml:trace>
  <inkml:trace contextRef="#ctx0" brushRef="#br1" timeOffset="159716.97">4652 11812 465 0,'0'0'3'0,"0"0"0"0,0 0 1 15,0 0 0-15,11 0 1 16,1 0 1-16,8 0-1 16,4 0 0-16,8-3-3 0,9 0-11 15,1 13-54-15,10-14-20 16</inkml:trace>
  <inkml:trace contextRef="#ctx0" brushRef="#br1" timeOffset="160018.28">6128 11209 477 0,'0'0'2'0,"0"0"1"0,7-5 0 16,-7 5 0-16,21-5 1 16,-3 3-1-16,-2-1-2 15,7 2-8-15,12-5-42 16,-5 3-33-16,-3 1-3 0</inkml:trace>
  <inkml:trace contextRef="#ctx0" brushRef="#br1" timeOffset="160167.71">6174 11306 423 0,'0'0'5'0,"0"0"3"16,0 0 1-16,9 5 0 15,6-2 1-15,2-3 0 16,11 0 0-16,7 2-3 0,2-4-17 15,13-1-68-15,5-5-4 16</inkml:trace>
  <inkml:trace contextRef="#ctx0" brushRef="#br1" timeOffset="163386.51">7935 10476 211 0,'0'0'10'16,"0"0"4"-16,0 0 6 15,0 0 4-15,5-10 1 0,-5 10 4 16,9-10 3-16,-9 10 1 15,9-7-7-15,-9 7-5 16,0 0-3-16,2-12-3 0,-2 12-4 16,0 0-2-16,0 0-4 15,0 0-3-15,0 0-1 16,0 5-1-16,3 7-1 0,-1 2 0 16,0 9 0-16,3-1 0 15,0 11 0-15,5-4 1 16,0 1 0-16,2-1 0 15,-1 1 0-15,-2-5 0 0,1-2 0 16,-3-4 0-16,-1-7 0 16,-1 1 1-16,-3-5 0 15,-2-8 0-15,3 10 2 16,-3-10-1-16,0 0 0 0,0 0-2 16,0-8 0-16,-3 0 0 15,1-4 0-15,-1-1 0 16,1-1 0-16,-1-4 0 15,3 1 0-15,0 2 0 16,0 3 0-16,3-2 0 0,4 3 0 16,3 5 0-16,3 5 0 15,1 1 0-15,2 0 0 16,5 4 0-16,0 4 0 0,4 2 0 16,2 2 0-16,-8 1 0 15,4-1 0-15,-3 3 0 16,-3-2 0-16,-7 1 0 15,-5-2 0-15,-5 1 0 0,-5-3 0 16,-7 3 0-16,-9-4 0 16,0 1 0-16,-9 0 0 15,-2-6 0-15,-1 4 0 16,-1-5 0-16,4-1 0 0,0-2 0 16,7 0 0-16,3-2-4 15,6 2-9-15,1-8-16 16,-2 5-56-16,15 3-2 15</inkml:trace>
  <inkml:trace contextRef="#ctx0" brushRef="#br1" timeOffset="164050">7142 11053 293 0,'0'0'7'0,"0"0"2"0,0 0 4 15,-12 0 3-15,12 0 3 16,-8 0 3-16,8 0 0 15,-10 0-1-15,10 0-3 16,0 0-4-16,5 0-3 0,13 3-4 16,7 2-1-16,12-1-3 15,12 2 0-15,17 1 0 16,9-3-1-16,16-1 0 0,8 2-1 16,15-2 0-16,13-3 0 15,7-4 0-15,8-3 1 16,10 0 0-16,4 3 0 15,0-3 0-15,1 1 0 16,-3-1 1-16,-7 4 0 0,-11 1-3 16,-12-1 0-16,-16 3 0 15,-16-2 0-15,-18 2 0 16,-15 0 0-16,-16 0 0 0,-14 0 0 16,-13 0 0-1,-4 0 0-15,-12 0 0 0,0 0 0 16,0 0 0-16,-5-5 0 15,5 5 0-15,-17-3-9 16,1 1-78-16,2-3-1 0</inkml:trace>
  <inkml:trace contextRef="#ctx0" brushRef="#br1" timeOffset="164867.59">7696 11514 427 0,'0'0'6'15,"9"-10"2"-15,-9 10 2 16,19-20 2-16,-12 8 1 0,0-2 1 16,1-1 0-16,-3-3-7 15,-5 5-7-15,-10 1 0 16,-5 5 0-16,-6 4 0 0,-2 3 0 16,-5 5 0-16,1 8 0 15,-3-1 0-15,3 5 0 16,-1 0 0-16,10 3 0 15,6 0 0-15,8 0 0 16,6-3 0-16,16 0 0 0,8-1 0 16,6-2 0-16,11-1 0 15,4 2 0-15,1 0 0 16,2-3 0-16,-6 0 0 16,-7-2 0-16,-7 3 0 15,-5-3 0-15,-7 2 0 0,-9-5 0 16,-9 4 0-16,-2-4 0 15,-13 0 0-15,-7 0 0 16,-5 3 0-16,-8-5 0 0,-8 2 0 16,-6-1 0-16,-1-6 0 15,2 2 0-15,2-2 0 16,4 0 0-16,12 0-2 16,0-2-20-16,15-11-58 0,15 13-5 15</inkml:trace>
  <inkml:trace contextRef="#ctx0" brushRef="#br1" timeOffset="165050.23">8057 11564 469 0,'0'0'2'0,"0"0"0"0,0 0 1 15,0 0 1-15,0 9 1 0,0 1-1 16,0 3 1-16,0 5-1 15,2 1-2-15,3-2-6 16,0 8-12-16,-3-3-64 16,9-4-4-16</inkml:trace>
  <inkml:trace contextRef="#ctx0" brushRef="#br1" timeOffset="165433.14">8253 11531 453 0,'0'0'6'15,"0"0"1"-15,0 0 1 16,0 0-1-16,0 0 0 16,0 8 1-16,2 1-1 15,-2 7 1-15,3-2-8 0,1 9 0 16,0-2 0-16,3 2-2 16,-2 2 0-16,2-2 0 15,0-8 0-15,-1-1 0 16,-1-7 1-16,-5-7 1 0,9 10 0 15,-9-10 2-15,10-10 0 16,-4-1 1-16,4-6 1 16,-1-4-4-16,4-4 0 0,2 3 0 15,0-3 0-15,2 6 0 16,-2 3 0-16,0 7 0 16,0 3 0-16,0 6 0 15,-3 6 0-15,1 8 0 16,-1 1 0-16,1 6 0 0,1-2 0 15,4 3-5-15,-1-5-5 16,3 6-13-16,-3-6-59 16,5-4-3-16</inkml:trace>
  <inkml:trace contextRef="#ctx0" brushRef="#br1" timeOffset="166250.25">8968 11437 442 0,'0'0'5'0,"0"0"2"0,0 0 1 16,0 0 1-16,-2 7 0 16,-1 0 0-16,1 6 1 15,2 2 0-15,0 5-8 0,0 2-2 16,5 3 0-16,2 2 0 16,4 1 0-16,1-4 0 15,-3-4 0-15,2-5 0 16,-2 0 0-16,-4-5 0 0,-5-10 0 15,0 0 0-15,0 0 0 16,0 0 0-16,0-10 0 16,-7-5 0-16,-3 0 0 15,2-9 0-15,1-1 0 0,0-3 0 16,0-3 0-16,4 1 0 16,3-3 0-16,0 6 0 15,5 0 0-15,7 7 0 16,1 2 0-16,4 8 0 15,3 2 0-15,3 4 0 0,1 4 0 16,-4 0 0-16,3 8 0 16,-4 2 0-16,-4 5 0 15,-3 0 0-15,-6 2 0 16,-1 2 0-16,-5-1-2 0,-2-1-2 16,-7 3 0-16,0-7 0 15,-2-1 2-15,1-2-1 16,3 0 1-16,0-3 1 0,7-7 2 15,-10 13-1-15,10-13 0 16,5 9 1-16,5-6 0 16,2 2 0-16,1 0 0 0,7 0-1 15,-1 1 1-15,4 3-1 16,-3-1-1-16,2 3 1 16,0-1-1-16,-4 0 0 15,-1 0 1-15,-4 3-1 16,-6-3 1-16,-4 2-1 0,-3-12 2 15,-10 18-1-15,-8-14 1 16,-4 3 0-16,-8-1 0 16,-5-5 0-16,-4 2 1 15,-4-3-1-15,1 0 0 0,0 0-1 16,5-4-1-16,4 1-7 16,3-4-39-16,13 0-34 15,5-8-2-15</inkml:trace>
  <inkml:trace contextRef="#ctx0" brushRef="#br1" timeOffset="166834.23">10273 10992 483 0,'0'0'2'16,"0"0"1"-16,0 0 1 0,0 0 0 15,0 0 0-15,9-11 0 16,4 11 0-16,0-5-1 16,6 5-5-16,1-5-11 15,10 5-70-15,-5-2-2 0</inkml:trace>
  <inkml:trace contextRef="#ctx0" brushRef="#br1" timeOffset="166983.45">10235 11162 428 0,'0'0'5'0,"0"0"1"16,0 0 3-16,11 0 0 15,3 0 0-15,4-3-1 16,12 1-6-16,0-4-32 0,14 0-46 16,6-4-6-16</inkml:trace>
  <inkml:trace contextRef="#ctx0" brushRef="#br1" timeOffset="168636.43">12134 10221 332 0,'0'0'8'0,"0"0"5"15,6-10 4-15,-6 10 3 16,9-15 0-16,-4 2 1 15,-2 1 1-15,1 0 1 0,-4 2-8 16,0 0-4-16,0 10-4 16,-12-13-5-16,-6 13-2 15,-2 0 0-15,-1 11 0 0,-7 3 0 16,6 4 0-16,-8 6 0 16,7-1 0-16,1 1 0 15,7 4 0-15,5-3 0 16,6-3 0-16,4 3 0 15,9-8 0-15,9 1 0 16,0-6 0-16,11-2 0 0,5-3 0 16,3-4 0-16,4-3 0 15,3-3 0-15,-4 0 0 16,-2-4 0-16,-4 2 0 16,-9-2 0-16,-5 1 0 0,-3 2 0 15,-7 4 0-15,-10 0 0 16,0 0 0-16,0 0 0 15,0 0 0-15,0 0 0 0,0 0 0 16,0 0 0-16,0 0 0 16,0 0 0-16,0 0 0 15,0 0 0-15,0 0 0 0,0 0 0 16,-10-3 0-16,10 3 0 16,-7 0 0-16,7 0 0 15,0 0 0-15,-6 13-4 16,6-13-84-16,-2 10-2 15</inkml:trace>
  <inkml:trace contextRef="#ctx0" brushRef="#br1" timeOffset="169333.67">11065 10753 277 0,'0'0'5'16,"0"0"2"-16,0 0 4 0,0 0-1 16,0 0 3-16,0 0 2 15,0 0 1-15,8 11 2 16,2-4-4-16,4-2-2 15,14 0-1-15,10 0 0 0,13-2-1 16,20-3-2-16,17 0 1 16,17-8 0-16,22-2-1 15,15-3-1-15,14-2 0 16,15 0 0-16,8 0-1 0,8-2-1 16,4 5 0-16,0 2-2 15,-7 0 0-15,-8 3 1 16,-9-1-4-16,-16 6 0 15,-16 2 0-15,-24 0 0 0,-21 0 0 16,-22 0 0-16,-19 2 0 16,-17 0 0-16,-18 1-3 15,-14-3-13-15,0 13-66 16,-19-11-2-16</inkml:trace>
  <inkml:trace contextRef="#ctx0" brushRef="#br1" timeOffset="170000.22">11681 11209 406 0,'0'0'5'0,"0"0"2"0,8-15 2 16,-8 15 2-16,0-15-2 16,0 5 3-16,-2 0-1 15,2 10 1-15,-20-12-5 16,4 10-3-16,-5 2-1 16,-2 0-1-16,-3 6 0 15,2 2-2-15,3 5 0 0,3-3 1 16,6 5-1-16,3 0 1 15,9-3 0-15,6 3-1 16,11-1 1-16,6 2 0 16,7-2 0-16,4-1 1 0,6-1-1 15,0 2 1-15,4 0-2 16,-7-3 0-16,1 6 0 16,-9-9 0-16,-4 5 0 0,-4-1 0 15,-12-1 0-15,-4-1 0 16,-7-2 0-16,-13 0 0 15,-7 1 0-15,-3-2 0 16,-12 1 0-16,-3-4 0 0,-8-4 0 16,2 2 0-16,-4-2 0 15,5 0 0-15,0-5 0 16,6 0 0-16,9-2 0 16,5 3 0-16,8-6-5 15,17 10-22-15,13-11-55 0,-2 7-4 16</inkml:trace>
  <inkml:trace contextRef="#ctx0" brushRef="#br1" timeOffset="170202.08">11927 11264 479 0,'0'0'3'15,"0"0"1"-15,0 0 2 0,0 0-1 16,0 0 0-16,0 0 1 15,6 12-3-15,-3-1-3 16,1-2 0-16,4 9 0 16,-4 1 0-16,9 4-7 0,-5-7-21 15,-8 5-54-15,14-2-4 16</inkml:trace>
  <inkml:trace contextRef="#ctx0" brushRef="#br1" timeOffset="170616.98">12143 11244 441 0,'0'0'5'0,"0"0"1"15,0 0 1-15,0 0-2 0,0 0 1 16,0 9 1-16,0 2-1 16,0 3 0-16,0 1-3 15,4 3-3-15,-2 2 1 0,3 2-1 16,-2 0 1-16,1-2-1 15,4-3 0-15,-4-3 0 16,0-6 1-16,-4-8 0 16,7 10 2-16,-7-10 0 15,7-4 1-15,0-10 1 0,-2 0-5 16,3-5 0-16,4-4 0 16,0-1 0-16,4-1 0 15,-2 0 0-15,4 7 0 16,-3 2 0-16,0 3 0 0,-3 6 0 15,3 7 0-15,-5 4 0 16,0 6 0-16,3 7 0 16,-4 1 0-16,4 2 0 0,2 5 0 15,0-4 0-15,0 2 0 16,2-3 0-16,-2-2 0 16,5-2-19-16,-8 1-62 15,11-9-4-15</inkml:trace>
  <inkml:trace contextRef="#ctx0" brushRef="#br1" timeOffset="171249.26">13115 11143 469 0,'0'0'3'0,"5"-11"1"15,-5 11 2-15,5-17 1 16,-5 8 0-16,0-4 0 16,-5 1 1-16,-4 2-8 15,-9 4 0-15,-10 6 0 0,4 3 0 16,-8 7 0-16,-4 12 0 16,7 0 0-16,-5 7 0 15,8 7 0-15,9-1 0 16,5-1 0-16,9 3 0 0,8 1 0 15,10-5 0-15,12-4 0 16,10-2 0-16,6-4 0 16,6-7 0-16,6-3 0 15,0-6 0-15,-1-2 0 0,-2-5 0 16,-4 0 0-16,-11-2 0 16,-5-4 0-16,-6 2 0 15,-10 1 0-15,-3-2 0 16,-13 5 0-16,0 0 0 0,0 0 0 15,0 0 0-15,8-10 0 16,-8 10 0-16,0 0 0 16,0 0 0-16,0 0 0 15,-8 0 0-15,8 0 0 0,-7 0 0 16,7 0 0-16,-10 4 0 16,10-4 0-16,0 0-79 15,-12 4-16-15</inkml:trace>
  <inkml:trace contextRef="#ctx0" brushRef="#br1" timeOffset="176783.53">14624 8907 277 0,'0'0'5'16,"2"-8"6"-16,-2-3 5 0,5-1 3 15,-1-6 1-15,-4 1 3 16,7-3 2-16,-5 0 0 15,0 6-6-15,-2-1-5 0,0 15-4 16,0 0-3-16,-2 24 0 16,-4 13-1-16,1 16-3 15,1 14-1-15,1 12 2 16,3 20 0-16,0 10 1 16,5 17 1-16,6 5-3 0,3 16-3 15,6 2 0-15,2 9 0 16,-3 3 0-16,5 5 0 15,-5-2 0-15,-1-1 0 0,-9-4 0 16,-4-4 0-16,-2-3 0 16,-3-11 0-16,-5-6 0 15,-2-10 0-15,-5-6 0 16,-1-13 0-16,1-9 0 0,0-2 0 16,-6-18 0-16,2-6 0 15,2-12 0-15,-4-4 0 16,4-13 0-16,4-5 0 15,1-12 0-15,0-8 0 0,4-5 0 16,5-12 0-16,-4 10 0 16,4-10 0-16,0 0 0 15,0 0 0-15,0 0 0 16,0 0 0-16,0 0 0 0,0 0 0 16,0 0 0-16,0 0 0 15,0 0 0-15,0 0 0 16,0 0 0-16,0 0 0 15,-14-19-72-15,14-1-22 0</inkml:trace>
  <inkml:trace contextRef="#ctx0" brushRef="#br1" timeOffset="177918.89">15722 8719 439 0,'0'0'5'0,"0"0"0"16,0-14 2-16,0 14 1 15,-8-12 0-15,-2 7 0 0,-4-1 1 16,-6 4 0-16,-8 4-4 16,-4 11-1-16,-3 7 0 15,1 4-4-15,-3 9 0 16,3 1 0-16,6 6 0 0,5 0 0 16,8-1 0-1,12-4 0-15,6-5 0 0,17-6 0 16,10-6 0-16,7-6 0 15,8-5 0-15,4-4 0 0,4-3 0 16,-3-3 0-16,-6-1 0 16,-5-1 0-16,-6-3 0 15,-11 3 0-15,-4 0 0 16,-8 3 0-16,-10 2 0 0,0 0 0 16,0 0 0-16,0 0 0 15,0-8 0-15,0 8 0 16,-10-2 0-16,10 2 0 15,0 0-13-15,-11 0-73 16,11 0-3-16</inkml:trace>
  <inkml:trace contextRef="#ctx0" brushRef="#br1" timeOffset="178383.08">16224 8849 428 0,'0'0'6'0,"0"0"2"0,-10-6 0 15,0 4 2-15,0-1 1 16,-5 3 0-16,-5 0 0 16,-2 5 1-16,-3 5-6 0,0 5-6 15,3 3 0-15,3 3 0 16,6 2 0-16,5 0 0 16,8-1 0-16,5 0 0 15,10-5 0-15,10-7 0 0,5-2 0 16,2-6 0-16,7-2 0 15,-5-2 0-15,2-8 0 16,-3 0 0-16,-9-8 0 0,-4 0 0 16,-8-1 0-16,-9 2 0 15,-3-3 0-15,-10 3 0 16,-4 2 0-16,-4 8 0 16,-2 2 0-16,0 5 0 0,-5 0 0 15,11 6-26-15,1 5-58 16,6 2-3-16</inkml:trace>
  <inkml:trace contextRef="#ctx0" brushRef="#br1" timeOffset="178800.71">16739 8826 439 0,'0'0'5'16,"0"0"0"-16,-6-5 2 15,6 5 1-15,-17-8 1 16,4 4 0-16,-4 1 0 16,-3 1 0-16,-5 2-4 0,1 0-1 15,1 2-2-15,3 8-2 16,1 0 0-16,3 2 0 16,9 1 0-16,7 2 0 15,0 0 0-15,12-3 0 0,6 2 0 16,5-1 0-16,4-1 0 15,-1 1 0-15,4-5 0 16,0 2 0-16,-5-1 0 0,0-1 0 16,-7 2 0-16,-6-3 0 15,-12-7 0-15,7 17 0 16,-7-17 0-16,-12 10 0 16,-3-2 0-16,-4-1 0 15,-6-2 0-15,-6 0 0 0,2-3 0 16,-1-2 0-16,-2 0 0 15,7 3 0-15,-3-3-7 16,9 0-25-16,19 0-49 16,-13-3-3-16</inkml:trace>
  <inkml:trace contextRef="#ctx0" brushRef="#br1" timeOffset="179085.48">16937 8843 477 0,'0'0'4'0,"0"0"1"0,0 0 1 15,0 0-1-15,0 0 1 16,2 8 0-16,-2 4-4 0,3 1-2 15,1 2 0-15,2 1 0 16,-1 7 0-16,0 0 0 16,7-1 0-16,-4-3-23 0,-3-3-58 15,7-2-3-15</inkml:trace>
  <inkml:trace contextRef="#ctx0" brushRef="#br1" timeOffset="179317.37">17183 8829 444 0,'0'0'5'0,"0"0"1"16,0 0 0-16,-5 0 1 15,5 0 0-15,-7 4 0 0,4 4 1 16,0 4-1-16,3 3-3 16,0 3-2-16,8 2-2 15,-3-1-1-15,5 3-2 16,-6-4-3-16,7-1-3 15,-4-5-6-15,-2 1-3 0,-5-13-2 16,13 7 0-16,-13-7-7 16,5-4-51-16,-5 4-1 15</inkml:trace>
  <inkml:trace contextRef="#ctx0" brushRef="#br1" timeOffset="180017.42">17305 8938 408 0,'0'0'5'0,"0"0"0"16,0 0 3-16,0 0-1 0,-8 0 1 16,8 0-1-16,0 0 2 15,-13 9-1-15,13-9-4 16,-4 16-2-16,4-7-1 15,0-9 0-15,-5 15 0 0,5-15 0 16,-3 10 1-16,3-10 2 16,0 0 1-16,0 0 0 15,0 0 1-15,0 0 1 16,-2-7 0-16,2-3-7 0,0-2 0 16,0-6 0-16,0 0 0 15,0-4 0-15,5 0 0 16,2 0 0-16,-2-3 0 0,8 5 0 15,-1 3 0-15,1 1 0 16,1 4 0-16,2 8 0 16,3 4 0-16,-4 0 0 15,2 10 0-15,3 4 0 16,-5 3 0-16,-3 3 0 16,1 3 0-16,-2-1 0 0,-4-1 0 15,0-4 0-15,0-1 0 16,-7-5-25-16,5-4-59 15,-5-7-3-15</inkml:trace>
  <inkml:trace contextRef="#ctx0" brushRef="#br1" timeOffset="180402.19">17700 8829 384 0,'0'0'5'0,"0"0"5"16,0 0 2-16,0 4 1 15,0-4 3-15,2 13 1 0,-2-13 1 16,12 15 0-16,-1-10-4 16,3 0-10-16,4 0-4 15,-1-5 0-15,8 0 0 16,-1-8 0-16,2 1 0 0,-2-3 0 16,-1-5 0-1,-5 0 0-15,-6-2 0 0,-2 1 0 16,-2 2 0-16,-8 2 0 15,-8 1 0-15,-5 4 0 0,-1 7 0 16,-6 3 0-16,-3 9 0 16,4 3 0-16,-5 5 0 15,7 5 0-15,5-1 0 16,5 1 0-16,7 0 0 16,7-2 0-16,14-4 0 0,5-7 0 15,12-2 0-15,4-4 0 16,10-6 0-16,10-6-39 15,1 2-46-15,1-9-4 16</inkml:trace>
  <inkml:trace contextRef="#ctx0" brushRef="#br1" timeOffset="181019.17">18512 8537 499 0,'0'0'3'0,"0"0"1"0,0 0 1 0,0 0-5 15,0 7 0-15,2 5 0 16,3 6 0-16,1 4 0 15,1 7 0-15,2 6 0 16,3 5 0-16,2-1 0 16,0 1 0-16,2-6 0 15,-4 2 0-15,-4-9 0 0,-3-7 0 16,-3-9 0-16,-2-11 0 16,-9 9 0-16,-2-15 0 15,-6-8 0-15,-1-6 0 0,-4-7 0 16,2-9 0-16,0-1 0 15,2-4 0-15,4-4 0 16,7 4 0-16,4-2 0 0,3 3 0 16,10 5 0-16,4 5 0 15,11 11 0-15,5 1 0 16,13 11 0-16,1 7 0 16,4 0 0-16,4 12 0 0,-2 6 0 15,-6 4 0-15,-4 3 0 16,-10 2 0-16,-15 5 0 15,-13-4 0-15,-2 4 0 16,-12-7 0-16,-11 2 0 0,3-6 0 16,-4 2 0-16,4-8 0 15,2 0 0-15,1-6 0 16,10 2 0-16,7-11 0 16,-6 13 0-16,6-13 0 0,13 4 0 15,-1-1 0-15,13 2-24 16,17-5-58-16,-14 0-4 15</inkml:trace>
  <inkml:trace contextRef="#ctx0" brushRef="#br1" timeOffset="181318.16">19029 8737 423 0,'0'0'5'0,"0"0"1"0,0 0 3 16,0 0 0-16,-10 7 1 15,10-7 0-15,-4 18 1 0,0-8 0 16,4 2-4-16,0 0-2 15,8 4 0-15,4-4-5 16,4 0 0-16,3-5 0 16,4 1 0-16,2-8 0 0,2 0 0 15,-3 0 0 1,1-8 0-16,0-2 0 0,-7-2 0 16,-3-3 0-16,-8-3 0 15,-5 2 0-15,-2-5 0 0,-2 5 0 16,-8-1 0-16,1 4 0 15,-4-2 0-15,3 7 0 16,-8 1 0-16,9 7-17 16,9 0-69-16,0 0-3 0</inkml:trace>
  <inkml:trace contextRef="#ctx0" brushRef="#br1" timeOffset="181517.09">19409 8469 466 0,'0'0'7'0,"0"0"1"16,0 0 2-16,0 0-1 16,0 0 2-16,0 13-11 15,0-1 0-15,0 11 0 0,0-2 0 16,6 7 0 0,-2 7 0-16,6 5 0 0,-3-3 0 15,6 3 0-15,-8-9-6 16,11-1-79-16,0-3-2 0</inkml:trace>
  <inkml:trace contextRef="#ctx0" brushRef="#br1" timeOffset="181885.3">19700 8663 438 0,'0'0'4'16,"0"0"2"-16,0 0 1 15,-10 2 2-15,10-2 0 16,-8 7 1-16,8-7 1 0,-7 16 0 15,7-7-5-15,5-1-6 16,5 2 0-16,5-6 0 16,8 2 0-16,-2-5 0 15,9-1 0-15,0-1 0 0,5-6 0 16,-2-6 0-16,-1 1 0 16,-8-6 0-16,1 0 0 15,-5 4 0-15,-10-1 0 16,-8 3 0-16,-2 12 0 15,-14-10 0-15,-4 10 0 0,-7 7 0 16,6 8 0-16,-4 6 0 16,2 2 0-16,8 2 0 15,8 3 0-15,5-2 0 0,12-1 0 16,10 0 0-16,8-5 0 16,10 0 0-16,-1-8-32 15,11 1-53-15,-2-8-2 16</inkml:trace>
  <inkml:trace contextRef="#ctx0" brushRef="#br1" timeOffset="182567.09">15737 9265 253 0,'0'0'6'0,"0"0"6"0,-12 3 4 15,12-3 4-15,0 0 2 16,0 0-1-16,-11 7 3 15,11-7 1-15,0 0-5 0,0 0-4 16,13 10-4-16,4-6-3 16,6 1-1-16,14 0-1 15,13 0-1-15,14-2-1 16,21-3-2-16,24 0 0 0,13 0-2 16,22-6 0-16,17-1 0 15,21-2 0-15,14-4 0 16,20 1 0-16,13 2 1 0,19-2-1 15,8-1 1-15,13 1 0 16,4-1-1-16,10 4 2 16,-7 0-2-16,-5 5 1 15,-11-3-1-15,-21 2 1 16,-15 2-2-16,-25-3 0 16,-23 6 0-16,-27-1 0 0,-30 1 0 15,-27 0 0-15,-23-5 0 16,-21 3 0-16,-18 2 0 15,-16 0 0-15,-14 0 0 0,-7 2 0 16,-10-2 0-16,4 6 0 16,-12 15-65-16,6-18-24 15</inkml:trace>
  <inkml:trace contextRef="#ctx0" brushRef="#br1" timeOffset="193067.23">9597 7607 343 0,'0'0'6'0,"0"-10"2"16,-2 1 4 0,-3-4 0-16,-8 1 2 0,-4-2-1 15,-3 0 0-15,-10 4 1 16,-7 9-6-16,-8 2-2 0,-7 15-4 15,-5 13 1-15,-3 8-2 16,1 10 0-16,-1 8 0 16,0 10 1-16,10 2-1 0,13-1 1 15,10 3 0-15,12-2 0 16,13-3 1-16,14-3 0 16,13-10 0-16,14-7-1 15,12-6 2-15,8-11-1 0,8-5 1 16,7-12 0-16,9-7-1 15,-1-9 1-15,2-8-1 16,3-8-1-16,-5-6 0 16,-5-6 0-16,-7-6 1 0,-13-4-3 15,-8-3 0-15,-12-6 0 16,-12 4 0-16,-15-10 0 16,-10-1 0-16,-12-2 0 15,-15 0 0-15,-13 6 0 16,-10 1 0-16,-5 11 0 0,-14 6 0 15,-3 14 0-15,-5 8 0 16,2 15-2-16,-2 2-9 16,15 15-35-16,10 8-38 0,7 1-2 15</inkml:trace>
  <inkml:trace contextRef="#ctx0" brushRef="#br1" timeOffset="198383.24">15585 10632 359 0,'0'0'6'0,"0"0"5"0,0 0 2 15,2-10 1-15,-2 10 2 16,0-7 0-16,0 7 1 16,-2-12 0-16,2 12-5 0,-19-8-4 15,6 6-3-15,-2 2 0 16,-5 0-3-16,-2 4 0 16,2 6-1-16,-5 2 0 15,-2-2-1-15,4 5 0 0,-2 0 0 16,6 2 0-16,3 1 0 15,2 0-1-15,7-2 1 16,3-1 0-16,4 3 1 16,11-5 1-16,3 3-1 0,7-3 2 15,6-2-3-15,3-1 0 16,2-6 0-16,1 0 0 16,-1-1 0-16,0-1 0 15,-7-2 0-15,0 0 0 0,-6 0 0 16,-3-2 0-16,-4-1 0 15,1 2 0-15,-13 1 0 16,12-6 0-16,-12 6 0 16,9-5 0-16,-9 5 0 0,0 0 0 15,0 0 0-15,0 0 0 16,11-5 0-16,-11 5 0 16,0 0 0-16,0 0 0 0,0 0 0 15,0 0 0-15,0 0 0 16,0 0 0-16,0 0 0 15,0 0 0-15,0 0 0 16,0 0 0-16,0 0 0 0,0 0 0 16,0 0 0-16,0 0 0 15,0 0 0-15,0 0 0 16,0 0 0-16,0 0 0 16,0 0 0-16,0 0 0 15,0 0 0-15,-13-1-79 0,13 1-12 16</inkml:trace>
  <inkml:trace contextRef="#ctx0" brushRef="#br1" timeOffset="198750.04">16142 10651 444 0,'0'0'6'0,"0"0"2"15,0 0 2-15,-3-8 1 16,3 8 1-16,0 0 0 0,0-11-4 16,0 11-8-16,7-7 0 15,-7 7 0-15,23-6 0 16,-10 6 0-16,6 0 0 16,2 0 0-16,1 6-12 15,2-2-74-15,-6 4-2 16</inkml:trace>
  <inkml:trace contextRef="#ctx0" brushRef="#br1" timeOffset="198916.65">16084 10778 428 0,'0'0'6'0,"0"0"2"0,9 0 2 16,0 0 0-16,9 0 1 15,1-4-1-15,11 4 1 16,0-6-2-16,9 6-16 0,-3 15-42 15,8-15-35 1,-4 0 0-16</inkml:trace>
  <inkml:trace contextRef="#ctx0" brushRef="#br1" timeOffset="200317">16917 10651 372 0,'0'0'8'0,"0"0"5"16,10-8 2-16,-10 8 2 15,10-17 2-15,-3 9 2 16,-2-5 0-16,-2 3 0 0,0-3-17 15,-6 3-4-15,-5 3 0 16,-4 4 0-16,-8 3 0 16,-5 3 0-16,-5 10 0 0,1 4 0 15,-1 3 0-15,3 8 0 16,2-4 0-16,7 3 0 16,6 0 0-16,12-5 0 15,5-4 0-15,8-5 0 16,13-4 0-16,4-6 0 0,5-3 0 15,-3-8 0-15,5-6 0 16,-4-1 0-16,-3-6 0 16,-5-1 0-16,-3-2 0 15,-9 1 0-15,-6 3 0 0,-2 3 0 16,-5 4 0-16,0 1 0 16,0 12 0-16,0 0 0 15,0 0 0-15,0 15 0 16,0-1 0-16,7 3 0 0,-2 2 0 15,7-2 0-15,-2 3 0 16,11-6 0-16,-4-1 0 16,12-6-11-16,-6-2-75 0,4-5-2 15</inkml:trace>
  <inkml:trace contextRef="#ctx0" brushRef="#br1" timeOffset="200716.46">17173 10137 466 0,'0'0'5'16,"0"0"1"-16,0 0 2 0,-2-13 0 16,2 3 1-16,0 0 0 15,2 3-9-15,5-3 0 16,3-1 0-16,6 4 0 0,0 6 0 15,5 1 0-15,-1 0 0 16,-3 8 0-16,0 6 0 16,-2 5 0-16,-8 4 0 15,1 2 0-15,-3 1 0 0,-5 4 0 16,-2 0 0-16,-3-2 0 16,-3-6 0-16,0-5 0 15,1-2 0-15,2-3 0 16,5-12 0-16,-4 13 0 0,4-13 0 15,9 0 0-15,8-6 0 16,6-1 0-16,9-2 0 16,-2 1 0-16,10-7 0 15,2 5-40-15,0 0-45 0,-1 3-4 16</inkml:trace>
  <inkml:trace contextRef="#ctx0" brushRef="#br1" timeOffset="201116.97">17879 10463 472 0,'0'0'5'0,"0"0"3"16,0 0 1-16,5-12 1 15,-5 12-3-15,0 0-7 0,0 0 0 16,0 0 0-16,5 12 0 16,-3 6 0-16,0 4 0 15,1 7 0-15,2 1 0 16,3 5 0-16,-3-6-9 0,-10 4-78 16,7-3-2-16</inkml:trace>
  <inkml:trace contextRef="#ctx0" brushRef="#br1" timeOffset="201283.47">17723 10595 457 0,'0'0'4'0,"0"0"0"0,0 0 1 16,7-8 1-16,5 6 0 0,6-3 1 15,7 0 0-15,7 2-1 16,5-4-5-16,10 7-10 15,0 7-30-15,6-7-43 16,3 0-2-16</inkml:trace>
  <inkml:trace contextRef="#ctx0" brushRef="#br1" timeOffset="201900.35">18523 10315 460 0,'0'0'5'0,"0"0"1"15,0 0 1-15,0 0 0 16,0 0-1-16,-4 5 2 0,4 7-1 16,0 3-2-16,0 7-5 15,4 6 0-15,0 1 0 16,6 7 0-16,-3-2 0 16,6-2 0-16,2 0 0 0,-6-5 0 15,2-5 0-15,-4-2 0 16,0-6 0-16,-2-8 0 15,-5-6 0-15,0 0 0 16,0 0 0-16,0-6 0 16,0-5 0-16,-5-2 0 0,5-3 0 15,0-2 0-15,0 1 0 16,5-1 0-16,6 0 0 16,3 4 0-16,4 2 0 15,5 5 0-15,3 1 0 0,-1 4 0 16,3 2 0-16,-2 8 0 15,3 1 0-15,-7 4 0 16,-5 1 0-16,-7 7 0 0,-5-5 0 16,-5-1 0-16,-8 3 0 15,-9-4 0-15,-5-1 0 16,-3-2 0-16,-8-5 0 16,1 2 0-16,-2-6 0 0,1-2 0 15,3 0-4-15,5 0-8 16,4-2-17-16,-7-6-54 15,18-2-3-15</inkml:trace>
  <inkml:trace contextRef="#ctx0" brushRef="#br1" timeOffset="202367.99">18993 10069 481 0,'0'0'3'0,"0"0"1"0,0-12 2 16,0 12 0-16,0-17 1 15,0 7-3-15,6 0-4 0,1-3 0 16,4 5 0-16,1-1 0 15,4 1 0-15,3 7 0 16,1 1 0-16,5 5 0 16,-8 5 0-16,3 4 0 0,-6 4 0 15,0 1 0-15,-10 6 0 16,-4 0 0-16,0-3 0 16,-9 3 0-16,-2-2 0 15,-3-3 0-15,-2-3 0 0,4-3 0 16,5-4 0-16,7-10 0 15,-11 12 0-15,11-12 0 16,13 0 0-16,2-2 0 16,7-3 0-16,6-2 0 0,4 2 0 15,0-3 0-15,1 1 0 16,1 5-3-16,-6-6-51 16,-1 8-31-16,-4-3-3 15</inkml:trace>
  <inkml:trace contextRef="#ctx0" brushRef="#br1" timeOffset="203537.32">19377 10560 398 0,'0'0'5'16,"0"0"3"-16,0 0 3 0,0 0 0 15,0 0 0-15,0 0 1 16,0 0 1-16,2-10 0 16,-2 10-4-16,20-1-2 15,-4-2-2-15,10 3-1 0,3-6 0 16,10 1-4-16,4 2 0 15,6-1 0-15,2 1 0 16,0-1 0-16,-5 1 0 16,-8-2 0-16,-5 3 0 0,-6 2 0 15,-8-3 0-15,-8 3 0 16,-11 0 0-16,0 0 0 16,0 0 0-16,0 0 0 15,0 0 0-15,-11 7 0 0,11-7 0 16,-14 6 0-16,14-6-13 15,-16 10-32-15,16-10-42 16,0 0 0-16</inkml:trace>
  <inkml:trace contextRef="#ctx0" brushRef="#br1" timeOffset="204233.66">20279 10414 401 0,'0'0'6'0,"0"0"3"0,-6-13 2 0,6 13 2 15,-2-14 1-15,2 14 1 16,0-18 0-16,6 8 1 0,6 2-5 15,2 0-11-15,7-1 0 16,3 5 0-16,2 2 0 16,0 2 0-16,-1 2 0 0,-2 5 0 15,-3 6 0 1,-1 1 0-16,-8 6 0 0,-6-3 0 16,-5 6 0-16,0-1 0 15,-8 0 0-15,-12 1 0 16,0-3 0-16,-7 1 0 0,-3-3 0 15,-3 2 0-15,1-5 0 16,5-5 0-16,0 2 0 16,5-4 0-16,4-1 0 0,6-3 0 15,12-4 0-15,0 0 0 16,0 0 0-16,20 3 0 16,-1-3 0-16,9-4 0 15,2-2 0-15,7 2 0 0,-3-4 0 16,4 4 0-16,-5-2 0 15,-1 2 0-15,-8 1 0 16,-4 0 0-16,-4 1 0 16,-4 2 0-16,-12 0 0 0,12 0 0 15,-12 0 0 1,0 0 0-16,0 0-7 0,0 0-15 16,0 0-61-16,0 0-4 15</inkml:trace>
  <inkml:trace contextRef="#ctx0" brushRef="#br1" timeOffset="205016.33">21044 10376 434 0,'0'0'5'0,"0"0"1"0,3-8 1 0,-3 8 1 0,-3-17 0 16,3 17 1-16,-17-11-1 16,-1 5 1-16,-4 4-5 15,-7 2-2-15,-4 2-1 16,-5 11 0-16,4 2-1 0,-1 2 1 15,3 3-1-15,7 2 1 16,5-1-1-16,7-1 0 16,13-1 1-16,3-4-1 15,15-3 0-15,7-5 0 0,7 2 0 16,3-9 1-16,2 0 0 16,0-6 1-16,-3-1 0 15,-4-5-2-15,-5-4 0 16,-4-4 0-16,-9 6 0 0,-5-3 0 15,-1-1 0-15,-4 5 0 16,-2 1 0-16,0 12 0 16,0-10 0-16,0 10 0 15,0 0 0-15,0 15 0 0,2-2 0 16,6 1 0-16,-1 2 0 16,3 1 0-16,7-3 0 15,8 1 0-15,-2-5 0 16,7 0-23-16,-3 8-54 0,5-18-9 15</inkml:trace>
  <inkml:trace contextRef="#ctx0" brushRef="#br1" timeOffset="205517.36">21335 10079 431 0,'0'0'5'0,"0"0"1"16,0 0 0-16,0 0 0 15,0 0 1-15,0 0 0 0,0 18 1 16,0 2-1-16,0 5-4 16,2 7-1-16,3 2 0 15,2 4 0-15,6 3 0 16,-1-3 0-16,2-6 0 16,-5-5-1-16,1-4 1 0,-5-4-1 15,3-7 1-15,-8-12 0 16,5 11 0-16,-5-11 1 15,0 0-3-15,0-11 0 0,0 2 0 16,0-6 0-16,0-2 0 16,0-1 0-16,7 1 0 15,2-2 0-15,4 4 0 0,4-1 0 16,1 4 0-16,5 2 0 16,1 5 0-16,3 5 0 15,-2 0 0-15,3 8 0 16,-3 4 0-16,-3 3 0 15,-2 5 0-15,-7-3-3 0,-6 2 1 16,-7 2 0-16,-5-1 0 16,-10-5 0-16,-5-1 1 15,-5 2 1-15,-7-7-1 16,-5 1 1-16,4-5 0 0,-4 0 0 16,4-3-2-16,1-2-3 15,7 3-7-15,0-3-19 16,11-3-51-16,14 3 0 15</inkml:trace>
  <inkml:trace contextRef="#ctx0" brushRef="#br1" timeOffset="206055.31">22108 10243 428 0,'0'0'6'0,"0"0"2"15,0-12 1-15,0 12 1 16,0-10 1-16,0 10 0 15,-18-13 0-15,6 11 0 0,-8 2-5 16,-4 7-6-16,-4 6 0 16,-2 4 0-16,5 3 0 15,-5 2 0-15,13 0 0 16,5 1 0-16,7-2 0 0,5 0 0 16,9-4 0-1,9-2 0-15,10-2 0 0,-1-4 0 16,8 2 0-16,2-10 0 15,2 5 0-15,-2-6-19 16,-4 0-65-16,5 0-1 0</inkml:trace>
  <inkml:trace contextRef="#ctx0" brushRef="#br1" timeOffset="206383.71">22338 10271 417 0,'0'0'4'15,"0"0"1"-15,0 0 1 16,-5 4 1-16,5-4 1 16,-12 15-1-16,8-5 1 0,-1 5 0 15,-1-2-3-15,6 2 0 16,0-1-2-16,6 4 1 16,6-6-1-16,8 0 1 0,1-4-1 15,7-3 1-15,2-3 0 16,0-2-2-16,2-2 2 15,-7-9-4-15,-2-1 0 16,-6-1 0-16,-7-4 0 0,-7 1 0 16,-3-2 0-16,-3 0 0 15,-7 1 0-15,-5 5 0 16,-3-1 0-16,-1 9 0 16,-4-1 0-16,1 5-4 0,-1 0-15 15,9 7-26-15,-2 1-42 16,7-1 0-16</inkml:trace>
  <inkml:trace contextRef="#ctx0" brushRef="#br1" timeOffset="206783.08">22793 10179 409 0,'0'0'5'0,"0"0"1"16,0 0 2-16,-14-5 0 0,7 5 2 15,-6 0 1-15,-2 0-1 16,0 0 1-16,-2 0-4 16,1 2-2-16,2 5-2 0,3 3-1 15,4-2-2-15,1 4 1 16,5-1-1-16,1 3 0 16,7-2-1-16,9 3 1 15,-2-2 1-15,11-1-1 0,-2 1 1 16,7-1-1-16,-4 1 1 15,1-4 0-15,1 1-1 16,-5 0 0-16,-1 1 1 16,-5-7-1-16,-8 3 0 0,-9-7 1 15,6 10-1-15,-6-10 1 16,-15 8-1-16,-2-8 0 16,-5 2 1-16,-4 0 0 15,-3-2 0-15,-4 0-1 16,4 0-5-16,-1 0-7 0,0 0-33 15,11 0-38-15,3-4-2 16</inkml:trace>
  <inkml:trace contextRef="#ctx0" brushRef="#br1" timeOffset="207502.59">23422 9849 396 0,'0'0'6'0,"0"0"2"15,-2-10 2-15,2 10 0 0,-11-4 1 16,11 4 1-16,-16 0 0 16,-1 2 0-16,-4 15-5 15,-6 8-2-15,0 8-1 16,-8 8-1-16,-1 9 0 0,-1 4 1 15,5 3-1-15,6 3-1 16,10-1 1-16,7 1-3 16,9-9 0-16,14 2 0 15,16-8 0-15,4-4 0 0,14-6 0 16,4-3 0-16,5-10 0 16,0-4 0-16,0-3 0 15,-4-8 0-15,-6-1 0 16,-10-5 0-16,-5-1 0 0,-9 0 0 15,-8 0 0-15,-5 0 0 16,-10 0 0-16,0 0 0 16,0 0 0-16,0 0 0 15,2-10 0-15,-2 10 0 0,0 0 0 16,0 0 0-16,0-6 0 16,0 6 0-16,0 0 0 15,-7-13 0-15,7 3-54 16,0 10-37-16</inkml:trace>
  <inkml:trace contextRef="#ctx0" brushRef="#br1" timeOffset="209483.44">23717 10093 375 0,'0'0'8'0,"0"0"2"16,0 0 3-16,0-11 2 0,0 11 2 15,0 0-2-15,-2-13 2 16,2 13 0-16,-10-4-6 16,10 4-3-16,-17 0-3 15,5 3-5-15,-4 4 0 0,-5 2 0 16,3 4 0-16,-7 4 0 15,5 3 0-15,0 3 0 16,-1-1 0-16,8 3 0 16,0-3 0-16,8 1 0 15,5-1 0-15,0 0 0 0,10-3 0 16,7-1 0-16,6-4 0 16,2-1 0-16,7-2 0 15,0-3 0-15,3 0 0 16,0-5 0-16,-5-1 0 0,-1 1 0 15,-4-3 0-15,-5 0 0 16,-5 0 0-16,-3 0 0 16,-2 0 0-16,-10 0 0 0,13 0 0 15,-13 0 0-15,0 0 0 16,0 0 0-16,0 0 0 16,0 0 0-16,0 0 0 15,0 0 0-15,0 0 0 0,0 0 0 16,0 0 0-16,0 0 0 15,0 0 0-15,0 0 0 16,0 0 0-16,0 0 0 16,0 0 0-16,0 0 0 15,-7 0 0-15,7 0 0 0,-18 0 0 16,6 0 0-16,-1 0 0 16,-4 0 0-16,-3 0 0 15,0 0 0-15,-2 0 0 16,-1-5 0-16,-2 2 0 0,6-2 0 15,-9 2 0-15,3-4 0 16,3 0 0-16,-2-4 0 16,3 4 0-16,-1-3 0 0,2 1 0 15,5-1 0-15,6 0 0 16,-5-2 0-16,10 0 0 16,-1-1 0-16,5-2 0 15,0-2 0-15,7 2 0 0,0-5 0 16,6 0 0-16,2 1 0 15,0-1 0-15,4-5 0 16,2 5 0-16,1-1 0 16,1 0 0-16,3 1 0 0,-1 3 0 15,0-1 0-15,0 4 0 16,1 2 0-16,-5 3 0 16,2 2 0-16,-5 2 0 15,-4 3 0-15,-1 2 0 16,-3 0 0-16,-10 0 0 0,12 0 0 15,-12 0 0-15,0 0 0 16,0 0 0-16,8 12 0 16,-8-12 0-16,0 0 0 0,-6 8 0 15,6-8 0-15,-17 10 0 16,2-5 0-16,-4 2 0 16,-4 0 0-16,-2 3 0 15,-5 0 0-15,3 0 0 0,-3 0 0 16,0 3 0-16,0 2 0 15,4-1 0-15,1 4 0 16,2-1 0-16,3 5 0 16,3 1 0-16,4-2 0 0,3 2 0 15,3 2 0-15,5-3 0 16,2 0 0-16,2-2 0 16,8 0 0-16,3-3 0 15,4 1 0-15,3-4 0 0,5-2 0 16,-1-1 0-16,6-4 0 15,2 3 0-15,3-7 0 16,0 2 0-16,0-3 0 16,0-2 0-16,2 3 0 0,-5-3 0 15,3-3 0-15,-6-2 0 16,-4 3 0-16,-2-1 0 16,-9-2 0-16,4 0 0 15,-18 5 0-15,15-5 0 0,-15 5 0 16,0 0 0-16,0 0 0 15,0 0 0-15,0 0 0 16,0 0 0-16,-7-7 0 16,7 7 0-16,-18-3 0 0,8 0 0 15,-4 2 0-15,1 1 0 16,-2-7 0-16,5 1-34 16,5-5-58-16,-2 3-4 15</inkml:trace>
  <inkml:trace contextRef="#ctx0" brushRef="#br1" timeOffset="209917.35">24135 9800 426 0,'0'0'5'16,"0"0"4"-16,0 0 2 15,0 0 1-15,0 0 1 0,0 0 0 16,0 0 0 0,8 0-4-16,1 1-9 0,7 10 0 15,4 6 0-15,4 5 0 16,8 9 0-16,3 3 0 0,5 6 0 15,0 4 0-15,-6 3 0 16,-4 3 0-16,-2 0 0 16,-15-1 0-16,1 4 0 15,-11-7 0-15,-6 2 0 0,-11-4 0 16,-2-5 0-16,-6-2 0 16,-6-1 0-16,4-7 0 15,-6-4 0-15,3-3 0 16,2-4 0-16,0-2 0 0,5-6 0 15,8 8-15-15,12-18-74 16,-15 10-3-16</inkml:trace>
  <inkml:trace contextRef="#ctx0" brushRef="#br1" timeOffset="-213380.23">23763 9480 173 0,'0'0'7'0,"0"0"2"15,0 0 6-15,0 0 3 16,0 0 3-16,2 5 3 0,-2-5 1 16,0 0 4-16,0 0-4 15,10 3 0-15,-10-3-2 16,0 0-3-16,5-8-1 15,3-4-2-15,1-7-1 16,3-6-2-16,9-8-1 0,1-7-2 16,8-10-4-16,5-4-7 15,4-11 0-15,1 1 0 16,-2 0 0-16,1 4 0 16,-6 9 0-16,-8 4 0 0,-4 12 0 15,-5 7 0-15,-7 14 0 16,-9 14 0-16,3-13 0 15,-3 13 0-15,0 0 0 16,0 0 0-16,0 0 0 0,0 0 0 16,0 0 0-16,0 0 0 15,0 7 0-15,0-7 0 16,0 13 0-16,0-13 0 16,0 15 0-16,0-15 0 0,0 0-61 15,0 12-28-15</inkml:trace>
  <inkml:trace contextRef="#ctx0" brushRef="#br1" timeOffset="-206246.41">15454 12101 324 0,'0'0'9'0,"0"0"4"16,0 0 3-16,0 0 5 16,0 0 0-16,0 0 2 15,0 0 0-15,0 0 1 0,0 0-7 16,-3-7-4-16,3 7-6 15,0 0-7-15,0 0 0 16,-15-5 0-16,15 5 0 0,-17 2 0 16,2 5 0-16,0 3 0 15,-7 3 0-15,5 5 0 16,-1-1 0-16,-2 2 0 16,8 1 0-16,0 0 0 15,6 0 0-15,6 0 0 16,2-3 0-16,11-2 0 0,4-3 0 15,6-2 0-15,2-5 0 16,5-3 0-16,2 1 0 16,0-3 0-16,-2 0 0 0,0-3 0 15,-5 1 0-15,-6-3 0 16,-1 3 0-16,-6 2 0 16,-12 0 0-16,13-5 0 15,-13 5 0-15,0 0 0 0,0 0 0 16,0 0 0-16,0 0 0 15,0 0 0-15,0 0 0 16,0 0 0-16,0 0 0 16,0 0 0-16,0 0 0 0,0 0 0 15,0 0 0-15,0 0 0 16,0 0 0-16,0 0 0 16,0 0 0-16,0 0 0 15,0 0-85-15,0 0-5 0</inkml:trace>
  <inkml:trace contextRef="#ctx0" brushRef="#br1" timeOffset="-205846.55">16144 12069 471 0,'0'0'5'0,"0"0"1"0,0 0 2 0,0 0 1 15,0 0-1-15,0 0-4 16,0 0-4-16,15-5 0 16,-3 5 0-16,4-2 0 15,1 2 0-15,5-3 0 16,6 3 0-16,-8-2-29 0,2-2-56 15,0 4-5-15</inkml:trace>
  <inkml:trace contextRef="#ctx0" brushRef="#br1" timeOffset="-205696.41">16127 12183 451 0,'0'0'5'0,"0"0"1"0,10 2 1 16,5-2 0-16,4 0 1 15,6 0-1-15,5-2-2 0,10 2-18 16,5-5-65-16,-1-1-4 16</inkml:trace>
  <inkml:trace contextRef="#ctx0" brushRef="#br1" timeOffset="-203796.78">16755 11990 368 0,'0'0'7'0,"0"0"6"16,13-15 2-16,-8 6 3 15,2 1 2-15,-2-5 2 0,2 3 0 16,2 0 1-16,-7 0-20 16,-2 10-3-16,0 0 0 15,0 0 0-15,0 15 0 16,-8 2 0-16,-4 8 0 0,0 3 0 15,-1 1 0-15,-2 6 0 16,-2-3 0-16,0-2 0 16,4-3 0-16,-2-5 0 15,5-4 0-15,0-6 0 0,0 1 0 16,10-13 0-16,-7 10 0 16,7-10 0-16,0 0 0 15,5 2 0-15,7-2 0 0,8 0 0 16,2-2 0-16,5-1 0 15,3-2 0-15,8 0 0 16,-3-2 0-16,0 4 0 16,-3-7 0-16,-2 10 0 15,2 0-86-15,-19-2-3 0</inkml:trace>
  <inkml:trace contextRef="#ctx0" brushRef="#br1" timeOffset="-203379.19">17047 12189 507 0,'0'0'4'0,"0"0"-4"0,0 0 0 16,2-14 0-16,-2 14 0 0,4-14 0 15,-1 4 0-15,2 2 0 16,0-2 0-16,8 5 0 16,-1 0 0-16,6 5 0 15,-1 0 0-15,3 5 0 16,-3 3 0-16,0 3 0 0,-5 6 0 16,-1-3 0-16,-11 8 0 15,0-2 0-15,-13 1 0 16,1 3 0-16,-8-5 0 15,3 1 0-15,-1-2 0 0,1-3 0 16,2-8 0-16,5 1 0 16,10-8 0-16,0 0 0 15,0 0 0-15,8 1 0 16,9-1 0-16,5-7 0 0,3-2 0 16,10-1 0-16,2-8-72 15,1-7-17-15</inkml:trace>
  <inkml:trace contextRef="#ctx0" brushRef="#br1" timeOffset="-203027.47">17275 11655 482 0,'0'0'4'0,"0"0"1"0,5-12 1 16,-5 12 0-16,17-12 2 15,-2 2-8-15,3 4 0 0,-1 2 0 16,3 4 0-16,2 0 0 16,-5 7 0-16,3 8 0 15,-5-3 0-15,-4 11 0 16,-4 2 0-16,-5-3 0 0,-2 6 0 16,0-2 0-16,-2-3 0 15,-4-1 0-15,2-3 0 16,2-1 0-16,-4-3 0 15,6-5 0-15,3 0 0 0,6-6 0 16,6 2 0-16,8-6 0 16,2 0 0-16,7 1 0 15,-2-2 0-15,-10-5-81 16,17 2-6-16</inkml:trace>
  <inkml:trace contextRef="#ctx0" brushRef="#br1" timeOffset="-202630.22">18098 11914 477 0,'0'0'5'0,"0"0"2"0,4-6 1 15,-4 6 1-15,0 0-4 16,8 0-5-16,-8 0 0 0,7 14 0 16,-7 4 0-16,0 7 0 15,0 7 0-15,2 0 0 16,2 5 0-16,-2 0 0 16,0-1 0-16,6 3-9 0,-1-9-77 15,-5-5-3-15</inkml:trace>
  <inkml:trace contextRef="#ctx0" brushRef="#br1" timeOffset="-202426.52">17958 12106 468 0,'0'0'5'0,"0"0"2"16,0 0 0-16,0 0 2 15,7-3 0-15,6 1-3 0,10-1-6 16,1-1 0-16,8-1 0 15,6 3 0-15,9-1 0 16,-2 3 0-16,-3-3 0 0,0 6 0 16,1 0-75-16,-16-3-14 15</inkml:trace>
  <inkml:trace contextRef="#ctx0" brushRef="#br1" timeOffset="-201096.77">18782 11955 379 0,'0'0'7'0,"0"-12"3"0,3 2 3 15,0-1 2-15,-1-5 2 16,1 0 2-16,-1-2 1 16,2 2 0-16,-2 3-9 0,-2 13-11 15,2-10 0-15,-2 10 0 16,-2 15 0-16,-4 3 0 16,-7 9 0-16,2 5 0 15,-4 3 0-15,-2 2 0 0,-1 0 0 16,-3 0 0-16,0-5 0 15,1-2 0-15,2-7 0 16,6-7 0-16,-2 1 0 0,5-11 0 16,9-6 0-16,-7 10 0 15,7-10 0-15,12 0 0 16,6-5 0-16,5 0 0 16,7-1 0-16,2-2 0 0,2-1 0 15,8 2 0-15,-7 0 0 16,3 0-31-16,-6 3-55 15,-8 0-3-15</inkml:trace>
  <inkml:trace contextRef="#ctx0" brushRef="#br1" timeOffset="-200613.46">19017 12203 474 0,'0'0'4'15,"0"0"3"-15,0 0 2 16,5-10 1-16,-5 10-3 16,7-15-7-16,-2 5 0 0,0 0 0 15,1-2 0-15,3 2 0 16,3 2 0-16,1 1 0 16,6 2 0-16,-1 5 0 15,1 0 0-15,2 0 0 0,-6 7 0 16,-5 3 0-16,-1 3 0 15,-6-1 0-15,-3 5 0 16,-5-2 0-16,-5 0 0 0,-3 0 0 16,0 0 0-16,-4-3 0 15,3 0 0-15,2-2 0 16,1-2 0-16,11-8 0 16,-7 12 0-16,7-12 0 15,9 10 0-15,5-5 0 0,0 0 0 16,4 0 0-16,-1 0 0 15,-2 0 0-15,0 3 0 16,0-3 0-16,-15-5 0 16,10 15 0-16,-10-8 0 0,0-7 0 15,-15 14 0-15,0-6 0 16,-4-3 0-16,-4 2 0 16,-4-4 0-16,-1-1 0 15,-6-2-14-15,4-20-65 0,2 13-8 16</inkml:trace>
  <inkml:trace contextRef="#ctx0" brushRef="#br1" timeOffset="-199663.47">19079 11517 415 0,'0'0'6'0,"0"0"2"0,0 0 3 16,0 0 2-16,0 0 1 16,0-13 1-16,0 13 0 15,0-12-1-15,0 12-14 0,5-16 0 16,5 8 0-16,5-2 0 16,-1-4 0-16,7 10 0 15,-2-3 0-15,1 4 0 0,5 3 0 16,-8 3 0-16,3 7 0 15,-8 6 0-15,-6 4 0 16,-4 5 0-16,-2 2 0 16,-8 6 0-16,-1-6 0 0,-6 3 0 15,0-6 0-15,-2 1 0 16,-1-8 0-16,11-3 0 16,7-14 0-16,-13 14 0 15,13-14 0-15,0 0 0 16,15 0 0-16,0 0 0 0,10-3 0 15,0-1 0-15,5-4 0 16,4 3 0-16,-1 0 0 16,-4 2 0-16,-1-1 0 0,-1-1-38 15,-4 7-48-15,-9 1-4 16</inkml:trace>
  <inkml:trace contextRef="#ctx0" brushRef="#br1" timeOffset="-199129.19">19618 12111 434 0,'0'0'6'0,"0"0"2"16,0 0 2-16,0 0 0 16,0 0 2-16,0 0 0 15,0-10 1-15,9 7-7 0,4 1-6 16,8 2 0 0,5-2 0-16,4-1 0 0,2 3 0 15,11-2 0-15,-3 2 0 16,5-2 0-16,-3 2 0 0,-3-3 0 15,-7 3 0-15,-2-3 0 16,-9 3 0-16,-5 0 0 16,-7 0 0-16,-9 0 0 0,0 0 0 15,0 0 0-15,-6 0 0 16,-4-3 0-16,10 3 0 16,-23-1-11-16,14 1-77 15,-1 0-2-15</inkml:trace>
  <inkml:trace contextRef="#ctx0" brushRef="#br1" timeOffset="-198630.14">20326 11960 458 0,'0'0'5'0,"0"0"1"16,0-17 3-16,2 7 2 15,1-1 0-15,5-1 0 0,1-2-11 16,1-4 0-16,3 4 0 16,-1 1 0-16,0 3 0 15,1 2 0-15,-1 6 0 16,6-1 0-16,-3 6 0 15,0 7 0-15,2 2 0 0,-2 6 0 16,-3 1 0-16,-2 5 0 16,-2-1 0-16,-8 5 0 15,0-2 0-15,-8 2 0 0,-7 2 0 16,1-2 0 0,-9-4 0-16,1 3 0 0,-1-8 0 15,4 2 0-15,1-8 0 16,4-1 0-16,5-2 0 15,9-10 0-15,-7 9 0 0,7-9 0 16,13 0 0-16,2 0 0 16,5 0 0-16,5-4 0 15,1-1 0-15,7-3 0 0,-1 6 0 16,-5-6 0-16,6 4-14 16,-4-2-73-16,-6-1-2 15</inkml:trace>
  <inkml:trace contextRef="#ctx0" brushRef="#br1" timeOffset="-198213.48">20828 11801 466 0,'0'0'4'0,"0"0"3"0,13-5 1 0,-13 5 0 0,9-2 1 16,-9 2 0-16,10 0-9 16,-4 9 0-16,-6 7 0 15,0 4 0-15,-6 5 0 0,-1 4 0 16,-3 6 0-16,-3-1 0 16,1 1 0-16,0-6 0 15,-3 2 0-15,3-7 0 16,1-2 0-16,1-7 0 15,3 0 0-15,7-15 0 16,-5 13 0-16,5-13 0 0,0 0 0 16,7 1 0-16,5-1 0 15,4-4 0-15,2 0 0 16,3-2 0-16,4 1 0 0,0 0 0 16,-2 0 0-16,-4 3 0 15,-1-6 0-15,-3 8 0 16,-15 0-23-16,14-2-64 15,-14 2-2-15</inkml:trace>
  <inkml:trace contextRef="#ctx0" brushRef="#br1" timeOffset="-197812.48">21047 12116 509 0,'0'0'2'0,"0"0"-2"0,0 0 0 16,7-10 0-16,-7 10 0 15,12-17 0-15,-4 9 0 16,2-2 0-16,0 1 0 0,2 0 0 16,3 5 0-16,-3 2 0 15,4 2 0-15,-2 2 0 16,2 2 0-16,-4 7 0 15,-2 3 0-15,-5-1 0 16,-5 4 0-16,0 3 0 0,-8 3 0 16,-4-3 0-16,-4 2 0 15,0-3 0-15,0-1 0 16,4-1 0-16,-2-5 0 16,5 1 0-16,2-3 0 0,7-3 0 15,0-7 0-15,10 8 0 16,8-8 0-16,4 0 0 15,6-3 0-15,4-2 0 0,3-2 0 16,7-3 0-16,-8 10-48 16,4-14-41-16</inkml:trace>
  <inkml:trace contextRef="#ctx0" brushRef="#br1" timeOffset="-197396.5">21722 11841 500 0,'0'0'4'0,"3"-10"1"16,-3 10-3-16,3-15-2 15,-3 15 0-15,0-17 0 0,0 17 0 16,0-12 0-16,0 12 0 15,-6 9 0-15,1 11 0 16,-7 3 0-16,3 6 0 16,-7 9 0-16,4-1 0 0,-3 3 0 15,3-4 0 1,5-3 0-16,-4-7 0 0,8-1 0 16,1-7 0-16,2-6 0 15,0-12 0-15,7 13 0 0,4-12 0 16,1-1 0-16,3-1 0 15,-1-4 0-15,9-3 0 16,-6 3 0-16,8-5 0 0,-2 3 0 16,0-1 0-16,-9 1 0 15,1 2 0-15,-3 1 0 16,-12 4-85-16,0 0-5 0</inkml:trace>
  <inkml:trace contextRef="#ctx0" brushRef="#br1" timeOffset="-196580.17">22006 12016 473 0,'0'0'5'0,"0"0"3"0,3-8 1 15,-3 8 2-15,2-11-6 16,-2 11-5-16,5-13 0 16,-5 13 0-16,12-14 0 0,-12 14 0 15,18-8 0-15,-6 6 0 16,5 2 0-16,-2 0 0 16,5 0 0-16,-1 5 0 15,2 0 0-15,-6 1 0 0,-3 2 0 16,-1-1 0-16,-7 2 0 15,-4 0 0-15,0 1 0 16,-10-3 0-16,-2 4 0 16,-4 4 0-16,4-8 0 0,-1 5 0 15,1-2 0-15,7-2 0 16,5-8 0-16,-7 17 0 16,7-7 0-16,7 0 0 15,3-3 0-15,3 3 0 0,2 0 0 16,2 1 0-16,4-3 0 15,-3 5 0-15,3-5 0 16,-4 4 0-16,-2-2 0 0,-3 0 0 16,-1-2 0-16,-9 0 0 15,-2 3 0-15,0-11 0 16,-22 13 0-16,4-6 0 16,-1 0 0-16,-9-2 0 15,-2 0 0-15,1-5 0 0,-4 2 0 16,3 1 0-16,1 0 0 15,-1-3-46-15,9 0-42 16,5-6-1-16</inkml:trace>
  <inkml:trace contextRef="#ctx0" brushRef="#br1" timeOffset="-195926.1">22652 11864 448 0,'0'0'4'0,"3"-11"3"0,-3 1 2 16,0 10 1-16,0-17 1 15,0 7 0-15,-9-3 0 16,0 6-11-16,-6 5 0 16,-5 2 0-16,-5 12 0 0,-5 5 0 15,3 6 0-15,-3 3 0 16,6 8 0-16,1-3 0 16,10 2 0-16,8-2 0 15,5-3 0-15,13-4 0 0,11 0 0 16,10-10 0-16,5-2 0 15,5-4 0-15,2-3 0 16,-2-5 0-16,6 0 0 16,-13-2 0-16,0-4-33 0,0-1-53 15,-17-5-2-15</inkml:trace>
  <inkml:trace contextRef="#ctx0" brushRef="#br1" timeOffset="-195596.78">22860 11960 461 0,'0'0'4'16,"0"0"2"-16,0 0 0 15,-10 0 0-15,10 0 1 0,-14 5 0 16,14-5 0-16,-15 15 0 16,10-4-7-16,2 2 0 15,3-1 0-15,0 1 0 16,10-3 0-16,8 0 0 0,5-6 0 15,-2 2 0-15,11-6 0 16,-4 0 0-16,2-6 0 16,-5 0 0-16,-5-4 0 15,-6-1 0-15,-6-1 0 0,-4-1 0 16,-4 2 0-16,-12-4 0 16,-2 2 0-16,-6 6 0 15,-4 2 0-15,2 0 0 16,6 5-25-16,0 5-60 15,2 3-4-15</inkml:trace>
  <inkml:trace contextRef="#ctx0" brushRef="#br1" timeOffset="-195246.16">23301 11893 463 0,'0'0'4'0,"0"0"0"0,0 0 1 16,-9-7 1-16,0 4 0 15,-3 1 0-15,-4 2 1 0,0 0 0 16,-7 0-4-16,0 2-3 16,6 5 0-16,0 0 0 15,0 4 0-15,4 3 0 0,8-1 0 16,5 2 0-16,5-3 0 16,8 2 0-16,8 1 0 15,4-2 0-15,3 2 0 16,2-2 0-16,-3-1 0 0,1-3 0 15,-12 4 0-15,2-1 0 16,-11-1 0-16,-7-4 0 16,0 3 0-16,-9 0 0 15,-7 0 0-15,0-3 0 16,-9 1 0-16,2-2 0 0,-2-2 0 16,1 1-6-16,-1-5-12 15,9-9-59-15,2 8-7 16</inkml:trace>
  <inkml:trace contextRef="#ctx0" brushRef="#br1" timeOffset="-194913.03">24080 11415 475 0,'0'0'4'0,"0"-12"2"0,0 12 1 16,-7-16 1-16,0 7 0 15,-11 6-5-15,-4 3-3 16,-6 12 0-16,-9 13 0 16,0 14 0-16,-2 14 0 0,-4 9 0 15,8 7 0-15,3 8 0 16,15 5 0-16,9-4 0 15,10 3 0-15,16-10 0 0,14-1 0 16,10-6 0-16,15-10 0 16,5-8 0-16,11-10 0 15,-3-16 0-15,6 0-78 16,-1-10-12-16</inkml:trace>
  <inkml:trace contextRef="#ctx0" brushRef="#br1" timeOffset="-192996.52">24299 11678 383 0,'0'0'7'0,"0"0"2"0,0-13 2 15,0 13 3-15,-2-15 0 16,-3 8 0-16,-2-3 1 16,-4 2 1-16,-3 1-6 15,-4 7-2-15,-7 0-5 0,1 10 0 16,-1 2-1-16,-5 6 0 16,2 4-2-16,-2 6 0 15,5 1 0-15,4 3 0 16,3 0 0-16,8 0 0 0,2 1 0 15,8-3 0-15,11-4 0 16,8-3 0-16,11-6 0 16,6 1 0-16,10-8 0 0,7-3 0 15,1-4 0-15,3-3 0 16,-5 0 0-16,1-3 0 16,-9-3 0-16,-9-1 0 15,-5 3 0-15,-10-4 0 0,-11 2 0 16,-9 6 0-16,13-6 0 15,-13 6 0-15,0 0 0 16,-2-10 0-16,2 10 0 16,0 0 0-16,-13-5 0 15,13 5 0-15,-10-2 0 0,10 2 0 16,-13 0 0-16,4-3 0 16,9 3 0-16,-17 5-85 15,17-5-6-15</inkml:trace>
  <inkml:trace contextRef="#ctx0" brushRef="#br1" timeOffset="-192513.28">24647 11316 407 0,'0'0'6'0,"0"0"2"0,0 0 3 15,8 0 1-15,-8 0 1 16,12 0 1-16,0 0 1 15,1 0 0-15,4 2-5 0,3 8-10 16,0 5 0-16,2 7 0 16,5 6 0-16,3 5 0 15,0 10 0-15,5 2 0 16,0 5 0-16,-5 0 0 0,-3-2 0 16,0 5 0-16,-9-1 0 15,-6 0 0-15,-10 0 0 16,-4-1 0-16,-10-1 0 0,-11-3 0 15,-7-2 0-15,-5-3 0 16,-4-1 0-16,-4-5 0 16,6-7 0-16,-3-4 0 15,6 0 0-15,7-8 0 0,2-5 0 16,7 4 0-16,1 4-64 16,17-20-27-16</inkml:trace>
  <inkml:trace contextRef="#ctx0" brushRef="#br1" timeOffset="-168729.37">16912 13679 409 0,'0'0'7'0,"5"-7"2"16,-5 7 2-16,8-13 2 15,-8 13 1-15,7-12 1 16,-7 12-1-16,10-10 1 0,-10 10-11 15,2 7-4-15,-2 13 0 16,-7 0 0-16,-3 7 0 16,-3 8 0-16,-4 5 0 15,-5 1 0-15,-6 0 0 0,1-1 0 16,-1-4 0-16,2-3 0 16,-1-7 0-16,2-1 0 15,4-10 0-15,7-3 0 16,1-2 0-16,3-3 0 0,10-7 0 15,0 0 0-15,7 8 0 16,9-8 0-16,3 0 0 16,4-2 0-16,9-4 0 15,3 6 0-15,2-1 0 16,1-2 0-16,-4 3 0 0,1 0 0 16,-7 0 0-16,-1 0 0 15,-5 3 0-15,-7-3-42 16,-1 0-43-16,-3 1-4 0</inkml:trace>
  <inkml:trace contextRef="#ctx0" brushRef="#br1" timeOffset="-168306.72">17335 14033 485 0,'0'0'4'0,"0"0"2"0,0 0 2 0,-12-10 0 15,12 10-8-15,-11-9 0 16,11 9 0-16,-12-18 0 0,6 8 0 16,6 1 0-16,0 1 0 15,0 8 0-15,11-17 0 16,1 12 0-16,6 2 0 15,2 3 0-15,4 0 0 16,-4 10 0-16,5 2 0 0,-8 6 0 16,-5 1 0-16,-6 6 0 15,-6 0 0-15,-6 5 0 16,-6-5 0-16,-3 0 0 0,-5-6 0 16,6 1 0-16,-2-5 0 15,4-3 0-15,12-12 0 16,-9 10 0-16,9-10 0 15,12 0 0-15,6-5 0 16,1-5 0-16,8-7 0 0,10 5 0 16,9-8-78-16,-5-7-11 15</inkml:trace>
  <inkml:trace contextRef="#ctx0" brushRef="#br1" timeOffset="-167944.46">17702 13501 484 0,'0'0'3'0,"0"0"0"0,0 0 1 15,-4-10 1-15,4 10 0 16,0-13 0-16,0 13-3 16,7-14-2-16,5 6 0 15,-2 4 0-15,5-2 0 0,0 4 0 16,2 2 0-16,-2 8 0 15,0 4 0-15,-2 2 0 16,-1 9 0-16,-5-2 0 0,-2 7 0 16,-2-1 0-16,-3 4 0 15,0-5 0-15,-3 2 0 16,-2-4 0-16,3-1 0 16,-1-4 0-16,3-1 0 15,8-3 0-15,2-3 0 0,7-5 0 16,1-1 0-16,2-6 0 15,9 3 0-15,-4-3-6 16,7-3-79-16,-7 0-3 0</inkml:trace>
  <inkml:trace contextRef="#ctx0" brushRef="#br1" timeOffset="-167728.82">18190 13714 504 0,'0'0'2'0,"0"0"1"16,0 0-1-16,0 0-2 16,0 13 0-16,2-7 0 15,0 9 0-15,3 3 0 0,-2 5 0 16,1 2 0-16,1 6 0 16,1-2 0-16,0 5 0 15,-6-10 0-15,8 5-8 16,-8 1-78-16,0-10-2 0</inkml:trace>
  <inkml:trace contextRef="#ctx0" brushRef="#br1" timeOffset="-167579.3">18100 13894 489 0,'0'0'4'0,"0"0"0"16,0 0 2-16,5-7-1 15,-5 7-2-15,18-10-3 16,-2 3 0-16,7-1 0 15,7-2 0-15,5 8-17 0,6-5-67 16,5-6-3-16</inkml:trace>
  <inkml:trace contextRef="#ctx0" brushRef="#br1" timeOffset="-167279.75">18731 13622 505 0,'0'0'3'0,"0"0"0"0,0 0-3 15,0 0 0-15,0 0 0 16,-5 11 0-16,2 0 0 0,-4 9 0 16,2 7 0-16,-3 3 0 15,-1 7 0-15,-1 5 0 16,-6 3 0-16,0-6 0 16,0 1 0-16,-1 0 0 15,2-10 0-15,1-1 0 0,3-6 0 16,1-5 0-16,6-4 0 15,4-7 0-15,0-7 0 16,9 5 0-16,7-5 0 16,5-1 0-16,7-8 0 0,4-3 0 15,6 5 0-15,-1-11 0 16,10-11-58-16,-4 13-33 16</inkml:trace>
  <inkml:trace contextRef="#ctx0" brushRef="#br1" timeOffset="-166779.81">18957 14043 474 0,'0'0'5'0,"0"0"2"16,-8-4 3-16,8 4 0 15,0-13-5-15,0 13-5 0,0-15 0 16,0 6 0-16,0 9 0 15,13-16 0-15,-1 8 0 16,1 4 0-16,4-1 0 16,-2 5 0-16,2 0 0 0,1 0 0 15,-3 2 0-15,-2 5 0 16,1 1 0-16,-7 2 0 16,-1 0 0-16,-4 2 0 15,-2-2 0-15,0 5 0 16,-4-5 0-16,-5 2 0 0,2 1 0 15,0-1 0-15,2-2 0 16,3 2 0-16,2-4 0 16,2 2 0-16,8 0 0 0,1-5 0 15,3 2 0-15,0 0 0 16,2 0 0-16,-4-4 0 16,-3 7 0-16,-9-10 0 15,13 12 0-15,-13-12 0 0,0 16 0 16,-13-11 0-16,4-1 0 15,-8 2 0-15,-3-1 0 16,-3-3 0-16,-4-2 0 16,5 0 0-16,-1 0 0 15,1-2 0-15,1-1-14 0,12 3-72 16,-1-8-2-16</inkml:trace>
  <inkml:trace contextRef="#ctx0" brushRef="#br1" timeOffset="-166069.61">19098 13452 450 0,'0'0'4'16,"0"0"3"-16,0-16 0 15,0 7 2-15,5-4 0 16,1-2 1-16,1-2 0 16,8 0-5-16,5-1-5 0,-2 5 0 15,3 6 0-15,7 2 0 16,-6 5 0-16,3 5 0 15,-3 8 0-15,-4 6 0 16,-6 6 0-16,-4 7 0 0,-8-2 0 16,-6 10 0-1,-6-4 0-15,-5 2 0 0,0-5 0 16,-4-4 0-16,7-4 0 16,1-6 0-16,6-1 0 15,7-8 0-15,7-5 0 16,11-2 0-16,9-2 0 0,8-1 0 15,7 0 0-15,3-1 0 16,4-7 0-16,-17 0-83 16,21 1-6-16</inkml:trace>
  <inkml:trace contextRef="#ctx0" brushRef="#br1" timeOffset="-165529.35">19804 13996 481 0,'0'0'4'0,"0"0"2"15,0 0 2-15,0 0 0 16,0 0-4-16,-5-5-4 15,5 5 0-15,0 0 0 0,18-5 0 16,-1 3 0-16,8 2 0 16,7-2 0-16,5 2 0 15,6-5 0-15,1 5 0 16,4 0 0-16,-6-3 0 16,-10 3 0-16,-2 0 0 0,-5-3 0 15,-10 3 0-15,-5 0 0 16,-10 0 0-16,0 0 0 15,0 0 0-15,-13 0 0 16,6 3 0-16,-5-3 0 0,1 3 0 16,2-3 0-16,9 0 0 15,-18 0-3-15,-1 0-86 16,19 0-2-16</inkml:trace>
  <inkml:trace contextRef="#ctx0" brushRef="#br1" timeOffset="-165046.2">20905 13684 445 0,'0'0'5'0,"0"0"2"15,7-10 2-15,-7 10 2 16,3-12-1-16,-3 12 1 16,0-15 2-16,0 15-13 0,-12-6 0 15,-4 9 0-15,-3 10 0 16,-6 4 0-16,0 6 0 15,0 3 0-15,3 9 0 16,2-3 0-16,10 3 0 16,2-2 0-16,8-4 0 0,13-2 0 15,6-4 0-15,11-6 0 16,5-2 0-16,8-7 0 16,-1-1 0-16,10-7 0 15,-2 0 0-15,-3 0 0 0,-2 0 0 16,-10-6 0-16,-5 5 0 15,-11-2 0-15,-1 0 0 16,-18 3 0-16,0 0 0 16,0 0-26-16,-10 6-63 0,-8 1-3 15</inkml:trace>
  <inkml:trace contextRef="#ctx0" brushRef="#br1" timeOffset="-164262.5">16656 14675 378 0,'0'0'5'0,"0"0"1"0,15 0 2 16,-3 0 1-16,11 0 2 16,5 0 0-16,11 0 1 15,16 0 1-15,14 0-3 0,9 0-2 16,21-3-1-16,17-1-1 16,11 1-1-16,17-4 0 15,15 1-1-15,10-3-1 16,13-1 0-16,14 2-2 15,8 1 1-15,10-3-1 0,12 3 0 16,4-1-1-16,11-2 2 16,0 6-2-16,10-4 0 15,-10 3 0-15,3-3 0 0,-8 2 0 16,-17-3 0-16,-13 2 0 16,-17 2 0-16,-25-2 0 15,-20-1 0-15,-28 1 0 16,-24 2 0-16,-19 0 0 0,-22 3 0 15,-21-4 0-15,-9 6 0 16,-14 0 0-16,-7 0 0 16,0 0 0-16,0 0 0 15,-10 0 0-15,-3 0 0 16,4 0 0-16,-8 0 0 0,1 0-71 16,3 0-20-16</inkml:trace>
  <inkml:trace contextRef="#ctx0" brushRef="#br1" timeOffset="-162644.99">17660 15172 347 0,'0'0'6'0,"0"0"4"0,0 0 4 16,0 0 3-16,-5-7 0 15,5 7 3-15,0 0 1 16,-3-10 0-16,3 10-3 16,5-12-5-16,-5 12-6 0,13-14-7 15,-1 3 0-15,4 1 0 16,-2 3 0-16,9-1 0 16,-1 3 0-16,3 5 0 0,-1 0 0 15,-1 8 0-15,0 4 0 16,-7 6 0-16,0-1 0 15,-9 8 0-15,-5 0 0 16,-2 2 0-16,-9 1 0 0,-4-2 0 16,-4-1 0-16,-8 0 0 15,2 0 0-15,-1-6 0 16,-1-1 0-16,3-6 0 16,4 1 0-16,1-8 0 15,4 2 0-15,13-7 0 0,-10 3 0 16,10-3 0-16,0 0 0 15,16 0 0-15,-2-8 0 16,9 6 0-16,2-6 0 16,-1 4 0-16,8-4 0 0,-2 3 0 15,-3 2 0-15,-2-2 0 16,-7 5 0-16,-3-2 0 16,-2 2 0-16,-13 0 0 15,12 0 0-15,-12 0 0 0,0 0 0 16,0 0 0-16,0 0 0 15,0 0 0-15,0 0 0 16,0 0 0-16,0 0 0 16,0 0 0-16,0 0 0 0,0 0 0 15,0 5 0-15,0-5 0 16,0-5-50-16,0 5-40 16,0 0-1-16</inkml:trace>
  <inkml:trace contextRef="#ctx0" brushRef="#br1" timeOffset="-160013.33">18505 15121 381 0,'0'0'9'0,"0"0"2"0,2-13 3 15,-2 13 2-15,10-12 2 16,-10 12 0-16,10-15 2 0,-10 15 0 16,12-13-16-16,-12 13-4 15,0 0 0-15,10-7 0 16,-10 7 0-16,0 0 0 15,0 0 0-15,0 0 0 0,0 0 0 16,0 0 0-16,0 0 0 16,0 0 0-16,0 0 0 15,0 0 0-15,0 0 0 16,0 5 0-16,0-5 0 0,0 0 0 16,0 0 0-16,0 0 0 15,0 0 0-15,0 0 0 16,0 0 0-16,0 0 0 15,0 0 0-15,0 0 0 0,0 0 0 16,0 0 0-16,0 0 0 16,0 0 0-16,0 0 0 15,0 0 0-15,0 0 0 16,0 0 0-16,0 0 0 0,0 0 0 16,0 0 0-16,-2 8 0 15,-6 4 0-15,-1 8 0 16,-4 3 0-16,-4 3 0 15,2 4 0-15,-5 5 0 0,0-3 0 16,0 3 0-16,3-8 0 16,-1-2 0-16,6-5 0 15,-1-3 0-15,1-5 0 16,12-12 0-16,-12 13 0 0,12-13 0 16,0 0 0-16,0 0 0 15,5 3 0-15,7-6 0 16,3-2 0-16,2 0 0 15,6-3 0-15,4 1 0 16,3-1 0-16,-2 1 0 0,1 0 0 16,-3 2 0-16,-2-1 0 15,-8 2 0-15,2 4 0 16,-10-7 0-16,4-3-55 16,-12 10-33-16,8-4-3 0</inkml:trace>
  <inkml:trace contextRef="#ctx0" brushRef="#br1" timeOffset="-159594.52">18895 15356 486 0,'0'0'4'0,"0"0"1"0,-10-7 3 0,10 7 0 16,-10-8-8-16,10 8 0 15,-5-12 0-15,5 12 0 16,0-17 0-16,0 7 0 16,3-1 0-16,6 3 0 0,9-1 0 15,-6 1 0-15,6 1 0 16,-4 6 0-16,7 1 0 16,-7 0 0-16,0 4 0 15,-3 6 0-15,-4 5 0 0,-7 0 0 16,0 5 0-16,-7-1 0 15,-5 6 0-15,-1-3 0 16,-4 1 0-16,-4-4 0 0,8 1 0 16,-1-5 0-16,7-5 0 15,0 0 0-15,7-10 0 16,2 8 0-16,8-6 0 16,8-2 0-16,5-2 0 0,3-4 0 15,12-1 0-15,-1 0 0 16,5-1 0-16,-7-9 0 15,-8 2-83-15,14 0-9 16</inkml:trace>
  <inkml:trace contextRef="#ctx0" brushRef="#br1" timeOffset="-159127.6">19528 15019 499 0,'0'0'3'0,"0"0"1"16,0 0 1-16,0 0-5 0,0 0 0 15,0 0 0-15,0 0 0 16,0 20 0-16,-9 0 0 16,-7 5 0-16,4 7 0 15,-9 6 0-15,3-2 0 0,-2 4 0 16,-3-4 0-16,1-3 0 15,4-3 0-15,4-7 0 16,3-4 0-16,2-2 0 16,4-7 0-16,5-10 0 0,-2 13 0 15,2-13 0-15,12 1 0 16,1-1 0-16,1-4 0 16,11 2 0-16,0-8 0 15,7 5 0-15,3-3 0 16,0 4 0-16,4-4 0 0,-4 5 0 15,-3-2 0-15,-5 3 0 16,-1 0 0-16,-11 2 0 16,-3 0 0-16,-12 0 0 0,10 0 0 15,-10 0 0-15,0 0 0 16,-10 4 0-16,10-4 0 16,-15 8-19-16,0-6-68 15,15-2-4-15</inkml:trace>
  <inkml:trace contextRef="#ctx0" brushRef="#br1" timeOffset="-158311.27">19958 15277 471 0,'0'0'5'0,"0"0"2"0,0 0 1 16,0-8 2-16,0 8 0 16,0-10-10-16,0 10 0 15,3-10 0-15,-3 10 0 16,17-12 0-16,-2 10 0 0,0 0 0 15,4-1 0-15,4 3 0 16,-3 0 0-16,0 3 0 16,0 4 0-16,-7 1 0 15,-6 2 0-15,-2-2 0 16,-3 3 0-16,-4 1 0 0,-5 1 0 16,-9-1 0-16,4 1 0 15,-1-4 0-15,1 1 0 16,0-2 0-16,4 1 0 15,3-1 0-15,5-8 0 0,0 15 0 16,10-10 0-16,5 0 0 16,3 5 0-16,1-5 0 15,1 2 0-15,3-2 0 0,-6 1 0 16,-2 1 0-16,-3 0 0 16,-12-7 0-16,5 12 0 15,-5-12 0-15,-9 15 0 16,-7-8 0-16,-3 1 0 15,-11-3 0-15,-2 3 0 0,-6-6-9 16,1-9-69-16,2 7-8 16</inkml:trace>
  <inkml:trace contextRef="#ctx0" brushRef="#br1" timeOffset="-148360.49">13947 14408 429 0,'0'0'5'0,"0"-11"2"0,0 11 2 0,-2-14 2 16,-2 3-1-16,-4-1 2 16,-5-1 0-16,-1 5 0 15,-4 2-8-15,-7 3-4 0,-5 6 0 16,-4 4 0-16,-3 8 0 16,-5 10 0-16,1 3 0 15,-1 4 0-15,5 5 0 16,0 2 0-16,7 1 0 15,8 0 0-15,4-3 0 0,8 2 0 16,10-6 0-16,3-4 0 16,15-4 0-16,11-5 0 15,8-6 0-15,10-5 0 0,3-2 0 16,5-7 0-16,-3 0 0 16,0 0 0-16,-4-3 0 15,-14-4 0-15,-1 4 0 16,-8-2 0-16,-11 3 0 0,-4-1 0 15,-10 3 0-15,9-2 0 16,-9 2 0-16,0 0 0 16,0 0 0-16,0 0 0 15,0 0 0-15,0 0 0 16,0 0 0-16,0 0 0 0,0-10 0 16,0 10 0-16,0 0 0 15,0 0 0-15,0 0-4 16,0 0-86-16,0 0-1 0</inkml:trace>
  <inkml:trace contextRef="#ctx0" brushRef="#br1" timeOffset="-148062.08">14460 14548 495 0,'0'0'3'0,"0"0"2"0,0 0-1 16,0 0 0-16,0 0-4 0,5-2 0 15,-5 2 0-15,9-5 0 16,5 0 0-16,-2 3 0 15,0-1 0-15,8 3-3 16,-6-3-37-16,9 3-45 0,-5 0-2 16</inkml:trace>
  <inkml:trace contextRef="#ctx0" brushRef="#br1" timeOffset="-147929.27">14424 14690 428 0,'0'0'3'0,"0"0"0"16,0 0 2-16,0 0 0 15,6 5 1-15,4-5 1 16,4 0-3-16,6 0-7 0,6-5-25 16,3 2-48-16,8-4-3 15</inkml:trace>
  <inkml:trace contextRef="#ctx0" brushRef="#br1" timeOffset="-147646.89">14984 14504 479 0,'0'0'4'0,"0"0"0"16,0 0 2-16,-4-10 1 0,4 10 0 16,-18-7-3-16,6 7-4 15,-6 0 0-15,-5 10 0 16,4 2 0-16,-6 7 0 0,5 5 0 15,5 0 0-15,5 4 0 16,2 1 0-16,8-4 0 16,5 0 0-16,8-9 0 15,6-3 0-15,14 4-9 0,13-9-76 16,-10-8-3-16</inkml:trace>
  <inkml:trace contextRef="#ctx0" brushRef="#br1" timeOffset="-147346.71">15118 14571 473 0,'0'0'2'0,"0"0"1"15,0 0 0-15,-12 5 0 16,12-5 1-16,-15 13 1 16,5-4 0-16,3 1-1 0,-1 3 0 15,3-1-2-15,5-2 1 16,0 2-3-16,9-2 0 15,7-3 0-15,2 1 0 0,3-5 0 16,4-3 0-16,3-3 0 16,-1-5 0-16,1-2 0 15,-7 0 0-15,-5 1 0 16,-4-5 0-16,-4 0 0 0,-6 0 0 16,-2 2 0-16,-10-4 0 15,0 9 0-15,-4-1 0 16,-6 8 0-16,2 0-40 0,1 3-45 15,4 2-4-15</inkml:trace>
  <inkml:trace contextRef="#ctx0" brushRef="#br1" timeOffset="-146996.68">15470 14561 463 0,'0'0'4'16,"0"0"0"-16,0 0 1 15,0 0-1-15,-7 0 2 16,0 0-1-16,-7 0 2 0,-2 3-1 16,2 1-3-16,-4 4-1 15,0 2 0-15,6 2-2 16,2 1 0-16,6-2 0 0,4 0 0 16,4 3 0-16,4-3 0 15,6 1 0-15,2 1 0 16,0-5 0-16,2 3 0 15,-2-1 0-15,0 0 0 16,-6 1 0-16,1-3 0 0,-9 3 0 16,-2-11 0-16,-2 14 0 15,-7-8 0-15,-3 1 0 16,-8-2 0-16,6 0 0 16,-11-5 0-16,0 4-13 0,1-4-19 15,-1-4-51-15,4-3-3 16</inkml:trace>
  <inkml:trace contextRef="#ctx0" brushRef="#br1" timeOffset="-146761.28">15433 14347 456 0,'0'0'4'0,"0"0"3"0,0 0 1 15,0 0 2-15,5-7 1 16,-5 7 1-16,0 0-9 16,11-7-3-16,-11 7 0 0,12-7 0 15,-3 4 0 1,2 3 0-16,4 0 0 0,5 0 0 16,-2-2 0-16,6-1-86 15,3 1-3-15</inkml:trace>
  <inkml:trace contextRef="#ctx0" brushRef="#br1" timeOffset="-146563.2">15849 14207 511 0,'0'0'0'0,"0"0"0"16,0 0 0-16,0 9 0 15,0 2 0-15,5 1 0 16,-3 10 0-16,1 0 0 0,1 6 0 15,-1 7 0-15,-1-4 0 16,6 2-82-16,-5-2-5 16</inkml:trace>
  <inkml:trace contextRef="#ctx0" brushRef="#br1" timeOffset="-146146.15">16641 13399 454 0,'0'0'2'15,"0"0"1"-15,0 0-1 16,-7 17 2-16,-8 11 1 16,-7 19 2-16,-8 9 1 0,-5 24 1 15,-10 16-3-15,-2 26 1 16,-3 10-3-16,1 13-4 15,4 6 0-15,10 0 0 0,8 4 0 16,10-7 0-16,17-4 0 16,9-7 0-16,26-9 0 15,20-12 0-15,19-12 0 0,29-5 0 16,5-13-63-16,32-16-26 16</inkml:trace>
  <inkml:trace contextRef="#ctx0" brushRef="#br1" timeOffset="-145446.5">21966 13318 457 0,'0'0'1'0,"0"0"2"15,10 0 0-15,2 12 1 16,9 8 0-16,4 14 3 0,12 16 1 16,4 12 1-16,7 19 0 15,4 19-3-15,0 16-6 16,1 13 0-16,-12 7 0 16,-8 8 0-16,-24 4 0 15,-11 6 0-15,-24 0 0 16,-29-3 0-16,-25 2 0 0,-22 1 0 15,-24-8 0-15,-19 10 0 16,-19-12-73-16,-19-5-18 0</inkml:trace>
  <inkml:trace contextRef="#ctx0" brushRef="#br1" timeOffset="-140646.72">13876 14046 246 0,'0'0'7'0,"-11"-3"2"16,11 3 1-16,-19-10 3 15,6 3 1-15,-4-1 1 16,-3 1 1-16,-5-2 0 16,-5 3-6-16,0 6-1 15,-4 6-2-15,-3 8-2 0,-3 9-3 16,-3 6 0-16,2 5 0 15,-1 9-2-15,-1 6 0 16,3 6 0-16,6 2 0 0,-1 9 1 16,8 2 0-16,-1 1 0 15,10 3 1-15,4 2-1 16,11-2 1-16,3 3 0 16,10-9-1-16,10 1 0 0,10-11 0 15,10 2 1-15,4-14-2 16,8-6 0-16,6-8-2 15,1-11-3-15,11-6-2 16,-6-11-6-16,9-4 0 16,1-11 0-16,-2-5 2 0,0-3 3 15,-7-9 6-15,-1-2 4 16,-11-8 5-16,-2 0 4 16,-10-7 2-16,-15-8 1 15,-5-4-1-15,-12-5-3 0,-5-2-3 16,-8-7 0-16,-10-1 0 15,-9-3 0-15,-9 3-1 16,-3 3 2-16,-7 3 0 16,-6 6-1-16,-4 12-1 0,-3 9-2 15,-1 12-5-15,-4 5-10 16,5 10-63-16,1 14-4 16</inkml:trace>
  <inkml:trace contextRef="#ctx0" brushRef="#br1" timeOffset="-139311.39">10171 6073 391 0,'0'0'7'0,"0"0"2"16,0 0 2-16,0 0 0 15,-3-9 0-15,3 9 0 16,0 0 0-16,0 0 1 0,0 0-7 16,0 9-2-16,5-1-2 15,6 2 0-15,-4 0 1 16,5 0-1-16,1 0 1 16,1 0-1-16,4-5 0 15,-6 0 0-15,4-3 0 0,-2 1 0 16,-3-3 1-16,-2 0-1 15,1-3 1-15,-3-4 0 16,4-3 1-16,-2-5 1 0,1-5-1 16,3-2-3-16,-1-5 0 15,1-4 0-15,1 2 0 16,2 0 0-16,-2-1 0 16,4 3 0-16,-8 4 0 15,-1 3 0-15,0 8 0 0,-2 2 0 16,-7 10 0-16,0 0 0 15,0 0 0-15,0 0 0 0,0 15 0 16,-3-2-76-16,3-4-11 16</inkml:trace>
  <inkml:trace contextRef="#ctx0" brushRef="#br1" timeOffset="-138028.33">9719 5342 38 0,'0'0'1'16,"0"0"1"-16,0 0-1 15,0 0-1-15,0 9 1 0,0-9 0 16,0 0 0-16,0 0 3 15,0 0 1-15,0 0 0 16,0 0 5-16,0 0-1 16,0 0 1-16,0 0 2 0,0 0 1 15,0 0-2-15,0 0 2 16,0 0 0-16,0 0 2 16,0 0 0-16,0 0 1 15,0 0 1-15,0 0-1 0,0 0-1 16,0 0 3-16,0 8-2 15,0-8-2-15,15 0-2 16,-2-3-1-16,1-5 0 16,9 1-3-16,2-3-1 0,12-8-3 15,2 1-2-15,10-7-2 16,12-4 1-16,8-7 0 16,10-2-1-16,8-7 2 15,10-6-1-15,8 0 0 16,10-1 0-16,-4-6 0 0,3 2-1 15,1-1 0-15,1 0 0 16,-4 0 0-16,5 1-1 16,-8 1 1-16,1 0-1 0,-4 2 2 15,-1 2 0-15,-6 2 0 16,-2 6 0-16,-12 3 0 16,-14 9 1-16,-8 3 3 15,-16 7 3-15,-10 3 0 0,-12 4 0 16,-8 6 0-16,-17 7 0 15,11-7-1-15,-11 7 0 16,0 0-4-16,0 0-2 16,0 0-2-16,0 0-4 0,0 0-7 15,-5 7-24-15,5-7-36 16,-11 7-5-16</inkml:trace>
  <inkml:trace contextRef="#ctx0" brushRef="#br1" timeOffset="-137196.71">10630 5028 345 0,'0'0'6'0,"0"0"3"0,0 0 3 15,3-10 1-15,-3 10 0 16,8-4 2-16,-8 4 1 15,17 0 0-15,-7 0-4 0,5 4-3 16,3 6-2-16,1-2 0 16,4 4-2-16,2 1 0 15,2 2-2-15,1 0 0 0,-2 4-1 16,1 3 0-16,-2 1-1 16,1 7 0-16,-6-4 0 15,-6 5 0-15,2-1 0 16,-7 1-1-16,-9 4 2 0,0-3 0 15,-2 3 0-15,-12-5-2 16,0 2 0-16,-6-2 0 16,1-3 0-16,-5-4 0 15,5-2 0-15,-4-3 0 16,4-6 0-16,1 1 0 16,4-8 0-16,3 0 0 0,11-5 0 15,-12 4 0-15,12-4 0 16,0 0 0-16,0-9-12 15,16-4-17-15,5 3-53 16,-12-2-4-16</inkml:trace>
  <inkml:trace contextRef="#ctx0" brushRef="#br1" timeOffset="-136279.28">11198 5016 359 0,'0'0'6'0,"0"0"4"0,0-12 3 15,0 12 0-15,-3-13 1 0,3 13 1 16,-10-10 1-16,10 10 0 16,-12 0-5-16,4 3-4 15,-2 10-2-15,2 4-1 16,1 7-1-16,-3 4-1 0,2 4 0 16,4 2-1-16,1 4 0 15,3-4 0-15,0-2 0 16,5-2 0-16,5-5 0 15,3-5-1-15,1-5 1 0,6-3 0 16,3-4 0-16,2-6 0 16,-1-2 0-16,3 0 0 15,3-6 0-15,-2-2 1 16,-1-5-2-16,-2 1 0 16,-2-4 0-16,-4-1 0 0,-1 0 0 15,-6-6 0-15,-5-2 0 16,-1 3 0-16,-6-6 0 15,0-1 0-15,-8 2 0 16,-4 0 0-16,-4 0 0 0,2 4 0 16,-6 1 0-16,0 5 0 15,0 2 0-15,2 5 0 16,-3 0 0-16,1 8 0 16,-1 2 0-16,2 0 0 0,-1 2 0 15,1 5 0-15,1 4 0 16,0 3 0-16,1-2 0 15,4 4 0-15,1-2 0 0,7 4 0 16,-2-5 0-16,7 1 0 16,0-2 0-16,0-2 0 15,10 4 0-15,-3-6 0 16,6 0 0-16,1-3 0 16,2 0 0-16,1-2 0 0,3-1 0 15,-1-2 0-15,6 0 0 16,-2-2 0-16,7-4 0 15,-5-1 0-15,4 2 0 16,-1-5 0-16,-2 5 0 0,-3-5 0 16,-3 3 0-16,-3 3 0 15,-2-2 0-15,-7 4 0 16,-8 2 0-16,9-5 0 0,-9 5 0 16,0 0 0-16,0 0 0 15,0 0 0-15,0 0 0 16,-7-4 0-16,7 4 0 15,-12 0 0-15,12 0 0 0,-13 0 0 16,13 0 0-16,-10 0 0 16,10 0 0-16,0 0 0 15,-7 11 0-15,7-11 0 16,0 0-32-16,5 0-58 16</inkml:trace>
  <inkml:trace contextRef="#ctx0" brushRef="#br1" timeOffset="-133513.33">11644 5204 425 0,'0'0'5'0,"0"0"3"0,0 0-1 16,0-9 3-16,0 9 0 15,0 0 2-15,3-13-1 16,-3 13 1-16,13-7-5 0,-6 4-3 16,5-2-4-16,3 3 0 15,2-3 0-15,-1 0 0 16,0 5 0-16,2-2 0 15,-6 2 0-15,4 0 0 16,-16 0 0-16,9 14 0 16,-9-2 0-16,-2 1 0 0,-8 2 0 15,1 0 0-15,-4-1 0 16,1 2 0-16,-1-4 0 16,3-3 0-16,5 2 0 15,5-11 0-15,-5 9 0 0,5-9 0 16,10 5 0-16,1-5 0 15,3 0 0-15,3 0 0 16,1 0 0-16,-1 0 0 0,3 0 0 16,-2 0 0-16,-2 3 0 15,2 2 0-15,-6-2 0 16,-5 4 0-16,-7-7 0 16,14 12 0-16,-14-12 0 0,0 18 0 15,-11-8 0-15,1 1 0 16,-9 2 0-16,-4-3 0 15,-3 3 0 1,0-3 0-16,1-3 0 0,-6-2 0 16,8 2 0-16,-5-7 0 0,8 3 0 15,6-3 0-15,3 0 0 16,-1 0 0-16,12 0 0 16,5 7-46-16,-5-7-43 15</inkml:trace>
  <inkml:trace contextRef="#ctx0" brushRef="#br1" timeOffset="-131829.22">18505 4989 387 0,'0'0'6'0,"0"0"2"15,2-12 3-15,-2 2 2 0,0-3 1 16,0 1 2-16,0-1 0 16,-2 1 2-16,-8 5-6 15,0 4-2-15,-7 6-10 16,-3 11 0-16,-6 11 0 0,2 10 0 15,-3 4 0-15,0 11 0 16,4 2 0-16,0 2 0 16,9-1 0-16,3-4 0 15,9-2 0-15,4-8 0 0,11-3 0 16,4-9 0-16,8-7 0 16,5-3 0-16,5-10 0 15,5-7 0-15,-3 0 0 0,3-13 0 16,-1-3 0-16,2-9 0 15,-7-3 0-15,-4-8 0 16,-7-7 0-16,-6-1 0 16,-11-6 0-16,-6 1 0 15,-6-1 0-15,-9 6 0 0,-10-1 0 16,2 12 0 0,-6 7 0-16,-4 8 0 0,1 8 0 15,0 5 0-15,0 5 0 16,2 8 0-16,0 4 0 0,7 8 0 15,4-1 0-15,6 9 0 16,6 5 0-16,7-7 0 16,5 4 0-16,12 0 0 0,5-3 0 15,8-7 0-15,6-3 0 16,3-4 0-16,2-6 0 16,3-4 0-16,-5-3 0 15,-4 0 0-15,0-3 0 0,-8-2 0 16,-7-2 0-16,2-3-55 15,-7 6-33-15,-5-2-3 16</inkml:trace>
  <inkml:trace contextRef="#ctx0" brushRef="#br1" timeOffset="-131196.04">18855 5428 482 0,'0'0'4'0,"0"0"-1"0,-5-15 3 16,5 15 1-16,-7-18 0 15,7 7-5-15,0-6-2 16,0 6 0-16,7 1 0 0,6 0 0 16,4 0 0-16,8 2 0 15,-2 6 0-15,2-1 0 16,1 3 0-16,-1 3 0 15,-2 2 0-15,-9 2 0 0,-1 6 0 16,-6-1 0-16,-7 2 0 16,-2 3 0-16,-5-1 0 15,-6-3 0-15,-2 2 0 16,2-3 0-16,1 1 0 0,5-5 0 16,2 3 0-16,5-11 0 15,0 14 0-15,10-6 0 16,4-3 0-16,2 0 0 0,2 2 0 15,-2-4 0-15,2 5 0 16,1-1 0-16,-6-2 0 16,-1 0 0-16,-12-5 0 15,12 12 0-15,-12-12 0 0,-9 13 0 16,-6-6 0-16,-5-2 0 16,-5 0 0-16,-5 0 0 15,-4 0 0-15,-1-3 0 16,-2 1 0-16,2-3 0 15,8 0 0-15,-3-3-30 0,12-4-56 16,9-6-3-16</inkml:trace>
  <inkml:trace contextRef="#ctx0" brushRef="#br1" timeOffset="-130978.93">19393 5132 480 0,'0'0'4'0,"0"0"2"0,0 0 0 0,0-9 1 15,0 9 1-15,11-10-8 16,2 2 0-16,-1 4 0 0,3-5 0 16,10 8 0-16,0-2 0 15,7 3-10-15,23 0-76 16,-28 4-2-16</inkml:trace>
  <inkml:trace contextRef="#ctx0" brushRef="#br1" timeOffset="-130827.64">19392 5261 463 0,'0'0'4'16,"0"0"1"-16,0 0 1 16,7 0 1-16,3 0 0 0,8 0 0 15,7 0 0-15,5-2-2 16,7-3-5-16,7-5-13 15,-6 0-69-15,13 3-4 16</inkml:trace>
  <inkml:trace contextRef="#ctx0" brushRef="#br1" timeOffset="-130480.5">20066 4942 479 0,'0'0'4'0,"0"0"2"15,0 0 0-15,0 0 0 16,0 0 1-16,-3 7-4 16,0 8-3-16,0 2 0 15,3 8 0-15,-2 7 0 0,2-3 0 16,0 9 0-16,2-5 0 16,1 1 0-16,7-3 0 15,-5-10-9-15,-10 2-77 16,15-4-2-16</inkml:trace>
  <inkml:trace contextRef="#ctx0" brushRef="#br1" timeOffset="-130026.74">20599 4944 465 0,'0'0'4'0,"0"0"2"15,-4-15 0-15,-6 8 2 16,-8-4 0-16,3 4 1 15,-7 0-4-15,-3 0-5 16,-5 3 0-16,3 4 0 0,-1 9 0 16,6 0 0-16,5 7 0 15,4 0 0-15,8 5 0 16,5 1 0-16,8-3 0 0,9 5 0 16,6-3 0-16,7-1 0 15,2 1 0-15,2 0 0 16,1-1 0-16,-3-5 0 15,3 5 0-15,-8-5 0 0,-4-1 0 16,0 0 0-16,-9 0 0 16,-11-4 0-16,-3 2 0 15,-8-4 0-15,-12-1 0 16,-1-2 0-16,-7-3 0 0,-4 1 0 16,-3-3 0-16,-1-3 0 15,4-6 0-15,2-1 0 16,11-5 0-16,1-5 0 0,11-1 0 15,5 0 0 1,2-4 0-16,12 0 0 0,8 2 0 16,5 2 0-16,7 1 0 15,-2 7 0-15,-1 13-64 16,4-12-23-16,2 4-2 16</inkml:trace>
  <inkml:trace contextRef="#ctx0" brushRef="#br1" timeOffset="-129679.58">20912 4949 447 0,'0'0'6'0,"0"0"1"15,-5-2 1-15,5 2 0 16,-14 0 1-16,3 7 0 16,2 3 0-16,-4 5-1 0,6 3-8 15,2 3 0-15,2 4 0 16,3-2 0-16,10 2 0 15,5-3 0-15,2-5 0 0,8-5 0 16,5-1 0-16,0-9 0 16,5-2 0-16,-3-10 0 15,0-3 0-15,-2-4 0 16,-5-6 0-16,-7-2 0 16,-6 1 0-16,-7-5 0 15,-5 6 0-15,-10-1 0 0,-8 6 0 16,-6 3 0-16,-6 9 0 15,-2 0 0-15,5 8 0 16,-6 6 0-16,11 9 0 0,-1-5-37 16,11 8-49-16,4-3-4 15</inkml:trace>
  <inkml:trace contextRef="#ctx0" brushRef="#br1" timeOffset="-129246.64">21471 4991 483 0,'0'0'4'0,"0"0"2"0,0 0 0 0,0 0 2 16,8 0-4-16,-8 0-4 15,10 3 0-15,0 0 0 16,3-2 0-16,4-1 0 0,5 6 0 16,6-4 0-16,4 1 0 15,7-1 0-15,9-2 0 16,1 0 0-16,4 0 0 16,-3-2 0-16,-1-1 0 0,-4 1 0 15,-10-4 0-15,-5 5 0 16,-11 1 0-16,-4-6 0 15,-15 6 0-15,0 0 0 16,0 0 0-16,-9-2 0 16,0 2 0-16,-3 0 0 0,-1 0 0 15,1 2 0-15,3 1 0 16,-1 1 0-16,-1-4 0 16,11 0 0-16,-12 25-54 15,12-25-38-15</inkml:trace>
  <inkml:trace contextRef="#ctx0" brushRef="#br1" timeOffset="-128596.72">22701 4806 410 0,'0'0'6'0,"0"0"2"0,-5-15 1 16,5 15 2-16,-14-13 0 0,3 8 1 16,-2 0 0-16,-6 5 2 15,-2 0-5-15,-5 10-3 16,-3 8-3-16,-4 6-3 0,1 4 0 15,0 6 0-15,4 4 0 16,6-1 0-16,10 3 0 16,6-1 0-16,8-4 0 15,19-3 0-15,5-5 0 0,14-4 0 16,8-4 0-16,5-5 0 16,5-5 0-16,2-5 0 15,2-4 0-15,-2 0 0 16,-5 0 0-16,-10-4 0 0,-8-2 0 15,-7 2 0-15,-11-2 0 16,-3 5 0-16,-16 1 0 16,0 0 0-16,4-11 0 15,-4 11 0-15,0 0 0 16,-4-6 0-16,4 6 0 0,-10-1 0 16,10 1 0-16,-11 0 0 15,11 0 0-15,-14 1 0 16,14-1 0-16,-13 6 0 0,-2-3-81 15,15-3-14-15</inkml:trace>
  <inkml:trace contextRef="#ctx0" brushRef="#br1" timeOffset="-127277.74">18763 4513 239 0,'0'0'3'16,"-12"-10"1"-16,-4 3 2 0,-10 7 1 15,-12 0 5-15,-11 5 3 16,-13 15 2-16,-13 10 1 16,-9 17-1-16,-8 24 0 15,2 19-1-15,1 8-1 16,4 19-4-16,13 4 1 0,17 11-1 16,23-3-1-16,23-3-2 15,16-10 1-15,27-11-1 16,26-11 0-16,14-10-1 15,18-12-4-15,13-18-1 0,9-12-2 16,5-14 0-16,3-16-1 16,0-12 2-16,-8-17-1 15,-5-16 1-15,-6-16-1 0,-20-13 1 16,-12-15 0-16,-18-17-1 16,-12-10-1-16,-18-13-2 15,-14-9 1-15,-13-8-1 16,-17-2 1-16,-16 5 0 0,-13 8 0 15,-19 18 1-15,-21 26 2 16,-18 22-1-16,-22 32 0 16,-20 30 0-16,-16 39-4 15,-13 35-19-15,-5 38-56 16,13 27 2-16</inkml:trace>
  <inkml:trace contextRef="#ctx0" brushRef="#br1" timeOffset="-122696.56">18840 4186 340 0,'0'0'6'0,"0"0"2"15,3 10 3-15,-1 1-1 16,1-2 2-16,1 3 0 16,1 6 2-16,6-4 0 15,-4 4-5-15,5-4-1 0,3 1 0 16,0-5 0-16,-2-2 2 16,6-8 1-16,1-2 1 15,3-16 0-15,7-11-6 0,7-11-6 16,20-25 0-16,22-24 0 15,33-20 0-15,35-29 0 16,49-19 0-16,27-14-18 16,56-32-69-16</inkml:trace>
  <inkml:trace contextRef="#ctx0" brushRef="#br1" timeOffset="-110980.16">15555 10076 400 0,'0'0'5'15,"0"0"3"-15,0 0 3 16,-12-7 3-16,12 7 0 15,-9-4 2-15,9 4 1 0,-9-10 0 16,9 10-8-16,0-10-9 16,5 0 0-16,6 0 0 15,6 0 0-15,3-2 0 0,5 2 0 16,0-1 0-16,5 4 0 16,-4 6 0-16,-3 1 0 15,0 1 0-15,-9 12 0 16,-4-1 0-16,-7 8 0 0,-3 3 0 15,-5 2 0-15,-8 0 0 16,1-1 0-16,-3 1 0 16,-2-8 0-16,6 0 0 0,2-2 0 15,1-5 0-15,8-10 0 16,-2 10 0-16,2-10 0 16,12 0 0-16,6 0 0 15,3-7 0-15,2-4 0 16,5-1 0-16,-1-2 0 0,5-2 0 15,-4 2 0-15,-3 1 0 16,-6-2 0-16,-1 6 0 16,-4 3 0-16,-3 2 0 15,-11 4 0-15,9-3 0 0,-9 3 0 16,0 0 0-16,0 0 0 16,0 0 0-16,0 0 0 15,0 0 0-15,0 7 0 16,0 3 0-16,0 0-48 0,-2 2-44 15</inkml:trace>
  <inkml:trace contextRef="#ctx0" brushRef="#br1" timeOffset="-110046.79">15516 11749 402 0,'0'0'6'0,"0"0"4"0,0 0 1 0,0 0 3 16,0 0 2-16,0 0 0 16,-12-6 2-16,12 6 0 15,-6-9-18-15,6 9 0 0,0-9 0 16,0 9 0-16,8-16 0 16,7 8 0-16,0 0 0 15,2-2 0-15,5 2 0 16,1 3 0-16,1 3 0 15,0-1 0-15,0 3 0 0,-4 7 0 16,-6 4 0-16,2-1 0 16,-6 5 0-16,-6-1 0 15,-1 3 0-15,-3-2 0 16,0 3 0-16,-5-3 0 0,0-1 0 16,0 1 0-16,-1-5 0 15,2 1 0-15,4-11 0 16,0 9 0-16,0-9 0 0,8 5 0 15,4-5 0-15,6-3 0 16,-6-2 0-16,8-1 0 16,-3-3 0-16,3 2 0 0,-1-2 0 15,-3 0 0-15,-4 5 0 16,-2-3 0-16,-2 4 0 16,-8 3 0-16,12-5 0 15,-12 5 0-15,0 0 0 0,0 0 0 16,0 0 0-16,0 0 0 15,0 0 0-15,0 0 0 16,0 0 0-16,0 0 0 16,0 0 0-16,0 0 0 15,8 5-85-15,-8-5-9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4:18:45.30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15466 11179 85 0,'0'0'6'16,"0"0"7"-16,0 0 4 15,0 0 2-15,0 0 3 0,0 0 0 16,0 0-1-16,0 0-2 16,0 0-7-16,0 0-4 15,0 0-2-15,0 0-4 16,10-4-1-16,0 4-1 0,8 0 1 16,-1 1 1-16,10 2 2 15,0-3 0-15,13 0-2 16,3 0-1-16,3 0 1 0,7 0-1 15,-2-4 0-15,9 1 0 16,-3 0 0-16,6-1-1 16,-5-2 1-16,3 4-1 15,6 0 0-15,0-3 0 0,5 2 0 16,5-1 0-16,3-2 0 16,2 4 0-16,7-3 0 15,-2 0 0-15,1 0 0 16,8-3 0-16,-4 3 0 0,-3 1 0 15,6-1 0-15,-6 0-1 16,5-3 1-16,3 1 0 16,0 2 0-16,-5-3 1 0,6 1-1 15,-6 2 0-15,7-2 0 16,2 0 1-16,-4-1-2 16,0-5 0-16,6 7 0 15,-4-5 0-15,-1 4 0 16,13-3 0-16,-12 2 1 0,2-1-1 15,4 1 1-15,-5 3 0 16,1-2 0-16,-2-1 0 16,6 6 0-16,-1-6 0 15,-1 3-1-15,-2 0 1 0,-2 0 0 16,11 0 0-16,-8 0 0 16,4 1 1-16,-1 1-1 15,-6-4 0-15,0 4 0 16,4-2 0-16,-6-1 0 0,4 2 0 15,-6 2-1-15,-1 0 0 16,3-6 1-16,-3 5 0 16,1-1-1-16,5 1-1 15,-7-4-3-15,0 4-2 0,-3-2 0 16,-2 2-1-16,2-1 1 16,2 0-1-16,-3-2 1 15,-4 3 2-15,0-2 0 16,-2 1 4-16,2 1 1 15,-3-1-1-15,6-2 1 0,-7 2 0 16,6-2 0-16,-2 1 0 16,-3 1 0-16,-3-2 0 15,1 2-1-15,-7 1 2 0,-3-5-2 16,-2 4 1-16,-8-2-1 16,-6 4 2-16,-4-2-1 15,-2-2 2-15,-11 1 0 16,-3 3 0-16,-9-3 2 0,-5 3 0 15,-7-3 1-15,-4 5-1 16,-9 0-1-16,0 0-16 16,0 0-27-16,0 0-14 0</inkml:trace>
  <inkml:trace contextRef="#ctx0" brushRef="#br0" timeOffset="1415.66">15350 12747 230 0,'0'0'-2'16,"0"0"-3"-16,0 0 2 15,0 0-1-15,12-4 0 0,-5 4 1 16,8 0-1-16,0 0 3 16,3 0 4-16,3 0 1 15,7 2 0-15,2 0 1 16,2 4 0-16,8-6 0 0,0 0-1 15,15 2 0-15,4-2-2 16,6 0 0-16,4 0 0 16,5 0-1-16,1-2 1 15,10-1 1-15,4-2 0 0,-2 3-2 16,7-2 1-16,-2-2 0 16,5 1-1-16,3-2 2 15,9 4-2-15,-4-7 0 16,-1 5 0-16,8-2 0 0,-3 2 0 15,3-3-1-15,10 3 1 16,-5 0-1-16,-1 0 1 16,3 1-1-16,-2-2 1 0,7 1-1 15,5 0 1-15,-5 3-1 16,1-3 0-16,5 3 1 16,3-3-1-16,1 2 1 15,4 0-1-15,-5 2 0 0,7-3 1 16,-1 4-1-16,-2-2 0 15,-3 0 0-15,-5-3 0 16,4 2 0-16,7 1 0 16,-4-4 0-16,-1 5 1 15,1-4 1-15,9-1-1 0,-7 4 1 16,4 0-1-16,0-3 1 16,-3 5-1-16,-2-3 1 15,2 3-1-15,-8 0 0 16,-4-2 0-16,5 2 0 0,2 0 1 15,-2-3-2-15,-11 3 1 16,8 0 2-16,1 0-2 16,-8 0 0-16,5 0 0 15,-8 0 0-15,-8 0 0 0,4 0-1 16,0 0 1-16,-11 0 0 16,-8 0 0-16,1 0 1 15,-7 0 0-15,-10 0 1 0,-2 0 0 16,-7 0 0-16,-12 0 1 15,-5 0 0-15,-4 0-1 16,-10 0-1-16,-2 0 0 16,-14 0-1-16,-1 3-1 15,-6-1-1-15,-9 1-3 16,-8-3-15-16,17 7-45 0,-17-7-3 16</inkml:trace>
  <inkml:trace contextRef="#ctx0" brushRef="#br0" timeOffset="18917.09">21020 13308 430 0,'0'0'6'0,"0"0"2"0,0 0 2 16,0 0 2-16,0-11 1 16,0 11 1-16,0-12 0 15,0 5-10-15,2-3-4 0,1 3 0 16,-3 7 0-16,16-15 0 16,-7 9 0-16,3 5 0 15,2 1 0-15,1 1 0 16,3 10 0-16,-1-1 0 0,-1 7 0 15,-7-2 0-15,3 7 0 16,-9 3 0-16,-3 0 0 16,0-1 0-16,-8 1 0 15,-1-3 0-15,-2 3 0 0,1-8 0 16,-2 1 0-16,5-9 0 16,1 0 0-16,6-9 0 15,0 8 0-15,11-8 0 16,1 0 0-16,4-1 0 0,5-6 0 15,4-2 0-15,5-3 0 16,0 0 0-16,2-3 0 16,3 1 0-16,-3-2 0 0,0 7 0 15,-7-4 0-15,0 3 0 16,-10 3 0-16,0 1 0 16,-15 6 0-16,12-4 0 15,-12 4 0-15,0 0 0 16,0 0 0-16,0 0 0 0,0 0 0 15,0 0 0-15,0 0 0 16,0 0 0-16,0 4 0 16,0-4 0-16,0 0 0 15,-5 16-13-15,5-16-81 16,-19-8-2 0</inkml:trace>
  <inkml:trace contextRef="#ctx0" brushRef="#br0" timeOffset="27682.59">20896 13703 246 0,'0'0'10'0,"0"0"4"0,0 0 5 0,9 0 2 16,-9 0 2-16,0 0 1 15,12-9 4-15,-12 9-1 0,11-10-7 16,-11 10-3-16,5-10-4 15,-5 10-2-15,0 0-1 16,0-10-2-16,0 10-1 16,0 0-2-16,-13-5 0 15,13 5-2-15,-15-2-3 0,6 2 0 16,0 0 0-16,-3 0 0 16,3 0 0-16,-4 0 0 15,1 5 0-15,-4-3 0 0,4 3 0 16,-3 0 0-16,3 0 0 15,-3 0 0-15,7 0 0 16,-4 0 0-16,12-5 0 16,-10 9 0-16,10-9 0 0,-10 11 0 15,10-11 0-15,-10 9 0 16,10-9 0-16,-7 18 0 16,5-11 0-16,-1 3 0 15,3 3 0-15,-3-1 0 0,0-2 0 16,3 2 0-16,0 1 0 15,0 2 0-15,0-3 0 16,3 1 0-16,0-1 0 16,2 1 0-16,2-2 0 0,0-1 0 15,-2 2 0-15,3-4 0 16,2 2 0-16,2-3 0 16,1 4 0-16,2-6 0 15,0-1 0-15,2 1 0 16,-2 0 0-16,4-2 0 0,-3-3 0 15,1 3 0-15,0-3 0 16,1 1 0-16,-1-1 0 0,-1 0 0 16,-2 0 0-16,4 0 0 15,-4 0 0-15,-4-1 0 16,3 1 0-16,-3-3 0 16,-3 0 0-16,-7 3 0 15,15-7 0-15,-15 7 0 0,12-7 0 16,-12 7 0-16,11-13 0 15,-11 13 0-15,9-10 0 16,-9 10 0-16,5-10 0 16,-5 10 0-16,0 0 0 0,5-10 0 15,-5 10 0-15,0 0 0 16,0 0 0-16,0 0 0 16,0 0 0-16,0 0 0 15,0 0 0-15,0 0 0 0,0 0 0 16,0 0 0-16,0 0 0 15,0 0 0-15,0 0 0 16,-5 2 0-16,5-2 0 16,0 0 0-16,-12 11 0 0,12-11 0 15,-8 7 0-15,8-7 0 16,-12 7 0-16,12-7 0 16,-20 8 0-16,13-8 0 15,-3 3 0-15,0-3 0 0,-3 0 0 16,1 0 0-16,-1 0 0 15,4 0 0-15,-2-5 0 16,1 2 0-16,-2 0 0 16,5 1 0-16,-6-3 0 0,13 5 0 15,-14-7 0-15,14 7 0 16,-13-5 0-16,13 5 0 16,-10-8 0-16,10 8 0 15,-7-6 0-15,7 6 0 0,-5-11 0 16,5 11 0-16,-5-10 0 15,5 10 0-15,0-13 0 16,0 13 0-16,0-12 0 0,0 12 0 16,3-15 0-16,-3 15 0 15,9-12 0-15,-9 12 0 16,7-14 0-16,-7 14 0 16,14-13 0-16,-14 13 0 15,11-11 0-15,-11 11 0 16,10-8 0-16,-10 8 0 0,13-9 0 15,-13 9 0-15,0 0 0 16,10-9 0-16,-10 9 0 16,9-7 0-16,-9 7 0 0,0 0 0 15,9-6 0-15,-9 6 0 16,0 0 0-16,0 0 0 16,0 0 0-16,0 0 0 15,9-5 0-15,-9 5 0 0,0 0 0 16,0 0 0-16,0 0 0 15,0 0 0-15,0 0 0 16,0 0 0-16,0 0 0 16,0 0 0-16,0 0 0 0,0 0 0 15,0 0 0-15,0 0 0 16,0 0 0-16,0 0 0 16,-5 33-12-16,5-33-78 15,-13 10-3-15</inkml:trace>
  <inkml:trace contextRef="#ctx0" brushRef="#br0" timeOffset="28766.49">20945 13682 315 0,'0'0'8'0,"0"0"4"0,0 0 3 0,0 0 4 0,0 0 2 15,0 0 0-15,0 0 1 16,0 0 0-16,0 0-6 16,0 0-4-16,0 0-4 15,-10-3-3-15,10 3-1 16,-18 0-1-16,8 0-1 0,-1 3 0 16,-3-1 0-16,2 3 0 15,-1 0-2-15,1-2 0 16,-3 3 0-16,3 5 0 0,0-2 0 15,1 1 0-15,-1 5 0 16,3 1 0-16,0-2 0 16,5 1 0-16,1 3 0 15,3-4 0-15,0 1 0 0,3 0 0 16,4-2 0-16,4-1 0 16,-2-2 0-16,2 2 0 15,3-2 0-15,-2-3 0 16,4 1 0-16,0-3 0 15,-3 0 0-15,4-3 0 0,1 0 0 16,2 1 0-16,-3-3 0 16,0 0 0-16,1-3 0 15,-3 3 0-15,-3-2 0 16,1 0 0-16,-13 2 0 0,10-3 0 16,-10 3 0-16,0 0 0 15,0 0 0-15,0 0 0 16,0 0 0-16,-10-5 0 0,2 5 0 15,-2-2 0-15,-5-1 0 16,-2 1 0-16,-1 2 0 16,2-3 0-16,-2 0 0 15,-1 1 0-15,1-3 0 0,3 4 0 16,-3-3 0 0,9-1 0-16,-2 0 0 0,11 5 0 15,-14-11 0-15,14 11 0 16,-5-11 0-16,5 11 0 15,2-17 0-15,-2 17 0 0,8-15 0 16,-1 5 0-16,3 1 0 16,0 2 0-16,0-4 0 15,0 1 0-15,2 6 0 16,3-7 0-16,0 6 0 0,-3-4 0 16,6 3 0-16,-6 1 0 15,0 0 0-15,-1 0 0 16,-11 5 0-16,14-2 0 0,-14 2 0 15,0 0 0-15,11-5 0 16,-11 5 0-16,0 0 0 16,0 0 0-16,-8 0 0 15,8 0 0-15,-13 3 0 0,4-1 0 16,-1 0 0-16,0 1 0 16,0-1 0-16,-3 3 0 15,1-2 0-15,-2-1 0 16,0 1 0-16,2 2 0 15,-3 0 0-15,1-3 0 0,-2 3 0 16,4 0 0-16,5 1 0 16,7-6 0-16,-13 7 0 15,13-7-61-15,6 15-31 16</inkml:trace>
  <inkml:trace contextRef="#ctx0" brushRef="#br0" timeOffset="79615.66">9784 5950 259 0,'0'0'7'0,"-3"-12"2"15,3 12 4-15,-13-15 2 0,6 5 1 16,-5-3 3-16,-6 4 0 16,-2-4 1-16,-4 3-4 15,-4 5-4-15,-1 5-2 16,-4 0-2-16,-1 8-1 0,-4 9-2 16,-2 4-1-16,-4 8-1 15,-1 8-1-15,0 5-1 16,2 8 0-16,2 4 0 15,4 6 0-15,7 1 0 0,5 4-1 16,13-3 2-16,6-3 0 16,9 1 0-16,14-8 1 15,13-6-1-15,7-5 1 16,18-12 0-16,5-4 0 16,6-13 0-16,10-7-1 0,0-5 0 15,4-5 0-15,4-12 0 16,-2-5 0-16,-4-5-1 15,-2-6 0-15,-9-4 0 0,-5-5 0 16,-5-3 0-16,-11-2 1 16,-12-3-1-16,-12-1 0 15,-11-10 1-15,-11-3 1 0,-11-2 0 16,-11-4-1-16,-15-1 1 16,-8 1-1-16,-10 3 0 15,-12 8 1-15,-7 14-3 16,-11 11 0-16,-7 17 0 15,-4 11 0-15,-6 21 0 0,-3 17-8 16,8-4-57-16,3 46-18 16</inkml:trace>
  <inkml:trace contextRef="#ctx0" brushRef="#br0" timeOffset="81732.56">19944 5917 98 0,'0'0'2'0,"0"0"-1"0,0 0 2 15,0 0 7-15,-3-7 7 16,3 7 3-16,5-1 2 0,7 1 1 16,4 0 0-16,8 0-2 15,3 0-1-15,18 0-6 16,10-3-6-16,9-3-2 0,16 2-2 15,14-6 0-15,16 2-1 16,12-7-1-16,16 3 1 16,11-3-1-16,16 1 0 15,6-2-1-15,-1 2 1 16,8-1 0-16,-7 2-1 16,1-2 0-16,-10 2 0 0,-8 5-1 15,-16-3-2-15,-5 5-3 16,-15 0-2-16,-20 4-3 15,-19-3-1-15,-17 5-1 0,-14-3-10 16,-27 0-39-16,-10 3-3 16</inkml:trace>
  <inkml:trace contextRef="#ctx0" brushRef="#br0" timeOffset="82266.74">19757 6307 102 0,'0'0'2'0,"20"-3"1"0,2-2-1 0,8 0 3 0,20-3 3 16,4 0 3-16,26-5 0 15,19-5 3-15,16-1 2 0,6 0 3 16,26-5 0-16,12 0-1 16,10-1-3-16,18 0-1 15,-2 0 0-15,4 0-3 16,1 6-2-16,3-3-2 16,-9 5-4-16,-13-1 0 0,-6 8 0 15,-14-5 1-15,-14 8-1 16,-16 1 0-16,-24 1 3 15,-19 3 2-15,-21 0 0 16,-15 2-1-16,-19 0-12 0,-23 0-32 16,0 4-26-1,-18 7-2-15</inkml:trace>
  <inkml:trace contextRef="#ctx0" brushRef="#br0" timeOffset="91399.25">6673 10295 165 0,'0'0'2'0,"0"0"1"0,2-10-1 0,-2 10 0 15,0 0 0-15,0 0 2 16,0 0 2-16,0 0 3 0,7-4 0 16,-7 4 1-16,3 9 1 15,-1 1 2-15,1 8 1 16,-1 4 0-16,0 7-2 16,-2 1-2-16,4 8-1 15,-4 1-2-15,0 6-1 0,5-4 0 16,-5 6-3-16,4-2 1 15,-1 2 1-15,-3 1-1 16,2-1 1-16,-2 2-1 0,3 3 3 16,-3 0 1-16,0 0 1 15,-3 0-2-15,1 2 1 16,2-2-1-16,-5 3 0 16,3-3-1-16,-3-2-1 15,5 4-1-15,-4-4-1 0,0 2-1 16,1-3-1-16,1 3 0 15,-1-3 0-15,1-3-1 16,0 1 0-16,-1 0 0 16,1 0 0-16,-2-5 0 0,4 0 1 15,-1-2-1-15,1-1 0 16,-2-2 1-16,2-2-1 16,-4-1 0-16,2-4 1 15,-1 1-1-15,1-5 0 0,0-1 0 16,-1 0 0-16,1-3 0 15,-1-1 0-15,-1-4-1 16,1-1 2-16,1 0-2 0,-2-1 1 16,2-5 0-16,0 2-1 15,-1-4 1-15,3-8-1 16,-2 14 1-16,2-14-1 16,-5 7 1-16,5-7 1 15,0 0-1-15,0 0 1 0,0 0 0 16,0 0 0-16,0 0 0 15,-10 5 0-15,10-5-1 16,0 0 0-16,0 0 0 0,0 0 0 16,0 0-1-16,0 0 1 15,0 0-1-15,0 0-1 16,0 0 0-16,0 0 0 16,0 0-1-16,0 0-1 15,0 0 1-15,0 0 0 0,0 0 0 16,0 0 0-16,5 0 1 15,-5 0 0-15,15 3 1 16,-2-3 1-16,-1 0-1 0,4 0 1 16,5 0 0-16,-1-3-1 15,5 1 1-15,2-3 0 16,3 3 0-16,0-1 0 16,7-1 1-16,3 1-1 0,1 0 0 15,5 0 1-15,0 2-1 16,7-5 1-16,-3 1-1 15,10 3 0-15,-5-3 1 16,3-2-1-16,2 4 0 16,0-2 0-16,10 0 0 0,-6 3 0 15,3-3 1-15,3 2-1 16,-1 1 0-16,1-1 1 16,2 1-1-16,0-1 1 15,3 0-1-15,1-1 1 0,2-1-1 16,-4 0 0-16,6 0 1 15,-1-5-1-15,1 6 0 16,2-7 0-16,-3 5 1 0,3-2-1 16,-5 3 1-16,3-3-1 15,1 6 1-15,-1-4 0 16,-1 2 0-16,-1 1 0 0,2-5 1 16,-4 4-1-16,6 0 0 15,-5-2 0-15,5-2 1 16,-2 4-2-16,-1-2 1 15,1 2 0-15,-1 1 0 16,1-2 0-16,0-1 0 16,-1 5-1-16,-2-4 1 0,2 3 0 15,1-4 0-15,-1 1 0 16,3 0 0-16,-2 0-1 16,2 1 2-16,0-2-2 15,-2-1 1-15,1 2 0 0,-1 0 0 16,-1 1 0-16,3-2 0 15,3-1 0-15,-6 2-1 16,3-2 1-16,3 2-1 0,-6 0 1 16,6 0-1-16,-5-1 0 15,-1 2 0-15,-2-1 0 16,0 2 0-16,-5-2 1 0,0 3-1 16,0-1 0-16,-4 3 0 15,-4-5 0-15,6 3 0 16,-3-1 0-16,-1-2 0 15,1 2 0-15,-2 2 1 16,0-2-1-16,-3 0 0 0,3-1 0 16,-3-2 0-16,-5 2 0 15,0-4 0-15,-2 2 1 16,2 2-1-16,-5 0 0 16,0-4 0-16,0 3 0 15,-4-3 0-15,1 4 0 0,-6-1 0 16,-4-1 0-16,-2-1 1 15,0 6-1-15,-4-7 0 16,-3 2 0-16,-6 2 0 0,4 1 0 16,-5-1 0-16,-4-2 0 15,1 4 0-15,-2-1 0 16,-4 1 0-16,4-2 0 0,-3 4 0 16,-2-1-1-16,-1 1 1 15,0 0 0-15,-2 0 0 16,2 0 0-16,-12 0 0 15,13 0 0-15,-13 0 0 0,10 1 0 16,-10-1 0-16,0 0 0 16,0 0 0-16,0 0 0 15,0 0 0-15,10 0 1 16,-10 0-1-16,0 0 1 16,0 0 0-16,0 0 1 15,0 0-2-15,0 0 1 0,0 0 1 16,0 0 0-16,4-4 0 15,-4 4 0-15,0 0 1 16,9-12-1-16,-9 12 1 0,7-10 0 16,-7 10-1-16,7-15 0 15,-5 5 1-15,6 1-1 16,-2-2 0-16,-4-3 0 16,3 1 1-16,0-2 0 0,-1-1 0 15,-1-2 0-15,2-2 1 16,-5-2-1-16,5-3 0 15,-2 0-1-15,2-5 0 16,-1 0 0-16,1-2-1 0,2 3 0 16,-2-7-1-16,3 4 1 15,0 0-1-15,-1 2 1 16,0-2-1-16,1 3 0 16,-1-3 1-16,0-1-1 0,1 1 0 15,0 1-1-15,-3-3 1 16,5 0 0-16,-3-2 0 15,1 3-1-15,-2-5 1 16,0 7-1-16,-1-5 1 16,0 4 0-16,0-3 1 0,-5 4-2 15,5-2 2-15,-5 2 0 16,0-2 0-16,0 1-1 0,0-3 1 16,0 3 0-16,0-3-1 15,-2 3 0-15,2-1 1 16,0 0-1-16,0 0 0 15,2 4 0-15,-2-4-1 0,3 1 1 16,-3 3-1-16,2-5 0 16,-2 5 1-16,0-2-1 15,0-5 2-15,0 2-1 16,0-1 0-16,-2-2 1 0,2 2-1 16,-3-5 1-16,1 5 0 15,-1-1-1-15,3-1 1 16,-3 1-1-16,3 2 0 15,-2 2 1-15,2-3-1 16,0 5 2-16,0-2-2 0,0 6 0 16,0-2 0-16,0 0 0 15,0 6 0-15,0 0 0 16,0 2 0-16,-3 3 0 16,1-1 0-16,-3 3-2 0,3 4 1 15,-2-2 1-15,0 1-1 16,-4 1 0-16,1 1-1 15,7 10 1-15,-14-15 0 0,5 11-1 16,-3 0 1-16,0-2-1 16,-1 6 1-16,1-3-1 15,-6 3 0-15,2 0 0 16,-5 3 1-16,-6-1 0 16,-1 3-1-16,-1 0 1 0,-8 0 0 15,-1 0 0-15,1 2 1 16,-8-1-1-16,1-2 0 15,-1 4 0-15,-4-1 0 0,-4-3 0 16,-2 2 0-16,-2 2 0 16,-2-4 0-16,-4 2 0 15,-1-2 0-15,-3-1 0 16,0 4 1-16,-5-4-1 16,-1 2 0-16,-1-1 1 0,-6 2-1 15,1-1 0-15,-5 2 0 16,-1-2 0-16,-2 0 1 15,-2 0-1-15,-3 3 1 0,-2-4-1 16,2 1 1-16,-3 2 0 16,6-2 0-16,-1 1 0 15,1-1-1-15,-3 0 1 16,2 2 0-16,1-2-1 16,-5 0 1-16,4 0 0 0,-2 0 0 15,0 2 0-15,-5 1-1 16,3-3 1-16,2 1 0 15,-2 2 0-15,2 1 0 0,-3-2 0 16,1 2-1-16,0 1 1 16,2-3 0-16,2 4-1 15,1-1 1-15,-1-1-1 16,3 1 1-16,2 0-1 0,0-2 0 16,2 2 1-16,3 0-1 15,-2-1 0-15,5-2 1 16,-3 1-1-16,6 2 1 15,-3 0-1-15,2-1 1 0,1 2-1 16,-1-2 1-16,6 1 0 16,-1 1 0-16,1-2-1 15,4 2 1-15,2-2 0 16,1-2 0-16,6 2 0 0,-1-2 0 16,2 2 0-16,0 0 0 15,0-2 0-15,1-1 0 16,-1 2 0-16,3 0 0 15,-3-4 0-15,6 4 0 0,-1-1 0 16,1-1-1-16,1-2 1 16,2 1 0-16,5-5 0 15,-6 6 0-15,4-6 1 16,1 1-1-16,1 2 0 16,0 0 0-16,2-2 0 0,-3-1 0 15,4 3 0-15,-2 0 0 16,3 2 0-16,0-2 0 15,1 4-1-15,1-4 1 16,-1 4 0-16,6 0 0 0,-2 1 0 16,2-4 0-16,-1 4 0 15,7 0-1-15,0-1 1 16,-1-2 0-16,0 4 0 16,2-1 0-16,2 0 0 0,0 1 0 15,-4-1 0-15,2 2 0 16,0 0 0-16,0-2 0 15,0 1 0-15,-2-2 0 0,4 2 0 16,-4-2 0-16,2-2 0 16,0-1 0-16,2-1 0 15,0 3 1-15,1-5-1 16,1 2 0-16,-1 0 1 0,0-2-1 16,3 2 1-16,1-1 0 15,2 1 0-15,1-3 0 16,1 0 0-16,0 0 1 15,3 0 0-15,9 0-1 16,-14 0 1-16,14 0 0 0,-9-3-1 16,9 3 0-16,0 0-1 15,0 0-2-15,0 0-15 16,0 0-62-16,7 16-2 0</inkml:trace>
  <inkml:trace contextRef="#ctx0" brushRef="#br0" timeOffset="93232.72">2084 13422 457 0,'0'0'3'0,"0"0"0"0,0 0 1 0,9-6 0 15,-9 6-1-15,0 0 1 16,5 11 0-16,-3 1 1 0,-2 10-2 16,0 8-1-16,0 1 0 15,3 12 0-15,-1 1 1 16,4 6-1-16,-1-6 0 16,2 4 0-16,-2-6-1 0,0-5 0 15,0-2-1-15,0-6 0 16,-2-1 0-16,-3-9 0 15,0-3-1-15,0-4 1 16,0-12 0-16,0 0 0 0,0 0 1 16,-11-5-1-16,11-10 2 15,0-7 0-15,0-1-2 16,8-7 0-16,-3 3 0 16,5 1 0-16,3-2 0 0,1 8 0 15,2 0 0-15,3 8 0 16,-1 2 0-16,1 7 0 15,6 3 0-15,-5 3 0 0,5 7 0 16,-1 5 0-16,-4 5 0 16,-7 0 0-16,-1 5 0 15,-7-1 0-15,-5 1 0 16,-8-1 0-16,-9-2 0 16,-8-4 0-16,-7 2 0 0,-5-5 0 15,-5 0 0-15,-6-8-2 16,4-2 0-16,1 1-3 15,1-6-4-15,10 1-21 16,15-1-54-16,-1-7 0 0</inkml:trace>
  <inkml:trace contextRef="#ctx0" brushRef="#br0" timeOffset="93866.43">1102 14393 347 0,'0'0'6'0,"0"0"1"0,0 0 2 0,0 0 0 0,0-6 3 0,0 6 1 16,17-4 1-16,1 1 0 16,9 3-4-16,10 0-1 15,11 0-1-15,14 0-1 0,12 0-2 16,11 0-1-16,14-3-1 15,11 1 0-15,8-5-1 16,7-1 0-16,7 1 0 16,4 0 0-16,4 0 0 15,-2-4 0-15,-2 4-1 0,-1 0 1 16,-8-1-1-16,-8 3 1 16,-15 0 0-16,-6 0 0 15,-17 5 1-15,-8 0-1 0,-17 0-1 16,-10 0 0-16,-17 2-2 15,-8 3-4-15,-9 5-8 16,-12 12-48-16,0-22-24 16,-16 13-3-16</inkml:trace>
  <inkml:trace contextRef="#ctx0" brushRef="#br0" timeOffset="94551.19">1795 14716 425 0,'0'0'4'0,"0"0"1"0,-5-11 1 0,5 11 1 0,-17-14 0 16,4 8 1-16,-4 4 0 16,-1-6 1-16,-1 8-4 15,-3 0 0-15,1 5-2 0,1 5-2 16,0 2 1-16,8 2-1 16,2 4-1-16,3 2 0 15,7-2 1-15,10 1-1 16,5-1 0-16,9 0 1 0,7-4 0 15,8-1 0-15,-4-1 0 16,9 1 0-16,-6-4-1 16,4 3 1-16,-5-2-1 15,-7 0 0-15,-2 0 0 0,-11 3 0 16,-2-4 1 0,-13 4-1-16,-2-4 0 0,-8 1 1 15,-9 3-1-15,-8-2 0 16,-4-3 1-16,-9 3-1 15,-4-4 0-15,0-2 1 0,-5-1-1 16,0 0 0-16,2-4 0 16,3-6 0-16,4 2 0 15,9-6-1-15,4-1 0 16,2 3-2-16,14-3-3 0,1 1-4 16,8 10-25-16,17-10-48 15,1 3-2-15</inkml:trace>
  <inkml:trace contextRef="#ctx0" brushRef="#br0" timeOffset="94850.98">2133 14856 474 0,'0'0'4'0,"0"0"0"0,0 0 1 15,0 0 1-15,0 0-1 16,-5 5 0-16,0 2 0 16,0 5-2-16,0 4-3 0,-3 3 0 15,6 3 0-15,-1 3 0 16,3 0-2-16,0-4-7 15,9 3-16-15,5-9-58 0,-2-3-4 16</inkml:trace>
  <inkml:trace contextRef="#ctx0" brushRef="#br0" timeOffset="95266.15">2289 14854 435 0,'0'0'4'0,"0"0"2"15,0 0-1-15,0 0 1 16,0 0 0-16,0 0 0 16,-2 4 0-16,-1 6 0 15,3 1-3-15,0 3-3 0,0 1 1 16,0-1-1-16,3 1 0 16,-1 0 0-16,1-2-1 15,0-6 2-15,-3-7-1 0,5 11 1 16,-5-11 0-16,0 0 1 15,9-6 0-15,-1-5 1 16,-3 0 0-16,5-7-1 16,0-4 0-16,3 0 0 0,-1 0-1 15,2-1 0-15,1 2-1 16,2 5 0-16,-1 4 0 16,2 6 0-16,-4 6 0 15,-2 6 0-15,1 4 0 16,-3 8 0-16,-1-2 0 0,4 7 0 15,-3-1 0-15,-3 3-1 16,4-1-1-16,-5-1-3 16,2 0-4-16,-1-9-19 0,-7 3-55 15,6-7-1-15</inkml:trace>
  <inkml:trace contextRef="#ctx0" brushRef="#br0" timeOffset="95966.74">2813 14733 487 0,'0'0'3'0,"0"0"2"0,0 0 0 0,-2-11 0 0,2 11 1 16,0 0-6-16,-2 11 0 15,2 0 0-15,0 7 0 16,0 4 0-16,2 3 0 15,4 2 0-15,1 3 0 0,-2-3 0 16,4-5 0-16,0 0 0 16,0-4 0-16,-2-3 0 15,-4-5 0-15,-3-10 0 16,0 0 0-16,0 0 0 0,0 0 0 16,0-8 0-16,-5-4 0 15,0-8 0-15,0-2 0 16,-3-6 0-16,6-4 0 0,-1 1 0 15,3 0 0-15,0-1 0 16,5 5 0-16,3 2 0 16,4 3 0-16,-5 7 0 15,7 5 0-15,2 3 0 16,2 4 0-16,-1 3 0 0,1 7 0 16,0 3 0-16,-4 5 0 15,-2 0 0-15,-5 7 0 16,-1-2-5-16,-6 2 0 15,0-2 0-15,-7 3 2 0,-4-5 1 16,-1 1 0-16,-1-7 1 16,1 2 0-16,3 0 1 15,2-4 0-15,3-2 0 0,4-8 1 16,0 9 1-16,0-9-1 16,13 7 1-16,-1-5 0 15,8 1 0-15,1-1 0 16,-2 4 0-16,6-2-1 0,-5 4-1 15,-1-1 0-15,-1 1-1 16,-6 2 1-16,-5-3-1 16,-1 3 0-16,-6 0 1 0,-8-3 0 15,-6 3 0-15,-7-5 0 16,2 5 1-16,-6-5 0 16,-5 0-1-16,3-5 1 15,-3 0-1-15,5 0-1 16,0-5-3-16,8-5-7 15,-1-2-34-15,6-3-39 0,7-8-1 16</inkml:trace>
  <inkml:trace contextRef="#ctx0" brushRef="#br0" timeOffset="96299.19">3898 14133 487 0,'0'0'3'0,"0"0"1"0,7 0 2 0,-7 0-1 0,17-3 1 16,-4 3-6-16,-1-3 0 15,5 1 0-15,0-1 0 16,8 3 0-16,-4-2 0 16,4 4-33-16,-1 1-53 0,-8 5-3 15</inkml:trace>
  <inkml:trace contextRef="#ctx0" brushRef="#br0" timeOffset="96448.92">3930 14266 430 0,'0'0'5'16,"0"0"1"-16,-13 5 1 0,13-5 2 15,0 0 0-15,-5 10 1 16,5-10 1-16,13 5-1 16,6-5-7-16,9-3-10 15,13-16-44-15,5 14-32 0,6-8-3 16</inkml:trace>
  <inkml:trace contextRef="#ctx0" brushRef="#br0" timeOffset="97299">5544 13501 424 0,'0'0'5'0,"0"0"1"0,3-10 3 0,-3 10 1 16,0-8 1-16,0 8 0 16,-7-12 0-16,-5 9 1 15,-1 3-5-15,-7 0-2 16,0 3-5-16,-5 7 0 0,-2 2 0 15,2 3 0-15,-2 5 0 16,4 2 0-16,6 3 0 16,0 0 0-16,9 0 0 15,5-3 0-15,6 3 0 0,10-3 0 16,8-7 0-16,4-1 0 16,10-4 0-16,3-2 0 15,-1-8 0-15,7 0 0 16,-3-2 0-16,-4-4 0 0,-7-4 0 15,-3 3 0-15,-8 2 0 16,-3-3 0-16,-16 8 0 16,9-6 0-16,-9 6 0 15,0 0 0-15,-4-3 0 16,4 3 0-16,-12 0 0 0,1 3 0 16,11-3 0-16,-22 14-79 15,12-9-12-15</inkml:trace>
  <inkml:trace contextRef="#ctx0" brushRef="#br0" timeOffset="97765.41">4459 14028 365 0,'0'0'4'0,"0"0"1"16,5 0 4-16,7-2 1 0,10-1 2 15,8 1 2-15,11-1 1 0,11-1 0 16,19-2-1-16,14 0-2 16,6-2-2-16,17 0-2 15,11-1-2-15,8-4 0 16,11-2-2-16,7 3-2 16,2-1-2-16,-1 1 0 0,5-1 0 15,-6 4 0-15,-7-1 0 16,-3 2 0-16,-15 6 0 15,-12 0 0-15,-11-1 0 16,-19 3 0-16,-16 0 0 0,-12 0 0 16,-20 5 0-16,-11 2-23 15,3 0-63-15,-22-7-2 16</inkml:trace>
  <inkml:trace contextRef="#ctx0" brushRef="#br0" timeOffset="98450.07">5179 14296 463 0,'0'0'3'0,"0"-10"1"0,0 10 1 0,0-15 1 0,-5 8 0 0,-2-5 1 15,0-1-1-15,-6 3 1 16,-5 5-3-16,1 3-4 16,0 2 0-16,-3 0 0 15,2 7 0-15,1 0 0 0,7 6 0 16,3-1 0-16,2 4 0 15,5-2 0-15,12 3 0 16,5 1 0-16,6-1 0 16,7 0 0-16,2 0 0 0,8-1 0 15,-1-1 0-15,2-1 0 16,-5 1 0-16,-3-3 0 16,-6-2 0-16,-4 3 0 15,-4-1 0-15,-11-5 0 0,-6 6 0 16,-4-6 0-16,-13 3 0 15,-5-3 0-15,-10 4 0 16,-5-4 0-16,-2 0 0 16,-7-2 0-16,-1-2 0 0,1 2 0 15,1-5 0-15,-2 0 0 16,11 0 0-16,4 0 0 16,5-5 0-16,7 0 0 15,6 1-7-15,12 4-17 16,7-9-60-16,6 0-3 0</inkml:trace>
  <inkml:trace contextRef="#ctx0" brushRef="#br0" timeOffset="98665.41">5477 14387 491 0,'0'0'3'0,"0"0"2"0,0 0-1 0,0 0 1 0,5 8-2 16,-5-8-3-16,3 20 0 16,-1-5 0-16,0-1 0 15,1 6 0-15,0-2 0 0,5 4 0 16,-1-8-31-16,-7 4-54 16,5-2-4-16</inkml:trace>
  <inkml:trace contextRef="#ctx0" brushRef="#br0" timeOffset="99115.72">5627 14408 478 0,'0'0'4'0,"0"0"0"16,0 0 1-16,0 0-1 16,0 0 1-16,0 4 0 15,0-4 1-15,7 18-6 16,-2-8 0-16,-3 2 0 15,3 5 0-15,1-2 0 0,-1 3 0 16,2-4 0-16,-2-2 0 16,-1 1 0-16,-1-6 0 15,-3-7 0-15,0 0 0 16,0 0 0-16,0 0 0 0,10-2 0 16,-7-8 0-16,2-8 0 15,-1 2 0-15,9-7 0 16,-1-4 0-16,3 2 0 15,0-2 0-15,2 4 0 0,-1 1 0 16,4 7 0-16,-9 3 0 16,8 10 0-16,-5 2 0 15,-2 7 0-15,4 6 0 16,-7 5 0-16,2 1 0 16,1 6 0-16,-5 0 0 0,0 0 0 15,1-1 0-15,-3-2 0 16,0-2 0-16,5-3 0 15,0-2 0-15,2-3 0 0,-2-4-57 16,5-5-31-16,0-3 0 16</inkml:trace>
  <inkml:trace contextRef="#ctx0" brushRef="#br0" timeOffset="99499.2">6501 14227 456 0,'0'0'5'0,"0"0"2"0,-5-13 1 0,5 13 0 15,-9-12 1-15,9 12 1 16,-21-13-2-16,4 11-8 16,-5 6 0-16,-1 12 0 0,-5 4 0 15,-1 14 0-15,1 1 0 16,1 9 0-16,4 3 0 16,11 0 0-16,3-2 0 15,9 0 0-15,12-8 0 0,8-9 0 16,10-3 0-16,12-9 0 15,1-6 0-15,8-3 0 16,2-7 0-16,4 0-32 0,-5 0-55 16,-10-7-4-16</inkml:trace>
  <inkml:trace contextRef="#ctx0" brushRef="#br0" timeOffset="101082.33">13444 13483 419 0,'0'0'4'0,"0"0"1"0,0 0 1 0,0 0-1 15,0 0 1-15,0 0 2 16,5 8-1-16,-5-8 2 0,12 12-4 15,-5 0-2-15,6 1 1 16,4-1-1-16,-4 6 0 16,4-8-1-16,0 2 0 15,6-2 0-15,-1-5 1 0,0-5 0 16,3-2 1-16,8-14 0 16,-1-1 0-16,7-13-4 15,2-2 0-15,1-13 0 16,-1 1 0-16,2-6 0 0,-4-4 0 15,-4 2 0-15,-2 0 0 16,-3 8 0-16,-10 1 0 16,-3 13 0-16,-4 5 0 15,-4 9 0-15,-4 6 0 16,-5 10 0-16,7-11 0 0,-7 11 0 16,0 0 0-16,6 11 0 15,-6-1 0-15,3 5 0 16,-3 2-37-16,2-1-52 0,0 5-4 15</inkml:trace>
  <inkml:trace contextRef="#ctx0" brushRef="#br0" timeOffset="103215.42">13101 14558 263 0,'0'0'4'16,"0"0"1"-16,0 0 1 0,0 0 1 0,-11-6 0 15,11 6 1-15,-16-9 0 16,3 2 1-16,-7-1-3 15,0 1-1-15,-7-5-1 0,-6 5 0 16,-4-8-1-16,-6 2 0 16,-10-2-1-16,-12 0-1 15,-8-2 0-15,-6 0 0 16,-12 0-1-16,-10-4 0 0,-7 4-1 16,-12 2-1-16,-2 1 1 15,-2-4-2-15,-10 8 0 16,-3 1-1-16,-4 1 1 0,-6 0-1 15,-4 6 1-15,1 0 1 16,-4 2-1-16,0 2 2 16,-2 4 0-16,4 0 1 15,1 4 0-15,1 5 0 16,4 0 0-16,0 1 0 0,1-5 0 16,1 4-1-16,5 0 1 15,5 2 0-15,4-2-1 16,4 3 0-16,6-4 0 15,12 1 0-15,3 3 0 0,8-1 0 16,7 0 0-16,7 0 0 16,3-2 0-16,3 3 1 15,0-3 0-15,5-2 0 16,-3 2 0-16,3-5 0 16,3-3 2-16,0 1 1 0,5-7 1 15,8 2 3-15,3-3 2 16,6 0 1-16,7-4 1 15,6-3-1-15,-1 0 1 0,3 0-3 16,2-3 0-16,2 1-3 16,-1 1-1-16,6-2-1 15,-2 3 1-15,6-1 0 16,1 0 2-16,6 1 0 0,-2 0 0 16,14 7 0-16,-9-13 1 15,9 13-2-15,-5-10-1 16,5 10-1-16,0 0-1 15,-4-12 0-15,4 12 0 0,0 0-2 16,0 0 1-16,0 0-1 16,0 0-1-16,0 0 1 15,0 0-1-15,0 0 0 16,0 0 0-16,0 0 0 0,0 0-1 16,0 0-2-16,0 0-3 15,0 0-3-15,0 0-6 16,0 0-15-16,0 0-46 15,0 0-5-15</inkml:trace>
  <inkml:trace contextRef="#ctx0" brushRef="#br0" timeOffset="103882.23">7241 14441 347 0,'0'0'4'0,"0"0"1"0,0 0 1 0,0 0 1 0,0 0 0 16,0 0 3-16,0 8 0 15,0-8 1-15,0 20-3 0,0-7 0 16,3 4 0-16,7 2-1 15,0 6 0-15,4-2-1 16,2 2-2-16,4-1 0 0,-1 1-2 16,2-3 0-16,-1-1-1 15,-7-5 0-15,6 0 0 16,-7-4 0-16,-2-2-1 16,-10-10 2-16,13 12-1 0,-13-12 2 15,0 0-1-15,0 0 1 16,0 0 0-16,0-5-1 15,-9-5 0-15,0-5 0 16,-3-2-1-16,-1 0 0 16,1-8-1-16,-4 0 0 0,2 4 0 15,2-4 0-15,-1 2 0 16,3 3 0-16,1 2 0 16,0 4 0-16,2-1 0 15,2 3 0-15,1 4 0 0,4 8 1 16,-5-15-1-16,5 15 0 15,0 0 1-15,-6-6-1 16,6 6 1-16,0 0-1 0,0 0 0 16,0 0 1-16,0 0 0 15,0 0 1-15,8-9 1 16,-8 9 0-16,19-9 1 16,2 2 1-16,4-6-5 15,5-2 0-15,7-3 0 0,4-1 0 16,5 1 0-16,0 4 0 15,-3-1 0-15,-8 2 0 16,-8 6 0-16,-5 4 0 16,-7 3 0-16,-5 10-19 0,3 0-66 15,-13 0-3-15</inkml:trace>
  <inkml:trace contextRef="#ctx0" brushRef="#br0" timeOffset="105116.4">5981 13226 277 0,'0'0'4'0,"-12"-18"5"15,-3 1 3-15,-4-3 1 0,-9 1 2 16,-11-4-1-16,-9 1 0 16,-11 2 2-16,-8 10-4 15,-11 10-7-15,-8 10-3 0,-8 15-2 16,-14 15-1-16,-3 9 0 16,-8 18-1-16,-6 15 1 15,-5 16-1-15,1 12 2 16,8 16 0-16,12 8 1 15,15 12 3-15,16 8 1 16,25 1 1-16,27-6 1 0,26 0 1 16,22-8-1-16,33-12 0 15,27-15 0-15,19-10-5 16,16-17-2-16,22-18-2 0,10-15 0 16,10-16-2-16,8-16 1 15,2-19-1-15,0-13 1 16,-3-21 1-16,-4-11 2 15,-11-22 1-15,-6-10 2 0,-19-21 1 16,-11-11 1-16,-26-13 0 16,-12-14 2-16,-22-9-1 15,-16-6 0-15,-21-8-2 16,-18-3-1-16,-20 0 0 16,-20 6-1-16,-22 7 0 0,-18 7-2 15,-24 16 1-15,-26 13 0 16,-15 26-1-16,-27 20 0 15,-15 26-5-15,-18 26-6 0,-2 22-43 16,1 39-27-16,12 24-3 16</inkml:trace>
  <inkml:trace contextRef="#ctx0" brushRef="#br0" timeOffset="108733.78">2470 16709 292 0,'0'0'9'0,"0"0"4"0,6-12 6 16,-6 12 2-16,8-16 4 16,-4 4 1-16,1-3 0 0,-2-2 1 15,-3 3-7-15,0 0-5 16,-8 0-5-16,-1 4-2 15,-7 2-8-15,0 4 0 16,-7 1 0-16,-2 3 0 0,2 5 0 16,-2 3 0-16,1 4 0 15,2-1 0-15,4 7 0 16,3-5 0-16,2 6 0 16,8-3 0-16,5-1 0 15,0-1 0-15,11 2 0 0,6-7 0 16,3 1 0-16,10 0 0 15,2-2 0-15,3-1 0 16,4 0 0-16,2 1 0 0,-2-4 0 16,-2 3 0-16,-2 4 0 15,-5-4 0-15,-5 3 0 16,-2 0 0-16,-7 0 0 16,-7 3 0-16,-5-1 0 15,-4 1 0-15,-2-2 0 0,-11-1 0 16,-4 2 0-16,-3 1 0 15,-5-1 0-15,-3 1 0 16,-6-6 0-16,-1 1 0 16,-2-3 0-16,5-1 0 0,-3-4 0 15,0 0 0-15,8-7 0 16,2 2 0-16,4-4 0 16,7 1 0-16,6 0 0 15,8 8 0-15,-5-14 0 0,5 14 0 16,5-5 0-16,6-1 0 15,3 6 0-15,2 0-27 16,-16 0-61-16,29-4-3 16</inkml:trace>
  <inkml:trace contextRef="#ctx0" brushRef="#br0" timeOffset="110199.04">2946 16717 444 0,'0'0'5'0,"0"0"2"0,0 0 1 0,0 0 1 0,0 0 0 16,0 0 1-16,0 0-1 16,0 0 1-16,0 4-10 15,2 6 0-15,-2 2 0 16,0 3 0-16,3 0 0 16,-3 2 0-16,4 1 0 15,-1-3-12-15,-1-3-27 0,1 1-48 16,-3-13-1-16</inkml:trace>
  <inkml:trace contextRef="#ctx0" brushRef="#br0" timeOffset="110632.38">3139 16681 452 0,'0'0'2'0,"0"0"1"0,0 0 1 16,0 0 1-16,0 12 1 15,0-1-1-15,0 2 1 16,0-1-1-16,0 5-1 16,3-2-1-16,-1 3-1 15,0-4-1-15,1 1-1 0,-1-5 0 16,4-1 1-16,-6-9-1 16,5 13 0-16,-5-13 1 15,0 0 0-15,0 0 1 16,7-5 1-16,-4-5-1 0,-1-3 1 15,0-1-3-15,3-4 0 16,3-1 0-16,-3-1 0 16,2 2 0-16,1 1 0 0,0 3 0 15,1 3 0-15,-9 11 0 16,17-7 0-16,-9 7 0 16,4 10 0-16,0-1 0 15,-1 9 0-15,1 2 0 0,1 0 0 16,-2 5 0-16,0-3 0 15,-1-2 0-15,2 2 0 16,-4-4 0-16,5-2-3 16,-6-3-19-16,2-8-62 15,2 2-4-15</inkml:trace>
  <inkml:trace contextRef="#ctx0" brushRef="#br0" timeOffset="111448.92">3640 16612 413 0,'0'0'7'15,"0"0"2"-15,0 0 3 0,0 0 2 0,0 0 0 0,0 0 1 16,0 0 0-16,0 0-3 0,0 0-12 15,-2 7 0-15,2 4 0 16,0 1 0-16,2 5 0 16,1 3 0-16,6 5 0 15,-5 2 0-15,4 0 0 16,-1-5 0-16,1 3 0 16,-1-3 0-16,-2-1 0 0,2-7 0 15,-4-2 0-15,1-2 0 16,-4-10 0-16,0 0 0 15,0 0 0-15,0 0 0 0,0 0 0 16,-2-14 0-16,0-4 0 16,-7-1 0-16,6-9 0 15,-2 2 0-15,2-7 0 16,-1-2 0-16,4 0 0 0,-4 6 0 16,4-1 0-16,4 6 0 15,0 4 0-15,6 5 0 16,0 7 0-16,3 1 0 15,-1 7 0-15,3 0 0 0,-3 3 0 16,2 3 0-16,-3 4 0 16,-1 3 0-16,-3 2 0 15,1 1 0-15,-5 1 0 16,-3 0 0-16,0 2 0 0,-9-4 0 16,2 0 0-16,0-3 0 15,0 0 0-15,-4 1 0 16,4-3 0-16,7-10 0 15,-10 15 0-15,10-15 0 0,0 12 0 16,0-12 0-16,10 10 0 16,-1-4 0-16,5-5 0 15,4 5 0-15,3-5 0 16,-3 5 0-16,-1-1 0 0,3 1 0 16,-2 1 0-16,-1-3 0 15,-5 4 0-15,-12-8 0 16,13 14 0-16,-13-3 0 15,0-11 0-15,-8 17 0 0,-7-8 0 16,-2 1 0-16,-6-2 0 16,-2 2 0-16,-4-3 0 15,-4-1 0-15,3 1 0 16,3-5 0-16,2-2 0 16,1 0 0-16,6 0 0 0,0-2-4 15,18 2-36-15,0-10-46 16,4 0-2-16</inkml:trace>
  <inkml:trace contextRef="#ctx0" brushRef="#br0" timeOffset="111683.07">4277 16634 511 0,'0'0'0'0,"0"0"0"0,0 0 0 0,0 0 0 16,0 0 0-16,0 0 0 0,0 0 0 15,16-4 0-15,-4-2 0 16,0 5 0-16,8 1 0 16,-6-14-3-16,7 11-87 15,1-4-2-15</inkml:trace>
  <inkml:trace contextRef="#ctx0" brushRef="#br0" timeOffset="111816.21">4302 16761 481 0,'0'0'2'0,"0"0"0"0,0 0 1 16,5 0 1-16,2 0 0 16,11 0-1-16,9-3-11 15,1-4-72-15,9-8-3 16</inkml:trace>
  <inkml:trace contextRef="#ctx0" brushRef="#br0" timeOffset="113082.84">5344 16030 434 0,'0'0'5'0,"0"-10"2"0,0 0 2 0,0 10 2 16,0-20 1-16,0 10 0 16,0 3 1-16,0 7-5 0,0 0-8 15,4 3 0-15,-1 17 0 16,2 7 0-16,-1 5 0 15,1 3 0-15,6 6 0 16,-4-1 0-16,5 2 0 0,-1-7 0 16,-2 0 0-16,-1-6 0 15,-1-4 0-15,-1-6 0 16,-2-6 0-16,-1-3 0 16,-3-10 0-16,0 0 0 0,0 0 0 15,0 0 0-15,2-10 0 16,-2-4 0-16,0-4 0 15,0-4 0-15,0-3 0 0,0 0 0 16,2 6 0-16,3-1 0 16,3 2 0-16,5 6 0 15,3 4 0-15,5 6 0 16,4 2 0-16,0 2 0 16,5 6 0-16,-1 0 0 15,-4 6 0-15,2-2 0 0,-7 6 0 16,-3-4 0-16,-6 4 0 15,-9 0 0-15,-2-1 0 16,-10-1 0-16,-7 1 0 0,-6 0 0 16,-4-5 0-16,-6 0 0 15,-1-2 0-15,-3-3 0 16,4-1 0-16,1-6 0 0,7 0 0 16,2 0 0-16,9-3 0 15,4-4 0-15,10 7 0 16,0-10-69-16,5-1-21 15</inkml:trace>
  <inkml:trace contextRef="#ctx0" brushRef="#br0" timeOffset="113632.16">6126 16181 508 0,'0'0'3'0,"0"0"-3"0,0 0 0 0,-5-4 0 0,5 4 0 16,0 0 0-16,0 0 0 15,0 0 0-15,0 0 0 16,0 0 0-16,0 0 0 16,0 0 0-16,0 0-89 15,0 0-3-15</inkml:trace>
  <inkml:trace contextRef="#ctx0" brushRef="#br0" timeOffset="114185.36">6878 15966 474 0,'0'0'3'0,"0"-10"0"15,0 0 1-15,-4-3 2 0,-1-2 0 16,-2 3 0-16,-3-2 1 16,-1 1-5-16,-3 6-2 15,1-1 0-15,-4 8 0 16,-3 0 0-16,1 10 0 16,1 0 0-16,0 5 0 0,6 2 0 15,0 3 0-15,6 2 0 16,4-1 0-16,4 2 0 15,11 0 0-15,4-3 0 0,6 0 0 16,2-1 0-16,4-1 0 16,4-3 0-16,-1-1 0 15,0 2 0-15,-4-2 0 0,-1-2 0 16,-4 3 0-16,-4-5 0 16,-6 3 0-16,-8-3 0 15,-3-1 0-15,-4 2 0 16,-9-4 0-16,-3 3 0 15,-11-6 0-15,-1 2 0 0,-6-1 0 16,-2-3 0-16,-8-2 0 16,5 0 0-16,-1 0 0 15,-2-2 0-15,8-6 0 16,2 4 0-16,5-2 0 0,8-1 0 16,4 5-6-16,5-7-25 15,-3 2-54-15,11 7-4 16</inkml:trace>
  <inkml:trace contextRef="#ctx0" brushRef="#br0" timeOffset="114415.84">7152 16087 506 0,'0'0'3'0,"0"0"-1"0,0 0-2 0,0 0 0 15,0 0 0-15,0 0 0 16,0 0 0-16,0 0 0 16,-3 12 0-16,0-2 0 0,3 5 0 15,0 3 0-15,0-1 0 16,0 1 0-16,6-4-41 16,0 3-49-16,1-4-2 15</inkml:trace>
  <inkml:trace contextRef="#ctx0" brushRef="#br0" timeOffset="114832.99">7305 16059 491 0,'0'0'2'16,"0"0"0"-16,0 0 0 16,0 0 0-16,0 8 1 15,0 2-1-15,0 0 1 0,0 5 1 16,0 0-4-16,0 2 0 15,0 1 0-15,0-2 0 16,3 0 0-16,1-4 0 16,0 0-2-16,-4-12 1 15,5 15 1-15,-5-15 0 0,0 0 0 16,10 0 1-16,-10 0 1 16,13-15-2-16,-8 0 0 15,3-1 0-15,5-5 0 16,0-1 0-16,2 0 0 0,-2 2 0 15,1 2 0-15,2 3 0 16,-4 5 0-16,0 6 0 16,1 4 0-16,-4 3 0 0,4 4 0 15,-3 8 0-15,0-1 0 16,3 6 0-16,-4 0 0 16,3-1 0-16,1 1 0 15,-6-2 0-15,9-1-6 0,-9-4-16 16,3-3-64-16,3-2-2 15</inkml:trace>
  <inkml:trace contextRef="#ctx0" brushRef="#br0" timeOffset="115382.27">8193 15886 425 0,'0'0'4'0,"0"0"3"0,0 0 2 0,0-12 2 0,0 12 0 16,0-12 2-16,0 12 0 0,-12-15 1 16,12 15-10-16,-13-10-4 15,2 4 0-15,3 6 0 16,-5 0 0-16,-4 0 0 0,-1 8 0 15,1 2 0-15,-5 8 0 16,-1 1 0-16,0 6 0 16,4 5 0-16,-3 2 0 15,10 3 0-15,-2-3 0 16,5 2 0-16,6-2 0 0,3 1 0 16,3-11 0-16,9 3 0 15,6-7 0-15,4-1 0 16,8-5 0-16,2-4 0 15,8-3 0-15,2-3 0 0,1-2 0 16,1 0 0-16,-5 0 0 16,2-5 0-16,-6 3 0 15,-6-6 0-15,-6 4 0 16,-4-2 0-16,-3 4 0 0,-9-3 0 16,-7 5 0-16,12-3 0 15,-12 3 0-15,0 0 0 16,0 0 0-16,0 0 0 0,0 0 0 15,0 0 0-15,0 0 0 16,0 0 0-16,0 0 0 16,-5 0 0-16,5 0 0 15,-14 0-72-15,14 0-23 16</inkml:trace>
  <inkml:trace contextRef="#ctx0" brushRef="#br0" timeOffset="116298.91">5187 16493 366 0,'0'0'5'0,"0"0"0"0,0 0 3 16,0 0 1-16,0 0 1 15,-10 5 2-15,10-5 1 16,0 0 1-16,3 10-3 0,9-7-1 16,5 2-1-16,5 0-2 15,11-3-1-15,6 4-1 16,14-2-1-16,9 0-1 16,7-4-1-16,11 3-1 15,11 0 0-15,12-3 0 0,4 0-1 16,9 0 1-16,6 0-1 15,8-6 0-15,4 2 0 16,8-3 1-16,-1 2-1 0,3 0-1 16,3-3 1-16,1 4 0 15,1-4 0-15,1 3 0 16,-6-3-1-16,-3 6 1 16,-1-6 0-16,-9 1 0 15,-7 0 0-15,-12-1 0 0,-10 3 0 16,-12-3 1-16,-16 1 1 15,-12 5-1-15,-12-3 1 16,-11 3 1-16,-11-3-3 0,-10 2 0 16,-6 3 0-16,-12 0 0 15,0 0 0-15,0 0 0 16,-8 0 0-16,-8 0-8 16,5 0-20-16,-1 3-57 15,-11-3-3-15</inkml:trace>
  <inkml:trace contextRef="#ctx0" brushRef="#br0" timeOffset="121099.21">11125 17045 417 0,'0'0'5'0,"0"0"3"0,0 0 3 0,0 0 2 15,0 0 1-15,0 0 2 0,0 0-1 16,0 0-3-16,0 0-12 16,0 0 0-16,0 0 0 15,0 13 0-15,0 4 0 16,0 8 0-16,-3 2 0 0,3-9 0 15,-2 2 0-15,2 2 0 16,0 0 0-16,0 3 0 16,0 0 0-16,0-3 0 15,0 3 0-15,0-5 0 16,0 2 0-16,0-5 0 16,0 5 0-16,0-7 0 0,0 0 0 15,0-2 0-15,0-1 0 16,0-12 0-16,0 12 0 15,0-12 0-15,0 0 0 0,0-6 0 16,0-5 0-16,0-14 0 16,-2-7 0-16,-1-8 0 15,3 1 0-15,-2-3 0 16,-1-3 0-16,3 8 0 16,-2 5 0-16,2 7 0 0,0 5 0 15,2 0 0-15,1 1 0 16,-1 1 0-16,1 6 0 15,-1-3 0-15,3 5 0 16,-3 0 0-16,-2 10 0 0,13-12 0 16,-3 9 0-16,3 3 0 15,-1 0 0-15,8 0 0 16,-4 3 0-16,5 1 0 16,2 6 0-16,-2-2 0 15,0 2 0-15,-1 3 0 0,-6-1 0 16,2-2 0-16,-7 0 0 15,-1 4 0-15,-8-3 0 16,0 1 0-16,-8 0 0 0,-1 1 0 16,-7 1 0-16,0-2 0 15,-7 4 0-15,3-7 0 16,-1 1 0-16,2 0 0 0,6-2 0 16,1-4 0-16,12-4 0 15,-7 11 0-15,7-11 0 16,7 9 0-16,9-1 0 15,0 0 0-15,7-1 0 16,2 0 0-16,-10-2 0 16,2 2 0-16,-2-2 0 0,0 3 0 15,2-1 0-15,-2 3 0 16,-3 0 0-16,4 0 0 16,-4 1 0-16,-2-3 0 15,-2 3 0-15,-3 2 0 0,-3-1 0 16,-2-2 0-16,-2-1 0 15,-3 4 0-15,-8-3 0 16,-2-2 0-16,-5-1 0 0,-1 0 0 16,0-2 0-16,-4-3 0 15,-2 2 0-15,2-3 0 16,-3-1 0-16,7 3 0 16,-4-3 0-16,2 0 0 15,3 0 0-15,3 0 0 0,1-3 0 16,2 2 0-16,14 1 0 15,-13-6-8-15,13 6-74 16,0 0-8-16</inkml:trace>
  <inkml:trace contextRef="#ctx0" brushRef="#br0" timeOffset="121432.73">11752 17174 486 0,'0'0'3'0,"0"0"2"0,0 0 2 0,0 0 1 0,0 0-6 16,0 0-2-16,0 0 0 16,0 0 0-16,0 0 0 15,12 0 0-15,-3 0 0 0,7 0 0 16,-2 0 0-16,-1-7-18 16,12 5-68-16,-6-7-4 15</inkml:trace>
  <inkml:trace contextRef="#ctx0" brushRef="#br0" timeOffset="121582.9">11689 17348 452 0,'0'0'3'0,"0"0"1"16,0 0 2-16,0 0 1 16,0 0 1-16,0 0 0 0,10 0 0 15,-3 0-1-15,6 0-6 16,2-3-14-16,3 1-57 15,1-5-13-15</inkml:trace>
  <inkml:trace contextRef="#ctx0" brushRef="#br0" timeOffset="122682.72">12727 17033 452 0,'0'0'4'0,"0"-10"1"0,0 0 2 15,3 1 2-15,-3-3 2 0,0-4-1 16,-5 1 3-16,-2 3-13 16,-8 2 0-16,-2 5 0 15,-6 2 0-15,-5 3 0 16,-1 8 0-16,-4 2 0 0,1 8 0 16,8-1 0-16,-1 0 0 15,7 3 0-15,6 2 0 16,5-3 0-16,7 2 0 15,10-2 0-15,6-1 0 0,9-1 0 16,5-2 0-16,7 0 0 16,1-3 0-16,4 1 0 15,0-3 0-15,-4 0 0 0,-8 0 0 16,-3-3 0-16,-7 0 0 16,-8 0 0-16,-12-7 0 15,3 13 0-15,-3-13 0 16,-10 7 0-16,-2-2 0 15,-4 0 0-15,-3 1 0 16,-1-2 0-16,-1-1 0 0,-3 2 0 16,-1-3 0-16,-2 1 0 15,-1 2 0-15,3-5 0 16,0 3 0-16,-12-1 0 16,15-2 0-16,0-5-14 15,-11 0-72-15,21-5-2 16</inkml:trace>
  <inkml:trace contextRef="#ctx0" brushRef="#br0" timeOffset="122899.62">12887 17102 492 0,'0'0'3'0,"0"0"1"15,0 0 1-15,0 0 2 16,0 0-7-16,0 0 0 0,0 0 0 15,-6 16 0-15,6-4 0 16,0 3 0-16,3 5 0 16,-3-4 0-16,3-3 0 15,0-3-4-15,-12 0-83 16,27 0-3-16</inkml:trace>
  <inkml:trace contextRef="#ctx0" brushRef="#br0" timeOffset="123298.66">13086 17118 457 0,'0'0'4'0,"0"0"3"16,0 0 3-16,0-10 0 15,0 10 0-15,0 0 0 0,0 0-7 16,0 0-3-16,-10 10 0 16,8-1 0-16,2 4 0 15,0 2 0-15,-5-1 0 0,5 4 0 16,0-6 0-16,0 1 0 15,0-13 0-15,5 14 0 16,-5-14 0-16,0 0 0 0,0 0 0 16,12-7 0-16,-5-6 0 15,3-1 0-15,2-9 0 16,0-1 0-16,6-1 0 16,3 0 0-16,-7 3 0 15,4 3 0-15,-4 1 0 16,-1 8 0-16,-6 5 0 0,-7 5 0 15,17 2 0-15,-17 11 0 16,9 2 0-16,-5 2 0 16,1 5 0-16,-2-2 0 0,6 1 0 15,-6 0 0-15,5 0 0 16,-1-10 0-16,3-1-42 16,-10-10-44-16,15 8-4 15</inkml:trace>
  <inkml:trace contextRef="#ctx0" brushRef="#br0" timeOffset="123549.33">13322 16726 475 0,'0'0'3'0,"0"0"1"0,0 0 3 16,0 0 0-16,0 0 1 15,0 0-1-15,0 0-7 0,5 0 0 16,-5 0 0-16,19 0 0 16,-4 0 0-16,3 0 0 15,4 0 0-15,3 0 0 0,2 0 0 16,-2-5 0-16,3 5-20 16,9 0-67-16,-20-8-4 15</inkml:trace>
  <inkml:trace contextRef="#ctx0" brushRef="#br0" timeOffset="123783.05">13687 16568 490 0,'0'0'2'0,"0"0"1"0,8 0 0 16,-8 0 0-16,14 7 1 15,-3 8-2-15,-2 7 2 16,-2 0-4-16,1 11 0 0,-2-1 0 16,-4 7 0-16,-2-1-4 15,0 4-27-15,5-10-51 16,-5-8-5-16</inkml:trace>
  <inkml:trace contextRef="#ctx0" brushRef="#br0" timeOffset="124165.53">14642 16074 384 0,'0'0'7'16,"0"0"0"-16,-9-1 1 15,0 1 4-15,-9 4 0 0,-1 13 3 16,-11 8 1-16,-2 12 1 16,-5 15-6-16,-4 11-1 15,-1 11-3-15,3 10-2 16,1 10-5-16,5 6 0 0,12 0 0 15,3 0 0-15,16-46 0 16,-1 3 0-16,3 1 0 16,7 4 0-16,5-4 0 15,9 7 0-15,4-6 0 0,2 3-4 16,10-6-80-16,0-4-1 16</inkml:trace>
  <inkml:trace contextRef="#ctx0" brushRef="#br0" timeOffset="125132.94">14939 16127 475 0,'0'0'4'0,"0"0"2"16,0 0 0-16,-2-13 2 0,2 13-1 16,0 0-2-16,0 0-5 15,-10 3 0-15,8 14 0 16,2 8 0-16,0 7 0 0,0 6 0 16,0 1 0-16,3 8 0 15,1-6 0-15,1 2 0 16,2-8 0-16,-5-3 0 15,4-7 0-15,-4-8 0 0,1-2 0 16,-1-5 0-16,-2-10 0 16,0 0 0-16,0 0 0 15,0 0 0-15,0-12 0 16,0-1 0-16,0-7 0 16,3-2 0-16,-1-2 0 0,8-1 0 15,0 2 0-15,5 3 0 16,3 1 0-16,3 4 0 15,7 6 0-15,-1 5 0 16,5 4 0-16,-2 0 0 16,-2 7 0-16,1 4 0 0,-3-1 0 15,-6 4 0-15,-11 1 0 16,-4-2 0-16,-5 4 0 0,-14-2 0 16,-6-2 0-16,-6 1 0 15,-11 1 0-15,-4-3 0 16,-6-2 0-16,2-2 0 15,-1 2 0-15,4-9 0 16,8 5 0-16,6-6 0 0,8 3 0 16,6-6-31-16,14 3-55 15,7-10-3-15</inkml:trace>
  <inkml:trace contextRef="#ctx0" brushRef="#br0" timeOffset="125415.85">15521 16367 511 0,'0'0'0'0,"0"0"0"0,0 0 0 0,0 0 0 16,0-8 0-16,0 8 0 15,0 0 0-15,0-7 0 0,0 7 0 16,0 4-47-16,0-4-40 16,9 0-2-16</inkml:trace>
  <inkml:trace contextRef="#ctx0" brushRef="#br0" timeOffset="125882.99">15960 16229 458 0,'0'0'4'0,"0"0"2"16,8-16 1-16,-8 7 1 0,0 1 1 15,0-2-1-15,-8-3 1 16,-2 3-7-16,-4 6-2 16,-6 1 0-16,0 3 0 15,-2 3 0-15,-3 5 0 0,2 4 0 16,2 2 0-16,12 1 0 16,2 6 0-16,5-4 0 15,4 2 0-15,10 3 0 16,6-1 0-16,10-5 0 0,-1 2 0 15,-1-4 0-15,7 2 0 16,-4-1 0-16,-1-3 0 16,-5-2 0-16,-3 3 0 15,-7-4 0-15,-1-2 0 16,-10 3 0-16,-2-10 0 0,-15 18 0 16,-5-13 0-16,-2 3 0 15,-5-4 0-15,-8-1 0 16,-6-1 0-16,2-2 0 15,-1 0 0-15,6 0 0 0,4-2 0 16,5-1 0-16,0-1-10 16,15-4-40-16,10 8-36 15,3-20-1-15</inkml:trace>
  <inkml:trace contextRef="#ctx0" brushRef="#br0" timeOffset="126084.82">16146 16324 493 0,'0'0'3'0,"0"0"2"0,0 0 0 0,13 0 0 0,-13 0-5 16,0 0 0-16,10 13 0 0,-8-5 0 16,1 3 0-16,-1 7 0 15,1 0 0-15,5 2-6 16,9-1-80-16,-7-4-3 15</inkml:trace>
  <inkml:trace contextRef="#ctx0" brushRef="#br0" timeOffset="126482.69">16440 16365 487 0,'0'0'3'0,"0"0"1"0,0 0 1 16,0 0-1-16,-5 0 1 15,5 0-2-15,0 0-3 16,-10 9 0-16,10 1 0 0,0 5 0 16,0 0 0-16,-3 0 0 15,3 4 0-15,0-4 0 16,0 1 0-16,0-7 0 16,0 1 0-16,0-10 0 0,0 0 0 15,0 0 0-15,0 0 0 16,13-5 0-16,-8-7 0 15,0-3 0-15,8-5 0 16,-3-2 0-16,2 0 0 16,3-1 0-16,-1 3 0 0,-1 3 0 15,2 2 0-15,-3 6 0 16,1 6 0-16,-4 3 0 16,-1 5 0-16,2 6 0 15,-2 3 0-15,-1 6 0 0,3-1 0 16,-2 3 0-16,-1 1 0 15,0-4 0-15,1 6 0 16,-3-12-23-16,0 2-64 0,4 0-2 16</inkml:trace>
  <inkml:trace contextRef="#ctx0" brushRef="#br0" timeOffset="126950.19">17218 16204 475 0,'0'0'3'0,"0"0"2"0,0 0 1 0,2-11 1 16,-2 11 1-16,0-12-1 16,0 12-7-16,-12-10 0 15,-1 10 0-15,-2 0 0 16,-5 2 0-16,1 11 0 0,-6 5 0 15,-2 7 0-15,1 0 0 16,7 1 0-16,-1 9 0 16,5-2 0-16,5-2 0 15,10-4 0-15,5-2 0 0,10 0 0 16,7-5 0-16,3-5 0 16,7-5 0-16,4-3 0 15,10 1 0-15,-4-6 0 0,1-2 0 16,1 0 0-16,-6 0 0 15,-6 0 0-15,-5-2 0 16,-4-3 0-16,-11 5 0 16,-1-3 0-16,-11 3 0 15,0 0 0-15,0 0 0 0,0 0 0 16,0 0 0-16,0 0 0 16,-5-3 0-16,5 3 0 15,-11 0 0-15,1 0-4 16,-5 0-88-16,15 0-2 0</inkml:trace>
  <inkml:trace contextRef="#ctx0" brushRef="#br0" timeOffset="127815.72">14830 16823 387 0,'0'0'5'0,"0"0"3"0,0 0 1 0,0 0 1 16,0 0 1-16,0 0 1 16,0 0 2-16,0 0-1 0,7 4-3 15,10 2-3-15,5-4-1 16,9 3-1-16,12 0 0 15,11-2-1-15,12-1-1 0,14 0-1 16,8-2-2-16,18 0 0 16,4 0 0-16,7 0 0 15,4-2 0-15,6 2 0 16,4-2 0-16,-2-1 0 0,-3 1 0 16,2 2 0-16,-7-3 0 15,-1-2 0-15,-3 3 0 16,-16 2 0-16,-6 0 0 15,-10 0 0-15,-13 0 0 16,-15 0 0-16,-12 0 0 0,-13 0 0 16,-12 0 0-16,-6 0 0 15,-14 0 0-15,8 2 0 16,-8-2 0-16,0 0 0 16,-5 5 0-16,5-5 0 0,-12 3-11 15,-1-3-77-15,1 0-2 16</inkml:trace>
  <inkml:trace contextRef="#ctx0" brushRef="#br0" timeOffset="128732.59">15933 17045 371 0,'0'0'8'0,"0"0"4"0,0 0 4 16,0 0 0-16,0-7 3 0,0 7-1 15,0 0 2-15,0 0 0 16,0 0-9-16,-10-9-11 16,10 9 0-16,-14 0 0 15,1 0 0-15,1 2 0 0,-4 3 0 16,2 2 0-16,2 5 0 16,-4 1 0-16,2 5 0 15,3-2 0-15,2 5 0 16,4-2 0-16,5 1 0 0,0-1 0 15,7-3 0-15,3-4 0 16,12-2 0-16,-1-3 0 16,6 1 0-16,-1-6 0 15,7-2 0-15,-4 0 0 0,5 0 0 16,-5-2 0-16,-2-1 0 16,-2-2 0-16,-5 3 0 15,-3-3 0-15,-4 3 0 16,-6-1 0-16,-7 3 0 0,10-2 0 15,-10 2 0-15,0 0 0 16,0 0 0-16,0 0 0 16,0 0 0-16,0 0 0 15,0 0 0-15,0 0 0 0,0 0 0 16,0 0 0-16,0 0 0 16,0 0 0-16,0 0 0 15,-5 0 0-15,5 0 0 16,0 0 0-16,0 0 0 0,-7 0 0 15,7 0 0-15,0 0-39 16,0 0-52-16,-10 0-3 16</inkml:trace>
  <inkml:trace contextRef="#ctx0" brushRef="#br0" timeOffset="129582.73">17364 15913 397 0,'0'0'4'0,"0"0"3"0,0 0 1 0,0 0 1 15,0 0 1-15,0-7 2 0,10 7 0 16,3 5 1-16,6 15-2 16,11 5-2-16,2 6-1 15,9 15-1-15,3 5-3 16,-2 14-4-16,6 4 0 16,-4 8 0-16,-4 5 0 15,-5 4 0-15,-10 1 0 0,-8 5 0 16,-10-1 0-16,-7 3 0 15,-17-2 0-15,5-47 0 16,-3 4 0-16,-3-1 0 0,-4-1 0 16,-3 0 0-16,-5 2 0 15,1-2 0-15,-4-2 0 16,1-8 0-16,2 5 0 16,-2-11 0-16,0 5 0 15,4-9 0-15,-2 3 0 0,8-3-25 16,-3-7-65-16,3-8-3 15</inkml:trace>
  <inkml:trace contextRef="#ctx0" brushRef="#br0" timeOffset="132248.92">6816 16773 381 0,'0'0'5'0,"0"0"2"0,0 0 2 0,0 0 2 16,4-10 1-16,-4 10 2 16,0 0 1-16,2-9 0 0,-2 9-2 15,0 0-3-15,-2-8-2 16,2 8-2-16,-13-5-1 16,13 5-5-16,-21 0 0 0,9 0 0 15,-2 2 0-15,0 3 0 16,-2 3 0-16,1 2 0 15,0 3 0-15,0-5 0 16,3 6 0-16,5 0 0 0,1-2 0 16,3 4 0-16,3-1 0 15,0-5 0-15,5-1 0 16,6 4 0-16,1-4 0 16,3-4 0-16,0 3 0 0,5-3 0 15,-1 0 0-15,-1-3 0 16,5 1 0-16,-7-3 0 15,0 0 0-15,-2 0 0 16,-1 0 0-16,-1 0 0 16,-12 0 0-16,16 0 0 0,-16 0 0 15,0 0 0-15,9 0 0 16,-9 0 0-16,0 0 0 16,0 0 0-16,0 0 0 15,0 0 0-15,0 0 0 0,0 0 0 16,0 0 0-16,0 0 0 15,0 0 0-15,0 0 0 16,0 0 0-16,0 0-40 0,0 0-51 16</inkml:trace>
  <inkml:trace contextRef="#ctx0" brushRef="#br0" timeOffset="157315.82">10641 16090 369 0,'0'0'5'0,"0"0"4"0,0-10 1 0,0 10 1 16,0 0 0-16,0-10-1 16,0 10 3-16,0 0-2 15,0 22-3-15,2 8-3 16,-2 15-1-16,3 11-2 16,-1 16 2-16,-2 14-1 0,0 12 1 15,3 6 0-15,-2 2 1 16,-1 3-1-16,0-3 1 15,0-54-2-15,-1 5 0 0,-2 0 1 16,1 4-2-16,-3-3 0 16,-1 4-2-16,1-7 0 15,1 4 0-15,-1-4 0 16,0 2-3-16,0-10-3 16,-1 5-6-16,4-5-8 0,-1 0-14 15,1-15-49-15,2 3 0 16</inkml:trace>
  <inkml:trace contextRef="#ctx0" brushRef="#br0" timeOffset="159016.69">10795 15971 189 0,'0'0'5'0,"0"-10"3"0,0 10 4 0,-2-13 7 15,-2 3 2-15,4 10 2 0,-2-17 0 16,2 17 0-16,-3-12-5 16,3 12-4-16,0 0-4 15,0-7-3-15,0 7-5 16,21-3 0-16,-3 3-2 0,3-3 1 15,11 0 1-15,5-2 2 16,11 3-2-16,7-3 1 16,5 3-1-16,9-3 0 0,5 5-1 15,4-2 1-15,6-2-2 16,4 0 1-16,0 2 0 16,4-1 0-16,2 0-1 15,2 1 0-15,1-3 0 16,2 0-1-16,2 3-1 0,2-3 0 15,1-1-1-15,0 2-1 16,8-1-1-16,-6-1 0 16,-3 2 2-16,3-2-1 15,-7 2 1-15,4 0 2 0,1-3 1 16,-10 3 0-16,1 2 0 16,-1-3 0-16,-2-1 0 15,2 2-2-15,3-1 0 16,-5-2 0-16,3 1-2 0,0 2 0 15,-1-1 0-15,0-1 0 16,7 4 0-16,-6 0 1 16,0-1 1-16,-3 2 2 15,0-3 0-15,0 4 1 16,0-2 0-16,-1 2 0 0,6-2 0 16,-2-1 0-16,1 3 0 15,0-3 0-15,0 0 0 16,1 2 0-16,2-2 2 0,-4 0 1 15,-6 3 0-15,-2-1 0 16,-2-5 1-16,-1 6 1 16,-2-2-1-16,-5-1 0 15,0 1-1-15,0-2-1 0,0 3-1 16,-3 1 0-16,-1 0 0 16,-1-3 0-16,-8 3 0 15,1 0 1-15,-3 0 1 16,-7 0 1-16,0 0 1 0,-3 0 0 15,-3 0 1-15,-1 0-1 16,-4 0-1-16,-1 0 0 16,-1 3-2-16,0-3-1 15,-2 1 0-15,0 5-2 16,-3-3 1-16,0-1 0 0,-2-2 0 16,0 3 0-16,0 0 1 15,-5-3 1-15,2 0-1 16,-2 0 1-16,0 0 0 0,-4 0 0 15,4 0 1-15,-8 0-1 16,1 0 1-16,-2 0-1 16,-2-3 0-16,-1-2 0 15,-4 2 0-15,1-3 0 0,-3 2 0 16,-2 0-2-16,1-2 1 16,-4 4-1-16,-7 2 1 15,9-8-1-15,-9 8 1 16,0 0-1-16,0 0 1 15,14-5-2-15,-14 5 0 0,0 0 0 16,0 0 0-16,0 0 0 16,12 3 0-16,-12-3 0 15,13 10 0-15,-4 0 0 16,3 7 0-16,1 0 0 0,-1 8 0 16,4 3 0-16,0 9-2 15,0 2 4-15,1 9-2 16,-2 3 0-16,-3 2 0 15,4 7 0-15,-2 6 0 0,-2 3 0 16,1 2 0-16,-4-2 0 16,1 9 0-16,1-4 0 15,-6 3 0-15,2-3 0 16,-5 1 0-16,1-4 0 16,-3 1 0-16,0-2 0 0,0-4 0 15,0 0 0-15,0-37 0 16,-3 6 0-16,3-5 0 15,-2 1 0-15,0 2 0 0,-1-2 0 16,-2-1 0-16,3 5 0 16,-3-7-18-16,-3-2-65 15,0 2-3-15</inkml:trace>
  <inkml:trace contextRef="#ctx0" brushRef="#br0" timeOffset="161065.75">10561 17759 89 0,'0'0'-11'0,"0"0"1"0,0-10 7 0,0 10 12 16,3-12 6-16,-3 12 2 16,2-13 10-16,-2 13 6 15,5-12 14-15,-5 12 0 16,2-13-8-16,-2 13-11 0,6-10-5 16,-6 10 0-16,0 0-9 15,0 0-6-15,0 0-4 16,5 10-1-16,-5 0 0 15,0 5 0-15,0-15-2 0,0 0-1 16,2 23 0-16,-2-1 0 16,0-22-1-16,3 27 0 15,-1 3 1-15,-2-30-1 16,5 28 2-16,-1-2 0 16,-4-26 0-16,11 20 0 15,-1 0 2-15,-10-20 0 0,0 0 0 16,9 10-1-16,4-3 1 15,34 12 1-15,-24-13 0 16,9-6 0-16,0 0-1 16,10 0-2-16,45-2 1 15,-37-2 0-15,10 0 0 16,0 2-2-16,7 0 1 16,4-6-1-16,2 3 0 0,8-3 1 15,2 4 0-15,-1-4 1 16,4 1-1-16,-1 3 1 15,0 0-2-15,-1 2 0 16,0-1 1-16,3-2 1 16,0 2-1-16,3 2-1 0,-5-2-1 15,2 3 0-15,-1-3 4 16,-1 3 2-16,0 0-3 16,2 0 2-16,-1 0 0 15,1 0 1-15,2 0-1 16,-1 0 0-16,3 0-2 0,-1 0-1 15,7 0 1-15,-3 0-3 16,3 3 0-16,0-3 0 16,5 3 2-16,-3-2-1 15,3-1-1-15,-3 3 2 16,4 2-1-16,-4-2 0 16,2-1 0-16,-4 3 0 15,1-2 0-15,-1 1 1 0,-3 1-1 16,-2-2 1-16,0 2-1 15,-2-5 1-15,-1 2-1 16,-5 1 1-16,3 0 0 16,0-1-1-16,0-2 0 15,-4 0 0-15,-2 0 0 0,1 0 0 16,-3 0 1 0,1-2-1-16,-3-1 0 0,-5 0 1 15,0 1-1-15,1 0 0 16,-6-1 1-16,-1 0-1 15,-1 1 0-15,-5-1 1 16,0 1-1-16,-8 0 1 16,-1-1-1-16,2 3 1 15,-3-1-1-15,-8 1 1 0,5 0-1 16,-2 0 1-16,-6 0-1 16,1 0 1-16,3 0 0 15,-6 0 0-15,-37 0-1 16,39 0 1-16,-1 0-1 15,-3 0 1-15,2 1 0 16,-2-1 1-16,-1 0-2 0,1 0 0 16,2 0 0-1,-4 0 0-15,4 0 0 0,-2 0 0 16,0 0 0-16,34-5 0 16,-69 5 0-16,70-7 0 15,-41 4 0-15,1 0 0 16,2 2 0-16,-7-2 0 0,3 0 0 15,-3-1 0-15,0-2 0 16,0 4 0-16,-6-4 0 16,4 5 0-16,-3-4 0 0,-3 3 0 15,1-4 0-15,-4 4 0 16,4-1 0-16,-4 1 0 16,2 2 0-16,-4-5 0 15,3 5 0-15,0 0 0 16,-6-3 0-16,2 3 0 0,1 0 0 15,-5 0 0-15,-7 0 0 16,13 0 0-16,-13 0 0 16,10 3 0-16,-10-3 0 15,0 0 0-15,9 0 0 0,-9 0 0 16,0 0 0-16,0 0 0 16,0 0 0-16,8-3 0 15,-8 3 0-15,3-15 0 16,-3 6 0-16,2-4 0 0,1-2 0 15,-1 1 0-15,0-6 0 16,1-3 0-16,2-2 0 16,-3 3 0-16,4-3 0 15,-5 2 0-15,3-8 0 0,-2 4 0 16,-2-2 0-16,3 4 0 16,-3 0 0-16,0 2 0 15,0 3 0-15,-3 2-82 16,-3-1-7-16</inkml:trace>
  <inkml:trace contextRef="#ctx0" brushRef="#br0" timeOffset="166665.76">18433 4629 277 0,'0'0'7'0,"0"0"4"0,0 0 4 0,-13 0 3 15,13 0 2-15,0 0 2 16,-7-1 1-16,7 1 0 0,0 0-5 15,9-11-3-15,9 4-3 16,7 0-3-16,5-6-1 16,12 3-2-16,2 0 0 15,6 0-1-15,3 1-1 0,-4 3-2 16,0 3 0-16,-6 3-1 16,-5 3 0-16,-8 7 0 15,-9 1-1-15,-3 1 1 16,-9 0-1-16,3 1 1 0,-5-6 0 15,-5 3 1-15,-2-10-2 16,0 9 0-16,0-9 0 16,0 0 0-16,-15 3 0 15,5-3 0-15,1 0 0 0,-5 0-7 16,7 0-15-16,-7 0-61 16,1 0-3-16</inkml:trace>
  <inkml:trace contextRef="#ctx0" brushRef="#br1" timeOffset="-197730.93">19206 4732 233 0,'0'0'7'0,"0"0"3"0,0 0 3 0,0 0 3 0,0 0 4 16,0 0 3-16,0 0 2 15,0-6 4-15,0 6-6 16,17-15-2-16,5 3-2 15,8-13-2-15,6-4-3 16,20-11-3-16,13-5-2 0,6-9-2 16,15-4-1-16,7-4-1 15,7 1-2-15,-5-1-3 16,1 6 0-16,-14 6 0 16,-6 2 0-16,-11 9 0 15,-16 9 0-15,-16 7 0 0,-12 9 0 16,-11 6 0-16,-14 8 0 15,0 0 0-15,-4 0 0 16,-11 3 0-16,-7 8 0 16,1 3-18-16,-9 8-41 0,1-2-28 15,-4 3-2-15</inkml:trace>
  <inkml:trace contextRef="#ctx0" brushRef="#br1" timeOffset="-197164.29">19287 4447 365 0,'0'0'8'0,"0"0"3"0,0 0 0 16,6-11 3-16,-6 11 0 15,2-9 1-15,-2 9 0 0,0 0 0 16,0 0-7-16,5 5-2 16,-5 10-2-16,0 6-2 15,-5 7-1-15,-3 4 0 0,1 6 0 16,-3-4 0-16,-5 1-1 15,-2-3 2-15,2 0-1 16,-2-5 1-16,-3-2-1 16,5-5 0-16,2-5 0 0,6 2 1 15,0-10 0-15,7-7-1 16,8 3 2-16,11-3 0 16,5-10-3-16,8-5 0 15,11 3 0-15,-2-3 0 0,10 1 0 16,-2-4 0-16,-1 3 0 15,-4 3 0-15,-1 2 0 16,-11 0 0-16,-7 0 0 16,-3 5 0-16,-7-1 0 0,-7 6 0 15,-8 0 0-15,0 0 0 16,0 0 0-16,0 0 0 16,0 0 0-16,0 0 0 15,-8 0 0-15,8 0 0 0,-7 0 0 16,7 0-73-16,0 0-17 15</inkml:trace>
  <inkml:trace contextRef="#ctx0" brushRef="#br1" timeOffset="-191597.59">18217 7156 333 0,'0'0'7'0,"0"0"3"0,0-14 3 0,0 14 3 16,2-13 2-16,-2 13 0 15,0-18 0-15,0 18 1 16,0 0-8-16,-13 0-2 0,-1 6-3 16,-4 13-2-16,-4 8-1 15,-5 9-2-15,2 1 1 16,0 10 0-16,-3 2-1 16,6 1 1-16,3 2-1 0,6-5 0 15,2 0-1-15,11-3 1 16,0-3 0-16,13-7 0 15,5-4 0-15,7-5 0 16,7-8 0-16,3-3 1 0,2-6-1 16,2-2 1-16,3-6-1 15,1-6 0-15,-2-4 2 16,-2-2-3-16,0-5 0 16,-4-6 0-16,-5 1 0 15,0-6 0-15,-5-4 0 0,-5-2 0 16,-6-4 0-16,-4-1 0 15,-2 0 0-15,-8-1 0 16,0 0 0-16,-8 3 0 0,-2-1 0 16,-2 6 0-16,-3 0 0 15,-2 5 0-15,-3 3 0 16,0 3 0-16,-2 4 0 0,-3 5 0 16,-1 4 0-16,-5 6 0 15,1 2 0-15,-5 5 0 16,1 7 0-16,-3 1 0 15,1 7 0-15,4 1 0 0,2 0 0 16,6 3 0-16,1-1 0 16,10-1 0-16,3 0 0 15,8 0 0-15,2-4 0 16,5 2 0-16,13-2 0 16,1-4 0-16,6-4 0 15,10-3 0-15,3-2 0 0,6-2 0 16,4-3 0-16,1-3 0 15,3-4 0-15,3-3 0 16,-3 2 0-16,-5-3 0 0,-2 0 0 16,-11 4 0-16,-4 0 0 15,-10 4 0-15,-2 0 0 16,-6 0 0-16,-12 3 0 16,0 0 0-16,0 0 0 0,0 0 0 15,0 0 0-15,0 0 0 16,-7 0 0-16,7 0 0 15,-16-2 0-15,7 2 0 0,2 0 0 16,7 0 0-16,-16 2 0 16,16-2 0-16,-7 6 0 15,7 4 0-15,2-1-80 16,-2-9-10-16</inkml:trace>
  <inkml:trace contextRef="#ctx0" brushRef="#br1" timeOffset="-190098.3">18679 7506 366 0,'0'0'8'0,"0"0"4"0,0-10 0 0,0 10 3 15,0-15 0-15,5 6 2 16,2-2-1-16,0-1 1 0,4-1-6 16,6 6-5-16,-2 0-1 15,4 4-3-15,3 1-1 16,-1 2 0-16,3 5 0 16,-1 2-1-16,-3 2 0 15,-3 5 0-15,-2 0 0 0,-5-2 0 16,-8 6 0-16,-2-1 0 15,-7-2 0-15,-5-1 0 0,-8 4 0 16,2-3-1-16,-1-2 1 16,-1-1 0-16,5-5-1 15,2 4 1-15,13-11 0 16,-12 11 0-16,12-11 0 16,4 6 0-16,13-5 0 0,-1 2 0 15,5 1 0-15,3-3 0 16,3 4 1-16,-2-1-1 15,0-3 0-15,0 6 0 16,-8 1 0-16,-3-3 0 16,-3 3 0-16,-4-1 1 0,-7 3-1 15,0 0 0-15,-12-3 1 16,-6 1-1-16,-1-1 1 0,-6 3-1 16,-2-4 1-16,-8-2-1 15,5-2 1-15,-4 1-1 16,1-3 0-16,6 0 2 15,4 0-2-15,4 0 0 16,1 0-2-16,11 0-1 0,7 0-2 16,0 0-8-16,0-13-21 15,12 8-49-15,8-2-2 16</inkml:trace>
  <inkml:trace contextRef="#ctx0" brushRef="#br1" timeOffset="-189046.57">19208 7452 356 0,'0'0'7'0,"0"0"5"0,0 0 2 0,0 0 3 16,0 0 0-16,0 0 1 15,0 0 2-15,0 0 0 16,7-5-6-16,3 2-3 0,8-5-6 16,7 3-5-16,5-4 0 15,2 1 0-15,7 1 0 16,1 2 0-16,0-3 0 16,-3 6 0-16,-7-1 0 0,0 3 0 15,-13 0-3-15,3 5-42 16,-20-5-40-16,7 15-3 15</inkml:trace>
  <inkml:trace contextRef="#ctx0" brushRef="#br1" timeOffset="-188814.14">19245 7570 408 0,'0'0'4'16,"0"0"3"-16,0 0 3 15,0 0 2-15,7 0 1 0,4 0 1 16,1 0 2-16,11-4 0 15,4-2-5-15,8-1-11 16,4-1 0-16,3-2 0 16,1 3 0-16,-1 0 0 0,-5 2 0 15,-5 2 0-15,-7 3 0 16,-7 0 0-16,-18 0 0 16,10 5-7-16,-10-5-32 15,-3 10-48-15,3-10-1 0</inkml:trace>
  <inkml:trace contextRef="#ctx0" brushRef="#br1" timeOffset="-187796.4">20029 7386 313 0,'0'0'10'0,"0"0"2"0,0 0 5 16,0 0 3-16,-11-1 2 15,11 1 1-15,0 0 0 16,-12-3 0-16,12 3-7 16,0 0-2-16,7 0-4 0,7 0-2 15,16-3-8-15,0 2 0 16,13-3 0-16,6-1 0 16,6 0 0-16,2-2 0 15,0 0 0-15,-5 1 0 0,-4 2 0 16,-9 2 0-16,-9-4 0 15,-5 6 0-15,-12 0 0 16,-1-2 0-16,-12 2 0 16,0 0 0-16,0 0 0 0,0 0 0 15,0 0 0-15,0 0 0 16,-9 5 0-16,9-5 0 16,-11 3 0-16,11-3 0 15,-14 9 0-15,6-9 0 0,8-12-69 16,0 12-21-16</inkml:trace>
  <inkml:trace contextRef="#ctx0" brushRef="#br1" timeOffset="-187398.06">21277 6847 432 0,'0'0'6'0,"0"0"0"0,0 0 2 0,0 0 0 16,-6-11 1-16,6 11 0 16,-23 3 0-16,3 7 1 15,-2 10-4-15,-5 8-2 16,-1 9 0-16,-7 7-4 0,3 10 0 15,2 8 0-15,1 3 0 16,3 2 0-16,11-1 0 16,3-1 0-16,10-3 0 15,6-5 0-15,14-8 0 0,10-2 0 16,6-6 0-16,8-10 0 16,6-3 0-16,3-8 0 15,7-6 0-15,-6-4 0 0,5-4 0 16,-7-6 0-16,-3 0 0 15,-17-3-83-15,-2-5-5 16</inkml:trace>
  <inkml:trace contextRef="#ctx0" brushRef="#br1" timeOffset="-186963.58">21482 7072 458 0,'0'0'5'0,"0"0"1"0,0 0 2 0,0 0 0 0,9 0-1 16,-9 0 2-16,5 7-1 15,-2 3-6-15,-1 4-2 16,0 5 0-16,4 6 0 15,2 0 0-15,-4 2 0 0,4 0 0 16,-1 0 0-16,3-2 0 16,-2-6 0-16,-1 1 0 15,0-7 0-15,-1 1-13 16,-1 3-47-16,-5-17-27 0,9 13 0 16</inkml:trace>
  <inkml:trace contextRef="#ctx0" brushRef="#br1" timeOffset="-186480.98">22046 7122 451 0,'0'0'4'0,"0"0"3"0,7-11 0 15,-7 11 1-15,0-12 1 16,0 12-1-16,-15-13 1 15,2 9-1-15,-6 1-8 0,-4 3 0 16,-2 3 0-16,-2 4 0 16,2 3 0-16,3 2 0 15,4 4 0-15,9-1 0 0,2-1 0 16,7 4 0-16,7-1 0 16,7-2 0-16,9 0 0 15,2 0 0-15,10-1 0 16,-1-1 0-16,1-2 0 15,0 0 0-15,-6-1 0 0,-4 0 0 16,-2 0 0-16,-6 0 0 16,-11 0 0-16,-4-3 0 15,-4 5 0-15,-14-5 0 16,0 1 0-16,-10 1 0 16,1-5 0-16,-7 0 0 0,2-4 0 15,0 0 0-15,5-1 0 16,5-6 0-16,3-4 0 15,10-2 0-15,7-3 0 0,3-2 0 16,9-2 0-16,8 1 0 16,0-2 0-16,11 2 0 15,-1-4-4-15,11 4-69 0,-7 6-14 16</inkml:trace>
  <inkml:trace contextRef="#ctx0" brushRef="#br1" timeOffset="-186114.13">22354 7129 446 0,'0'0'3'0,"0"0"2"0,-10 3 2 0,2 4 0 0,-4-2 1 16,0 7 1-16,-4 1-1 16,4 4 1-16,-3 3-3 15,3-2-3-15,10 4-3 0,2-2 0 16,4-1 0-16,11-4 0 15,3-2 0-15,7-4 0 16,4-6 0-16,1 0 0 16,5-3 0-16,-3-6 0 0,-2-6 0 15,-2 5 0-15,-4-8 0 16,-7 1 0-16,-5-4 0 0,-6-2 0 16,-6-3 0-16,-6 3 0 15,-8 1 0-15,-1 1 0 16,-7 4 0-16,-1 4 0 15,1 5 0-15,-6 2 0 0,11 6 0 16,-3-1 0-16,20-2-54 16,-12 10-33-16,12-2-2 15</inkml:trace>
  <inkml:trace contextRef="#ctx0" brushRef="#br1" timeOffset="-185762.73">22800 7167 494 0,'0'0'2'0,"0"0"1"16,0 0 2-16,6-4 0 0,-6 4-3 16,17-7-2-16,1 7 0 15,5-4 0-15,1-1 0 16,8 0 0-16,2-1 0 15,5 2 0-15,0-1 0 16,-2 0 0-16,-2 0 0 16,-8 2 0-16,-2 0 0 0,-9 2 0 15,-4 1 0-15,-12 0 0 16,9-3 0-16,-9 3 0 16,0 0 0-16,0 0 0 15,0 0 0-15,-9 0 0 0,9 0 0 16,-16 0 0-16,7 0 0 15,9 0-18-15,0 0-72 16,-15 0-3-16</inkml:trace>
  <inkml:trace contextRef="#ctx0" brushRef="#br1" timeOffset="-185364.02">23596 7016 474 0,'0'0'3'0,"0"0"2"15,5-13 3-15,-5 13 0 16,5-12 0-16,-5 12-3 16,0-10-5-16,0 10 0 15,-19 0 0-15,4 3 0 0,-6 12 0 16,-4 6 0-16,0 4 0 15,4 2 0-15,-2 5 0 16,8 3 0-16,7-2 0 16,8-4 0-16,0-4 0 0,18-2 0 15,10-12 0-15,1 0 0 16,13-4 0-16,3-7 0 16,2 0 0-16,0-3 0 15,1-5 0-15,-11 1 0 0,0 0 0 16,-15 0 0-16,1-3 0 15,-11 5 0-15,-12 5 0 16,0 0 0-16,-5-15 0 0,5 15-36 16,-20 0-54-16,6-3-3 15</inkml:trace>
  <inkml:trace contextRef="#ctx0" brushRef="#br1" timeOffset="-185030.84">23926 6731 479 0,'0'0'3'0,"0"0"2"0,5-14 1 16,-5 14 0-16,16-8 2 16,-4 2-4-16,6 6-4 15,6 6 0-15,5 10 0 16,4 6 0-16,5 11 0 0,-1 9 0 15,0 5 0-15,-5 7 0 16,0 7 0-16,-11-3 0 16,-5 4 0-16,-7 1 0 15,-9-4 0-15,-11-2 0 16,-11-2 0-16,-7-4 0 0,-10-6 0 16,-2-3 0-16,-4-2 0 15,-7-6 0-15,7-2 0 16,3-11 0-16,5-6-7 0,9-1-81 15,3-7-3-15</inkml:trace>
  <inkml:trace contextRef="#ctx0" brushRef="#br1" timeOffset="-181263.85">11835 4427 135 0,'0'0'7'0,"0"0"3"0,0 0 7 0,-9-8 3 16,9 8 4-16,0 0 4 15,-10-8 3-15,10 8 2 0,0 0-5 16,0 0-3-16,-2-9-3 15,2 9-5-15,0 0-3 16,0 0-5-16,0 0-3 16,0 0-1-16,7 5-1 0,-7-5-1 15,14 10 0-15,-5-6 1 16,0 4 0-16,3-1 0 16,1 4 0-16,-1-4-1 15,1 3-1-15,-1 2 0 0,-2 0 0 16,3 3-1-16,-1 0-1 15,-5 2 1-15,4 1-1 16,1-1 0-16,-3 1 1 16,4-1-2-16,-3 3 1 15,1-3 0-15,-2 2 0 16,1 4 1-16,-3 0 0 0,-1-1 0 16,1 2 0-16,-4-1 0 15,1-1 0-15,1 3 0 16,-2-6 0-16,-1 2-1 0,0-4 0 15,-2 0 0-15,6 0 0 16,-6 3 0-16,3-2 0 16,-1 2-1-16,0-3 1 0,-2 0 0 15,3 3 0-15,-3 2 0 16,2-4 0-16,-2 1 0 16,0 1 0-16,0 0 0 15,0 0 0-15,0 0 0 0,0-3 0 16,0 0 0-16,0 1 0 15,0-1 0-15,0-2 0 16,-2 2 0-16,-1-2 0 16,3 0 0-16,-2 0 0 0,0 0 0 15,-1 0 0-15,1 0-1 16,-2-1 2-16,2 1 0 16,-3 0 0-16,0 0 0 15,3 2 0-15,-3-2 0 16,2 2 0-16,-1-3 1 0,-2-3-2 15,1 4 1-15,1 0-1 16,-1-3 0-16,0 4 1 16,-2-7-1-16,1 6 0 0,1-2 1 15,0-1-1-15,3 1 0 16,-3-5 1-16,0 3-1 16,-1 3 0-16,4-3 1 15,-4-1-1-15,2 0 0 0,4-10 1 16,-7 15-1-16,7-15 0 15,-7 12 0-15,7-12 0 16,-6 7 1-16,6-7-1 16,0 0 0-16,-5 10 0 15,5-10 0-15,0 0 0 0,0 0 0 16,0 0 0-16,-9 11 0 16,9-11 0-16,0 0-1 15,0 0 0-15,0 0 0 16,0 0-1-16,-5 7-3 0,5-7-5 15,0 0-11-15,10 4-31 16,-10-4-29-16,0 0-2 16</inkml:trace>
  <inkml:trace contextRef="#ctx0" brushRef="#br1" timeOffset="-180545.54">11841 5591 356 0,'0'0'7'0,"0"0"4"0,-2-10 2 0,2 10 2 16,0-13 1-16,0 13 1 15,0-12 1-15,0 12 0 16,-4-9-6-16,4 9-3 0,0 0-2 16,4 4-1-16,-2 6-2 15,3 5-2-15,-3 0-2 16,6 5 0-16,-4-3 0 0,5 8 0 15,-2-5 0-15,-2 5 0 16,-1-6 0-16,-1 6 0 16,2-3 0-16,-3-4 0 0,-2 2 0 15,2-3 0-15,-2-5 0 16,0 0 0-16,0-12 0 16,0 13 0-16,0-13 0 15,0 0 0-15,0 0 0 16,0 0 0-16,0 0 0 0,9-3 0 15,-9 3 0-15,9-14 0 16,-4 4 0-16,2 0 0 16,-1-3 0-16,4 1 0 0,-1 0 0 15,2-3 0-15,3 1 0 16,-2-4 0-16,4 3 0 16,2-2 0-16,1-4 0 15,-2 4 0-15,5 2 0 16,-6 0 0-16,-2-3 0 15,-1 10 0-15,-1-3 0 0,-12 11 0 16,16-7 0-16,-16 7 0 16,0 0 0-16,0 0 0 15,0 0 0-15,0 5 0 0,0-5 0 16,-3 13 0-16,3-13 0 16,-6 12 0-16,-1-2 0 15,7-10 0-15,-5 17 0 16,-2-10-41-16,7-7-48 0,0 0-2 15</inkml:trace>
  <inkml:trace contextRef="#ctx0" brushRef="#br1" timeOffset="-177047.79">17889 6803 231 0,'0'0'4'0,"0"0"2"0,-16-13 2 0,9 5 1 16,-7 1 5-16,-2 2 2 15,-3 5 1-15,-6 0 2 16,0 5-4-16,-5 17-1 0,-5 9-1 16,1 10 0-16,-3 8-2 15,-6 17-1-15,1 3-1 16,-1 10 0-16,4 5-1 15,4 5 1-15,3 5-1 0,6-2-1 16,10-1 1-16,10-1-2 16,6-4 1-16,18-3-1 15,7-10 0-15,17-1 0 16,8-7-1-16,12-9 0 16,4-3-2-16,9-12-3 0,2-3-4 15,3-3-5-15,-8-10-12 16,-6-6-58-16,-3-1-4 15</inkml:trace>
  <inkml:trace contextRef="#ctx0" brushRef="#br1" timeOffset="-175597.35">18443 6745 394 0,'0'0'6'0,"0"0"3"0,0 0 2 15,0 0 1-15,0-11 1 16,0 11 0-16,0 0 0 15,0 0 1-15,0 0-6 0,2 11-3 16,-2 4-2-16,0 5-2 16,3 3 0-16,-1 2 0 15,0-1 0-15,3 1 0 16,1-5-1-16,1-4 1 0,-2-3 0 16,-3-3 0-16,-2-10 1 15,0 0-2-15,0 0 0 16,0 0 0-16,5-18 0 15,-5 2 0-15,0-7 0 0,0-4 0 16,0-3 0-16,0-4 0 16,0 1 0-16,5 3 0 15,1 5 0-15,1 1 0 0,3 7 0 16,5 5 0-16,-3 8 0 16,0 4 0-16,6 5 0 15,-4 11 0-15,4 1 0 16,2 5 0-16,-3 6 0 15,1 1 0-15,1 1 0 16,-1 2 0-16,-2-2 0 0,-2-3 0 16,-2-2 0-16,-1-3 0 15,-4-5-3-15,2 1-40 16,-6-4-42-16,-3-5-3 16</inkml:trace>
  <inkml:trace contextRef="#ctx0" brushRef="#br1" timeOffset="-175430.57">18569 6877 424 0,'0'0'3'0,"0"0"0"0,0 0 1 0,5-5 0 16,6 2-1-16,3 1 0 0,4-1-5 16,8 3-14-16,4-3-58 15,6 3-3-15</inkml:trace>
  <inkml:trace contextRef="#ctx0" brushRef="#br1" timeOffset="-175013.05">19086 6788 396 0,'0'0'6'0,"0"0"2"16,0 0 2-16,-17-6 2 15,5 4 0-15,-6 2 1 0,-4 0 0 16,-3 0 1-16,-5 8-7 15,5-2-2-15,0 4-2 16,8 3-2-16,-1-1 0 16,11 1-1-16,7-1 0 15,5-2 0-15,13 0 0 0,-1-2 1 16,3-4 0-16,3-4 0 16,3 0 1-16,-3-2 0 15,-1-8-1-15,-7-3 1 0,0-1-2 16,-3-5 0-16,-7-5 0 15,-3 0 0-15,-2-3 0 16,-2-3 0-16,-3 3 0 16,-2 4 0-16,-3 1 0 0,2 5 0 15,-2 6 0-15,10 11 0 16,-9 6 0-16,6 6 0 16,3 11 0-16,5 4 0 15,5-1 0-15,1 10 0 0,3-4 0 16,4 0 0-16,5-2 0 15,3-3-14-15,-1-4-20 16,-2-7-50-16,9-1-3 16</inkml:trace>
  <inkml:trace contextRef="#ctx0" brushRef="#br1" timeOffset="-174629.88">19422 6800 330 0,'0'0'9'0,"0"0"4"15,-7-12 3-15,7 12 2 16,-16-16 0-16,4 9 1 0,-6 2 1 15,-2 0 0-15,-1 3-8 16,-2 2-5-16,0 2-2 16,4 6-1-16,1 1-2 15,4 4-1-15,3-1-1 0,4 2 0 16,5 3 0-16,2-6 0 16,7-1 0-16,2 0 1 15,7-5 0-15,0-5 0 16,5 0 0-16,-1-7 1 0,3-8 0 15,-4 1 1-15,-1-10 0 16,-6-5 0-16,-3-1-3 16,-3-6 0-16,-3 0 0 0,-3-3 0 15,-5 9 0-15,-3-2 0 16,-2 10 0-16,5 7 0 16,-4 8 0-16,9 7 0 15,-11 14 0-15,11 8 0 16,2 8 0-16,9 5 0 0,1 2 0 15,8 6 0-15,2-2 0 16,8-1 0-16,0-8-14 16,-1-2-70-16,14-5-1 15</inkml:trace>
  <inkml:trace contextRef="#ctx0" brushRef="#br1" timeOffset="-174164.25">20015 6619 468 0,'0'0'4'0,"0"0"2"0,0 0 1 16,0 0 0-16,0 0 0 15,0 0 1-15,0 0-4 0,0 0-4 16,-7 10 0-16,2 4 0 16,3 7 0-16,2 1 0 15,0 1 0-15,0 3 0 16,0-6 0-16,2 0 0 0,1-3 0 15,2-2 0-15,-3-5 0 16,-2-10 0-16,2 15 0 16,-2-15 0-16,0 0 0 15,0 0 0-15,0 0 0 16,5-7 0-16,-5-4 0 0,0 11 0 16,0-17 0-16,5 8 0 15,-5-1-19-15,0 10-19 16,13-13-46-16,-13 13-2 15</inkml:trace>
  <inkml:trace contextRef="#ctx0" brushRef="#br1" timeOffset="-172679.99">19983 6755 352 0,'0'0'7'16,"0"0"5"-16,0 0 2 0,0-10 1 0,0 10 1 15,0 0 1-15,0-10 0 16,0 10-1-16,0 0-6 0,0 0-4 15,0 0-3-15,-2 10-1 16,2 0-2-16,0 2-1 16,0 3 1-16,0 3 0 15,2-4 0-15,3 4 0 16,0-3 0-16,0-3 1 0,-2-2-1 16,-3-10 0-16,7 13 0 15,-7-13 1-15,0 0 1 16,0 0 1-16,0 0 0 0,0 0 0 15,7-8 0-15,-7-5 0 16,0-4 1-16,0-5-2 16,0-6-2-16,0-3 0 15,0-1 0-15,0-3 0 0,3 5 0 16,-1 0 0-16,-2 5 0 16,3 6 0-16,-1 4 0 15,-2 5 0-15,0 10 0 16,0 0 0-16,18 0 0 0,-8 2 0 15,3 11 0-15,1 2 0 16,4 5 0-16,1-1 0 16,4 6 0-16,2-5 0 15,-3 2 0-15,2-2 0 0,-1-2 0 16,-3-6 0-16,-3-2 0 16,-1-3 0-16,-7-2 0 15,-9-5 0-15,16 0 0 16,-16 0 0-16,9-8 0 0,-9 1 0 15,3-8 0-15,-1-2 0 16,0-5 0-16,-2 0 0 16,0-6 0-16,0 3 0 15,-2 3 0-15,0 2 0 16,-1 3 0-16,-2 5 0 0,5 12 0 16,0 0 0-16,0 0 0 15,0 0-35-15,0 14-51 16,5 6-2-16</inkml:trace>
  <inkml:trace contextRef="#ctx0" brushRef="#br1" timeOffset="-171997.54">20490 6706 415 0,'0'0'7'0,"0"0"2"0,0 0 1 0,0 0 2 0,0 0 0 0,0 0 1 15,0 0-1-15,0 0 1 0,0 0-5 16,0 0-8-16,10-6 0 16,2 2 0-16,1-1 0 15,-1 0 0-15,6-3 0 16,-1 1 0-16,-2 0 0 0,-3-3 0 16,-7-1 0-16,-2 2 0 15,-3 9 0-15,-8-11 0 16,-4 10 0-16,-5 1 0 15,-1 0 0-15,-1 7 0 0,3 3 0 16,6-1 0-16,6 4 0 16,4-1 0-16,7-4 0 15,11 2 0-15,6-8 0 16,9 1 0-16,4-3 0 0,0 0 0 16,5-5 0-16,-4-5 0 15,-6 0 0-15,-4-2 0 16,-7-4 0-16,-5 4 0 15,-11 0 0-15,-5 0 0 0,-5 2 0 16,-8 5 0-16,-2 2 0 16,-5 3 0-16,3 0 0 15,-1 8 0-15,4 6 0 0,1-2 0 16,8 6 0-16,5 0 0 16,0 1 0-16,12 1 0 15,6-1 0-15,2 5 0 16,2-5 0-16,1 3 0 0,-1 0 0 15,-3 2 0-15,-1-5 0 16,-6 1 0-16,-9-3 0 16,-3 1 0-16,-8-7 0 15,-8-1 0-15,-7-2 0 16,-7-3 0-16,0-5 0 16,-7 0 0-16,3-8 0 0,1-7 0 15,6 0 0-15,4-1 0 16,5-7 0-16,14 0 0 15,4-2 0-15,15 2-7 16,3-2-9-16,18 7-13 0,4 4-41 16,7-6-14-16</inkml:trace>
  <inkml:trace contextRef="#ctx0" brushRef="#br1" timeOffset="-171530.19">21079 6602 430 0,'0'0'5'0,"0"0"2"0,0-8 0 0,0 8 2 0,-10-8 0 16,10 8 0-16,-19-9 0 15,6 6 1-15,1 3-5 0,-3 3-2 16,4-1-1-16,-4 8-1 16,5-2-1-16,6-1 0 15,1 3 1-15,3-2-1 16,0-8 0-16,12 9 0 16,1-9 1-16,4 0 2 0,-1 0-3 15,-2 0 0-15,1-8 0 16,2 4 0-16,-6-4 0 15,-2 4 0-15,-9 4 0 0,8-8 0 16,-8 8 0-16,0 0 0 16,0 0 0-16,7 8 0 15,-7-8-2-15,8 16-2 16,-1-5 0-16,3-2 2 16,3-1-1-16,1-5 1 0,4-1 0 15,1-2 2-15,6-8-1 16,-7-4 3-16,1-2 0 15,-3-6 0-15,-6-5 1 0,3 2-1 16,-11-3 1-16,-2 1-1 16,0 6 0-16,-5 1-2 15,-3 5 0-15,-2 8-1 16,10 5 0-16,-12 12-1 16,9 8-1-16,3 0-2 0,0 8-5 15,3-3-7-15,5 4-12 16,-4 3-27-16,4-7-27 15,2-3-3-15</inkml:trace>
  <inkml:trace contextRef="#ctx0" brushRef="#br1" timeOffset="-171330.38">21300 6664 352 0,'0'0'6'0,"0"0"4"0,0-16 0 16,3 7 2-16,-1-1-1 0,5-2 0 16,1-1 1-16,5-2 0 15,-1-2-5-15,1 6-3 16,1 4 0-16,-2 0-2 15,1 7 1-15,-3 0-1 16,0 3 1-16,-2 4-1 16,-1 5-1-16,0 1 0 0,-2 4 0 15,3 1-1-15,-1-4-5 16,3 2-8-16,0 1-28 16,2-10-37-16,3 0-1 15</inkml:trace>
  <inkml:trace contextRef="#ctx0" brushRef="#br1" timeOffset="-170814.34">21606 6540 426 0,'0'0'5'0,"0"0"2"15,0 0 1-15,0 0 1 0,0 0-1 16,0 0 0-16,0 0 1 16,-8 7-1-16,8-7-4 15,0 14-2-15,3-1-1 0,0-1-1 16,1-1 1-16,4 1-1 15,1-2 1-15,0-6 0 16,3 2 0-16,-3-6 0 16,-1 0-1-16,4-2 2 15,-2-8-1-15,3 0 1 0,-3-3-1 16,-1 1 0-16,-1-1 0 16,0 1 0-16,-4 2-1 15,-4 10-1-15,8-12 0 16,-8 12 0-16,0 0 0 0,0 0-1 15,7 7 1-15,-7-7-1 16,8 15 1-16,-1-5 1 16,1-3 0-16,5 1 1 0,1-1-1 15,4-7 1-15,6 0-1 16,-2 0 1-16,6-3 0 16,-3-6 0-16,2-1 0 15,-5-3 0-15,-4 3 0 0,-6-2 1 16,-4 2-2-16,-8 10 0 15,0-12 0-15,-11 12-1 16,-3 0 0-16,-1 9 0 16,-5 7-1-16,3 2 1 0,5-2 0 15,4 4 0-15,3-2-1 16,5-2-1-16,10 0-4 16,14-4-17-16,7-4-56 15,0-6-3-15</inkml:trace>
  <inkml:trace contextRef="#ctx0" brushRef="#br1" timeOffset="-170346.27">22485 6398 477 0,'0'0'4'0,"0"0"0"0,0-12 1 16,0 12 0-16,-12-13 1 16,1 9-1-16,-4-1 0 15,-2 5-5-15,-2 0 0 16,-4 9 0-16,3 4 0 0,3 2 0 15,2 5 0-15,5 0 0 16,5 2 0-16,5-1 0 16,12-5 0-16,9 3 0 15,4-2 0-15,7 0 0 0,4-3 0 16,2-4 0-16,2 2 0 16,-7-4 0-16,-1-1 0 15,-10 0 0-15,-7-1 0 0,-15-6 0 16,3 12 0-16,-13-7 0 15,-10 0 0-15,-8-1 0 16,-6 1 0-16,-1 1 0 16,-6-6 0-16,13 5-16 15,-2-3-34-15,5-2-35 0,9-5-1 16</inkml:trace>
  <inkml:trace contextRef="#ctx0" brushRef="#br1" timeOffset="-170180.7">22650 6515 447 0,'0'0'5'16,"0"0"2"-16,0 0 1 16,8 0 0-16,-8 0 1 15,9 7 0-15,-9-7 0 16,13 18 0-16,-9-5-9 0,6-2 0 16,0 4-3-16,5-2-15 15,2 2-24-15,19-3-41 16,-15-2-2-16</inkml:trace>
  <inkml:trace contextRef="#ctx0" brushRef="#br1" timeOffset="-169513.7">23069 6529 448 0,'0'0'4'15,"0"0"1"-15,-11-10 1 16,-1 8 1-16,-4-2 0 0,-5 1 0 16,-4 0 1-16,-1 1 0 15,-2 2-3-15,1 0-2 16,2 5 0-16,5 2-3 0,8 1 0 15,2 2 0-15,8-1 0 16,2 4 0-16,12-3 0 16,6 2 0-16,-2 3 0 15,9 2 0-15,5-1 0 0,-2-4 0 16,2 5 0-16,-1 0 0 16,-5-2 0-16,-3-3 0 15,-1 5 0-15,-8-3 0 16,-7-3 0-16,-5 2 0 15,-5-5 0-15,-10-1 0 0,-5-2-2 16,-2 0 1-16,0-5 1 16,-3 0 0-16,5-8-1 15,3-4 2-15,6 2-1 16,6-6 0-16,5-5 1 0,12-1 1 16,6-3-2-16,7-2 0 15,3-3 0-15,2 0 0 16,-1 4 0-16,-1 1 0 15,-5 0 0-15,-4 7 0 0,-5 3 0 16,-6 5 0-16,-8 10 0 16,0 0 0-16,0 0 0 15,8 12 0-15,-8 4 0 0,0 1 0 16,2 3 0-16,3-1 0 16,0-2 0-16,-1 1 0 15,5-5 0-15,-1-6 0 16,3-4 0-16,0-3 0 15,1-8 0-15,3-7 0 16,-3 0 0-16,5-2 0 0,1-2 0 16,-1-2 0-16,3 6 0 15,-7 1 0-15,0 3 0 16,4 10 0-16,-8 1 0 16,-9 0 0-16,18 6 0 0,-11 7 0 15,0-1 0-15,1 1 0 16,7 2 0-16,-1-5 0 15,7 2 0-15,-1-5-5 0,6 0-15 16,-3-1-47-16,7-6-18 16</inkml:trace>
  <inkml:trace contextRef="#ctx0" brushRef="#br1" timeOffset="-168431.02">24028 5934 371 0,'0'0'8'0,"0"0"4"0,-10-4 0 0,10 4 1 16,-5 5 2-16,5 7 1 15,5 8 1-15,18 10 1 16,14 9-6-16,25 14-4 0,15 11-2 16,15 13-3-16,8 7-3 15,1 5 0-15,-4 5 0 16,-12 3 0-16,-13 2 0 0,-22-4 0 15,-20 1 0-15,-21-5 0 16,-11 1 0-16,-19-5 0 16,-13 0 0-16,-10-6 0 15,-9-4 0-15,-4-8 0 16,0-5 0-16,3-1 0 16,-4 1-14-16,21-31-74 15,12-9-2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30T14:19:27.9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25035 7335 471 0,'0'0'0'0,"-3"-10"1"0,3 10-1 15,-15-15 0-15,-4 10 0 16,-9 0 0-16,-11 2 0 15,-16 1-1-15,-12 7 0 0,-20 8-4 16,-18 9-2-16,-16 4-2 16,-19 5-4-16,-14 4 1 15,-14-1-1-15,-19-2 2 16,-9 0 1-16,-13-4 4 0,-16-6 3 16,-2-5 7-16,-14-2 2 15,-7-3 2-15,-12 1 1 16,-5-2-1-16,-6 0 0 0,-7-1-1 15,-5 3-2-15,-6-4 0 16,-1 4-2-16,-6-3-1 16,3 3 0-16,-1-4 0 15,5-2-1-15,7-2 0 0,9 1 0 16,9-6-1-16,6 0 0 16,17 0 0-16,7-8 0 15,15 0 0-15,8-1 0 16,15 1 1-16,15 1-1 0,10 0 0 15,17 4 0-15,14 1 0 16,16 2 0-16,18 2-1 16,14 8 1-16,14 3-1 15,16 3 1-15,13 9 0 0,4 8 0 16,15 12 0-16,5 7 1 16,0 14 0-16,8 16 0 15,-3 9 0-15,3 19 0 16,-3 16 1-16,-6 15-1 0,-6 13 0 15,-2 19 1-15,-3 10-1 16,-11 16 2-16,-1 14 0 16,-13 7 1-16,0 11 0 15,-3 4 0-15,1 16-1 0,-9 0 2 16,-1 10 0-16,-1 6-1 16,0 6-1-16,4 4-1 15,-4 2-1-15,3 4 0 16,-1 2 0-16,1 3-1 0,6-6-1 15,-1 6 0-15,-4-6 0 16,2 3 0-16,2-10 0 16,-5-1 1-16,2-8 0 0,-2-9-1 15,-4-4 0 1,1-13 0-16,-2-4 0 0,-3-13-1 16,4-8 2-16,-2-9-1 15,2-11 1-15,38-103-1 16,-2 8 0-16,3-9 1 0,-2 3 0 15,1-5 1-15,-2 3-1 16,5-8 0-16,-2-2-1 16,5-10 1-16,-2 2-1 15,5-11-1-15,-2-1 0 16,6-8-1-16,2-3 1 16,6-6-1-16,-1-3 1 15,18-42 0-15,-4 30 1 0,-4 0 1 16,20 1 2-16,9-25 0 15,6-6 0-15,13 0 0 16,6-6 1-16,15-2-1 16,13-5 1-16,16 1 0 0,14-4-1 15,17 1-1-15,16-2 1 16,23 0 0-16,18 0 0 16,21-3 1-16,40-1 0 15,9 2-1-15,22 2-2 0,26-1 0 16,37 1 0-16,8 2 0 15,27 3 0-15,16-1 0 16,27 5 0-16,21 4 0 16,15 4 0-16,15 0 0 0,11 10 0 15,8 2 0-15,4 3-20 16,-6 5-63-16,-11 2-4 16</inkml:trace>
  <inkml:trace contextRef="#ctx0" brushRef="#br0" timeOffset="6232.62">2168 12472 152 0,'0'0'4'0,"0"0"1"0,0 0-1 0,0 0 0 15,0 0 0-15,0 0 1 0,0 0 1 16,0 0 5-16,0 0-1 16,0 0 1-16,0 0 3 15,5 6-1-15,-5-6 0 16,12 7 1-16,0-5-1 0,4 4-4 15,1-6-3-15,3 2-1 16,2-2-1-16,6 0-1 16,4 0 0-16,0 0 0 15,5 0 0-15,3 0 0 0,7 0 0 16,3 0-1-16,2 0-1 16,3 0 1-16,2 0 0 15,4 0 0-15,2-2-1 0,2 2 0 16,-1 0 1-16,3 0-1 15,8-3 0-15,0 3 0 16,0 0 0-16,0-3 0 16,9 3-1-16,-6 0 1 15,10 0 0-15,-1-2 0 0,0 2 0 16,0 0 0-16,-1 0-1 16,1-2 1-16,-1-1 0 15,7 1-1-15,-5-1 0 0,3 0 1 16,-1 1-1-16,0 0 0 15,-1-1 1-15,0-2-1 16,3 3 1-16,0 0 0 16,-3-1 0-16,1 0 0 15,4 0 1-15,-2 3-1 0,2 0 1 16,3 0-1-16,1 0 2 16,-1 0-3-16,2 0 3 15,-3 0-2-15,4-1 0 0,-3-2 0 16,3 0 0-16,-1-1-1 15,-3-1 1-15,-4 0-1 16,3 0 0-16,-3 0 1 16,-3 0-1-16,6 0 0 15,-6 0 0-15,1 2 1 0,-3-2-1 16,-6 1 0-16,6 1 0 16,-2 3 1-16,0-3-1 15,2 3 0-15,-3 0 0 16,3 0 0-16,5-2 0 0,-3 2-1 15,1 0 1-15,2-3 0 16,-5 1-1-16,0 2 1 16,-8-5 0-16,-1 3 0 0,-7-1 0 15,-1-1 1-15,0 4-1 16,-11-3 1-16,3 0-1 16,-5 3 1-16,0 0-1 15,-2 0 1-15,-2 0-1 16,-7 0 0-16,-6 0 0 0,3 0 1 15,-16 3-1-15,1-3 0 16,-12 0 0-16,0 0 0 16,-7 3 1-16,-9-3-1 15,0 0 0-15,8 0 0 0,-8 0 0 16,0 0-1-16,0 0 1 16,0 0 0-16,0 0 0 15,4 14 0-15,-4-14 0 16,6 17 0-16,-3 1 1 15,-3 2 2-15,0 7-2 0,0 8 1 16,0 6 1-16,-3 7 0 16,-3 11 1-16,-3 6 0 15,4 4-1-15,-2 5 0 0,1 5 0 16,4 1-1-16,2 2-1 16,0-1 0-16,5-5-1 15,7 2 0-15,0-1 1 0,1-6 0 16,4 6 0-16,4-5 1 15,1-5 0-15,-5 2 0 16,6-6 0-16,-3-1 1 16,1-4-2-16,-3-1 1 15,5-2-1-15,-6-6-1 0,1-2 1 16,-4 1-1-16,4-6 1 16,-1 2-1-16,-2-1 2 15,2-5-1-15,0-2 1 0,-1-2-1 16,-4 1-1-16,0-2 1 15,4-4-1-15,-9-4 0 16,2 0 0-16,-3-5-1 16,-2-3 1-16,2-5-1 0,-1 1 1 15,-3-4 0-15,-2-9 0 16,5 16 0-16,-5-16 0 16,0 7 0-16,0-7 0 15,0 10 0-15,0-10-2 16,-12 6 2-16,-1 0-1 0,-2-4 0 15,-7 4 1-15,-6-2-2 16,-4-1 1-16,-5-3 0 16,-7 3-1-16,-9-3 1 15,-4 1 0-15,-3-1 0 0,-14 0 0 16,-3 0-1-16,-8 0 1 16,-4 3 0-16,-11 0 0 15,-1 2 0-15,-3-3 0 16,-11 3 1-16,1 2-1 0,-3 1 1 15,-4-3-1-15,-4 3 1 16,-2 2-1-16,-4 0 1 16,-3-3-1-16,-1 3 1 0,-4 0 0 15,-3-3 0-15,1 4 0 16,-1-5 0-16,0 4 0 16,-1-2 0-16,1-1 0 15,1 1 0-15,-1-3 0 16,0 3 0-16,1-4 0 0,1-1 0 15,-1 1 1-15,1-1-1 16,4 0 0-16,-1-2-1 16,3-1 1-16,5 0 0 15,0 0-2-15,1 0 1 0,-1 0 0 16,8-1 0-16,-1-2 0 16,0 0 0-16,0-1 0 15,4 1 1-15,3 0 0 16,1 2-1-16,5-2 1 0,1 3 0 15,-1 0 0-15,10 0-1 16,-1 0 1-16,1 4-1 16,1-1 1-16,8 2 0 15,-2 0-1-15,4-2 1 16,6 1 0-16,3 1 1 0,4-2-1 16,6 2 0-16,7-3 0 15,0 3 0-15,9-3 0 16,4 3 0-16,1 1 0 0,6-2 0 15,-3 4 0-15,8-3 0 16,-1 0 0-16,4 2 0 16,2-3 0-16,2 2 0 15,-2-1 1-15,7-2-1 0,0 0 1 16,5-3 0-16,0 0 1 16,5 0 0-16,3-3 1 15,-1-5 0-15,13 8-1 0,-12-17 1 16,10 7 0-16,-1-5-1 15,1-2 1-15,2-3-1 16,0-7 0-16,0-6 1 16,5-1 0-16,-3-11 0 15,8-1 0-15,-2-12 0 16,4-3 0-16,0-10-1 0,3-7 1 16,2-7-1-16,-1-6 1 15,5-8 0-15,-1-11-1 16,5 2 1-16,-2-12-2 0,7 2 3 15,-3 2-2-15,1-4 1 16,2 6 0-16,-2 8-1 16,8 5-2-16,-4 7-1 15,5 14-6-15,-7 21-65 0,0-1-10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3B82EB1-B157-497A-B3B0-151FD3C30A73}" type="datetimeFigureOut">
              <a:rPr lang="en-CA"/>
              <a:pPr>
                <a:defRPr/>
              </a:pPr>
              <a:t>2025-08-30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12C65C7-A042-4799-86BB-627996430EC7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6268886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17895E2-9FCB-4111-942F-7A6951F58E0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493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5562256-33F3-400F-833D-1C6D9017A847}" type="slidenum">
              <a:rPr lang="en-CA" altLang="en-US" smtClean="0"/>
              <a:pPr/>
              <a:t>2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139001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1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76200" y="5257806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12"/>
          <p:cNvSpPr txBox="1">
            <a:spLocks noChangeArrowheads="1"/>
          </p:cNvSpPr>
          <p:nvPr/>
        </p:nvSpPr>
        <p:spPr bwMode="auto">
          <a:xfrm>
            <a:off x="152400" y="5667382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8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581404"/>
            <a:ext cx="9144000" cy="2531943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3431370"/>
            <a:ext cx="180975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-76200" y="5257806"/>
            <a:ext cx="2133600" cy="42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342900" y="5667382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 dirty="0" err="1">
                <a:solidFill>
                  <a:srgbClr val="FFFFFF"/>
                </a:solidFill>
              </a:rPr>
              <a:t>Pilani</a:t>
            </a:r>
            <a:r>
              <a:rPr lang="en-US" altLang="en-US" sz="900" dirty="0">
                <a:solidFill>
                  <a:srgbClr val="FFFFFF"/>
                </a:solidFill>
              </a:rPr>
              <a:t>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028950" y="5410978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3801792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380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7620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7086600" y="1171582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803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7162800" y="6596067"/>
            <a:ext cx="19812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84388" y="655003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2"/>
            <a:ext cx="8229600" cy="4525963"/>
          </a:xfrm>
        </p:spPr>
        <p:txBody>
          <a:bodyPr/>
          <a:lstStyle>
            <a:lvl1pPr marL="257162" marR="0" indent="-257162" algn="l" defTabSz="68576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185" marR="0" indent="-214303" algn="l" defTabSz="68576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471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1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76200" y="5257806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12"/>
          <p:cNvSpPr txBox="1">
            <a:spLocks noChangeArrowheads="1"/>
          </p:cNvSpPr>
          <p:nvPr/>
        </p:nvSpPr>
        <p:spPr bwMode="auto">
          <a:xfrm>
            <a:off x="152400" y="5667382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8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1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-76200" y="5257806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152400" y="5667382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0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7620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7086600" y="1171582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803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M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1"/>
          <p:cNvGrpSpPr>
            <a:grpSpLocks/>
          </p:cNvGrpSpPr>
          <p:nvPr/>
        </p:nvGrpSpPr>
        <p:grpSpPr bwMode="auto">
          <a:xfrm>
            <a:off x="2133600" y="64770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6" y="274648"/>
            <a:ext cx="8518523" cy="943927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4801" y="1418278"/>
            <a:ext cx="8518524" cy="5058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>
          <a:xfrm>
            <a:off x="457200" y="6492885"/>
            <a:ext cx="2133600" cy="365125"/>
          </a:xfrm>
        </p:spPr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6629400" y="6492885"/>
            <a:ext cx="2133600" cy="365125"/>
          </a:xfrm>
        </p:spPr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124200" y="6492250"/>
            <a:ext cx="35052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  ZG561</a:t>
            </a:r>
            <a:r>
              <a:rPr lang="en-CA" dirty="0"/>
              <a:t>, MECHANISMS AND ROBOTICS</a:t>
            </a:r>
          </a:p>
        </p:txBody>
      </p:sp>
    </p:spTree>
    <p:extLst>
      <p:ext uri="{BB962C8B-B14F-4D97-AF65-F5344CB8AC3E}">
        <p14:creationId xmlns:p14="http://schemas.microsoft.com/office/powerpoint/2010/main" val="100312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7162800" y="6596067"/>
            <a:ext cx="19812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84388" y="655003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2"/>
            <a:ext cx="8229600" cy="4525963"/>
          </a:xfrm>
        </p:spPr>
        <p:txBody>
          <a:bodyPr/>
          <a:lstStyle>
            <a:lvl1pPr marL="257162" marR="0" indent="-257162" algn="l" defTabSz="68576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185" marR="0" indent="-214303" algn="l" defTabSz="68576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471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6" name="Group 11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4" name="TextBox 15"/>
          <p:cNvSpPr txBox="1">
            <a:spLocks noChangeArrowheads="1"/>
          </p:cNvSpPr>
          <p:nvPr/>
        </p:nvSpPr>
        <p:spPr bwMode="auto">
          <a:xfrm>
            <a:off x="3276600" y="6596067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 marL="257162" marR="0" indent="-257162" algn="l" defTabSz="68576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185" marR="0" indent="-214303" algn="l" defTabSz="68576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6"/>
            <a:ext cx="4038600" cy="4525963"/>
          </a:xfrm>
        </p:spPr>
        <p:txBody>
          <a:bodyPr/>
          <a:lstStyle>
            <a:lvl1pPr marL="257162" marR="0" indent="-257162" algn="l" defTabSz="68576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185" marR="0" indent="-214303" algn="l" defTabSz="68576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0786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3276600" y="6596067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9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362209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9006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3276600" y="6596067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7423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3276600" y="6596067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6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600206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790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3276600" y="6596067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5739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3276600" y="6596067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026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DE923C3-CD8C-4738-95ED-94BC2E42DD6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DE  ZG561, MECHANISMS AND ROBOTICS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29D9082-6628-4ABA-973B-A62DDACA0227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7" r:id="rId5"/>
    <p:sldLayoutId id="2147483708" r:id="rId6"/>
    <p:sldLayoutId id="2147483709" r:id="rId7"/>
    <p:sldLayoutId id="2147483696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884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766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649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532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57162" indent="-257162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185" indent="-21430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07" indent="-171442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090" indent="-171442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2974" indent="-171442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856" indent="-171442" algn="l" defTabSz="68576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3" Type="http://schemas.openxmlformats.org/officeDocument/2006/relationships/customXml" Target="../ink/ink5.xml"/><Relationship Id="rId7" Type="http://schemas.openxmlformats.org/officeDocument/2006/relationships/customXml" Target="../ink/ink6.xml"/><Relationship Id="rId12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1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10.xml"/><Relationship Id="rId5" Type="http://schemas.openxmlformats.org/officeDocument/2006/relationships/image" Target="../media/image14.png"/><Relationship Id="rId4" Type="http://schemas.openxmlformats.org/officeDocument/2006/relationships/customXml" Target="../ink/ink9.xml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customXml" Target="../ink/ink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12" Type="http://schemas.openxmlformats.org/officeDocument/2006/relationships/image" Target="../media/image3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11" Type="http://schemas.openxmlformats.org/officeDocument/2006/relationships/customXml" Target="../ink/ink22.xml"/><Relationship Id="rId5" Type="http://schemas.openxmlformats.org/officeDocument/2006/relationships/customXml" Target="../ink/ink19.xml"/><Relationship Id="rId10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customXml" Target="../ink/ink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32.xml"/><Relationship Id="rId5" Type="http://schemas.openxmlformats.org/officeDocument/2006/relationships/image" Target="../media/image41.png"/><Relationship Id="rId4" Type="http://schemas.openxmlformats.org/officeDocument/2006/relationships/customXml" Target="../ink/ink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customXml" Target="../ink/ink3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35.xml"/><Relationship Id="rId5" Type="http://schemas.openxmlformats.org/officeDocument/2006/relationships/hyperlink" Target="https://en.wikipedia.org/wiki/Law_of_cosines" TargetMode="Externa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5"/>
          <p:cNvSpPr>
            <a:spLocks noGrp="1"/>
          </p:cNvSpPr>
          <p:nvPr>
            <p:ph sz="quarter" idx="13"/>
          </p:nvPr>
        </p:nvSpPr>
        <p:spPr>
          <a:xfrm>
            <a:off x="6655636" y="4724400"/>
            <a:ext cx="2362200" cy="40005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800" b="1" dirty="0">
                <a:solidFill>
                  <a:srgbClr val="FF0000"/>
                </a:solidFill>
              </a:rPr>
              <a:t>Lecture - 6</a:t>
            </a:r>
          </a:p>
        </p:txBody>
      </p:sp>
      <p:sp>
        <p:nvSpPr>
          <p:cNvPr id="6" name="Title 4"/>
          <p:cNvSpPr txBox="1">
            <a:spLocks/>
          </p:cNvSpPr>
          <p:nvPr/>
        </p:nvSpPr>
        <p:spPr>
          <a:xfrm>
            <a:off x="3962400" y="3657600"/>
            <a:ext cx="5077848" cy="838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rtl="0"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3300" b="1" kern="1200" spc="-113" baseline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42884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685766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028649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371532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2800" dirty="0"/>
              <a:t>Mechanisms and Robotics</a:t>
            </a:r>
            <a:br>
              <a:rPr lang="en-US" sz="2800" dirty="0"/>
            </a:br>
            <a:r>
              <a:rPr lang="en-US" sz="2800" dirty="0"/>
              <a:t>		</a:t>
            </a:r>
            <a:r>
              <a:rPr lang="en-IN" sz="2800" dirty="0"/>
              <a:t> DE / ES  ZG561</a:t>
            </a:r>
            <a:endParaRPr lang="en-US" sz="2800" dirty="0"/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5360236" y="5486400"/>
            <a:ext cx="3657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marL="0" indent="0" algn="r" rtl="0" fontAlgn="base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600" b="1" dirty="0"/>
              <a:t>Dr. Glynn John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600" b="1" dirty="0"/>
              <a:t>Mechanical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6534150" cy="589360"/>
          </a:xfrm>
        </p:spPr>
        <p:txBody>
          <a:bodyPr>
            <a:noAutofit/>
          </a:bodyPr>
          <a:lstStyle/>
          <a:p>
            <a:r>
              <a:rPr lang="en-IN" sz="2400" dirty="0"/>
              <a:t>Inverse kinematics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314700" y="5715000"/>
            <a:ext cx="3257550" cy="285750"/>
          </a:xfrm>
        </p:spPr>
        <p:txBody>
          <a:bodyPr/>
          <a:lstStyle/>
          <a:p>
            <a:pPr>
              <a:defRPr/>
            </a:pPr>
            <a:r>
              <a:rPr lang="en-US"/>
              <a:t>DE  ZG561, MECHANISMS AND ROBOTICS</a:t>
            </a:r>
            <a:endParaRPr lang="en-CA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1"/>
          </p:nvPr>
        </p:nvSpPr>
        <p:spPr bwMode="auto">
          <a:xfrm>
            <a:off x="6858000" y="5715000"/>
            <a:ext cx="800100" cy="285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85" indent="-214303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07" indent="-171442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090" indent="-171442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2974" indent="-171442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856" indent="-171442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739" indent="-171442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622" indent="-171442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505" indent="-171442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52D7E5-A4BE-4329-ACDB-D2D986EBE08B}" type="slidenum">
              <a:rPr lang="en-CA" altLang="en-US" sz="9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CA" altLang="en-US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sz="quarter" idx="1"/>
          </p:nvPr>
        </p:nvSpPr>
        <p:spPr>
          <a:xfrm>
            <a:off x="652182" y="1752600"/>
            <a:ext cx="6619315" cy="3771900"/>
          </a:xfrm>
        </p:spPr>
        <p:txBody>
          <a:bodyPr rtlCol="0">
            <a:normAutofit/>
          </a:bodyPr>
          <a:lstStyle/>
          <a:p>
            <a:pPr>
              <a:spcAft>
                <a:spcPts val="45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Inverse Kinematics of a 2dof Planar Arm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Inverse Kinematics of a 3 </a:t>
            </a:r>
            <a:r>
              <a:rPr lang="en-IN" sz="2000" dirty="0" err="1"/>
              <a:t>dof</a:t>
            </a:r>
            <a:r>
              <a:rPr lang="en-IN" sz="2000" dirty="0"/>
              <a:t> Polar Arm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Inverse Kinematics of a 3 </a:t>
            </a:r>
            <a:r>
              <a:rPr lang="en-IN" sz="2000" dirty="0" err="1"/>
              <a:t>dof</a:t>
            </a:r>
            <a:r>
              <a:rPr lang="en-IN" sz="2000" dirty="0"/>
              <a:t> Cylindrical Arm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Inverse Kinematics of a 3 </a:t>
            </a:r>
            <a:r>
              <a:rPr lang="en-IN" sz="2000" dirty="0" err="1"/>
              <a:t>dof</a:t>
            </a:r>
            <a:r>
              <a:rPr lang="en-IN" sz="2000" dirty="0"/>
              <a:t> Articulated Arm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spcAft>
                <a:spcPts val="450"/>
              </a:spcAft>
              <a:buFont typeface="Wingdings" panose="05000000000000000000" pitchFamily="2" charset="2"/>
              <a:buChar char="Ø"/>
            </a:pPr>
            <a:endParaRPr lang="en-IN" sz="2100" dirty="0"/>
          </a:p>
          <a:p>
            <a:pPr>
              <a:buFont typeface="Wingdings" panose="05000000000000000000" pitchFamily="2" charset="2"/>
              <a:buChar char="Ø"/>
            </a:pPr>
            <a:endParaRPr lang="en-US" sz="21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1485900" y="5715005"/>
            <a:ext cx="1600200" cy="273844"/>
          </a:xfrm>
        </p:spPr>
        <p:txBody>
          <a:bodyPr/>
          <a:lstStyle/>
          <a:p>
            <a:pPr>
              <a:defRPr/>
            </a:pPr>
            <a:fld id="{C6C4E1A7-1E26-48BB-A733-6113B56E3E57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A5CCC8-03D5-B24B-470D-F9CC62E1E055}"/>
                  </a:ext>
                </a:extLst>
              </p14:cNvPr>
              <p14:cNvContentPartPr/>
              <p14:nvPr/>
            </p14:nvContentPartPr>
            <p14:xfrm>
              <a:off x="3404880" y="1680840"/>
              <a:ext cx="2682720" cy="1889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A5CCC8-03D5-B24B-470D-F9CC62E1E0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5520" y="1671480"/>
                <a:ext cx="2701440" cy="1908000"/>
              </a:xfrm>
              <a:prstGeom prst="rect">
                <a:avLst/>
              </a:prstGeom>
            </p:spPr>
          </p:pic>
        </mc:Fallback>
      </mc:AlternateContent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5D32795-923D-E949-30FB-F662A3C2C7D7}"/>
                  </a:ext>
                </a:extLst>
              </p14:cNvPr>
              <p14:cNvContentPartPr/>
              <p14:nvPr/>
            </p14:nvContentPartPr>
            <p14:xfrm>
              <a:off x="1198080" y="536760"/>
              <a:ext cx="7963200" cy="5793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5D32795-923D-E949-30FB-F662A3C2C7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8720" y="527400"/>
                <a:ext cx="7981920" cy="581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3323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6" y="381000"/>
            <a:ext cx="8518523" cy="837575"/>
          </a:xfrm>
        </p:spPr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Inverse Kinematics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3" y="2114553"/>
            <a:ext cx="5284621" cy="3127481"/>
          </a:xfrm>
        </p:spPr>
      </p:pic>
      <p:sp>
        <p:nvSpPr>
          <p:cNvPr id="9" name="TextBox 8"/>
          <p:cNvSpPr txBox="1"/>
          <p:nvPr/>
        </p:nvSpPr>
        <p:spPr>
          <a:xfrm>
            <a:off x="6343654" y="2514600"/>
            <a:ext cx="163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 (700,700,0)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124138" y="4120755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L1 = 500 mm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E4AAA3-B170-0011-24CA-606FE87FE482}"/>
                  </a:ext>
                </a:extLst>
              </p14:cNvPr>
              <p14:cNvContentPartPr/>
              <p14:nvPr/>
            </p14:nvContentPartPr>
            <p14:xfrm>
              <a:off x="347400" y="942840"/>
              <a:ext cx="8732520" cy="5510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E4AAA3-B170-0011-24CA-606FE87FE4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040" y="933480"/>
                <a:ext cx="8751240" cy="552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9758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6" y="513536"/>
            <a:ext cx="8518523" cy="705039"/>
          </a:xfrm>
        </p:spPr>
        <p:txBody>
          <a:bodyPr>
            <a:normAutofit/>
          </a:bodyPr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 Link Coordinate Diagram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5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4525404"/>
            <a:ext cx="7488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Solution:</a:t>
            </a:r>
          </a:p>
          <a:p>
            <a:endParaRPr lang="en-IN" b="1" dirty="0"/>
          </a:p>
          <a:p>
            <a:r>
              <a:rPr lang="en-IN" dirty="0"/>
              <a:t>[</a:t>
            </a:r>
            <a:r>
              <a:rPr lang="en-IN" dirty="0" err="1"/>
              <a:t>x’,y’,z</a:t>
            </a:r>
            <a:r>
              <a:rPr lang="en-IN" dirty="0"/>
              <a:t>’] = </a:t>
            </a:r>
            <a:r>
              <a:rPr lang="en-IN" dirty="0" err="1"/>
              <a:t>Rotz</a:t>
            </a:r>
            <a:r>
              <a:rPr lang="en-IN" dirty="0"/>
              <a:t> (</a:t>
            </a:r>
            <a:r>
              <a:rPr lang="en-IN" b="1" dirty="0">
                <a:latin typeface="Symbol" panose="05050102010706020507" pitchFamily="18" charset="2"/>
              </a:rPr>
              <a:t>q</a:t>
            </a:r>
            <a:r>
              <a:rPr lang="en-IN" dirty="0"/>
              <a:t>1)*</a:t>
            </a:r>
            <a:r>
              <a:rPr lang="en-IN" dirty="0" err="1"/>
              <a:t>Transx</a:t>
            </a:r>
            <a:r>
              <a:rPr lang="en-IN" dirty="0"/>
              <a:t>(L1)*</a:t>
            </a:r>
            <a:r>
              <a:rPr lang="en-IN" dirty="0" err="1"/>
              <a:t>Rotz</a:t>
            </a:r>
            <a:r>
              <a:rPr lang="en-IN" dirty="0"/>
              <a:t>(90)* </a:t>
            </a:r>
            <a:r>
              <a:rPr lang="en-IN" dirty="0" err="1"/>
              <a:t>Rotx</a:t>
            </a:r>
            <a:r>
              <a:rPr lang="en-IN" dirty="0"/>
              <a:t>(90)* </a:t>
            </a:r>
            <a:r>
              <a:rPr lang="en-IN" dirty="0" err="1"/>
              <a:t>Transz</a:t>
            </a:r>
            <a:r>
              <a:rPr lang="en-IN" dirty="0"/>
              <a:t>(d1)* [0,0,0]’</a:t>
            </a:r>
            <a:endParaRPr lang="en-US" dirty="0"/>
          </a:p>
        </p:txBody>
      </p:sp>
      <p:pic>
        <p:nvPicPr>
          <p:cNvPr id="12" name="Content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806" y="1557687"/>
            <a:ext cx="6572250" cy="1789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751869"/>
              </p:ext>
            </p:extLst>
          </p:nvPr>
        </p:nvGraphicFramePr>
        <p:xfrm>
          <a:off x="3564037" y="3503665"/>
          <a:ext cx="4830762" cy="1089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41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7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5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</a:rPr>
                        <a:t>Link </a:t>
                      </a:r>
                      <a:r>
                        <a:rPr lang="en-IN" sz="2000" dirty="0" err="1">
                          <a:effectLst/>
                        </a:rPr>
                        <a:t>i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l-GR" sz="2000">
                          <a:effectLst/>
                        </a:rPr>
                        <a:t>θ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d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sym typeface="Symbol" panose="05050102010706020507" pitchFamily="18" charset="2"/>
                        </a:rPr>
                        <a:t>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</a:rPr>
                        <a:t>Home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l-GR" sz="2000">
                          <a:effectLst/>
                        </a:rPr>
                        <a:t>θ</a:t>
                      </a:r>
                      <a:r>
                        <a:rPr lang="en-IN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2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90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L1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90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2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d2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2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2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33E503-4E8D-E569-6800-8883439F6639}"/>
                  </a:ext>
                </a:extLst>
              </p14:cNvPr>
              <p14:cNvContentPartPr/>
              <p14:nvPr/>
            </p14:nvContentPartPr>
            <p14:xfrm>
              <a:off x="4703400" y="3361320"/>
              <a:ext cx="3461760" cy="1204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33E503-4E8D-E569-6800-8883439F66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94040" y="3351960"/>
                <a:ext cx="3480480" cy="122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5816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 Inverse Kinematics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/>
                  <a:t>The Last column of the theta-r manipulator matrix is 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235" t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6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02125EA-3D93-421C-685C-FEFAF606269E}"/>
                  </a:ext>
                </a:extLst>
              </p14:cNvPr>
              <p14:cNvContentPartPr/>
              <p14:nvPr/>
            </p14:nvContentPartPr>
            <p14:xfrm>
              <a:off x="7425720" y="2818800"/>
              <a:ext cx="360" cy="3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02125EA-3D93-421C-685C-FEFAF60626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6360" y="2809440"/>
                <a:ext cx="1908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66D3456-4AC9-852E-A363-D73347E90E0F}"/>
                  </a:ext>
                </a:extLst>
              </p14:cNvPr>
              <p14:cNvContentPartPr/>
              <p14:nvPr/>
            </p14:nvContentPartPr>
            <p14:xfrm>
              <a:off x="7607160" y="2841480"/>
              <a:ext cx="290880" cy="415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66D3456-4AC9-852E-A363-D73347E90E0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97800" y="2832120"/>
                <a:ext cx="30960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460E591-2163-827C-C171-27217EAF740A}"/>
                  </a:ext>
                </a:extLst>
              </p14:cNvPr>
              <p14:cNvContentPartPr/>
              <p14:nvPr/>
            </p14:nvContentPartPr>
            <p14:xfrm>
              <a:off x="959400" y="2041200"/>
              <a:ext cx="8016120" cy="3862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460E591-2163-827C-C171-27217EAF740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0040" y="2031840"/>
                <a:ext cx="8034840" cy="388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8836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7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58D2656-A944-05CF-E509-690210BB356B}"/>
                  </a:ext>
                </a:extLst>
              </p14:cNvPr>
              <p14:cNvContentPartPr/>
              <p14:nvPr/>
            </p14:nvContentPartPr>
            <p14:xfrm>
              <a:off x="693720" y="1036080"/>
              <a:ext cx="7947000" cy="3653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58D2656-A944-05CF-E509-690210BB35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4360" y="1026720"/>
                <a:ext cx="7965720" cy="36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FE355DC-01AB-38BC-F6D5-C653AF5222C9}"/>
                  </a:ext>
                </a:extLst>
              </p14:cNvPr>
              <p14:cNvContentPartPr/>
              <p14:nvPr/>
            </p14:nvContentPartPr>
            <p14:xfrm>
              <a:off x="529200" y="1264680"/>
              <a:ext cx="7946280" cy="5148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FE355DC-01AB-38BC-F6D5-C653AF5222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840" y="1255320"/>
                <a:ext cx="7965000" cy="51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E3E3CA-021B-A3FC-7A74-4FEA693A5726}"/>
                  </a:ext>
                </a:extLst>
              </p14:cNvPr>
              <p14:cNvContentPartPr/>
              <p14:nvPr/>
            </p14:nvContentPartPr>
            <p14:xfrm>
              <a:off x="176760" y="134640"/>
              <a:ext cx="8417520" cy="2637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E3E3CA-021B-A3FC-7A74-4FEA693A57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7400" y="125280"/>
                <a:ext cx="8436240" cy="265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03FC358-393D-0519-C304-F249498DD701}"/>
                  </a:ext>
                </a:extLst>
              </p14:cNvPr>
              <p14:cNvContentPartPr/>
              <p14:nvPr/>
            </p14:nvContentPartPr>
            <p14:xfrm>
              <a:off x="326880" y="162360"/>
              <a:ext cx="8554320" cy="4848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03FC358-393D-0519-C304-F249498DD7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7520" y="153000"/>
                <a:ext cx="8573040" cy="486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105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C3D1-1005-DEAE-9AA8-A0DDD450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46BF-9BFA-A412-BE84-87612BF0304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2266B-3B27-19D7-EC08-963BDDA0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7A076-69A6-EE4E-A79A-C57F6EBBA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8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FD3C7-5EA1-0006-D840-2E53FF32CD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01ABE59-BA15-E33C-44CD-256092786360}"/>
                  </a:ext>
                </a:extLst>
              </p14:cNvPr>
              <p14:cNvContentPartPr/>
              <p14:nvPr/>
            </p14:nvContentPartPr>
            <p14:xfrm>
              <a:off x="4811760" y="1176120"/>
              <a:ext cx="3260160" cy="4148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01ABE59-BA15-E33C-44CD-2560927863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02400" y="1166760"/>
                <a:ext cx="3278880" cy="41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D73272-0F96-C734-D72D-D908142C195A}"/>
                  </a:ext>
                </a:extLst>
              </p14:cNvPr>
              <p14:cNvContentPartPr/>
              <p14:nvPr/>
            </p14:nvContentPartPr>
            <p14:xfrm>
              <a:off x="5010480" y="2327760"/>
              <a:ext cx="1698120" cy="3690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D73272-0F96-C734-D72D-D908142C19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1120" y="2318400"/>
                <a:ext cx="1716840" cy="370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766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61DA-B21C-F313-F7F4-8DA717B0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07FBD-ACD0-7B8A-257A-9094AC7D162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C45CC-97E3-0AB9-49C0-A4EE3137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C5455-2F0A-022A-8B9F-17B4A09F86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9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9C284-96D9-F03C-0BEF-84FF655131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61709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Inverse Kinematics of a 3 </a:t>
            </a:r>
            <a:r>
              <a:rPr lang="en-IN" dirty="0" err="1"/>
              <a:t>dof</a:t>
            </a:r>
            <a:r>
              <a:rPr lang="en-IN" dirty="0"/>
              <a:t> Polar Arm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191000" y="1447800"/>
            <a:ext cx="4229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Find the joint angles and extension d3 for the tool point P(650,150,350)</a:t>
            </a:r>
          </a:p>
          <a:p>
            <a:endParaRPr lang="en-IN" dirty="0"/>
          </a:p>
          <a:p>
            <a:r>
              <a:rPr lang="en-IN" dirty="0"/>
              <a:t>L1 = 250 mm</a:t>
            </a:r>
          </a:p>
          <a:p>
            <a:r>
              <a:rPr lang="en-IN" dirty="0"/>
              <a:t>L2= 500 mm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76400"/>
            <a:ext cx="4024535" cy="4191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A6262B-3DC9-4CD1-5687-D3056611FF48}"/>
                  </a:ext>
                </a:extLst>
              </p14:cNvPr>
              <p14:cNvContentPartPr/>
              <p14:nvPr/>
            </p14:nvContentPartPr>
            <p14:xfrm>
              <a:off x="75600" y="858600"/>
              <a:ext cx="9073080" cy="586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A6262B-3DC9-4CD1-5687-D3056611FF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240" y="849240"/>
                <a:ext cx="9091800" cy="588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620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Inverse Kinematics of a 3 </a:t>
            </a:r>
            <a:r>
              <a:rPr lang="en-IN" dirty="0" err="1"/>
              <a:t>dof</a:t>
            </a:r>
            <a:r>
              <a:rPr lang="en-IN" dirty="0"/>
              <a:t> Polar Arm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" y="1977632"/>
            <a:ext cx="8915400" cy="3394472"/>
          </a:xfrm>
        </p:spPr>
        <p:txBody>
          <a:bodyPr/>
          <a:lstStyle/>
          <a:p>
            <a:r>
              <a:rPr lang="en-IN" sz="1600" dirty="0"/>
              <a:t>P = [</a:t>
            </a:r>
            <a:r>
              <a:rPr lang="en-IN" sz="1600" dirty="0" err="1"/>
              <a:t>Rotz</a:t>
            </a:r>
            <a:r>
              <a:rPr lang="en-IN" sz="1600" dirty="0"/>
              <a:t>(</a:t>
            </a:r>
            <a:r>
              <a:rPr lang="en-US" sz="1600" dirty="0">
                <a:latin typeface="Symbol" panose="05050102010706020507" pitchFamily="18" charset="2"/>
              </a:rPr>
              <a:t>q1</a:t>
            </a:r>
            <a:r>
              <a:rPr lang="en-US" sz="1600" dirty="0"/>
              <a:t>).</a:t>
            </a:r>
            <a:r>
              <a:rPr lang="en-US" sz="1600" dirty="0" err="1"/>
              <a:t>Transz</a:t>
            </a:r>
            <a:r>
              <a:rPr lang="en-US" sz="1600" dirty="0"/>
              <a:t>(L1).</a:t>
            </a:r>
            <a:r>
              <a:rPr lang="en-US" sz="1600" dirty="0" err="1"/>
              <a:t>Rotx</a:t>
            </a:r>
            <a:r>
              <a:rPr lang="en-US" sz="1600" dirty="0"/>
              <a:t>(90)]*[</a:t>
            </a:r>
            <a:r>
              <a:rPr lang="en-US" sz="1600" dirty="0" err="1"/>
              <a:t>Rotz</a:t>
            </a:r>
            <a:r>
              <a:rPr lang="en-US" sz="1600" dirty="0"/>
              <a:t>(</a:t>
            </a:r>
            <a:r>
              <a:rPr lang="en-US" sz="1600" dirty="0">
                <a:latin typeface="Symbol" panose="05050102010706020507" pitchFamily="18" charset="2"/>
              </a:rPr>
              <a:t>q</a:t>
            </a:r>
            <a:r>
              <a:rPr lang="en-US" sz="1600" dirty="0"/>
              <a:t>2).</a:t>
            </a:r>
            <a:r>
              <a:rPr lang="en-US" sz="1600" dirty="0" err="1"/>
              <a:t>Transx</a:t>
            </a:r>
            <a:r>
              <a:rPr lang="en-US" sz="1600" dirty="0"/>
              <a:t>(L2)*</a:t>
            </a:r>
            <a:r>
              <a:rPr lang="en-US" sz="1600" dirty="0" err="1"/>
              <a:t>Rotz</a:t>
            </a:r>
            <a:r>
              <a:rPr lang="en-US" sz="1600" dirty="0"/>
              <a:t>(90).</a:t>
            </a:r>
            <a:r>
              <a:rPr lang="en-US" sz="1600" dirty="0" err="1"/>
              <a:t>Rotx</a:t>
            </a:r>
            <a:r>
              <a:rPr lang="en-US" sz="1600" dirty="0"/>
              <a:t>(90)]*[</a:t>
            </a:r>
            <a:r>
              <a:rPr lang="en-US" sz="1600" dirty="0" err="1"/>
              <a:t>Transz</a:t>
            </a:r>
            <a:r>
              <a:rPr lang="en-US" sz="1600" dirty="0"/>
              <a:t>(d3)]*Origin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0A58CD-CAD8-0694-2956-DECA691FE285}"/>
                  </a:ext>
                </a:extLst>
              </p14:cNvPr>
              <p14:cNvContentPartPr/>
              <p14:nvPr/>
            </p14:nvContentPartPr>
            <p14:xfrm>
              <a:off x="610560" y="2355120"/>
              <a:ext cx="7982640" cy="7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0A58CD-CAD8-0694-2956-DECA691FE2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1200" y="2345760"/>
                <a:ext cx="80013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2B862A3-1519-2D6A-2FAD-DAD110CE8622}"/>
                  </a:ext>
                </a:extLst>
              </p14:cNvPr>
              <p14:cNvContentPartPr/>
              <p14:nvPr/>
            </p14:nvContentPartPr>
            <p14:xfrm>
              <a:off x="535320" y="1522080"/>
              <a:ext cx="7857720" cy="3842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2B862A3-1519-2D6A-2FAD-DAD110CE86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960" y="1512720"/>
                <a:ext cx="7876440" cy="386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900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Inverse Kinematics of a 3 </a:t>
            </a:r>
            <a:r>
              <a:rPr lang="en-IN" dirty="0" err="1"/>
              <a:t>dof</a:t>
            </a:r>
            <a:r>
              <a:rPr lang="en-IN" dirty="0"/>
              <a:t> Polar Arm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6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69034474"/>
                  </p:ext>
                </p:extLst>
              </p:nvPr>
            </p:nvGraphicFramePr>
            <p:xfrm>
              <a:off x="1219200" y="1981200"/>
              <a:ext cx="6057902" cy="1493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66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424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02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902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817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5006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Axis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d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a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𝜶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Home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L1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L2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3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766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000" dirty="0"/>
                            <a:t>d3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6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69034474"/>
                  </p:ext>
                </p:extLst>
              </p:nvPr>
            </p:nvGraphicFramePr>
            <p:xfrm>
              <a:off x="1219200" y="1981200"/>
              <a:ext cx="6057902" cy="1493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6659"/>
                    <a:gridCol w="1042416"/>
                    <a:gridCol w="990296"/>
                    <a:gridCol w="990296"/>
                    <a:gridCol w="938174"/>
                    <a:gridCol w="950061"/>
                  </a:tblGrid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Axis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111111" t="-11475" r="-372515" b="-334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d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a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445455" t="-11475" r="-102597" b="-334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Home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</a:tr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111111" t="-109677" r="-372515" b="-2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L1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 marL="68580" marR="68580" marT="34290" marB="34290"/>
                    </a:tc>
                  </a:tr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111111" t="-213115" r="-372515" b="-1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L2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</a:tr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3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766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000" dirty="0" smtClean="0"/>
                            <a:t>d3</a:t>
                          </a:r>
                          <a:endParaRPr lang="en-US" sz="2000" dirty="0" smtClean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1210235" y="1453634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D-H Parameters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42A9EB-FE57-32F9-7818-CBEF2CC6A3CE}"/>
                  </a:ext>
                </a:extLst>
              </p14:cNvPr>
              <p14:cNvContentPartPr/>
              <p14:nvPr/>
            </p14:nvContentPartPr>
            <p14:xfrm>
              <a:off x="3013200" y="1535760"/>
              <a:ext cx="4085280" cy="1561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42A9EB-FE57-32F9-7818-CBEF2CC6A3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3840" y="1526400"/>
                <a:ext cx="4104000" cy="15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1905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650 ----------------------(1)</a:t>
                </a:r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150 -----------------------(2)</a:t>
                </a:r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350 ---------------------(3)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Equations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040C57-1868-9EAE-49CE-056F915E4DE3}"/>
                  </a:ext>
                </a:extLst>
              </p14:cNvPr>
              <p14:cNvContentPartPr/>
              <p14:nvPr/>
            </p14:nvContentPartPr>
            <p14:xfrm>
              <a:off x="2977560" y="1539360"/>
              <a:ext cx="939960" cy="852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040C57-1868-9EAE-49CE-056F915E4D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68200" y="1530000"/>
                <a:ext cx="958680" cy="87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568DB1-BF8F-3E99-CB4B-4690E0DC99D5}"/>
                  </a:ext>
                </a:extLst>
              </p14:cNvPr>
              <p14:cNvContentPartPr/>
              <p14:nvPr/>
            </p14:nvContentPartPr>
            <p14:xfrm>
              <a:off x="565560" y="1311480"/>
              <a:ext cx="8390160" cy="5249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568DB1-BF8F-3E99-CB4B-4690E0DC99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200" y="1302120"/>
                <a:ext cx="8408880" cy="526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8F20E8B-2028-BCF4-3AFC-BFD99F815BCE}"/>
                  </a:ext>
                </a:extLst>
              </p14:cNvPr>
              <p14:cNvContentPartPr/>
              <p14:nvPr/>
            </p14:nvContentPartPr>
            <p14:xfrm>
              <a:off x="2199600" y="234360"/>
              <a:ext cx="4219200" cy="1065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8F20E8B-2028-BCF4-3AFC-BFD99F815B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90240" y="225000"/>
                <a:ext cx="4237920" cy="10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F82CC8-C7CF-7593-7647-210DE202CCB2}"/>
                  </a:ext>
                </a:extLst>
              </p14:cNvPr>
              <p14:cNvContentPartPr/>
              <p14:nvPr/>
            </p14:nvContentPartPr>
            <p14:xfrm>
              <a:off x="5820840" y="984600"/>
              <a:ext cx="1111320" cy="259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F82CC8-C7CF-7593-7647-210DE202CC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1480" y="975240"/>
                <a:ext cx="113004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8650A6B-180A-7986-23EC-110FE21C64FE}"/>
                  </a:ext>
                </a:extLst>
              </p14:cNvPr>
              <p14:cNvContentPartPr/>
              <p14:nvPr/>
            </p14:nvContentPartPr>
            <p14:xfrm>
              <a:off x="109440" y="2677680"/>
              <a:ext cx="4394520" cy="3791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8650A6B-180A-7986-23EC-110FE21C64F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080" y="2668320"/>
                <a:ext cx="4413240" cy="381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5118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ymbol" panose="05050102010706020507" pitchFamily="18" charset="2"/>
              </a:rPr>
              <a:t>q1 = 12.9946 </a:t>
            </a:r>
            <a:r>
              <a:rPr lang="en-US" dirty="0"/>
              <a:t>°</a:t>
            </a:r>
            <a:endParaRPr lang="en-US" dirty="0">
              <a:latin typeface="Symbol" panose="05050102010706020507" pitchFamily="18" charset="2"/>
            </a:endParaRPr>
          </a:p>
          <a:p>
            <a:r>
              <a:rPr lang="en-US" dirty="0">
                <a:latin typeface="Symbol" panose="05050102010706020507" pitchFamily="18" charset="2"/>
              </a:rPr>
              <a:t>q2 = 8.5255 </a:t>
            </a:r>
            <a:r>
              <a:rPr lang="en-US" dirty="0"/>
              <a:t>°</a:t>
            </a:r>
          </a:p>
          <a:p>
            <a:r>
              <a:rPr lang="en-IN" dirty="0"/>
              <a:t>d3 = 174.5368 mm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Answers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858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52400" y="459433"/>
            <a:ext cx="7981950" cy="857250"/>
          </a:xfrm>
        </p:spPr>
        <p:txBody>
          <a:bodyPr>
            <a:normAutofit/>
          </a:bodyPr>
          <a:lstStyle/>
          <a:p>
            <a:r>
              <a:rPr lang="en-IN" sz="2400" dirty="0"/>
              <a:t>Inverse Kinematics of a 3 </a:t>
            </a:r>
            <a:r>
              <a:rPr lang="en-IN" sz="2400" dirty="0" err="1"/>
              <a:t>dof</a:t>
            </a:r>
            <a:r>
              <a:rPr lang="en-IN" sz="2400" dirty="0"/>
              <a:t> Cylindrical Arm</a:t>
            </a:r>
            <a:endParaRPr lang="en-US" sz="2400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19453"/>
            <a:ext cx="4663676" cy="3909848"/>
          </a:xfrm>
        </p:spPr>
      </p:pic>
      <p:sp>
        <p:nvSpPr>
          <p:cNvPr id="11" name="TextBox 10"/>
          <p:cNvSpPr txBox="1"/>
          <p:nvPr/>
        </p:nvSpPr>
        <p:spPr>
          <a:xfrm>
            <a:off x="4038600" y="3935152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 (750,750,300)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562600" y="1979586"/>
            <a:ext cx="194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L1 = 700 mm</a:t>
            </a:r>
          </a:p>
          <a:p>
            <a:r>
              <a:rPr lang="en-IN" dirty="0"/>
              <a:t>L2 = 600 mm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E7FCC1-D44D-56C9-7043-2BDFAA16E657}"/>
                  </a:ext>
                </a:extLst>
              </p14:cNvPr>
              <p14:cNvContentPartPr/>
              <p14:nvPr/>
            </p14:nvContentPartPr>
            <p14:xfrm>
              <a:off x="136080" y="1317960"/>
              <a:ext cx="8957160" cy="5399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E7FCC1-D44D-56C9-7043-2BDFAA16E6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720" y="1308600"/>
                <a:ext cx="8975880" cy="54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1527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FEBD83-A601-1176-2826-15768C312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E83C0-0578-0861-082F-5AA7169D6BA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478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977632"/>
                <a:ext cx="8496300" cy="3394472"/>
              </a:xfrm>
            </p:spPr>
            <p:txBody>
              <a:bodyPr/>
              <a:lstStyle/>
              <a:p>
                <a:r>
                  <a:rPr lang="en-IN" sz="1500" dirty="0"/>
                  <a:t>P = [</a:t>
                </a:r>
                <a:r>
                  <a:rPr lang="en-IN" sz="1500" dirty="0" err="1"/>
                  <a:t>Rotz</a:t>
                </a:r>
                <a:r>
                  <a:rPr lang="en-IN" sz="15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1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500" dirty="0"/>
                  <a:t>).Transz(L1).</a:t>
                </a:r>
                <a:r>
                  <a:rPr lang="en-US" sz="1500" dirty="0" err="1"/>
                  <a:t>Transx</a:t>
                </a:r>
                <a:r>
                  <a:rPr lang="en-US" sz="1500" dirty="0"/>
                  <a:t>(L2).</a:t>
                </a:r>
                <a:r>
                  <a:rPr lang="en-US" sz="1500" dirty="0" err="1"/>
                  <a:t>Rotz</a:t>
                </a:r>
                <a:r>
                  <a:rPr lang="en-US" sz="1500" dirty="0"/>
                  <a:t>(90).</a:t>
                </a:r>
                <a:r>
                  <a:rPr lang="en-US" sz="1500" dirty="0" err="1"/>
                  <a:t>Rotx</a:t>
                </a:r>
                <a:r>
                  <a:rPr lang="en-US" sz="1500" dirty="0"/>
                  <a:t>(90)].[</a:t>
                </a:r>
                <a:r>
                  <a:rPr lang="en-US" sz="1500" dirty="0" err="1"/>
                  <a:t>Transz</a:t>
                </a:r>
                <a:r>
                  <a:rPr lang="en-US" sz="1500" dirty="0"/>
                  <a:t>(d1).</a:t>
                </a:r>
                <a:r>
                  <a:rPr lang="en-US" sz="1500" dirty="0" err="1"/>
                  <a:t>Rotx</a:t>
                </a:r>
                <a:r>
                  <a:rPr lang="en-US" sz="1500" dirty="0"/>
                  <a:t>(90)].[</a:t>
                </a:r>
                <a:r>
                  <a:rPr lang="en-US" sz="1500" dirty="0" err="1"/>
                  <a:t>Transz</a:t>
                </a:r>
                <a:r>
                  <a:rPr lang="en-US" sz="1500" dirty="0"/>
                  <a:t>(d2)]*origin.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977632"/>
                <a:ext cx="8496300" cy="3394472"/>
              </a:xfrm>
              <a:blipFill rotWithShape="0">
                <a:blip r:embed="rId2"/>
                <a:stretch>
                  <a:fillRect l="-287" t="-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>
          <a:xfrm>
            <a:off x="152400" y="459433"/>
            <a:ext cx="7981950" cy="857250"/>
          </a:xfrm>
        </p:spPr>
        <p:txBody>
          <a:bodyPr>
            <a:normAutofit/>
          </a:bodyPr>
          <a:lstStyle/>
          <a:p>
            <a:r>
              <a:rPr lang="en-IN" sz="2400" dirty="0"/>
              <a:t>Inverse Kinematics of a 3 </a:t>
            </a:r>
            <a:r>
              <a:rPr lang="en-IN" sz="2400" dirty="0" err="1"/>
              <a:t>dof</a:t>
            </a:r>
            <a:r>
              <a:rPr lang="en-IN" sz="2400" dirty="0"/>
              <a:t> Cylindrical Arm</a:t>
            </a: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AF5DB2-7A42-28FE-2A18-FD5959346FB4}"/>
                  </a:ext>
                </a:extLst>
              </p14:cNvPr>
              <p14:cNvContentPartPr/>
              <p14:nvPr/>
            </p14:nvContentPartPr>
            <p14:xfrm>
              <a:off x="715320" y="2085120"/>
              <a:ext cx="8418240" cy="1469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AF5DB2-7A42-28FE-2A18-FD5959346F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5960" y="2075760"/>
                <a:ext cx="8436960" cy="148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4903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6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5658141"/>
                  </p:ext>
                </p:extLst>
              </p:nvPr>
            </p:nvGraphicFramePr>
            <p:xfrm>
              <a:off x="1028700" y="2571750"/>
              <a:ext cx="6057902" cy="1493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66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424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02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902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817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5006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Axis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d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a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𝜶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Home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L1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L2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d1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3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d2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6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5658141"/>
                  </p:ext>
                </p:extLst>
              </p:nvPr>
            </p:nvGraphicFramePr>
            <p:xfrm>
              <a:off x="1028700" y="2571750"/>
              <a:ext cx="6057902" cy="1493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6659"/>
                    <a:gridCol w="1042416"/>
                    <a:gridCol w="990296"/>
                    <a:gridCol w="990296"/>
                    <a:gridCol w="938174"/>
                    <a:gridCol w="950061"/>
                  </a:tblGrid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Axis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109884" t="-9677" r="-370349" b="-3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d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a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445455" t="-9677" r="-102597" b="-3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Home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</a:tr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109884" t="-111475" r="-370349" b="-234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L1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L2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</a:tr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d1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</a:tr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3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d2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Content Placeholder 2"/>
          <p:cNvSpPr>
            <a:spLocks noGrp="1"/>
          </p:cNvSpPr>
          <p:nvPr>
            <p:ph sz="quarter" idx="10"/>
          </p:nvPr>
        </p:nvSpPr>
        <p:spPr>
          <a:xfrm>
            <a:off x="152400" y="459433"/>
            <a:ext cx="7981950" cy="857250"/>
          </a:xfrm>
        </p:spPr>
        <p:txBody>
          <a:bodyPr>
            <a:normAutofit/>
          </a:bodyPr>
          <a:lstStyle/>
          <a:p>
            <a:r>
              <a:rPr lang="en-IN" sz="2400" dirty="0"/>
              <a:t>Inverse Kinematics of a 3 </a:t>
            </a:r>
            <a:r>
              <a:rPr lang="en-IN" sz="2400" dirty="0" err="1"/>
              <a:t>dof</a:t>
            </a:r>
            <a:r>
              <a:rPr lang="en-IN" sz="2400" dirty="0"/>
              <a:t> Cylindrical Arm</a:t>
            </a: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25150C-9ACE-BA3B-7C87-44141D56C343}"/>
                  </a:ext>
                </a:extLst>
              </p14:cNvPr>
              <p14:cNvContentPartPr/>
              <p14:nvPr/>
            </p14:nvContentPartPr>
            <p14:xfrm>
              <a:off x="2819520" y="2720520"/>
              <a:ext cx="4050360" cy="582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25150C-9ACE-BA3B-7C87-44141D56C3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0160" y="2711160"/>
                <a:ext cx="4069080" cy="60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815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05335" y="1447800"/>
                <a:ext cx="3352800" cy="1371599"/>
              </a:xfrm>
            </p:spPr>
            <p:txBody>
              <a:bodyPr/>
              <a:lstStyle/>
              <a:p>
                <a:r>
                  <a:rPr lang="en-US" sz="2400" dirty="0"/>
                  <a:t>P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335" y="1447800"/>
                <a:ext cx="3352800" cy="1371599"/>
              </a:xfrm>
              <a:blipFill rotWithShape="0">
                <a:blip r:embed="rId2"/>
                <a:stretch>
                  <a:fillRect l="-2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B06FD6-F1DD-28E9-75DA-725CAF0F75B9}"/>
                  </a:ext>
                </a:extLst>
              </p14:cNvPr>
              <p14:cNvContentPartPr/>
              <p14:nvPr/>
            </p14:nvContentPartPr>
            <p14:xfrm>
              <a:off x="1053360" y="1410480"/>
              <a:ext cx="7975440" cy="4698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B06FD6-F1DD-28E9-75DA-725CAF0F75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4000" y="1401120"/>
                <a:ext cx="7994160" cy="471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7899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45 </a:t>
                </a:r>
                <a:r>
                  <a:rPr lang="en-US" dirty="0" err="1"/>
                  <a:t>deg</a:t>
                </a:r>
                <a:endParaRPr lang="en-US" dirty="0"/>
              </a:p>
              <a:p>
                <a:r>
                  <a:rPr lang="en-IN" dirty="0"/>
                  <a:t>d1= 460.66 mm</a:t>
                </a:r>
                <a:endParaRPr lang="en-US" dirty="0"/>
              </a:p>
              <a:p>
                <a:r>
                  <a:rPr lang="en-IN" dirty="0"/>
                  <a:t>d2 = 400 mm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93" t="-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95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 </a:t>
            </a:r>
            <a:r>
              <a:rPr lang="en-IN" dirty="0" err="1"/>
              <a:t>dof</a:t>
            </a:r>
            <a:r>
              <a:rPr lang="en-IN" dirty="0"/>
              <a:t> Articulated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21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83" y="1449456"/>
            <a:ext cx="6281855" cy="3302924"/>
          </a:xfrm>
        </p:spPr>
      </p:pic>
      <p:sp>
        <p:nvSpPr>
          <p:cNvPr id="3" name="TextBox 2"/>
          <p:cNvSpPr txBox="1"/>
          <p:nvPr/>
        </p:nvSpPr>
        <p:spPr>
          <a:xfrm>
            <a:off x="6277372" y="277377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 (650, 200, 250)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277372" y="3357571"/>
            <a:ext cx="1885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L1 = 150 mm</a:t>
            </a:r>
          </a:p>
          <a:p>
            <a:r>
              <a:rPr lang="en-IN" dirty="0"/>
              <a:t>L2 = 400 mm</a:t>
            </a:r>
          </a:p>
          <a:p>
            <a:r>
              <a:rPr lang="en-IN" dirty="0"/>
              <a:t>L3 = 300 mm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6F6C3F8-3CD9-CD3E-5869-42FD5BDAAF8A}"/>
                  </a:ext>
                </a:extLst>
              </p14:cNvPr>
              <p14:cNvContentPartPr/>
              <p14:nvPr/>
            </p14:nvContentPartPr>
            <p14:xfrm>
              <a:off x="177480" y="1169280"/>
              <a:ext cx="8964360" cy="5365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6F6C3F8-3CD9-CD3E-5869-42FD5BDAAF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120" y="1159920"/>
                <a:ext cx="8983080" cy="538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8142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8243-FE6D-D4F3-CB75-3A74A4F6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7E46-ADF9-8E55-BB15-63CA2FC45C0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E62F5-FAB9-F274-A347-90903A1A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05F4E-0776-3021-5485-EC072AF676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22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9F966-0340-B1F0-3567-59787C244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56233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Articulated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3631908245"/>
                  </p:ext>
                </p:extLst>
              </p:nvPr>
            </p:nvGraphicFramePr>
            <p:xfrm>
              <a:off x="1371600" y="2636048"/>
              <a:ext cx="6057902" cy="1493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66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424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02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902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817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5006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Axis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d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a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𝜶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Home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L1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L2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3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L3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3631908245"/>
                  </p:ext>
                </p:extLst>
              </p:nvPr>
            </p:nvGraphicFramePr>
            <p:xfrm>
              <a:off x="1371600" y="2636048"/>
              <a:ext cx="6057902" cy="1493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6659"/>
                    <a:gridCol w="1042416"/>
                    <a:gridCol w="990296"/>
                    <a:gridCol w="990296"/>
                    <a:gridCol w="938174"/>
                    <a:gridCol w="950061"/>
                  </a:tblGrid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Axis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111111" t="-11290" r="-372515" b="-32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d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a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445455" t="-11290" r="-102597" b="-32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 smtClean="0"/>
                            <a:t>Home</a:t>
                          </a:r>
                          <a:endParaRPr lang="en-US" sz="2000" b="1" dirty="0"/>
                        </a:p>
                      </a:txBody>
                      <a:tcPr marL="68580" marR="68580" marT="34290" marB="34290"/>
                    </a:tc>
                  </a:tr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111111" t="-113115" r="-372515" b="-2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L1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 marL="68580" marR="68580" marT="34290" marB="34290"/>
                    </a:tc>
                  </a:tr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111111" t="-209677" r="-372515" b="-1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L2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 marL="68580" marR="68580" marT="34290" marB="34290"/>
                    </a:tc>
                  </a:tr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3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111111" t="-314754" r="-372515" b="-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L3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 smtClean="0"/>
                            <a:t>90</a:t>
                          </a:r>
                          <a:endParaRPr lang="en-US" sz="2000" dirty="0"/>
                        </a:p>
                      </a:txBody>
                      <a:tcPr marL="68580" marR="68580" marT="34290" marB="34290"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ADA358-A1DD-1D84-4F0E-79348FD35B40}"/>
                  </a:ext>
                </a:extLst>
              </p14:cNvPr>
              <p14:cNvContentPartPr/>
              <p14:nvPr/>
            </p14:nvContentPartPr>
            <p14:xfrm>
              <a:off x="3182040" y="3795480"/>
              <a:ext cx="3977280" cy="314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ADA358-A1DD-1D84-4F0E-79348FD35B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2680" y="3786120"/>
                <a:ext cx="3996000" cy="33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8685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Articulated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6" y="1920958"/>
            <a:ext cx="8518523" cy="3793570"/>
          </a:xfrm>
        </p:spPr>
        <p:txBody>
          <a:bodyPr/>
          <a:lstStyle/>
          <a:p>
            <a:pPr marL="0" indent="0">
              <a:buNone/>
            </a:pPr>
            <a:r>
              <a:rPr lang="en-US" sz="1500" dirty="0"/>
              <a:t>P =</a:t>
            </a:r>
            <a:r>
              <a:rPr lang="en-US" sz="1800" dirty="0"/>
              <a:t> </a:t>
            </a: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en-US" sz="1500" dirty="0" err="1"/>
              <a:t>rotz</a:t>
            </a:r>
            <a:r>
              <a:rPr lang="en-US" sz="1500" dirty="0"/>
              <a:t>(theta1)*</a:t>
            </a:r>
            <a:r>
              <a:rPr lang="en-US" sz="1500" dirty="0" err="1"/>
              <a:t>transz</a:t>
            </a:r>
            <a:r>
              <a:rPr lang="en-US" sz="1500" dirty="0"/>
              <a:t>(L1)*</a:t>
            </a:r>
            <a:r>
              <a:rPr lang="en-US" sz="1500" dirty="0" err="1"/>
              <a:t>rotx</a:t>
            </a:r>
            <a:r>
              <a:rPr lang="en-US" sz="1500" dirty="0"/>
              <a:t>(90)</a:t>
            </a: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  <a:r>
              <a:rPr lang="en-US" sz="1500" dirty="0"/>
              <a:t>*</a:t>
            </a:r>
            <a:r>
              <a:rPr lang="en-US" sz="1500" dirty="0">
                <a:solidFill>
                  <a:srgbClr val="FF0000"/>
                </a:solidFill>
              </a:rPr>
              <a:t>[</a:t>
            </a:r>
            <a:r>
              <a:rPr lang="en-US" sz="1500" dirty="0" err="1"/>
              <a:t>rotz</a:t>
            </a:r>
            <a:r>
              <a:rPr lang="en-US" sz="1500" dirty="0"/>
              <a:t>(theta2)*</a:t>
            </a:r>
            <a:r>
              <a:rPr lang="en-US" sz="1500" dirty="0" err="1"/>
              <a:t>transx</a:t>
            </a:r>
            <a:r>
              <a:rPr lang="en-US" sz="1500" dirty="0"/>
              <a:t>(L2)</a:t>
            </a:r>
            <a:r>
              <a:rPr lang="en-US" sz="1500" dirty="0">
                <a:solidFill>
                  <a:srgbClr val="FF0000"/>
                </a:solidFill>
              </a:rPr>
              <a:t>]</a:t>
            </a:r>
            <a:r>
              <a:rPr lang="en-US" sz="1500" dirty="0"/>
              <a:t>*</a:t>
            </a:r>
            <a:r>
              <a:rPr lang="en-US" sz="1500" dirty="0">
                <a:solidFill>
                  <a:srgbClr val="7030A0"/>
                </a:solidFill>
              </a:rPr>
              <a:t>[</a:t>
            </a:r>
            <a:r>
              <a:rPr lang="en-US" sz="1500" dirty="0" err="1"/>
              <a:t>rotz</a:t>
            </a:r>
            <a:r>
              <a:rPr lang="en-US" sz="1500" dirty="0"/>
              <a:t>(theta3)*</a:t>
            </a:r>
            <a:r>
              <a:rPr lang="en-US" sz="1500" dirty="0" err="1"/>
              <a:t>transx</a:t>
            </a:r>
            <a:r>
              <a:rPr lang="en-US" sz="1500" dirty="0"/>
              <a:t>(L3)*</a:t>
            </a:r>
            <a:r>
              <a:rPr lang="en-US" sz="1500" dirty="0" err="1"/>
              <a:t>rotz</a:t>
            </a:r>
            <a:r>
              <a:rPr lang="en-US" sz="1500" dirty="0"/>
              <a:t>(90)</a:t>
            </a:r>
            <a:r>
              <a:rPr lang="en-US" sz="1500" dirty="0" err="1"/>
              <a:t>rotx</a:t>
            </a:r>
            <a:r>
              <a:rPr lang="en-US" sz="1500" dirty="0"/>
              <a:t>(90)</a:t>
            </a:r>
            <a:r>
              <a:rPr lang="en-US" sz="1500" dirty="0">
                <a:solidFill>
                  <a:srgbClr val="7030A0"/>
                </a:solidFill>
              </a:rPr>
              <a:t>]</a:t>
            </a:r>
            <a:r>
              <a:rPr lang="en-US" sz="1500" dirty="0"/>
              <a:t>*origin</a:t>
            </a:r>
          </a:p>
          <a:p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T 0 </a:t>
            </a:r>
            <a:r>
              <a:rPr lang="en-IN" sz="1800" dirty="0">
                <a:sym typeface="Wingdings" panose="05000000000000000000" pitchFamily="2" charset="2"/>
              </a:rPr>
              <a:t> 1 =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en-US" sz="1800" dirty="0" err="1"/>
              <a:t>rotz</a:t>
            </a:r>
            <a:r>
              <a:rPr lang="en-US" sz="1800" dirty="0"/>
              <a:t>(theta1)*</a:t>
            </a:r>
            <a:r>
              <a:rPr lang="en-US" sz="1800" dirty="0" err="1"/>
              <a:t>transz</a:t>
            </a:r>
            <a:r>
              <a:rPr lang="en-US" sz="1800" dirty="0"/>
              <a:t>(L1)*</a:t>
            </a:r>
            <a:r>
              <a:rPr lang="en-US" sz="1800" dirty="0" err="1"/>
              <a:t>rotx</a:t>
            </a:r>
            <a:r>
              <a:rPr lang="en-US" sz="1800" dirty="0"/>
              <a:t>(90)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T 1 </a:t>
            </a:r>
            <a:r>
              <a:rPr lang="en-IN" sz="1800" dirty="0">
                <a:sym typeface="Wingdings" panose="05000000000000000000" pitchFamily="2" charset="2"/>
              </a:rPr>
              <a:t> 2 = </a:t>
            </a:r>
            <a:r>
              <a:rPr lang="en-US" sz="1800" dirty="0">
                <a:solidFill>
                  <a:srgbClr val="FF0000"/>
                </a:solidFill>
              </a:rPr>
              <a:t>[</a:t>
            </a:r>
            <a:r>
              <a:rPr lang="en-US" sz="1800" dirty="0" err="1"/>
              <a:t>rotz</a:t>
            </a:r>
            <a:r>
              <a:rPr lang="en-US" sz="1800" dirty="0"/>
              <a:t>(theta2)*</a:t>
            </a:r>
            <a:r>
              <a:rPr lang="en-US" sz="1800" dirty="0" err="1"/>
              <a:t>transx</a:t>
            </a:r>
            <a:r>
              <a:rPr lang="en-US" sz="1800" dirty="0"/>
              <a:t>(L2)</a:t>
            </a:r>
            <a:r>
              <a:rPr lang="en-US" sz="1800" dirty="0">
                <a:solidFill>
                  <a:srgbClr val="FF0000"/>
                </a:solidFill>
              </a:rPr>
              <a:t>]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T 2 </a:t>
            </a:r>
            <a:r>
              <a:rPr lang="en-IN" sz="1800" dirty="0">
                <a:sym typeface="Wingdings" panose="05000000000000000000" pitchFamily="2" charset="2"/>
              </a:rPr>
              <a:t> 3 = </a:t>
            </a:r>
            <a:r>
              <a:rPr lang="en-US" sz="1800" dirty="0">
                <a:solidFill>
                  <a:srgbClr val="7030A0"/>
                </a:solidFill>
              </a:rPr>
              <a:t>[</a:t>
            </a:r>
            <a:r>
              <a:rPr lang="en-US" sz="1800" dirty="0" err="1"/>
              <a:t>rotz</a:t>
            </a:r>
            <a:r>
              <a:rPr lang="en-US" sz="1800" dirty="0"/>
              <a:t>(theta3)*</a:t>
            </a:r>
            <a:r>
              <a:rPr lang="en-US" sz="1800" dirty="0" err="1"/>
              <a:t>transx</a:t>
            </a:r>
            <a:r>
              <a:rPr lang="en-US" sz="1800" dirty="0"/>
              <a:t>(L3)*</a:t>
            </a:r>
            <a:r>
              <a:rPr lang="en-US" sz="1800" dirty="0" err="1"/>
              <a:t>rotz</a:t>
            </a:r>
            <a:r>
              <a:rPr lang="en-US" sz="1800" dirty="0"/>
              <a:t>(90)</a:t>
            </a:r>
            <a:r>
              <a:rPr lang="en-US" sz="1800" dirty="0" err="1"/>
              <a:t>rotx</a:t>
            </a:r>
            <a:r>
              <a:rPr lang="en-US" sz="1800" dirty="0"/>
              <a:t>(90)</a:t>
            </a:r>
            <a:r>
              <a:rPr lang="en-US" sz="1800" dirty="0">
                <a:solidFill>
                  <a:srgbClr val="7030A0"/>
                </a:solidFill>
              </a:rPr>
              <a:t>]</a:t>
            </a: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P = [T 0 </a:t>
            </a:r>
            <a:r>
              <a:rPr lang="en-IN" sz="1800" dirty="0">
                <a:sym typeface="Wingdings" panose="05000000000000000000" pitchFamily="2" charset="2"/>
              </a:rPr>
              <a:t> 1] * [</a:t>
            </a:r>
            <a:r>
              <a:rPr lang="en-IN" sz="1800" dirty="0"/>
              <a:t>T 1 </a:t>
            </a:r>
            <a:r>
              <a:rPr lang="en-IN" sz="1800" dirty="0">
                <a:sym typeface="Wingdings" panose="05000000000000000000" pitchFamily="2" charset="2"/>
              </a:rPr>
              <a:t> 2] * [</a:t>
            </a:r>
            <a:r>
              <a:rPr lang="en-IN" sz="1800" dirty="0"/>
              <a:t>T 2 </a:t>
            </a:r>
            <a:r>
              <a:rPr lang="en-IN" sz="1800" dirty="0">
                <a:sym typeface="Wingdings" panose="05000000000000000000" pitchFamily="2" charset="2"/>
              </a:rPr>
              <a:t> 3] </a:t>
            </a:r>
            <a:r>
              <a:rPr lang="en-US" sz="1800" dirty="0"/>
              <a:t>*origin</a:t>
            </a:r>
          </a:p>
        </p:txBody>
      </p:sp>
    </p:spTree>
    <p:extLst>
      <p:ext uri="{BB962C8B-B14F-4D97-AF65-F5344CB8AC3E}">
        <p14:creationId xmlns:p14="http://schemas.microsoft.com/office/powerpoint/2010/main" val="290681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- Articulated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25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5F8ECC1-8689-3746-98AA-BB74E9D431BE}"/>
                  </a:ext>
                </a:extLst>
              </p14:cNvPr>
              <p14:cNvContentPartPr/>
              <p14:nvPr/>
            </p14:nvContentPartPr>
            <p14:xfrm>
              <a:off x="545400" y="1409760"/>
              <a:ext cx="7272360" cy="3798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5F8ECC1-8689-3746-98AA-BB74E9D431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040" y="1400400"/>
                <a:ext cx="7291080" cy="381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3477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26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B5E53F-1F82-2B0A-BE55-79453B874AB7}"/>
                  </a:ext>
                </a:extLst>
              </p14:cNvPr>
              <p14:cNvContentPartPr/>
              <p14:nvPr/>
            </p14:nvContentPartPr>
            <p14:xfrm>
              <a:off x="277560" y="926640"/>
              <a:ext cx="7044840" cy="5250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B5E53F-1F82-2B0A-BE55-79453B874A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200" y="917280"/>
                <a:ext cx="7063560" cy="526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B7A1BA2-F5FA-76F5-8EB6-8C9FF7C737C1}"/>
                  </a:ext>
                </a:extLst>
              </p14:cNvPr>
              <p14:cNvContentPartPr/>
              <p14:nvPr/>
            </p14:nvContentPartPr>
            <p14:xfrm>
              <a:off x="55800" y="1263600"/>
              <a:ext cx="8961480" cy="5178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B7A1BA2-F5FA-76F5-8EB6-8C9FF7C737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40" y="1254240"/>
                <a:ext cx="8980200" cy="519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FB1D078-3DD7-7824-724D-D8E467DEE6FB}"/>
                  </a:ext>
                </a:extLst>
              </p14:cNvPr>
              <p14:cNvContentPartPr/>
              <p14:nvPr/>
            </p14:nvContentPartPr>
            <p14:xfrm>
              <a:off x="1141920" y="1887120"/>
              <a:ext cx="7396560" cy="4531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FB1D078-3DD7-7824-724D-D8E467DEE6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2560" y="1877760"/>
                <a:ext cx="7415280" cy="45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1495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AB2C-DE9B-0F34-CAE1-E1AED637A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46009-008A-A5EA-7823-A41C1CA6BD6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43B43-9445-4E9A-0C88-EEE76F9E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397AD-20D0-3AD4-E935-1FE77F3A39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27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C760-1397-6D70-591F-284D8ED2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605E858-409A-71ED-8196-FE06D7298B81}"/>
                  </a:ext>
                </a:extLst>
              </p14:cNvPr>
              <p14:cNvContentPartPr/>
              <p14:nvPr/>
            </p14:nvContentPartPr>
            <p14:xfrm>
              <a:off x="893160" y="1189440"/>
              <a:ext cx="8123040" cy="4463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605E858-409A-71ED-8196-FE06D7298B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3800" y="1180080"/>
                <a:ext cx="8141760" cy="44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0C16B45-03FD-1A11-B79E-5FDF01845566}"/>
                  </a:ext>
                </a:extLst>
              </p14:cNvPr>
              <p14:cNvContentPartPr/>
              <p14:nvPr/>
            </p14:nvContentPartPr>
            <p14:xfrm>
              <a:off x="396720" y="1438200"/>
              <a:ext cx="8550720" cy="5028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0C16B45-03FD-1A11-B79E-5FDF018455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360" y="1428840"/>
                <a:ext cx="8569440" cy="504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7121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28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3204594"/>
            <a:ext cx="4043362" cy="29676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0" y="1524000"/>
            <a:ext cx="3510871" cy="2971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550213"/>
            <a:ext cx="2333625" cy="6544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99663" y="2832663"/>
            <a:ext cx="24267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Arial Rounded MT Bold" panose="020F0704030504030204" pitchFamily="34" charset="0"/>
              </a:rPr>
              <a:t>Law of cosines</a:t>
            </a:r>
            <a:endParaRPr lang="en-IN" sz="2400" b="1" dirty="0">
              <a:latin typeface="Arial Rounded MT Bold" panose="020F0704030504030204" pitchFamily="34" charset="0"/>
              <a:hlinkClick r:id="rId5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DB2E6D9-868F-A01C-6559-8385E831DFEB}"/>
                  </a:ext>
                </a:extLst>
              </p14:cNvPr>
              <p14:cNvContentPartPr/>
              <p14:nvPr/>
            </p14:nvContentPartPr>
            <p14:xfrm>
              <a:off x="617760" y="2626200"/>
              <a:ext cx="8395200" cy="3815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DB2E6D9-868F-A01C-6559-8385E831DF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8400" y="2616840"/>
                <a:ext cx="8413920" cy="383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1067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529828" y="533400"/>
            <a:ext cx="3512344" cy="682229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CA" altLang="en-US" dirty="0"/>
              <a:t>THANK YOU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314700" y="5715000"/>
            <a:ext cx="3257550" cy="285750"/>
          </a:xfrm>
        </p:spPr>
        <p:txBody>
          <a:bodyPr/>
          <a:lstStyle/>
          <a:p>
            <a:pPr>
              <a:defRPr/>
            </a:pPr>
            <a:r>
              <a:rPr lang="en-US"/>
              <a:t>DE  ZG561, MECHANISMS AND ROBOTICS</a:t>
            </a:r>
            <a:endParaRPr lang="en-CA" dirty="0"/>
          </a:p>
        </p:txBody>
      </p:sp>
      <p:sp>
        <p:nvSpPr>
          <p:cNvPr id="54276" name="Slide Number Placeholder 6"/>
          <p:cNvSpPr>
            <a:spLocks noGrp="1"/>
          </p:cNvSpPr>
          <p:nvPr>
            <p:ph type="sldNum" sz="quarter" idx="11"/>
          </p:nvPr>
        </p:nvSpPr>
        <p:spPr bwMode="auto">
          <a:xfrm>
            <a:off x="6858000" y="5715000"/>
            <a:ext cx="800100" cy="285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85" indent="-214303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07" indent="-171442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090" indent="-171442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2974" indent="-171442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856" indent="-171442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739" indent="-171442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622" indent="-171442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505" indent="-171442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4EDCAC-E343-4FE9-BF44-C33D11AF0ACC}" type="slidenum">
              <a:rPr lang="en-CA" altLang="en-US" sz="9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CA" altLang="en-US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1485900" y="5715005"/>
            <a:ext cx="1600200" cy="273844"/>
          </a:xfrm>
        </p:spPr>
        <p:txBody>
          <a:bodyPr/>
          <a:lstStyle/>
          <a:p>
            <a:pPr>
              <a:defRPr/>
            </a:pPr>
            <a:fld id="{40EA5804-23DC-4D99-893D-09E85DF15296}" type="datetime3">
              <a:rPr lang="en-CA" smtClean="0"/>
              <a:pPr>
                <a:defRPr/>
              </a:pPr>
              <a:t>30 August 2025</a:t>
            </a:fld>
            <a:endParaRPr lang="en-CA"/>
          </a:p>
        </p:txBody>
      </p:sp>
      <p:sp>
        <p:nvSpPr>
          <p:cNvPr id="7" name="TextBox 6"/>
          <p:cNvSpPr txBox="1"/>
          <p:nvPr/>
        </p:nvSpPr>
        <p:spPr>
          <a:xfrm>
            <a:off x="381000" y="1676400"/>
            <a:ext cx="838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i="1" dirty="0"/>
              <a:t>References:</a:t>
            </a:r>
          </a:p>
          <a:p>
            <a:pPr marL="214303" indent="-214303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3" indent="-214303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3" indent="-214303">
              <a:buFont typeface="Wingdings" panose="05000000000000000000" pitchFamily="2" charset="2"/>
              <a:buChar char="v"/>
              <a:defRPr/>
            </a:pPr>
            <a:r>
              <a:rPr lang="en-US" i="1" dirty="0"/>
              <a:t>Industrial Robotics Computer Interfacing and Control – Wesley E. Snyder</a:t>
            </a:r>
          </a:p>
          <a:p>
            <a:pPr marL="214303" indent="-214303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3" indent="-214303">
              <a:buFont typeface="Wingdings" panose="05000000000000000000" pitchFamily="2" charset="2"/>
              <a:buChar char="v"/>
              <a:defRPr/>
            </a:pPr>
            <a:r>
              <a:rPr lang="en-US" i="1" dirty="0"/>
              <a:t>Fundamentals of Robotics – Robert Schilling</a:t>
            </a:r>
          </a:p>
          <a:p>
            <a:pPr marL="214303" indent="-214303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3" indent="-214303"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defRPr/>
            </a:pPr>
            <a:endParaRPr lang="en-US" i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28" ma:contentTypeDescription="Create a new document." ma:contentTypeScope="" ma:versionID="78b03f7245bfd8d6632afa56fbe3838c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38b3980a6fa73308d099b3750ca5acec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s_Collaboration_Space_Locked xmlns="62c752f1-bd77-4b32-bcd5-44afe1204fc4" xsi:nil="true"/>
    <Has_Teacher_Only_SectionGroup xmlns="62c752f1-bd77-4b32-bcd5-44afe1204fc4" xsi:nil="true"/>
    <Owner xmlns="62c752f1-bd77-4b32-bcd5-44afe1204fc4">
      <UserInfo>
        <DisplayName/>
        <AccountId xsi:nil="true"/>
        <AccountType/>
      </UserInfo>
    </Owner>
    <Students xmlns="62c752f1-bd77-4b32-bcd5-44afe1204fc4">
      <UserInfo>
        <DisplayName/>
        <AccountId xsi:nil="true"/>
        <AccountType/>
      </UserInfo>
    </Students>
    <Invited_Teachers xmlns="62c752f1-bd77-4b32-bcd5-44afe1204fc4" xsi:nil="true"/>
    <Invited_Students xmlns="62c752f1-bd77-4b32-bcd5-44afe1204fc4" xsi:nil="true"/>
    <CultureName xmlns="62c752f1-bd77-4b32-bcd5-44afe1204fc4" xsi:nil="true"/>
    <Distribution_Groups xmlns="62c752f1-bd77-4b32-bcd5-44afe1204fc4" xsi:nil="true"/>
    <TeamsChannelId xmlns="62c752f1-bd77-4b32-bcd5-44afe1204fc4" xsi:nil="true"/>
    <Math_Settings xmlns="62c752f1-bd77-4b32-bcd5-44afe1204fc4" xsi:nil="true"/>
    <Teachers xmlns="62c752f1-bd77-4b32-bcd5-44afe1204fc4">
      <UserInfo>
        <DisplayName/>
        <AccountId xsi:nil="true"/>
        <AccountType/>
      </UserInfo>
    </Teachers>
    <AppVersion xmlns="62c752f1-bd77-4b32-bcd5-44afe1204fc4" xsi:nil="true"/>
    <LMS_Mappings xmlns="62c752f1-bd77-4b32-bcd5-44afe1204fc4" xsi:nil="true"/>
    <Self_Registration_Enabled xmlns="62c752f1-bd77-4b32-bcd5-44afe1204fc4" xsi:nil="true"/>
    <FolderType xmlns="62c752f1-bd77-4b32-bcd5-44afe1204fc4" xsi:nil="true"/>
    <IsNotebookLocked xmlns="62c752f1-bd77-4b32-bcd5-44afe1204fc4" xsi:nil="true"/>
    <DefaultSectionNames xmlns="62c752f1-bd77-4b32-bcd5-44afe1204fc4" xsi:nil="true"/>
    <Teams_Channel_Section_Location xmlns="62c752f1-bd77-4b32-bcd5-44afe1204fc4" xsi:nil="true"/>
    <Templates xmlns="62c752f1-bd77-4b32-bcd5-44afe1204fc4" xsi:nil="true"/>
    <NotebookType xmlns="62c752f1-bd77-4b32-bcd5-44afe1204fc4" xsi:nil="true"/>
    <Student_Groups xmlns="62c752f1-bd77-4b32-bcd5-44afe1204fc4">
      <UserInfo>
        <DisplayName/>
        <AccountId xsi:nil="true"/>
        <AccountType/>
      </UserInfo>
    </Student_Groups>
  </documentManagement>
</p:properties>
</file>

<file path=customXml/itemProps1.xml><?xml version="1.0" encoding="utf-8"?>
<ds:datastoreItem xmlns:ds="http://schemas.openxmlformats.org/officeDocument/2006/customXml" ds:itemID="{8790826E-E986-4AEC-B2D6-EF3A1182902E}"/>
</file>

<file path=customXml/itemProps2.xml><?xml version="1.0" encoding="utf-8"?>
<ds:datastoreItem xmlns:ds="http://schemas.openxmlformats.org/officeDocument/2006/customXml" ds:itemID="{ABB63FBD-9C56-49FF-B467-4ADD1763761A}"/>
</file>

<file path=customXml/itemProps3.xml><?xml version="1.0" encoding="utf-8"?>
<ds:datastoreItem xmlns:ds="http://schemas.openxmlformats.org/officeDocument/2006/customXml" ds:itemID="{A3535EBD-040A-4FC5-937B-FD70C677B7BE}"/>
</file>

<file path=docProps/app.xml><?xml version="1.0" encoding="utf-8"?>
<Properties xmlns="http://schemas.openxmlformats.org/officeDocument/2006/extended-properties" xmlns:vt="http://schemas.openxmlformats.org/officeDocument/2006/docPropsVTypes">
  <TotalTime>7922</TotalTime>
  <Words>725</Words>
  <Application>Microsoft Office PowerPoint</Application>
  <PresentationFormat>On-screen Show (4:3)</PresentationFormat>
  <Paragraphs>195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Arial Rounded MT Bold</vt:lpstr>
      <vt:lpstr>Calibri</vt:lpstr>
      <vt:lpstr>Cambria Math</vt:lpstr>
      <vt:lpstr>Symbol</vt:lpstr>
      <vt:lpstr>Wingdings</vt:lpstr>
      <vt:lpstr>1_Office Theme</vt:lpstr>
      <vt:lpstr>PowerPoint Presentation</vt:lpstr>
      <vt:lpstr>Inverse kinematics</vt:lpstr>
      <vt:lpstr>PowerPoint Presentation</vt:lpstr>
      <vt:lpstr>2 dof manipulator – Inverse Kinematics</vt:lpstr>
      <vt:lpstr>2 dof manipulator –  Link Coordinate Diagram</vt:lpstr>
      <vt:lpstr>2 dof manipulator –  Inverse Kinematics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 dof Articulated</vt:lpstr>
      <vt:lpstr>PowerPoint Presentation</vt:lpstr>
      <vt:lpstr>Articulated</vt:lpstr>
      <vt:lpstr>Articulated</vt:lpstr>
      <vt:lpstr>Solution - Articulated</vt:lpstr>
      <vt:lpstr>PowerPoint Presentation</vt:lpstr>
      <vt:lpstr>PowerPoint Presentation</vt:lpstr>
      <vt:lpstr>PowerPoint Presentation</vt:lpstr>
      <vt:lpstr>THANK YOU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Mukund</dc:creator>
  <cp:lastModifiedBy>GLYNN JOHN .</cp:lastModifiedBy>
  <cp:revision>889</cp:revision>
  <dcterms:created xsi:type="dcterms:W3CDTF">2015-02-01T05:43:25Z</dcterms:created>
  <dcterms:modified xsi:type="dcterms:W3CDTF">2025-08-30T14:35:36Z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