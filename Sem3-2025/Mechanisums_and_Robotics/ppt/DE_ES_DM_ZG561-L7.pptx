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ink/ink28.xml" ContentType="application/inkml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19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theme/themeOverride1.xml" ContentType="application/vnd.openxmlformats-officedocument.themeOverride+xml"/>
  <Override PartName="/ppt/ink/ink18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1"/>
  </p:notesMasterIdLst>
  <p:sldIdLst>
    <p:sldId id="344" r:id="rId2"/>
    <p:sldId id="395" r:id="rId3"/>
    <p:sldId id="392" r:id="rId4"/>
    <p:sldId id="387" r:id="rId5"/>
    <p:sldId id="388" r:id="rId6"/>
    <p:sldId id="389" r:id="rId7"/>
    <p:sldId id="431" r:id="rId8"/>
    <p:sldId id="432" r:id="rId9"/>
    <p:sldId id="433" r:id="rId10"/>
    <p:sldId id="391" r:id="rId11"/>
    <p:sldId id="423" r:id="rId12"/>
    <p:sldId id="411" r:id="rId13"/>
    <p:sldId id="396" r:id="rId14"/>
    <p:sldId id="412" r:id="rId15"/>
    <p:sldId id="413" r:id="rId16"/>
    <p:sldId id="414" r:id="rId17"/>
    <p:sldId id="415" r:id="rId18"/>
    <p:sldId id="416" r:id="rId19"/>
    <p:sldId id="417" r:id="rId20"/>
    <p:sldId id="424" r:id="rId21"/>
    <p:sldId id="425" r:id="rId22"/>
    <p:sldId id="426" r:id="rId23"/>
    <p:sldId id="427" r:id="rId24"/>
    <p:sldId id="428" r:id="rId25"/>
    <p:sldId id="418" r:id="rId26"/>
    <p:sldId id="429" r:id="rId27"/>
    <p:sldId id="430" r:id="rId28"/>
    <p:sldId id="397" r:id="rId29"/>
    <p:sldId id="399" r:id="rId30"/>
    <p:sldId id="409" r:id="rId31"/>
    <p:sldId id="398" r:id="rId32"/>
    <p:sldId id="410" r:id="rId33"/>
    <p:sldId id="401" r:id="rId34"/>
    <p:sldId id="400" r:id="rId35"/>
    <p:sldId id="402" r:id="rId36"/>
    <p:sldId id="403" r:id="rId37"/>
    <p:sldId id="404" r:id="rId38"/>
    <p:sldId id="419" r:id="rId39"/>
    <p:sldId id="420" r:id="rId40"/>
    <p:sldId id="434" r:id="rId41"/>
    <p:sldId id="435" r:id="rId42"/>
    <p:sldId id="436" r:id="rId43"/>
    <p:sldId id="421" r:id="rId44"/>
    <p:sldId id="422" r:id="rId45"/>
    <p:sldId id="405" r:id="rId46"/>
    <p:sldId id="406" r:id="rId47"/>
    <p:sldId id="407" r:id="rId48"/>
    <p:sldId id="408" r:id="rId49"/>
    <p:sldId id="283" r:id="rId5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0078CDF-2FEA-4058-856D-6598BF1CC413}">
          <p14:sldIdLst>
            <p14:sldId id="344"/>
            <p14:sldId id="395"/>
            <p14:sldId id="392"/>
            <p14:sldId id="387"/>
            <p14:sldId id="388"/>
            <p14:sldId id="389"/>
            <p14:sldId id="431"/>
            <p14:sldId id="432"/>
            <p14:sldId id="433"/>
            <p14:sldId id="391"/>
            <p14:sldId id="423"/>
            <p14:sldId id="411"/>
            <p14:sldId id="396"/>
            <p14:sldId id="412"/>
            <p14:sldId id="413"/>
            <p14:sldId id="414"/>
            <p14:sldId id="415"/>
            <p14:sldId id="416"/>
            <p14:sldId id="417"/>
            <p14:sldId id="424"/>
            <p14:sldId id="425"/>
            <p14:sldId id="426"/>
            <p14:sldId id="427"/>
            <p14:sldId id="428"/>
            <p14:sldId id="418"/>
            <p14:sldId id="429"/>
            <p14:sldId id="430"/>
            <p14:sldId id="397"/>
            <p14:sldId id="399"/>
            <p14:sldId id="409"/>
            <p14:sldId id="398"/>
            <p14:sldId id="410"/>
            <p14:sldId id="401"/>
            <p14:sldId id="400"/>
            <p14:sldId id="402"/>
            <p14:sldId id="403"/>
            <p14:sldId id="404"/>
            <p14:sldId id="419"/>
            <p14:sldId id="420"/>
            <p14:sldId id="434"/>
            <p14:sldId id="435"/>
            <p14:sldId id="436"/>
            <p14:sldId id="421"/>
            <p14:sldId id="422"/>
            <p14:sldId id="405"/>
            <p14:sldId id="406"/>
            <p14:sldId id="407"/>
            <p14:sldId id="408"/>
          </p14:sldIdLst>
        </p14:section>
        <p14:section name="Untitled Section" id="{F54E667D-FD10-44B9-94B5-B76204E64461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8" autoAdjust="0"/>
    <p:restoredTop sz="94660"/>
  </p:normalViewPr>
  <p:slideViewPr>
    <p:cSldViewPr>
      <p:cViewPr varScale="1">
        <p:scale>
          <a:sx n="66" d="100"/>
          <a:sy n="66" d="100"/>
        </p:scale>
        <p:origin x="5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22:42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11133 6373 222 0,'0'0'5'16,"0"0"0"-16,0 0 3 15,0 0-2-15,0 0 2 0,0 0 1 16,0 0 0-16,0 0 2 16,7 6-2-16,0-4-2 15,3 1 2-15,10-1 0 0,8 1 3 16,9-1-1-16,10 0 0 16,11-2 0-16,9 0 0 15,12 0-1-15,9-4-3 16,10 1-1-16,12 1-1 0,4-3-1 15,2 2-1-15,17 0-1 16,1 2 0-16,8 1-1 16,3 0-1-16,9 0 1 15,0 0-2-15,6 0 0 0,-6 0 0 16,0 0-1-16,-8 0 1 16,-1 0 0-16,-6-3-1 15,-10-2 1-15,-4 0 1 16,-14-2 0-16,-6-1-1 0,-13 0 1 15,-11 4 0-15,-13-4-1 16,-12 1 1-16,-8 1 1 16,-13 2-2-16,-10 4-5 15,-11-5-7-15,-14 5-32 16,0 0-24-16,0 0-5 0</inkml:trace>
  <inkml:trace contextRef="#ctx0" brushRef="#br0" timeOffset="683.02">11422 6522 206 0,'0'0'3'0,"0"0"2"0,0 0 2 0,6 0 2 15,-6 0 2-15,20 3 1 16,-5 0 3-16,7-3 0 15,13 0 0-15,8 1-4 0,11-1 1 16,8 3-3-16,23-3-2 16,9 3-2-16,16-3-1 15,3 0 0-15,20 0-2 16,8 0 0-16,6 0 0 0,9 0 0 16,3-3 0-16,10 0 0 15,2 2 1-15,6-2 0 16,-3 0 0-16,0 3-1 0,-5-3 1 15,-3 1-2-15,-9 2 0 16,-14-2 0-16,-11 2 0 16,-15 0 0-16,-17-2 2 15,-13-1 0-15,-18 3 1 0,-12 0 3 16,-20-3 3-16,-9 3-1 16,-10-2 0-16,-11 0-2 15,-7 2-8-15,0 0-20 16,-19-3-49-16,3 3-4 15</inkml:trace>
  <inkml:trace contextRef="#ctx0" brushRef="#br0" timeOffset="11250.07">11081 5536 93 0,'0'0'4'0,"0"0"3"0,0 0-1 16,0 0 1-16,0 0 0 16,0 0 2-16,0 0 4 15,14 0 3-15,-6 3-2 0,7-1 2 16,2 4 1-16,7-5 2 16,6 5 0-16,13-4 1 15,6 3-4-15,6-5-4 16,7 3-2-16,0-3-2 0,5 0-3 15,1 0 0-15,2-3-3 16,-4 3 0-16,-1 0 0 16,4-2-1-16,2 2 0 15,0 0 0-15,3 0 0 0,6 0-1 16,3 0 1-16,6 0-1 16,8-3 1-16,0 3 0 15,2-2-1-15,5-1 1 16,-4 0 0-16,6 2 0 0,2 1-1 15,-11-3 0-15,2 0 0 16,-7-2 0-16,0 0 0 16,0 3 0-16,-5-5 0 15,-3-1 0-15,-2-2 0 0,-5 3 0 16,0 2 0-16,-4-3 0 16,-9 3 0-16,-4 4 0 15,-6-3 0-15,-9 2-1 16,-8 0 1-16,-2 2 0 0,-13 0 0 15,-2 0-1-15,-8 0 0 16,-4 0 0-16,-8 0 0 16,0 0 0-16,0 0 0 15,0 0 0-15,0 0 0 0,0 0 1 16,0 0 0-16,0 0 1 16,0 0 0-16,0 0 0 15,0 0 1-15,0 0 0 16,0 0 0-16,0 0 0 0,0 0 0 15,0 0 0-15,0 0 0 16,0 0 0-16,0 0-1 16,0 0-1-16,0 0-4 15,0 0-16-15,0 0-43 16,0 8-6-16</inkml:trace>
  <inkml:trace contextRef="#ctx0" brushRef="#br0" timeOffset="13133.09">13198 4936 290 0,'0'0'7'16,"0"0"2"-16,0 0 2 0,0 0 2 16,5-8 0-16,-5 8 1 15,0 0 2-15,12 14 1 16,-10 1-7-16,-2 12-3 0,0 3-2 15,-2 9-1-15,-1 0-1 16,-2 7-1-16,1-5 0 16,-1 2-3-16,2-13-4 15,0 2-9-15,-2-13-24 16,0-1-35-16,5-5-5 16</inkml:trace>
  <inkml:trace contextRef="#ctx0" brushRef="#br0" timeOffset="13349.13">13354 4936 317 0,'0'0'1'0,"0"0"3"16,0 0 1-16,0 6 2 16,0 4 0-16,-2 7 1 0,-4 5 0 15,1 5 1-15,0 8 0 16,1 3-3-16,-4 1-1 15,6 3-7-15,0-3-11 16,-4-6-27-16,2-1-31 0,4-2-3 16</inkml:trace>
  <inkml:trace contextRef="#ctx0" brushRef="#br0" timeOffset="13833.15">12982 5192 235 0,'0'0'9'15,"0"0"5"-15,0 0 5 16,4-7 1-16,-4 7 2 16,0 0 1-16,12-13 0 0,-12 13 2 15,14-2-9-15,-14 2-4 16,14 9-4-16,-7 7-2 16,4 0-2-16,1 7 0 0,-3 4-1 15,4 3 0-15,2 2 0 16,0 1 0-16,-3-5-1 15,-2-2 0-15,1-8 0 16,-2-1 0-16,-2-2 0 16,2-5 1-16,-9-10-1 0,11 0-1 15,-1 0 1-15,3-10 0 16,2-8 0-16,7-1-1 16,1-4 0-16,7-4-1 15,2 0 0-15,3-1 0 0,-4 3 0 16,5 4-4-16,-4 3-4 15,-5 3-28-15,-2 8-44 16,-3 4 0-16</inkml:trace>
  <inkml:trace contextRef="#ctx0" brushRef="#br0" timeOffset="20627.78">16887 7297 228 0,'0'0'5'0,"0"0"2"16,0 0 2-16,0 0 0 15,7 0 1-15,-7 0 1 16,0 0-2-16,0 0 2 16,0 0-5-16,8 0 0 0,-8 0-2 15,12 0 2-15,-1 0-2 16,6 3 2-16,3 0 0 15,10-1 0-15,2-2 0 0,5 0-1 16,8 0 0-16,4 0-1 16,6 0 1-16,5 0-2 15,7-5 0-15,0 2 0 16,13-2-1-16,1 1-1 16,9-1 0-16,7-3 2 0,7 4-2 15,11-1 0-15,7 2 0 16,7-2-1-16,5 5 0 0,3 0 0 15,11 5-2-15,6 3-3 16,-5-1 0-16,5 0-1 16,3 3-3-16,3-2 2 15,1-4-1-15,3-1 0 16,-10 0 2-16,2-1 0 16,-4-2 3-16,-6 0-1 0,-1 0 2 15,-11-2 0-15,-8 2 0 16,-9 0 1-16,-10-3-1 15,-13 3 1-15,-7 0 0 0,-9 0-1 16,-18 0 1-16,-14 0 0 16,-9 0-1-16,-9 0 0 15,-10 0-1-15,-4 0-8 16,-14 0-33-16,-5 5-18 16</inkml:trace>
  <inkml:trace contextRef="#ctx0" brushRef="#br0" timeOffset="21399.98">17429 7456 195 0,'0'0'5'0,"0"0"-1"0,0 0 3 0,0 0 1 15,0 0 1-15,0 0 1 0,2 0 2 16,11 0 2-16,2 2-3 16,5-2 0-16,6 0 1 15,15 0-3-15,6 0 0 16,12 0-1-16,12-2-2 0,10 0-1 16,13 0 0-1,14-3-2-15,11 2 1 0,15-5 1 16,5 6-1-16,16-3 1 15,11 3 0-15,13-1 1 0,5 1-1 16,7 2-1-16,5 0-1 16,3 5-1-16,-1 2 0 15,-4 3-1-15,-5-2 0 16,-7-2-1-16,-9 4 0 16,-9 0 0-16,-15-2 0 0,-9 2 0 15,-16-3 0-15,-18-2 1 16,-14 0 2-16,-24 0 4 15,-14-2 1-15,-17-3 1 0,-9 0 0 16,-18 0 0-16,-10 0-1 16,0 0 0-16,-7-5-2 15,-4 2-5-15,-1 1-3 16,-3 2-6-16,-2-3-7 0,-1 1-34 16,1 2-30-16,0 0-2 15</inkml:trace>
  <inkml:trace contextRef="#ctx0" brushRef="#br0" timeOffset="24700.25">9317 7328 212 0,'0'0'4'15,"0"0"1"-15,0 0 1 0,0 0-1 16,0 0 3-16,0 0-1 15,0 0 3-15,17 0 0 16,3 0-2-16,12-3 0 16,12 3-1-16,11-3 1 0,12 1-2 15,11-1-1-15,11-4 0 16,10 2-2-16,21-3-1 16,-1 3 0-16,5-4 0 15,13 1-2-15,7 0 1 16,5 4 0-16,-1-3-1 0,6 4 0 15,-4-1 1-15,1 1-1 16,-4 3 1-16,-2 0-1 16,-12 0 1-16,-4 0-1 15,-2 0 0-15,-20 4 1 0,-10 2-1 16,-10-6 1-16,-10 7 0 16,-17-7 1-16,-10 4-1 15,-16 0 0-15,-13 0 2 0,-7-4-2 16,-14 0-4-16,0 0-11 15,-14 10-25-15,-16-4-25 16,-3-5-5-16</inkml:trace>
  <inkml:trace contextRef="#ctx0" brushRef="#br0" timeOffset="25284.4">9252 7449 155 0,'0'0'4'0,"0"0"3"0,7 0 3 15,5 0 1-15,1 0 4 16,9 0 2-16,3 0 0 0,20 0 3 15,12 0-4-15,11-2-1 16,13-1-1-16,18-5-4 16,8 1-2-16,18-3 0 0,14 0-2 15,2 3-2-15,0-3-1 16,17 3 1-16,-4-4 0 16,2 6 1-16,-2-3 0 15,0 7 2-15,-4-5-1 16,-7 6 0-16,-1-1 1 15,-13 1-2-15,-5 0 1 0,-14 0 0 16,-13 0 0-16,-15-3 0 16,-15 3 1-16,-18 0 0 15,-8-3 1-15,-20 3 0 0,0 0-1 16,-14 0-2-16,-7 0-3 16,0 0-9-16,-7 3-30 15,-8 0-39-15,-5-2-3 16</inkml:trace>
  <inkml:trace contextRef="#ctx0" brushRef="#br0" timeOffset="34350">12136 7434 193 0,'0'0'3'16,"0"0"2"-16,0 0 5 0,0 0 2 15,13-3 4-15,2 3 3 16,5-2 3-16,5 0 1 16,12-1-1-16,5-2-3 15,10 5-4-15,6-2-1 0,9-1-2 16,0-2-5-16,-1 5-2 16,1 0-2-16,-5-2-1 15,-4 2 0-15,-13-3-1 16,-6 3 2-16,-11-2 0 0,-8 2 1 15,-8 0 0-15,-12 0-2 16,0 0-4-16,0 0-15 16,-20 0-54-16,10 0-3 15</inkml:trace>
  <inkml:trace contextRef="#ctx0" brushRef="#br0" timeOffset="44166.33">21779 6913 336 0,'0'0'3'0,"0"0"2"15,0 0 1-15,0 0 3 16,9-2 3-16,0-3 2 0,6 1 0 15,12-4 2-15,8-2-3 16,8 0-1-16,8 0-2 16,4 0-2-16,2-2-2 0,-2 2-2 15,0 3-2-15,-8 1-4 16,-8 1-6-16,-7 5-10 16,-7 0-8-16,-12-3-32 15,-3 3-21-15,-10 0-6 16</inkml:trace>
  <inkml:trace contextRef="#ctx0" brushRef="#br0" timeOffset="44400.06">21820 6968 284 0,'0'0'6'0,"0"0"4"0,0 0 1 16,0 0 3-16,0 0 3 15,0 0 0-15,19 3 3 16,-1-3 1-16,7 0-6 15,12-5-4-15,7 0 1 16,6 0-6-16,5 0-1 0,-1-3-2 16,-1 3-2-16,-6 1-5 15,-7 1-7-15,-10 0-15 16,-14 1-50-16,-5 2-3 0</inkml:trace>
  <inkml:trace contextRef="#ctx0" brushRef="#br0" timeOffset="44866.39">21933 6716 316 0,'0'0'9'15,"0"0"1"-15,13-10 3 16,-13 10 0-16,12-8 0 15,-12 8 0-15,10-2 0 0,-10 2 0 16,1 15-7-16,-1 2-3 16,-1 8-2-16,-9 0 0 15,1 7 1-15,-7-3 0 16,0 4 0-16,-5-7-1 16,5-1 0-16,-5-2 1 0,3-6-2 15,2 1 1-15,0-7-1 16,7 3 1-16,1-3 1 15,8 2-1-15,3-1 1 16,11-1 2-16,9 1-1 0,9 2 2 16,10-4 1-16,6 4 0 15,7-6 0-15,-1 0-1 16,0 0-1-16,1-1 1 16,-7-2-1-16,-9-2 0 0,-6-1-1 15,-8 1 0-15,-9-3 0 16,-5 2 0-16,-11-2 0 15,12 0 0-15,-12 0-3 16,0 0 0-16,0 0 0 0,0 0-4 16,0-13-56-16,0 13-24 15,-10-2-1-15</inkml:trace>
  <inkml:trace contextRef="#ctx0" brushRef="#br0" timeOffset="48183.37">9463 8341 192 0,'0'0'3'0,"0"0"0"16,-5-5 1-16,5 5-1 0,0 0 3 15,0 0 2-15,0 0 2 16,0 0 3-16,0 0-2 16,13 0 1-16,6 2 0 15,1 1 1-15,12-3-1 0,3 0-1 16,15 0-1-16,10 0-3 16,9 0-1-16,16-5-1 15,14 1-1-15,7 0-1 16,14-3 0-16,15 2-1 0,5 0-1 15,10 0 1-15,11 2-1 16,11-1 0-16,7 2 0 16,15-2 0-16,12 2 0 15,2 2-1-15,6-3 1 0,15 3 0 16,2-1-1-16,7 1 0 16,1 0 2-16,0 0-2 15,-6 1 0-15,-1 2 1 16,-7 5-1-16,-6-4 2 0,-10 1-1 15,-13-2 1-15,-12 2 0 16,-17-3 1-16,-11 1 1 16,-17 0 1-16,-17-3-1 15,-17 0 1-15,-24 0 4 0,-17-3 1 16,-13-2-1-16,-19 0-1 16,-18 0 0-16,-14 5-3 15,-2-7-4-15,-17 1-13 16,-11 6-61-16,-11-2-2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2-09-03T09:18:32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11587 18136 12 0,'0'0'4'16,"0"0"0"-16,0 0 3 15,0 0 2-15,0 0-1 16,0 0 3-16,0 0-1 16,0 0 2-16,0 0-2 15,0 0-1-15,0 0 1 0,0 0-2 16,0-5 0-16,0 0 1 15,0 3 1-15,0-4-2 16,0 1 0-16,0 0 1 16,0 0-1-16,5-3-1 15,-5 8 0-15,0 0 0 16,0 0 0-16,0 0 1 0,0 0-2 16,0-1 1-16,0-5 0 15,0 1-1-15,0 1 1 16,0-1-1-16,0 0-1 15,0 0-2-15,8-3 0 16,-8 8 1-16,0 0-3 16,0 0 0-16,0 0 0 15,0 0-1-15,0-4 0 16,0-1 0-16,0-1 0 0,0 2 0 16,0-1-1-16,0 0-3 15,0 1-4-15,5-2-5 16,-5 6-14-16,0 0-21 15,0 0-14-15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23:48.1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00206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</inkml:brush>
  </inkml:definitions>
  <inkml:trace contextRef="#ctx0" brushRef="#br0">2759 15616 296 0,'0'0'7'0,"0"0"3"0,0 0 4 16,0 0 1-16,0 0 2 16,0 0 2-16,0 0 1 15,0 0-1-15,-10-7-6 16,10 7-4-16,0 0-3 0,-12 9-2 15,12-9-2-15,-5 16-1 16,3-7 0-16,2 2 0 16,0 1-1-16,2-5 1 15,5 3 0-15,5-2 0 0,-1-3 1 16,3-5 0-16,2 0 1 16,1 0 0-16,0-5 1 15,0-5 2-15,-1 2 0 0,-5-2 0 16,-2 1 0-16,-7-4 0 15,-2 1 0-15,0-1-2 16,-8 3-4-16,-2 1 0 16,-2 1 0-16,-8 1 0 15,0 7 0-15,1 0 0 0,-2 0 0 16,-1 5 0-16,3 1 0 16,0 7 0-16,5-3 0 15,1 5 0-15,9-3 0 16,1 3 0-16,3-2 0 0,3-3 0 15,6 2 0-15,9-7 0 16,0 2 0-16,3-7 0 16,2 0 0-16,0 0 0 15,-2-7 0-15,0-4 0 0,-4 3 0 16,-2-8 0-16,-11 1 0 16,1 3 0-16,-5-6 0 15,-5 6 0-15,-4-1 0 0,-11 7 0 16,1 1 0-16,-4 5 0 15,-2 2 0-15,0 5 0 16,-3 4 0-16,9 1 0 16,1 3 0-16,4-1 0 0,7-1 0 15,3-1 0-15,8-1 0 16,3-3 0-16,7-2 0 16,4-3 0-16,7-3 0 15,3 0 0-15,-4-10 0 16,3 0 0-16,-4 0 0 0,-1-2 0 15,-5-1 0-15,-10 1 0 16,-1 4 0-16,-8-2 0 16,-9 5 0-16,-6 1 0 15,-8 4 0-15,0 0 0 0,-2 4 0 16,4 4 0-16,-1-1 0 16,8 3-24-16,14 0-61 15,2-10-4-15</inkml:trace>
  <inkml:trace contextRef="#ctx0" brushRef="#br0" timeOffset="1299.86">2630 15668 142 0,'0'0'5'0,"0"0"3"16,0 0 6-16,0 0 2 15,0 0 4-15,0 0 4 0,8 5 2 16,-8-5 1-16,14 0-2 15,-1 0-4-15,-3 0-4 0,4 3-2 16,4-3-2-16,2 0-3 16,4 0-2-16,1 3-3 15,3-3 0-15,-1 0-2 16,10 0 0-16,-2 2-1 0,5-2-1 16,9 0 1-16,4 2-1 15,4-2 0-15,10 0 0 16,7 0-1-16,4 0 1 15,9-2 0-15,5 0 0 0,2-6-1 16,13 5 1-16,-5-4-1 16,0 2 1-16,6 0-1 15,0-3 0-15,-2 3 0 16,6 1 0-16,-8-1 0 16,-3 3 0-16,-2-1 0 0,-7 0 0 15,-3 3-1-15,-4 0 1 16,-13 0 0-16,-6 0-1 15,-11 6 1-15,-8-4-1 16,-9-2 1-16,-8 5 1 0,-11-3 0 16,-3-2 2-1,-16 0 0-15,9 0 2 0,-9 0 1 16,0 0-1-16,0 0 0 16,0 0 0-16,0 0-1 0,0-5-1 15,0 5-1-15,0 0-2 16,0 0-1-16,0 0-2 15,-9-7-4-15,9 7-9 16,-3-10-45-16,3 10-18 16</inkml:trace>
  <inkml:trace contextRef="#ctx0" brushRef="#br0" timeOffset="2570.52">4983 15454 295 0,'0'0'7'16,"0"0"3"-16,0 0 3 15,0 0 0-15,5-8 1 0,-5 8 0 16,0 0 4-16,9 0-1 15,-9 0-4-15,14 8-4 16,-2-2 0-16,5-1 0 16,6 5 1-16,6-2 0 0,1-1-1 15,8 1-2 1,-1-1-2-16,2 3 0 0,1-5-1 16,-2-1 0-16,-4 2-2 15,-6-3-1-15,2-2 0 0,-13 2 0 16,0 0 0-16,-5-3 1 15,-12 0 1-15,10 7 0 16,-10-7-1-16,0 11-2 16,0-11 0-16,-22 11 0 15,5 2 0-15,-3-2 0 0,-9 7 0 16,-1 0 0-16,-3-1 0 16,1 3 0-16,-4 0 0 15,10-1 0-15,-4 1 0 16,8-2 0-16,4 1 0 0,0-4 0 15,8-2 0-15,1-1 0 16,4 1 0-16,5-13 0 16,-3 16-26-16,3-16-60 15,0 0-4-15</inkml:trace>
  <inkml:trace contextRef="#ctx0" brushRef="#br0" timeOffset="6983.24">2668 13748 194 0,'0'0'4'0,"0"0"2"16,0 0 2-16,0 0 1 15,0 0 1-15,0 0 1 16,4 8 0-16,-4-8 2 0,5 10-6 16,-5-10 1-16,10 14-3 15,-8-5 1-15,-2-9-2 16,11 16-2-16,-6-7 1 0,-1-1-1 15,1 5 0-15,-2-3-1 16,-1 0 0-16,0-3 1 16,4 1-2-16,-6-8 1 15,7 13 0-15,-7-13 1 0,0 0-1 16,3 8 2-16,-3-8 3 16,0 0 0-16,0 0 2 15,0 0 0-15,0 0 1 16,0 0 0-16,0 0 2 15,0 0-1-15,0 0-2 0,0 0-2 16,0 0-1-16,0 0-1 16,0 0-3-16,0 0-6 15,0 0-9-15,0 0-24 0,12 0-34 16,-12 0-5-16</inkml:trace>
  <inkml:trace contextRef="#ctx0" brushRef="#br0" timeOffset="7882.89">2759 13776 275 0,'0'0'8'0,"0"0"2"0,0 0 5 16,0 0 2-16,0 0 0 15,0 0 0-15,0 0 1 0,0 0 1 16,0 0-7-16,-8 10-4 16,8 1-3-16,0 7-1 15,0 7-1-15,0 3 0 16,6 3 1-16,-1 4 0 0,2 2 0 16,0 6-1-16,6-2 0 15,-5 4 0-15,1-4 0 16,-2 5-1-16,2-4 0 15,-2 2 0-15,-2-3-1 16,-1-2 1-16,-1 1-1 0,-1-3 0 16,-2-3 0-16,0 1-1 15,0-3 1-15,0-2-1 16,0 2 1-16,-2-3 0 16,-1-1-1-16,1-1 0 0,0 1 0 15,-1 0 0-15,3-2 0 16,-2-1 0-16,-1 0 0 15,3-3-1-15,-2 1 1 0,0-1 0 16,2-5 0-16,-3 0 0 16,3 0 1-16,0 1-1 15,0-3 0-15,0-1 0 16,0 2 0-16,0-2 0 16,0 1 0-16,0 3 0 15,0-3 0-15,0-1 0 0,0 4 0 16,0-4 0-16,3 4 0 15,-3-3 0-15,0 1 0 16,0 2 0-16,0-3 0 16,0 5 0-16,0-2 0 0,0-1 1 15,0 0-1-15,0 3 0 16,0-3 0-16,0 3 0 0,0 0 1 16,0 0 0-16,0-1-1 15,-3 1 1-15,3-2 0 16,-2 2 0-16,-2-3-1 15,2 2 1-15,0-4-1 16,2 1 0-16,-3-4 0 16,3-1 1-16,-2 0-1 0,2-4 0 15,0-7 0-15,-3 13-1 16,3-13-2-16,0 0-5 16,0 0-10-16,0 0-29 15,-7-7-33-15,5-6-3 0</inkml:trace>
  <inkml:trace contextRef="#ctx0" brushRef="#br0" timeOffset="8566.71">2700 13783 356 0,'0'0'7'0,"0"0"4"0,0 0 3 16,0 0-1-16,0 0 2 15,9-3 0-15,-9 3 0 0,0 9 1 16,-7-2-6-16,2 11-4 16,-8 3-2-16,-1 4-1 15,-4 5-1-15,-1 2 0 0,-1 0 1 16,-1 0-2-16,2-2 1 15,4-3-1-15,0-6 0 16,5-7 0-16,0-2 0 16,10-12 0-16,-7 7 0 15,7-7 1-15,0-8-1 0,5-9 1 16,4-2-1-16,7-11 0 16,1-7 2-16,3-2-3 15,1-6 0-15,5-2 0 0,1 3 0 16,-2-1 0-16,-2 2 0 15,-3 11 0-15,-1 5 0 16,-4 4 0-16,-3 7 0 16,-4 7 0-16,-8 9 0 15,10-7 0-15,-10 7 0 0,8 13 0 16,-1 5 0-16,2 8 0 16,4 5 0-16,2 5 0 15,5 7 0-15,0 2 0 0,-1-1 0 16,7-1 0-16,1-4 0 15,0-2 0-15,1-10 0 16,4 5 0-16,3-11-87 16,-5-2-1-16</inkml:trace>
  <inkml:trace contextRef="#ctx0" brushRef="#br0" timeOffset="9482.79">3169 13565 345 0,'0'0'7'0,"0"0"3"16,0 0 5-16,0 0 2 15,3-10 0-15,-3 10 0 16,0 0 1-16,7-8 1 16,-7 8-6-16,15-4-3 0,0 1-3 15,7-1-3-15,3-2 0 16,10 1-1-16,4 1-1 15,4 1-1-15,4-1 1 16,-2 4-2-16,-5 0 0 0,-6 4 0 16,-4 0 0-16,-10 7 0 15,-5 2 0-15,-13 1 0 16,-7 9 0-16,-9-1 0 0,-11 2 0 16,-7 6 0-16,-5 2 0 15,-6-2 0-15,-1 0 0 16,3-3 0-16,4-5 0 15,12-4 0-15,6-1 0 0,14-5 0 16,10-4 0-16,20-8 0 16,17 0 0-16,20-3 0 15,22-6 0-15,18-9 0 16,27 4 0-16,11-8-16 16,19 1-71-16,7-1-4 0</inkml:trace>
  <inkml:trace contextRef="#ctx0" brushRef="#br0" timeOffset="10149.87">6002 15572 464 0,'0'0'2'0,"0"0"1"0,0 0 1 16,0 0 1-16,0 0 0 0,2 12 1 16,-4 3 0-16,-10 2-1 15,-9 8-1-15,-1 5-1 16,-3 3-2-16,-2-2-1 16,-6 4-3-16,7-6-4 0,-4-6-4 15,10 2-17-15,12-8-55 16,-7-7-3-16</inkml:trace>
  <inkml:trace contextRef="#ctx0" brushRef="#br0" timeOffset="10320.46">5781 15584 446 0,'0'0'1'0,"0"0"4"15,2 7 1-15,5 6 2 0,9 4 1 16,14 8 1-16,4 2 0 15,18 5 1-15,13 8-6 16,12 0-5-16,8 4 0 0,14 4 0 16,-5 21-60-16,5-28-26 15</inkml:trace>
  <inkml:trace contextRef="#ctx0" brushRef="#br0" timeOffset="11466.48">2873 15611 245 0,'0'0'8'0,"0"0"4"16,0 0 3-16,0 0 3 15,0 0 0-15,0 0 2 16,0-9 2-16,0 9 3 16,13-13-8-16,-1-2-2 0,8 0-3 15,5-4-1-15,10-6-2 16,7-10 0-16,13-2-2 15,7-8-1-15,10-4-1 0,5-6-1 16,4-2-2-16,4-1 1 16,0 0-1-16,4-2 0 15,-6 7 0-15,-9 0-1 16,-7 6 0-16,-5 7 1 0,-12 5 1 16,-8 11 2-16,-10 1 0 15,-12 9 0-15,-8 4-5 16,-12 10 0-16,11-10 0 15,-11 10 0-15,0 0 0 16,0 0 0-16,-6-3 0 16,6 3 0-16,-9 0 0 0,9 0-2 15,0 0-28-15,-5 10-55 16,5-10-3-16</inkml:trace>
  <inkml:trace contextRef="#ctx0" brushRef="#br0" timeOffset="11833.18">3773 14633 409 0,'0'0'4'0,"0"0"1"0,0 0 1 0,3-11 1 15,-3 11 2-15,21-11-1 16,-3 4 2-16,2-1-1 15,8 1-2-15,-2 1-2 0,10 2-1 16,-2 1-1 0,1 3 0-16,0 0-1 0,-5 3 0 15,0 4 0-15,-8 5 0 16,-3 4 0-16,-5 3 0 16,-5 8 0-16,-9 3 0 15,-5 7 0-15,-4 0 0 0,-7 5 0 16,-2 0-2-16,-1 0 0 15,-1-5 0-15,3-2 0 16,2-6 0-16,5-4-2 16,3-7-6-16,7-3-9 0,0-5-32 15,0-10-35-15,22 0-2 16</inkml:trace>
  <inkml:trace contextRef="#ctx0" brushRef="#br0" timeOffset="12100.32">4293 14552 370 0,'0'0'7'0,"0"0"4"16,0 0 2-16,0 0 0 15,0 0 1-15,5-6 1 0,-5 6 0 16,9 2 1-16,-4 8-7 15,5 3-2-15,0-1-4 16,2 9 0-16,3 0-1 16,2-3 0-16,1 1 0 0,2 2-4 15,0-5-6-15,0-6-20 16,-6 0-52-16,7 0-4 16</inkml:trace>
  <inkml:trace contextRef="#ctx0" brushRef="#br0" timeOffset="12316.69">4548 14518 471 0,'0'0'3'16,"0"0"0"-16,0 0 1 0,0 0 1 16,0 0 0-16,0 13 2 15,-2 8 0-15,-9 8-1 16,2 8-6-16,-6 3 0 0,-5 11 0 15,0-1 0-15,1 5 0 16,-6-8-8-16,-21 0-76 16,39-8-3-16</inkml:trace>
  <inkml:trace contextRef="#ctx0" brushRef="#br0" timeOffset="13866.76">2776 15671 262 0,'0'0'8'0,"0"0"4"0,0 0 4 16,0 0 1-16,0 0 3 15,0 0-2-15,0 0 1 16,-9 0 0-16,9 0-8 16,-18 15-4-16,3 4-4 15,-2 6-2-15,-3 7-2 0,-5 11 1 16,-2 6 0-16,2 10-1 16,-3 8 1-16,-1 5-1 15,4 0 0-15,3 0 0 0,2-6 0 16,5-1 1-16,10-8-2 15,2-10 1-15,3-10 0 16,3-7 0-16,7-10 0 16,4-2 0-16,2-8-2 0,1-6-2 15,-7-2-3-15,5-2-7 16,-15 0-14-16,0 0-44 16,15-4-5-16</inkml:trace>
  <inkml:trace contextRef="#ctx0" brushRef="#br0" timeOffset="14323.09">2287 16756 403 0,'0'0'4'0,"0"0"1"0,0 0 1 0,0 0 1 16,-10 5 1-16,3 5 0 16,-4 9 0-16,2 6 1 15,-3 10-3-15,4 5-2 16,-5 7-1-16,9 4 0 0,1-1-1 15,3-2-2-15,7-4-4 16,6-7-10-16,-1-10-21 16,9-4-45-16,3-6-1 15</inkml:trace>
  <inkml:trace contextRef="#ctx0" brushRef="#br0" timeOffset="14682.48">2555 16944 357 0,'0'0'5'16,"0"0"3"-16,-12 3 1 15,12-3 3-15,-18 17 0 16,9-2 1-16,-2-1-1 16,4 6 1-16,2 0-4 0,5 2-3 15,3-4-3-15,4-1-1 16,8-5-1-16,8-2 0 15,1-7 0-15,3-3 0 16,1-5 0-16,-1-10 1 0,3 0 1 16,-5-4 2-16,-2-1 0 15,-9-5 1-15,-2-3 0 16,-12 1-1-16,-2 0 0 0,-13-1-1 16,-8 6-2-16,-4 3 0 15,0 2-2-15,-5 6 0 16,-1 7-4-16,4 4-1 15,4 4-4-15,8 9-12 16,-1 10-56-16,15-12-8 0</inkml:trace>
  <inkml:trace contextRef="#ctx0" brushRef="#br0" timeOffset="15216.94">2990 16843 418 0,'0'0'4'0,"0"0"1"0,0 0 1 16,-7 0 0-16,7 0 0 15,-16 7 1-15,9 1 0 16,0 2-1-16,-3 2-2 0,6 6-3 15,-5-4 0-15,9 3-1 16,0-2 1-16,0-3-1 0,9-1 0 16,3-6 0-1,0-3 1-15,3-2-1 0,4 0 0 16,-1-2 1-16,0-9 0 16,-4 4 0-16,-2-3 0 0,-1 0 1 15,-1 0 0-15,-6 1 0 16,-4-2 1-16,0 11-1 15,0-12 0-15,0 12-1 16,-9-11 0-16,9 11 0 0,-12-7 0 16,12 7-1-16,-11-4 0 15,11 4 0-15,-9-5 0 16,9 5 1-16,0 0-1 16,-10-3-1-16,10 3 1 15,0 0 0-15,0 0-1 16,0 0 1-16,0 0 0 0,0 0-1 15,0 0 1-15,0 0 0 16,0 0 0-16,0 0-1 16,0 0-2-16,0 0-3 15,0 0-11-15,-8-14-58 0,8 14-9 16</inkml:trace>
  <inkml:trace contextRef="#ctx0" brushRef="#br0" timeOffset="15583.3">2881 17068 417 0,'0'0'2'0,"0"0"2"15,0 0 2-15,-6 5 1 16,1 2 1-16,1 8 0 15,-1 2 1-15,-5 2-1 0,2 6-1 16,3-8-4-16,-2-3-8 16,2 1-14-16,1 0-60 15,-1-1-2-15</inkml:trace>
  <inkml:trace contextRef="#ctx0" brushRef="#br0" timeOffset="15951.87">3284 16959 436 0,'0'0'2'0,"0"0"2"0,0 0-1 15,0 5 1-15,0 5 0 16,-3 0 1-16,-3 4-1 16,-1 6-4-16,-5-2-10 15,7-9-54-15,-3 14-16 0</inkml:trace>
  <inkml:trace contextRef="#ctx0" brushRef="#br0" timeOffset="16532.97">3557 16830 368 0,'0'0'7'0,"0"0"3"16,0 0 1-16,0 0 1 15,0 0 1-15,-8-3-1 16,8 3 1-16,-7 8-1 16,4 2-5-16,-1 3-4 0,4 2-1 15,-3-1-1-15,3 1 0 16,0-2 0-16,7-1-1 0,1-5 1 15,4-2-1-15,5-2 1 16,-1-3 0-16,1-3-1 16,3-5 2-16,-6-1 0 15,2-4 1-15,-2 2 0 0,-6-6 0 16,-5 6 0-16,-3-7 1 16,-11 3-1-16,-6 3-1 15,-1 2-3-15,-1 0-3 16,-8 3-7-16,9 2-24 15,3 2-49-15,-2-1 0 0</inkml:trace>
  <inkml:trace contextRef="#ctx0" brushRef="#br0" timeOffset="16750.2">3799 16577 461 0,'0'0'2'16,"0"0"0"-16,9 13 0 15,1-1 3-15,3 3 1 0,1 2 0 16,6 11 1-16,2 2 1 16,3 7 0-16,0 2-4 15,-7 8-4-15,-6 3 0 16,-5 2 0-16,-7 5 0 0,-12 2 0 16,-3-30 0-1,3 1-62-15,-11 3-26 0</inkml:trace>
  <inkml:trace contextRef="#ctx0" brushRef="#br0" timeOffset="25616.99">2746 11289 334 0,'0'0'5'0,"0"0"4"16,0 0 1-16,0 0 2 16,0 0-1-16,0 0 1 0,0 0-1 15,3 7 0-15,-3-7-5 16,0 10-4-16,0-10-1 15,2 15 0-15,2-5-1 16,-4-10 1-16,12 15 0 0,-5-8 0 16,3-4 1-16,3-2 0 15,-4-1 2-15,2-1 1 16,-2-5 1-16,-1 2 2 16,-8 4-1-16,9-20 1 0,-9 10 0 15,0 0-2-15,-5 0 0 16,5 10-2-16,-12-9-1 15,-1 0-1-15,4 7-2 0,-1 2 0 16,10 0 0-16,-18 2 0 16,18-2-1-16,-7 13 0 15,7-13 0-15,0 12-3 16,0-12-1-16,5 11-8 0,-5-11-23 16,15 2-47-16,-5-2 0 15</inkml:trace>
  <inkml:trace contextRef="#ctx0" brushRef="#br0" timeOffset="26801.05">2826 11278 95 0,'0'0'5'16,"0"0"6"-16,0 0 6 15,0 0 3-15,0 0 2 0,0 0 3 16,0 0 0-16,0 0 0 16,0 0-4-16,0 0-6 15,0 0-4-15,0 0-4 16,-7 13-3-16,7-13-2 16,0 0 0-16,-6 7-1 0,6-7 1 15,0 0-1-15,-2 10 2 16,2-10 2-16,0 0 4 15,0 0 1-15,0 0 2 0,0 0 3 16,0-5 0-16,0-7 3 16,0-3-2-16,2-5-1 15,4-4-1-15,-1-7-2 16,0-2 0-16,0-7-2 0,-1-6-2 16,5-8-2-16,-5-7 0 15,1-12 0-15,-2-7-3 16,-1-10-1-16,0-9 1 15,-2-2-3-15,0-6 0 0,0 5 0 16,0 8 0-16,3 7 0 16,-1 8 0-16,0 10 0 15,3 7 0-15,1 12 0 16,-3 8 0-16,-1 4 0 0,-2 6 0 16,2 5 0-16,-2 7 0 15,0 1 0-15,0 6 0 16,0 13 0-16,0-15 0 0,0 15 0 15,0 0 0-15,0 0 0 16,0 0 0-16,0 0 0 16,0 0 0-16,0 0 0 15,0 0 0-15,0 0 0 16,0 0 0-16,0 0 0 16,0 0 0-16,0 0 0 0,0 0 0 15,0 0 0-15,0 0 0 16,0 0 0-16,0 0 0 15,0 0-10-15,-4-7-11 0,1-3-44 16,3 10-22-16,0 0-1 16</inkml:trace>
  <inkml:trace contextRef="#ctx0" brushRef="#br0" timeOffset="27582.88">2834 9638 298 0,'0'0'8'0,"0"0"2"16,0 0 5-16,0 0 2 0,0 0 3 16,0 0 1-16,7-7-1 15,-7 7-1-15,0 0-6 16,0 0-5-16,0 7-2 16,-10 9-2-16,-2 8-1 0,-6 4-1 15,-2 3-1-15,-2 7 2 16,-3-1-1-16,-2 0 0 15,2-2 0-15,2-6-1 0,4-6 0 16,4-3-1-16,5-8 0 16,3-2 1-16,7-10-1 15,-7 10 2-15,7-10 1 16,0 0 0-16,3-13 0 0,8 3 0 16,1-9 1-16,3-6 0 15,8-2-1-15,-1-8 0 16,5-5-1-16,5 1 0 15,-4-4 0-15,-1 9-2 16,-2-3 0-16,-4 8 0 0,-2 5 0 16,-6 5 0-16,-6 9 0 15,-7 10 0-15,0 0 0 16,10-2 0-16,-8 7 0 16,0 9 0-16,1 6 0 0,5 5 0 15,-1 0 0-15,5 7 0 16,1 0 0-16,4-2 0 15,1 2 0-15,1-4 0 0,1-4 0 16,6-1 0-16,-6-3 0 16,-2-6 0-16,6 4-23 15,-2-9-63-15,-3-4-3 16</inkml:trace>
  <inkml:trace contextRef="#ctx0" brushRef="#br0" timeOffset="28266.84">2583 8947 384 0,'0'0'6'0,"0"0"2"0,0 0 2 16,0 0 1-16,7-2 0 16,-7 2 2-16,18 0 1 0,-6 0 0 15,6 0-4-15,9 0-3 16,-3-2-1-16,12-1-1 15,2 1-1-15,3-1 0 16,-2 3-2-16,2 0 0 0,-7 0-2 16,-4 0 0-16,-5 0 0 15,-6 8 0-15,-8-1 0 16,-4 8 0-16,-7 0 0 16,-9 5 0-16,-7 2 0 0,-9 3 0 15,0-1 0-15,-7 4 0 16,-1-1 0-16,1-4 0 15,5 2 0-15,3-8 0 16,6-1 0-16,6-3 0 0,10-3 0 16,2-10 0-16,14 8 0 15,11-8 0-15,10-3 0 16,11-4 0-16,5 1 0 16,8-1 0-16,6-1 0 0,-1 4 0 15,9 1-66-15,-11 3-22 16</inkml:trace>
  <inkml:trace contextRef="#ctx0" brushRef="#br0" timeOffset="30000">2879 11298 198 0,'0'0'9'0,"0"0"5"16,0 0 4-16,0 0 2 16,0 0 3-16,0 0-1 15,0 0 2-15,0 0-2 0,0 0-7 16,0 0-5-16,0 0-5 16,0 0-1-16,0 0-4 15,5 0 0-15,4 3 0 16,7-1-1-16,5 1 2 0,4 2 0 15,10-5 0-15,0 3 0 16,8-1 0-16,8-2 0 16,2 0 0-16,1 0 0 0,4 0 0 15,1 0-1-15,4 0 1 16,1-2-1-16,1-1 0 16,-3-2 1-16,7 2-1 15,0 1 0-15,2-3 0 0,-5 2 0 16,4 1 0-16,1 0-1 15,-3 2 0-15,-1 0 0 16,-5-2 0-16,-4 2 0 16,-4 0-1-16,-9 0 0 15,-2 0 0-15,-4 0 0 0,-12 0 0 16,-5 0 0-16,-6 0 1 16,-4 2 1-16,-12-2 1 15,12 2 0-15,-12-2 2 0,0 0 1 16,0 0 0-16,0 0 1 15,0 0-1-15,0 0 0 16,0 0 0-16,0 0 0 16,-5 0-2-16,5 0 1 15,0 0-2-15,0 0 0 0,0 0-2 16,0 0-6-16,0 0-17 16,0 0-48-16,0 0-2 15</inkml:trace>
  <inkml:trace contextRef="#ctx0" brushRef="#br0" timeOffset="30433.17">4397 11169 349 0,'0'0'5'0,"0"0"2"16,0 0 3-16,0 0-1 15,5-4 2-15,-5 4-1 0,0 0 1 16,12 0 0-16,-12 0-4 16,17 0-1-16,4 3-3 15,-5-2 0-15,5 5-1 16,6-2 1-16,1 4-1 0,-4-2-1 15,1 0 0-15,-3 4-1 16,-7-2 0-16,-2 4 1 16,-6 1 1-16,-5 4 0 15,-4 2 0-15,-10 4 0 0,-8 2 1 16,-1-1 0-16,-7 6-1 16,3-2 0-16,-8-2 0 15,3-1-1-15,5 0 0 16,-2-5 0-16,7 0-1 0,5-5-3 15,2-1-4-15,4-5-11 16,4 0-59-16,5-9-1 16</inkml:trace>
  <inkml:trace contextRef="#ctx0" brushRef="#br0" timeOffset="30766.32">4767 11643 456 0,'0'0'2'15,"0"0"-2"-15,0 0-1 0,-10 4 1 16,10-4 0-16,-18 18-1 16,6-5 1-16,-1 2 0 15,-1 1-1-15,-1 1 1 16,-2 1-1-16,1 0-1 0,2-2-6 16,-3-2-8-16,11-5-33 15,1 4-27-15,5-13-5 16</inkml:trace>
  <inkml:trace contextRef="#ctx0" brushRef="#br0" timeOffset="31150.62">4606 11608 376 0,'0'0'3'15,"0"0"3"-15,0 0 1 16,4 7 3-16,-4-7 0 15,15 18 1-15,-2-6 0 0,1 3 2 16,7 3-3-16,4 1-1 16,-1 2-3-16,1 0-2 15,2-1 0-15,-2-3-2 16,3-1 1-16,-6-2-1 0,0-1 0 16,-5-6-1-16,-2 4-4 15,-4-9-6-15,-2-13-57 16,-9 11-15-16</inkml:trace>
  <inkml:trace contextRef="#ctx0" brushRef="#br0" timeOffset="31967">2838 11234 241 0,'0'0'6'0,"0"0"7"0,0 0 6 15,0 0 2-15,13-5 3 16,-3-2 2-16,2-1 2 16,6-7 1-16,5-2-5 0,6 0-4 15,4-11-6-15,6 1-3 16,3-10-3-16,10 0-2 15,2-3-1-15,9-5-2 0,-3 1-1 16,2-3 0-16,0 1-1 16,-2 3 0-16,-3 3 2 15,-10 3-1-15,-8 7 0 16,-3 3-2-16,-8 8 0 0,-13 1 0 16,2 8 0-16,-17 10 0 15,14-10 0-15,-14 10 0 16,0 0 0-16,0 0 0 0,0 0 0 15,0 0 0-15,0 0 0 16,0 0 0-16,0 0 0 16,0 0 0-16,-5 0-7 15,5 0-8-15,-13 0-11 16,13 0-54-16,-9 0-7 0</inkml:trace>
  <inkml:trace contextRef="#ctx0" brushRef="#br0" timeOffset="32351.28">3576 10508 353 0,'0'0'6'0,"0"0"5"0,0 0 0 0,0 0 3 0,0 0-2 15,-7-9 2-15,7 9 0 16,0 0 1-16,7-6-6 15,2 6-3-15,7 0-1 0,0-2-2 16,3 2 1-16,4 0-2 16,-1 0 0-16,2 0-1 15,-1 0 0-15,-3 0 0 16,-1 0-1-16,-5 2 0 16,0 4 1-16,-3 1-1 0,-4 2 1 15,-5 7 0-15,-2 3 0 16,-5 1 0-16,-2 3 0 15,-3 2 0-15,0 0 0 0,0-4 0 16,0 2-1-16,5-4 0 16,0-4-1-16,0-3-2 15,5-2-3-15,0-10-6 16,0 18-20-16,0-18-50 16,12 7-2-16</inkml:trace>
  <inkml:trace contextRef="#ctx0" brushRef="#br0" timeOffset="32766.56">3905 10332 390 0,'0'0'3'0,"0"0"1"16,0 0 1-16,0 0 2 16,7 0 0-16,-7 0 2 0,18 5-1 15,-6 1 1-15,5 2-2 16,-2 3-1-16,3 2-1 16,0-1-2-16,1-2-3 15,-1 5-7-15,-4-6-19 0,-2 2-52 16,4-5-1-16</inkml:trace>
  <inkml:trace contextRef="#ctx0" brushRef="#br0" timeOffset="32933.33">4133 10344 386 0,'0'0'6'0,"0"0"0"16,0 0 2-16,-10 7 1 15,3 4 2-15,0 3 1 0,-1 4-1 16,-1 7 0-16,6 5-4 15,-5 2-3-15,8 2-9 16,-5 23-62-16,5-24-14 16</inkml:trace>
  <inkml:trace contextRef="#ctx0" brushRef="#br0" timeOffset="33899.29">831 6547 432 0,'0'0'6'0,"0"0"0"15,0 0 2-15,0 0 1 16,0 0 0-16,0 0 0 16,7 10 1-16,-7 5 0 15,0 7-4-15,0 6-3 16,0 1 0-16,0 6-3 0,0 4 0 16,0-1 0-16,0-1 0 15,0-5-13-15,0-3-17 0,0-2-53 16,0-4-3-16</inkml:trace>
  <inkml:trace contextRef="#ctx0" brushRef="#br0" timeOffset="34166.22">505 6536 381 0,'0'0'8'0,"0"0"1"15,0 0 3-15,-10-8 0 16,10 8 4-16,5-13-2 16,8 3 3-16,6-3 0 15,11-4-6-15,11-2-3 16,10 1-2-16,4-2-6 0,7 3 0 16,0 2 0-16,-2 2 0 15,0 9 0-15,-10 1 0 16,-6 6 0-16,-7 1-27 15,-12 14-56-15,-7 2-4 0</inkml:trace>
  <inkml:trace contextRef="#ctx0" brushRef="#br0" timeOffset="34587.92">1005 6788 397 0,'0'0'11'0,"0"0"-3"16,5-10 1-16,-5 10 0 15,20-6 0-15,-8 6 1 16,10 0 0-16,-2 6-4 0,3 4-2 15,-1 2-1-15,-2 5-2 16,0 1 0-16,-5 1-1 16,-5-1-2-16,-5-2 0 15,-3 0 0-15,-2-4 1 0,-2-5-2 16,2-7 2 0,-15 5-1-16,5-5 2 0,2-6 0 15,-1-7 0-15,1-2 2 16,3-5-1-16,0 0 0 15,5-2 0-15,2 1 1 0,9 2-1 16,1-1-4-16,8 8-8 16,0 2-29-16,5 1-39 15,9 3-3-15</inkml:trace>
  <inkml:trace contextRef="#ctx0" brushRef="#br0" timeOffset="35432.9">1559 6765 365 0,'0'0'6'0,"0"0"2"16,-10-8 4-16,0 6 1 0,-2 0 0 16,-3-1 1-16,-5 3 1 15,-2 0-1-15,-1 0-5 16,-2 7-3-16,8 6-3 16,-1 2-1-16,4 0-1 0,3 2-1 15,9 2 0-15,2-3 0 16,8-1 0-16,6-5 0 15,4-3 0-15,2-5 0 0,5-2 1 16,0-2-1-16,-3-8 2 16,0-5-1-16,1-2 0 15,-6-3 0-15,0-2 0 16,-7 2 0-16,1 0 0 16,-4 5 0-16,-2 1-2 15,-3 6 1-15,-2 8 0 0,0 0 0 16,0 8-1-16,2 3 0 15,4 7 1-15,-3 0-1 16,3 1 1-16,2-2 0 0,-1 1 0 16,1-6 0-16,2-2 0 15,0-5 1-15,3-5-1 16,-1-2 1-16,0-6-1 16,1-6 1-16,1-4-1 0,4-2 1 15,-4 1 0-15,2-4-1 16,-4 3 1-16,1 6-1 15,-6-1-1-15,-7 15 1 0,12-10-1 16,-12 10 1-16,0 7-1 16,0 3 0-16,0 8 0 15,3-4-1-15,-1 4 1 16,4-1 0-16,3-3-1 16,6-1 1-16,5-6-1 15,5-2 1-15,5-5 0 0,2-2 0 16,5-5 2-16,3-6-1 15,-7-4 1-15,2-3 0 0,-6 1 0 16,-9-1 1-16,-5-1 0 16,-10 7 0-16,-5-1-1 15,-7 5 1-15,-9 0 0 16,-1 7-1-16,-3 3-1 16,0 0 0-16,3 8 0 0,-1 2-1 15,4 0 1-15,6 5-1 16,3-3 0-16,5 2 0 15,7 0 1-15,4-3 0 0,6 4-1 16,5-5 0-16,1 3-1 16,2-1-1-16,-4-1 0 15,0-3 0-15,-3 3-1 16,-4-4 1-16,-14-7 0 16,10 15 0-16,-10-15 1 15,-12 15 2-15,-9-7 0 0,2-1 0 16,-6 1 0-16,-2-2 0 15,-3 3-3-15,-2-4-7 16,6-5-40-16,7 4-28 0,-2-1-2 16</inkml:trace>
  <inkml:trace contextRef="#ctx0" brushRef="#br0" timeOffset="36082.87">2355 6717 409 0,'0'0'6'0,"0"0"3"0,0 0 2 16,0 0 2-16,0 0 1 0,0 0 0 16,0 0 1-16,4 0 0 15,-4 0-10-15,17-4-5 16,0 0 0-16,9-2 0 16,-2 1 0-16,6 0 0 0,6 3 0 15,-2-1 0-15,-4 3 0 16,-2 0 0-16,-7 3 0 15,-8 4 0-15,-3 4 0 16,-10 3 0-16,-10 4 0 0,-5 1 0 16,-8 1 0-16,-1 4 0 15,-8 0 0-15,0-3 0 16,4-1 0-16,3-1 0 16,0-3 0-16,11-2 0 0,3-4 0 15,11-10 0-15,0 13 0 16,18-13 0-16,1 0 0 15,11-3 0-15,2-1 0 16,6-7 0-16,2 4 0 16,2 0 0-16,-4-5 0 0,1 7-33 15,-9-1-52-15,-3 2-3 16</inkml:trace>
  <inkml:trace contextRef="#ctx0" brushRef="#br0" timeOffset="36382.61">3065 6372 474 0,'0'0'3'0,"0"0"2"0,0 0 0 15,0 0 0-15,-6 0 0 16,-6 14 1-16,-6 11 2 0,-1 14-8 16,1 11 0-16,-3 17 0 15,3 13 0-15,6 8 0 16,10 6 0-16,11 0 0 16,16-1 0-16,17-6 0 15,15-6-79-15,20-15-7 16</inkml:trace>
  <inkml:trace contextRef="#ctx0" brushRef="#br0" timeOffset="37382.96">3189 6693 308 0,'0'0'9'0,"0"0"4"16,10-12 4-16,-10 12 1 16,14-10 3-16,-14 10-2 0,16-10 0 15,-9 8 1-15,-7 2-8 16,4 7-4-16,-1 5-3 16,-3 3-2-16,-5 9-1 15,1 1 1-15,-1 0-1 0,-7 5 0 16,1-5 0-16,-1 0-1 15,-1-3 0-15,4-5-1 16,-1-5 1-16,3-1-1 0,7-11 0 16,0 0 1-16,0 0-1 15,7 2 0-15,12-7 0 16,4-3 1-16,4-2-3 16,5-1-2-16,6 1-11 0,-4 2-35 15,2-4-30-15,-1 4-3 16</inkml:trace>
  <inkml:trace contextRef="#ctx0" brushRef="#br0" timeOffset="37536.43">3489 6797 379 0,'0'0'6'0,"0"0"2"16,0 7 1-16,0-7 1 16,-5 18 0-16,5-5 1 15,0 1 0-15,0 1 0 0,0 3-6 16,5-2-8-16,3-1-14 15,0-2-60-15,4-3 0 16</inkml:trace>
  <inkml:trace contextRef="#ctx0" brushRef="#br0" timeOffset="37816.53">3539 6434 460 0,'0'0'4'15,"0"0"1"-15,0 0-1 16,0 0 0-16,0 0 2 16,12 2 0-16,6 10 1 15,5 0 0-15,9 8-3 16,0 7 0-16,15 6-4 0,-2 6 0 16,0 4 0-16,-5 3 0 15,-10-1 0-15,-9 5 0 16,-10-3 0-16,-8 0 0 0,-12-7 0 15,-5-1 0-15,-10-4 0 16,4-6-10-16,-14-7-29 16,8-4-46-16,-2-5-2 15</inkml:trace>
  <inkml:trace contextRef="#ctx0" brushRef="#br0" timeOffset="37983.19">4141 6750 493 0,'0'0'4'16,"0"0"1"-16,0 0 1 15,0 0-3-15,0 0-3 16,0 0 0-16,0 0-73 0,0 5-9 16</inkml:trace>
  <inkml:trace contextRef="#ctx0" brushRef="#br0" timeOffset="43366.54">2822 10328 124 0,'0'0'5'15,"0"0"2"-15,0 0 4 0,-3 12 4 16,3 5 1-16,0 5 1 15,0 11 0-15,0 4 0 0,5 13-3 16,-3 1-4-16,1 8-6 16,2 1-9-16,-1-3-5 15,-1 6-3-15,-1-15-4 16,2 9-2-16,-4-7-12 16,-4-2-11-16,4-4-10 0</inkml:trace>
  <inkml:trace contextRef="#ctx0" brushRef="#br0" timeOffset="43616.65">2799 10882 61 0,'0'8'1'0,"0"3"2"16,0 10-4-16,0 6-18 16,0 2-16-16</inkml:trace>
  <inkml:trace contextRef="#ctx0" brushRef="#br0" timeOffset="46716.84">4544 6567 368 0,'0'0'6'0,"0"0"5"15,0 0-1-15,0 0 1 16,0 0 1-16,-3 5 0 15,0 2 0-15,-2 8 0 16,3 5-6-16,-1 2-3 0,1 8-1 16,2 2-2-16,0 4 1 15,0-3-1-15,0 3 0 16,5-7 1-16,-5-2-1 16,2-2 0-16,0-7 1 0,-2-4 1 15,0-14-1-15,0 10 0 16,0-10 0-16,-7-10 1 0,2-4-1 15,-4-6 0-15,0-8 1 16,2-7-1-16,2-4 0 16,1-3 1-16,4-5-1 15,0-1 1-15,7 7 1 16,2 0-1-16,7 8 0 0,1 5 0 16,5 12-1-16,3 4 0 15,0 10 0-15,1 4 0 16,1 10-1-16,-1 1 0 15,-1 9 1-15,-4 3-1 0,-7 3 0 16,-3 4 0-16,-11-5 0 16,-3 3 0-16,-10-3 0 15,-4-4 0-15,0 0 0 16,-6-4 0-16,1-7 0 0,2-2 0 16,2-3 0-16,9-1-1 15,9-6 0-15,0 0 0 16,0 0 0-16,2 4 0 15,16 1 0-15,-1-2 0 0,3 4 1 16,5 0 0-16,-3 1 0 16,3 5 0-16,-7-4-3 15,4 6-6-15,-7-5-14 0,0 3-58 16,-1-1 0-16</inkml:trace>
  <inkml:trace contextRef="#ctx0" brushRef="#br0" timeOffset="47050.17">4963 6742 418 0,'0'0'3'0,"0"0"0"0,-15 3 1 0,8 5 1 16,-6 2 0-16,4 2 1 15,-4 3 0-15,3 2 1 16,2 1-3-16,8-1 0 15,3 0-1-15,9-4-1 16,6-1 1-16,7-8-1 0,2 0 0 16,6-4 0-16,1 0 0 15,-1-6 1-15,-4-6 1 16,-6-1-1-16,-1-4 0 16,-9 1 0-16,-11-5 0 0,-4 2-1 15,-11 1 0-15,-6 5-2 16,-2-2-2-16,-4 8-7 15,-2 3-14-15,-10 1-58 0,19 3-2 16</inkml:trace>
  <inkml:trace contextRef="#ctx0" brushRef="#br0" timeOffset="47283.3">5264 6594 472 0,'0'0'4'0,"0"0"1"0,0 0 0 15,0 0 1-15,-7 3-1 16,4 9 1-16,-5 2-1 0,1 4-2 16,4 9-3-16,-2 3 0 15,1 3 0-15,-1 1 0 16,5 1 0-16,0-3 0 16,5-5 0-16,2-2 0 0,5-3 0 15,6-10 0-15,0-2 0 16,3-4-6-16,4-4-22 15,0-4-54-15,-4-9-3 16</inkml:trace>
  <inkml:trace contextRef="#ctx0" brushRef="#br0" timeOffset="47449.87">5214 6753 412 0,'0'0'3'0,"0"0"1"0,0 0 2 15,0 0 1-15,13-3-1 16,3-2 2-16,10 1-3 16,1-3-15-16,8 1-62 15,8-5-4-15</inkml:trace>
  <inkml:trace contextRef="#ctx0" brushRef="#br0" timeOffset="47816.75">5519 6711 470 0,'0'0'5'0,"0"0"1"0,0 0 0 16,-9 0 2-16,9 0-1 16,0 0 0-16,2-11-5 15,8 7-2-15,5-1 0 16,8 2 0-16,4-1 0 15,-3 4 0-15,4 0 0 0,-3 4 0 16,-3 4 0-16,-10 5 0 16,-4 3 0-16,-8 1 0 15,0 4 0-15,-12 1 0 0,-3 0 0 16,-3-1 0-16,1 0 0 16,2-3 0-16,0-1 0 15,5-4 0-15,3-4 0 16,7-9 0-16,-3 12 0 15,3-12 0-15,15 0 0 0,3-2 0 16,4-8 0-16,5 1-14 16,3 6-67-16,2-14-3 15</inkml:trace>
  <inkml:trace contextRef="#ctx0" brushRef="#br0" timeOffset="48049.89">6054 6448 436 0,'0'0'4'0,"0"0"2"0,0 0 0 16,-8 0 1-16,1 8 1 16,-3 3 1-16,-5 12 0 15,3 2 0-15,-3 13-4 16,2 1 0-16,-1 5-2 16,3 6 1-16,2-1-4 0,4 1 0 15,5-3 0-15,0-5 0 16,7-5 0-16,5-5 0 15,6-4-11-15,0-14-23 16,6 0-48-16,6-4-3 0</inkml:trace>
  <inkml:trace contextRef="#ctx0" brushRef="#br0" timeOffset="48499.53">6298 6569 435 0,'0'0'6'0,"0"0"2"16,0 0 1-16,-13-8 1 0,13 8 0 16,-12 3 0-16,1 5 1 15,-1 9-1-15,-2 5-8 16,-2 3-2-16,2 12 0 16,-4-1 0-16,6 5 0 0,4-3 0 15,5-1 0-15,3-5 0 16,5-5 0-16,11-7 0 15,4-11 0-15,1-4 0 0,5-5 0 16,1-5 0-16,-2-11 0 16,0-4 0-16,-3-8 0 15,-7-4 0-15,-3-3 0 16,-7 0 0-16,-5-3 0 16,-2 0 0-16,-10 1 0 0,-1 10 0 15,-9-1 0-15,-1 10 0 16,-2 10 0-16,0 5 0 15,4 6 0-15,-5 5 0 16,9 10 0-16,5 7 0 0,7 2 0 16,2 1 0-16,6 1 0 15,9 0 0-15,10-1 0 16,4-6 0-16,2 1 0 16,6-10-37-16,0-5-47 0,1-2-4 15</inkml:trace>
  <inkml:trace contextRef="#ctx0" brushRef="#br0" timeOffset="48666.79">6578 6711 436 0,'0'0'4'0,"0"0"0"0,0 0 0 16,-10 12 0-16,10-12 1 16,-7 19 0-16,4-6 0 0,3 2 0 15,0 3-4-15,3-2-6 16,6 2-15-16,16-1-57 15,-9-7-2-15</inkml:trace>
  <inkml:trace contextRef="#ctx0" brushRef="#br0" timeOffset="48916.77">6724 6450 447 0,'0'0'4'0,"0"0"0"0,0 0-1 15,0 0 1-15,0 0 1 16,6 0-1-16,6 6 1 16,6 8 0-16,4 8-3 15,3 5 0-15,4 8-1 0,4 8 1 16,-3 3-1-16,2 4 1 16,-10 2 0-16,-5 0 0 15,-4-2 0-15,-10-3 0 0,-3-3 0 16,-10-7-5-16,-10-2-6 15,2-17-70-15,-4 4-3 16</inkml:trace>
  <inkml:trace contextRef="#ctx0" brushRef="#br0" timeOffset="49099.95">7294 6757 511 0,'0'0'0'0,"0"0"0"16,-10-7 0-16,10 7 0 16,-13-9 0-16,13 9 0 15,-12-7 0-15,3-10 0 0,9 17-78 16,0 0-11-16</inkml:trace>
  <inkml:trace contextRef="#ctx0" brushRef="#br0" timeOffset="51249.39">7092 11333 131 0,'0'0'17'0,"0"0"6"15,0 0 6-15,0 0 3 16,0 0 2-16,0 0 0 15,0 0 0-15,0 0 0 0,0 0-13 16,0 0-8-16,0 0-5 16,0 0-4-16,0 6-1 15,0-6-2-15,0 0-1 16,0 8 1-16,0-8-1 0,0 0 1 16,2 13 1-16,-2-13 0 15,9 4 2-15,-9-4 0 16,12 0 2-16,-12 0-1 0,7 0 3 15,-7 0-1-15,11-7 1 16,-11 7-1-16,2-10-1 16,-2 10 0-16,0-11-1 0,0 11-2 15,0 0-1 1,-2-10-2-16,2 10 0 0,0 0 0 16,-16-4-1-16,16 4-1 15,-9 4 1-15,9-4-1 16,-8 5 1-16,8-5 0 15,-8 12 1-15,8-12-1 0,0 10 1 16,0-10 0-16,0 0 0 16,8 11 0-16,-8-11 1 15,12 0 0-15,-12 0 1 0,16 0 0 16,-16 0 0-16,14-7 1 16,-14 7-1-16,7-11 1 15,-7 11-1-15,3-13 0 16,-3 13-1-16,-3-12-1 0,3 12 0 15,-12-10-1-15,12 10 1 16,-13 0-2-16,13 0 1 16,-14 0-1-16,14 0 1 0,-10 3-1 15,10-3 1-15,0 0 0 16,-2 7 1-16,2-7 0 16,0 0 0-16,5 7 0 15,-5-7 1-15,19 0 0 16,-8 0 0-16,-2 0 0 15,1-2 1-15,0-2-1 0,-10 4 1 16,15-6 0-16,-15 6-1 16,0 0 0-16,0 0 1 15,-10-8-2-15,1 8 0 0,0 0-4 16,0 3-4-16,-1 0-17 16,10-3-56-16,-6 12-3 15</inkml:trace>
  <inkml:trace contextRef="#ctx0" brushRef="#br1" timeOffset="55666.47">7110 11326 263 0,'0'0'4'0,"0"0"2"15,0 0 3-15,0 0-1 0,0 0 3 16,0 0-1-16,0 0 3 16,0 0 0-16,0 0-1 15,0 0-2-15,12 2 1 16,-1-2-1-16,1 0 0 0,1 0 1 16,6 0-2-16,1 0-1 15,3 0-1-15,3 0-1 16,4 0 1-16,2-2-3 0,4 2 0 15,6 0-1-15,-3-4-1 16,4 3 0-16,4-2 0 16,-4 1 0-16,-1 0-1 15,-3-1 0-15,-2 0 0 16,-8 1-1-16,-1-1 1 0,-4 3-1 16,-5 0 1-16,-2 0-1 15,-4 0 1-15,-3 0-1 16,-10 0 0-16,12 0 0 15,-12 0 0-15,0 0 0 0,0 0 1 16,13 0-1-16,-13 0 1 16,0 0 0-16,0 0 0 15,0 0 0-15,0 0 0 16,0 0 0-16,0 0 0 0,0 0 0 16,0 0 0-16,0 0-1 15,0 0-2-15,0 0 0 16,0 0-3-16,-9 0-4 15,9 0-10-15,-4 8-47 0,4-8-14 16</inkml:trace>
  <inkml:trace contextRef="#ctx0" brushRef="#br1" timeOffset="56116.84">7768 11197 392 0,'0'0'3'0,"0"0"1"16,0 0 0-16,0 0 2 15,0 0 1-15,0 0 1 16,0 0 2-16,2 0 1 15,9 4-2-15,1 2-1 16,6-1 0-16,1 2-1 0,4-2-1 16,2-3-1-16,0 4-2 15,0-1 0-15,-1-3-1 16,-1 3-1-16,-3 0 0 16,-6-1 0-16,-1 5 0 0,-6-2 0 15,-4 5 1-15,-3 0 0 16,-10 3 0-16,-3 3 0 15,-6 2 0-15,-4-1-2 16,-4 1 0-16,2 3 0 0,-3-5 0 16,3 0 0-16,6-3 0 15,1-2 0-15,6-3 0 16,5-3-6-16,7-7-14 0,0 10-61 16,0-10-4-16</inkml:trace>
  <inkml:trace contextRef="#ctx0" brushRef="#br1" timeOffset="57666.97">7146 11318 234 0,'0'0'10'0,"0"0"3"16,0 0 3-16,0 0 3 0,0 0 2 15,3-4 2-15,-3 4 1 16,3-13 5-16,-1 5-10 15,2-4-1-15,-2-3-2 0,0-2-1 16,1-8-2-16,2 0-2 16,-3-5-3-16,3-7-2 15,-5-2-2-15,2-11-2 16,1-1 0-16,-3-7-1 16,2-4 0-16,0 0 0 15,2 5 1-15,1 0 1 0,-5 8-3 16,2 7 0-16,-1 7 0 15,-1 5 0-15,0 8 0 16,0 5 0-16,-3 4 0 0,3 3 0 16,0 10 0-16,-5-12 0 15,5 12 0-15,0 0 0 16,-6-10 0-16,6 10 0 0,0 0 0 16,0 0 0-16,0 0 0 15,0 0 0-15,0 0 0 16,0 0 0-16,0 0 0 15,0 0 0-15,0 0 0 0,0 0 0 16,0 0 0-16,0 0 0 16,0 0 0-16,0 0 0 15,0 0 0-15,0 0 0 16,0 0 0-16,0 0 0 0,0 0 0 16,0 0 0-16,0 0 0 15,0 0 0-15,0 0 0 16,0 0-4-16,0 0-1 15,0 0 1-15,0 0-1 16,0 0 2-16,0 0 0 0,0 0 1 16,0 0 2-16,0 0 0 15,0 0 0-15,0 0 0 16,0 0 1-16,0 0 0 0,0 0 0 16,0 0-1-16,0 0 1 15,0 0-1-15,0 0 1 16,0 0 0-16,-2-7-1 15,2 7 1-15,0 0-1 16,0 0 1-16,0 0 0 0,0 0 0 16,0 0 0-16,0 0-1 15,0 0 0-15,-12 0 0 16,4 7-1-16,-2 5 1 0,-2 6-1 16,-6 2 0-16,1 2 0 15,-6 3 1-15,1 0 1 16,-2-3 0-16,1-3-1 0,5-4 1 15,2-2 0 1,0-3 0-16,6-5 0 0,10-5 1 16,0 0 0-16,0 0 0 15,0-5 0-15,3-5 0 16,9-5-1-16,3 1 1 16,0-4-2-16,3-4 0 0,-2 0 0 15,5-2 0-15,-4 3 0 16,-2 3 0-16,-6 1 0 15,2 4 0-15,-4 4 0 16,-7 9 0-16,8-16 0 0,-8 16 0 16,0 0 0-16,0 0 0 15,15 4 0-15,-8 3 0 16,3 7 0-16,8 1 0 0,2 3 0 16,-1 4 0-16,4 0 0 15,4 0 0-15,-2 1 0 16,7-1 0-16,-8-4-32 15,10-4-53-15,3-2-3 16</inkml:trace>
  <inkml:trace contextRef="#ctx0" brushRef="#br1" timeOffset="58716.91">7239 11273 275 0,'0'0'5'16,"0"0"2"-16,0 0 4 0,0 0 3 16,0 0 2-16,0 0 2 15,0 0 2-15,0 0 3 16,0 0-3-16,0 0-3 16,0 0-2-16,0 0-3 0,0-11-2 15,2 0-1-15,11-1-2 16,4-5 0-16,6-6-3 15,7-1 0-15,2-4 0 0,7-4 0 16,7-1-2-16,-2-1 0 16,4 0 0-16,-4 1 1 15,-5-1-3-15,-1 6 0 16,-8 3 0-16,-2 3 0 0,-9 7 0 16,-6 3 0-16,-3 7 0 15,-10 5 0-15,0 0 0 16,0 0 0-16,0 0 0 15,0 0 0-15,0 0 0 0,0 0 0 16,0 0-6-16,-8 3-8 16,8-3-6-16,-10 7-18 15,10-7-44-15,-10 10-4 16</inkml:trace>
  <inkml:trace contextRef="#ctx0" brushRef="#br1" timeOffset="58999.81">7664 10783 306 0,'0'0'6'0,"0"0"5"16,0 0 3-16,0 0 1 16,-12-2 3-16,12 2 0 0,0 0-1 15,0 0 1-15,0 0-3 16,0 0-7-16,10-3-1 16,-1 1-2-16,11 0-1 0,3-4 1 15,4 2-1-15,6-4-1 16,-1 5-1-16,-2-1-1 15,-6 1-1-15,1 3 0 0,-7 3 1 16,-5 6 0-16,-7 4 0 16,-6 6 0-16,-2 5 1 15,-8-1 0-15,0 8-1 16,-5-5-3-16,3 4-6 16,-3-5-9-16,-5 2-63 0,12-2-1 15</inkml:trace>
  <inkml:trace contextRef="#ctx0" brushRef="#br1" timeOffset="59316.84">8372 11328 450 0,'0'0'4'0,"0"0"1"0,0 0 1 16,0 0-1-16,-7 3 1 15,7-3 0-15,-18 16 0 0,6 1 0 16,-7-1-4-16,3 7-1 15,-4 0-1-15,0 2-1 16,1 0-3-16,-4-2-4 16,11-3-12-16,-8 2-51 0,8-7-11 15</inkml:trace>
  <inkml:trace contextRef="#ctx0" brushRef="#br1" timeOffset="59500.01">8206 11339 414 0,'0'0'2'0,"0"0"0"0,0 0 1 16,5 7 2-16,-5-7 1 0,14 18 1 15,4-7 0-15,1 4 1 16,6 3-2-16,4 0-2 16,7 0-7-16,4-18-57 15,-3 18-16-15</inkml:trace>
  <inkml:trace contextRef="#ctx0" brushRef="#br1" timeOffset="60189.18">6928 10053 348 0,'0'0'5'0,"0"0"4"0,0 0 4 16,0 0 2-16,0 0-1 15,0 0 2-15,0 0 0 0,0 0 1 16,0 0-5-16,7-6-3 16,11 6-3-16,-1-2-3 15,6 2 0-15,0 0-1 16,2 0 0-16,0 5-2 0,-4 0 1 15,2 2-1-15,-11 3 1 16,1 5 0-16,-11-2 0 16,-2 1 0-16,-2 6 0 0,-11-3 1 15,-1 3-1-15,-4 2 0 16,1-4 0-16,-3-1-1 16,3-5-1-16,6 4 0 15,4-7 1-15,7-9-1 0,2 13 0 16,14-10 1-16,8-3-1 15,8 0-5-15,9-7-12 16,5-2-62-16,7 1-4 16</inkml:trace>
  <inkml:trace contextRef="#ctx0" brushRef="#br1" timeOffset="61003.83">7717 6529 426 0,'0'0'5'0,"0"0"2"0,0 0 3 15,0 0-1-15,0 0-1 16,0 0 1-16,7 3 0 16,-7 9 0-16,0 5-5 15,0 6-2-15,2 2-3 0,1 5 0 16,-1 2-4-16,3 0-6 16,-5 0-31-16,2-4-41 15,4-3 1-15</inkml:trace>
  <inkml:trace contextRef="#ctx0" brushRef="#br1" timeOffset="61216.58">7468 6431 417 0,'0'0'5'0,"-3"-8"1"0,3-2 2 15,0 0 0-15,0-4 2 16,6-2 0-16,8-5 1 15,4 1 0-15,14-1-4 0,3 4-1 16,9 2-2-16,4 5-4 16,7 8-6-16,-4 2-10 15,-1 8-63-15,-4 9-2 0</inkml:trace>
  <inkml:trace contextRef="#ctx0" brushRef="#br1" timeOffset="62343.06">7887 6609 374 0,'0'0'9'0,"0"0"3"16,0 0 3-16,0 0 1 15,-9 10 1-15,9-10 0 16,0 0 0-16,0 0 1 0,9 4-8 16,7 0-4-16,3-2-6 15,4 3 0-15,4 2 0 16,3 3 0-16,-3 3 0 15,-2-1 0-15,-5 5 0 0,-2-1 0 16,-6 3 0-16,-4-5 0 16,-6 1 0-16,-2-2 0 15,-2-3 0-15,2-10 0 16,-16 10 0-16,7-10 0 0,-4 0 0 16,3-8 0-16,-2-2 0 15,4-2 0-15,5-6 0 16,3-1 0-16,8 2 0 15,5-3 0-15,7 5-10 0,-1-2-2 16,13 2-4-16,1 5-2 16,-1 4-1-16,5 0 0 15,-4 3 1-15,-3 3 4 16,-4 0 4-16,0 0 7 0,-11 3 6 16,-5 2 6-16,-10-5 1 15,2 12 2-15,-2-12 1 16,-14 20-1-16,3-10-1 15,-1 2-3-15,-4 0-4 0,2 0-1 16,7 1-1-16,-1 2-1 16,3-5-1-16,5-1 0 15,0-9 1-15,5 13 0 16,3-10 1-16,4-3 1 0,1 0 0 16,1-8 0-16,1-2 1 15,0-4-1-15,0 0 0 16,-2-5 0-16,-4 5 0 15,4-4-1-15,-6 6 0 0,-2-3-2 16,0 7-1-16,-5 8-1 16,0 0 0-16,0 0 0 15,10 3-1-15,-7 6 1 16,0 7-1-16,1 1 1 16,1-2 2-16,0 0 0 0,1-4 0 15,6 0 1-15,-3-5-1 16,3-5 2-16,6-1-1 15,0-7 1-15,1-4-1 0,2-3 1 16,-5-1 0-16,5 0 0 16,-8-2 0-16,3 0-1 15,-6 7 1-15,-2 0-3 16,-8 10-1-16,5-10 0 0,-5 10 0 16,0 0-1-16,0 8 0 15,0 2-1-15,0-1 1 16,0 6 1-16,2-2 1 15,8-4 0-15,6 2 1 0,0-4-1 16,7-5 1-16,7-2 1 16,0 0-1-16,2-7 1 15,0-3 1-15,-2-2 1 16,-7-4 0-16,-4 2 0 0,-8 2 0 16,-7-3 0-16,-4 5-1 15,-4-1 0-15,-10 4-2 16,2 2 0-16,-3 5-1 15,-4 0-1-15,3 3 0 0,4 6 0 16,2-1-1-16,0 5 1 16,10-1 0-16,0 0 1 15,5 0-1-15,8 4 1 16,1-2 0-16,4 1 1 0,1-3-1 16,-1 1 1-16,0 2-1 15,-1-8 1-15,-5 3-1 16,-4-2 0-16,-8-8 1 15,5 12 0-15,-5-12 0 16,-7 13-1-16,-6-9 1 0,-4 2-2 16,-1-4-3-16,-7 2-4 15,6-1-21-15,1 0-47 16,-2-3-2-16</inkml:trace>
  <inkml:trace contextRef="#ctx0" brushRef="#br1" timeOffset="62816.9">9135 6607 457 0,'0'0'5'0,"0"0"2"0,0 0 1 0,0 0 0 16,7-10 1-16,-7 10 0 15,12-11-1-15,-2 7-8 16,3-1 0-16,3 5 0 15,0 0 0-15,5 2 0 0,-2 8 0 16,1 0 0-16,-2 2 0 16,-4 4 0-16,-4-2 0 15,-7 4 0-15,-3-1 0 16,-3-2 0-16,-7-3 0 16,-2 1 0-16,-3-1-3 0,0-6 2 15,1-2 1-15,3-4 1 16,4 0 0-16,-1-10 1 15,8-1-2-15,0-6 0 16,8 1 0-16,2-7 0 0,5 1 0 16,2 0 0-16,1 2 0 15,1 2 0-15,-3 8 0 16,-2 2 0-16,-1 8 0 0,-3 0-2 16,-3 13 2-16,0 2-1 15,-1 3 1-15,-4 4 0 16,5-3 1-16,-2 6-1 15,0-5 0-15,6-2-1 0,-4-1-4 16,10 0-8-16,-4-2-66 16,12-8-4-16</inkml:trace>
  <inkml:trace contextRef="#ctx0" brushRef="#br1" timeOffset="63066.16">9835 6342 474 0,'0'0'5'0,"0"0"1"0,0 0 1 16,0 0 0-16,0 0 0 15,-9 0-2-15,1 14-5 16,4 11 0-16,-10 7 0 16,7 11 0-16,-2 8 0 15,-2 11 0-15,6 5 0 0,0-3 0 16,5 1 0-16,8-5 0 15,7-6 0-15,10-7 0 16,7-12 0-16,10 0-7 0,13-15-78 16,0-11-2-16</inkml:trace>
  <inkml:trace contextRef="#ctx0" brushRef="#br1" timeOffset="64033">9980 6475 405 0,'0'0'6'0,"0"0"2"0,0 0 3 0,9-5-1 16,-9 5 0-16,0 0 1 16,11 0 0-16,-11 0 1 15,9 22-6-15,-6-7-2 0,-1 6-2 16,-2 4 0-16,0 1 0 15,0 2-1-15,-7-1 1 16,0 0-1-16,-4-4 0 16,2-7-1-16,-3 1 1 15,4-3-1-15,0-7 0 0,8-7 0 16,-7 12 0-16,7-12 0 16,0 0 1-16,12 3-1 0,3-3-1 15,2-3-4-15,8 3-21 16,0-3-54-16,5-3-3 15</inkml:trace>
  <inkml:trace contextRef="#ctx0" brushRef="#br1" timeOffset="64382.9">10253 6706 456 0,'0'0'6'0,"0"0"1"15,0 0 2-15,-12-6 0 16,12 6 1-16,-2-12 0 0,2 12-6 16,7-20-4-16,2 11 0 15,12-2 0-15,4 4 0 16,1 2 0-16,-1 5 0 16,0 0 0-16,-2 7 0 15,-6 9 0-15,-7-2 0 16,-5 6 0-16,-5-2-5 0,-10 6-3 15,0-2 2-15,-5-1 0 16,0-2 1-16,3-6 2 16,-1-1 2-16,3-2 1 15,10-10 2-15,0 0 0 0,0 0 0 16,0 0 0-16,18 0 1 16,-3-4-5-16,2-10-10 15,3 4-65-15,4-6-4 16</inkml:trace>
  <inkml:trace contextRef="#ctx0" brushRef="#br1" timeOffset="64632.97">10511 6413 430 0,'0'0'5'0,"0"0"1"16,0 0-1-16,0 0 2 15,0 0 1-15,0 0 0 16,13 3 0-16,4 7 0 0,8 5-4 15,0 4-1-15,10 6 0 16,-1 5-1-16,3 8-1 16,-3-2 0-16,-8 6 0 15,-3 3 0-15,-8 0 0 16,-12 1 0-16,-8-2-1 0,-13 2 1 16,-7-5-2-16,-10-3-11 15,-7 1-68-15,8-1-2 16</inkml:trace>
  <inkml:trace contextRef="#ctx0" brushRef="#br1" timeOffset="70183.25">8078 12815 307 0,'0'0'3'0,"0"-10"2"16,0 10 3-16,-7-18 2 15,2 9 3-15,-4-7 1 0,-2 1 2 16,-3-4 1 0,2 6-3-16,-11-1-3 0,1-1-1 15,-8 2-4-15,-5 4-1 16,-2 1-2-16,-6 3 0 16,-6 5 0-16,-6 2-1 0,-2 11 1 15,-5 4 0-15,-8 8 1 16,1 6 0-16,-1 5-1 15,3 5 2-15,2 7-2 16,6 2 1-16,6 4-1 0,11 3-1 16,10 5 0-16,12 3 0 15,13 1 1-15,11 3 0 16,19 3 0-16,12 1 1 16,15-7 0-16,12-4 2 0,10-6-6 15,10-8 0-15,2-10 0 16,3-12 0-16,-2-11 0 15,-3-7 0-15,-8-8 0 16,-3-10 0-16,0-12 0 0,-6-6 0 16,-1-9 0-16,-7-2 0 15,-2-8 0-15,-3-3 0 16,-7 0 0-16,-8 1 0 16,-5-5 0-16,-7-1 0 0,-10 0 0 15,-5-2 0-15,-10-2 0 16,0-3 0-16,-10 3 0 15,-7 5 0-15,-8-1 0 16,-3 5 0-16,-6 3 0 16,-6 7 0-16,-10 3 0 0,0 10 0 15,-6 5 0-15,-4 2 0 16,3 2 0-16,-3 9 0 16,8 1 0-16,-1 5 0 0,10 3 0 15,5 0 0-15,6 0 0 16,9 6 0-16,0-1 0 15,11 0 0-15,3 2 0 16,9-7 0-16,-18 10-72 0,25-10-19 16</inkml:trace>
  <inkml:trace contextRef="#ctx0" brushRef="#br1" timeOffset="72050.42">11088 6731 443 0,'0'0'5'0,"0"0"1"0,0 0 2 15,-5-6-1-15,5 6 0 0,0 0 1 16,0 0-1-16,-10 0-1 15,10 0-11-15,0 9-30 16,0-9-46-16,0 7-2 16</inkml:trace>
  <inkml:trace contextRef="#ctx0" brushRef="#br1" timeOffset="72283.88">11416 6497 467 0,'0'0'5'16,"0"0"3"-16,0 0 0 15,0 0 1-15,0 0-1 0,0 10-2 16,-5 2-6-16,3 5 0 16,2 8 0-16,0 6 0 15,2 0 0-15,1 5 0 0,2-2 0 16,4 7 0-16,2-12-16 15,-15 5-68-15,13-6-2 16</inkml:trace>
  <inkml:trace contextRef="#ctx0" brushRef="#br1" timeOffset="77270.94">11071 6426 275 0,'0'0'9'0,"0"0"3"0,0 0 3 16,0 0 2-16,0 0-1 15,0 0 3-15,0 0 3 0,0 0 0 16,14-3-5-16,7-2-3 15,8-2-3-15,9-3 0 16,12-2 1-16,6-1-2 16,4 1-2-16,-1-4-2 15,3 4-1-15,-7 3-1 0,-10 1-2 16,-5 3-1-16,-13 0 0 16,-5 5-1-16,-6 0-3 15,-16 0-6-15,9 18-10 16,-9 3-43-16,0-3-20 0,-2 2-2 15</inkml:trace>
  <inkml:trace contextRef="#ctx0" brushRef="#br1" timeOffset="77682.84">11619 6666 398 0,'0'0'6'0,"0"0"2"0,0 0 1 16,0 0 1-16,4-10 1 15,-4 10 0-15,14-2 0 16,-4-1-1-16,3 3-4 0,4 3-3 16,3 2-1-16,2 4-1 15,-2 4-1-15,0-1 0 16,-6 6-3-16,-1-1 0 0,-5 0 0 15,-4-2-2-15,-4-3 1 16,0 4 0-16,-4-7 1 16,4-9 1-16,-15 7 2 15,4-7 1-15,-1 0 2 16,5-10 0-16,-3-2 1 0,5-3 0 16,2-2-1-16,3 1 0 15,0-7-1-15,9 5 0 16,5 1-5-16,5 5-7 15,2-9-9-15,7 9-28 0,15 4-31 16,-5 2-4-16</inkml:trace>
  <inkml:trace contextRef="#ctx0" brushRef="#br1" timeOffset="78499.99">12136 6604 355 0,'0'0'4'16,"0"0"3"-16,-9 0 3 0,-1 0 2 15,-5 3 0-15,0 1 0 16,-7 7 0-16,1-2 0 15,0 7-4-15,3 1-2 0,2 0-4 16,8 0-1-16,4 2-1 16,4-1-1-16,4-3 1 15,10-5 0-15,3 0 0 16,1-5 1-16,-1-2 1 0,1-3-1 16,2-6 2-16,-3-3-1 15,0-4 1-15,-5-2 0 16,0-3 1-16,-1-1-1 15,-4 2-1-15,3 0 0 16,-8 1-1-16,4 7-1 0,-6 9-2 16,0-10 1-16,0 10-1 15,3 5-1-15,-1 4 1 16,0 7-1-16,1-4-1 16,2 3 0-16,4-1 0 0,2-1 0 15,1-1 1-15,3-3-1 16,2-8 2-16,3 2-1 15,1-3 3-15,3-7 0 0,1-3 2 16,-3 0 0-16,-3-5 0 16,-1 3 0-16,-6-4 1 15,-1 4-1-15,-4-1-1 16,-7 13-1-16,3-12 0 16,-3 12-1-16,-8 0-2 0,8 0 0 15,-13 12-1-15,9 4 1 16,-1-2-3-16,2 1 1 15,3 0-1-15,0-1 2 16,10 0-1-16,3-7 2 0,6 0 0 16,4-7 2-16,2 0 2 15,2-4 2-15,3-6 1 16,0 0 2-16,-3-8 2 16,-10 3 0-16,4 0 0 0,-12 1 0 15,-6-2-1-15,-3 4-2 16,-8 4-1-16,-4 2-2 15,-6 3-2-15,4 0-1 0,-4 3 0 16,3 3-1-16,3 2-1 16,12-5 1-16,-15 17-1 15,15-5 1-15,3 1 0 16,6-1 1-16,6 3-1 0,3-3 2 16,2 5-1-16,-3-3 0 15,5-4 1-15,-7 2-1 16,0-5 0-16,-5 3 1 15,-10-10 0-15,10 15 0 16,-10-15 1-16,0 12 0 0,-10-6 0 16,-5-5 0-16,0 5 0 15,-7-5 0-15,-1 2-2 16,1 2-5-16,-5-5-8 16,5 0-26-16,4 3-37 0,3-3-1 15</inkml:trace>
  <inkml:trace contextRef="#ctx0" brushRef="#br1" timeOffset="79682.84">12847 6619 213 0,'0'0'6'0,"0"0"4"0,0-5 3 15,0 5 3-15,0 0 4 16,0 0 1-16,0 0 3 0,0 0 1 16,0 0-2-16,-10-3-2 15,10 3-2-15,0 0-3 16,0 0 0-16,-7 3-3 15,7-3-2-15,0 0-1 0,0 0-2 16,0 0 0-16,0 0-2 16,7 3-1-16,8-3-1 15,7-3-1-15,6 0-3 16,4-1 0-16,3-1 0 0,2 0 0 16,-2 2 0-16,-7 3 0 15,4 0 0-15,-18 0 0 16,-4 10 0-16,-10 0 0 15,-2 3 0-15,-10 1 0 0,-4 4 0 16,-10 1 0-16,3 1 0 16,-5 3 0-16,1-6 0 15,0-2 0-15,4 2 0 16,6-7 0-16,2 0 0 16,15-10 0-16,-10 14 0 0,10-14 0 15,8 0 0-15,7 0 0 16,7 0 0-16,3-1 0 15,9-5 0-15,-1 1 0 16,0 1 0-16,6-2 0 0,-6 4 0 16,-4 0 0-16,-4-1 0 15,-5 0 0-15,-3 3 0 16,-5 0 0-16,-1 0 0 0,-11 0 0 16,0 0 0-16,7 0 0 15,-7 0 0-15,0 0 0 16,0 0 0-16,-2 0 0 15,2 0 0-15,-13 0-6 0,6 0-43 16,7 0-36-16,-12-5-2 16</inkml:trace>
  <inkml:trace contextRef="#ctx0" brushRef="#br1" timeOffset="80016.17">13682 6317 441 0,'0'0'5'0,"0"-10"2"15,0 10 3-15,0-18 1 0,0 18 1 0,0-14 0 0,0 14 1 16,0 0-13-16,-12 7 0 15,-4 20 0-15,-1 11 0 16,-1 11 0-16,-3 11 0 16,1 9 0-16,-1 5 0 0,5 3 0 15,11 2 0-15,5-5 0 16,5-1 0-16,11-9 0 16,9-5 0-16,15-9 0 0,8-8 0 15,4-15 0-15,14-8-72 16,2-1-15-16</inkml:trace>
  <inkml:trace contextRef="#ctx0" brushRef="#br1" timeOffset="81966.84">13886 6519 365 0,'0'0'6'0,"0"0"3"16,9-4 3-16,-9 4 0 15,11-5 0-15,-11 5 1 16,10 3 0-16,-6 6 1 0,-4 5-4 16,-7 7-5-16,-6 1-2 15,-1 6 0-15,-1-1-1 16,-7 5 0-16,1-5-1 0,-4-3 0 15,9 0 0-15,-2-5-1 16,3-7 1-16,2 4-1 16,4-10-1-16,9-6 1 15,-5 10 0-15,5-10 0 0,14 0 0 16,7 0 1-16,5-1-1 16,5-5 2-16,1 3 0 15,5-3-1-15,-2-2 0 16,-1 0 0-16,-6 3-1 0,-1 1 1 15,-11 1 0-15,-2 0-2 16,-4 1-2-16,-10 2-5 16,0 0-7-16,0 0-18 15,8 0-47-15,-8 0-2 0</inkml:trace>
  <inkml:trace contextRef="#ctx0" brushRef="#br1" timeOffset="82433.25">14228 6703 466 0,'0'0'4'0,"0"0"3"0,-4-12 1 16,4 12 2-16,-8-15-1 15,6 5-2-15,2-5-7 16,0 0 0-16,2 6 0 0,6-1 0 16,4 0 0-16,6 7 0 15,-4 1 0-15,6 2 0 16,-2 5 0-16,-4 7 0 15,-1 3 0-15,-5 5 0 0,-6 2 0 16,-2 0 0-16,-10 5 0 16,-3-5 0-16,1 1 0 15,-5-3 0-15,0 0 0 16,4-8 0-16,6 1 0 0,-1-6 0 16,8-7 0-16,0 0 0 15,10 10 0-15,4-10 0 16,7-3 0-16,-1 1 0 15,5-3 0-15,1-5 0 0,10 6-17 16,11-5-66-16,-18 0-3 16</inkml:trace>
  <inkml:trace contextRef="#ctx0" brushRef="#br1" timeOffset="82883.74">14562 6668 443 0,'0'0'5'16,"0"0"3"-16,0 0 2 0,-5-9 1 16,5 9 0-16,-3-11 0 15,3 11 1-15,0-12-12 16,0 12 0-16,15-7 0 16,-2 5 0-16,1 2 0 0,-2 0 0 15,4 2 0-15,-5 5 0 16,3 5 0-16,-9 1 0 15,-3 2 0-15,-2 0 0 16,-2 3 0-16,-3-2 0 0,-2 1-2 16,-2-2-1-16,0-2 1 15,2-3 0-15,2 0 0 16,5-10 0-16,-9 17 2 16,9-17-2-16,3 12 2 0,-3-12-1 15,18 13 1-15,-7-9 1 16,8 2-1-16,-5 1 1 15,4-2-1-15,-4 0 0 0,2 0 0 16,-7 0 0-16,-9-5 1 16,9 13 0-16,-9-13 0 15,-4 10 1-15,-6-5-1 16,-4 0 0-16,-6-1-3 16,-5-4-3-16,-1 3-5 0,-1-3-9 15,1-15-61-15,-4 5-3 16</inkml:trace>
  <inkml:trace contextRef="#ctx0" brushRef="#br1" timeOffset="83138.06">14698 6376 404 0,'0'0'6'0,"10"0"1"0,5 0 3 16,3 3 1-16,7 2 0 15,4 4 2-15,9 7 0 16,5 6 1-16,1 6-5 16,-2 5-2-16,-5 10-1 0,-7 4-6 15,-8 5 0-15,-12 5 0 16,-10-1 0-16,-12 4 0 16,-13-3 0-16,-12 2 0 15,-6-8-12-15,-1 0-71 0,-4-4-2 16</inkml:trace>
  <inkml:trace contextRef="#ctx0" brushRef="#br1" timeOffset="92950.12">495 7072 242 0,'0'0'0'0,"0"0"0"0,0 10 0 15,0 0 1-15,3 8-1 0,-1-1 2 16,3 10 2-16,3 5 0 15,2 3 1-15,8 7 1 16,6-2 0-16,6 1-1 16,15 0 1-16,15 1-1 0,9-11-2 15,13-3 0-15,13-3 0 16,4-8-1-16,18-7 0 16,12-6 0-16,2-4-1 15,9-1 1-15,11-9-1 16,6-5 0-16,11-2 1 0,11-4-1 15,-3-1 1-15,7 0-1 16,4-3 0-16,5 1 1 16,-1-1-1-16,-7 3-1 15,3 4 0-15,-6-5-1 0,-4 11 1 16,-11 1-1-16,-4 4 0 16,-10 7 0-16,-14 8 0 15,-1 8 1-15,-16 0 0 0,-4 12-1 16,-12-3 1-16,-5 9 0 15,-16-4-1-15,-10 2 1 16,-9 0-1-16,-8 1 1 16,-10-4-1-16,-11 1 0 0,-7-5 0 15,-7-2 1-15,-4-2-1 16,-6-6 0-16,-1-2 0 16,-7-4 2-16,-4-9 2 15,8 11 1-15,-8-11 1 0,0 0-1 16,7-5 2-16,0-5-1 15,4 0 0-15,3-8-2 16,13-1-1-16,6-3-2 16,7-3 0-16,9-3 1 0,9-1-1 15,11-3 0-15,8-1 1 16,5 3-1-16,14-2 1 16,11 2-1-16,6 0 0 15,9 1 0-15,9 2 0 0,10 2 1 16,9 5-1-16,4 1 0 15,2 6 0-15,6 1-1 16,4 6 2-16,-2 4-1 16,1 2-1-16,-2 0 1 0,1 0-1 15,3 2 1 1,-3 4-1-16,2-2 1 0,3-1-1 16,0 2 1-16,3-3 0 15,0-2 0-15,3 3 0 16,7-3 0-16,-6 0 1 0,1-3-1 15,1 1 0-15,6 0 0 16,-5-1 0-16,-2 0 0 16,-3 3 0-16,-1 0 1 15,2 0-1-15,-1 0 1 0,-6 3 0 16,-4 2-1-16,3 2 1 16,-8 1 1-16,-2 2-1 15,-6 4-1-15,-2-4 1 0,-5 4 0 16,-5-3-1-16,4 1 1 15,-12-4 0-15,0 4-1 16,-4-7 0-16,-5-5 0 16,2 0 0-16,-2 0 0 0,-10-5-1 15,-3-2 1-15,-4 0 0 16,-6-4 0-16,-2 2-1 16,-3 0 2-16,-12-2 0 15,-5-2 1-15,-7 4 1 0,-3-6 2 16,-12 2 1-16,-4-1 0 15,-8-4 0-15,-8 4 1 16,-5-4-4-16,-11 3-8 16,1-5-48-16,-8 9-16 0</inkml:trace>
  <inkml:trace contextRef="#ctx0" brushRef="#br1" timeOffset="93716.73">7100 7491 418 0,'0'0'5'0,"10"-13"1"16,-10 13 3-16,10-12 1 16,-10 12 0-16,13-14 0 15,-13 14 0-15,9-8-1 0,-9 8-3 16,4 14-2-16,-4 4-3 15,6 9-1-15,-6 2 0 16,2 5 0-16,2 3 0 0,0-1-1 16,-1-3-3-16,-1-1-6 15,-2-9-11-15,0-1-60 16,0-3-2-16</inkml:trace>
  <inkml:trace contextRef="#ctx0" brushRef="#br1" timeOffset="93900.18">6827 7506 368 0,'0'0'5'0,"0"0"1"15,0-15 2-15,5 5 0 16,7-3 2-16,8 1 1 0,10-6 0 16,7 2 0-16,11 1-4 15,3 2-3-15,6 5-8 16,-2 4-18-16,-5 4-53 15,2 3-3-15</inkml:trace>
  <inkml:trace contextRef="#ctx0" brushRef="#br1" timeOffset="94200.16">7346 7592 306 0,'0'0'7'0,"0"0"5"0,-10 11 0 16,10-11 2-16,-10 16 0 15,3-6 1-15,2 5 0 0,-4 0 0 16,7 0-7-16,0 0-2 16,4-5-1-16,9 0-1 15,3-6 1-15,7-1-2 16,4-3 1-16,5-3 1 16,-6-6-1-16,5-1 0 0,-3-5-1 15,-9 0 0-15,-5-2 0 16,-7-1 0-16,-5 4-1 15,-7-4 0-15,-7 6-1 0,-9-1-2 16,3 7-2-16,-5 0-5 16,5 6-13-16,-1 3-58 15,4 4 0-15</inkml:trace>
  <inkml:trace contextRef="#ctx0" brushRef="#br1" timeOffset="94383.37">7684 7338 441 0,'0'0'5'0,"0"0"1"0,0 0-1 15,0 0 1-15,0 0 0 16,7 16-1-16,-4 4 1 16,-3 8 0-16,0 8-13 0,-12 9-72 15,12 10-3-15</inkml:trace>
  <inkml:trace contextRef="#ctx0" brushRef="#br1" timeOffset="97500.28">953 8145 368 0,'0'0'7'16,"0"-7"5"-16,0 7 1 15,-3-13 2-15,3 13-1 16,-2-10 1-16,2 10 1 0,0 0 0 16,0 15-7-16,0 5-3 15,0 6-2-15,2 7-2 16,3 5 0-16,-2 2 1 0,1-3-1 16,-1 2 0-16,0-7-1 15,0-2 0-15,-3-8 0 16,0-1 1-16,0-10-2 15,0-11 0-15,-6 8 0 0,6-8 0 16,-15-15 0-16,8-3-2 16,0-6 2-16,-4-11-1 15,6-3 0-15,3-3 0 16,2-3 1-16,0-2-1 0,10 2 1 16,3 2-1-16,1 7 1 15,4 4 0-15,7 6-1 16,-1 9 1-16,1 9 0 15,5 5 1-15,-3 4-1 16,-2 13 1-16,-2 5-1 0,-6 7 1 16,-8 3 0-16,-3 2 0 15,-6 0 0-15,-8 3 1 16,-4-8-2-16,-8 1 0 16,3-7 0-16,-3-6 0 0,0 1 0 15,5-8 0-15,0 1 0 16,3-7 0-16,12-2 0 0,0 0 0 15,0 0 0-15,12 3 0 16,8 0-2-16,3 1 1 16,4 0 1-16,-2 5 1 15,7 0-1-15,-8 1 0 16,1 0 2-16,-2 2-5 0,-4 3-2 16,-6-5-8-16,5-10-50 15,-8 8-20-15</inkml:trace>
  <inkml:trace contextRef="#ctx0" brushRef="#br1" timeOffset="97833.82">1417 8349 396 0,'0'0'5'0,"0"0"1"0,0 0 0 0,-7 1 1 15,7-1 0-15,-12 10 1 16,1 0 0-16,9 2-1 15,-3 1-3-15,5 2-1 0,0 0 0 16,10-3-1-16,5-2 1 16,2 0 0-16,8-5 0 15,0-5 0-15,3 0 0 16,-3 0 1-16,-4-5 1 16,-3-5 0-16,-1 0-1 0,-9-2 0 15,-5 0 0-15,-3-4-1 16,-11-1 0-16,-6 5-1 15,-3 0-2-15,-2 5-3 0,-3-1-1 16,0 8-5-16,3-3-5 16,6 8-18-16,16 2-51 15,0-7-1-15</inkml:trace>
  <inkml:trace contextRef="#ctx0" brushRef="#br1" timeOffset="98433.52">1718 8113 414 0,'0'0'5'0,"0"0"2"0,10-6 2 0,-10 6 0 15,7-2 0-15,-7 2 1 0,13 10 1 16,-11 7 1-16,1 11-5 16,-3 6-2-16,0 6-1 15,0 5 0-15,0 0-1 16,0 1-1-16,0-3-2 16,7-6 0-16,4-5 0 15,3-10 0-15,4 0 0 0,-1-7 0 16,5-7 0-16,-1-3-4 15,0-5-4-15,2 0-12 16,-11-7-60-16,3-6-5 0</inkml:trace>
  <inkml:trace contextRef="#ctx0" brushRef="#br1" timeOffset="98582.78">1693 8385 390 0,'0'0'7'0,"0"0"2"16,0 0 1-16,0 0 1 15,0 0 0-15,13-10 1 16,2 5-1-16,5 1 1 16,4-6-13-16,16 4-32 0,2 2-46 15,0-4-1-15</inkml:trace>
  <inkml:trace contextRef="#ctx0" brushRef="#br1" timeOffset="98966.66">2017 8338 375 0,'0'0'4'0,"0"0"1"16,0 0 0-16,0 0 1 15,-3-10 0-15,3 10-1 16,0 0 1-16,0 0 0 16,0 0-3-16,0-10-2 15,0 10 0-15,0 0-1 0,7 0 0 16,-7 0 1-16,0 0-1 16,0 0 1-16,10 0-1 15,-10 0 1-15,0 0-1 16,0 0 0-16,0 0 1 0,0 0-1 15,0 0 0-15,0 0 0 16,0 0 0-16,0 0-1 16,0 0-3-16,0 0-7 15,0 0-31-15,0 0-31 0,7 13-4 16</inkml:trace>
  <inkml:trace contextRef="#ctx0" brushRef="#br1" timeOffset="100816.69">1959 8350 363 0,'0'0'8'0,"0"0"2"15,0 0 4-15,0 0 0 16,0 0 1-16,0 0 2 15,0 0 0-15,10-7 0 16,8 2-5-16,1-1-4 0,8 2-2 16,3-3-2-16,0 4-1 15,2 1 0-15,-5-1-3 16,-1 3 0-16,-7 3 0 16,-1 2 0-16,-11 6 0 0,-4 3 0 15,-6 3 0-15,-14 2 0 16,-3 4 0-16,-5-2 0 15,-5 4 0-15,0 0 0 0,-2-2 0 16,7 0 0-16,1-7 0 16,6-3 0-16,6-3 0 15,12-10 0-15,0 13 0 16,15-13 0-16,5 0 0 16,7-2 0-16,3-7 0 0,2 2 0 15,5 2 0-15,-4-2 0 16,1 0 0-16,-6 1 0 15,-6 1 0-15,3 5 0 16,-12-4-13-16,-18 4-72 0,5 0-1 16</inkml:trace>
  <inkml:trace contextRef="#ctx0" brushRef="#br1" timeOffset="101083.19">2573 8031 449 0,'0'0'5'0,"0"0"0"0,0 0 0 16,0 0 2-16,3 18 0 16,-6 1 1-16,-5 12 1 15,-5 5 1-15,-1 11-4 0,1 8-6 16,-1 5 0-16,1 0 0 15,6 1 0-15,7-5 0 16,5-6 0-16,12-6 0 16,11-5 0-16,9-5 0 0,2-18-23 15,16-1-60-15,7-2-5 16</inkml:trace>
  <inkml:trace contextRef="#ctx0" brushRef="#br1" timeOffset="101749.77">2921 8179 422 0,'0'0'6'0,"0"-10"1"0,0 10 4 0,0-14 0 16,0 14 1-16,0-15 0 15,0 15 0-15,0 0 0 16,-5 5-6-16,-6 15-6 16,2 4 0-16,-1 6 0 15,-1 5 0-15,4 4 0 0,5-4 0 16,2 3 0-16,2-11 0 15,11-2 0-15,2-8 0 16,5-2 0-16,-1-11 0 16,6-1 0-16,0-3 0 15,0-10 0-15,-6-2 0 0,-1-5 0 16,-2-6 0-16,-9-4 0 16,-5-5 0-16,-2-3 0 15,-9 3 0-15,-7-3 0 16,-4 5 0-16,-4 5 0 0,-1 7 0 15,2 7 0-15,-2 11 0 16,6 0 0-16,1 11 0 16,9 7 0-16,4 4 0 0,5 6 0 15,7-3 0-15,7 0 0 16,14 2 0-16,2-9-34 16,9 1-49-16,7 1-3 15</inkml:trace>
  <inkml:trace contextRef="#ctx0" brushRef="#br1" timeOffset="102284.18">3236 8308 439 0,'0'0'6'0,"0"0"2"0,-12-2 3 16,12 2 0-16,-13-5 1 15,13 5-1-15,-10-10 2 16,10 10-13-16,0-10 0 0,10 10 0 15,8 0 0-15,0 0 0 16,1 7 0-16,4 6 0 16,-7 2 0-16,0 5 0 15,-7 4 0-15,-4-2 0 0,-1 3 0 16,-4-2 0-16,0-3 0 16,0-6 0-16,0 4 0 15,0-11 0-15,0-7 0 16,12 5 0-16,0-7 0 0,8-6 0 15,0-4-2-15,4-3-14 16,-1-10-7-16,2-2-5 16,0-4-2-16,-6-5 1 0,-3-3 1 15,-9-6 12-15,0 5 10 16,-9-2 10-16,-3 5 10 16,-5 5 8-16,-3 4 4 15,-1 9-1-15,2 6-1 0,0 8-5 16,12 5-6-16,-1 8-5 15,5 7-3-15,17 6-3 16,6 7 0-16,3 5 0 16,7 6 1-16,2 5-1 15,0 4 0-15,-5-4 0 0,-2 6-1 16,-15-3 1-16,-4 0-2 16,-13-8 0-16,-8 4 0 15,-11-6 0-15,-9-2 0 16,-1-2-3-16,-4-10-9 0,8 0-69 15,-2-3-4-15</inkml:trace>
  <inkml:trace contextRef="#ctx0" brushRef="#br1" timeOffset="102449.97">4061 8370 511 0,'0'0'0'0,"0"0"0"0,0 0 0 15,-5-13 0-15,5 13 0 16,0 0 0-16,0 0 0 16,-13-8-50-16,13 8-37 15</inkml:trace>
  <inkml:trace contextRef="#ctx0" brushRef="#br1" timeOffset="103767.01">4717 8185 421 0,'0'0'6'0,"0"0"3"15,0 0 2-15,0 0 1 0,0 0 0 16,0 0 0-16,10 4 1 16,-8 8 2-16,-2 6-15 15,6 7 0-15,-6 5 0 16,4-1 0-16,-1 9 0 16,2-4 0-16,-3 1 0 0,6-2 0 15,-5-7-17-15,-3-3-67 16,0-1-3-16</inkml:trace>
  <inkml:trace contextRef="#ctx0" brushRef="#br1" timeOffset="103954.97">4402 8209 435 0,'0'0'6'0,"0"0"1"0,-10-10 1 15,10 10 0-15,-5-14 1 16,8 4 1-16,9-8 0 15,10-1 1-15,15-1-6 16,7 5-3-16,14-3-2 0,9 4 0 16,5 6 0-16,0 2-9 15,-3 10-74-15,-3 10-2 16</inkml:trace>
  <inkml:trace contextRef="#ctx0" brushRef="#br1" timeOffset="105066.51">4898 8385 438 0,'0'0'6'0,"0"0"2"15,-2-7 1-15,2 7 1 16,2-12 1-16,9 3 0 16,3 2 0-16,7 0-4 15,8 2-7-15,1 5 0 16,5 0 0-16,0 8 0 0,2 6 0 15,-10 1 0-15,1 7 0 16,-14 1 0-16,-6 0-3 16,-5-2-5-16,-3-1 0 0,-3-5 0 15,-4-2 1-15,-1-6 3 16,-2-4 4-16,-3-3 1 16,1-3 1-16,3-7 2 15,0-2-1-15,2-3 0 0,7-3-1 16,0-2-1-16,13 2-4 15,2-1-5-15,10 2-4 16,2 1-1-16,5-2 0 16,3 5-1-16,0-2 2 0,-3 3 1 15,-5 4 6-15,-4 1 7 16,-4 5 5-16,-6-4 2 16,-13 6 1-16,0 0 2 15,0 0-2-15,-8 10 0 16,-4 0-4-16,-2 3-2 0,3 4-2 15,-1-3-1-15,5 4 0 16,-2-3-1-16,9 2 1 16,0-2-1-16,5-2 1 0,3-5 0 15,4-4 0-15,-1-4 1 16,6 0 0-16,-2-7-1 16,0-7 1-16,3 1-1 15,-2-7 1-15,0 1-1 0,-4-5-1 16,6 2 1-16,-6 5-1 15,-5 3-1-15,1 4 0 16,-8 10 0-16,0 0 0 0,10 0-1 16,-10 10 1-16,2 4 0 15,1 6 0-15,1-1 1 16,4 1 0-16,2-5 0 16,0 0-1-16,10-5 1 15,-1-7 0-15,4-3 0 0,1-8 0 16,4-2 0-16,-3-7 1 15,2-4-1-15,-4 0 1 16,-1-2-1-16,-7 1 1 16,-2 5-1-16,-4 2-1 0,-6 3-2 15,-3 12 0-15,0 0 0 16,-6 2-2-16,0 11-2 16,1 4 0-16,-1 3 0 15,4-1 1-15,2 4 1 0,2-4 1 16,9-4 0-16,3-2 2 15,9-4 2-15,2-3 0 16,1-6 2-16,7 0 0 0,-3-10 1 16,-2-1 1-16,-4 3 1 15,-2-6 0-15,-9 0 1 16,-4-1-1-16,-9 2-1 16,0 3-1-16,-4 3-1 15,-6 3-1-15,-2 0-2 0,-4 4 0 16,4 0-1-16,3 8 0 15,-2-1 0-15,8 3 0 16,1 4 1-16,2 0 0 16,5-3 0-16,3 6 1 15,2-6 0-15,-3 1 0 0,4 1 1 16,-2-3-1-16,-4 0 1 16,-5 0 1-16,0-10-1 15,-5 11 1-15,-8-2-1 0,-1-1 1 16,-4-4-1-16,-4 0 1 15,-3 2-4-15,3-4-5 16,-3-2-22-16,-5 0-47 16,13 0-2-16</inkml:trace>
  <inkml:trace contextRef="#ctx0" brushRef="#br1" timeOffset="106089.25">6227 8326 368 0,'0'0'7'0,"0"0"5"16,0-10 0-16,0 10 3 16,0-15 2-16,0 7 1 15,0-2 1-15,3 1-1 0,3-3-6 16,-6 12-3-16,17-11-5 15,-4 11-4-15,3 0 0 16,5 11 0-16,4 3 0 0,-4 1 0 16,0 5 0-16,-5 5 0 15,0-4 0-15,-7 2 0 16,-4 0 0-16,-7-4 0 16,-5-1 0-16,-8-1 0 0,-1-2 0 15,-3-5 0-15,2-3 0 16,-4-4 0-16,5-3 0 15,8 0 0-15,3-10 0 16,5-4 0-16,5-4 0 16,10-7 0-16,7 0 0 0,3-5 0 15,4 3 0-15,1 0 0 16,-2 2 0-16,-3 6 0 16,-3 1 0-16,-10 8 0 15,-3 5 0-15,-9 5 0 0,0 5 0 16,0 7 0-16,-9 11 0 15,2-1 0-15,-2 8 0 16,4-1 0-16,5 1 0 16,2 2 0-16,15-4 0 0,8-6 0 15,19-5 0-15,6 6-79 16,22-16-5-16</inkml:trace>
  <inkml:trace contextRef="#ctx0" brushRef="#br1" timeOffset="107384.83">7036 8128 333 0,'0'0'6'0,"2"-13"4"16,1 3 4-16,-1 0 4 16,0-4 2-16,1 1 0 15,-1 1 1-15,1-1 0 0,-3 13-6 16,0 0-4-16,-17 6-4 16,1 13-2-16,-6 13-2 15,-2 6-2-15,-1 9 1 0,-3 7 0 16,6 0 0-16,1 6-2 15,9-6 0-15,8-1 0 16,4-9 0-16,9-1 0 16,9-12 0-16,9-3 0 15,6-9 0-15,5-3 0 0,3-8 0 16,1-4 0-16,3-2-5 16,-6-2-7-16,4-2-29 15,-8-2-41-15,-8-2-3 0</inkml:trace>
  <inkml:trace contextRef="#ctx0" brushRef="#br1" timeOffset="107766.74">7338 8242 455 0,'0'0'5'0,"0"0"1"16,0 0 2-16,0 0-1 16,0-8 1-16,0 8-1 0,0 0 1 15,0 5-1-15,-2 7-7 16,-8 3 0-16,3 6 0 16,-9 0 0-16,2 3 0 15,-4 1 0-15,1-2 0 0,2 0 0 16,-2-6 0-16,4 0 0 15,2-7 0-15,11-10 0 16,-8 15 0-16,8-15 0 16,0 0 0-16,17 0 0 0,1 0 0 15,3 0 0-15,9-2 0 16,-1-4 0-16,4 3 0 16,-3-1 0-16,0 4 0 15,-10-4-6-15,3 4-32 0,-11 0-44 16,-3 0-4-16</inkml:trace>
  <inkml:trace contextRef="#ctx0" brushRef="#br1" timeOffset="108284.72">7622 8370 446 0,'0'0'6'0,"0"0"3"0,0 0 0 16,0 0 2-16,-6-10 1 16,6 10 0-16,-2-10-6 15,2 10-6-15,0-14 0 16,0 14 0-16,8-8 0 0,2 4 0 16,2 4 0-16,6-3 0 15,-2 3 0-15,2 0 0 16,0 7 0-16,-6 1 0 0,-2 2 0 15,0 0 0-15,-5 0 0 16,-2-1 0-16,-3 4 0 16,0 2 0-16,-8-3 0 15,0-2 0-15,1 2-2 0,-3-2 1 16,3 0 0-16,-2 1-1 16,9-11 0-16,-11 16 0 15,11-16 1-15,0 13-1 16,0-13 0-16,18 12 1 0,-6-7 0 15,5 3-1-15,3-4 1 16,0 4 1-16,-1-4-1 16,-1 2 0-16,0-1 0 15,-6 0 0-15,-12-5 2 0,10 9 1 16,-10-9 0-16,-3 13-1 16,-6-8 1-16,-7-3 0 15,2 3-1-15,-9 0-2 16,-2-5-4-16,1 3-6 0,-6-3-14 15,-6 0-55-15,12-8-3 16</inkml:trace>
  <inkml:trace contextRef="#ctx0" brushRef="#br1" timeOffset="108566.02">7930 8033 457 0,'0'0'2'0,"0"0"1"16,0 0 1-16,12 0 0 15,4 3 1-15,3 7 1 16,8 7 0-16,3 8 1 0,7 7-1 16,0 8 0-16,1 7-1 15,-5 8-5-15,-6 1 0 16,-10 6 0-16,-12 2 0 15,-5 1 0-15,-17-2 0 0,-11-3 0 16,-6 3 0-16,-14-9 0 16,4 1-76-16,-6-6-9 15</inkml:trace>
  <inkml:trace contextRef="#ctx0" brushRef="#br2" timeOffset="116666.5">7122 10919 280 0,'0'0'7'0,"0"0"5"16,0 0 2-16,0 0 3 15,0 0 0-15,0 0 2 0,0 0 1 16,0 0-1-16,0 0-7 16,0 0-4-16,-5 7-3 15,5-7-2-15,-2 16-2 16,2-16 0-16,0 17-1 0,0-17 1 16,2 15 1-16,-2-15-2 15,18 7 1-15,-8-7 1 16,-1 0 0-16,4-5 2 15,-1 0 1-15,-12 5 0 16,16-17 0-16,-16 7 1 0,0 3-1 16,0-4 1-16,0 11-2 15,-13-14-1-15,1 9 0 16,-4 2-2-16,4 3-1 16,-2 0 0-16,1 5 0 0,3 4-1 15,3-1-1-15,-1 3 1 16,5-4 0-16,3 0-1 15,0-7 1-15,7 13 1 0,4-10 0 16,1-3 0-16,4 0 1 16,-4-3 0-16,1-4 0 15,-1-1 0-15,0 1 1 16,-12 7 0-16,10-16-1 0,-10 16 0 16,0-8 0-16,0 8-1 15,-18-6-1-15,6 6-3 16,2 2-3-16,-2 3-7 0,2-2-15 15,-8 4-53-15,18-7-2 16</inkml:trace>
  <inkml:trace contextRef="#ctx0" brushRef="#br2" timeOffset="118086.7">7140 10922 173 0,'0'0'3'0,"0"0"0"0,0 0 2 16,0 0 1-16,0 0 5 15,0 0 1-15,0 0 5 16,0 0 4-16,0 0-1 0,0-4 2 16,0 4 1-16,0 0 0 15,0-11-1-15,5-2 2 16,-4 3-4-16,2-6-4 15,0-5-1-15,-1-2 0 16,2-5-3-16,0-7-1 0,-1-5-2 16,-1-7-2-16,1-8-2 15,1-4-1-15,1-5 0 16,-2-8-1-16,-1-5 0 0,0 4-1 16,2-5-2-16,-4 4 0 15,0 5 0-15,-4 6 0 16,-3 4 0-16,-2 7 0 15,1 10 0-15,-2 5 0 16,3 7 0-16,-1 3 0 0,4 5 0 16,-1 4 0-16,-1 3 0 15,6 5 0-15,-2 0 0 16,2 10 0-16,0-12 0 16,0 12 0-16,0 0 0 0,0 0 0 15,0 0 0-15,0-10 0 16,0 10 0-16,0 0 0 15,0 0 0-15,0 0 0 0,0 0 0 16,0 0 0-16,0 0 0 16,0 0 0-16,0 0 0 15,0 0 0-15,0 0 0 16,0 0 0-16,0 0 0 16,0 0 0-16,0 0 0 0,0 0 0 15,0 0 0-15,0 0 0 16,0 0 0-16,0 0 0 0,0 0 0 15,0 0 0-15,0 0 0 16,0 0 0-16,0 0 0 16,0 0 0-16,0 0 0 15,0 0 0-15,0 0 0 0,0 0 0 16,0 0 0-16,0 0 0 16,0 0 0-16,0 0 0 15,0 0 0-15,0 0 0 16,0 0 0-16,-10 10 0 15,5-3 0-15,0 6 0 16,-5-1 0-16,0 3 0 0,0 3 0 16,-7-4 0-16,2 1 0 15,2 0 0-15,-1-2 0 16,3-4 0-16,11-9 0 0,-14 13 0 16,14-13 0-16,0 0 0 15,0 0 0-15,0 0 0 16,0 0 0-16,0-13 0 0,5 1 0 15,2-3 0 1,3-2 0-16,2-2 0 0,0 1 0 16,1 0 0-16,2-2 0 15,-2 6 0-15,-6-2 0 0,0 7 0 16,-7 9 0-16,11-10 0 16,-11 10 0-16,0 0 0 15,0 0 0-15,12 7 0 16,-7 5 0-16,0 4 0 0,5 1 0 15,0 2 0-15,2 4 0 16,3-1 0-16,2 0 0 16,1 3 0-16,2-6 0 15,4-1-57-15,4 5-28 16,-3-3-2-16</inkml:trace>
  <inkml:trace contextRef="#ctx0" brushRef="#br2" timeOffset="119000.25">7135 10942 266 0,'0'0'5'0,"0"0"4"16,0 0 0-16,0 0 2 16,0 0-1-16,10 0 3 15,-3 0-1-15,8 0 1 16,8 0-4-16,-4 0-1 0,13 0-3 16,3 0 0-16,8 0-1 15,1-3 0-15,11 3-1 16,5-2-1-16,2-1 0 15,7-2-1-15,-2 2 1 0,6 1-1 16,-4-3 0-16,0 4 0 16,2-3 0-16,-13-1 0 15,4 3-2-15,-4-4 1 16,-11 5-1-16,-2-2 0 0,-7 0 0 16,-6-1 0-16,-10 4 0 15,-2-3 1-15,-10 3 0 16,-10 0 0-16,10 0 2 15,-10 0-1-15,0 0 2 0,0 0 0 16,0 0 0-16,0 0 0 16,0 0 0-16,0 0-1 15,0 0 0-15,0 0 0 16,0 0-3-16,0 0-2 0,-8 0-4 16,8 0-6-16,-7 0-20 15,7 0-40-15,0 0-4 16</inkml:trace>
  <inkml:trace contextRef="#ctx0" brushRef="#br2" timeOffset="119834.61">8238 10799 339 0,'0'0'6'0,"0"0"3"16,0 0 2-16,0 0 2 15,0 0 0-15,0 0 0 16,0 0 0-16,5 0 2 15,7 0-6-15,6 0-4 0,-1 0-1 16,5 0 0-16,6 1-1 16,-3 2 0-16,2 0 0 15,-3-2-1-15,-1 2-1 0,-5 2 0 16,-1 4 1-16,-7-2 1 16,-5 2-1-16,-5 4 1 15,0 2 0-15,-14 1 0 16,3 4 1-16,-9-2-1 15,3 2-1-15,-6 2 0 0,3-5 0 16,6 1 0-16,-2-9-1 16,7 7-4-16,9-16-5 15,-10 17-11-15,10 3-51 16,0-20-13-16</inkml:trace>
  <inkml:trace contextRef="#ctx0" brushRef="#br2" timeOffset="120583.18">7184 10944 189 0,'0'0'7'0,"0"0"2"15,0 0 5-15,-7 0 1 0,7 0 5 16,0 0 3-16,-15 10 0 16,15-10 2-16,-8 13-4 15,8-13 1-15,0 0-1 16,0 0-2-16,0 0-2 0,11 0-2 16,6-13-1-16,8-7 0 15,5-2-2-15,11-14-2 16,9-3-2-16,13-2-2 15,3-12 1-15,10 2-7 16,-2-4 0-16,1 3 0 0,-1-2 0 16,-2 4 0-16,-10 7 0 15,-7 9 0-15,-10 6 0 16,-13 3 0-16,-8 11 0 16,-6 5 0-16,-18 9 0 0,7-3 0 15,-7 3 0-15,-5 3 0 16,-4 1 0-16,-2 4 0 15,-1-1 0-15,0 3 0 0,-1-3 0 16,1 4 0-16,-3-4-7 16,8 0-13-16,-3-2-17 15,-3 2-49-15,13-7-1 16</inkml:trace>
  <inkml:trace contextRef="#ctx0" brushRef="#br2" timeOffset="120899.89">7875 10303 368 0,'0'0'6'0,"0"0"4"0,0 0 2 15,0 0 2-15,0 0 0 16,0 0 1-16,0 0-1 16,0 0 1-16,0 0-4 0,10-3-4 15,0 3-3-15,3 0-1 16,7-3-1-16,6 1 1 15,2 0 0-15,4-1-2 16,0-2 1-16,-4 5-1 0,-1 0 0 16,-7 2 0-16,-8 8 0 15,-9 13 2-15,-8 1-3 16,-14 8 0-16,-1 1 0 16,-3 7 0-16,-2-1 0 0,5-2-2 15,0-2-18-15,6-8-63 16,14-7-4-16</inkml:trace>
  <inkml:trace contextRef="#ctx0" brushRef="#br2" timeOffset="121582.87">8825 10832 379 0,'0'0'7'15,"0"0"3"-15,0 0 3 16,0 0 1-16,5-8 1 16,-5 8 0-16,0 0 0 15,0 0 0-15,-11 4-6 0,4 8-4 16,-8 1-2-16,2 4-3 15,-4 0 0-15,0 3-2 16,0-1-2-16,1-1-6 16,0-5-6-16,5 1-25 0,6-1-42 15,5-13-1-15</inkml:trace>
  <inkml:trace contextRef="#ctx0" brushRef="#br2" timeOffset="121734.5">8690 10806 387 0,'0'0'4'0,"0"0"0"16,0 0 3-16,0 0 2 16,15 4 2-16,-5 4 0 15,8 5 2-15,1 1-1 0,11 3-3 16,2 5-6-16,6-6-18 16,4 6-62-16,-3 0-3 15</inkml:trace>
  <inkml:trace contextRef="#ctx0" brushRef="#br2" timeOffset="123232.85">7098 9359 344 0,'0'0'6'0,"0"0"4"16,0 0 4-16,0 0 3 16,-13-8 0-16,13 8 1 15,0 0 0-15,0 0 0 0,0-13-4 16,5 12-5-16,10-4-2 16,8-1-3-16,3 2-1 15,10-4-1-15,1 1 1 0,5 4-1 16,1-2-1-16,-4 3 0 15,-4 2-1-15,-5 0 0 16,-8 2 1-16,-7 8 1 16,-8 0-2-16,-7 5 0 15,-12 7 0-15,-8-2 0 0,-2 3 0 16,-10 2 0-16,2-3 0 16,-2 0 0-16,-2 0 0 15,8-5 0-15,1-2 0 16,7-2 0-16,7-4 0 0,11-9 0 15,0 10 0-15,11-10 0 16,9 0 0-16,10-4 0 16,5-3 0-16,4 1 0 0,7-5 0 15,3 4-3-15,-4 0-14 16,-1 0-64-16,4 2-3 16</inkml:trace>
  <inkml:trace contextRef="#ctx0" brushRef="#br2" timeOffset="124033.18">8206 10068 373 0,'0'0'6'0,"0"0"3"16,0 0 1-16,0 0 0 0,0 0 3 15,0 0-1-15,10 4 1 16,-1 3 1-16,7 1-7 16,-2 2-2-16,4 0-1 15,1 0-2-15,1 2-2 16,3 1-8-16,-6-6-18 0,-15 3-53 15,14-2-3-15</inkml:trace>
  <inkml:trace contextRef="#ctx0" brushRef="#br2" timeOffset="124199.33">8452 10072 414 0,'0'0'3'15,"0"0"1"-15,-3 4 3 16,-2 7 0-16,0 2 0 15,0 6 1-15,0 9 0 0,-2 1 0 16,-1 6-7-16,3 4-43 16,3 4-37-16,-1-4-1 15</inkml:trace>
  <inkml:trace contextRef="#ctx0" brushRef="#br2" timeOffset="125449.93">9190 10944 378 0,'0'0'8'0,"0"0"3"0,0 0 2 16,0 0 1-16,0 0 1 15,0 0 0-15,0 0 0 16,0 0 1-16,0 20-5 0,0 3-5 15,0-2-2-15,0 10-4 16,-3-2-9-16,3-2-46 16,3 0-27-16,2 1-1 15</inkml:trace>
  <inkml:trace contextRef="#ctx0" brushRef="#br2" timeOffset="126466.41">8710 10243 455 0,'0'0'5'0,"0"0"0"16,0 0 0-16,0 0 0 15,0 0 0-15,0 10 1 0,-2 0-1 16,-1 2 0-16,3 3-5 16,-2 2-3-16,2 6-8 15,-2-3-20-15,2-1-50 0,0-1-2 16</inkml:trace>
  <inkml:trace contextRef="#ctx0" brushRef="#br2" timeOffset="127016.57">7749 9426 432 0,'0'0'6'0,"0"0"0"15,0 0 3-15,0 0-1 16,0 0 1-16,7 0-1 0,-7 12 0 16,1 7 1-16,-1 9-8 15,9 12-20-15,-1 7-61 16,-1 0-3-16</inkml:trace>
  <inkml:trace contextRef="#ctx0" brushRef="#br2" timeOffset="128517.05">6728 15906 373 0,'0'0'6'15,"0"0"3"-15,0 0 0 0,0 0 1 16,-6 3 0-16,6-3 0 16,-10 20 1-16,3-6 1 15,2 5-5-15,-1 2-3 16,2 4-1-16,1 0-1 16,3-2 1-16,3-2-1 0,7-4-1 15,5-5 1-15,3-1-1 16,1-9 1-16,1-2 1 0,3-2 1 15,-4-11 0-15,-5-1-1 16,-3-6 0-16,-6-2 0 16,-5-3 0-16,-5-2 0 15,-10-1-2-15,-7 6 0 16,-6-1-1-16,-1 9 0 16,-6 7-1-16,0 1-4 0,8 9-12 15,7 7-66-15,5-3-2 16</inkml:trace>
  <inkml:trace contextRef="#ctx0" brushRef="#br2" timeOffset="129304.27">4809 14848 418 0,'0'0'4'0,"0"0"1"15,0 0 0-15,0 0 1 16,0 0-1-16,0 0 1 16,-3 10-1-16,3-10 0 15,0 21-3-15,0-10-2 0,0-1 0 16,8 3 1-16,2-4 0 15,2-1 0-15,6-5 0 16,4-3 1-16,0 0 1 16,3-6 1-16,0-3 0 0,0-4 1 15,-5 1 0-15,-2-2 0 16,-9-7 0-16,-4 4 0 16,-5-1-1-16,-10-1 0 15,-10 1-4-15,-2 4 0 0,-5 4 0 16,-5 0-4-16,4 10-7 15,-4-3-21-15,9 6-52 16,2 2-1-16</inkml:trace>
  <inkml:trace contextRef="#ctx0" brushRef="#br2" timeOffset="129883.36">4397 13550 290 0,'0'0'5'0,"0"0"0"0,-5 8 1 16,-3-1 2-16,3 5 2 15,-5 4-1-15,5 0 1 16,-2 4-1-16,1-2-1 0,6 1 1 16,0-3-1-16,11-4 1 15,3-7 0-15,7-5 0 16,1 0 1-16,11-5 1 0,-6-7-1 15,5-4-1-15,-2-3-1 16,-6-1-1-16,-4-5-2 16,-10 0 0-16,-10 6-1 15,-7-3-1-15,-16 7-2 16,-9 5-5-16,2 10-24 0,-9 3-54 31,-3 5 1-31</inkml:trace>
  <inkml:trace contextRef="#ctx0" brushRef="#br2" timeOffset="135154.74">11495 10909 316 0,'0'0'9'0,"0"0"3"15,0 0 2-15,0 0 1 0,0 0 2 16,0 0-2-16,0 0 1 15,0 0 0-15,0 5-7 16,0-5-4-16,0 0-3 0,0 12 0 16,0-12-1-16,2 11 1 15,-2-11 0-15,11 10 0 16,-11-10 1-16,14 2 1 16,-3-2 0-16,-1 0 0 0,-1 0 1 15,2-5 0-15,-11 5 0 16,12-12 0-16,-12 12-1 15,0-14 0-15,0 14-1 16,-5-11 0-16,-5 5-1 0,-2 5-1 16,0 1-1-16,-2 0 0 15,5 1-1-15,-3 7 0 16,1 1 0-16,2-1 0 16,6 3 1-16,1 1-1 15,2 1 0-15,2-6 1 0,3 2 0 16,5-3 0-16,3-3 0 15,-1-1 1-15,-1-2-1 16,3 0 1-16,-2-8 1 16,-2 1-1-16,-2 0 1 0,-4-6-1 15,-4 3 1-15,0 3-2 16,-7-4 0-16,-6 4 0 16,1 6 0-16,-6-3 0 0,4 4-2 15,-6 0-3-15,3 4-6 16,6 4-13-16,4 3-58 15,2-1-3-15</inkml:trace>
  <inkml:trace contextRef="#ctx0" brushRef="#br2" timeOffset="136182.25">11552 10912 200 0,'0'0'4'0,"0"0"5"0,0 0 6 16,5 6 2-16,-5-6 4 15,16 4 0-15,-2 0 2 16,1-1 1-16,6-3-4 16,3 0-3-16,3 0-3 15,5 3-4-15,5-3-1 0,6 0-2 16,6 0-1-16,6-3 0 15,0 0-1-15,5 1 0 16,2-3 0-16,-2 4-2 0,2-5-1 16,-3 3 0-16,-4 1 0 15,-7-4-1-15,-1 6 0 16,-8 0 0-16,-4-1-1 16,-8 1 1-16,-2 0 0 15,-10 0-1-15,-5 0 1 0,0 0 0 16,-10 0 1-16,10 1 0 15,-10-1-1-15,0 0 1 16,0 0 0-16,0 0-1 16,0 0 1-16,0 0-1 0,0 0 0 15,0 0 1-15,0 0-1 16,0 0 1-16,0 0-1 16,0 0 0-16,-8 6 0 0,8-6 0 15,0 0 0-15,-7 0-3 16,7 0-1-16,-10 0-4 15,10 0-7-15,-8-6-18 16,-6 6-48-16,14 0-2 0</inkml:trace>
  <inkml:trace contextRef="#ctx0" brushRef="#br2" timeOffset="136582.85">12487 10814 375 0,'0'0'6'0,"0"0"4"0,0 0 1 16,0 0 1-16,0 0 1 16,0 0 1-16,0 0 2 15,0 0 0-15,-6 4-5 16,6-4-3-16,13 10-1 0,-1-6-1 15,6 1-2-15,-1-2-2 16,3 2-2-16,3 0 0 16,-1 0 0-16,-2 0 0 15,0 0 0-15,-5 0 0 0,0 1 0 16,-8 8 0-16,-2-3 0 16,-5 2 0-16,-10 2 0 0,-3 3 0 15,-3 2 0-15,-10 0 0 16,-1-1 0-16,0 1 0 15,-6-3 0-15,6-2 0 16,3 0 0-16,1-6 0 16,8 2-4-16,-4-6-35 0,10 0-45 15,9-5-3-15</inkml:trace>
  <inkml:trace contextRef="#ctx0" brushRef="#br2" timeOffset="138050">11465 10901 216 0,'0'0'8'0,"0"0"3"16,0 0 6-16,0 0 2 16,8-4 3-16,-8 4 1 15,0 0 2-15,5-13 0 0,-5 13-4 16,3-14-4-16,-3 4-4 15,0-5-1-15,0-2-1 16,0-5 0-16,-3-8-2 16,-2-5 0-16,1-10 0 0,-5-4-2 15,2-11-1-15,2-9-2 16,-2-11-1-16,1-7 0 16,-1-3-2-16,5-2 1 15,-2 2-1-15,1 1 0 0,0 7 1 16,1 9-1-16,-1 6 1 15,1 6-2-15,2 10 0 16,0 8 0-16,0 6 0 16,0 8 0-16,2 4 0 15,1 10 0-15,-1 1 0 0,1 6 0 16,-3 8 0-16,0 0 0 16,0-10 0-16,0 10 0 15,0 0 0-15,0 0 0 0,0 0 0 16,0 0 0-16,0 0 0 15,0 5 0-15,0-5 0 16,0 0 0-16,0 0 0 0,0 0 0 16,0 0 0-16,0 0 0 15,0 0 0-15,0 0 0 16,0 0 0-16,0 0 0 16,0 0 0-16,0 0 0 15,0 0 0-15,0 0 0 0,0 0 0 16,0 0 0-16,0 0 0 15,0 0 0-15,0 0 0 16,0 0 0-16,0 0 0 16,-5 8 0-16,5-8 0 15,-11 12 0-15,1 0 0 0,1 2 0 16,-7 4 0-16,2 5 0 16,-1 2 0-16,-2 0 0 15,-3 2 0-15,-1-3 0 0,2 1 0 16,1-3 0-16,1-5 0 15,1-2 0-15,7-5 0 16,0-2 0-16,9-8 0 0,-11 7 0 16,11-7 0-16,0 0 0 15,0-15 0-15,5 1 0 16,3-4 0-16,4-4 0 16,0-5 0-16,4 0 0 15,0-3 0-15,2 3 0 0,0-1 0 16,-3 4 0-16,0 3 0 15,-5 7 0-15,-1-1 0 16,-9 15 0-16,11-12 0 16,-11 12 0-16,0 0 0 15,7 0 0-15,-7 0 0 0,14 15 0 16,-5-3 0-16,5 5 0 16,0 1 0-16,9 4 0 15,-3 0 0-15,5-2 0 0,3 2 0 16,-4-2 0-16,3-5 0 15,2 2 0-15,-3-9-6 16,-10 2-79-16,12 0-1 16</inkml:trace>
  <inkml:trace contextRef="#ctx0" brushRef="#br2" timeOffset="138901.79">11341 9057 354 0,'0'0'7'0,"0"0"4"16,0 0 4-16,0 0 0 16,0 0 3-16,0 0 1 0,0 0 1 15,0 0 1-15,0 0-7 16,0 0-3-16,11 0-5 16,1 0-6-16,5-3 0 15,3 0 0-15,5 1 0 0,5-3 0 16,-1 5 0-16,6-2 0 15,-3 2 0-15,-4 0 0 16,-3 2 0-16,-5 3 0 16,-6 3 0-16,-9 2 0 15,-5-1 0-15,0 6 0 0,-12 2 0 16,-6-1 0-16,-3 1 0 16,-2-1 0-16,-4 2 0 15,-1-2 0-15,-2-2 0 0,8-1 0 16,0-3 0-16,7 0 0 15,0-3 0-15,15-7 0 16,-6 12 0-16,6-12 0 0,17 3 0 16,2-3 0-16,11 0 0 15,5 0 0-15,4 0 0 16,3-5 0-16,8 0 0 16,-2 0 0-16,1 3 0 15,-6-3 0-15,-4 2 0 0,-4 0 0 16,-8 3-4-16,-12 19-75 15,-2-10-6-15</inkml:trace>
  <inkml:trace contextRef="#ctx0" brushRef="#br2" timeOffset="139667.85">13058 10840 438 0,'0'0'4'15,"0"0"2"-15,0 0 2 0,0 0 2 16,0 0-1-16,0 0 1 15,0 0 0-15,0 0 0 16,0 0-4-16,-5 10-6 16,-4 2 0-16,-4 6 0 15,-2 2 0-15,2 2 0 0,-4 0 0 16,-3 3 0-16,3-5 0 16,0-3 0-16,5 1 0 15,-4-6 0-15,7-2 0 0,-2-5-4 16,11-5-10-16,-10 2-10 15,10-2-33-15,0-2-30 16,5-8 1-16</inkml:trace>
  <inkml:trace contextRef="#ctx0" brushRef="#br2" timeOffset="140000.25">12910 10850 396 0,'0'0'5'16,"0"0"1"-16,0 0 1 0,0 0 1 15,0 0 2-15,-3 10 1 16,3-2 1-16,3 4 0 16,9 2-4-16,0 4 0 15,6-1 0-15,-1 1-2 16,8-1-2-16,-3 0 2 0,0 1-2 16,3-5-4-16,-2-1 0 15,-3 0 0-15,-6-5 0 16,2 1 0-16,-4-6 0 15,-12-2 0-15,9 8 0 0,-9-8 0 16,0 0 0-16,0 0 0 16,0 0 0-16,0 0 0 15,0 0 0-15,0 0 0 16,0 0 0-16,0 0 0 0,0 0 0 16,-7-8-6-16,7 8-83 15,-9-2 0-15</inkml:trace>
  <inkml:trace contextRef="#ctx0" brushRef="#br2" timeOffset="143616.99">11589 10901 219 0,'0'0'4'0,"0"0"5"0,0 0 4 16,11-7 4-16,-1-3 1 15,7-2 2-15,3-3 3 16,5-10 0-16,5-1-3 0,4-6-2 16,9-5-4-16,-1-1-4 15,8-4-1-15,-1-6-1 16,4 7-3-16,-3-6-1 16,-4 4 0-16,-4 3-1 0,-6 6 2 15,-10 5 0-15,-5 5 0 16,-6 7 0-16,-5 3-1 15,-10 14 1-15,4-10-1 0,-4 10-2 16,0 0-1-16,0 0-1 16,-9 0 0-16,9 0-3 15,-11 10-2-15,11-10-5 16,-12 14-8-16,12-14-13 16,-14 13-49-16,8-1 0 0</inkml:trace>
  <inkml:trace contextRef="#ctx0" brushRef="#br2" timeOffset="143932.66">12065 10307 306 0,'0'0'8'15,"0"0"4"-15,0 0 1 0,0 0 1 16,0 0 2-16,4-10 1 15,-4 10-1-15,21-12 1 16,-9 8-6-16,8-6-3 0,5 2-4 16,1-5 0-16,4 3-1 15,2 1 0-15,-2 4-2 16,0 0 0-16,-5 5 1 16,-5 0-1-16,-9 7 1 0,-7 11 0 15,-4 7 1-15,-7 7 0 16,-8 2 1-16,2 4-1 15,1-1-1-15,3 5-2 16,5-10-9-16,8 0-67 0,12-4-6 16</inkml:trace>
  <inkml:trace contextRef="#ctx0" brushRef="#br2" timeOffset="144916.73">8630 8410 439 0,'0'0'5'16,"0"0"3"-16,0 0 2 16,0 0 2-16,0 0 1 15,0 0 0-15,0-10-2 0,0 10-11 16,0 0 0-16,0 0 0 15,3 5-79-15,5-5-7 16</inkml:trace>
  <inkml:trace contextRef="#ctx0" brushRef="#br2" timeOffset="146372.14">9214 8232 411 0,'0'0'6'0,"0"0"3"16,0-13 3-16,0 13 1 15,0 0 1-15,-7-12 0 16,7 12-1-16,0 0 1 0,-7 4-9 16,2 14-5-16,3 4 0 15,-1 6 0-15,0-1 0 16,-2 8 0-16,5-1 0 16,-3-2 0-16,1-2 0 0,2-5 0 15,-2-5 0-15,-1-8 0 16,1-2 0-16,2-10 0 15,0 0 0-15,-10 0 0 0,4-12 0 16,2-6 0-16,-1-6 0 16,2-8 0-16,-1-8 0 15,1-2 0-15,3-6 0 16,5-1 0-16,2-1 0 16,6 4 0-16,4 8 0 15,3 4 0-15,5 9 0 0,2 7 0 16,6 8 0-16,-4 8 0 15,4 4 0-15,-4 11 0 0,-2 5 0 16,-2 4 0-16,-9 6 0 16,-4-2 0-16,-10 6 0 15,-2-4 0-15,-2-2 0 16,-8 0 0-16,-5-7 0 0,-2 1 0 16,-3-8 0-16,-3 1 0 15,9-6 0-15,-4-2 0 16,5-2 0-16,4-1 0 15,9-2 0-15,0 0 0 0,0 13 0 16,15-8 0-16,3 5 0 16,1 0 0-16,3 0 0 15,3 2 0-15,1-2 0 16,-5 5 0-16,4 0 0 0,-5-3-9 16,-3 2-14-16,21 2-57 15,-23-4-4-15</inkml:trace>
  <inkml:trace contextRef="#ctx0" brushRef="#br2" timeOffset="146700.29">9676 8341 389 0,'0'0'6'0,"0"0"0"16,0 0 1-16,-17 0 1 15,10 2 2-15,-3 5-1 0,-2 3 1 16,1 5 0-16,-1-2-5 15,10 6 0-15,-1 0-1 16,8 2-1-16,7-4 0 16,6 1 0-16,4-8-1 0,8-3 2 15,3-2-1-15,-4-5 0 16,4 0 1-16,-8-10-1 16,1 0 1-16,-8-2 0 0,-6-3 0 15,-9-2-2-15,-3-1-2 16,-10-1 0-16,-7 1 0 15,-1 3 0-15,-7 1 0 16,2 4-4-16,-1 0-9 0,4 10-23 16,20 0-46-16,-12 5-2 15</inkml:trace>
  <inkml:trace contextRef="#ctx0" brushRef="#br2" timeOffset="147282.59">10030 8100 387 0,'0'0'7'0,"0"0"3"16,0 0 4-16,0 0 2 15,9-9 1-15,-9 9-1 0,0 0 1 16,0 0 0-16,10 2-7 15,-10 12-10-15,0 7 0 16,0 8 0-16,-3 3 0 16,1 8 0-16,2 3 0 15,0-2 0-15,0 2 0 0,2-6 0 16,9-4 0-16,-1-2 0 16,4-6 0-16,4-10 0 15,0 0 0-15,1-3 0 0,-1-10 0 16,1 3-7-16,-6-2-58 15,1-6-19-15,-3-6-2 16</inkml:trace>
  <inkml:trace contextRef="#ctx0" brushRef="#br2" timeOffset="147466.49">9960 8336 376 0,'0'0'9'0,"0"0"0"16,0 0 2-16,0 0 2 0,0 0 1 15,0 0 2-15,0 0 1 16,17 2 0-16,8-2-7 16,5 0-5-16,7-6-6 15,8 6-17-15,20-1-60 16,-16-6-4-16</inkml:trace>
  <inkml:trace contextRef="#ctx0" brushRef="#br2" timeOffset="148333.03">10407 8281 372 0,'0'0'7'0,"0"0"5"0,0 0 2 0,0 0 2 16,0 0 2-16,0 0 0 16,0 0 1-16,-5-9 0 15,5 9-6-15,10-9-10 16,5 5-3-16,7 4 0 0,1 0 0 15,2 3 0-15,0 4 0 16,-4 3 0-16,2 2 0 16,-8 5 0-16,-7 1 0 15,-8 2 0-15,-3 0 0 16,-10-4 0-16,-4 2 0 0,-5-3 0 16,-3 0 0-16,3-5 0 15,-3-3 0-15,4-3 0 16,5-4 0-16,5 0 0 0,11 0 0 15,-7-16 0-15,9 1 0 16,11-2 0-16,6-4 0 16,2-1 0-16,4 0 0 15,-3 0 0-15,0 7 0 16,1 1 0-16,-9 3 0 0,-1 7 0 16,-3 4 0-16,-10 0 0 15,12 15 0-15,-10-1 0 16,4 3 0-16,-1 8 0 0,2 0 0 15,3-3 0-15,3 3 0 16,1-5 0-16,4-4 0 16,7 1 0-16,-1-11 0 0,8 2 0 15,2-1-78 1,5-7-7-16</inkml:trace>
  <inkml:trace contextRef="#ctx0" brushRef="#br2" timeOffset="148682.32">11287 7853 441 0,'0'0'5'0,"0"0"1"0,0 0 1 0,0 0 0 0,-18 0 1 16,0 10 0-16,-1 9 2 16,-6 9 0-16,-5 11-3 15,-2 11-5-15,2 8-2 16,3 10 0-16,2 6 0 0,10 1 0 16,8-3 0-16,7-3 0 15,10-5 0-15,12-6 0 16,8-9 0-16,10-4 0 15,4-13 0-15,13-2 0 0,1 6-67 16,4-22-19-16</inkml:trace>
  <inkml:trace contextRef="#ctx0" brushRef="#br2" timeOffset="149016.51">11444 8229 460 0,'0'0'4'0,"0"0"1"0,0 0 1 16,0 0 0-16,0 0 0 15,9 8 0-15,-6 2 1 16,-1 5 0-16,-2 2-3 16,2 3-4-16,-2 2-2 0,5 6-6 15,-1-9-18-15,-2 1-53 16,5 2-5-16</inkml:trace>
  <inkml:trace contextRef="#ctx0" brushRef="#br2" timeOffset="149434.79">11794 8242 450 0,'0'0'3'15,"0"0"0"-15,-5-5 2 0,-11 2 1 16,4 1 0-16,-6 2 1 15,-6 0 1-15,2 0-1 0,-3 5-2 16,2 5-2-16,1 2 0 16,7 5-2-16,5 0-1 15,3 1 0-15,7 3 0 16,7 0-1-16,5 0 1 16,6-5 1-16,7 4-1 15,-1-4 1-15,6 1 0 0,-5-3 1 16,3-2-2-16,-6-2 0 15,-5-2 0-15,-4-1 0 16,-13-7 0-16,6 15 0 16,-6-15 0-16,-8 8 0 0,-5-6 0 15,-4-2 0-15,-3 0 0 16,-1 0 0-16,2-5 0 16,1-2 0-16,1-3 0 0,7-3 0 15,5 1 0-15,5-6 0 16,3-1 0-16,12-1 0 15,4-2-9-15,10 4-6 16,4-4-7-16,5 1-27 0,14 5-33 16,-9 3-3-16</inkml:trace>
  <inkml:trace contextRef="#ctx0" brushRef="#br2" timeOffset="149716.76">12111 8239 373 0,'0'0'8'16,"0"0"4"-16,0 0 1 15,0 0 2-15,-9 8 2 0,1-4-1 16,-5 8 2-16,-6 4 0 15,1-2-7-15,2 6-4 16,-5 3-4-16,9-2-3 16,4 0 0-16,6 1 0 15,6-4 0-15,12-6 0 0,7-2 0 16,1-6 0-16,5-4 0 16,4 0 0-16,0-9 0 15,-7-4 0-15,-1-4 0 0,-2 0 0 16,-11-3 0-16,-6-2 0 15,-6-3 0-15,-11 5 0 16,-8-2 0-16,-4 6 0 16,-6 2 0-16,-4 7 0 15,-4 2-8-15,7-8-75 0,5 13-4 16</inkml:trace>
  <inkml:trace contextRef="#ctx0" brushRef="#br2" timeOffset="149966.01">12350 7984 454 0,'0'0'5'15,"0"0"0"-15,0-8 0 0,0 8 2 16,0 0 0-16,15-7 0 16,0 7 1-16,5 10 1 15,8 10-5-15,1 9-4 16,4 6 0-16,-3 9 0 0,-3 10 0 15,-3 14 0-15,-11 2 0 16,-11 1 0-16,-9 3 0 16,-15-1 0-16,-3-2-21 15,-10-2-62-15,-5-11-5 0</inkml:trace>
  <inkml:trace contextRef="#ctx0" brushRef="#br2" timeOffset="152284.94">14415 10806 362 0,'0'0'6'0,"0"0"3"15,0 0 3-15,0 0 0 16,0-13 1-16,0 13 0 16,-10 0 0-16,10 0 1 15,-18 0-4-15,6 6-6 0,-1 1-2 16,4 2-1-16,1 4 0 16,1-1-2-16,5-2 1 15,2 0 0-15,0-10 1 16,14 10-1-16,-2-8 1 0,6-2 1 15,1-2 0-15,-1-8 1 16,2 0-1-16,-3 0 1 16,-1-5 1-16,-10 4-1 0,0-3 0 15,-6 3 0-15,-3 0 0 16,-6 4-1-16,-3 0-1 16,-6 4-1-16,0 3-1 15,4 0-3-15,-4 5-5 16,6 7-6-16,0-7-15 0,-9 5-53 15,21-10 0-15</inkml:trace>
  <inkml:trace contextRef="#ctx0" brushRef="#br2" timeOffset="152771.29">14458 10483 401 0,'0'0'5'0,"0"0"3"0,-4-12 2 0,4 12 1 16,-5-13 1-16,5 13 0 15,0-16 1-15,5 3-1 16,6 3-4-16,6 0-4 15,10 2-1-15,5 1-2 0,9 5 1 16,1 2 0-16,8 5-1 16,-4 10 1-16,5 7-1 15,-5 6 2-15,-5 6-3 0,-2 2 0 16,-8 4 0-16,-2 3 0 16,-2-7 0-16,-3 2 0 15,-3-3 0-15,1-6 0 16,1-6 0-16,-4-3 0 15,6-9 0-15,-2 0 0 0,4-4 0 16,-3-4 0-16,6-3 0 16,-2 0 0-16,-3 0 0 15,4-4 0-15,-6-2 0 0,-4-2 0 16,-1 4 0-16,-2-2 0 16,-7 5 0-16,-9 1-14 15,15-6-23-15,-7 6-47 16,-8 0 0-16</inkml:trace>
  <inkml:trace contextRef="#ctx0" brushRef="#br2" timeOffset="153417.16">14383 11209 223 0,'0'0'4'0,"0"0"1"15,0 0 3-15,0 0 3 16,0-12 2-16,0 12 1 0,0 0 3 16,0-13 0-16,0 13 0 15,0 0-3-15,0 0-2 16,7-8-2-16,-7 8 0 15,0 0-1-15,9 0-2 0,-9 0-2 16,18 0 0-16,-2 0 1 16,3 3 1-16,3-3 0 15,11 0-1-15,1 0 1 16,9-4-1-16,-1-3-1 0,11-6 1 16,-2 1-2-16,6-9 0 15,1-1 0-15,1-5 0 16,1-5 0-16,0-1 1 15,-5-1 1-15,0-3-1 0,-6 1 1 16,-2 3 0-16,-5-3-2 16,-7 10 1-16,-5 1-2 15,-8 5-3-15,-7 8 0 16,-2 4 0-16,-13 8 0 0,12-8 0 16,-12 8 0-16,0 0 0 15,5 5 0-15,-5-5 0 16,0 15-2-16,0-15-2 15,0 15-6-15,0-15-9 0,0 0-49 16,0 0-15-16</inkml:trace>
  <inkml:trace contextRef="#ctx0" brushRef="#br2" timeOffset="154016.73">14584 10025 348 0,'0'0'5'0,"0"0"3"0,-2-10 4 0,2 10 3 16,-4-15 1-16,4 3 0 15,0-1 2-15,4 1 2 16,8-2-5-16,11-2-2 16,9 7-2-16,12-2-4 0,9 4 0 15,13 5-7-15,6-1 0 16,6 6 0-16,2 5 0 15,-1 4 0-15,-2 5 0 0,-3 3 0 16,-5 0 0-16,-6-1 0 16,-13 1 0-16,-8-3 0 15,-4-4 0-15,-14-1 0 16,-2-5 0-16,-10-1 0 0,-12-6 0 16,0 0 0-16,0 0 0 15,-9 0 0-15,-8 0 0 16,-1-3 0-16,-5-7 0 0,-6 1 0 15,-4-4 0-15,-4 3 0 16,-5-2 0-16,-5-3 0 16,-8 5 0-16,-3-1 0 15,0 4 0-15,-4 3 0 16,0 4 0-16,9 0 0 0,8 10 0 16,13 2 0-16,10 5-7 15,22-7-67-15,10 17-12 16</inkml:trace>
  <inkml:trace contextRef="#ctx0" brushRef="#br2" timeOffset="157068.23">12552 10515 192 0,'0'0'6'0,"0"0"5"16,5-7 3-16,-5 7 4 16,0 0 3-16,12-12 0 15,-12 12 2-15,10-15 1 0,-10 5-5 16,5 2-3-16,-3-1-3 15,1-1-2-15,-1 0-4 16,-2-3-2-16,3 1-2 16,-1 0 0-16,-2-1-1 0,2 1 0 15,-2 2-1-15,0-1 0 16,0 11-1-16,0-14 2 16,0 14-1-16,-2-7 0 15,2 7-1-15,0 0 0 0,-10-8-1 16,10 8 0-16,-7-2-1 15,7 2-1-15,-10 0 0 16,10 0 0-16,-12 5 0 16,12-5 0-16,-13 5 0 15,13-5 1-15,-10 7 0 0,10-7 0 16,-12 7 1-16,12-7-1 16,-13 7 0-16,13-7 1 15,-12 11-1-15,12-11 0 16,-12 13 1-16,6-6-2 0,6-7 0 15,-12 17 0-15,12-17-1 16,-15 18-1-16,15-18 1 0,-12 15 0 16,12-15-1-16,-15 14 2 15,15-14 1-15,-13 17 0 16,13-17-1-16,-14 18 1 16,9-8-2-16,-1-2 0 0,-1 1-1 15,2 1-1-15,0 3 1 16,0-1 1-16,-3-2 0 15,2 2 1-15,0 1 1 16,1-4 1-16,-2 4 1 16,1 2-1-16,-3-4 1 15,4 6 0-15,-5-3-1 0,2 3 1 16,1 1-2-16,0-1 2 16,-6 0-1-16,5 0 1 15,-1 4 0-15,2-2-2 0,-2 4 2 16,2-4 0-16,-2 3 2 15,1 1-2-15,0 1 0 16,-1 1 1-16,1 0 2 16,4 5-1-16,-5-3 1 0,7 3-1 15,-3-5 0-15,0 1 0 16,5 2 1-16,-2-1-1 16,2-2 0-16,0 2 0 0,0 1 1 15,0-6 1-15,0 3-1 16,0 2 0-16,2-4 0 15,1 2 0-15,2 0 0 16,-1-7-1-16,5 5 1 0,-5-3-1 16,4-1 0-1,1-4 0-15,-1 2 0 0,2-4 1 16,-3-1 0-16,6-1 0 16,-1-2 2-16,0-2-1 15,1 2 0-15,-1-5 1 0,1 1 1 16,-1-3-1-16,0 1 0 15,1-3 1-15,2 0 0 16,0-5 1-16,0 0-1 16,5-5 1-16,-3 0 0 0,-2-2-1 15,3 0 0-15,-4-6-1 16,2 1 1-16,-4-2-1 16,-3-4 0-16,5 0 0 0,-10-2 0 15,6-1-1-15,-8 1-1 16,6 0 1-16,-5 5 0 15,-1 0-1-15,1 6 0 16,-1 4 0-16,-2 10 0 16,0-10 0-16,0 10-1 15,0 0 1-15,0 0-3 0,0 0 0 16,0 0 0-16,0 0 0 16,0 0 0-16,0 0 0 15,0 0 0-15,0 0-3 0,-5 0 1 16,5 0-1-16,0 0 0 15,0 0-1-15,-5 10-3 16,5-10-4-16,0 0-11 16,-8 12-34-16,8-12-26 0,0 0-2 15</inkml:trace>
  <inkml:trace contextRef="#ctx0" brushRef="#br2" timeOffset="157400.22">12415 11232 353 0,'0'0'7'0,"0"0"2"16,0 0 2-16,-10 0 2 16,10 0-2-16,0 0 0 15,0 0 0-15,0 0 1 0,0 0-6 16,7 0-2-16,9-6-3 15,5-1 0-15,4 0 1 16,3-6 0-16,2 3-1 16,-5 0 0-16,2 0 0 0,-8 6 1 15,-4 4 1-15,-5 7 1 16,-7 10 0-16,-3 3 1 16,-3 8-1-16,-2 1 1 15,-4 8-2-15,-2-7-6 0,6 5-22 16,8-8-53-16,-3-7-3 15</inkml:trace>
  <inkml:trace contextRef="#ctx0" brushRef="#br3" timeOffset="161482.9">11536 10967 277 0,'0'0'5'0,"0"0"5"15,0 0 2-15,0 0 2 16,0 0 3-16,0 0 0 15,0-5 3-15,0 5-1 16,0 0-5-16,0 0-3 0,0 0-2 16,-3 5-3-16,3-5 1 15,0 17-4-15,0-5 2 16,0 4 0-16,0 5-1 0,0 2 0 16,0 2 0-16,3 4-1 15,-3 4 0-15,2-1 0 16,-2 0-2-16,2 3 1 15,-2-1 0-15,3-4 0 16,-1 3-1-16,-2-2 1 0,3-4 0 16,-1-2-1-16,0 0 0 15,-2-3-1-15,3-4 1 16,-3-1 0-16,2-7-1 16,-2 0 0-16,0-10 1 15,0 15 0-15,0-15 0 0,0 0 1 16,0 0-1-16,0 0 0 15,0 0 1-15,0 0-1 0,0 0 0 16,-7 0-2-16,7 0 0 16,-5-11-1-16,5 11-2 15,0 0-3-15,-9-11-4 16,9 11-9-16,0 0-30 0,-3-10-30 16,3 10-2-16</inkml:trace>
  <inkml:trace contextRef="#ctx0" brushRef="#br3" timeOffset="162150.35">11339 11395 418 0,'0'0'6'0,"0"0"1"15,0 0 2-15,0 0 0 0,0 0 2 16,4-10-1-16,-4 10 1 15,0 0 0-15,11 0-5 16,-11 0-1-16,16 8-1 0,-5 2 0 16,4-1-4-16,0 4 0 15,2 2 0-15,-1-1 0 16,0 4 0-16,2-1 0 16,-3 1 0-16,2-4 0 0,-7 2 0 15,3-2 0-15,-3 3 0 16,-3-4 0-16,0-3 0 15,-1 2 0-15,-4 0 0 16,1-2 0-16,-3-10 0 0,2 10 0 16,-2-10 0-16,0 0 0 15,0 0 0-15,0 0 0 16,11-10 0-16,-3-1 0 16,1-7 0-16,0-2 0 15,3-5 0-15,6-2 0 0,-6 0 0 16,1-2 0-16,-1-2 0 15,-1 6 0-15,-2 3 0 16,-1 4 0-16,-4 3 0 0,-1 4 0 16,-3 11 0-16,5-13 0 15,-5 13 0-15,0 0 0 16,0 0 0-16,0 0 0 16,0 0 0-16,0 0 0 15,-8 13 0-15,8-13 0 0,-4 19 0 16,4-6-81-16,-3-1-8 15</inkml:trace>
  <inkml:trace contextRef="#ctx0" brushRef="#br3" timeOffset="162950.1">11548 11841 429 0,'0'0'6'0,"0"0"2"15,0 0 2-15,0 0 1 0,0 0 0 16,0 0 1-16,0-4 0 15,0 4 0-15,0 0-12 16,12-11 0-16,-2 8 0 16,1 1 0-16,8-3 0 0,-2 1 0 15,3 1 0-15,-2-3 0 16,1 4 0-16,-4 0 0 16,2 2 0-16,-4 0 0 15,-1 0 0-15,-3 0 0 16,-9 0 0-16,14 10 0 0,-14-10 0 15,0 12 0-15,-5-5 0 16,-4 6 0-16,0-1 0 16,-5 3 0-16,-4 0 0 0,-2-1 0 15,3 3 0-15,-1-1 0 16,-1-6 0-16,1 5 0 16,0-5 0-16,6 0 0 15,0-2 0-15,4-1 0 0,8-7 0 16,-9 7 0-16,9-7 0 15,0 0 0-15,15 0 0 16,-1 0 0-16,4-3 0 0,1-1 0 16,9-3 0-16,-3-1 0 15,2 3 0-15,1-3 0 16,-3 6 0-16,-1-3 0 16,-6 3 0-16,2-1 0 0,-8 3 0 15,0 0 0-15,-12 0 0 16,13 0 0-16,-13 0 0 15,0 0 0-15,0 0 0 16,0 0 0-16,0 0 0 16,-5 3-29-16,5-3-57 0,0 0-4 15</inkml:trace>
  <inkml:trace contextRef="#ctx0" brushRef="#br3" timeOffset="164032.96">11694 10897 206 0,'0'0'7'16,"0"0"3"-16,0 0 6 0,0 0 2 15,0 0 4-15,0 0 2 16,-7 0 1-16,7 0 0 16,0 0-4-16,-13 0-2 0,13 0-6 15,-7 0-3-15,7 0-2 16,0 0-3-16,-10 0-1 15,10 0-2-15,0 0 1 0,0 0 1 16,-2 7 0-16,2-7 0 16,14 5 1-16,-2-2 0 15,13-1 0-15,3 2 1 16,4-4-2-16,5 0 0 16,11 0-1-16,-2 0-1 15,9 0 0-15,-5 1-1 0,5-1 1 16,-3 0-1-16,0 3 0 15,-2-3-1-15,-3 2 1 16,-2 0-1-16,0-2 0 0,-6 3 1 16,-4-3-1-16,-2 3 0 15,-7-3 0-15,-3 2 0 16,-3-2 1-16,-8 3-1 16,1-3 0-16,-3 0 0 0,-10 0 1 15,10 0-1-15,-10 0 1 16,0 0 0-16,0 0 0 15,0 0 0-15,0 0 0 16,0 0 1-16,0 0-2 0,0 0 1 16,0 0-1-16,0 0 0 15,0 0 0-15,0 0 0 16,0 0 0-16,0 0-1 16,0 0 0-16,0 0-1 15,-5 0-2-15,5 0-1 0,0 0-6 16,-10 0-11-16,10-15-49 15,0 15-12-15</inkml:trace>
  <inkml:trace contextRef="#ctx0" brushRef="#br3" timeOffset="164983.24">12432 10843 287 0,'0'0'8'15,"0"0"3"-15,0 0 5 0,0 0 2 16,-7-11 2-16,7 11 3 15,0 0 0-15,-6-7 0 16,6 7-6-16,0 0-5 0,0 0-3 16,0 0-2-16,13-1-3 15,-1 1 0-15,6 0-1 16,1 0 0-16,6 0-1 16,1 1 1-16,3 2-1 15,-1 0 1-15,-1-3-2 0,-4 1 1 16,1-1-1-16,-6 3-1 15,-4-1 1-15,-1 1-1 16,-13-3 0-16,12 3 1 16,-12-3 0-16,3 12 0 0,-3-2 0 15,-3 0 1-15,-2 2 0 16,-4 5-2-16,-4 1 0 16,-2-1 0-16,2 3 0 15,-3-1 0-15,0-1 0 0,4 0 0 16,-3-1 0-16,0-2 0 15,6-3 0-15,0 1 0 0,0-3 0 16,2-1 0-16,7-9 0 16,-10 16 0-16,10-16 0 15,-6 12 0-15,6-12-12 16,0 0-25-16,3 10-47 16,-3-10-2-16</inkml:trace>
  <inkml:trace contextRef="#ctx0" brushRef="#br3" timeOffset="165383.29">13093 10850 344 0,'0'0'8'16,"0"0"5"-16,0 0 3 15,0 0 3-15,0 0 1 0,0 0 0 16,0 0 0-16,0 0 0 15,0 0-8-15,0 7-4 16,-7 6-4-16,-3-1-3 0,-1 6 0 16,-1 1-1-16,-3 1 0 15,3-2 0-15,0 1 0 16,1-1-2-16,2-6-3 16,1-2-7-16,1-2-13 15,-3-4-54-15,10-4-6 0</inkml:trace>
  <inkml:trace contextRef="#ctx0" brushRef="#br3" timeOffset="165534.59">12957 10924 369 0,'0'0'1'0,"0"0"4"0,0 0 3 16,4 8 2-16,6-1 0 15,5 5 0-15,2 4 1 16,6 1 3-16,0 2-5 0,9 2-15 15,-5 1-65-15,3-7-4 16</inkml:trace>
  <inkml:trace contextRef="#ctx0" brushRef="#br3" timeOffset="166516.85">11458 10949 252 0,'0'0'5'0,"0"0"4"0,0 0 4 15,0 0 4-15,2-10 1 16,-2 10 3-16,0 0 0 0,0 0 2 15,0 0-3-15,0 0-6 16,0 0-2-16,0 0-5 16,-7 12-1-16,-2 4-3 0,-7-2 1 15,-3 8-1-15,-9 6 0 16,-1 5-1-16,-8 1 1 16,-4 5 1-16,-1 0-1 15,-3 4 1-15,1-6-2 16,-2 3 1-16,9-3-1 15,-2-2 0-15,4-3 0 16,5-2-1-16,5-6 0 0,5-2 0 16,2-1-1-16,6-6 0 15,5-3-1-15,0-5-1 0,7-7 0 16,-5 10 1-16,5-10-3 16,0 0-3-16,0 0-7 15,5-4-20-15,4-2-44 16,-9 6-1-16</inkml:trace>
  <inkml:trace contextRef="#ctx0" brushRef="#br3" timeOffset="166983.26">10844 11385 408 0,'0'0'7'0,"0"0"4"0,0 0 1 0,0 0 0 16,-5-10 0-16,5 10 0 15,0 0 1-15,0 0 0 16,-4 15-7-16,1 0-1 15,1 2-5-15,-1 4 0 0,-5-2 0 16,3 6 0-16,-2-3 0 16,0-5 0-16,-4-2 0 15,4 0 0-15,5-3 0 16,2-12 0-16,-3 10 0 0,3-10 0 16,7 5 0-16,9-5 0 15,3-5 0-15,4-2 0 16,4-2 0-16,3-5 0 0,2 3 0 15,-4-2 0-15,-1 3 0 16,-2 0 0-16,-8 0 0 16,-4 3 0-16,-2 4 0 15,-11 3 0-15,0 0-2 0,0 0-39 16,0 0-41-16,-6 8-4 16</inkml:trace>
  <inkml:trace contextRef="#ctx0" brushRef="#br3" timeOffset="167632.87">10352 11628 381 0,'0'0'10'0,"0"0"2"0,0 0 2 15,0 0 2-15,0 0 0 16,0 0 0-16,5 0 0 15,-5 0 1-15,6 11-9 0,1-5-3 16,3 7-5-16,-1-1 0 16,7 3 0-16,1 1 0 15,2-2 0-15,2-3 0 16,-4 2 0-16,3-3 0 0,-5-2-2 16,2-1-9-16,-10-2-15 15,-7-5-55-15,5 7-3 16</inkml:trace>
  <inkml:trace contextRef="#ctx0" brushRef="#br3" timeOffset="167849.33">10571 11635 450 0,'0'0'3'0,"0"0"0"15,0 5 2-15,0-5 1 16,0 18 0-16,0-4 1 15,0 9 1-15,0 0-1 16,0 6-2-16,-5 0 0 0,0 4-2 16,-2 1 0-16,-4-1-5 15,-1-1-5-15,7-5-35 16,-2 3-40-16,-1-8-1 16</inkml:trace>
  <inkml:trace contextRef="#ctx0" brushRef="#br3" timeOffset="173882.88">603 8526 251 0,'0'0'5'0,"0"0"5"0,-3-9 2 16,3 9-3-16,-2-10 0 0,2 10-1 15,0 0-1-15,0 0 0 16,0 10-3-16,0 2-4 15,2 8-1-15,3-1 3 0,7 12 1 16,1-5 1-16,9-1 1 16,3 5-1-16,12-3 1 15,8 1-1-15,7-4-1 16,5 1-1-16,7-5 0 16,9 0 0-16,4-3 0 0,5-2 0 15,8 0-1-15,6-4 2 16,4-5-3-16,9 2 3 15,11-4-2-15,1-4-1 0,9 0 2 16,1 0-1-16,0-4 0 16,11-4-1-16,0 2 1 15,-1-2-1-15,1-3 1 16,-1-1 0-16,6 2-1 0,0-2 1 16,0-1-1-16,-4 3 1 15,4 0-1-15,-5 1 0 16,-5 4 1-16,-4-1-1 15,-11 6 0-15,-2 0 0 0,-6 6 0 16,-15 6 0-16,-7 0 0 16,-9 6 0-16,-9 1 0 15,-7 4 0-15,-10-3-1 16,-7 1 1-16,-11 4-1 0,-2-2 0 16,-4-2 1-16,-6 4-1 15,1-4 1-15,-11-1-1 16,-2-3 1-16,-4 3 0 15,-2-3 0-15,-6-2 0 0,-1 0 1 16,-2-5 0-16,-7 0 2 16,7-10 1-16,-13 11 0 15,13-11 0-15,-10 0 1 16,10 0 0-16,-10-8-1 16,10 8-2-16,-2-18 0 0,2 8-2 15,7-5-1-15,0 0 1 16,7 3-2-16,0-4 1 15,9 2-1-15,-1-1 1 0,8-2 0 16,-1 4 1-16,7-6 0 16,3 4-1-16,3-2 1 15,10-1 0-15,3 1 0 16,7-1 0-16,8 4-1 0,4-4 1 16,6 6 0-16,4-3 0 15,8 3-1-15,3-1 1 16,9 3 0-16,1 0 0 15,1 1 0-15,11 1-1 0,2 1 1 16,13-1 0-16,2-2-1 16,8 5 0-16,0-1 1 15,8 0-1-15,4 1 1 16,4-1-1-16,3 5 0 16,-2 1 0-16,5 0 0 0,3 0 0 15,-6 0 0-15,5 0 0 16,-4 1 0-16,0 5 1 15,-4-1 0-15,1 1 1 0,-2-2-1 16,-3 6-1-16,-3-3 0 16,-1 3 0-16,-3-2-2 15,-4-2 2-15,-3 2-1 16,-7-3 0-16,-3 0 0 16,-9-2 2-16,-1 0 0 0,-8-3 0 15,-11 0 1-15,-4 0 0 16,-7 0 0-16,-3 0 0 0,-5-3 0 15,-5 3-1-15,-2 0 1 16,-6 0-1-16,0 0 1 16,-4 0-1-16,-1 0 0 15,-4 0 0-15,0 0 0 16,-8-3 0-16,3-2 0 0,-6 0 0 16,1-3 2-16,-5-1-1 15,2-1-1-15,-7 3 1 16,-2-6 1-16,-1 1 1 15,-5 0 1-15,-2-1 2 16,-5-2 0-16,-6 3 1 0,2-1 1 16,-7 4-1-16,-3-4 0 15,-4 4-2-15,-7 9 0 16,9-13-3-16,-9 13-5 0,0 0-7 16,0-10-17-16,-16 10-48 15,16 0-2-15</inkml:trace>
  <inkml:trace contextRef="#ctx0" brushRef="#br3" timeOffset="176900.05">8715 8955 403 0,'0'0'6'0,"0"0"2"16,0 0 4-16,0 0 1 15,0 0 0-15,0-8 0 0,0 8 1 16,0 0 0-16,2 6-5 16,1 4-3-16,-3 7-6 15,2 3 0-15,-2 2 0 16,0 5 0-16,3 0 0 16,-3-2 0-16,0 0 0 0,3-2-6 15,-3-9-17-15,-6 4-58 16,6-8-5-16</inkml:trace>
  <inkml:trace contextRef="#ctx0" brushRef="#br3" timeOffset="177138.4">8484 8947 386 0,'0'0'6'0,"0"0"1"15,0 0 0-15,0 0 2 16,0 0 1-16,8-2 3 16,1 0-1-16,11-3 1 0,3-3-4 15,7-2-3-15,5 3 1 16,4-3-2-16,3 0-1 16,1 3-3-16,1-1-2 0,-7 6-5 15,-7 0-12-15,0-6-60 16,-5 8-4-16</inkml:trace>
  <inkml:trace contextRef="#ctx0" brushRef="#br3" timeOffset="177366.52">8973 9069 414 0,'0'0'2'16,"0"0"1"-16,0 0 0 0,0 12 1 16,0-2 0-16,0 0-1 15,0 2 0-15,0 3 1 16,0 3-5-16,0-3-12 16,0-15-52-16,6 20-9 15</inkml:trace>
  <inkml:trace contextRef="#ctx0" brushRef="#br3" timeOffset="177715.99">9090 8940 434 0,'0'0'5'16,"0"0"2"-16,0 0 2 0,0-12 0 15,0 12 1-15,0 0 0 16,-2-10 0-16,2 10-1 16,0 0-4-16,0 0-2 0,13-2-3 15,-13 2 0-15,14 9 0 16,-7 1 0-16,-2 2 0 16,1 4 0-16,1 1 0 15,-7 0 0-15,0-2 0 16,-2-3 0-16,-3 3 0 0,2-5 0 15,3-10 0-15,-5 13 0 16,5-13 0-16,10 0 0 16,7 0 0-16,6-5 0 15,4-15-20-15,15 5-61 0,10-6-3 16</inkml:trace>
  <inkml:trace contextRef="#ctx0" brushRef="#br3" timeOffset="181732.8">10444 10701 121 0,'0'0'2'0,"0"0"2"16,0 0 3-16,0 0 3 15,-12-2 1-15,12 2 1 0,-18 0 2 16,9 0 2-16,-3 0-1 16,-4 4 0-16,4 5-2 15,-8-2-2-15,2 2 0 16,1 4-1-16,-1-1-1 0,2 3-1 15,-5-2 0-15,1 5-1 16,-4-2 0-16,2 1-1 16,-4 4 1-16,4-2-2 0,-2 3 0 15,-1 2-1-15,2-5-1 16,3 8 1-16,3-2 0 16,-1 2 0-16,4 5-1 15,-4-2 0-15,1 4 1 16,2 1 1-16,-2 2-1 0,-1 1-1 15,-5-1 0-15,7 0 0 16,-2 3 0-16,1-1-1 16,2-2 1-16,0 5-1 15,2-4 0-15,6 1-1 0,2 3 1 16,0 0-1-16,-1-2 1 16,2 2-1-16,1 0 1 15,1-3-1-15,-3 4 0 16,0-3 2-16,3-1-1 0,-3 4 0 15,3-2 1-15,-1 1-1 16,-3 1 1-16,4 2-1 16,2 2 0-16,0-3 0 15,0 1 0-15,0-4 0 0,2 5-1 16,4-5-1-16,-1 3 1 16,2-6-1-16,0-1 0 15,3-1-1-15,-2-5 1 16,2 2-1-16,-3-7 1 0,6 2 0 15,-1-3 0-15,4-4 0 16,0 3 0-16,2-2 0 16,-1 0 0-16,8-3 1 15,-2-1-1-15,2 2 1 16,-1-3 0-16,1-2 0 0,0-3 0 16,2 4 1-16,1-7 0 15,2 2-2-15,-1-4 2 16,1-2-1-16,0-3 0 0,-2-2 0 15,-2 0 0-15,1 0 0 16,-4-5-1-16,0 0 0 16,-1 1 1-16,-5-4-1 0,3 0 0 15,-3 0 0 1,4-4 1-16,-1 5 0 0,-1-8 0 16,4 0 0-16,-1-2-1 15,2-5 1-15,4 2 0 0,-1-7 0 16,1 2 0-16,-2-7-1 15,0 2 1-15,-1-5-1 16,-1-4 1-16,-1-2 0 16,-1-3-1-16,1-6 1 15,-4 1-1-15,4-5 1 0,-3-3 0 16,-3 0-1-16,2-2 1 16,-3-1-1-16,-1 2 1 15,-5 2 0-15,-3-1 1 16,-5 3 0-16,-2-6 0 0,0 3 1 15,-2-4-1-15,-3-2 0 16,-2-4 0-16,-3 1-1 16,2-3 0-16,-4-2 1 0,0 5-2 15,-3 2 1-15,-2 1 1 16,-6 6-3-16,-2 6 1 16,-5 1 1-16,-2 5-1 15,-3 3 0-15,-2 2-1 16,-6 3 1-16,2 5-1 0,1 3 2 15,-3 1 0-15,4 3-1 16,-1 8 0-16,2 0 0 16,6 4 0-16,2 6-1 15,6 7 1-15,-3 5-3 0,4 7-7 16,5 10-34-16,4 8-37 16,7 1-2-16</inkml:trace>
  <inkml:trace contextRef="#ctx0" brushRef="#br3" timeOffset="185783.25">13133 8655 456 0,'0'0'6'0,"0"0"1"0,0 0 1 0,0 0 1 16,-3 8 2-16,-2 7 0 16,-7 8-8-16,-3 13-3 15,-9 6 0-15,-4 3 0 0,-2 13-9 16,-7 3-74-16,-3-10-4 15</inkml:trace>
  <inkml:trace contextRef="#ctx0" brushRef="#br3" timeOffset="194050.06">13642 8132 461 0,'0'0'4'0,"0"0"0"15,0 0 1-15,0 0 0 16,0 3 1-16,-2 12 0 16,-1 3 1-16,1 3-1 15,2 9-2-15,-2 2-1 16,2 8-3-16,0-3 0 0,0 3 0 15,0-8-8-15,2 0-33 16,0-2-41-16,3-8-2 16</inkml:trace>
  <inkml:trace contextRef="#ctx0" brushRef="#br3" timeOffset="194250.13">13376 8057 444 0,'0'0'4'0,"-12"-6"2"0,12 6 1 16,-10-10 0-16,8 0 2 15,2-3-1-15,9 1 1 0,17-3 0 16,13 0-3-16,9 3-4 16,16 5-2-16,3-3-5 15,15-9-69-15,0 20-11 16</inkml:trace>
  <inkml:trace contextRef="#ctx0" brushRef="#br3" timeOffset="194632.75">13839 8346 452 0,'0'0'6'0,"0"0"2"16,0 0 1-16,0-5 1 15,0 5 0-15,0 0 0 0,17-10-4 16,-2 7-6-16,2 3 0 16,1 3 0-16,6 2 0 15,-1 5 0-15,-1 1 0 16,1 2 0-16,-6 2 0 16,-4 3 0-16,-6-1 0 0,-2-2 0 15,-3-3 0-15,-2 1 0 16,0-13 0-16,-7 12 0 15,7-12 0-15,-15 0 0 0,7-3 0 16,-1-4 0-16,2-5 0 16,-2-6 0-16,4 4 0 15,5-4 0-15,0 0 0 16,8 2 0-16,7 0-2 0,0-2-11 16,7 10-8-16,3 0-28 15,-2 0-33-15,3 6-3 16</inkml:trace>
  <inkml:trace contextRef="#ctx0" brushRef="#br3" timeOffset="195399.79">14265 8297 331 0,'0'0'8'0,"0"0"2"16,0 0 2-16,-7 2 3 0,7-2 0 15,-14 4-1-15,3 1 2 16,-3 3-1-16,3 4-7 16,-3 1-3-16,2 2-1 0,1-1-2 15,2 4 0-15,5-3 0 16,4 0 0-16,0-3-1 15,6-2 1-15,4-3 0 16,3-7 1-16,1 0 0 0,1-3 0 16,7-6 0-16,-4-4 0 15,0-2 1-15,-1-4 0 16,0 1-1-16,-5-2 0 16,1 2 0-16,-5 4-1 15,-4 2-2-15,-4 12 0 0,8-9-1 16,-8 9 0-16,0 6 0 15,2 7 0-15,-2-1 0 16,2 3 0-16,3 2 2 0,1-2-1 16,1-2 1-16,1-6 0 15,5 1 0-15,-1-8 0 16,2 0 0-16,6-8 0 16,0-2 0-16,0-1-1 0,-2-6 1 15,2 3 0-15,-6-3-1 16,-2 2 1-16,-1 5-1 15,-4 0 0-15,-7 10-1 0,0 0 0 16,0 0-1-16,0 0 1 16,-2 8-1-16,-2 1 1 15,3 7-1-15,1-2 2 16,0-2 0-16,1 1 1 0,12-1-1 16,3-7 0-16,0 0 1 15,5-5-1-15,4 0 1 16,0-7 0-16,-1-1 0 15,-5-5 0-15,2 2 1 16,-9-4 1-16,-2 0-1 0,-4 2-1 16,-6 3 1-16,0 0-2 15,0 10 0-15,-18-9 0 16,6 7 0-16,4 2 0 16,-4 2-3-16,12-2 2 0,-10 17 0 15,8-7 0-15,2 2 1 16,4 1 0-16,5 4 0 15,4-4 0-15,3 1 0 0,-2-2 1 16,1 1-1-16,-3-1 0 16,1-1 0-16,-13-11-1 15,15 14 1-15,-15-14 0 16,0 12 1-16,0-12-1 0,-15 10 1 16,-2-4-1-16,-4-2 1 15,-3 1-2-15,-6-2-8 16,8-11-62-16,-6 8-11 15</inkml:trace>
  <inkml:trace contextRef="#ctx0" brushRef="#br3" timeOffset="196583.04">15012 8254 427 0,'0'0'6'0,"0"0"3"16,0 0 2-16,0 0 1 16,0 0 1-16,0 0 1 15,0 0 0-15,0 0-9 16,0 0-5-16,0 0 0 16,0 0 0-16,12 0 0 0,2 0 0 15,6 0 0-15,3 0 0 16,5 0 0-16,-1 2 0 15,-3-2 0-15,-1 3 0 16,-3 1 0-16,-8 5 0 0,-7 0 0 16,-5 3 0-16,-12 3 0 15,-9 1 0-15,0 3 0 16,-4-2 0-16,-3 3 0 0,1 0 0 16,-1-5 0-16,5-4 0 15,9 3 0-15,1-7 0 16,13-7 0-16,0 13 0 15,11-11 0-15,8-2 0 0,6 0 0 16,5 0 0-16,5-5 0 16,-1-1 0-16,-2 5 0 15,-2-5 0-15,-2 5 0 16,-10-2 0-16,-6 3 0 16,-2 0 0-16,-10 0 0 0,0 0 0 15,0 0 0-15,0 0 0 16,0 0 0-16,0 0 0 15,0 4 0-15,0-4 0 16,0 0 0-16,-10 7 0 0,10-7 0 16,0 0 0-16,-7-4-36 15,7 4-50-15,0 0-4 16</inkml:trace>
  <inkml:trace contextRef="#ctx0" brushRef="#br3" timeOffset="197099.96">15752 7825 389 0,'0'0'7'0,"0"0"3"15,0 0 1-15,0-9 1 16,0 9 0-16,0 0 1 16,-10 0-1-16,-2 12 2 0,-11 15-5 15,4 12-2-15,-9 16-1 16,1 12 0-16,-3 16-3 15,-2 4-3-15,9 8 0 0,5 2 0 16,9-1 0-16,9-9 0 16,9-3 0-16,16-10 0 15,7-9 0-15,14-13 0 16,3-10 0-16,13-17-62 16,-5 0-24-16</inkml:trace>
  <inkml:trace contextRef="#ctx0" brushRef="#br3" timeOffset="197982.73">16040 8338 401 0,'0'0'6'0,"0"0"2"15,-2-12 1-15,2 12 1 16,-13-10 1-16,5 2 1 0,-4 6-1 16,-3-3 2-16,1 5-7 15,-9 2-1-15,3 6-1 16,-2 5-1-16,2 4-1 16,3-1-1-16,2 5 1 0,10 4-1 15,2-6 0-15,8 2 1 16,7-7-1-16,8-2 1 15,3-7-2-15,4-3 0 16,3-4 0-16,0-8 0 0,-3-10 0 16,0-4 0-16,-4-14 0 15,-5-3 0-15,-6-9 0 16,-5-4 0-16,-7-7 0 16,0 3 0-16,-3 1 0 0,-4 7 0 15,0 8 0-15,-4 9 0 16,4 11 0-16,0 12 0 15,7 10 0-15,-12 18 0 16,6 14 0-16,4 8 0 0,2 9 0 16,0 8 0-16,4 8 0 15,5-1 0-15,3-2 0 16,0-7 0-16,8 2 0 0,15-13-84 16,-15-7-4-16</inkml:trace>
  <inkml:trace contextRef="#ctx0" brushRef="#br3" timeOffset="198449.81">16296 8378 450 0,'0'0'6'0,"0"0"2"0,0 0 2 0,-8-12 1 0,8 12 0 15,-2-16 1-15,2 4-9 16,2 0-3-16,6-1 0 15,5 6 0-15,-1-2 0 16,6 0 0-16,1 8 0 16,-4 1 0-16,0 0 0 15,0 6 0-15,-10 7 0 0,-3-1 0 16,-2 6 0-16,-2-1 0 16,-8 4 0-16,-3-5 0 15,4 4 0-15,-4-5 0 0,1 0 0 16,2-5 0-16,5 2 0 15,5-12 0-15,0 14 0 16,0-14 0-16,10 11 0 0,4-6 0 16,-1 0 0-16,4-3 0 15,1 8 0-15,-1-2 0 16,0-3 0-16,1 2 0 16,-3 1 0-16,-6-1 0 15,2 3 0-15,-9-1 0 0,-2-9 0 16,0 18 0-16,-7-11 0 15,-6 1 0-15,-6-3 0 16,-4 0 0-16,-4-4-5 16,-3 3-18-16,0-4-59 0,-2-4-3 15</inkml:trace>
  <inkml:trace contextRef="#ctx0" brushRef="#br3" timeOffset="198733.06">16661 7791 458 0,'0'0'5'0,"0"0"1"16,0 0 2-16,0 0-1 0,-7-8 1 16,7 8 1-16,7 17 1 15,15 13-10-15,11 10 0 16,4 12 0-16,5 7 0 15,1 13 0-15,-1 10 0 16,-5 2 0-16,-10 5 0 16,-22-12 0-16,-12 2 0 15,-21 1 0-15,-18-8 0 0,-14 2 0 16,-15-15 0-16,-22 4-55 16,16-7-32-16</inkml:trace>
  <inkml:trace contextRef="#ctx0" brushRef="#br3" timeOffset="201750.29">11426 12747 254 0,'0'0'6'15,"0"0"4"-15,0 0 4 0,0 0 2 16,0 0 2-16,0 0 3 16,0 8 1-16,0-8 4 15,0 0-8-15,0 0-4 16,0 0-2-16,0 0-4 15,0 0-3-15,-7 10-1 0,7-10-3 16,-10 7-1-16,10-7-1 16,-4 8 0-16,4-8 0 15,0 10 1-15,0-10-1 0,0 0 2 16,14 7-1-16,-5-7 2 16,2 0 0-16,-2 0 0 15,3 0 1-15,-3-2 0 16,0-2 1-16,-9 4 1 0,12-8-1 15,-12 8 1-15,3-13-1 16,-3 13 0-16,-5-8-1 16,-5 4-2-16,3 4 0 0,-8 0-1 15,0 0-1-15,-4 4 0 16,6 4-1-16,-3 2 0 16,7 0 0-16,-2 0 1 15,6-1-1-15,5 1 1 0,0-10 0 16,16 15 0-1,-4-8 1-15,6-4 0 0,-1 0 0 16,3-3 1-16,-2 0 0 16,-4 0 0-16,4-3 1 15,-6-2 0-15,-5-2 1 16,-7 7 0-16,7-13-1 0,-7 13 0 16,-2-14 0-16,2 14 0 15,-17-10-2-15,2 5 0 16,0 5 0-16,2 0-1 0,-4 0-1 15,2 1 0-15,1 5 0 16,4 2 0-16,10-8 0 16,-8 11 0-16,8-11 0 0,2 11 1 15,9-6 0-15,3-3 1 16,2-2 0-16,0 0 1 16,0-2 0-16,-2-1 0 15,2-1 1-15,-4-5 0 16,-12 9 0-16,9-11 0 0,-9 11 0 15,0-10 0-15,0 10-1 16,-12-5 0-16,0 5-1 16,-3 0-1-16,3 0 0 15,-4 5-1-15,4 0-2 16,5 0-3-16,-1 5-9 0,8-10-30 16,-2 10-35-16,2-10-2 15</inkml:trace>
  <inkml:trace contextRef="#ctx0" brushRef="#br4" timeOffset="205583.36">11478 12784 280 0,'0'0'7'0,"0"0"4"16,0 0 2-16,0 0 3 16,0 7 0-16,0-7 1 15,0 0 1-15,0 0 1 0,0 9-8 16,0-9-2-16,0 16-2 16,0-3-1-16,3 5-2 15,-1 4 1-15,0 7 0 0,-2 4-1 16,0 7 0-16,3-1 0 15,-3 4-1-15,0 1-1 16,0-2-1-16,-3-3 1 16,1-1-1-16,2-3-1 0,-2-3 0 15,2-3 1-15,0-4-1 16,0-3 1-16,0-2-1 16,0-5 0-16,0 0-1 15,0-5 0-15,0-10-2 16,0 15 0-16,0-15-1 0,0 0-1 15,0 0-2-15,0 0-1 16,0 0-1-16,-8 0-1 16,8 0-3-16,-4-20 0 15,0 8-3-15,-1-8-2 0,5 0-5 16,0-2-6-16,-2-6-1 16,2 3 1-16,0-1 4 15,0-2 3-15,0 1 5 0,0 2 9 16,0-3 17-16,0 7 13 15,2-4 8-15,-2 2 2 16,3 1 2-16,-3 3 0 16,0 1-3-16,0 3 0 0,0 5-8 15,0 0-4-15,0 10-4 16,0-9-3-16,0 9-3 16,0 0-3-16,-5 12-1 15,0 5-2-15,0 10-2 0,1 5-1 16,1 6 0-16,-3 8 0 15,2 2 1-15,4 2-1 16,0-1 0-16,0 1 0 16,4-6 0-16,2-4 0 0,1-3-1 15,-2-3 1-15,2-3 0 16,-2-7 0-16,1-1 0 16,-1-6 0-16,-3-5 1 0,-2-2-1 15,0-10 2-15,3 11 0 16,-3-11-1-16,0 0 0 15,0 0-1-15,0 0-2 16,0-8-3-16,0 8-4 16,-3-16-8-16,-2 9-29 0,5-5-38 15,-2-3-2-15</inkml:trace>
  <inkml:trace contextRef="#ctx0" brushRef="#br4" timeOffset="206283.13">11232 13446 373 0,'0'0'7'0,"0"0"3"0,0 0 3 0,0 0 0 16,0 0 0-16,0 0 1 15,5 6 1-15,-5-6 0 16,10 12-5-16,0-3-4 16,0 7-1-16,2-4-2 15,3 5 1-15,2 1-1 0,3 4 0 16,1-5-1-16,-5 3 0 16,2 0-2-16,-1-2 0 15,-4-4 0-15,2 3 0 16,-2-2 0-16,-4 0 0 0,-2-6 0 15,-2 4 0-15,3-1 0 16,-5-1 0-16,-3-11 0 16,5 12 0-16,-5-12 0 0,0 0 0 15,9 2 0-15,-9-2 0 16,18-10 0-16,-8-2 0 16,1-8 0-16,8-2 0 15,-2-5 0-15,5-8 0 16,-2 3 0-16,5-3 0 0,-6-3 0 15,4 7 0-15,-5 4 0 16,-4 2 0-16,-1 8 0 16,-3 2 0-16,-3 5 0 15,-7 10 0-15,7-10 0 0,-7 10 0 16,0 0 0-16,0 0 0 16,0 0 0-16,0 0 0 15,0 4 0-15,0-4 0 16,0 11 0-16,0 1-12 0,9-2-77 15,-9 0-2-15</inkml:trace>
  <inkml:trace contextRef="#ctx0" brushRef="#br4" timeOffset="207082.93">11485 13966 403 0,'0'0'6'15,"0"0"3"-15,0 0 3 16,0 0 2-16,0 0 0 0,0 0 1 16,0 0 1-16,0 0 0 15,0 0-10-15,0 0-6 16,21-9 0-16,-7 6 0 15,2-2 0-15,3 0 0 0,6-2 0 16,2 2 0-16,1 0 0 16,-1 0 0-16,-2-1 0 15,-3 4 0-15,-2 2 0 16,-9 0 0-16,3 0 0 0,-14 0 0 16,2 18 0-16,-4-3 0 15,-12 2 0-15,1 3 0 16,-8-1 0-16,-4 6 0 15,-1-2 0-15,-2-3 0 16,-1 2 0-16,1-3 0 0,3-6 0 16,2 2 0-16,7-3 0 15,0-5 0-15,4-1 0 16,12-6 0-16,0 0 0 0,0 0 0 16,7 7 0-16,11-7 0 15,-1-3 0-15,6 0 0 16,4-4 0-16,3 0 0 15,5 2 0-15,-3-2 0 0,3 2 0 16,-1-3 0-16,1 6 0 16,-5-3 0-16,-5 5 0 15,0 0 0-15,-7-2 0 16,-4 2 0-16,-7 0 0 0,-7 0 0 16,0 0 0-16,0 0 0 15,0 0 0-15,0 0 0 16,0 4 0-16,0-4 0 15,-12 5 0-15,12-5 0 0,-18 3 0 16,18-3 0-16,-14 0 0 16,14 0 0-16,-13 11-49 15,13-11-41-15</inkml:trace>
  <inkml:trace contextRef="#ctx0" brushRef="#br4" timeOffset="208416.68">11381 12783 242 0,'0'0'8'0,"0"0"2"0,-11-3 7 16,11 3 2-16,0 0 1 16,0 0 2-16,-9 0-1 15,9 0 1-15,0 0-4 16,0 0-5-16,9 3-3 0,2-2-1 16,6 5-1-16,7-5-1 15,7 3 1-15,6-4 0 16,11 2 0-16,7-2-2 0,9 0 0 15,1 0-1-15,9-2-1 16,1-2 0-16,-1 3-1 16,-2-2-1-16,1 0 0 15,-9 3-1-15,-4-1-1 0,-9 1 1 16,-8 0-1-16,-3 0 1 16,-11 1-1-16,-1-1 0 15,-11 3 0-15,-4-3 0 16,-4 3 1-16,-9-3-1 15,13 0 1-15,-13 0 1 0,0 0 0 16,0 0-2-16,0 0 0 16,0 0 0-16,0 0 0 15,0 0 0-15,0 0 0 16,0 0 0-16,-2-6 0 16,2 6 0-16,0 0 0 0,0 0 0 15,-13-6 0-15,13 6 0 16,-10-3-15-16,10 3-17 15,0 0-52-15,0 0-3 0</inkml:trace>
  <inkml:trace contextRef="#ctx0" brushRef="#br4" timeOffset="208803.22">12333 12671 332 0,'0'0'7'0,"0"0"4"15,0 0 1-15,0 0 2 16,0 0 1-16,0 0 1 0,-10 5 1 16,10-5 2-16,4 7-7 15,9-1-2-15,-2-2-3 16,11 0 1-16,-2 2-2 15,4 2-1-15,1-4-2 16,2 2-1-16,-6-2 0 0,-5 4-1 16,2 2 1-16,-8 2 0 15,-8 3 0-15,-2 5 0 16,-9-2 0-16,-4 6 0 16,-7-2-2-16,0 1 0 0,1-2 0 15,-6 0 0-15,5-4 0 16,3-2 0-16,1-5 0 15,4 0-5-15,12-10-9 0,-14 10-10 16,14-10-58-16,0 0-4 16</inkml:trace>
  <inkml:trace contextRef="#ctx0" brushRef="#br4" timeOffset="209071.56">12947 12673 482 0,'0'0'2'15,"0"0"0"-15,0 0 0 16,-8 10 0-16,-2 0 1 16,1 3 0-16,-9 2 0 0,0 3 0 15,1 1-1-15,-3 1 0 16,1-3-1-16,3 3-3 15,-1-6-6-15,9 1-8 16,-4 5-42-16,7-10-25 0,5-10-3 16</inkml:trace>
  <inkml:trace contextRef="#ctx0" brushRef="#br4" timeOffset="209216.69">12800 12696 384 0,'0'0'1'0,"0"0"1"15,0 0 3-15,12 12 1 16,-5-2 0-16,6 3 2 16,7 3 0-16,0 5 0 15,3-5-4-15,4 8-13 0,-2-3-62 16,-3-3-3-16</inkml:trace>
  <inkml:trace contextRef="#ctx0" brushRef="#br4" timeOffset="209933.05">11327 12834 259 0,'0'0'10'0,"0"0"4"0,0 0 4 0,0-9 4 16,0 9 1-16,0 0 2 15,0-9 0-15,0 9-1 0,0 0-6 16,0 0-8-16,-8 6-3 16,-2 6-3-16,-5 3-2 15,-5 5-1-15,-5 5 0 0,-1 4 0 16,-8 4 0-16,2 0-1 15,0 0 1-15,-3 3-1 16,1-4 0-16,-1-3 0 16,0-1 1-16,3-2-1 0,5-1 0 15,-1-5 0-15,3 1-1 16,6-7 1-16,3 1 0 16,4-5 0-16,4-3-1 15,8-7 1-15,-9 10 0 16,9-10-2-16,0 0 0 0,0 0-2 15,0 0-4-15,0 0-8 16,0 0-33-16,0 0-30 0,0 0-3 16</inkml:trace>
  <inkml:trace contextRef="#ctx0" brushRef="#br4" timeOffset="210404.74">10731 13102 384 0,'0'0'7'16,"0"0"3"-16,0-11 3 0,0 11 2 15,2-8 1-15,-2 8-1 0,0 0 0 16,0 0 1-16,0 0-7 15,10 14-4-15,-10 3-2 16,0 8-2-16,-3 0-1 16,-3 5 2-16,3-1-2 15,-6 1 0-15,0-5 0 0,2-1 0 16,-2-4 0-16,2-2 0 16,0-4 0-16,0-6 0 15,7-8 0-15,-5 10 0 16,5-10 0-16,0 0 0 0,14-3 0 15,4-1 0-15,-1-7 0 16,8 4 0-16,2-3 0 16,6-5 0-16,-1 5 0 0,-5-2 0 15,2 5 0-15,-9-1 0 16,1 3 0-16,-6 3 0 16,-5-1 0-16,-10 3 0 15,9 0-6-15,-9 0-11 0,0 0-66 16,0 0-3-16</inkml:trace>
  <inkml:trace contextRef="#ctx0" brushRef="#br4" timeOffset="210833.85">10382 13483 374 0,'0'0'6'0,"0"0"4"16,0 0 1-16,0 0 0 15,0 0 0-15,0 0 2 0,5 6 0 16,-5-6 2-16,10 9-7 16,0-2-2-16,0 6-2 15,3-3 0-15,1 2 1 16,4 0-2-16,-4 1-1 0,3-3-1 15,1 0 1-15,2 2-1 16,-4-4-2-16,-2 2-6 16,-4-6-11-16,3 2-63 15,-6 2-4-15</inkml:trace>
  <inkml:trace contextRef="#ctx0" brushRef="#br4" timeOffset="211032.82">10678 13522 450 0,'0'0'4'0,"0"0"2"0,0 0 0 15,0 0 1-15,0 11 1 16,0 3 0-16,-5 4 0 0,-3 7 1 16,-5 7-4-16,0 5-5 15,-5 7 0-15,0 4 0 16,-1 1 0-16,-4-4 0 15,5-3-80-15,-1-2-6 0</inkml:trace>
  <inkml:trace contextRef="#ctx0" brushRef="#br3" timeOffset="-208296.94">13352 11073 365 0,'0'0'8'16,"0"0"3"-16,0 0 2 0,-3-9 2 15,3 9 1-15,0-8 1 16,0 8 1-16,0-15 0 16,0 15-6-16,12-13-4 0,-2 6-4 15,-2 2-1-15,4 3-3 16,-2 2 3-16,1 0-3 15,1 2 0-15,-3 6 0 16,-1 1 0-16,-3 4 0 16,-2 2 0-16,-1 2 0 15,-2 3 0-15,-7 0 0 0,-1-1 0 16,-4-1 0-16,0 2 0 16,-4-6 0-16,7-2 0 15,-2-1 0-15,8-1 0 0,3-10 0 16,0 0 0-16,9 7 0 15,5-7 0-15,4-3 0 16,4 1 0-16,3-3 0 16,0 0 0-16,0 0 0 0,-3 0 0 15,-5 0 0-15,-1 3 0 16,-7 2 0-16,-9 0 0 16,12 0 0-16,-12 0 0 15,0 0 0-15,0 0 0 0,0 0 0 16,-5 4 0-16,5-4 0 15,-9 8 0-15,9-8 0 0,-7 5 0 16,7-5 0-16,0 0-5 16,-21 5-80-16,21-5-3 15</inkml:trace>
  <inkml:trace contextRef="#ctx0" brushRef="#br3" timeOffset="-207030.02">10660 11908 411 0,'0'0'6'0,"0"0"3"16,0-2 3-16,0 2 1 15,0-10 2-15,0 10 0 0,0-13 1 16,0 13-2-16,3-15-14 15,-3 15 0-15,13-15 0 16,-4 8 0-16,1 0 0 16,1 1 0-16,-2 1 0 0,7 3 0 15,-2-1 0-15,-2 3 0 16,-1 5 0-16,-2 4 0 16,-2 0 0-16,-4 3 0 0,-1 6 0 15,-2-1 0-15,-7 4 0 16,-5-2 0-16,-1 1 0 15,1-3 0-15,-2 3 0 16,-2-6 0-16,4 1 0 16,4-5 0-16,8-10 0 15,-14 15 0-15,14-15 0 0,0 0 0 16,0 0 0-16,0 0 0 16,9 5 0-16,2-5 0 15,1 0 0-15,6-2 0 0,-4-6 0 16,4 6 0-16,-1-3 0 15,-2-1 0-15,-3 4 0 16,0 0 0-16,-4-1 0 0,-8 3 0 16,10 0 0-16,-10 0 0 15,0 0 0-15,0 0 0 16,0 0 0-16,0 0 0 16,0 0 0-16,0 0 0 15,0 0 0-15,0 0 0 0,0 0 0 16,0 0 0-16,0 0 0 15,0 0 0-15,0 0 0 16,0 0 0-16,0 0 0 16,0 0 0-16,0 0 0 0,0 0-20 15,0 0-66-15,0 0-5 16</inkml:trace>
  <inkml:trace contextRef="#ctx0" brushRef="#br3" timeOffset="-205696.64">12028 11897 350 0,'0'0'7'0,"0"0"5"15,0 0 3-15,0 0 2 16,0 0 2-16,-11-7 1 15,11 7 1-15,0 0 0 16,0-12-7-16,0 12-4 0,11-12-5 16,1 10-5-16,-3-4 0 15,7 1 0-15,0 3 0 16,0 2 0-16,-2 0 0 16,2 2 0-16,-3 9 0 0,-1 1 0 15,-7 2 0-15,-3 4 0 16,-2 2 0-16,-2-1 0 15,-6 0 0-15,-5 5 0 16,1-6 0-16,-1-4 0 0,1 1 0 16,5 0 0-16,7-15 0 15,-13 12 0-15,13-12 0 16,0 0 0-16,0 0 0 16,11 5 0-16,-2-5 0 0,9-5 0 15,-1 0 0-15,3-2 0 16,-1 2 0-16,-1-5 0 15,0 5 0-15,-1 2 0 16,-8-2 0-16,2 3 0 0,-11 2 0 16,12-3 0-16,-12 3 0 15,0 0 0-15,0 0 0 16,0 0 0-16,0 0 0 0,0 0 0 16,0 0 0-16,0 0 0 15,0 0 0-15,0 0 0 16,0 0 0-16,0 0 0 15,0 0 0-15,-10 3-59 16,10-3-33-16</inkml:trace>
  <inkml:trace contextRef="#ctx0" brushRef="#br4" timeOffset="-201946.89">13127 12800 365 0,'0'0'6'0,"0"0"3"15,0 0 3-15,0 0 2 16,0 0 0-16,0 0 2 0,0 0-1 16,0 0 1-1,0 0-6-15,14-5-3 0,-14 5-2 16,12-5-3-16,-2 2 0 16,0 3-1-16,2 0-1 15,1 0 1-15,-1 0-1 16,0 3 0-16,-2 2 0 0,-10-5 0 15,12 13 1-15,-12-13-1 16,0 17 0-16,0-8 0 16,-7-2 0-16,-1 4 0 0,-2-4 0 15,1 3 0-15,-1-2 0 16,10-8-1-16,-13 12 1 16,13-12-1-16,-7 9 0 15,7-9 1-15,0 11-1 16,0-11 1-16,15 5 0 0,-5 0 0 15,0-3 0-15,3 0 0 16,-1 1 0-16,-3-1-1 16,2 1 1-16,-11-3 0 15,12 5 1-15,-12-5-1 0,0 0 1 16,0 10 1-16,0-10-1 16,-14 10 0-16,0-8 0 15,-1 4 1-15,-4-2-2 0,-1-1 1 16,3 2-1-16,1-3-2 15,0 1-4-15,8 5-12 16,-5-7-62-16,13-1-4 16</inkml:trace>
  <inkml:trace contextRef="#ctx0" brushRef="#br4" timeOffset="-200747.49">10648 13890 378 0,'0'0'6'0,"0"0"2"16,0 0 1-16,0 0 2 0,0 0 0 16,0 0 1-16,0 0 0 15,12-7-1-15,-12 7-3 16,11-6-4-16,-11 6-2 0,14-5-1 15,-14 5 0-15,16 0-1 16,-9 0 1-16,-7 0-1 16,12 0 0-16,-12 0 1 15,11 11-1-15,-11-11 1 0,0 14-1 16,0-3 0-16,-9-5-1 16,2 4 0-16,-2-2 1 15,0 1-2-15,2-1 0 16,7-8 1-16,-14 10-1 0,14-10 1 15,0 0 0-15,0 15 1 16,0-15 0-16,14 4 1 16,-3 0 0-16,-2-2 0 15,3 0 0-15,4 1 0 16,-4-1 0-16,1 1 0 0,-4-1 0 16,-9-2 0-16,12 7 1 15,-12-7-1-15,0 11 1 16,0-11-1-16,-14 12 1 0,1-5-1 15,-4 1 0-15,-3-3 0 16,-3 2 0-16,2-5-1 16,-3 4 1-16,5-2-1 15,0-1 0-15,3 0-2 16,4-3-2-16,12 0-8 0,-18 0-17 16,6 0-51-16,12 0-1 15</inkml:trace>
  <inkml:trace contextRef="#ctx0" brushRef="#br4" timeOffset="-199263.72">12049 14058 376 0,'0'0'8'16,"0"0"2"-16,0 0 3 0,0 0 1 16,0 0 3-16,0 0-3 15,0 0 2-15,-7-10 1 16,7 10-7-16,2-7-4 16,-2 7-3-16,18-10-1 0,-3 2 0 15,2 6-1-15,0-3-1 16,1 3 2-16,2 2-2 15,-5 0 0-15,-2 0 0 16,-6 2 0-16,-7-2 0 0,5 12 0 16,-5-12 0-16,-3 18 0 15,-4-11 0-15,-3 4 0 16,-2-3 0-16,2 3 0 16,-1-1 0-16,11-10 0 0,-14 12 0 15,14-12 0-15,-3 10 0 16,3-10 0-16,0 0 0 15,8 10 0-15,1-5 0 16,4 0-2-16,2-3 1 16,0 1 1-16,0-2-1 0,0 7 0 15,-1-5 0-15,2 0 1 16,-7 0 0-16,1-2 0 16,-10-1 0-16,10 7 0 0,-10-7 0 15,0 0 1-15,-5 13 0 16,-5-9-1-16,-2 0 1 15,-3 0 0-15,-8 2-1 16,2-1 2-16,-7 0-2 16,-4 0 0-16,4-1 0 0,1 2 0 15,4-4-3-15,4 6-10 16,-4-4-69-16,23-4-2 16</inkml:trace>
  <inkml:trace contextRef="#ctx0" brushRef="#br5" timeOffset="-195646.27">11501 14716 315 0,'0'0'9'0,"0"0"2"0,0 0 3 15,0 0 2-15,-4 6 4 16,4-6-1-16,0 0 0 0,0 0 0 15,0 0-7-15,-12 12-3 16,12-12-3-16,-7 15-2 16,5-5-2-16,-1 3 0 0,3 1 0 15,0-1 0-15,0 2 0 16,0-2-1-16,5-4 1 16,0 1 0-16,5-2 0 15,3-4 0-15,-1-4 0 16,-1 0 1-16,3 0 0 0,-2-2 1 15,-2-3 0-15,-10 5-1 16,15-20-3-16,-14 7 0 16,-1 1 0-16,-1-1 0 0,-6-1 0 15,-3 4 0-15,-3 0 0 16,-1 3 0-16,-2 2 0 16,4 5 0-16,-3 0 0 15,3 5 0-15,4 2 0 16,8-7 0-16,-13 20 0 0,13-10 0 15,0 3 0-15,3-4 0 16,-3-9 0-16,18 12 0 16,-4-8 0-16,4-2 0 15,-4-2 0-15,2 0 0 0,-4-2 0 16,3-4 0-16,-8-1 0 16,-3-1 0-16,2-2 0 15,-6 0 0-15,-2 1 0 16,2 9 0-16,-20-15 0 0,7 12 0 15,1-2 0-15,-3 5 0 16,3 5 0-16,-4-2 0 16,4 7-2-16,5-3-10 15,5 5-11-15,-1 3-31 0,3-5-31 16,0-3-1-16</inkml:trace>
  <inkml:trace contextRef="#ctx0" brushRef="#br5" timeOffset="-194830.26">11563 14866 335 0,'0'0'7'0,"0"0"3"0,0 0 4 16,-6-10 4-16,6 10-1 15,0 0 1-15,-9-8 1 16,9 8-2-16,0 0-5 0,-15 0-4 15,9 10-4-15,1 3-1 16,3 6-1-16,-3 4-1 16,3 7 0-16,-1 4 0 15,3 5 0-15,0 6 0 0,0 0 1 16,0 3 0-16,5 3-1 16,-2 2 1-16,-1-2 0 15,3-1-1-15,-3 2 0 16,0-3 1-16,2-1-2 15,-4-4 1-15,3 3 0 0,-3-8-1 16,0 2 0-16,2-2 0 16,-2-2 0-16,0-2 0 15,0-1 0-15,0-4 0 16,0 0 0-16,-2-3 0 0,2-2 1 16,0 0 0-16,0-3 0 15,0-3 0-15,0 2 2 16,0-4-3-16,0-1 0 15,0 1 0-15,0 0 0 16,-3-3 0-16,3 1 0 0,0 0 0 16,-6 0 0-16,6-1 0 15,-2 2 0-15,2-2 0 16,-3-1 0-16,3 2 0 16,0-3 0-16,0 1 0 0,3-1 0 15,-1-2 0-15,-2 5 0 16,0 0 0-16,0-3 0 15,0 2 0-15,0-1 0 0,0-1 0 16,0-2 0-16,0 0 0 16,0 0 0-16,0-10 0 15,2 13 0-15,-2-13 0 16,0 0 0-16,0 10 0 16,0-10 0-16,0 0 0 0,0 0 0 15,0 0 0-15,0 0 0 16,4-8 0-16,-4 8-10 15,0-20-21-15,-6 5-52 0,6-2-4 16</inkml:trace>
  <inkml:trace contextRef="#ctx0" brushRef="#br5" timeOffset="-194146.67">11257 16094 351 0,'0'0'7'0,"0"0"5"15,0 0 2-15,-6-13 2 0,6 13 0 16,-2-8 2-16,2 8 0 16,0-11 0-16,0 11-7 15,0 0-3-15,8-6-2 16,-8 6-2-16,17 14-1 16,-4-3-1-16,6 7-1 15,4 2 1-15,2 4 0 0,2 6 0 16,-3 1-2-16,2 1 0 15,-4-3 0-15,3 6 0 16,-6-5 0-16,-1-1 0 16,-4-1 0-16,0-3 0 0,-5-1 0 15,4-4 0-15,-5 3 0 16,-1-9 0-16,0-2 0 16,-5 1 0-16,-2-13 0 15,9 12 0-15,-9-12 0 0,0 0 0 16,0 0 0-16,9 0 0 15,-2-9 0-15,-2-7 0 16,6-3 0-16,1-4 0 0,1-9 0 16,1-5 0-16,6-5 0 15,2-2 0-15,3-3 0 16,-2-3 0-16,2 2 0 16,0 2 0-16,-3 9 0 15,-2 2 0-15,-6 10 0 0,-1 5 0 16,-6 6 0-16,1 4 0 15,-8 10 0-15,0 0 0 16,0 0 0-16,0 0 0 16,0 0 0-16,2 10 0 0,-2-10 0 15,0 22 0-15,-10-7-37 16,6-1-49-16,-1-2-4 16</inkml:trace>
  <inkml:trace contextRef="#ctx0" brushRef="#br5" timeOffset="-193263.55">11428 16835 391 0,'0'0'6'0,"0"0"3"0,0 0 2 16,0 0 2-16,0 0 1 15,0 0 1-15,0 0 0 16,0 0 2-16,13 2-5 15,6-2-4-15,2 0-8 0,13 0 0 16,1 0 0-16,8-2 0 16,3 0 0-16,0-1 0 15,0-2 0-15,-4 5 0 0,-1-2 0 16,-9 2 0-16,-7 0 0 16,-6 0 0-16,-6 4 0 15,-13-4 0-15,12 10 0 16,-12-10 0-16,-4 18 0 0,-10-5 0 15,-2 0 0-15,-7 8 0 16,-9-1 0-16,2 2 0 16,-7 1 0-16,-3-2 0 15,0 2 0-15,8-1 0 16,-3-1 0-16,4-7 0 0,10 1 0 16,4-6 0-16,7 1 0 15,10-10 0-15,-13 13 0 16,13-13 0-16,7 3 0 0,6-1 0 15,2-2 0-15,7 0 0 16,3-5 0-16,5 0 0 16,0-3 0-16,7 4 0 15,-2-2 0-15,-3 0 0 0,0 0 0 16,-4 1 0-16,-1 0 0 16,-4 3 0-16,-4 2 0 15,-8-3 0-15,-2 3 0 16,-9 0 0-16,8 0 0 15,-8 0 0-15,0 0 0 0,0 0 0 16,0 0 0-16,0 0 0 16,0 0 0-16,0 0 0 15,-5-3 0-15,5 3 0 16,-10 0 0-16,10 0-29 0,0 0-58 16,0 0-2-16</inkml:trace>
  <inkml:trace contextRef="#ctx0" brushRef="#br5" timeOffset="-192676.8">12286 17004 430 0,'0'0'3'0,"0"0"3"0,0 0 3 0,0 0 1 16,0 0 2-16,0 0-1 15,0 0 1-15,-5-3 0 0,5 3-6 16,-16 15-6-16,4-2 0 16,0 1 0-16,-6 1 0 15,-2 2 0-15,1 3 0 16,1-5 0-16,1 0 0 16,-1-3 0-16,6-4 0 0,4-1 0 15,8-7 0-15,-12 7 0 16,12-7 0-16,0 0 0 15,18-4 0-15,-4-2 0 16,9-1 0-16,0 0 0 0,6-3 0 16,0 0 0-16,10 0 0 15,-7 3 0-15,2-1 0 16,-1 4 0-16,-3-2 0 16,-5 1 0-16,-1 5 0 0,-7 0 0 15,-1 0 0-15,-7 0 0 16,-9 0 0-16,0 0 0 15,0 0 0-15,0 0 0 16,-7 8-8-16,-3-4-77 0,0-4-2 16</inkml:trace>
  <inkml:trace contextRef="#ctx0" brushRef="#br5" timeOffset="-192446.75">12345 16992 447 0,'0'0'5'0,"0"0"1"16,0 0 1-16,0 0 2 15,0 0 0-15,0 16 1 0,0 5 1 16,0 1-4-16,0 10-7 16,0-10 0-16,0 3 0 15,0 1 0-15,3 10 0 16,-1-2 0-16,-2 3 0 0,0-2-12 15,1 3-72-15,-1-1 0 16</inkml:trace>
  <inkml:trace contextRef="#ctx0" brushRef="#br5" timeOffset="-187830.2">13628 8806 279 0,'0'0'6'0,"0"0"1"16,0 0 0-16,-13-10 1 16,13 10 0-16,-17 0 2 15,6 0-1-15,2 3 1 0,-1 4-6 16,-1 8 0-16,7 2 0 15,-4 6-1-15,8 2 1 16,2 2-1-16,11 5 2 16,2-5-1-16,13 1 0 15,4-6 2-15,10 3-2 0,5-9 0 16,8-3 0-16,5-2 0 16,7-7 0-16,2-4 0 15,1 0-1-15,5-4 0 0,-1-7 0 16,2-2-1-16,-1-1 0 15,-3-1 0-15,-1-5 0 16,-7 3-1-16,-2 0 0 0,-8 0 0 16,-5 1-1-16,-8 4 0 15,-7 2 0-15,-6 3-1 16,-1 2 1-16,-2 5 0 16,-2 0 0-16,2 5 0 0,1 5 0 15,4 0 0-15,0-1 1 16,-1 7-1-16,2-3 0 15,-2 8-1-15,-6-4 1 16,0 1-1-16,-11 1 0 16,1 1 0-16,-6-3 0 15,-2 3 1-15,-5-4-1 0,0-2 0 16,0-3 1-16,0-3 0 16,0-8 1-16,0 11 1 15,0-11 1-15,0 0 0 0,0 0 1 16,0 0-1-16,5-11 1 15,-1 3-1-15,3-5-1 16,9-2-1-16,-2 0-1 16,7-4 0-16,4-1 0 0,2 2-1 15,4-2 1-15,5 3-1 16,4-1 0-16,2 4 0 16,3 2 0-16,5 1 0 0,3 1 1 15,3 6 0-15,1-1 0 16,3 5 0-16,2 0 0 15,0 0 0-15,0 7 1 16,0-2-1-16,0 5 0 16,-5 2 1-16,3 1-1 0,-7 2 0 15,-4-1 0-15,1-2 0 16,-6 4 0-16,1-7 0 16,0 2 0-16,-1-2 1 15,3-4-1-15,1-2 0 0,-1-3 0 16,3 0 0-16,0-3 0 15,-1-6 1-15,4-1-1 16,1-3 0-16,-2-5 0 16,-2 2 0-16,-3-7 1 0,0 4 1 15,-10-2 2-15,-2-2 0 16,-13-1 1-16,-6 2 0 16,-6 0 0-16,-3 2 0 0,-7 5 0 15,0 0-1-15,-2 3-3 16,-3 2-4-16,5 10-4 15,-10-2-15-15,-8 2-55 16,18 0-3-16</inkml:trace>
  <inkml:trace contextRef="#ctx0" brushRef="#br5" timeOffset="-186996.63">15493 9376 454 0,'0'0'3'0,"0"0"0"15,0 0 1-15,0 0 0 16,7 5 2-16,-7 2-1 15,0 6 1-15,0 4 0 16,0 3-2-16,-2 5-2 16,2 2 0-16,-2 2 0 0,2 2-1 15,0-5-1-15,2-1-1 16,4 0-4-16,-4-7-6 16,3 1-20-16,7-4-49 15,-12-7-2-15</inkml:trace>
  <inkml:trace contextRef="#ctx0" brushRef="#br5" timeOffset="-186730.38">15187 9391 441 0,'0'0'2'16,"0"0"1"-16,0 0 2 0,11-8 1 15,1 4 1-15,6-4 1 16,12 0 2-16,2-1-1 16,10-3-1-16,6-1-1 15,8 3-2-15,1 3-5 0,3-1 0 16,-8 5 0-16,-5-1 0 16,-7 4 0-16,-12 2 0 15,-6 6 0-15,-14-1-17 16,-4 5-64-16,-4 4-2 0</inkml:trace>
  <inkml:trace contextRef="#ctx0" brushRef="#br5" timeOffset="-186313.62">15754 9621 461 0,'0'0'5'0,"0"0"1"16,0 0 2-16,0 0 1 15,-4-12 0-15,4 12 0 16,0-10-5-16,0 10-4 0,4-15 0 16,6 10 0-16,0 2 0 15,3 1 0-15,-1 2 0 16,1 2 0-16,1 4 0 0,-4 6 0 15,-4 1 0-15,-6 4 0 16,0 0 0-16,-9 3 0 16,-3 0 0-16,-4-2 0 15,5 1 0-15,-4-6 0 0,3-1 0 16,-1-2 0-16,13-10 0 16,-15 12 0-16,15-12 0 15,0 0 0-15,11 0 0 16,1 0 0-16,5-5 0 0,3 0 0 15,0-7 0-15,10 4-18 16,12-3-64-16,-17-2-3 16</inkml:trace>
  <inkml:trace contextRef="#ctx0" brushRef="#br5" timeOffset="-185813.7">16015 9297 438 0,'0'0'6'0,"0"0"2"16,0 0 2-16,-2-12 2 15,2 12 0-15,-3-16 1 16,3 16-1-16,-2-14-12 0,2 14 0 16,2-12 0-16,-2 12 0 15,18-11 0-15,-8 11 0 16,2 0 0-16,-2 0 0 0,2 8 0 15,-2-3 0-15,1 5 0 16,-7-3 0-16,-1 3 0 16,-3 5 0-16,-3-3 0 15,-4 1 0-15,-4-1 0 0,-1-2 0 16,-3 0 0-16,3 2 0 16,0-5 0-16,4 1 0 15,8-8 0-15,-7 12 0 16,7-12 0-16,7 10 0 15,3-4 0-15,5 1 0 0,0-2 0 16,2 2 0-16,1-1 0 16,-1-2 0-16,1 0 0 15,-9 2 0-15,2-4 0 16,1 1 0-16,-12-3 0 0,0 0 0 16,0 0 0-16,-5 10 0 15,-10-7 0-15,-3-2 0 16,-1 5 0-16,-9-1 0 15,1 1 0-15,-1-2 0 0,7 3 0 16,8 1-82-16,-4-4-3 16</inkml:trace>
  <inkml:trace contextRef="#ctx0" brushRef="#br5" timeOffset="-179324.49">17563 8469 410 0,'0'0'5'16,"0"0"2"-16,0 0 3 0,-5 0 1 15,5 0 1-15,0 0 2 16,-12 5-1-16,12-5 1 15,0 0-4-15,0 0-5 16,0 0-5-16,0 0 0 0,0 0 0 16,9 5 0-16,5-5 0 15,0-3 0-15,1 1 0 16,5-3 0-16,-7 0 0 16,-1 3 0-16,-12 2 0 0,9-8 0 15,-9 8 0-15,-5-3 0 16,-4 3 0-16,-2 0 0 15,-4 0 0-15,-4 6-81 16,19-6-7-16</inkml:trace>
  <inkml:trace contextRef="#ctx0" brushRef="#br5" timeOffset="-174030.71">17806 8219 381 0,'0'0'7'0,"0"0"1"0,0 0 3 15,9-10 2-15,-9 10 0 0,0 0 1 16,12-10 0-16,-12 10 1 16,12 0-5-16,-4 12-3 15,-1 6-2-15,5 4-2 16,1 8 0-16,-1 2 0 0,1 8 1 15,1 0-4-15,-4-1 0 16,1-2 0-16,-4-5 0 16,-2 1 0-16,-3-9 0 15,-2-1 0-15,0-5 0 16,0-10 0-16,0-8 0 0,-7 11 0 16,7-11 0-16,-23-12 0 15,14-8 0-15,-9-8 0 16,1-6 0-16,-1-11 0 0,1-4 0 15,2-3 0-15,5-2 0 16,2 4 0-16,8 2 0 16,0 4 0-16,11 7 0 15,8 10 0-15,4 8 0 16,6 2 0-16,6 10 0 0,2 7 0 16,1 7 0-16,-1 10 0 15,-2 4 0-15,-8 9 0 16,-4-1 0-16,-11 3 0 0,-5 4 0 15,-7-2 0-15,-5-7 0 16,-9 1 0-16,-4-7 0 16,-2-3 0-16,1-3 0 15,-4-2 0-15,0-6 0 16,9-2 0-16,1-2 0 0,0-1 0 16,13-2 0-16,0 0 0 15,0 10 0-15,13-5 0 16,2 3 0-16,8-1 0 15,1 5 0-15,4 0 0 0,-1-2 0 16,-2 5 0-16,2 3 0 16,-4-6 0-16,-4 3 0 15,2-1-10-15,-12 11-69 16,9-15-4-16</inkml:trace>
  <inkml:trace contextRef="#ctx0" brushRef="#br5" timeOffset="-173712.93">18353 8420 422 0,'0'0'5'0,"0"0"0"0,0 0 1 0,-12 5 2 16,12-5 0-16,-13 15 1 0,8-8 1 16,1 6 0-16,-1 1-4 15,5-1 0-15,7-1-2 16,2 3 0-16,7-3-1 15,7-4 0-15,-2-1-1 0,2-4-2 16,2-3 0-16,-2 0 0 16,-4-6 0-16,-6-1 0 15,-6-2 0-15,-2-4 0 16,-5-4 0-16,-7 4 0 0,-6-2 0 16,-7 2 0-16,0 5 0 15,-3-3 0-15,4 9-9 16,-3-6-20-16,6 6-30 15,7 2-24-15,9 0-4 0</inkml:trace>
  <inkml:trace contextRef="#ctx0" brushRef="#br5" timeOffset="-173458.72">18624 8249 441 0,'0'0'6'0,"0"0"2"0,0-12 1 15,0 12 2-15,0 0-1 16,5-11 1-16,-5 11 0 15,0 0-7-15,2 21-4 16,-2 1 0-16,0 8 0 0,-4 2 0 16,-1 3 0-16,0 6 0 15,5-1 0-15,0-3 0 16,2-4 0-16,8-6 0 16,0-8 0-16,5-1 0 0,4-8 0 15,2-5 0-15,1-5 0 16,-5-5 0-16,-9-5-80 15,7-3-6-15</inkml:trace>
  <inkml:trace contextRef="#ctx0" brushRef="#br5" timeOffset="-173296.88">18597 8388 424 0,'0'0'3'0,"0"0"2"15,0 0 2-15,0 0 2 0,0 0 1 16,7 2 1-16,6-2-1 15,4 0 1-15,5 0-4 16,6 0-8-16,9-2-38 0,0 2-40 16,4-3-2-16</inkml:trace>
  <inkml:trace contextRef="#ctx0" brushRef="#br5" timeOffset="-172946.71">18914 8374 426 0,'0'0'8'16,"-9"0"3"-16,9 0 2 16,-16-4 1-16,16 4 1 15,-9-4-1-15,9 4-4 0,0 0-10 16,18-10 0-16,-2 7 0 16,7 3 0-16,2 0 0 15,0 0 0-15,-1 0 0 0,-6 7 0 16,-2 3 0-16,-7 2 0 15,-9 6 0-15,0 2 0 16,-7 0 0-16,-9 2 0 16,0 0 0-16,-7 6 0 0,3-9 0 15,-3 4 0-15,9-5 0 16,-2-4 0-16,7-1 0 16,6-5 0-16,3-8 0 15,5 11 0-15,8-11 0 0,3 0 0 16,10-2 0-16,0-3 0 15,5-7 0-15,6-6-68 16,0 5-17-16</inkml:trace>
  <inkml:trace contextRef="#ctx0" brushRef="#br5" timeOffset="-172660.27">19439 8075 451 0,'0'0'4'0,"0"0"1"0,0 0 0 16,0 0 1-16,-10 7 1 15,5 11 2-15,-2 7 1 0,-4 10 0 16,-2 9-6-16,1 8-4 16,-4 5 0-16,0 5 0 15,4-5 0-15,0 0 0 16,6-5 0-16,6-5 0 0,4-7 0 15,8-5 0-15,8-5 0 16,4-5 0-16,6-6 0 16,0-12 0-16,-5 0-77 15,14-4-10-15</inkml:trace>
  <inkml:trace contextRef="#ctx0" brushRef="#br5" timeOffset="-172194.86">19695 8209 456 0,'0'0'5'0,"0"0"1"0,0 0 1 16,0 0 1-16,0 0 0 16,0 10 1-16,-2 0 1 15,-4 5-8-15,-1 7-2 16,-3 5 0-16,1 6 0 15,-2 4 0-15,4 3 0 0,2 0 0 16,3-7 0-16,2 3 0 16,4-10 0-16,8-6 0 15,6-2 0-15,-3-8 0 16,7-10 0-16,1 0 0 0,-1-10 0 16,3-8 0-16,-5-2 0 15,-2-9 0-15,-1-4 0 16,-5-6 0-16,-4-3 0 15,-6-3 0-15,-2 3 0 0,-5 6 0 16,-8-4 0-16,-1 9 0 16,-6 6 0-16,0 10 0 15,-5 11 0-15,5 4 0 0,-2 4 0 16,5 11 0-16,4 8 0 16,6 2 0-16,4 5 0 15,3-1 0-15,7 4 0 16,4-3 0-16,7-2 0 15,1-7 0-15,0-1 0 0,9-5 0 16,-8-2-60-16,7-9-28 16</inkml:trace>
  <inkml:trace contextRef="#ctx0" brushRef="#br5" timeOffset="-171880.25">20098 8346 430 0,'0'0'6'0,"0"0"2"0,0 0 3 16,0 0 0-16,0 0 0 0,-8 7 2 16,8-7 0-16,-9 15-5 15,3-5-8-15,-6 5 0 16,-1-1 0-16,-4 5 0 16,-3-1 0-16,0 2 0 0,-2 0 0 15,4-5 0-15,-2 0 0 16,8-3 0-16,3-4 0 15,9-8 0-15,-11 13 0 0,11-13 0 16,13 2 0-16,1-2 0 16,11-2 0-16,3-4 0 15,2 2 0-15,4-4 0 16,-4 1 0-16,2 2 0 16,-9-13-6-16,-1 8-79 15,-4 5-3-15</inkml:trace>
  <inkml:trace contextRef="#ctx0" brushRef="#br5" timeOffset="-171696.93">20137 8393 459 0,'0'0'4'0,"0"0"0"15,0 0 3-15,-5 4 1 16,5 6 1-16,-2 1 1 16,2 6 0-16,0 5-10 15,2 3 0-15,3 5 0 0,2-1 0 16,4 4 0-16,-4-4 0 15,5 3 0-15,-7-10 0 16,-5 1-82-16,10-8-4 0</inkml:trace>
  <inkml:trace contextRef="#ctx0" brushRef="#br5" timeOffset="-171446.94">20365 8081 446 0,'0'0'2'0,"0"0"2"0,0 0 2 16,0 12 1-16,9 2 0 15,3 7 2-15,6 11 0 0,3 2 1 16,7 14-2-16,-1 3-5 16,0 12-3-16,-4-1 0 15,-6 4 0-15,-9 1 0 0,-8 0 0 16,-13 0 0-16,-14-5 0 15,-7 7 0-15,-4-9-82 16,-12-6-3-16</inkml:trace>
  <inkml:trace contextRef="#ctx0" brushRef="#br5" timeOffset="-167395.87">20868 8472 474 0,'0'0'4'0,"0"0"1"15,0 0 2-15,0 0 1 16,0 0-1-16,2-8-1 0,-2 8-6 16,0 0 0-16,0 0 0 15,0 0-6-15,0 0-77 16,0 0-2-16</inkml:trace>
  <inkml:trace contextRef="#ctx0" brushRef="#br5" timeOffset="-167180.27">21293 8194 476 0,'0'0'3'0,"0"0"2"0,0 0 0 16,0 0 0-16,0 0 1 16,3 17 1-16,-1 4-3 0,0 1-4 15,1 5 0-15,2 8 0 16,-1 5 0-16,1 1 0 15,6-1 0-15,-4-3 0 16,0-2 0-16,-7 7-62 16,7-15-24-16,-4-9 0 15</inkml:trace>
  <inkml:trace contextRef="#ctx0" brushRef="#br5" timeOffset="-166979.96">21103 8172 438 0,'0'0'5'0,"0"0"2"16,-7-11 1-16,7 11 1 16,-5-16 1-16,5 3 0 15,5-1 0-15,13-4 0 0,6-1-6 16,8 4-4-16,14 2 0 16,1 3 0-16,5 8-5 15,0 2-18-15,-15 8-59 16,13 9-4-16</inkml:trace>
  <inkml:trace contextRef="#ctx0" brushRef="#br5" timeOffset="-165913.92">21542 8356 420 0,'0'0'7'0,"0"0"2"0,0 0 4 16,0 0 1-16,0 0 0 15,0 0 2-15,0 0-1 16,4 4-12-16,8-1-3 15,4 0 0-15,3 1 0 0,4 1 0 16,4 5 0-16,-2 2 0 16,3 4 0-16,-7 1 0 15,-1 0 0-15,-5 0 0 16,-7 3 0-16,-3-3 0 0,-5 1 0 16,0-8 0-16,-10 2 0 15,2-6 0-15,-6-4 0 16,3-2 0-16,1-5 0 15,-2-2 0-15,8-6 0 16,-5-2 0-16,9-5 0 0,5 5 0 16,8-5 0-16,-1 1 0 15,11 2 0-15,2-4 0 16,-2 6 0-16,-2 1 0 0,-1 2 0 16,-3 2 0-16,-1 2 0 15,-9 2 0-15,-7 6 0 16,0 0 0-16,0 0 0 0,2 9 0 15,-2 0 0-15,-5 4 0 16,3-1 0-16,0 6 0 16,-1-1 0-16,3-1 0 15,5-2 0-15,2 0 0 16,4-4 0-16,1-2 0 0,0-8 0 16,3 0 0-16,2 0 0 15,1-8 0-15,-5-5 0 16,4 2 0-16,-3-4 0 0,-1-3 0 15,-1 4 0-15,-1-1 0 16,-4 5 0-16,-4-1 0 16,-3 11 0-16,0 0 0 15,0 0 0-15,0 0 0 16,7 13 0-16,-5-3 0 0,1 0 0 16,5 3 0-16,1-3 0 15,1-5 0-15,3-3 0 16,1-2 0-16,3 0 0 15,6-5 0-15,-3-5 0 0,0-5 0 16,0 3 0-16,-3-3 0 16,-2 1 0-16,-4 1 0 15,-4 1 0-15,-7 12 0 0,7-13 0 16,-7 13 0-16,0 0 0 16,-10 2 0-16,6 9 0 15,1-3 0-15,-3 6 0 16,6-3-2-16,0 2 1 0,9-5 0 15,0 2 0-15,9-8 1 16,-1 1-1-16,5-3 1 16,1-5 1-16,1-5-1 15,-1-2 1-15,-1-1 1 16,-7-2 0-16,0 1-2 0,-8-2 0 16,-4 5 0-16,-3 1 0 15,-3-1 0-15,3 11 0 16,-20-10 0-16,11 10 0 0,-1 0 0 15,-3 8-2-15,8 1 1 16,0 5 0-16,5 0 0 16,0 6 1-16,8-2 0 15,5-1 0-15,1-1 1 0,1 2-1 16,2-3 1-16,-1-4-1 16,-2 3 1-16,-3-7-1 15,-11-7 2-15,7 15-2 16,-7-15 0-16,0 10 0 0,-7-8 0 15,-6 0 0-15,-2 4 0 16,-3-4 0-16,-2-2 0 16,6 3-8-16,-6-6-27 15,3 3-45-15,6-2-4 16</inkml:trace>
  <inkml:trace contextRef="#ctx0" brushRef="#br5" timeOffset="-165396.96">22763 8269 462 0,'0'0'5'0,"0"0"2"0,0 0 2 15,-12 0 1-15,12 0 1 16,-9-3-4-16,9 3-7 0,-9-4 0 16,9 4 0-16,0 0 0 15,0 0 0-15,0 0 0 16,16-6 0-16,-4 4 0 16,8 2 0-16,-1-3 0 0,2 3 0 15,4 0 0-15,-7 0 0 16,1 5 0-16,-4-2 0 15,-5 7 0-15,-5 2 0 0,-5 0 0 16,-10 3 0-16,-5 8 0 16,-5-4 0-16,-2 6 0 15,-3-5 0-15,-3 5 0 16,3-8 0-16,8 0 0 16,2-2 0-16,8 0 0 0,7-15 0 15,7 15 0-15,11-13 0 16,4-2 0-16,11 0 0 15,-1 0 0-15,3 0 0 0,-1-7 0 16,-2 5 0-16,-2-6 0 16,-5 6 0-16,-4-4 0 15,-7 4 0-15,-14 2-24 16,7-10-64-16,-7 10-3 0</inkml:trace>
  <inkml:trace contextRef="#ctx0" brushRef="#br5" timeOffset="-165046.99">23397 7783 484 0,'0'0'3'0,"0"0"0"0,0 0 1 16,0 0 0-16,0 20 1 15,-9 1 0-15,-4 12-2 16,-2 13-3-16,-3 8 0 16,-2 15 0-16,3 10 0 0,0 9 0 15,5 0 0-15,7 1 0 16,5-2 0-16,7-6 0 15,13-1 0-15,4-13 0 16,9-5 0-16,5-10 0 16,3-13 0-16,12-16-39 0,-6-2-47 15</inkml:trace>
  <inkml:trace contextRef="#ctx0" brushRef="#br5" timeOffset="-163613.8">23692 8176 377 0,'0'0'8'0,"0"0"2"0,13-8 3 15,-13 8 3-15,17-18 1 0,-6 8 2 16,1 2 1-16,1-2 0 15,-3 3-9-15,-10 7-11 16,7 0 0-16,-7 7 0 16,0 9 0-16,-10 6 0 15,-5 0 0-15,-2 7 0 0,-3 2 0 16,-5 1 0-16,0 0 0 16,-2-7 0-16,0 0 0 15,2-6 0-15,2-1 0 16,4-6 0-16,3 1 0 0,4-6 0 15,2-2 0-15,10-5 0 16,0 0 0-16,10 7 0 16,5-7 0-16,5 0 0 15,5-2 0-15,-1-1 0 0,6 1 0 16,-3-3 0-16,-2 0 0 16,0 3 0-16,-8-3-32 15,-1-1-54-15,-2 4-3 0</inkml:trace>
  <inkml:trace contextRef="#ctx0" brushRef="#br5" timeOffset="-163212.92">23887 8301 329 0,'0'0'9'0,"0"0"4"0,0 0 5 15,10 0 0-15,-10 0 0 16,9 0 2-16,-9 0 0 0,3 12 1 16,-3-1-8-16,-5 1-4 15,-2 2-4-15,-5 4 0 16,-1-1-1-16,-5 1 0 0,3-1-2 15,1-5 1-15,3 0-3 16,2-5 0-16,9-7 0 16,-10 9 0-16,10-9 0 15,0 0 0-15,0 0 0 0,12 0 0 16,3-3 0-16,0 0 0 16,8-1 0-16,-3-3 0 15,6 4 0-15,-6-7-7 16,5 6-27-16,5 0-48 15,-15-3-4-15</inkml:trace>
  <inkml:trace contextRef="#ctx0" brushRef="#br5" timeOffset="-163027.48">23949 8353 426 0,'0'0'6'0,"0"0"3"16,0 0 0-16,0 0 1 0,0 0 1 15,0 10 0-15,2-3 2 16,1 5-1-16,-3 3-8 15,5 3-4-15,-3 4 0 16,0 3 0-16,6 0 0 16,2 0 0-16,-2-3-3 0,4 0-26 15,5-4-53-15,-5-6-5 16</inkml:trace>
  <inkml:trace contextRef="#ctx0" brushRef="#br5" timeOffset="-162713.5">24028 7886 423 0,'0'0'5'16,"0"0"1"-16,0 0 1 16,0-6 1-16,0 6 1 15,15 0 2-15,2 2 1 0,3 13 1 16,10 10-3-16,3 10-3 15,8 12-7-15,0 10 0 16,1 7 0-16,-4 12 0 0,-7 4 0 16,-8 2 0-16,-5 2 0 15,-16-2 0-15,-4-4 0 16,-16 0 0-16,-5-9 0 16,-4-2 0-16,-3-7 0 15,-5-6 0-15,3-13 0 0,0-3 0 16,4-8-9-16,4-7-78 15,4-11-2-15</inkml:trace>
  <inkml:trace contextRef="#ctx0" brushRef="#br5" timeOffset="-161596.59">24890 7353 411 0,'0'0'6'0,"0"-13"2"0,0 5 1 16,-5-2 0-16,-4 1 0 15,-9-1 0-15,-1-1 1 16,-11 4-1-16,-8 5-4 16,1 2-4-16,-5 9 0 15,0 12 1-15,2 4-1 0,7 11 0 16,8 12 0-16,11 6 0 16,7 8 0-16,7 10 0 0,9 4 1 15,9 4 1-15,4 7 0 16,3 2 2-16,0 5-2 15,0 5-3-15,-4 5 0 16,-3 6 0-16,-3 1 0 16,-7 7 0-16,-6 5 0 0,-2 2 0 15,-7-4 0-15,-6 3 0 16,-1-2 0-16,-7 2 0 16,1-3 0-16,-7-2 0 15,8-5 0-15,-7 2 0 16,1 1 0-16,6-1 0 0,-3-7 0 15,4-2 0-15,1-3 0 16,-1-6 0-16,4-1 0 16,-4-7 0-16,6-9 0 0,-1-6 0 15,-2-6 0-15,2-7 0 16,1-12 0-16,3-11 0 16,-2-9 0-16,6-8 0 15,0-10 0-15,3-2 0 0,2-10 0 16,0 0 0-16,0 0 0 15,0 0 0-15,0 0 0 16,5 0 0-16,8-2 0 16,1 0 0-16,11-4 0 0,7-1 0 15,8 0 0-15,5 2 0 16,2 0 0-16,8-3 0 16,-5 3 0-16,1-2 0 15,-8 0 0-15,-4-1-22 0,4 1-67 16,-25-5-4-16</inkml:trace>
  <inkml:trace contextRef="#ctx0" brushRef="#br5" timeOffset="-160963.91">25020 7778 403 0,'0'0'5'0,"0"0"2"0,0 0 1 15,-10-2 0-15,10 2 1 16,-15 0 1-16,5 5-1 16,0 5 1-16,-2 5-5 0,1 4-1 15,4 3 0-15,4 3-1 16,3 3 0-16,0 0 0 16,13-4 0-16,5-4 0 15,2-4 1-15,4-3-1 16,3-6-1-16,3-4 3 0,0-3-5 15,0-12 0-15,-5-3 0 16,-3-8 0-16,-5-2 0 16,-4-4 0-16,-5-6 0 15,-8 4 0-15,-5 0 0 0,-11 4 0 16,-1 10 0-16,-5 4 0 16,-6 9 0-16,1 8 0 15,-2 11 0-15,6 13-13 16,-2 4-16-16,10 10-53 0,3 7-4 15</inkml:trace>
  <inkml:trace contextRef="#ctx0" brushRef="#br5" timeOffset="-160496.53">24975 8804 452 0,'0'0'5'0,"0"-16"1"0,0 7 1 16,0-1 2-16,0-5 1 15,-2 4 0-15,-1 0 0 0,-2 1-8 16,5 10-2-1,-18 3 0-15,6 11 0 0,-3 4 0 16,3 7 0-16,2 5 0 16,2-1 0-16,6 4 0 15,2-7 0-15,5 2 0 0,10-9 0 16,5-3 0-16,4-9 0 16,1-5 0-16,3-2 0 15,-1-9 0-15,-2-7 0 16,0-6 0-16,-10-3 0 0,0-4 0 15,-10-6 0-15,0-2 0 16,-5 0 0-16,-7 1 0 16,-9 5 0-16,-1 4 0 15,-5 9 0-15,-1 6 0 0,-2 12 0 16,-2 5 0-16,5 17 0 16,-3 1 0-16,12 8-85 15,1 12-1-15</inkml:trace>
  <inkml:trace contextRef="#ctx0" brushRef="#br5" timeOffset="-160029.83">24878 9525 458 0,'0'0'3'0,"0"0"2"0,0 0 0 16,-14 0 1-16,14 0 0 16,-13 5 0-16,1 8 1 0,-1 1 0 15,-2 3-3-15,0 6-2 16,2 4 0-16,7 0-2 15,0 3 0-15,3 0 0 0,3-6 0 16,11-2 0-16,-1-4 0 16,10-8 0-16,1-8 0 15,2-2 0-15,5-9 0 16,-1-9 0-16,-4-2 0 0,1-5 0 16,-4-4 0-16,-8-6 0 15,-1-3 0-15,-9 1 0 16,-7 4 0-16,-5 0 0 15,-10 5 0-15,0 14 0 0,-7 2 0 16,2 12 0-16,-5 7 0 16,8 15 0-16,-1 0-44 15,6 11-43-15,7 1-1 16</inkml:trace>
  <inkml:trace contextRef="#ctx0" brushRef="#br5" timeOffset="-159728.72">24853 10211 501 0,'0'0'2'0,"0"0"0"0,-12 13 0 0,4 1 2 16,1 9-4-16,-3 3 0 15,0 7 0-15,0 6 0 16,3 1 0-16,4 5 0 16,3-3 0-16,0-3 0 15,5 1 0-15,-3-15-28 0,6 0-56 16,0-8-4-16</inkml:trace>
  <inkml:trace contextRef="#ctx0" brushRef="#br5" timeOffset="-158763.81">24901 7184 337 0,'0'0'6'16,"0"0"3"-16,0 0 2 0,0 0 2 0,0 0 1 15,7-10 1-15,3 8-1 16,10-3 2-16,5 1-6 16,7 0-3-16,10 1-2 0,6 3-2 15,3 3 0-15,-1 5-1 16,-2 4-2-16,-6 6 1 15,-5 1-1-15,-12 8 1 16,-13 13-1-16,-5 5 0 0,-7 9 0 16,-2 11 1-16,-3 9-1 15,-3 8 1-15,4 4 1 16,2 8 0-16,2 5 1 16,0 0 0-16,6 5 1 15,2 0-2-15,5 0 1 0,-1 3 0 16,-2 2-2-16,-2-2 0 15,-1 2-1-15,-2-3 0 16,0 1 0-16,-5-1 0 16,0-1 0-16,0-3 1 0,-5-4-1 15,0-4 0-15,-2 3 0 16,-1-8 1-16,0-3-1 16,1-4 1-16,2 0-1 15,3-10 1-15,2 2-1 0,0-5 1 16,0-4-1-16,2-3 1 15,3-8-1-15,0 1 1 16,-3-6-1-16,1-2 1 16,-3-5-1-16,0-2 0 0,0-2 1 15,-5-6-1-15,-2-1 0 16,4-3 0-16,-5-3 0 16,3-3 0-16,-2-3 0 15,2-1 0-15,-2-6 0 16,5 1 1-16,-4-6-1 0,6-7 1 15,-12 15 0-15,12-15 0 16,-20 10 0-16,5-5-1 16,-5 1 2-16,-5-5-2 0,-10 2-2 15,-4 3-3-15,-11-6-11 16,-2 1-66-16,-3-1-3 16</inkml:trace>
  <inkml:trace contextRef="#ctx0" brushRef="#br5" timeOffset="-157380.27">17769 8846 315 0,'0'0'9'0,"0"0"0"0,0 0 4 16,0 0-1-16,0 0 1 15,0 0 0-15,-7 5 0 0,2 7 1 16,3 7-6-16,-6 6-2 16,3 11-3-16,5 3 1 15,0 8 0-15,7 5 0 0,8 3 0 16,13-3-2-16,7 0 1 15,9-3 0-15,11-6-1 16,9-4 0-16,10-9 1 16,9-5-1-16,1-8 0 0,8-4 0 15,5-9 0-15,8-4 0 16,1-3-1-16,7-5 0 16,-5-5 0-16,7-2 0 15,2-3 0-15,0-2-1 16,1 3 1-16,-1-3-1 0,-4 3 0 15,-5 5 1-15,0 4-2 16,-3 0 1-16,-4 8 0 16,-2 0-1-16,-7 11 1 0,-5 1 0 15,-5 8-1-15,-5 2 1 16,-10 5-1-16,-2 6 1 16,-8 1-1-16,-7 3 1 15,-1 3-1-15,-12-3 1 0,-2-2-1 16,-5 0 1-16,-8-3-1 15,-1-2 1-15,-7-5-1 16,-3-3 1-16,-7-5-1 16,-1-5 1-16,-1-1 2 15,-2-11-1-15,0 8 0 0,0-8 1 16,0 0 0-16,-7-14-1 16,2 2 1-16,2-6-1 15,0-7-1-15,3-1-1 16,3-9 1-16,7-3-1 0,7-3 1 15,8-7-1-15,10 1 0 16,8 0 1-16,8 0-1 16,7 0 1-16,13 5-1 0,4-3 1 15,10 4 1-15,5 4-1 16,7-1 1-16,4 6-1 16,3 5 1-16,6 4-1 15,0 6 1-15,-2 7-2 16,2 5 1-16,-1 5 0 0,1 0 0 15,-2 8-1-15,0 4 1 16,-7 0 0-16,1 4-1 16,-4-2 0-16,1 6 0 15,-2-3 1-15,-5 1-1 0,-3 0 0 16,1-4 0-16,-3 1 0 16,-3-5 1-16,3-5 0 15,-3-1 0-15,-5-4 0 0,-1 0 1 16,-9-9-1-16,1-4 2 15,-11-2 1-15,-6-4-1 16,-8-1 1-16,-8-5 1 16,-5 0-1-16,-5 3 0 15,-7-1 0-15,-2 4-2 0,-6 1-3 16,-4 8-10-16,-8 10-60 16,0 0-8-16</inkml:trace>
  <inkml:trace contextRef="#ctx0" brushRef="#br5" timeOffset="-156580.11">21388 9755 436 0,'0'0'4'0,"0"0"1"16,14-5 1-16,-14 5 1 16,7 0 1-16,-7 0 1 15,3 12 1-15,-3 6 0 0,-3 3-3 16,-6 10-3-16,-1 1 1 16,2 5-5-16,-2 0 0 15,5 0 0-15,0 0 0 16,2-2 0-16,2-6-12 0,1-4-30 15,1 0-41-15,-1-9-3 16</inkml:trace>
  <inkml:trace contextRef="#ctx0" brushRef="#br5" timeOffset="-156363.85">21126 9775 455 0,'0'0'4'0,"0"0"0"15,0 0 1-15,0-7 1 16,0 7 2-16,20-15 0 16,0 2 1-16,12 1 0 15,11-1-6-15,6-1-3 16,6-1 0-16,4 5 0 0,-4 0 0 16,3 7 0-16,-14-2 0 15,-1 10-20-15,-1 3-63 16,-22-1-3-16</inkml:trace>
  <inkml:trace contextRef="#ctx0" brushRef="#br5" timeOffset="-155779.95">21634 10045 441 0,'0'0'5'16,"0"0"1"-16,-9-5 2 0,9 5 2 16,-7-10 0-16,7 10 0 15,-7-15 1-15,7 3-1 16,0 12-10-16,0-15 0 15,0 15 0-15,19-13 0 16,-3 9 0-16,-2-2 0 0,1 6 0 16,2 0 0-16,-1 0 0 15,-4 0 0-15,1 6 0 16,-13-6 0-16,12 11 0 16,-12-3-3-16,0 2 0 0,-5 2 1 15,-6-2 0-15,-1 0 1 16,0 3 0-16,-3-3-1 15,5 0 1-15,1 0 0 0,6-1 0 16,1 0 1-16,2-9-1 16,9 14 1-16,3-7 0 15,6 5 0-15,2-4 0 16,2 0 0-16,-2 1 0 0,-3-1 0 16,1-4 0-16,-6 4 0 15,-1-3 0-15,-11-5 1 16,4 11 0-16,-4-11 0 15,-15 6 0-15,1-3 0 16,-7 0 0-16,-3-3-2 0,-6 0-2 16,-5-3-4-16,5 0-13 15,-2 1-58-15,5-13-6 16</inkml:trace>
  <inkml:trace contextRef="#ctx0" brushRef="#br5" timeOffset="-155446.77">22087 9431 463 0,'0'0'2'0,"0"0"0"0,0 0 2 16,3 5-1-16,-3-5 2 0,0 17-1 15,-5-2 1-15,-2 5 1 16,-8-1-2-16,-2 6-1 15,-1 0 0-15,-1 0-1 16,-7 0 0-16,4-3-1 16,3-5 1-16,1 0-2 0,6-6 0 15,-1-2 0-15,13-9 0 16,-5 10 0-16,5-10 0 16,12 0 0-16,3 0 0 0,10-5 0 15,3-2 0-15,2 0 0 16,4-1-5-16,-1-2-4 15,-1 3-16-15,5-1-56 16,-12 0-3-16</inkml:trace>
  <inkml:trace contextRef="#ctx0" brushRef="#br5" timeOffset="-155280.34">22135 9518 451 0,'0'0'3'0,"0"0"2"15,-6 4 1-15,3 11 1 16,-1 5 1-16,2 7 0 16,-1 13 1-16,3 4-1 15,3 13-5-15,3 3-14 0,-15 6-69 16,20 4-4-16</inkml:trace>
  <inkml:trace contextRef="#ctx0" brushRef="#br5" timeOffset="-146678.66">11557 14779 171 0,'0'0'5'0,"0"0"1"0,0 0 2 15,0 0 4-15,0 0 0 16,0 0 2-16,0 0 0 16,0 0 3-16,0 0-2 15,0 0 1-15,0 0-1 0,13 7-1 16,2-4-1-16,5-1 1 15,10 0-2-15,9 1-1 16,6-3-3-16,15 3 0 16,9-3-3-16,6 0 0 0,9 0-2 15,6 0-1-15,2 0 0 16,5 0-1-16,-3 0 0 16,7-3-1-16,-3 0 0 15,-3 1 1-15,-9 0-1 0,1 2 0 16,-10 0 0-16,-5 0-1 15,-15 0 1-15,-7 0 0 16,-17 0 2-16,-9 0 1 0,-7 0 0 16,-4 0 1-16,-13 0 0 15,8 0 0-15,-8 0 1 16,0 0 0-16,0 0-1 16,0 0-2-16,0 0 0 15,0 0 0-15,0 0-1 0,-6 0 0 16,6 0 0-16,0 0-1 15,0 0-2-15,-10 0-2 16,10 0-6-16,0 0-9 0,-12 0-21 16,-1 0-35-16,13 0-6 15</inkml:trace>
  <inkml:trace contextRef="#ctx0" brushRef="#br5" timeOffset="-146214.24">13018 14635 345 0,'0'0'7'0,"0"0"4"0,0 0 5 0,0 0 1 15,-6-5 0-15,6 5 1 16,0 0-1-16,0 0 0 16,0 0-6-16,0 0-3 0,4 0-4 15,13 10-2-15,6-3 0 16,4 6-1-16,5 2 1 16,1 1 0-16,1 2-2 15,-1 2 0-15,-6 0 1 16,-7 3-1-16,-8-2 0 0,-4 4 0 15,-8 0 1-15,-8 0 0 16,-6 3 0-16,-9-2 0 16,-2 2 0-16,-5-4 0 15,1 1 0-15,-4-5 0 0,3 0-1 16,5-5 1-16,6-3-1 16,4-1-2-16,0-7-1 15,15-4-3-15,-7 7-8 16,7-7-36-16,7 0-33 0,5-2-1 15</inkml:trace>
  <inkml:trace contextRef="#ctx0" brushRef="#br5" timeOffset="-145213.52">13662 14972 365 0,'0'0'9'0,"0"0"4"15,0 0 2-15,0 0 2 0,0 0 0 16,0 0 1-16,0 0-1 16,-4 5 1-16,-9 9-7 15,-3 4-6-15,-6 2-2 16,-3 5 0-16,3 0-3 16,-5 4 0-16,2-4 0 0,3-3 0 15,4 2-6-15,1-10-4 16,7 3-21-16,15-4-50 15,-5-13-5-15</inkml:trace>
  <inkml:trace contextRef="#ctx0" brushRef="#br5" timeOffset="-144947.52">13451 14987 397 0,'0'0'2'0,"0"0"3"0,0 0 2 15,0 4 2-15,0-4 2 16,12 18 1-16,1-3 1 16,1 2-1-16,9 3 0 0,5 3-3 15,1-1-2-15,4 1-3 16,1-5-1-16,3 6 0 16,-5-8-2-16,-4-1 0 15,-3-2-1-15,-8-3-1 0,-5-2-2 16,-1-6-4-16,-11-2-8 15,0 0-41-15,9 0-28 16,-9 0-1-16</inkml:trace>
  <inkml:trace contextRef="#ctx0" brushRef="#br5" timeOffset="-144629.66">14058 15106 404 0,'0'0'3'0,"0"0"3"16,0 0 2-16,0 10 1 15,0-10 0-15,-13 17 1 0,1-4-1 16,-4 2 1-16,2 3-3 16,-7-2-2-16,-1 1-3 15,3-2-1-15,-4-1 0 16,5-3-1-16,6-4 0 15,3 0 0-15,9-7 0 0,0 0 0 16,0 11 0-16,7-11 0 16,11 0 1-16,3 0-1 0,7-3 1 15,1 1-1-15,4-1-1 16,-3-4-6-16,2 7-21 16,11-3-51-16,-24-1-3 15</inkml:trace>
  <inkml:trace contextRef="#ctx0" brushRef="#br5" timeOffset="-144464.22">14070 15200 462 0,'0'0'2'15,"0"0"2"-15,0 0 1 16,0 12 2-16,-3-1 1 0,3 1 0 16,0 5 0-16,0 3-1 15,0 5-7-15,0 2 0 16,0 1 0-16,5 3-18 15,-3-3-64-15,-2-3-4 0</inkml:trace>
  <inkml:trace contextRef="#ctx0" brushRef="#br5" timeOffset="-143546.97">11453 14843 313 0,'0'0'9'0,"0"0"3"16,0 0 4-16,3-10 2 0,-3 10 1 15,0 0 0-15,0 0 0 16,0 0 0-16,-12 15-7 15,-10 5-5-15,1 9-3 16,-12 9-1-16,-6 10-1 16,-11 6 0-16,-4 2 0 0,-8 6 0 15,-4 6 0-15,2-4 0 16,-5-2-1-16,4 0 1 16,3-5-1-16,2-5-1 15,3-6 1-15,10-3-1 0,2-4-1 16,8-6 1-16,12-3-2 15,2-6 0-15,6-4-2 16,5-5-3-16,4-4-5 16,8-11-5-16,0 0-35 15,-5 9-30-15,5-9-2 0</inkml:trace>
  <inkml:trace contextRef="#ctx0" brushRef="#br5" timeOffset="-143146.54">10407 15572 420 0,'0'0'4'0,"0"0"0"0,0 0 1 16,0 0 0-16,-7 12 0 15,0 1 0-15,-4 1 1 16,-3 6-1-16,-2 5-3 16,-3 2-2-16,1 1 1 15,0-4-1-15,1 1 0 16,2-5 0-16,5-5 0 0,3-1-1 16,7-4 1-16,0-10 1 15,5 10 0-15,10-10 1 16,7 0 0-16,8-5 2 0,7-3 0 15,6-3 0-15,4-3-1 16,-1 3 0-16,4 1 0 16,-7-2-3-16,-6 6-5 15,-8-1-10-15,-3-5-43 0,-7 12-24 16,-10 0-3-16</inkml:trace>
  <inkml:trace contextRef="#ctx0" brushRef="#br5" timeOffset="-142814.2">9816 16142 436 0,'0'0'2'0,"0"0"1"0,0 0 2 0,14 0 1 16,-3 0 0-16,3 1 0 15,4 8 1-15,4-2-1 16,8 2 0-16,-5 2-3 15,5 1-2-15,-3-2-2 0,0 2-6 16,-6-4-16-16,-12 0-57 16,14-4-3-16</inkml:trace>
  <inkml:trace contextRef="#ctx0" brushRef="#br5" timeOffset="-142596.92">10203 16099 410 0,'0'0'4'0,"0"0"2"16,0 0 2-16,-3 7 2 16,-1 4-1-16,-1 6 2 0,-5 5-1 15,-3 8 1-15,4 5-4 16,-7 2-2-16,2 3-2 16,-4-1-2-16,1 3-1 0,2-7-2 15,3-1-5-15,-3-6-13 16,7-6-61-16,3-2-3 15</inkml:trace>
  <inkml:trace contextRef="#ctx0" brushRef="#br5" timeOffset="-142242.61">10380 16223 408 0,'0'0'3'0,"0"0"1"16,0 0 1-16,0 0 0 16,-10 10 1-16,3 0 1 0,-4 5-2 15,-7 2 1-15,4 6-2 16,-3 2-1-16,-8 0-1 16,5-1 0-16,-3-2-1 15,4-4 0-15,1-4 0 16,4-4-2-16,3-3 1 0,11-7 1 15,0 0-1-15,0 0 0 16,11 0 0-16,5-1 0 16,7-7 1-16,5-2 0 15,-1 3-2-15,5-4-1 0,1 2-5 16,-4-1-10-16,1 2-24 16,-7 1-39-16,-4 2-2 15</inkml:trace>
  <inkml:trace contextRef="#ctx0" brushRef="#br5" timeOffset="-142030.15">10417 16233 397 0,'0'0'6'0,"0"0"2"15,0 0 1-15,0 4 0 16,0 10 2-16,0 3 0 15,-3 8 0-15,1 9-1 0,-5 8-4 16,2 18-4-16,0 4 1 16,-1 13-7-16,1 5-35 15,3-1-41-15,2 1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30:47.0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2792 11443 296 0,'0'0'5'0,"0"0"3"0,0 0 2 16,0 0 2-16,0 0 0 0,0 0 2 15,0 0 1-15,0 0-1 16,0 0-5-16,0 0-3 15,0 0-2-15,0 0-2 16,0 0-1-16,0 0-1 0,0 0 0 16,0 0-1-16,2 1 0 15,-2-1-2-15,0 0-6 16,0 0-16-16,0 0-42 16,0 0-7-16</inkml:trace>
  <inkml:trace contextRef="#ctx0" brushRef="#br0" timeOffset="163299.85">5599 9181 337 0,'0'0'7'0,"0"0"4"16,5-7 4-16,-5 7 2 0,2-13 1 16,-2 13 1-16,8-12 1 15,-8 12 1-15,0 0-7 16,0 0-4-16,0 0-2 15,8 7-2-15,-6 11-2 16,3 7 0-16,0 1-4 16,0 9 0-16,0 6 0 0,3 0 0 15,-3 3 0-15,-1-2 0 16,1-2 0-16,0-1 0 16,-3-6 0-16,1-6 0 0,0-2 0 15,-3-5-3-15,3-6-10 16,-3-3-6-16,0-11-27 15,9 9-39-15,-9-9-1 0</inkml:trace>
  <inkml:trace contextRef="#ctx0" brushRef="#br0" timeOffset="163582.12">5823 9051 407 0,'0'0'4'0,"0"0"1"0,0 0 2 16,0 8 2-16,0 4 0 15,0 5 2-15,2 8 0 16,0 8 1-16,1 3-4 16,0 10-2-16,0 1-1 15,1 2-1-15,-1-2-1 0,2-2-3 16,-3-4-1-16,3-1-5 15,0-7-6-15,0-3-13 16,3-6-55-16,-8-4-4 16</inkml:trace>
  <inkml:trace contextRef="#ctx0" brushRef="#br0" timeOffset="164216.1">5443 9449 361 0,'0'0'8'0,"0"0"3"16,0 0 3-16,0 0 2 0,0 0 0 16,0 0 2-16,0 0-1 15,0 0 1-15,0 0-6 16,0 0-4-16,0 0-2 16,7 4 0-16,3 6-6 15,5 5 0-15,5 0 0 0,2 4 0 16,5 1 0-16,-2 2 0 15,8 0 0-15,-6 1 0 16,2-3 0-16,2 2 0 16,-6-2 0-16,0-5 0 15,-1 2 0-15,-4-3 0 0,-3 3 0 16,-2-9 0-16,-7 5 0 16,2-5 0-16,-10-8 0 15,7 15 0-15,-7-15 0 0,0 0 0 16,0 0 0-16,0 0 0 15,10 0 0-15,-8-11 0 16,1-1 0-16,2-2 0 16,3-6 0-16,2-3 0 0,-1-4 0 15,7-5 0-15,3-5 0 16,3-1 0-16,3-1 0 16,3-1 0-16,-3 1 0 15,5 4 0-15,-6 5 0 0,-4 3 0 16,-2 9 0-16,-6 6 0 15,-3 2 0-15,-9 10 0 16,0 0 0-16,0 0 0 16,0 0 0-16,9 8-32 0,-9 4-56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3-09-02T08:18:57.10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4806 11970 192 0,'0'0'5'16,"0"0"5"-16,0 0 4 15,0 0 3-15,0 0 1 0,0 0 3 16,0 0 1-16,0 0 1 16,0 0-4-16,0 0-2 15,0 0-3-15,0 0-2 16,0 0-3-16,0 0-1 0,0 0-2 16,0 0-2-16,0 0-2 15,0 0 0-15,0 0-1 16,0 0-1-16,0 0 0 15,0 0 0-15,0 0 0 0,0 0-2 16,0 0-3-16,0 0-8 16,0 0-12-16,0 0-35 15,0 0-15-15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3-09-02T08:28:13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20477 7362 68 0,'0'0'-12'0,"0"8"-20"0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4-09-04T14:43:10.60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4804 8668 440 0,'0'0'3'0,"0"0"0"15,0 0 0-15,0 0 1 16,0 0 0-16,0 0 2 0,0 0-1 15,0 0 0-15,0 0 0 16,0 0-2-16,0 0-1 16,0 0 0-16,0 0 0 15,0 0 0-15,0 0-1 0,0 0-1 16,0 0 1-16,0 0-1 16,0 0 0-16,0 0 0 15,0 0 0-15,0 0 0 16,0 0 0-16,0 0 0 0,0 0 0 15,5 0 0-15,-5 0 0 16,0 0 2-16,10-3 0 16,-10 3 1-16,0 0-1 15,10-10 1-15,-10 10-1 0,2-10-1 16,-2 10 0-16,0-14 0 16,0 14 0-16,-14-16-1 15,1 12 0-15,1-1 2 16,0 2-2-16,-3 3 0 0,5 8 0 15,2 9-2-15,8-5 0 16,5-2-3-16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30:16.38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13357 15066 195 0,'0'0'6'0,"0"0"3"0,0 0 3 15,0 0 0-15,0 0-1 16,0 0 0-16,0 0 0 16,0 0 1-16,2 0-7 15,5 5-2-15,0 5-2 0,4 10 0 16,1-3 2-16,4 6 1 15,3 1-1-15,3 1 1 16,3-3 0-16,8 3-1 16,-3-4 0-16,9-2-1 0,0-7-1 15,7 3 0-15,-2-5 0 16,9-2 0-16,6-6-1 16,1 1 0-16,9-3 2 15,1-3-2-15,7-3 1 16,2-3-1-16,3-1 0 0,5-2 1 15,3-1-1-15,4-2 1 16,-2 4-1-16,7-4 0 16,1 0 1-16,5-1-1 0,5 7 0 15,1-4 1-15,1 4-1 16,1-4 0-16,12 6 1 16,-1 2 0-16,6 2-1 15,-1 1 2-15,-7 2-1 16,4 2 1-16,1 6 0 0,-10 3 0 15,-6 2-1-15,-6 2 1 16,-13 3-1-16,-8-1-1 16,-2 6 5-1,-7 1 0-15,-8-5-1 16,-10 4 1-16,-8 2 0 16,-49-25-5-16,46 20 6 0,-5-3-1 15,-9-2 0-15,-4-2-3 0,-11-6-2 16,-4 3 1-16,-6-5-1 15,-7-5 1-15,10 3 0 16,-10-3 1-16,0 0 0 16,0 0 0-16,0 0 0 15,0 0 0-15,13-8-1 0,-11-2 0 16,-2 10-1-16,7-20 0 16,-2 12-1-16,0-7 0 15,-1 6 1-15,0-1-1 0,-4 10 1 16,10-15 0-16,-10 15 0 15,10-12 0-15,-10 12 0 16,15-10-1-16,-15 10 1 16,14-10 0-16,-14 10 0 15,16-8 0-15,-9 3 0 0,-7 5 0 16,15-5 0-16,-15 5 0 16,17-7 0-16,-7 2 0 15,2-1 0-15,1 2 0 0,5 0 1 16,-1-2-1-16,5-1 0 15,3 2 0-15,5-2 0 16,4 1 0-16,4-1 0 16,2 2 1-16,2-2-1 15,5-1 0-15,1 3 0 0,2 0 0 16,-6 0 0-16,6 0 0 16,-1 4 0-16,-1-3 0 15,1 4 0-15,1-3 0 0,0 3 0 16,-1 0 0-16,-1 0 0 15,-2 0 0-15,-3 3-1 16,-1-3 1-16,-7 5-1 16,-8-2 1-16,1-1 0 15,-6 3-1-15,0-2 1 0,-8 4-1 16,2-5 1-16,-1 6-1 16,0-3-1-16,-5 0-1 15,5 2-2-15,0-1-3 16,-3-2-10-16,0 4-21 0,-1-1-19 15,-2 0-3-15</inkml:trace>
  <inkml:trace contextRef="#ctx0" brushRef="#br1" timeOffset="87116.92">4836 8725 137 0,'0'0'6'0,"0"0"6"0,0 0 2 0,0 0 4 16,-7-10 4-16,7 10 2 0,0 0 2 15,-7-8 2-15,7 8-5 16,0 0-4-16,0 0-5 16,0 0-2-16,0 0-2 15,-5 11-2-15,5 6-2 0,0 5-1 16,0 8-1-16,0 7-1 16,2 7 1-16,1 6-1 15,2 0 0-15,-3 8-1 16,0 7 0-16,1 1 0 0,-1 5-1 15,1 2 1-15,-3 7-1 16,0-4 1-16,0 7 0 16,0-4 0-16,0 1 0 0,0-1 0 15,0-3-1-15,-3 1 0 16,1-2-1-16,2-5 0 16,-3 1-1-16,-1 0 2 15,4-4-1-15,-5-2 0 0,2-3 1 16,3 0 0-16,-2-5-1 15,2-6 1-15,0-4 0 16,0-4-1-16,0-12 0 16,2-1 0-16,1-7 0 0,2-5-1 15,-3-3 1-15,3-1 0 16,-3-7 1-16,-2-7-1 16,3 14 0-16,-3-14 0 0,2 8-1 15,-2-8-1-15,0 0 0 16,0 0-2-16,0 0 0 15,0 0-2-15,0 0 1 16,-7 11 0-16,7-11 0 16,0 0 1-16,-7 7 0 0,7-7 0 15,0 0 3-15,-10 12 1 16,10-12 1-16,-3 18 1 16,3-8-1-16,0 4 2 15,0 4 0-15,-5 2 0 16,2 7 2-16,3 3 0 0,-2-1 0 15,0 4-1-15,2 1 1 16,0-1 0-16,-3 1-1 16,3-3 0-16,0-5-3 15,0-6 1-15,0-6-1 0,0-1-1 16,0-1 1-16,0-12 0 16,0 0-1-16,3 11 2 15,-3-11-2-15,0 0 0 0,0 0 2 16,0 0 0-16,0 0 0 15,0 0-1-15,0 0 1 16,0 0-1-16,0 0-1 0,0 0 0 16,0 0 0-16,0 7 0 15,0-7 0-15,0 10-1 16,0-10 1-16,0 16 1 16,0-5-1-16,0 2 1 15,0-2-1-15,0 4-5 0,0-2-9 16,0 2-61-16,0-3-1 15</inkml:trace>
  <inkml:trace contextRef="#ctx0" brushRef="#br1" timeOffset="89366.17">4732 7570 307 0,'0'0'8'0,"0"0"3"0,0 0 2 0,-10-3-1 15,10 3 0-15,0 0 2 16,0 0 1-16,10 5 2 15,18 5-7-15,14 8-1 0,17 4-3 16,13 9 1-16,18 2 1 16,6 8-1-16,9 3-1 15,2 3-1-15,-2 0-2 0,-11 2 0 16,-10-2 0-16,-9 3-1 16,-13-5 1-16,-7-2-1 15,-16-4 1-15,-9-2-2 16,-7-5 1-16,-11-2 0 0,-7-11 0 15,-5-1 0-15,-5-9-2 16,-10-9-2-16,-5-2 0 16,-7-13-2-16,-6-9-1 15,-8-11-2-15,-10-7 0 16,-8-10-1-16,-1-8 1 0,-9-5 1 16,-1 1 2-16,5-5 1 15,-4 2 2-15,9 8 2 16,8 4 1-16,7 9 2 0,11 3 0 15,11 11 1-15,11 11-1 16,12 13-1-16,12 8 0 16,15 11-1-16,13 20 0 15,10 10-1-15,12 13 1 0,5 9 0 16,8 6 1-16,-3 3 0 16,-5-1 0-16,0-6 0 15,-13-3 0-15,-3-10 0 16,-12-7 0-16,-10-11-2 0,-6 1 1 15,-11-13 0-15,-7-1 0 16,-5-10 0-16,0-11-1 16,-17 0 0-16,-6-9 0 15,1-16-1-15,-3-15 0 16,-1-9-1-16,-4-11-1 0,5-4 0 16,0-5 0-16,2 9 1 15,9 6 0-15,1 8 0 16,3 15 0-16,8 21 1 0,2 10 1 15,4 27-1-15,6 12 1 16,8 9 1-16,5 11-1 16,2 6 1-16,4 5 1 15,4-4-1-15,-3-2 1 0,-1-6-3 16,-2-7 0-16,-5-8 0 16,-1-11 0-16,-9-7 0 15,1-8 0-15,-13-17 0 16,7 5 0-16,-7-14 0 0,-6-12 0 15,-3-9 0-15,-6-13 0 16,-3-8 0-16,-1-11 0 16,-4 0 0-16,3 4 0 15,1 8 0-15,4 7 0 16,3 21 0-16,12 22 0 0,-5 13 0 16,5 28 0-16,14 20-3 15,4 5-21-15,9 18-58 16,3 10-3-16</inkml:trace>
  <inkml:trace contextRef="#ctx0" brushRef="#br1" timeOffset="91082.34">4852 11385 363 0,'0'0'9'0,"0"0"3"0,0 0 1 0,-11-5 1 16,11 5 1-16,-14 0 0 15,6 2 1-15,-5 6 0 0,4 2-7 16,-1 5-4-16,2 3-1 16,1 0-2-16,4 7 0 15,3-2-1-15,0-1-1 16,8-2 1-16,2-3 0 0,5-4-1 15,2-6 2-15,0-2-1 16,6-5 2-16,2-5 0 16,0-7 1-16,-3-6-4 15,-5-4 0-15,0-3 0 0,-6-2 0 16,-6 0 0-16,-5 2 0 16,-12 3 0-16,-4 7 0 15,-9 5 0-15,3 7 0 16,-8 6 0-16,3 7 0 0,0 5 0 15,4 5 0 1,5 0 0-16,6-1 0 0,8 1 0 16,4 0 0-16,4-7 0 15,11-4 0-15,7-2 0 0,3-4 0 16,3-3 0-16,1-7 0 16,2-3 0-16,-6-5 0 15,-1-5 0-15,-7 0 0 16,-5-2 0-16,-9 3 0 0,-3-4 0 15,-3 8 0-15,-11 3 0 16,-6 8 0-16,-5 4 0 16,-2 0 0-16,4 11 0 0,-1 4 0 15,1 5 0-15,11 3 0 16,2-6 0-16,-12 5-84 16,27-5-4-16</inkml:trace>
  <inkml:trace contextRef="#ctx0" brushRef="#br1" timeOffset="91933.19">4856 11474 280 0,'0'0'7'0,"0"0"6"0,0 0 3 16,0 0 4-16,0 0 0 15,0 0 2-15,0 0-1 0,0 0-1 16,0 5-5-16,0-5-4 16,10 8-4-16,6-3-2 15,5 2-1-15,9-2 0 0,10 0 1 16,10 0-1-16,7-2-1 16,10 1 0-16,0-1 0 15,7-1-1-15,3 0-1 16,1-2 0-16,4 0 0 15,-3 0 0-15,-1 0 0 0,-4 0 0 16,-3 0-1-16,-6-2 0 16,-8-3 1-16,-4 3-1 15,-11 2 1-15,-10-2-1 16,-10 2 0-16,-1 0 1 0,-9-3 0 16,-12 3 0-16,10 0 1 15,-10 0 1-15,0 0-1 16,0 0 0-16,0 0 0 0,0 0-1 15,-8 0 0-15,8 0-1 16,-12 0-4-16,12 0-2 16,-15 5-8-16,7-5-19 15,-1 0-48-15,9 0-3 0</inkml:trace>
  <inkml:trace contextRef="#ctx0" brushRef="#br1" timeOffset="92284.59">6020 11357 396 0,'0'0'5'0,"0"0"1"0,0 0 2 0,0 0 1 16,0 0 3-16,7 11 0 15,-7-11 1-15,12 12 1 16,-2-7-4-16,2 3-1 15,5 2-2-15,6-1-2 0,2 1 0 16,0-2-5-16,2 2 0 16,-5 1 0-16,1 2 0 15,-5-1 0-15,-9 6 0 16,-4 0 0-16,-5 1 0 16,-10 3 0-16,-8 3 0 0,-3-2 0 15,-4 1 0-15,-3-2 0 16,3 1 0-16,-5 0 0 15,8-8 0-15,3 2 0 0,3-8 0 16,7 4-8-16,9-13-24 16,-10 7-51-16,10-7-4 15</inkml:trace>
  <inkml:trace contextRef="#ctx0" brushRef="#br1" timeOffset="92565.89">6563 11422 479 0,'0'0'2'16,"0"0"0"-16,0 0 1 0,0 8 1 16,-2-1 0-16,-3 6 1 15,0 5 0-15,-2 1 2 16,-6 6-7-16,-2 4 0 15,0 1 0-15,-2-4 0 0,-1 5 0 16,1-6 0-16,0-6 0 16,5 2-13-16,-1-6-14 15,13-15-42-15,-15 0-16 16</inkml:trace>
  <inkml:trace contextRef="#ctx0" brushRef="#br1" timeOffset="92782.39">6432 11468 404 0,'0'0'5'16,"0"0"1"-16,0 0 1 16,0 0 2-16,0 0 1 15,0 6 3-15,7 4 0 0,6 3 2 16,1 2-5-16,4 4 0 16,1 1-1-16,2 5-9 15,4-4 0-15,-4 3 0 0,-1-2 0 16,1-3 0-16,-4-1 0 15,-4-5 0-15,3 2-25 16,19-8-57-16,-24-3-4 16</inkml:trace>
  <inkml:trace contextRef="#ctx0" brushRef="#br1" timeOffset="93233.05">6792 11751 488 0,'0'0'4'16,"0"0"2"-16,0 0 1 16,-2-8-1-16,2 8-6 15,0 0 0-15,0 0 0 0,0 0 0 16,0 0 0-16,0 0 0 16,0 8 0-16,0 0 0 15,2 2 0-15,3-1 0 16,5 2 0-16,3-6 0 0,1-3 0 15,4-2 0-15,4-2 0 16,0-8 0-16,-2-2 0 16,-1-3 0-16,-5-3 0 0,-7-3 0 15,-7 0 0-15,-3 4 0 16,-15-1 0-16,-3 9 0 16,-6 3 0-16,-8 4 0 15,3 2 0-15,2 8-81 0,-2 1-8 16</inkml:trace>
  <inkml:trace contextRef="#ctx0" brushRef="#br1" timeOffset="93900.43">4794 11492 346 0,'0'0'7'0,"0"0"5"0,0 0 1 15,0 0 3-15,0 0 1 0,0 0 2 16,15-16 2-16,0 2 0 16,4-5-6-16,9-6-2 15,7-11-2-15,10 0-11 16,7-7 0-16,8-7 0 15,6-2 0-15,7-2 0 0,1-4 0 16,-2 0 0-16,3 1 0 16,-9 2 0-16,-3 6 0 15,-6 4 0-15,-12 10 0 0,-10 6 0 16,-8 6 0-16,-10 9 0 16,-4 3 0-16,-13 11 0 15,0 0 0-15,0 0 0 0,-8 6 0 16,8-6 0-16,-15 14 0 15,3-4 0-15,4 3-24 16,6-1-64-16,-5-4-2 16</inkml:trace>
  <inkml:trace contextRef="#ctx0" brushRef="#br1" timeOffset="94233.17">5567 10667 375 0,'0'0'8'15,"0"0"2"-15,0 0 2 0,0 0 1 16,0 0 2-16,0 0 0 16,7-3 1-16,-7 3 1 15,20-7-6-15,-5-1-4 16,3 3-2-16,4 0 0 0,0-2-3 16,5 0-2-16,-2 1 0 15,1 2 0-15,-5-2 0 16,-1 6 0-16,-2 0 0 15,-9 6 0-15,-1 8 0 0,-8 1 0 16,0 8 0-16,-2 2 0 16,-4 4 0-16,-3 1 0 15,1 0 0-15,1-1 0 0,0-7 0 16,7 3 0-16,0-10 0 16,0 3-16-16,0-18-29 15,12 10-42-15,-2-10 1 16</inkml:trace>
  <inkml:trace contextRef="#ctx0" brushRef="#br1" timeOffset="94466.07">5967 10593 407 0,'0'0'6'0,"0"0"1"16,0 0 2-16,0 0 1 15,0 0 1-15,0 0 0 16,5 7 1-16,4 2 0 0,2 4-5 16,1 4-2-16,0 1-1 15,6-1-2-15,-3 1-2 16,0-4-5-16,-1 1-8 16,2-8-19-16,-9 2-50 0,13-8-3 15</inkml:trace>
  <inkml:trace contextRef="#ctx0" brushRef="#br1" timeOffset="94665.7">6211 10568 372 0,'0'0'9'16,"0"0"4"-16,0 0 2 0,0 0 0 15,0 0 1-15,-11 0 0 16,11 0 0-16,-7 17 0 16,0-2-8-16,4 7-4 0,1 7-2 15,-3 9 0-15,3 1 0 16,-4 4 0-16,3 1-1 15,-1-2 1-15,-1 1-2 16,0-6-8-16,-2-7-10 16,1-1-64-16,3-11-3 0</inkml:trace>
  <inkml:trace contextRef="#ctx0" brushRef="#br1" timeOffset="94949.97">6382 10719 438 0,'0'0'2'16,"0"0"2"-16,0 9 0 16,-6 0 1-16,2 3 0 0,-1 3 0 15,3-1-1-15,-3 7 1 16,2-5-2-16,3 0-1 16,5-2-1-16,5-4 1 15,0-5 0-15,5-3 0 0,2-2 1 16,-4-2 0-16,1-8 2 15,2 0-1-15,-9-5 0 16,-2 0 0-16,-5 4 0 16,-8-5-4-16,-12 7 0 15,-1 6-4-15,-9 0-11 0,-3 3-67 16,-7 15-3-16</inkml:trace>
  <inkml:trace contextRef="#ctx0" brushRef="#br1" timeOffset="95532.16">4797 10332 263 0,'0'0'8'0,"0"0"4"0,0-10 4 0,0 10 2 0,0-17 3 16,0 9 0-16,0-4 5 16,0 2-1-16,0 3-8 15,0 7-4-15,0 0-4 16,0 0-2-16,5 17-1 0,-1 13-2 15,0 12-2-15,5 10 0 16,-1 13-1-16,1 11 2 16,-2 3-1-16,4 9-1 15,-4-2-1-15,-2-2 3 0,-3 0-1 16,-2-7 0-16,0-3 1 16,-2-7-1-16,0-7 0 15,-6-11-3-15,6-4-1 16,-3-10-5-16,-1-10-3 0,2-6-4 15,1-8-9-15,3-11-19 16,-14-7-39-16,11-7-1 16</inkml:trace>
  <inkml:trace contextRef="#ctx0" brushRef="#br1" timeOffset="95986.56">4836 10183 292 0,'0'0'9'15,"0"-7"4"-15,0 7 4 0,5-13 2 16,-5 13 2-16,5-9 0 16,-5 9-1-16,0 0 0 15,0 0-7-15,-7 15-5 16,-3 9-4-16,-5 7-2 15,0 6-1-15,-3-1 0 0,-1 7 0 16,-4-4 0-16,6-1 0 16,0-11 0-16,4-3 1 15,3-6 0-15,1-8 0 16,9-10 1-16,0 0-1 0,-8 0 0 16,8-10 0-16,3-8 0 15,4-1-1-15,3-4 0 16,0-2-1-16,2-1-1 15,3 2 1-15,-2 5 0 0,1 2-1 16,-1 5 1-16,-3 4 1 16,-1 6-1-16,2 2 0 15,-1 4 0-15,7 9 0 0,-5 5 1 16,6 1 1-16,4 2 0 16,3-2-2-16,2 3-2 15,3-7-9-15,7-5-37 16,0 0-33-16,-1-10-1 15</inkml:trace>
  <inkml:trace contextRef="#ctx0" brushRef="#br1" timeOffset="96434.24">5075 10122 405 0,'0'0'7'0,"0"0"3"0,-7-5 1 0,7 5 2 15,-11-5 1-15,11 5 0 16,-7-11-1-16,7 11 1 16,0 0-7-16,2-11-4 0,11 11-3 15,4-6 0-15,6 4 0 16,0 2 0-16,9 0 0 15,-2 0 0-15,-1 5 0 16,-5 2 0-16,-1 3 0 0,-7 8 0 16,-10 2 0-16,-6 1 0 15,-9 9 0-15,-9-2 0 16,-4 1 0-16,0 2 0 0,-5-5 0 16,6-1 0-16,1-3 0 15,6-4 0-15,7-6 0 16,7-12 0-16,0 13 0 15,9-13 0-15,11 0 0 0,0 0 0 16,7-10 0-16,3 2 0 16,7-2-13-16,-2-2-30 15,-1-1-42-15,0 3-1 16</inkml:trace>
  <inkml:trace contextRef="#ctx0" brushRef="#br1" timeOffset="96733.07">5485 10231 397 0,'0'0'4'16,"0"0"1"-16,-12 5 1 0,12-5 0 15,-16 14 1-15,9-3 0 16,0-1 0-16,2 1 1 16,5 2-2-16,0-3-2 0,9-3 0 15,6 1-1-15,0-6 0 16,7-2 1-16,1 0 0 15,2-7-1-15,-5-1 1 16,0-4-1-16,-5-1 1 0,-6 2-1 16,-6-4 1-16,-3-1-1 15,-8 4-1-15,-6 2-1 16,-6 3-2-16,0 2-3 0,-2 5-5 16,-1 0-6-16,5 2-20 15,18-2-48-15,-19 16-2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32:00.42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11538 5172 371 0,'0'0'7'0,"0"0"6"0,0 0 1 16,0 0 1-16,0 0 0 0,0 0 1 15,0 0 0-15,7 0 1 16,0 0-8-16,11 0-4 15,1-5-2-15,6 5-7 0,5-6-10 16,5 2-65-16,3 2-4 16</inkml:trace>
  <inkml:trace contextRef="#ctx0" brushRef="#br0" timeOffset="150.55">11435 5363 445 0,'0'0'5'15,"0"0"1"-15,6 0 2 16,6 0 0-16,13-3 1 16,12-1 1-16,8-4-1 0,12-2-4 15,11 0-16-15,-1-2-68 16,12-1-5-16</inkml:trace>
  <inkml:trace contextRef="#ctx0" brushRef="#br0" timeOffset="1483.31">13028 4042 324 0,'0'0'7'0,"3"-10"2"0,2 1 4 0,-3-4 2 15,-2 1 0-15,0-1 0 16,-10-1 1-16,-2 2-1 15,-10 4-6-15,-11 5-3 0,-4 6-3 16,-6 9-1-16,-3 10 0 16,1 3-1-16,0 10-1 15,6 8 1-15,11 6-1 0,6 3 0 16,15 7 0-16,7 8 0 16,14 4 0-16,11 7 1 15,7 3 0-15,3 10 0 16,3 5 0-16,-1 2 0 0,-2 6 1 15,-10 0 0-15,-5 3 3 16,-6 0-2-16,-6 0 2 16,-6-2 0-16,-4-3 0 15,-10-5 0-15,-6 1 0 0,0-6-1 16,-4-5-1-16,-3-5-1 16,3-7 0-16,2-6-1 15,2-10 0-15,4-6-1 16,2-14 1-16,9-4-1 15,0-14 0-15,3-1 2 0,0-7-2 16,0-13 0-16,5 10 0 16,-5-10 0-16,10 0 0 15,-10 0 0-15,13 0 0 16,-4 0 0-16,2-3 0 0,3 1 0 16,7-3 0-16,3 2 0 15,11-4 0-15,10 0 0 16,12-1 0-16,7-1 0 0,16 3-10 15,4-1-71-15,8 0-3 16</inkml:trace>
  <inkml:trace contextRef="#ctx0" brushRef="#br0" timeOffset="5866.56">13560 4154 422 0,'0'0'5'0,"6"-10"2"0,-6 10 2 16,4-7 0-16,-4 7 1 15,0 0 0-15,0 0 0 16,0 0 0-16,8 15-4 16,-8 6-3-16,-3 4-2 0,3 8-1 15,-2 2 0-15,2 0 0 16,2 0 0-16,1-1 0 15,1-5 0-15,4-7 0 16,-6-2 0-16,1-4 0 0,5-7 1 16,-8-9 0-16,0 0 0 15,0 0 0-15,-3-12 1 16,-2-8-1-16,0-3 1 16,-3-6-2-16,1-8 0 0,0-3 0 15,-1 1 0-15,5-1 0 16,1 0 0-16,0 6 0 15,2 3 0-15,4 6 0 0,9 8 0 16,2 3 0-16,7 12 0 16,4 2 0-16,-5 2 0 15,7 6 0-15,-6 8 0 16,-2 4 0-16,-5 5 0 16,-8 0 0-16,-7 2 0 0,-2 0 0 15,-10-2 0-15,-9-3-2 16,-3-2-1-16,-1-2-3 15,-2-3-2-15,2-3-6 0,0-5-12 16,6-7-55 0,3 3-3-16</inkml:trace>
  <inkml:trace contextRef="#ctx0" brushRef="#br0" timeOffset="6367.2">13868 4348 427 0,'0'0'6'0,"0"0"2"0,0 0 2 0,-5-16 1 0,5 16 1 16,-2-15 1-16,2 5-1 15,4 1 0-15,5-1-12 0,3 6 0 16,6 0 0-16,-2 4 0 15,5 0 0-15,-2 11 0 16,-4 1 0-16,-5 5 0 16,-3 3 0-16,-3 0 0 0,-4-1 0 15,-14 1 0-15,2 0 0 16,-3-7 0-16,1 2 0 16,-7-8 0-16,7-2 0 15,-1-5 0-15,5 0 0 0,5-11 0 16,5-1 0-16,5-5 0 15,5-3 0-15,7-5 0 16,8-4 0-16,-1 1 0 16,-1-1 0-16,5 4 0 0,-11 3 0 15,3 7 0-15,-7 7 0 16,-13 8 0-16,9 0 0 16,-9 16 0-16,0 1 0 15,0 8 0-15,0 2 0 0,3 2 0 16,-1 0 0-16,8 4 0 15,3-8-9-15,6 4-14 16,13-5-60-16,-7-8-2 16</inkml:trace>
  <inkml:trace contextRef="#ctx0" brushRef="#br0" timeOffset="6933.36">13720 4977 443 0,'0'0'5'0,"0"0"1"0,0 0 1 0,-9-5 1 16,9 5-1-16,-9 0 0 15,9 0 1-15,-10 19-1 0,5 1-3 16,5 3-3-16,0 4 0 16,0 3 0-16,8-1-1 15,-4 1 0-15,3-2 1 16,-2-7-1-16,4-3 0 0,-9-3-1 15,2-5 1-15,-2-10 0 16,0 0 0-16,-11 0 0 16,4-13 0-16,0-5 1 0,-3-4-1 15,5-6 0-15,0-5 0 16,2-3 1-16,3 3-1 16,3-4 0-16,4 4 1 15,6 1-1-15,1 7 1 16,7 4-1-16,-3 10 2 15,3 6-2-15,-1 5 0 0,3 5 0 16,-4 6-2-16,-3 10 2 16,-4 1 0-16,-8 3-1 15,-4 2-1-15,-2 1-2 0,-10-1-2 16,-3 0-5-16,-5-5-10 16,-2-17-58-16,2 10-6 15</inkml:trace>
  <inkml:trace contextRef="#ctx0" brushRef="#br0" timeOffset="7350.14">14082 5081 354 0,'0'0'7'0,"0"0"5"0,-5 4 1 0,5-4 2 15,-10 10 0-15,10-10 1 16,-9 15 0-16,9-15 0 15,0 15-5-15,0-15-4 16,9 7-2-16,3-7-1 0,6 0 0 16,5-4-1-16,1-4 0 15,3-7-1-15,-2 1 0 16,-5-1 1-16,2 0 0 16,-6 0-3-16,-7 3 0 0,-2 1 0 15,-7 11 0-15,0 0 0 16,0 0 0-16,4 5 0 15,-4 13 0-15,2-1 0 0,1 5 0 16,-3 3 0-16,4 3 0 16,1 1 0-16,-2-1 0 15,-1 1 0-15,-2-4 0 0,0 2 0 16,-7-2 0-16,-5-3 0 16,-4 1 0-16,-6-6 0 15,-8 4 0-15,-2-7-12 16,2 1-39-16,-5-5-32 15,3-1-3-15</inkml:trace>
  <inkml:trace contextRef="#ctx0" brushRef="#br0" timeOffset="7883.26">13717 5774 452 0,'0'0'5'0,"0"0"0"0,0 0 1 16,0 0 0-16,-6 8 2 0,6 2-1 15,0 4 1-15,0 6 0 16,6 5-5-16,1 5 0 15,1 5-3-15,-1-4 0 16,0 4 0-16,1-3 0 0,-3-2 0 16,-2-5 0-16,-3-5 0 15,2-3 0-15,-2-7 0 16,0-10 0-16,0 0 0 0,-5-7 0 16,3-8 0-16,-5-7 0 15,3-6 0-15,-1-6 0 16,5-9 0-16,-2-4 0 15,2 0 0-15,0 3 0 16,5-1 0-16,8 0 0 0,-1 9 0 16,6 0 0-16,3 7 0 15,2 7 0-15,-1 9 0 16,4 3 0-16,-7 10 0 16,-1 5 0-16,-6 10 0 0,-10 7 0 15,-2 6 0-15,-7 4 0 16,-8 1 0-16,0 0 0 15,-2-5 0-15,-6-1 0 16,6-2 0-16,-3-13-6 0,10-2-51 16,0 3-28-16,10-13-1 15</inkml:trace>
  <inkml:trace contextRef="#ctx0" brushRef="#br0" timeOffset="8250.45">14082 5878 462 0,'0'0'6'0,"0"0"1"0,-12 0 3 0,12 0 0 0,-16 3 1 16,16-3-6-16,-12 3-5 16,12-3 0-16,0 0 0 0,0 0 0 15,12 0 0-15,8 0 0 16,10 0 0-16,-2 0 0 15,4 2 0-15,0 0 0 16,-4 2 0-16,-3 7 0 16,-18 3 0-16,-7 4 0 0,-5 4 0 15,-18-1 0-15,-2 4 0 16,-7 1 0-16,-2-1 0 16,3-2 0-16,-1-3 0 0,10-3 0 15,7-5 0-15,8-2 0 16,7-10 0-16,12 2 0 15,13-4 0-15,3-11 0 16,14 1 0-16,0-10-3 0,-5 0-81 16,15-1-3-16</inkml:trace>
  <inkml:trace contextRef="#ctx0" brushRef="#br0" timeOffset="9033.43">14306 3889 384 0,'0'0'5'0,"0"0"2"0,0 0 2 0,0-10 0 0,0 10 1 16,7-15 0-16,8 5 1 16,7 1 0-16,11 2-4 15,6-2-2-15,9 8-2 0,4-6 1 16,2 7-2-16,-4 7 0 16,-2 4-1-16,-9 9 0 15,-9 5 0-15,-7 12-1 16,-14 10 1-16,-4 13-2 0,-5 8 2 15,-5 15-1-15,-2 14 0 16,-1 6 1-16,6 9 0 16,2 7-1-16,4 3 1 15,7-3 1-15,1-1-1 0,8-6 0 16,-1-4 2-16,2-4 0 16,-6-5-1-16,0-7 1 15,0-5 0-15,-5-8 0 0,-3-4 1 16,-2-6-4-16,-1-4 0 15,0-8 0-15,1-8 0 16,-3-4 0-16,-1-8 0 16,-1-3 0-16,4-4 0 15,-4-5 0-15,0-2 0 0,0-7 0 16,0 1 0-16,-4 0 0 16,4-6 0-16,-3-1 0 15,-2 2 0-15,-6-4 0 16,2-1 0-16,-7 3 0 0,-5 1 0 15,-5-3 0-15,-6 0 0 16,-7 5 0-16,-7 2 0 16,-6-1 0-16,-4 4 0 15,2-6-41-15,3 8-43 0,2 3-2 16</inkml:trace>
  <inkml:trace contextRef="#ctx0" brushRef="#br0" timeOffset="17366.65">10030 3098 414 0,'0'0'3'0,"0"0"3"0,0 0 2 0,0 0-1 16,0 0 2-16,0 0 0 15,0 21 0-15,-8 1 0 16,0 8-3-16,-4 6-2 0,-1 9-2 16,-1 5 0-16,-4 2-2 15,4-3 1-15,-2 0-2 16,4-1-2-16,-2-9-4 0,1 1-7 15,1-10-18-15,-9-5-48 16,14-8-1-16</inkml:trace>
  <inkml:trace contextRef="#ctx0" brushRef="#br0" timeOffset="17584.3">10117 3171 392 0,'0'0'6'0,"0"0"1"15,0 0 1-15,0 0 1 16,0 10 1-16,0 7 0 0,-6 8 1 16,1 6 0-16,-2 10-5 15,0 3-2-15,-4 3-1 16,4 2 0-16,-3-2-1 16,3-2-4-16,5-5-7 0,-9-8-12 15,4-2-57-15,2-6-2 16</inkml:trace>
  <inkml:trace contextRef="#ctx0" brushRef="#br0" timeOffset="18000.64">9717 3396 424 0,'0'0'6'16,"0"0"2"-16,0 0 1 16,0 0 1-16,0 0 1 0,-8 10 0 15,8 2 1-15,0 5 0 16,2 7-6-16,6 5-4 16,2 6-2-16,-1 5 0 15,4-1 0-15,-1 2 0 0,4 2 0 16,-2-6 0-16,-1-3 0 15,-1-6 0-15,3-3 0 16,-5-7 0-16,0-4 0 16,2-10 0-16,5-4 0 0,-1-1 0 15,11-15 0-15,0-3 0 16,16-11 0-16,3-5 0 16,10-4 0-16,3-1 0 0,-4 3 0 15,5 0 0-15,-13 8 0 16,-5 4 0-16,-13 7 0 15,-9 3 0-15,-4 8 0 16,-16 7 0-16,0 0 0 16,0 7-72-16,-6 5-19 0</inkml:trace>
  <inkml:trace contextRef="#ctx0" brushRef="#br0" timeOffset="27016.57">5214 5705 23 0,'0'0'1'0,"-12"0"0"0,0-2 1 0,-9 2 1 0,-1-3 0 16,-3 1 1-16,-5-1 0 16,-7 0 0-16,2-1 1 15,-2 1 0-15,-2 0-1 0,6-1 1 16,-5 1 0-16,-1-2 0 15,-1 2 2-15,-3-1 1 16,2 4 0-16,-6-3 1 16,2 3-2-16,-5 0 0 0,5 0 0 15,-7 3-1-15,5 1-3 16,-1 2-1-16,2-1 1 16,-2-1-1-16,4 2 1 15,3-2 0-15,-3 2 0 16,2-1 1-16,-1-3 1 0,6 3-1 15,-7 0 0-15,-1 2 4 16,3 3 2-16,-7-6-1 16,11 7 0-16,-8-1 0 15,2 0 0-15,2 0-1 0,-3 5 1 16,6-5-6-16,-1 4-1 16,0-4-1-16,-2 5 0 15,5-3-1-15,-1 1 2 0,1-1-2 16,2 1 1-16,-2-1-1 15,2 2 0-15,1-3 0 16,4 8-1-16,-2 4 1 16,-1-3-2-16,6 4 2 15,-3-2-1-15,7 6 0 0,-2-3 0 16,4 4 1-16,-4-4-1 16,7-1 1-16,-1 1 0 15,2 0 0-15,6 2 0 0,0-4-1 16,4 2 1-16,5 0-1 15,-1 0 1-15,3-3 0 16,0 3 0-16,5-3 0 16,2 1 1-16,-2-1-1 15,8 0 1-15,-1-5 0 0,4 3 0 16,-2-6-1-16,9 7 1 16,-3-10 0-16,6 7-1 15,-5 5 2-15,9-8-2 0,-3 4 1 16,5-4-1-16,8 5 1 15,-6-7 0-15,9 6-1 16,-1-6 1-16,3-1-1 16,-3-2 0-16,8 2 1 15,-5-2 0-15,0-3-1 0,6 1 1 16,-3 2-1-16,9-3 1 16,1 1 0-16,2-1-1 15,0 0 1-15,6 1-1 0,-2-1 1 16,-1 0-1-16,3 4 2 15,-1-1-2-15,-5-3-2 16,4 3 2-16,5 0 0 16,-2 0 0-16,4 0 0 15,0-1 0-15,1 0 0 0,3-3 0 16,-1 0 0-16,6 1 2 16,-3 0-2-16,0 1 0 15,2-3 0-15,-1 5 1 0,1-6-1 16,-2 5 1-16,0-2-1 15,3 1 0-15,2-4 0 16,-3 2 1-16,3-2-1 16,5-1 0-16,-3-2 1 0,3 2-1 15,3-3 1-15,2 0-1 16,0 0 1-16,-1 0-1 16,2-3 0-16,-1 2 1 15,0-5-1-15,1 2 0 0,5-2 1 16,-2-2-1-16,0 4 0 15,3 0 1-15,-2 1-1 16,4-4 1-16,7 1-1 16,-9-1 1-16,0 5-1 15,0-4 0-15,1 1 0 0,-1 3 1 16,8-1-1-16,-7 1 0 16,-1-1 1-16,0 1-1 15,0 2 2-15,6-2-2 0,4 2 1 16,-4-3-1-16,-1 0 1 15,3 3-1-15,-5-2 0 16,7-1 0-16,3 2 1 16,-8-3-1-16,8 2 0 15,0-1-1-15,0 3 1 0,7-2 0 16,5 2 1-16,-2 0-1 16,-3 0 0-16,6 2-1 15,1-2 0-15,-4 3 0 16,5-1-2-16,-6 2 0 0,-6-4-1 15,9 0-3-15,0 0 2 16,-7 0 0-16,-1-4 0 16,4 4 0-16,-6-2 0 0,8-1 2 15,2 3 2-15,-9-2 0 16,-5 0 1-16,8-1 1 16,-1 1 0-16,-5-4 1 15,4 2 2-15,-8-2-1 0,-2 0 0 16,4 1 0-16,1-3 0 15,-4 0 0-15,-5 1-1 16,-5 0 1-16,0-1-1 16,-8 1 1-16,0 0 0 0,-6-1-1 15,-3 1 1-15,-1-3 1 16,-4 2 0-16,-1 1-2 16,-2-6 1-16,-2 4-2 15,-6-1 1-15,1-2 0 16,-10-1-1-16,5-2 1 0,-7 0-1 15,0 1 1-15,2-6 0 16,-6-1 0-16,1 1 0 16,0 4-1-16,-3-9 1 15,-2 4-1-15,-6-5 0 0,0 1 0 16,-6 5 0-16,2-10-1 16,-10 8 1-16,2-7 0 15,-6 1 1-15,-3-1 0 0,-2 1 1 16,-4-2 1-16,1 1-1 15,-3 2 0-15,4-1 0 16,-3 3 1-16,-1-1-1 16,-3 3 1-16,-1-2 1 0,-6 0-1 15,0 0 1-15,-4 6-1 16,-5-6 0-16,-1 5-1 16,-6-2 1-16,2 4-3 15,-1-1 0-15,-2 4 0 0,1 2-1 16,0-1 0-16,-5-1 0 15,-1 0 0-15,2 2 0 16,-6 1 0-16,5 2 0 0,-7-2-1 16,-2-3 1-16,1 3 0 15,-6 2 0-15,3-5 0 16,-5 5-1-16,0-2 1 16,-7-1 0-16,5 3 0 15,-11-1 0-15,6 0 0 0,-6 1 0 16,-3 0 0-16,-1 0 0 15,-3 0 0-15,-3 0 0 16,1 1-1-16,-4 2 2 16,-3-2-1-16,-4 1 0 0,4 4 0 15,-7 2 0-15,1 0 0 16,-5-4 0-16,0 4 0 16,0-1 0-16,-7 3 0 0,1-2 0 15,-6 2 0-15,2 0 0 16,-3 0 0-16,-2 2 0 15,-4 3 0-15,-1 3 0 16,0-3 0-16,-2 4 0 16,-5 1 0-16,1 0 0 0,-5 0 0 15,0 0 0-15,2 3 0 16,-2-3 0-16,2 2 0 16,-4-1 1-16,4 0-1 15,-1-1 0-15,0 0 0 0,0 2 0 16,3-5 1-16,-4 1-1 15,2 0 0-15,-4-1 0 16,6 1 0-16,-1-6 0 0,-1 2 0 16,4 2 0-16,-3-1 0 15,3 0 0-15,6-3 0 16,2 1-1-16,2 0 1 16,2-3 0-16,1 1 0 0,4 2 0 15,-2-3 0-15,2 0 0 16,3 0 0-16,-4 0 0 15,1 0 0-15,1 0 0 16,-1 0-1-16,-2 0 1 16,5-3 0-16,-4 3 0 0,3-1 0 15,1-2 0-15,-2 3 0 16,2 0-1-16,0-3 2 16,2 1-2-16,-2-1 1 15,5 3 0-15,-4 0 0 0,-2 0 1 16,2-2-2-16,-4 2 2 15,3 0-1-15,-5 0 0 16,1-3 0-16,-2 3 0 0,1-2-1 16,-2 2 1-16,-1-2 0 15,1-3 0-15,2 0 0 16,3 2 0-16,1-2-1 16,1 3 1-16,3-1 0 0,2 1 0 15,3-1 0-15,1 3 0 16,1-2 0-16,0-1 0 15,0 1 0-15,2 2-1 16,5-6 1-16,-1 4-2 0,6 0 2 16,1-1 0-1,1-2-1-15,6 3 1 0,-2 0 0 16,3 2 0-16,-1-3 0 16,6 3 0-16,-4 0 0 0,0 0 0 15,0 0 0-15,9 0 0 16,-10 3 1-16,12-3-1 15,-6 4 0-15,3 0 0 16,2 0 2-16,-2 0-2 0,4 4-11 16,-6 2-53-16,9 3-4 15</inkml:trace>
  <inkml:trace contextRef="#ctx0" brushRef="#br0" timeOffset="33918.58">14578 5935 342 0,'0'0'5'0,"0"0"0"0,0 0 3 15,0 7 2-15,0-7 3 0,9 15-1 16,-7-5 1-16,5 3 0 16,0-1-5-16,4 6 1 15,1-4-4-15,4-2 0 16,-4 1 0-16,4-3 1 0,5-8 0 15,4-2 2-15,2-9 1 16,10-11 1-16,7-12 0 16,20-11-1-16,10-8-9 15,13-14 0-15,14-4 0 16,12-3 0-16,4 6 0 0,-4-2 0 16,-3 11 0-16,-21 8 0 15,-12 12 0-15,-17 12 0 16,-18 5 0-16,-17 9 0 15,-10 7 0-15,-15 4 0 0,0 0 0 16,0 0 0-16,0 0 0 16,0 0 0-16,0 0 0 15,0 7 0-15,0-7 0 16,-11 14 0-16,9 0 0 0,2-5-77 16,-7 1-12-16</inkml:trace>
  <inkml:trace contextRef="#ctx0" brushRef="#br0" timeOffset="49083.39">7864 5917 337 0,'0'0'6'0,"4"-17"2"0,-1-2 3 0,-3-3 1 16,-7-6 2-16,-4-9-2 0,-10 0 1 15,-11-5 0-15,-11 7-5 16,-11 8-3-16,-12 8-1 16,-11 10-2-16,-15 15 0 15,-6 18-1-15,-8 11 1 16,-4 17-1-16,4 10-1 0,-2 12 0 16,9 11 0-16,16 4 0 15,10 5 0-15,20 4-1 16,24 0 1-16,13 1 0 15,22 2 0-15,24-7 1 0,16-2 0 16,20-10 1-16,15-8-1 16,15-15 0-16,8-11 1 15,8-14-1-15,10-14 1 0,2-12 0 16,0-14 0-16,-2-13-1 16,-4-17 1-16,-6-5 0 15,-8-13 0-15,-12-15 0 16,-9-6-1-16,-19-14 1 0,-11-11-1 15,-19-4 1-15,-16-8-1 16,-18-1 1-16,-13 1-1 16,-22 6 0-16,-15 9-1 15,-12 20 1-15,-14 13-1 16,-11 20 1-16,-10 16-1 0,2 24-1 16,1 6-2-16,12 22-5 15,8 6-17-15,6 15-53 16,33 10-2-16</inkml:trace>
  <inkml:trace contextRef="#ctx0" brushRef="#br0" timeOffset="49850.43">7952 6772 306 0,'0'0'7'0,"0"0"3"0,0-9-2 15,0 9 1-15,0 0 0 16,8-3 1-16,-8 3 2 15,19 15 2-15,2 10-6 0,-1 10-2 16,12 9 0-16,0 13 2 16,15 13-1-16,3 9 0 15,7 10-2-15,5 4-1 16,10 9-1-16,5 1-1 0,5-3 0 16,5 2 0-16,10-5 0 15,7-5 0-15,10-3 1 16,8-5-1-16,13-10 1 15,4-5 1-15,12-6-1 0,11-6 0 16,7-13-1-16,9-12 0 16,10-7 0-16,5-10 0 15,8-12-1-15,5-6 0 16,3-17-1-16,7-7 0 0,1-13 0 16,3-7-1-16,-3-12 1 15,-1-13-2-15,-2-7 1 16,-8-11 0-16,-8-9 0 0,-7-2 1 15,-11-3 1-15,-12-1 1 16,-13-1 0-16,-9 7 1 16,-14 6 1-16,-15 12 0 15,-17 5 1-15,-17 14-1 16,-15 13-1-16,-16 6 2 0,-14 14-2 16,-19 6-1-16,-8 9 0 15,-11 14-2-15,0 0 0 16,-13 0-7-16,1 14-9 15,-7 6-66-15,5 2-2 16</inkml:trace>
  <inkml:trace contextRef="#ctx0" brushRef="#br0" timeOffset="50666.92">13670 7022 423 0,'0'0'4'0,"0"0"2"0,0 0 1 0,0 0 2 16,0 0 0-16,0 0 1 15,0 0 0-15,0 0 0 0,12-2-3 16,1-1-1-16,9-1-2 16,5-6-1-16,8-1 0 15,5 0-3-15,6-2 0 16,5-2 0-16,3 0 0 16,-2 0 0-16,-2 1 0 0,-8 3 0 15,-10 5 0-15,-2 0 0 16,-7 8 0-16,-14 12 0 15,-9 10 0-15,-2 9 0 16,-10 7 0-16,-3 3 0 0,-2 7 0 16,-8 2 0-16,-1-3 0 15,5-1 0-15,1-8-9 16,-5-4-75-16,13-6-2 16</inkml:trace>
  <inkml:trace contextRef="#ctx0" brushRef="#br0" timeOffset="51733.45">13633 6466 313 0,'0'0'6'0,"0"0"6"0,0 0 0 0,0 0 3 0,0 0 0 15,0 0 0-15,0 0 0 16,0 0-1-16,-16 9-5 16,4 11-5-16,-3 2-2 0,-5 15-1 15,-3 6-1-15,-4 11 1 16,-5 6 0-16,-3 7 0 15,1 4 1-15,-9 2-2 16,-1 1 1-16,-9-3 0 16,3-2 0-16,-9 1 0 0,0-9-1 15,-3 4 1-15,-8-5-1 16,-5 0 0-16,-1-4 0 16,-7 2 0-16,-1-6-1 0,-4-1 1 15,-4 2 1-15,-7-4-1 16,0 0 2-16,-2-1-1 15,-4-2 0-15,-4-1 1 0,-1 4 0 16,-5-4 0-16,-3 1 0 16,-1-5-1-16,-6 1 0 15,1-2 1-15,-6-3-1 16,4 1 0-16,-6-7 0 16,-3 1 0-16,1-4 0 0,1 2 0 15,-3-5 0-15,-4-4-1 16,4 4-1-16,-4-5 1 15,-2 0-1-15,3-2 0 16,3-4 1-16,-3 1-1 16,7-5 0-16,-3-5 1 0,9-5 0 15,4 0 0-15,6-8 1 16,6-3 1-16,6-7 0 16,4-2 0-16,8-2 0 0,3-6 0 15,2 1 0-15,5 0 1 16,2 0-2-16,6-1 1 15,2 3 0-15,4-1 0 16,10 3-1-16,3 1 0 0,10-1 1 16,7 4 0-16,6 4 1 15,10 0-1-15,5 2-1 16,6 4 1-16,11 9-1 0,-12-13 0 16,12 13-1-16,0 0-1 15,0 0 0-15,7 0-2 16,-7 0-3-16,16 7-4 15,-16-7-7-15,14 14-20 16,4-8-43-16,-8-1-3 0</inkml:trace>
  <inkml:trace contextRef="#ctx0" brushRef="#br0" timeOffset="52316.61">7522 8157 357 0,'0'0'8'0,"0"0"3"0,0 0 3 0,0 0 1 0,-7-7 2 15,7 7 0-15,0 0-1 16,-10 0 2-16,10 0-8 16,-2 18-2-16,2 0-3 15,0 7-2-15,7 11 0 0,0-2-1 16,4 6 0-16,-2 2 0 15,6-2-1-15,0-3-1 16,-5-5 2-16,3-5-2 16,-1-2-2-16,-5-5 2 0,0-6 0 15,-1-4 0-15,-6-10 2 16,0 0-2-16,0 0 0 16,0 0 0-16,0-7 0 15,-8-10 0-15,1-5 0 0,-5-8 0 16,-1 0 0-16,1-6 0 15,-4 0 0-15,2 2 0 16,2-4 0-16,1 11 0 16,2-2 0-16,1 9 0 0,0 4 0 15,1 1 0-15,5 8 0 16,2 7 0-16,-5-10 0 16,5 10 0-16,0 0 0 0,0 0 0 15,0 0 0-15,0 0 0 16,0 0 0-16,5-5 0 15,4 1 0-15,4-2 0 16,6-1 0-16,11-4 0 16,8-3 0-16,9-1 0 0,8 1 0 15,7-4 0-15,0 3 0 16,5 4 0-16,-7 0 0 16,-1 14 0-16,-9-3-81 0,-12 2-8 15</inkml:trace>
  <inkml:trace contextRef="#ctx0" brushRef="#br0" timeOffset="54450.63">4071 9554 389 0,'0'0'6'0,"2"-10"2"0,-2 10 4 0,6-9 2 0,-6 9-1 15,5-10 1-15,-5 10-1 16,0 0 1-16,2 12-5 15,-7 8-3-15,-8 7-4 0,-3 8-1 16,-2 4 0-16,-10 6 1 16,-4 2-1-16,0-3 0 15,-8 1 0-15,3-5-1 16,-3-6 1-16,0-1-1 16,3-8 0-16,5-3 0 15,7-5 0-15,2-2-1 0,11-8 1 16,12-7 0-16,0 0 0 15,12 5 0-15,16-5 0 16,6-2 0-16,9-3 1 0,6-3 0 16,4 1-1-16,-1-2 2 15,0 2-2-15,-4 1 0 16,-7 1 0-16,-11 3 0 16,-2 2-3-16,-8 0-4 0,-6 2-7 15,-4 0-14-15,-17 7-56 16,7-9-1-16</inkml:trace>
  <inkml:trace contextRef="#ctx0" brushRef="#br0" timeOffset="54700.6">4424 9894 455 0,'0'0'3'0,"0"0"0"0,0 0 1 0,0 5 1 16,3 2 0-16,-3 8 0 15,0 2 1-15,2 6-1 16,0 2-1-16,1 4-3 16,2 1-4-16,-1 0-8 0,5-1-26 15,-2-1-45-15,2-6-1 16</inkml:trace>
  <inkml:trace contextRef="#ctx0" brushRef="#br0" timeOffset="54916.56">4784 9737 477 0,'0'0'4'0,"0"0"0"0,0 0 1 0,0 0-1 15,6 8 1-15,-6 4 0 16,2 3 0-16,3 6-3 16,-3 1-2-16,1 10 0 15,-3-3-3-15,4 8-13 0,-4 1-40 16,3-8-29-16,-2-8-1 16</inkml:trace>
  <inkml:trace contextRef="#ctx0" brushRef="#br0" timeOffset="55083.29">4682 9869 419 0,'0'0'3'0,"0"0"2"0,7-7 0 16,2 4 2-16,3-2 0 16,5 0 0-16,3 0 0 15,12 0-6-15,-2-5-26 16,7 6-51-16,5-3-2 0</inkml:trace>
  <inkml:trace contextRef="#ctx0" brushRef="#br0" timeOffset="55423.97">5271 9619 424 0,'0'0'6'0,"0"0"2"15,0 0-1-15,0 0 2 16,0 0 0-16,-2 14 1 15,2-1 0-15,-3 9 1 0,1 3-6 16,-1 6-2-16,-1 2 1 16,-4 3-2-16,0 0 1 15,-2-3-3-15,1-1 0 16,-2-8 0-16,-1 1 0 0,0-7 0 16,2-4 0-16,2-3 0 15,8-11 0-15,-9 10 0 16,9-10 0-16,0 0 0 15,9 0 0-15,2-6 0 0,8 2 0 16,1-4 0-16,4 1 0 16,4-1 0-16,2 1 0 15,0 0-6-15,2 4-25 16,3-5-52-16,-8 3-3 0</inkml:trace>
  <inkml:trace contextRef="#ctx0" brushRef="#br0" timeOffset="55833.19">5594 9916 496 0,'0'0'2'16,"0"0"1"-16,0-10 2 15,0 3 0-15,0-4-5 16,3-3 0-16,2-1 0 0,2 0 0 16,6 0 0-16,1 1 0 15,4 3 0-15,4 4 0 16,-2 3 0-16,3 4 0 16,-7 1 0-16,5 9 0 0,-9 5 0 15,-2 3 0-15,-5 4 0 16,-5 3 0-16,-2-1 0 15,-9 4 0-15,-1-1 0 16,-2-2 0-16,1-1 0 16,-7-4 0-16,7-2 0 0,4-3 0 15,2-4 0-15,7-11 0 16,-3 11 0-16,3-11 0 16,15 0 0-16,2 0 0 0,5-5 0 15,8-5-48-15,2 0-37 16,6-7-3-16</inkml:trace>
  <inkml:trace contextRef="#ctx0" brushRef="#br0" timeOffset="56300.4">6046 9854 448 0,'0'0'4'0,"0"0"3"0,0 0 1 15,-10-10 0-15,10 10 1 16,-4-9 0-16,4 9 0 15,0-13 0-15,0 13-9 16,9-12 0-16,2 9 0 16,6-3 0-16,0 5 0 0,0-2 0 15,4 3 0-15,-4 0-7 16,-2 4 0-16,-3 2-1 16,-2 2 1-16,-10-8 0 15,8 20 0-15,-6-11 2 0,-2 1 2 16,0 0 2-16,-2 0 1 15,-1 3 0-15,1-1 1 16,2-3 0-16,0 1 1 16,0 1 0-16,5-2-1 0,7 2 1 15,3-2 0-15,4-2-1 16,-1 3 1-16,1-3-2 16,2 1 0-16,-6 2 0 0,-1-3 1 15,-3 4-1-15,-11-11 2 16,10 14-1-16,-10-14 0 15,-8 15 1-15,-7-5 0 16,-2-2 0-16,-5-1 0 16,-6 0 1-16,-2 1-2 0,-2-5 1 15,5 0-2-15,1-2-7 16,1-1-16-16,1-1-58 16,14-8 0-16</inkml:trace>
  <inkml:trace contextRef="#ctx0" brushRef="#br0" timeOffset="59017.25">6690 9829 363 0,'0'0'7'0,"0"0"2"16,0 0 5-16,0 0 2 0,0 0 1 16,0 0 0-16,0 0 0 15,0 0 1-15,-8-4-6 16,8 4-3-16,0 0-3 15,10 0-3-15,5 0 0 16,2 0-3-16,11-6 0 0,6 5 0 16,4-5 0-16,7-2 0 15,0 1 0-15,-3-3 0 16,0 3 0-16,-8-1 0 16,-6 4 0-16,-3-2 0 0,-10 4 0 15,-7 2 0-15,-8 0 0 16,0 0 0-16,0 0 0 15,-10 10 0-15,-1-8 0 0,11-2 0 16,-17 10 0-16,17-10-19 16,-13 11-66-16,13-11-1 15</inkml:trace>
  <inkml:trace contextRef="#ctx0" brushRef="#br0" timeOffset="59467.35">7678 9522 446 0,'0'0'3'0,"0"0"2"16,0 0 1-16,0 0 0 16,0 0 1-16,4 13 0 0,-4 3 0 15,-11 7 1-15,2 2-3 16,-9 9-3-16,3 1 1 15,-7 4-2-15,-3 1 1 16,1-5-1-16,-1 1-1 0,2-7 2 16,-2-4-2-16,5-3 0 15,3-4 0-15,1-6 0 16,4-5 0-16,12-7 0 16,-12 10 0-16,12-10 0 0,0 0 0 15,15 0 0-15,0 0 0 16,2-5 0-16,8 0 0 15,0 0 0-15,5-3 0 16,2 3 0-16,-2 4 0 0,2-5 0 16,-4 4 0-16,-1-1 0 15,-6 1 0-15,0 2 0 16,-6 0 0-16,-2 0 0 0,-13 0 0 16,7 7-3-16,-7-7-7 15,0 10-9-15,-5-2-39 16,5-8-26-16,-7 5-3 15</inkml:trace>
  <inkml:trace contextRef="#ctx0" brushRef="#br0" timeOffset="59853.09">8151 9772 463 0,'0'0'4'0,"0"0"2"0,0 0 1 0,0 0 0 0,0 0-1 15,0 0 1-15,0 0 0 16,0 0-3-16,-5 15-4 16,-3-5 0-16,1 5 0 15,-7 2 0-15,1 3 0 0,-4-5 0 16,-1 5 0-16,1-5 0 15,2-2 0-15,0-1 0 16,2-3 0-16,4-1 0 16,9-8 0-16,-16 10 0 0,16-10 0 15,0 0 0-15,18 0 0 16,0 0 0-16,6-5 0 16,3 0 0-16,6-3 0 0,7 6 0 15,-8-5 0-15,3 4 0 16,0 0 0-16,-10 1 0 15,-4 2-12-15,-10 8-59 16,1-6-15-16</inkml:trace>
  <inkml:trace contextRef="#ctx0" brushRef="#br0" timeOffset="60116.99">8206 9818 417 0,'0'0'5'15,"0"0"2"-15,0 0 2 16,0 0-1-16,0 7 2 16,0 3 1-16,3 4 1 15,-1 4-1-15,0 7-4 0,1 1-2 16,2 9-1-16,2 0-1 16,-2 5-1-16,0-6-2 15,3-2 0-15,-1-4 0 16,-2-3 0-16,-1-5-5 0,0-8-5 15,3 2-15-15,-7-14-57 16,10 6-4-16</inkml:trace>
  <inkml:trace contextRef="#ctx0" brushRef="#br0" timeOffset="61717.36">8757 9775 402 0,'0'0'3'0,"0"0"1"0,0 0 1 0,0 0 2 15,0 0 2-15,0 0 1 0,15 0 0 16,-3 0 2-16,8 0-3 15,6 0 0-15,3-3-1 16,6-1-2-16,2-4-1 16,0 3-2-16,-2-3 1 15,0 1-2-15,-8 4 1 0,-4-2-3 16,-3 4 0-16,-8-2 0 16,-5 3 0-16,-7 0 0 15,0 0 0-15,0 0-3 0,0 0-10 16,0 0-19-16,25-4-51 15,-25 4-2-15</inkml:trace>
  <inkml:trace contextRef="#ctx0" brushRef="#br0" timeOffset="62233.46">9568 9443 447 0,'0'0'4'0,"0"0"1"15,0 0 1-15,0 0 0 0,0 0 1 16,0 10 0-16,0 5 1 16,0 5-1-16,0 7-2 15,2 5-3-15,3 5 0 0,2 8 0 16,1-3-1-16,4 2 1 16,3-4-2-16,-2-5 0 15,-4-3 0-15,1-5 0 16,-2-7-2-16,-3-2 1 0,-3-6 0 15,-2-12 0-15,0 0 0 16,-9 0 0-16,-2-11 0 16,1-5 0-16,-5-7 2 0,-2-8-1 15,-1-5 1-15,4-11 1 16,1 0 0-16,6-8 1 16,2 4-3-16,5-5 0 15,0 10 0-15,7 4 0 16,4 5 0-16,8 7 0 0,4 10 0 15,4 6 0-15,3 6 0 16,5 5 0-16,-1 3 0 16,-2 11 0-16,1 3 0 15,-6 4 0-15,-7 4 0 16,-8 3 0-16,-7-1 0 0,-5 4 0 16,-9-3 0-16,-9 0 0 15,-6-3 0-15,-1-5 0 16,-5 0-3-16,2-2-7 0,-4-5-7 15,9 0-26-15,16 0-41 16,-8-5-1-16</inkml:trace>
  <inkml:trace contextRef="#ctx0" brushRef="#br0" timeOffset="62816.44">9993 9731 402 0,'0'0'7'0,"0"0"2"0,-11 0 2 16,11 0 3-16,-12 0 1 0,12 0 1 15,-15 0 1-15,15 0 0 16,-10 0-14-16,10 0-3 16,0 0 0-16,0 0 0 15,12-7 0-15,3 4 0 16,2-3 0-16,8 6 0 0,0-2 0 16,8 0 0-16,-6 2 0 15,3 0 0-15,-3 4 0 16,-4 2 0-16,-6-2 0 0,-4 8 0 15,-8 1 0-15,-5-1 0 16,-11 6 0-16,-1-1 0 16,-6 5 0-16,-4-2 0 15,-6 3 0-15,2-3 0 0,-2-1 0 16,3-2 0-16,0-2 0 16,8-2 0-16,2-1 0 15,5-5 0-15,10-7 0 16,0 0 0-16,5 9 0 0,13-9 0 15,-1 0 0-15,5 0 0 16,6-3 0-16,-1 0 0 16,2 0 0-16,-1 1 0 0,2-3 0 15,-8 3 0-15,3-1 0 16,-2 1 0-16,-6 2 0 16,-5-2 0-16,5 2-30 15,1 0-55-15,-8-3-3 16</inkml:trace>
  <inkml:trace contextRef="#ctx0" brushRef="#br0" timeOffset="63066.59">10857 9626 488 0,'0'0'2'0,"0"0"2"0,0 0 0 0,0 0 1 16,-6-5 0-16,6 5-2 15,9-9-3-15,3 4 0 16,8 2 0-16,-1-4 0 0,13 4-12 16,11 1-71-16,-6-1-2 15</inkml:trace>
  <inkml:trace contextRef="#ctx0" brushRef="#br0" timeOffset="63200.57">10795 9790 442 0,'0'0'3'0,"0"0"1"16,7 0 2-16,5 0 0 0,6 0 1 16,12-3-1-16,7 1-3 15,3-8-13-15,-13 3-66 16,33-4-4-16</inkml:trace>
  <inkml:trace contextRef="#ctx0" brushRef="#br0" timeOffset="64016.59">11689 9537 392 0,'0'0'3'0,"0"0"0"0,-8-7 1 16,1 7 1-16,-7-4 1 15,-2 4 0-15,-5 0 1 0,-4 0 0 16,-3 6-2-16,-2 6 0 15,3 4-1-15,-1 3-1 16,8 3-1-16,8 1 0 16,3 2 0-16,9-6 0 0,4 1 0 15,13-5-1-15,3-5 1 16,10-8 1-16,3-2-1 16,-1-4 1-16,0-11-1 0,0-7 0 15,-2-3 1-15,-5-11 1 16,-5-3-1-16,-3-10 1 15,-4-6 1-15,-8-4-1 0,-3-6 2 16,-4-2 1-16,-5 3-7 16,-6 2 0-16,-2 10 0 15,0 8 0-15,-2 6 0 16,4 13 0-16,1 16 0 16,5 11 0-16,-1 21 0 0,8 11 0 15,0 9 0-15,10 13 0 16,5 6 0-16,5 5 0 15,7 3 0-15,6-4 0 16,-1-4 0-16,3-6-3 16,-6-3-56-16,4-13-27 0,-3-8 0 15</inkml:trace>
  <inkml:trace contextRef="#ctx0" brushRef="#br0" timeOffset="64491.99">12069 9525 450 0,'0'0'5'0,"0"0"1"0,-7-13 2 0,7 13 1 16,-3-15 0-16,3 3 0 16,3 2 1-16,9 0-5 15,8 1-5-15,3 2 0 0,7 1 0 16,2 1 0-16,0 5 0 15,3 0 0-15,-7 2 0 16,-7 4 0-16,-8 5 0 16,-3 2 0-16,-10-1 0 0,-3 3-4 15,-9 3 2-15,-5-1 0 16,-4-2 1-16,2 2 0 16,-4-5 0-16,3 1 1 15,6-1-1-15,4-1 0 0,2-2 1 16,8 1 0-16,0-10 0 15,11 15 0-15,5-7 1 16,5-4 0-16,4 1-1 16,5 0 1-16,-5 3-1 15,7-3 0-15,-6 2 0 0,-1-2 0 16,-4 1 0-16,-7 1 0 16,-14-7 1-16,8 12 0 15,-14-6 0-15,-15-2 0 0,-4 0 0 16,-15 1 1-16,-3 3-1 15,-6-3-1-15,-1 2-4 16,-2-7-12-16,7 3-65 0,6-3-2 16</inkml:trace>
  <inkml:trace contextRef="#ctx0" brushRef="#br0" timeOffset="69166.52">3231 9275 243 0,'0'0'6'0,"0"0"3"0,-9-10 3 16,9 10 3-16,0 0-2 16,-3-8-2-16,3 8 4 0,-2 12 2 15,2 16-4-15,0 13-2 16,2 20-2-16,-2 18 0 16,0 12 0-16,0 14 0 0,0 6-2 15,0 3-2-15,0-1-2 16,0-3 0-16,0-8-1 15,-6-14-1-15,2-3 1 16,-4-8-1-16,1-13 0 0,0-7-1 16,-4-9-2-16,2-15-3 15,-1-8-2-15,2-5-15 16,-2-8-40-16,10-12-15 0</inkml:trace>
  <inkml:trace contextRef="#ctx0" brushRef="#br0" timeOffset="70093.25">3160 9329 178 0,'0'0'2'16,"0"0"3"-16,0 0 3 15,0 0 2-15,7-7 3 0,7 2 4 16,9 0 0-16,7-3 0 16,11 3 1-16,10 0-2 0,15 0-4 15,7 1-1-15,13 1-3 16,6-3-3-16,13 6 1 15,12-1-2-15,-1 1-1 16,21-3-1-16,2 3 1 0,8-3-1 16,7 3 0-16,10-1 0 15,2 1 2-15,11 0-3 16,-1 0 1-16,10 0-2 16,1-3-3-16,10 0 0 0,3-2-1 15,0-1-2-15,-4-2 0 16,3-5 1-16,4-2 0 15,-4-5 1-15,0-1 1 16,-13-2 1-16,-2-2 1 16,2 3 1-16,-2-1 0 15,0 1 0-15,-10 5-1 0,8-3 0 16,-1 10 1-16,3-2 0 16,5 2 0-16,-3 2 0 15,-4 1 0-15,2 0 0 16,4 2 0-16,-14-1 0 0,-3 2 0 15,0-2 0-15,1 2-1 16,-2-4 2-16,-4-2 4 16,-1-2 0-16,-2 2 1 0,-2-5 0 15,1 3 1-15,-6-6-2 16,-2 1 2-16,-9 2-1 16,-1 1-2-16,-13-4 0 15,-9 3 2-15,-5 0-1 16,-13 2 0-16,-17-1 3 0,-10 2 1 15,-19-3 1-15,-6 5 0 16,-18-2-1-16,-4 2 0 16,-16 0 0-16,-3 2-1 15,-11 8-1-15,7-11-2 0,-7 11-2 16,0 0-2-16,0 0 0 16,0 0-1-16,-7 0-1 15,-1 11 0-15,-7 14 1 0,-2 12 0 16,-5 15 1-16,-3 17-1 15,-5 18 1-15,-5 15 1 16,6 15-1-16,1 9 0 0,1 5 0 16,6 3 0-16,4-11 0 15,8 1 1-15,-2-17 0 16,9-11-1-16,0-10 1 16,2-13 0-16,-3-16-1 0,3-7 1 15,0-13-4-15,-2-12-4 16,2 0-36-16,-7-14-40 15,-4-6-2-15</inkml:trace>
  <inkml:trace contextRef="#ctx0" brushRef="#br0" timeOffset="71067.64">3293 10840 311 0,'0'0'3'0,"0"0"-1"0,0 0 4 0,0 0 1 15,0 0 2-15,8 7 2 16,2 3 0-16,9 1 3 16,11 1-1-16,16 2-1 0,7-1-2 15,27-2-1-15,15-3-2 16,19-2-1-16,22-6-1 15,19-3-1-15,19-4 0 16,17-3 0-16,20-5-1 0,10-2 0 16,13 2-1-16,19-3 1 15,4 2-1-15,20-1 0 16,1 2-1-16,15-3 1 16,7 3-1-16,10 2 0 0,1-2-1 15,4 3 1-15,-2-1 0 16,0 1-1-16,0 3 1 15,-10-4 0-15,-2 1 0 16,-10 2-1-16,-5 0 1 16,-8-3-1-16,-7 1 1 15,-8 2 0-15,-15-5 0 0,-11 3 0 16,-19-1 0-16,-9 1 1 16,-23-2 1-16,-22 0 0 15,-22 3 0-15,-23-2 0 0,-17 6 1 16,-20-1-1-16,-12 1 0 15,-24 2 0-15,-8 2-1 16,-14 1 1-16,-6 0-3 0,-8 2 0 16,-10 0 0-16,0 0 0 15,0 0 0-15,0 0 0 16,0 0 0-16,0 0 0 16,0 0 0-16,0 0 0 0,-10 0-7 15,-17 0-75-15,27 0-2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33:57.10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3089 6057 335 0,'0'0'4'16,"0"0"1"-16,0 0 2 0,-12 7 0 15,12-7 1-15,-12 17 2 16,2-1-1-16,2-2 1 16,1 3-5-16,0-2 0 15,3 3-1-15,4-4-1 0,0-1 1 16,4-4 0-16,8-3 1 15,-2-6 0-15,7 0 1 16,4-6 0-16,-2-3 0 16,-1-4 0-16,-2-3 0 0,1-2 0 15,-4 0-1-15,-8 1-1 16,-5 5 0-16,0 2-1 16,-9 3-1-16,-8 3 0 15,-1 4-1-15,-5 8-1 0,4 5 0 16,-1-1 0-16,0 5 0 15,8-2 0-15,2 0 0 16,6-1 0-16,4 0 0 16,0-14 0-16,18 10 0 0,3-10 0 15,4 0 1-15,1-7-1 16,4-6 0-16,-3-5 1 16,1 1-1-16,-6-3 1 15,-5 2 0-15,-11-1 0 0,-4 7-1 16,-4 2 0-16,-16 7 1 15,-4 3-1-15,-2 3 0 16,-6 4 0-16,0 8 0 16,5 0-1-16,-3 0 1 15,8 2-1-15,8-2-3 0,5-3-3 16,3-2-10-16,4-10-61 16,9 18-5-16</inkml:trace>
  <inkml:trace contextRef="#ctx0" brushRef="#br0" timeOffset="1249.85">3157 5707 267 0,'0'0'6'0,"-11"-4"4"15,11 4 3-15,-14-13 1 0,1 8 2 16,-4 0 0-16,-1 0 1 15,-3 3 1-15,-2 2-5 16,-4 5-4-16,2 5-2 16,-5 9-1-16,0 2-2 15,0 5-1-15,0 2 1 0,-2 6 0 16,2 1 0-16,5 5-1 16,3 3 1-16,2 1 0 15,2 0-1-15,8 6 1 16,6-4-1-16,4 2-1 0,0-1 0 15,10-3 0-15,3 1-1 16,3-5 1-16,5-3-1 16,1-3 0-16,2-1 0 15,4-4 1-15,1-7-1 0,4 0 0 16,3-1 1-16,-2-4-1 16,-3-5 0-16,8-2 0 15,-5 0 0-15,1-5 0 16,-3-5 0-16,3 0-1 0,-3-2 1 15,0-6 0-15,0-2 0 16,-2-3-1-16,0-1 1 16,-2-1 0-16,-1-2 0 0,-4-3 0 15,-1 0 1-15,-5-5-1 16,3 1 1-16,1-6 0 16,-7-2-1-16,0 0 1 15,-3-6-1-15,-4 1 0 16,1-3 0-16,-6 4 0 0,0-4 1 15,-2 3-1-15,-4 5 0 16,-4-4 0-16,-4 4 0 16,-3 3 0-16,-2 1 1 15,-6 1-1-15,1 3-1 0,3-4 0 16,-9 6 0-16,5-1 0 16,-2 2 0-16,-2 1 0 15,2 2-1-15,3 3 1 16,-5 1 0-16,2 7-1 0,-5 1 1 15,3 6 0-15,-6 0 0 16,8 7 0-16,-5 3 0 16,9 0 0-16,-2 2 0 0,3-1-1 15,4 1-1-15,9-2-2 16,2 0-3-16,5 5-5 16,0-15-15-16,5 17-55 15,11-10-2-15</inkml:trace>
  <inkml:trace contextRef="#ctx0" brushRef="#br0" timeOffset="2266.17">2978 5609 244 0,'0'0'6'0,"0"0"0"0,0 0 4 15,-11 0 1-15,11 0 1 16,0 0 2-16,-7 0 0 16,7 0 2-16,0 0-3 0,0 0-3 15,5 0-1-15,8-8 0 16,6-2-2-16,11-8-1 16,8-1-1-16,14-8-1 15,12-11-2-15,11-6-1 0,15-3 0 16,14-13 0-16,13-6-1 15,8-7 1-15,16-6 0 16,11-7-2-16,9-6 2 16,7-8 0-16,9 1 0 0,7-8 0 15,9-6 0-15,4 1-2 16,4-4 1-16,-2 5 1 16,0 0-1-16,-1 4 1 15,-3 0-1-15,-7 11 1 0,-9 4 0 16,-13 5 0-16,-7 10 1 15,-12 5-1-15,-11 8 0 16,-16 12 0-16,-13 4 0 16,-17 9 0-16,-14 9-1 0,-16 9 1 15,-15 3 1-15,-13 8 0 16,-12 5 1-16,-10 3-1 16,-10 2-2-16,0 7-7 15,-10 3-15-15,-14 3-49 16,11 2-3-16</inkml:trace>
  <inkml:trace contextRef="#ctx0" brushRef="#br0" timeOffset="3285.15">3376 6525 209 0,'0'0'6'15,"0"0"2"-15,0 0 2 0,0 0 1 16,0 0 3-16,9 0 1 16,-9 0 4-16,21-3-1 15,-5-4-3-15,7-1-2 16,4-7 0-16,10-2-2 0,13-8-1 16,8-4-2-16,14-11-1 15,10-5-3-15,15-6-1 16,9-9-1-16,18-9 0 0,11-8 0 15,8-7-2-15,14-5 1 16,10-8-1-16,9-5 0 16,5-2-1-16,3-2-1 0,2 1 1 15,3-1-1-15,3 5 2 16,-1-6-2-16,-4 10 1 16,-11 2 0-16,-3 7 1 15,-5 1 1-15,-9 8-1 16,-13 6 0-16,-14 2 1 0,-15 10 0 15,-13 5 0-15,-12 10 1 16,-17 5 1-16,-17 5 2 16,-12 9 1-16,-14 2 1 15,-12 6-1-15,-10 4 0 0,-8 5-1 16,-2 0 0-16,0 10-2 16,-12-5-3-16,12 5-5 15,-15 0-6-15,15 0-14 16,-5 20-48-16,5-20-4 0</inkml:trace>
  <inkml:trace contextRef="#ctx0" brushRef="#br0" timeOffset="4051.03">7609 3119 242 0,'0'0'9'0,"0"0"5"0,-9-3 3 16,9 3 1-16,0 0-1 0,0 0 2 15,0 0 0-15,0 0 1 16,9 3-6-16,9 1-6 15,1 6-3-15,6 3-1 0,7 4 0 16,3 8 0-16,8 0 0 16,-4 4-2-16,1 6 0 15,3 0 0-15,-6 5 0 16,-2-1-1-16,-3 5 0 0,-5 1-1 16,-4 2 1-16,-6 0 0 15,-4 6 0-15,-6-4-1 16,-7 2 2-16,0-1 0 15,-10 1-1-15,-8-2 1 16,-4-3 0-16,-8-1-1 0,-2-3 1 16,-8 3 0-16,1-5-1 15,-4-6 0-15,1 1 0 16,3-8 0-16,-2-5 1 0,4-4-1 16,5-6-1-16,4-4 0 15,7-3 0-15,1-5-1 16,-1 0-1-16,12 0-5 15,-3-3-12-15,3-4-56 0,9 7-3 16</inkml:trace>
  <inkml:trace contextRef="#ctx0" brushRef="#br0" timeOffset="5299.73">7654 3046 220 0,'0'0'8'0,"0"0"4"15,0 0 3-15,0 0 5 16,0 0 2-16,0 0-1 16,-10-2 0-16,10 2 1 0,0 0-7 15,0 0-4-15,6 0-4 16,3 2-4-16,1 6-2 16,5 0 0-16,2 1 0 15,6 3-1-15,7 1 0 0,-1 2 1 16,11 0-1-16,1 0 1 15,5 2 0-15,11 1 1 16,3 0-1-16,7 1 2 16,5 3-2-16,8 0 1 0,4 3 0 15,6 2 0-15,1 1-1 16,9 1 0-16,1 1 0 16,3 0-1-16,4 4 0 0,6-2 1 15,2 3-1-15,4-2 0 16,4 1 0-16,3 4 1 15,-3-2-2-15,8 2 2 16,2-2-1-16,-5 2-1 16,4-1 1-16,-2-2 0 0,5 0 0 15,1 1 1-15,0-3-1 16,2-1 0-16,-3-3 1 16,4 7 0-16,1-10 0 15,-4 4-1-15,-3 0 1 16,0-3-1-16,-4 0 0 0,-3-2 0 15,-6 3 0-15,-5-7-1 16,-6 0 1-16,-8 1 0 16,0-2 0-16,-7-2 1 0,-12-5 0 15,-3 5 0-15,-6-3 0 16,-9-5 1-16,-10 3 0 16,-12-3 0-16,-11-3-1 15,-10 3 2-15,-5-6-1 0,-7 2 1 16,-10-6-2-16,0 0-4 15,-7 7-6-15,0-14-50 16,-1 7-16-16</inkml:trace>
  <inkml:trace contextRef="#ctx0" brushRef="#br0" timeOffset="6966.48">7744 4191 185 0,'0'0'3'0,"0"0"3"16,0 0 2-16,0 0 2 0,0 0 1 16,5-7 2-16,-5 7 3 15,12-5 0-15,-3 5-2 16,4-2 0-16,4 2-4 15,6 0-1-15,2 0 0 0,2 2-3 16,6 3-2-16,6 0-1 16,4 2 0-16,6 4-1 15,1-2 0-15,7 3 0 16,6-2-1-16,1 5 0 0,3-1 0 16,0 3 0-16,5 0-1 15,2-1 1-15,1 3 0 16,2 2-1-16,2 1 1 15,6-2 0-15,2 0 0 0,3 0 0 16,2 2 1-16,2-1-1 16,8-2 0-16,-3 6-1 15,1-6 1-15,1 9 0 16,1-6-1-16,1 3 1 0,3-3-1 16,-2 5 2-16,-2 3-1 15,5-6 1-15,-2 6 0 16,1-2-1-16,6 4 0 15,-3-5 1-15,-1 6-1 0,-2-6-1 16,1 2 0-16,0-1 0 16,2 1 0-16,-5-4 0 15,-7 2 0-15,2-2 0 0,-1 0 0 16,-6 0 0-16,2-6 0 16,-8 4 0-16,-6-3 0 15,-2 0 0-15,-4-4 0 16,-7 2 0-16,-3-3 0 15,-6 0 0-15,-6-2 0 0,-5-1 0 16,-7-3 0-16,-7 1 0 16,-3-2 0-16,-9-1-1 15,-1-2 1-15,-5 0 0 16,-5-2 0-16,0 2-1 0,-10-5 1 16,15 5 0-16,-15-5 0 15,0 0 0-15,10 5 0 16,-10-5 0-16,0 0-1 15,0 0 1-15,0 0 0 0,7 2 0 16,-7-2 0-16,13 8 0 16,-3-8 1-16,-10 0-1 15,14 4 0-15,-14-4 0 16,13 3 1-16,-13-3-1 0,0 0 0 16,8 3 1-16,-8-3-1 15,0 0 1-15,0 0-1 16,12 1 1-16,-12-1 0 15,0 0 0-15,10 0-1 0,-10 0 1 16,10 0-1-16,-10 0 1 16,9 0-1-16,-9 0 0 15,13 0 0-15,-13 0 0 16,11 0 0-16,-11 0 0 0,12 0 2 16,-12 0-2-16,0 0 0 15,12 3 0-15,-12-3 0 16,0 0 1-16,0 0 0 0,0 0-1 15,0 0 1-15,0 0-2 16,0 0-4-16,0 0-9 16,0 0-29-16,7 0-27 31,-7 0-5-31</inkml:trace>
  <inkml:trace contextRef="#ctx0" brushRef="#br0" timeOffset="7916.39">13006 4468 252 0,'0'0'6'16,"0"0"3"-16,0 0 2 0,0 0 0 15,0 0 1-15,0 0 0 16,0 0 3-16,10 0-1 15,-10 0-4-15,20 5-3 16,-7 6-1-16,3 1-2 0,5 5 1 16,1 1-2-16,3 4-1 15,-3-2 0-15,3 5 0 16,0 0 0-16,-2 1-1 16,-2 2 2-16,-3 4 0 0,-1 0 0 15,-2-2 0-15,-5 8 0 16,-2-7 1-16,-3 9-1 15,-5-6 0-15,0 4-1 0,0-1 0 16,-5-3-1-16,-5 4 0 16,-2-7 1-16,-6 5-2 15,3-4 1-15,-5-3 1 16,0 1-1-16,-7-5 0 16,2 0 1-16,-4-3-1 15,-4-2 0-15,-1 0 1 0,-2-5 0 16,-4 2-1-16,1-2 1 15,2-3 1-15,-1 1-1 16,1-6 0-16,0 0 0 16,-3 1 0-16,3-3 0 0,2-3 1 15,-2-2-3-15,2 0 1 16,0 0 0-16,3-2-1 16,0 0 1-16,4-1-1 0,3-5 0 15,8 6-4-15,-3-3 0 16,11 0-10-16,-4-2-27 15,13 7-37-15,-3-14-2 16</inkml:trace>
  <inkml:trace contextRef="#ctx0" brushRef="#br0" timeOffset="8667.95">12822 4496 148 0,'0'0'9'0,"0"0"5"15,-7-12 4-15,7 12 2 16,-10-12 0-16,-2 4 2 16,-1 3-1-16,-4-3 0 15,-3 5-7-15,-3 3-4 16,-4 0-3-16,-1 9-1 0,-6 0-2 15,1 7 1-15,-4-5 0 16,3 12 1-16,-3-4-1 16,2 6 0-16,5 0 0 15,-2 5-1-15,4 4 1 0,3 3-2 16,3 3 0-16,2 2 0 16,8 0-1-16,2 3 0 15,2 3 0-15,5-2 0 0,3-1 0 16,11-1 0-16,1-1 0 15,8-4 1-15,3-2 1 16,9-2-1-16,0-5 2 16,8 0-1-16,4-9 1 0,4 2-2 15,1-6 0-15,3-4 0 16,-2-3 0-16,-1-5-1 16,4-4 1-16,-8-1-2 15,2-6 1-15,-5-7-1 16,-2-1 1-16,-3-6 0 0,-4-3 0 15,-4-7 0-15,-6-3 0 16,2-5 0-16,-11-7 0 16,-6-8 0-16,-4 2-1 0,-4-4 1 15,-12 1-1-15,-2 2-1 16,-13 7 1-16,-1 6-1 16,-6 7 0-16,-9 7 0 15,3 10 0-15,-2 5-4 16,-1 3-11-16,6 7-63 0,5 10 1 15</inkml:trace>
  <inkml:trace contextRef="#ctx0" brushRef="#br0" timeOffset="10150">3057 6143 188 0,'0'0'4'15,"0"0"1"-15,8-2 3 0,-8 2 0 16,16 0 1-16,-2 0 1 15,5 0-1-15,6 0 1 16,8 2-3-16,8 1-2 16,9-1-1-16,9-2-2 15,14 3-1-15,2-3 1 0,14 0 0 16,13 0 1-16,2-3-2 16,8 1 1-16,12-1-1 15,1-2 1-15,14 1 0 16,6 1 0-16,13 0 0 0,6-2-1 15,7 3 1-15,-1-1-1 16,16 1 2-16,10 2-2 16,3-2 0-16,4 2 1 15,1-3-1-15,4 3 0 0,12 0 0 16,3 0 0-16,0 0-1 16,7 0 1-16,3 0 0 15,6 0-1-15,-3 3 1 0,-1-1 0 16,9 0-1-16,-3 3 1 15,5-2 0-15,0 2 0 16,5-2-1-16,0 1 0 16,5-1-1-16,7-1-1 15,-1 1 1-15,-7-3-1 0,9 0 0 16,-6 0 0-16,6-3 1 16,-1 1 1-16,5-3 1 15,-5 3 0-15,3-1 0 16,3 0 0-16,-6 1 0 0,-4-1-1 15,-8 1 1-15,-12-1-1 16,-14 3 0-16,-6-2 0 16,-21 2-1-16,-16 0 1 0,-18 2 0 15,-12 3-1-15,-21 0 1 16,-11 1 0-16,-23 1 0 16,-15 0-3-16,-15 1-6 15,-12-1-16-15,-18-4-21 0,-10 2-17 16</inkml:trace>
  <inkml:trace contextRef="#ctx0" brushRef="#br0" timeOffset="11383.36">12718 4942 340 0,'0'0'5'0,"0"0"1"15,0 0 2-15,0 0 2 16,0 0-2-16,0 0 1 15,0 0-1-15,0 0 0 16,0 7-4-16,0-7-1 16,0 10-2-16,0-10-1 0,2 15 1 15,-2-15 1-15,7 15 0 16,-7-15 0-16,16 8 1 16,-8-8 0-16,7 0 1 15,-4-3 2-15,2-2 1 0,-3-5 1 16,-3-2 1-16,-2-1-1 15,-2 3 0-15,-3 0-1 16,0 0-1-16,-10 3-2 16,-2 1-2-16,-4 5-1 0,2 1 0 15,-1 1-2-15,0 5 0 16,0 5-1-16,0-3-2 16,7 5-3-16,-1-3-15 0,-14 3-58 15,23-4-2-15</inkml:trace>
  <inkml:trace contextRef="#ctx0" brushRef="#br0" timeOffset="12166.72">12852 4917 369 0,'0'0'4'0,"0"0"2"0,0 0 3 0,-8-6-2 16,8 6 1-16,-14 0 0 16,3 0 0-16,2 3-1 15,-3 3-3-15,4 6-2 0,-2-2-2 16,3 2-1-16,2 6 1 16,3-1 0-16,2-2 0 15,2-3 1-15,7 0 1 0,4-2 0 16,4-7 2-16,-2-3 2 15,7 0 0-15,1-7 2 16,-3-5 0-16,0-4 1 16,-5-1-1-16,-3-5-1 0,-7 2 0 15,-5-3-2-15,-3 3-1 16,-11 6-1-16,-6-1-3 16,-5 7 0-16,-3 4 0 15,1 4 0-15,0 2 0 16,0 8 0-16,4 0-2 0,11 2 1 15,2-2 1-15,7 0-1 16,3-10 0-16,13 12 1 16,4-12 1-16,6 0-1 0,4-1 1 15,-5-7 2-15,0-2-3 16,-4 0 0-16,-8 0 0 16,-8 2 0-16,-2 8 0 15,-15-9-3-15,-4 6-5 0,7 3-31 16,-9 8-44-1,7-1-3-15</inkml:trace>
  <inkml:trace contextRef="#ctx0" brushRef="#br1" timeOffset="17966.11">3057 6203 231 0,'0'0'5'0,"0"0"3"0,0 0 2 16,0 0 1-16,-10-8 3 15,10 8 0-15,-14 0 2 0,3 0 0 16,-7 5-6-16,6 4-1 16,-7 2-3-16,1 9-2 15,-4 5-2-15,0 2-1 0,-1 10 0 16,-2 3 0-16,0 7-1 16,0 3 0-16,6 6 0 15,-4 6 0-15,3 2 0 16,3 1 0-16,2 2 0 0,3 0 0 15,5-1 0-15,2 2 0 16,-1-9 0-16,6 0 1 16,0-2-1-16,0-2 1 15,-2-3 0-15,-3 0-1 16,-5-6 1-16,-3 2 1 0,-6-8-2 16,-1-1 0-16,-5-6 0 15,1-5 1-15,-1-5 2 16,-3-5-1-16,6-5 2 15,2-3-1-15,0-5 0 0,5-1 2 16,0-1-1-16,8-3-1 16,7 0-5-16,-13 0-6 15,13 0-26-15,0 0-36 0,7 0-6 16</inkml:trace>
  <inkml:trace contextRef="#ctx0" brushRef="#br1" timeOffset="19099.8">2185 8008 243 0,'0'0'6'16,"0"0"2"-16,0 0 3 15,0 0 2-15,-2-11 2 0,2 11 2 16,0 0 2-16,-7-13 0 16,7 13-1-16,-5-10-4 15,5 10-2-15,-11-2-1 16,11 2-3-16,-10 7-1 0,3 2-2 16,-1 4-2-16,1 8-1 15,-3 0 0-15,5 4-1 16,3 6 0-16,2-8 0 0,7 2 1 15,5 0-1-15,8-8 1 16,3-5-1-16,7-2 0 16,1-10 0-16,5 0 0 15,3-7 0-15,1-4 0 0,-5-10-1 16,3-1 1-16,-6-6 2 16,-5 1-1-16,-8-2 2 15,-3-1-1-15,-14-5 0 16,-7 3 1-16,-12-1-1 0,-11 4 0 15,-4 4-2-15,-11 3 0 16,5 7 0-16,-8 8-1 16,7 7-1-16,3 0-5 15,10 15-17-15,8 4-58 16,13 6 0-16</inkml:trace>
  <inkml:trace contextRef="#ctx0" brushRef="#br1" timeOffset="25133.12">3139 6126 102 0,'0'0'6'16,"0"0"3"-16,0 0 5 0,0 0 4 15,-5-5 6-15,5 5 1 16,0 0 2-16,-2-10 1 15,2 10-6-15,0 0-4 16,0-13-3-16,0 13-6 0,0-14-2 16,0 2-2-16,0-6-1 15,0-2 2-15,0-4 0 16,-2-4 0-16,2-4 1 16,-3-2 1-16,3-9 0 0,-6 1-2 15,4-3-1-15,-3-6-2 16,5-4 0-16,-5-2-2 15,1-5 0-15,-1-2-1 0,-2-1 0 16,-2-4 1-16,5-1-1 16,-4-1 1-16,1-6 0 15,-3-1 0-15,2 2-1 16,1-5 1-16,0-1-1 16,-4-3 1-16,4-1-1 0,0-1 1 15,0-5 0-15,1 3-1 16,1-2 2-16,0 0-1 15,3 1 0-15,-3-1 1 16,3-1-1-16,2 3 0 0,0-1 0 16,0-1 0-16,0 4 1 15,0-2-1-15,2-1 0 16,0 4-1-16,3-3 1 0,0 4 0 16,0 1 0-16,3 0-1 15,-7 5 0-15,8-4 1 16,-5 4-1-16,4 5 0 15,-4-3 0-15,5 3-3 0,-4 5 0 16,-1 0 1 0,-4 2-1-16,5 2 1 0,-5 1 1 15,0-1-1-15,0 1 1 16,0 0 2-16,0 1 1 16,0 34-3-16,-2-8 0 0,2 5 0 15,-3-6 0-15,3-1 1 16,0-1-1-16,0-2 0 15,-2-2 0-15,0 1 3 16,2-1-1-16,-3-4 1 0,1 2-1 16,-1-4 0-16,3 3-1 15,-2-8 0-15,-2 3 0 16,4-2 1-16,-4 7-1 16,1-3 1-16,1 3 0 15,-1 3 1-15,3 2 1 16,-2 2 0-16,2 40 0 0,-2-35-1 15,-1-2 1-15,3 10-1 16,0-5 0-16,-2 10-1 16,-2-3 1-16,4 25-1 15,0-23 0-15,-1-2 0 16,1 25-1-16,0 0 0 16,0 0 1-16,0 0 0 0,0 0-2 15,0-9 1 1,-2-2 0-16,2 2-1 0,-4-1 1 15,4 10 0-15,0 0 0 16,0 0 0-16,0 0 0 16,0 0 0-16,0 0 0 15,0 0 1-15,0 0-1 0,0 0 1 16,0 0-1-16,0 0 2 16,0 0-2-16,0 0 1 15,0 0 0-15,0 0 2 16,0 0-1-16,0 0-1 15,0 0 1-15,0 0 2 16,0 0-2-16,0 0-1 0,0 0 1 16,0 0-1-16,0 0 1 15,-5 0-1-15,1 5 0 16,-1 0 0-16,-37 47 0 16,23-27 0-16,19-25 0 15,-22 26-1-15,3-1 0 16,19-25 1-16,-20 31-1 15,-3-7 1-15,23-24 0 0,-14 23 0 16,-1-4 0-16,15-19 1 16,0 0 0-16,0 0 1 15,0 0 0-15,0 0 0 16,0-5 0-16,4-5 0 16,17-29 1-16,-8 19-1 15,1-3 0-15,-2 1 0 0,1 0-1 16,-1-3 1-16,-1 8 0 15,1-5-3-15,-12 22 0 16,14-23 0-16,-1 4 0 16,-13 19 0-16,0 0 0 15,10 0 0-15,3 2 0 16,-4 0 0-16,28 30 0 0,-7 1-48 16,23 12-36-16,-26-16-2 15</inkml:trace>
  <inkml:trace contextRef="#ctx0" brushRef="#br1" timeOffset="26449.77">15183 5916 313 0,'0'0'9'0,"0"0"3"15,0 0 4-15,0 0 3 16,0-10 1-16,0 10-1 15,0 0 2-15,0 0 1 0,11 4-7 16,3 6-4-16,-5 5-4 16,4 3-2-16,3 4-1 15,10 0-1-15,2 1 0 0,0-4-2 16,6 1 1-16,0-2-1 16,1-4 0-16,0-4 0 15,-5-5 2-15,-1 0-2 16,-8-2 1-16,-7-1-2 15,-3 3 0-15,-11-5 0 0,0 15 0 16,-9 0 0-16,-7 5 0 16,-7 4 0-16,-2 3 0 15,-3 4 0-15,0 2 0 16,-2-2 0-16,0-1 0 0,2-4 0 16,6-1 0-16,2-2 0 15,-2-6 0-15,7-2 0 16,3-2 0-16,3-4 0 0,9-9-10 15,-9 13-26 1,9-13-48-16,5 0-1 0</inkml:trace>
  <inkml:trace contextRef="#ctx0" brushRef="#br1" timeOffset="26715.93">16251 6081 503 0,'0'0'3'15,"0"0"2"-15,0 0-5 16,0 0 0-16,0 0 0 0,-10 8 0 16,-5 1 0-16,-6 9 0 15,-8 4 0-15,-3 6 0 16,-5 1 0-16,-3 4 0 15,-5 0 0-15,6 3 0 16,4-6 0-16,3-1 0 0,2-4 0 16,5 0 0-16,6 0-60 15,6-14-26-15</inkml:trace>
  <inkml:trace contextRef="#ctx0" brushRef="#br1" timeOffset="27050.02">15958 6101 449 0,'0'0'6'15,"0"0"3"-15,-5-10 2 16,5 10 1-16,-5-10-1 0,5 10 0 16,0 0-9-16,0 0-2 15,10 13 0-15,5 4 0 16,13 10 0-16,1 6 0 16,11 1 0-16,2 5 0 0,3 2 0 15,-1-4 0-15,-4-5 0 16,2 0 0-16,-9-7 0 15,-8-8 0-15,-8-3 0 16,-4-3 0-16,-13-11 0 0,14 13 0 16,-14-13 0-16,0 0 0 15,0 0 0-15,0 0 0 16,0 0 0-16,0 0 0 16,0 0 0-16,0 0 0 15,-2-7 0-15,2 7 0 0,-10-9 0 16,10 9 0-16,-9-9 0 15,9 9 0-15,0 0 0 16,-11 0-56-16,11 0-39 0</inkml:trace>
  <inkml:trace contextRef="#ctx0" brushRef="#br1" timeOffset="28051.72">1852 701 409 0,'0'0'5'0,"0"0"1"0,0 0 1 16,0 0 2-16,0 0 1 15,0 0 1-15,0 0 1 16,0 0 0-16,0 0-4 16,2 0-1-16,4 5-1 0,-1 0-2 15,57 36 1-15,-34-23-5 16,-7-5 0-16,2 2 0 16,4 0 0-16,-2-1 0 15,-2 1 0-15,3 2 0 16,-1-5 0-16,-2 1 0 15,-23-13-8-15,28 15-11 16,-3 3-64-16,-25-18-5 16</inkml:trace>
  <inkml:trace contextRef="#ctx0" brushRef="#br1" timeOffset="28286.34">2267 602 354 0,'0'0'11'0,"0"0"3"15,0 0 3 1,0 0 0-16,0 0 2 0,0 0 1 16,0 7 0-16,0 5 1 15,-4 36-9-15,-5 2-6 16,5-17-6-16,-1 10 0 16,-6 4 0-16,-1 5 0 15,0 5 0-15,-6 5 0 0,2-2 0 16,0-28-86-16,-16 96-1 15</inkml:trace>
  <inkml:trace contextRef="#ctx0" brushRef="#br1" timeOffset="31118.17">2774 8135 327 0,'0'0'8'16,"0"0"5"-16,0 0 1 16,7-5 4-16,-7 5 1 0,0 0 2 15,8 5 0-15,-8 7 0 16,-2 6-7-16,-9 10-4 15,-2 3-3-15,-4 7 0 0,-2 1-3 16,-6 1-1-16,0-3-1 16,2 3 0-16,-1-7-4 15,4-2 0-15,2-12-3 0,6 2-6 16,-1-12-12-16,13-9-58 16,0 0-4-16</inkml:trace>
  <inkml:trace contextRef="#ctx0" brushRef="#br1" timeOffset="31516.1">3117 7939 401 0,'0'0'5'0,"0"0"3"16,0 0 0-16,0 0 2 15,0 0-1-15,-10 0 2 16,10 0-1-16,-20 18 0 16,8-3-4-16,2 7-3 0,-3 6 0 15,11-1-2-15,2-1 1 16,2 2-1-16,14-6 1 16,3-4-1-16,8-6 0 0,8-7 0 15,3-5 0-15,1-9 0 16,1-2 0-16,-3-9-1 15,1-1 1-15,-8-7-1 16,-6 0 1-16,-11-4-1 0,-8 2 1 16,-5 3-1-16,-16 2 0 15,-10 6 0-15,-10 6 0 16,-3 9 0-16,-3 4 0 16,-1 4-2-16,4 6-4 0,6 7-8 15,8-2-32-15,13 3-37 16,12-8-2-16</inkml:trace>
  <inkml:trace contextRef="#ctx0" brushRef="#br1" timeOffset="31799.56">3574 7613 447 0,'0'0'4'0,"0"0"0"16,0 0 1-16,2-10 1 15,-2 10 0-15,21-3 0 16,-1 3 1-16,3 5 0 16,8 9-4-16,7 11 0 0,4 5-1 15,0 9 0-15,-2 11 1 16,-8 5-1-16,-8 9 0 16,-8 1 0-16,-16 4-2 15,-12 3 0-15,-16-3 0 0,-17 0 0 16,-12-4 0-16,-5 0-2 15,-13-8-27-15,-12-6-55 16,7-1-3-16</inkml:trace>
  <inkml:trace contextRef="#ctx0" brushRef="#br1" timeOffset="32183.25">1785 7615 389 0,'0'0'4'16,"0"0"1"-16,-14 4 1 0,3 13 2 15,-1 14 1-15,-6 13 2 16,1 16 1-16,-5 14 1 16,5 20-3-16,9 10 0 15,8 4-3-15,15 7 0 16,17-3-2-16,10-6-3 0,20-12-6 15,13-15-14-15,-3-4-62 16,30-15-5-16</inkml:trace>
  <inkml:trace contextRef="#ctx0" brushRef="#br1" timeOffset="37533.06">1870 9262 115 0,'0'0'7'16,"9"-2"8"-16,12-3 6 0,9 0 6 15,9-2 1-15,18-6 4 16,15-2 0-16,18-1-1 16,19-5-5-16,20-4-7 0,12 3-7 15,11-3-2-15,15 0-4 16,2 1-1-16,7-1-2 15,-7 3 1-15,-5 2-2 16,-5 2 1-16,-17 1 0 0,-8 5 0 16,-19-1 0-16,-21 3-1 15,-22 6 0-15,-13-2 1 16,-22 6 0-16,-21 0-1 0,-16 0-2 16,-28 14-3-16,-17-3-4 15,-15 1-9-15,-14 4-21 16,-13 6-27-16,-19 0-14 15</inkml:trace>
  <inkml:trace contextRef="#ctx0" brushRef="#br1" timeOffset="37683.3">2295 9307 225 0,'0'0'6'16,"0"0"3"-16,0 0 4 15,2 0 2-15,23 0 2 16,22-6 0-16,20-3 0 0,22-7-1 15,26-5-18-15,26-6-53 16,29-2-10-16</inkml:trace>
  <inkml:trace contextRef="#ctx0" brushRef="#br1" timeOffset="42599.7">12874 4984 274 0,'0'0'7'16,"0"0"2"-16,0 0 5 15,-5-5 1-15,5 5 3 0,-2-15 1 16,2 3 4-16,0-4 1 16,7-9-6-16,3-1-1 15,8-8-5-15,7-8-1 16,9-8-1-16,14-7-2 0,8-9-2 16,6 3-1-16,14-7-1 15,3 6 0-15,10 3-1 16,1 3-1-16,2 8 0 15,0 8-1-15,-8 7 0 0,-7 11 0 16,-4 4 0-16,-11 8-1 16,-11 7 0-16,-8 5 0 15,-8 2 0-15,-13 6 0 16,-3 2 0-16,-5 0 0 16,-2-3 0-16,-12-7 0 0,13 15 2 15,-13-15-2-15,0 0 0 16,0 0 0-16,0 0 0 15,0 0 0-15,0-7 0 0,0 7 0 16,-6-15 0-16,6 15 0 16,-7-13 0-16,7 13 0 15,-3-10-24-15,23 5-59 16,-20 5-3-16</inkml:trace>
  <inkml:trace contextRef="#ctx0" brushRef="#br1" timeOffset="43165.99">14668 3902 451 0,'0'0'4'0,"0"0"0"15,0 0 2-15,-12-10 0 16,12 10 1-16,-7 0-1 16,7 0 0-16,-14 12 1 0,8 5-4 15,6 8-1-15,-3 5-1 16,3 4-1-16,3 9 0 16,1 0 0-16,1 0 1 0,1-3-1 15,1-6 0-15,-4-4 0 16,1-6 1-16,-1-6 0 15,-1-2 2-15,-2-16-1 16,0 0-2-16,0 0 0 16,-2-13 0-16,-5-8 0 0,2-8 0 15,-6-6 0-15,2-9 0 16,-1-6 0-16,3-4 0 16,-2-3 0-16,7 2 0 0,2 1 0 15,0 7 0-15,5 8 0 16,6 1 0-16,5 15 0 15,5 7 0-15,6 7 0 16,0 9 0-16,3 4 0 16,3 9 0-16,-6 5 0 0,-1 5 0 15,-5 2 0-15,-3 3 0 16,-11 3 0-16,-5-1 0 16,-2-1 0-16,-9-1 0 0,-9 2 0 15,-3-5 0-15,-3 0 0 16,-1-9-20-16,0-13-48 15,3 15-18-15</inkml:trace>
  <inkml:trace contextRef="#ctx0" brushRef="#br1" timeOffset="43749.86">14925 4114 424 0,'0'0'5'15,"0"0"4"-15,0 0-1 0,0 0 2 16,0-10 1-16,0 10 0 15,7-9 1-15,2 3 0 16,2 2-5-16,6 4-5 16,1 0-2-16,-1 0 0 0,3 7 0 15,-6 5 0-15,-1 1 0 16,-6 4 0-16,-4-2 0 16,-3 2 0-16,-3 1 0 15,-6-4 0-15,-5 1 0 16,0-2 0-16,-6-3 0 0,6-5 0 15,-2-3 0-15,7-2 0 16,-1 0 0-16,4-7 0 16,4-6 0-16,2-3 0 0,8-2 0 15,4-7 0-15,4 0 0 16,0 0 0-16,5 3 0 16,-7 0 0-16,1 5 0 15,0 4 0-15,-6 5 0 16,0 8 0-16,-9 0 0 0,12 10 0 15,-8 5 0-15,-1 3 0 16,3 3 0-16,-1 4 0 16,-1-2 0-16,6-1 0 0,1-2 0 15,3-3 0-15,4-7 0 16,1 0 0-16,6-5-2 16,3-2-43-16,-1-3-39 15,0-3-3-15</inkml:trace>
  <inkml:trace contextRef="#ctx0" brushRef="#br1" timeOffset="44067.89">15458 4184 422 0,'0'0'4'0,"0"0"2"0,0 0 1 16,3 7 1-16,-3 3 0 16,0 5 0-16,0 3 1 15,0 4-1-15,-7 6-3 16,2 1-2-16,-2 3-1 15,-2 2-2-15,2-2-4 0,0-2-6 16,0-5-22-16,-1-3-49 16,8-4-1-16</inkml:trace>
  <inkml:trace contextRef="#ctx0" brushRef="#br1" timeOffset="44601.97">15804 3869 436 0,'0'0'7'16,"0"0"1"-16,0 0 1 0,-3-10 0 15,3 10 0-15,0 0 1 16,-2 12-1-16,2 4 1 15,0 6-6-15,0 5-4 16,5 5 0-16,-4 3 0 0,6 4 0 16,0-3 0-16,0-5 0 15,0-1 0-15,-2-3 0 16,1-7 0-16,-3-5 0 0,-1-5 0 16,-2-10 0-16,0 0 0 15,-2-8 0-15,-3-6 0 16,-1-9 0-16,-1-4 0 15,-5-13 0-15,3-2 0 0,2-6 0 16,2-2 0-16,1-2 0 16,-1 4 0-16,5 3 0 15,0 6 0-15,0 9 0 16,7 6 0-16,4 9 0 16,8 7 0-16,4 8 0 0,1 3 0 15,1 9 0-15,4 6 0 16,-4 3 0-16,-2 9 0 15,-6-2 0-15,-6 4 0 0,-7 0 0 16,-4 1 0-16,-9-6 0 16,-7-2 0-16,-2-3 0 15,-3-5-10-15,1-2-14 16,17 0-58-16,-15-8-3 0</inkml:trace>
  <inkml:trace contextRef="#ctx0" brushRef="#br1" timeOffset="45066.14">16132 4048 399 0,'0'0'4'16,"0"0"1"-16,-8 5 1 0,8-5 2 15,-12 12 1-15,7-2 0 16,0 0 1-16,5 1 1 15,0-11-2-15,7 13-2 16,6-9-1-16,2-4 0 0,7-4-1 16,-2-1 0-16,2-7 0 15,-1-1 0-15,-5-1-3 16,0-3-2-16,-7 1 0 16,2 1 0-16,-9 7 0 0,-2 8 0 15,0-11 0-15,0 11 0 16,0 0 0-16,-2 15 0 15,2 0 0-15,0 2 0 16,2 5 0-16,5 3 0 16,3 0 0-16,1 0 0 0,1-1 0 15,5-1 0-15,-4 1 0 16,-4-3 0-16,0-4 0 16,-2-1 0-16,-7 1 0 15,-7-9 0-15,-4 5 0 0,-9-3 0 16,-4-5 0-16,-6-2 0 15,0-1 0-15,-2-2 0 16,2 0-13-16,0 3-63 0,5-14-9 16</inkml:trace>
  <inkml:trace contextRef="#ctx0" brushRef="#br1" timeOffset="45317.24">16507 3599 435 0,'0'0'4'0,"0"0"2"0,13 0 1 16,-1 0 1-16,0 8 2 15,11 4-1-15,-1 6 1 0,11 6 0 16,-1 11-3-16,0 11-2 16,-2 12-5-16,0 4 0 15,-13 10 0-15,-9 4 0 16,-8 3 0-16,-20 1 0 0,-17-1 0 15,-11 1 0-15,-14-12-10 16,-8-20-64-16,-12 14-12 16</inkml:trace>
  <inkml:trace contextRef="#ctx0" brushRef="#br1" timeOffset="45699.78">14554 3589 360 0,'0'0'6'16,"0"0"3"-16,0 0 0 15,-10-2 1-15,0 2 1 16,-2 7 0-16,-3 11 3 16,-8 11 1-16,1 11-5 0,-3 17-2 15,5 15 0-15,6 12-1 16,7 10-1-16,7 6 0 15,14 1-2-15,21-5-1 0,12-3-2 16,27-12-7-16,9-17-23 16,26-5-51-16,17-9-4 15</inkml:trace>
  <inkml:trace contextRef="#ctx0" brushRef="#br1" timeOffset="48517.3">7545 3735 350 0,'0'0'7'0,"0"0"6"0,0 0 2 16,0 0 1-16,0 0 2 16,0 0 1-16,-5-9 0 15,5 9 1-15,0 0-8 0,-12 0-3 16,12 0-4-16,-11 12-1 16,4-2-2-16,2-3 0 0,3 3-2 15,-1-2 0-15,3-8 0 16,0 15 0-16,0-15 0 15,17 4 0-15,-6-4 0 16,1-2 0-16,2-6 0 16,-1-1 0-16,-3-4 0 0,-3 1 0 15,1-1 0-15,-8 1 0 16,0 2 0-16,0 10 0 16,-13-15 0-16,4 13 0 15,-7 2 0-15,4 0 0 16,-2 5 0-16,6 3 0 0,-2-1 0 15,10-7 0-15,-5 11 0 16,5-11 0-16,10 7 0 16,-1-7 0-16,4-3 0 0,-1-5 0 15,4 2 0-15,-9-2 0 16,-7 8 0-16,10-13 0 16,-10 13 0-16,0 0-7 0,-15 0-76 15,6 7-3-15</inkml:trace>
  <inkml:trace contextRef="#ctx0" brushRef="#br1" timeOffset="49916.85">4618 3849 336 0,'0'0'8'0,"0"0"4"16,0-10 5-16,0 10 1 15,-3-11 2-15,3 11 1 16,-5-14 0-16,5 14 1 0,0-7-8 15,0 7-3-15,0 0-3 16,0 13-5-16,0 5-3 16,0 3 0-16,0 4 0 15,0 7 0-15,0 0 0 16,0 5 0-16,-2-5 0 0,-3 4 0 16,-3-10 0-16,3-1 0 15,-4-2 0-15,1-6 0 16,0-2 0-16,3-3 0 15,1-4 0-15,4-8 0 0,0 0 0 16,0 0 0-16,7 0 0 16,8-8 0-16,0-4 0 15,5-1 0-15,5-4 0 0,2-3 0 16,3 0 0-16,-3 1 0 16,-2 4 0-16,0 0 0 15,-5 3 0-15,-3 0 0 16,-2 2 0-16,-5 5 0 0,-10 5 0 15,12-6 0-15,-12 6 0 16,0 0 0-16,0 0 0 16,0 0 0-16,0 0 0 15,0 0 0-15,0 0 0 16,0 6 0-16,0-6 0 0,0 0 0 16,-10 8 0-16,10-8 0 15,-9 7 0-15,9-7 0 16,0 0 0-16,-8 1 0 15,8-1-53-15,0 0-33 16,0 0-3-16</inkml:trace>
  <inkml:trace contextRef="#ctx0" brushRef="#br1" timeOffset="51168.22">4973 3817 233 0,'0'0'9'0,"0"0"5"15,0 0 5-15,0 0 5 0,0 0 2 16,8-7 1-16,-8 7 5 16,0 0-2-16,0-15-5 15,0 15-5-15,2-10-5 16,-2 10-3-16,5-18-2 16,0 11-3-16,2-2-1 0,4-1-4 15,-2 3-2-15,4-4 0 16,-3 5 0-16,4 2 0 15,2 1 0-15,-4 3 0 0,1 3 0 16,-1 7 0-16,-3 2 0 16,0 4 0-16,-5 3 0 15,-1 3 0-15,-3 3 0 16,0 0 0-16,-7 2 0 16,1-2 0-16,-4-1 0 0,0-1 0 15,0-1 0-15,3-1 0 16,-5-10 0-16,4 0 0 15,3-1 0-15,5-10 0 16,-8 10 0-16,8-10 0 0,0 0 0 16,8 0 0-16,-8 0 0 15,20-13 0-15,-5 3 0 16,0-1 0-16,3 0 0 16,1-2 0-16,-1 4 0 0,-4-4 0 15,1 3 0-15,-3 0 0 16,1 5 0-16,-13 5 0 15,12-7 0-15,-12 7 0 0,0 0 0 16,0 0 0-16,0 0 0 16,0 0 0-16,0 0 0 15,0 0 0-15,0 0 0 16,0 0 0-16,0 0 0 16,0 0 0-16,0 0 0 0,0 0 0 15,0 0 0-15,0 0 0 16,0 0 0-16,0 0 0 15,3 7-12-15,-3-7-75 16,0 0-3-16</inkml:trace>
  <inkml:trace contextRef="#ctx0" brushRef="#br1" timeOffset="52249.8">10432 3321 418 0,'0'0'5'0,"0"0"3"15,0-12 0-15,0 12 1 16,0 0 0-16,5-10 1 16,-5 10 0-16,0 0 0 0,2 15-4 15,-2 5-1-15,0 3-2 16,0 6 0-16,0 3-1 16,-2 6-1-16,-3-4 1 15,-5 1 0-15,2 0-2 16,-4-8 0-16,3 0 0 0,-4-7 0 15,1-3 0-15,1-4 0 16,-1-4 0-16,12-9 0 16,-12 8 0-16,12-8 0 15,0 0 0-15,0 0 0 0,10-5 0 16,4 0 0-16,1-5 0 16,2 2 0-16,6-2 0 15,2 4 0-15,0-2 0 16,0 0 0-16,-3 4 0 15,0-4 0-15,-4 6 0 0,-1-3 0 16,-4 2 0-16,-6 0 0 16,-7 3 0-16,12-2 0 0,-12 2 0 15,0 0 0-15,0 0 0 16,0 0 0-16,-7 0 0 16,0 0-17-16,2-12-53 15,5 12-16-15</inkml:trace>
  <inkml:trace contextRef="#ctx0" brushRef="#br1" timeOffset="52832.81">10805 3476 441 0,'0'0'6'0,"0"0"3"0,-16-8 1 0,16 8 1 15,-12-8 1-15,12 8 0 0,-14-12-2 16,14 12-10-16,-6-14 0 16,6 14 0-16,6-13 0 15,3 8 0-15,8 0 0 16,-1 0 0-16,4 2 0 0,-3 3 0 15,1 0 0-15,-2 3 0 16,-5 4 0-16,-5 3 0 16,0 5 0-16,-6-1 0 15,0 2 0-15,-10 1 0 16,0 0 0-16,0-2 0 0,-4 0 0 16,3-2 0-16,2-4 0 15,9-9 0-15,-12 16 0 16,12-16 0-16,0 9 0 0,9-9 0 15,1 3 0-15,8-3 0 16,-2 0 0-16,7 0 0 16,-3 0 0-16,4 0 0 15,-1 0 0-15,-3 0 0 0,-3 0 0 16,-2 5 0-16,-3 0 0 16,-12-5 0-16,11 15 0 15,-11-15 0-15,-6 14 0 16,-6-6 0-16,-8 2 0 15,-2-3 0-15,-10 0 0 0,2 1 0 16,-4 2 0-16,-2-5 0 16,6 3 0-16,6-4-85 15,4-4-2-15</inkml:trace>
  <inkml:trace contextRef="#ctx0" brushRef="#br2" timeOffset="64485.31">3157 6111 118 0,'0'0'4'0,"0"0"0"0,5 0 3 16,-5 0-2-16,0 0 3 15,10-5 0-15,-1 5 0 16,-9 0 1-16,16-2-1 16,0 2 0-16,2 0-2 0,5-3 1 15,2 3-1-15,7-3 0 16,0 3 1-16,13-4-3 16,-2 1 1-16,-2 1-2 15,12-6 0-15,-2 4 1 0,4-1-2 16,3-3 1-16,4 1-1 15,5-3 0-15,-1 2 2 16,7-7-2-16,-1 5-1 16,2-1 1-16,4-2-1 0,0 1 0 15,2-1 0-15,0 1-1 16,4-1 0-16,1 7 1 16,2-5-1-16,3 4 0 15,-3-3 2-15,12 2-1 16,-10-2-1-16,6 3 1 0,-1-6-1 15,-2 6 1-15,2-3-1 16,-4 2 0-16,2-1 0 16,0 1-1-16,0-2 1 0,-3 0-1 15,3 1 1-15,-2 1 0 16,4 1 0-16,8-3 1 16,-8 2-1-16,0-2 1 15,3-5-1-15,-5 8 1 0,5-5-1 16,8-1 1-16,-11 1-1 15,1 2 0-15,-1-2 0 16,-6-1 0-16,8 3 0 0,3-2 0 16,-5-3 0-16,-2 3 0 15,5-3 0-15,-3 0 0 16,0 0 0-16,5 0 0 16,-3 0 0-16,1 1 0 15,-5-4 0-15,2 6-1 0,1-2 1 16,-6-3 0-16,6 1 0 15,4-4-1-15,-10 5 0 16,3-5 1-16,-2 6-1 16,-1-3 0-16,3 0-1 0,5 1 2 15,-5 3-1-15,0 1 1 16,2 2 0-16,-2 0 0 16,3-2 1-16,-3 2-1 15,2 0 0-15,0 0 2 0,-4 0-2 16,2 3 0-16,0-4 0 15,-3 4 0-15,-2 0-2 16,10 2 2-16,-15-2 0 16,6 1 0-16,-5-1 0 0,2 2 0 15,-3-2 0-15,-3 2-1 16,1-2 2-16,-1-1-1 16,-4 3 0-16,-1 0 0 15,2-2 0-15,-5 1 0 0,-6-1 0 16,2 2 2-16,-8-2-2 15,-4 1 0-15,3 2 0 16,-1 0-2-16,-6-2 2 16,2 1 0-16,-1-1 0 0,-3 2 0 15,-1 0-1-15,2-2 1 16,-6 1 0-16,-2-2 0 16,1 0 0-16,-3 1 1 0,-3 0 1 15,-3 0 0-15,-1 1 1 16,-4 0 1-16,-1 0 2 15,-5 2-1-15,-3 2 1 16,-3-2 1-16,0 0-1 16,-5 3 0-16,-4-2 1 0,2 2 1 15,-10 0-1-15,15 0-1 16,-15 0 1-16,13 0-2 16,-13 0 1-16,0 0-1 15,0 0-1-15,9 0-1 0,-9 0 2 16,0 0 0-16,0 0 0 15,0 0 2-15,0 0-2 16,0 0 1-16,0 0 0 16,0 0-1-16,0 0-2 0,0 0-4 15,0 0-7-15,-4 0-24 16,4 0-40-16,-14 0-4 16</inkml:trace>
  <inkml:trace contextRef="#ctx0" brushRef="#br2" timeOffset="65583.21">3134 6094 256 0,'0'0'8'0,"0"0"1"15,0 0 4-15,5-8 1 16,-5 8-1-16,12-9 2 0,-1 4-2 15,-1-3 1-15,5 1-6 16,2-6-2-16,8 3-6 16,2-4-12-16,8-3-21 15,9-1-34-15,-1-2-4 0</inkml:trace>
  <inkml:trace contextRef="#ctx0" brushRef="#br2" timeOffset="65749.78">3843 5667 263 0,'0'0'3'0,"12"0"2"0,-12 0 1 16,15-4-1-16,-5 1 2 15,-3 2 0-15,8-3 0 16,0-1 0-16,0-3-7 0,2 1-10 16,8-11-34-16,5 10-19 15</inkml:trace>
  <inkml:trace contextRef="#ctx0" brushRef="#br2" timeOffset="65916.72">4419 5407 260 0,'0'0'4'0,"0"0"-2"16,0-12 1-16,0 12-1 0,5-11 2 16,-5 11 0-16,17-17 0 15,-2 10-1-15,5-5-9 16,-3 5-20-16,16 4-35 15,-8-7-3-15</inkml:trace>
  <inkml:trace contextRef="#ctx0" brushRef="#br2" timeOffset="67332.96">3155 6044 161 0,'0'0'5'16,"0"0"5"-16,14-10 2 0,-7 0 3 15,9 0 1-15,3-1 1 16,4-2 1-16,4-5 1 15,3-1-5-15,5 0-3 16,-1-5-3-16,14 2-2 0,-6-5-2 16,8 0-1-16,-1-5 0 15,3-1-2-15,3-1 0 16,0-1 0-16,5 0-1 16,2 4 1-16,-2-2 0 0,4-2 0 15,-2 3-1-15,3 0 2 16,-1 2-2-16,3-6 0 15,-2 10-1-15,-1-6 1 0,-4 5-1 16,2-3 0-16,-5 5 1 16,1 1-3-16,-3 1 2 15,-2 1-1-15,-3-2 0 16,-2 3-1-16,-1-1 1 16,1 0 0-16,-2-1-1 0,-5 0 2 15,10-2-1-15,-3 4 1 16,-2-7 1-16,5 7 0 15,-7-4 0-15,6 0 0 16,-6-2 1-16,6 2-1 0,-3 0 1 16,-4-3-2-16,1 3 0 15,-1-4 0-15,-1 7 0 16,0-5 0-16,1-1 0 16,1 6 1-16,-1-3-1 0,-1 0 2 15,-1 6 0-15,7-3 0 16,-4 0-1-16,4 1 1 15,-8 0 0-15,5 0 0 16,-1-4 0-16,-2 5-1 0,1-1 1 16,-7-2-1-16,7 3 1 15,-3-2-1-15,0 1 0 16,-4 2 1-16,2 2-1 16,0-3 1-16,-3 0 0 0,4 2 0 15,-4-1 0-15,-3 2-1 16,3-3 1-16,-3-2 0 15,2 2-1-15,-4 0 1 16,4 0-1-16,-8-2 0 0,1 4 0 16,-2-4 0-16,5 5 0 15,-5-1 0-15,5-1 0 16,2 4 0-16,1-7 0 16,1 5 0-16,1-6 0 0,2 5 0 15,-1-4 0-15,1 3 0 16,-5 1 1-16,-2 1 2 15,-5-1-1-15,-1 4 1 16,-4 2 0-16,0 2 0 0,-5-1 1 16,-2 1-1-16,-1 6-1 15,0-4 0-15,1 4 0 16,-13 4 0-16,14-6 0 16,-14 6 1-16,11-4 0 0,-11 4 1 15,0 0-1-15,10-3 1 16,-10 3 0-16,0 0-2 15,0 0-1-15,0 0 0 16,0 0 1-16,0 0-4 0,0 0-12 16,0 10-51-16,0-10-5 15</inkml:trace>
  <inkml:trace contextRef="#ctx0" brushRef="#br2" timeOffset="69350.1">7505 3792 159 0,'0'0'4'0,"0"0"-2"16,5 0 2-16,-5 0-1 15,0 0 1-15,12 0 0 0,-4 0 2 16,-8 0 0-16,15 3-2 16,-6 0 0-16,7-1 1 15,0 2 0-15,5 2-1 16,4-2 1-16,-5 3-1 15,10 1 1-15,0 1-3 0,2-2 1 16,-2 5-1-16,2-2 1 16,5 0-1-16,0 2 0 15,7 1-1-15,-1-1 1 16,4 0 0-16,1 0 0 0,2 1 0 16,6 2-1-16,-1-3 1 15,2 1-1-15,-2-1 0 16,4-2 1-16,-1 3-1 15,4-1 0-15,3 0 1 0,-6-2 0 16,8 3-1-16,5-4 0 16,3 5 1-16,-3 4-1 15,7-3-1-15,1 5 1 0,0-7-1 16,1 7-1-16,4-6 0 16,2 3 1-16,-5-2-1 15,2-2 0-15,-2-1 1 16,3 2 0-16,-4-1 0 15,-1-2 0-15,-3 1 0 0,-2 0 0 16,-1-2 0-16,-7 1-1 16,3 3 1-16,-5-4 0 15,-3 1-1-15,0 4 1 16,-5-5 0-16,-5 3 0 0,5-1-1 16,3 1 1-16,-3 1 0 15,0-3 0-15,-2 3 0 16,-1-1 0-16,-4-1 0 0,5 1 0 15,-8 2 0-15,-4-6 0 16,-2 7 0-16,-1-4 0 16,5-2 0-16,-3 2 1 15,-1-2 0-15,0 0-1 16,-1 0 1-16,3 0 0 0,-4 0-1 16,3-3 0-16,-10 0 0 15,3 1 0-15,-5 2 1 16,2-5-1-16,-4 5-1 15,1-3 2-15,-1 3-1 0,2-5 0 16,0 5 1-16,-3 5 0 16,8-5 0-16,-3 4-1 15,5-1 1-15,3 2-1 16,2 0 0-16,3 2 0 0,0-4-1 16,5-1-1-16,-6 1 1 15,4 1 0-15,-1-4 0 16,-6 1 0-16,7 3 1 15,-4-4-1-15,6 2 0 0,1-2 0 16,-2 2 1-16,3-2-2 16,-3 0 1-16,1 0 0 15,-2 0 1-15,-1-3 1 16,-13 0 2-16,-2 1 0 0,-4 0 0 16,-5-4 1-16,-6 1-1 15,-5-2 1-15,-2-1-2 16,-10-2 0-16,13 6-1 15,-13-6 1-15,0 0 4 0,0 0 4 16,0 0 0-16,0 0 1 16,0 0-1-16,0 0-6 15,0 0-11-15,0 0-52 16,0 0-7-16</inkml:trace>
  <inkml:trace contextRef="#ctx0" brushRef="#br2" timeOffset="72983.03">4849 5182 196 0,'0'0'5'0,"0"0"3"16,0 0 3-16,0 0 1 0,0 0 2 15,0 0 2-15,0 0 0 16,0 0-1-16,0 0-2 15,0 0-3-15,0 0 0 16,0 0-2-16,0 0 0 0,5 0-1 16,-5 0 0-16,12 4 0 15,-12-4 1-15,16 13-2 16,-7-8 0-16,-2 2-1 16,4 1 0-16,-1 2 0 0,-1 0-1 15,4 0 0-15,-1 2 0 16,-2 0-1-16,3 4 1 15,-1-2-1-15,-3 1 0 16,2 1-2-16,1 1 2 16,-2-1 1-16,-2 2-1 0,1 0 1 15,1-1-3-15,-2-2 2 16,0 3 0-16,1-7 0 16,-2 3-2-16,-1-3 1 0,4 2-1 15,-3-1 0-15,0 3 1 16,2-3-1-16,-2 1 0 15,-2 4 0-15,2-4 0 16,0 1 0-16,-1-1 1 0,-4 1-1 16,1-1 0-16,1 2 0 15,-1-3 0-15,2 1 0 16,-3-1 0-16,-1 1 0 16,-1-1 0-16,4 2-1 0,-1-1 1 15,-3-1-1-15,3 1 1 16,-3 2-1-16,2-3 0 15,-2-2 1-15,2 5-1 16,-2-3 1-16,0 0-1 16,3-2 0-16,-3 3 1 0,0-1 0 15,0 1-1-15,0-4 1 16,0 4 0-16,0-3-1 16,0 1 1-16,0-3-1 0,0 3 1 15,-3-1-1-15,3-1 1 16,-2 4-1-16,0-6 1 15,2 5-1-15,-3-2 0 16,0 0-1-16,-1 0 1 0,4 0-1 16,0-10 1-16,-3 15-1 15,3-15 1-15,-3 13 0 16,3-13 0-16,-2 12 0 16,2-12 1-16,-3 10-1 15,3-10 0-15,-4 10 0 0,4-10 1 16,0 10-1-16,0-10 0 15,-5 7 0-15,5-7 0 16,0 0 0-16,-3 13 0 0,3-13 1 16,0 0-1-16,0 0 0 15,-5 9 0-15,5-9 0 16,0 0 1-16,0 0 0 16,0 0 0-16,-5 8 0 0,5-8 0 15,0 0 0-15,0 0 1 16,0 0 0-16,0 0-1 15,0 0 1-15,0 0 1 16,0 0 0-16,0 0-1 0,0 0 1 16,0 0-3-16,0 0-2 15,0 0-9-15,0-10-43 16,0 10-28-16,0-10-3 16</inkml:trace>
  <inkml:trace contextRef="#ctx0" brushRef="#br2" timeOffset="74016.34">4882 5239 338 0,'0'0'6'0,"0"0"4"0,0 0 1 16,0 0 3-16,0 0-1 0,0 0-1 15,0 0 1-15,0 0-1 16,0 0-5-16,2 5-4 16,-2 5-2-16,-2 5 0 15,2 0 0-15,-6 2 0 0,3 5-1 16,-2 1 2-16,1-2 0 15,-4 0 0-15,4 1 0 16,-5-4 0-16,2-4 0 16,2 1-1-16,3-5 2 15,2-10-2-15,-7 12 1 0,7-12 1 16,0 0 0-16,0 0 1 16,0 0-1-16,0-5 0 15,0-5 0-15,0-1 1 16,5-7-3-16,2 0-1 15,-2-1 0-15,2-1 0 0,1-2 0 16,2 0 0-16,-3 4 1 16,-2 0-1-16,3 1 1 0,-4 5 2 15,-1-3-2-15,2 5 1 16,-3 0-1-16,-2 10 1 16,5-12-1-16,-5 12 0 15,3-11 0-15,-3 11-1 0,0 0 0 16,0 0 1-16,5-8-1 15,-5 8 0-15,0 0 0 16,12 0 0-16,-12 0 0 16,10 6-1-16,3 2 1 0,-3 2 0 15,7-1 1-15,-2 4-1 16,5-1 1-16,-1 3-1 16,1 0 0-16,1-5 1 15,0 2 0-15,-3-2 0 16,-3 1-1-16,0-4 1 0,-3 0-1 15,-1-2 1-15,-11-5-1 16,9 6 1-16,-9-6-1 16,0 0 3-16,0 0-3 0,0 0 0 15,0 0 0-15,0 0 0 16,0 0 0-16,0 0 0 16,0 0 0-16,0 0 0 15,0 0 0-15,0 0-27 0,25 7-58 16,-25-7-2-16</inkml:trace>
  <inkml:trace contextRef="#ctx0" brushRef="#br2" timeOffset="74817.22">5440 5342 384 0,'0'0'5'0,"0"0"2"0,0 0 1 16,0 0 1-16,0-11 0 16,0 11-1-16,-10 0 1 15,10 0 0-15,-12 7-5 0,5 6-3 16,2 2 1-16,-3 4-1 16,3 6 1-16,2-3 0 15,3 6 0-15,0-4 0 16,5-1 0-16,6-3 2 15,1-3-3-15,3-7 1 0,4-3 1 16,2-2-1-16,-5-5 0 16,7 0 0-16,0-10 1 15,-4 1 0-15,-1-7 0 0,-3-1 0 16,0-3 0-16,-8-2 1 16,0-3-2-16,-7-2-1 15,0 2 0-15,-5-3-1 16,-4 3-1-16,-9 1 1 0,-1 4-1 15,1 6 0-15,-7 3 0 16,2 7 1-16,-1 1-1 16,6 3 0-16,-1 7 0 15,1 4 0-15,6 1 0 0,-1 3 1 16,6 0-1-16,2 5 0 16,5-6 2-16,0 2 0 15,10-2 0-15,3-1 1 16,1-3 0-16,6-6 0 15,5-1 1-15,-1-3 2 0,4 0-5 16,-3-3 0-16,0-1 0 16,-2-2 0-16,-7 4 0 15,-3-3 0-15,0 3 0 16,-13 2 0-16,7-6 0 0,-7 6 0 16,0 0 0-16,0 0 0 15,0 0 0-15,0 0 0 16,0 0 0-16,0 0 0 0,-5 6 0 15,5-6 0-15,0 0-6 16,-12 9-10-16,4 9-62 16,8-18-7-16</inkml:trace>
  <inkml:trace contextRef="#ctx0" brushRef="#br2" timeOffset="75466.99">5778 5385 454 0,'0'0'2'15,"0"0"2"-15,0-9 1 16,0 9 0-16,3-16 1 0,2 9-1 16,-1 0 1-16,4-5 0 15,-8 12-3-15,17-13-1 16,-9 10-1-16,5 3-1 15,-4 3 0-15,-9-3 0 0,12 21 0 16,-9-7 0-16,-3 0 1 16,0 4 1-16,-3-1-1 15,-4 1 1-15,0-6 0 16,0 6 0-16,-4-7 0 16,3-1-2-16,8-10 0 0,-9 12 0 15,9-12 0-15,0 0 0 16,0 0 0-16,12 0 0 15,1-2 0-15,2-3 0 0,2 0 0 16,0-5 0-16,0 3 0 16,1 3 0-16,-3-4 0 15,-3 3 0-15,-4 1 0 16,-8 4 0-16,13-4 0 0,-13 4 0 16,0 0 0-16,0 0 0 15,0 0 0-15,0 0 0 16,0 0 0-16,0 0 0 15,0 0 0-15,0 0 0 0,-8 3 0 16,8-3 0-16,0 0 0 16,-13 7 0-16,13-7-3 15,-25 8-82-15,25-8-3 16</inkml:trace>
  <inkml:trace contextRef="#ctx0" brushRef="#br2" timeOffset="77666.73">6570 5822 186 0,'0'0'8'0,"0"0"7"15,0 0 4-15,0 0 3 0,0-11 3 16,0 11 4-16,0 0 2 16,-2-9 2-16,2 9-5 15,0 0-6-15,0 0-2 16,0-10-5-16,0 10-3 0,0 0-4 16,0 0-1-16,0 0-3 15,0 0-1-15,8 10-2 16,-8-10 0-16,11 17 0 15,-3-2 0-15,3-1-1 16,1 1 1-16,-5 6 1 0,4-2-1 16,-4-2-1-16,3 3 1 15,-6 0 1-15,-1-2-2 16,-1-4 1-16,-2 1-1 16,0 0 0-16,0-5 0 0,0 0 0 15,0-10 0-15,-5 15 1 16,5-15-1-16,0 0 1 15,-9 7 1-15,9-7-1 16,0 0 1-16,-10 5-1 0,10-5 0 16,0 0 2-16,-13 0-3 15,13 0 0-15,0 0 0 0,0 0 0 16,-7 0 0-16,7 0 0 16,0 0 0-16,0 0 0 15,0 0-6-15,0 0-6 16,0 0-17-16,-2-10-54 15,2 10-1-15</inkml:trace>
  <inkml:trace contextRef="#ctx0" brushRef="#br2" timeOffset="78516.22">6979 5851 346 0,'0'0'8'16,"0"0"3"-16,0 0 1 0,0 0 0 15,0 0 0-15,0 0-1 16,0 0 1-16,0 10 2 15,0-10-10-15,-3 17-2 0,-3-7 0 16,1 2-1-16,1 1 1 16,-4-1 0-16,4 1 0 15,-7-1-1-15,4-2 1 16,-3-3 0-16,10-7 0 16,-18 15 1-16,18-15-1 0,-14 4 0 15,14-4 0-15,-11 0 0 16,11 0 0-16,-9-4 0 15,9 4-1-15,-7-17-1 16,2 9 0-16,5-4 1 16,-3 1-1-16,3 0-1 0,0 1 1 15,0 10 0-15,0-15 0 16,0 15-1-16,3-7 1 0,-3 7-1 16,0 0 1-16,12 0-1 15,-12 0 0-15,15 1 1 16,-3 3-1-16,0 3 2 15,4 0-1-15,0 0 0 0,2 1 0 16,3 1 1-16,-5-3-1 16,0 4 1-16,1-3 0 15,-2-1 0-15,-3-2 0 16,-1 1 2-16,-2-2 0 16,-9-3 0-16,10 5 2 0,-10-5 0 15,0 0 0-15,0 0 0 16,9 0 0-16,-9 0-5 15,0 0 0-15,0 0 0 16,0 0 0-16,0 0 0 0,0 0 0 16,0 0 0-16,0 0 0 15,0 0 0-15,0 0 0 16,0 0 0-16,0 0 0 16,0 0 0-16,0 0 0 0,0 0 0 15,0 0-6-15,-12 0-77 16,12 0-2-16</inkml:trace>
  <inkml:trace contextRef="#ctx0" brushRef="#br2" timeOffset="82183.89">4419 11953 176 0,'0'0'4'0,"0"0"8"15,-5-3 2-15,5 3 5 0,0 0 2 16,0 0 2-16,0 0 0 15,0 0-2-15,0 0-3 16,0 0-7-16,0 0-4 16,0 0-3-16,0 0-3 0,0 0 0 15,0 0-1-15,0 0 0 16,0 0 2-16,0 0 0 16,0 0 0-16,0 0 2 0,0 0-1 15,0 0-1-15,-4-7 1 16,4 7-1-16,0 0-2 15,0 0-7-15,0 0-25 16,0 0-35-16,0 0-5 0</inkml:trace>
  <inkml:trace contextRef="#ctx0" brushRef="#br2" timeOffset="83366.73">4468 11886 366 0,'0'0'6'0,"0"0"3"16,0 0 2-16,-9-8 1 16,9 8 0-16,0 0 1 15,-12-7 1-15,12 7-1 0,-13 0-5 16,13 0-3-16,-7 12-2 15,4-2-2-15,1 3-1 16,2 1 0-16,0-1 0 16,2-1 0-16,5-2 0 0,11-5 1 15,-3-3 1-15,2-2 0 16,5 0 0-16,-2-7 1 16,1-3 0-16,-5-2 2 0,0 1-1 15,-7-3 0-15,-6 2 0 16,-1-3-1-16,-2 5 0 15,-9 0-1-15,-3 2-2 16,-4 6 0-16,-2 2 0 0,1 0 0 16,2 5 0-16,1 5 0 15,1 0-2-15,1 3 1 16,7-5 1-16,2 3-1 16,3-11 1-16,5 12 0 0,5-12 0 15,5 0 0-15,0-2 1 16,2-6 0-16,-2 1 1 15,0-3-2-15,-3 0 0 16,-3-1 0-16,-9 11 0 0,4-14 0 16,-4 14 0-16,-13-5 0 15,1 5 0-15,-3 3-9 16,-2 2-6-16,2 6-24 16,3 3-44-16,-1 0-3 0</inkml:trace>
  <inkml:trace contextRef="#ctx0" brushRef="#br2" timeOffset="84218.04">4481 11872 347 0,'0'0'3'16,"0"0"2"-16,0 0 0 0,0 0 1 15,8 4 2-15,-8-4 2 16,14 0-1-16,-1-5 1 16,4-2-2-16,6-9 0 15,9-1-2-15,5-5 1 0,13-13 0 16,14-5-2-16,11-7 0 15,14-5-2-15,11-10 0 16,19-7-1-16,8-10-1 16,17-6 0-16,10-4-2 0,10-5 0 15,10-7 0-15,10-6 0 16,9-2 1-16,11-7-1 16,8-5 1-16,4-4-1 0,10-3 3 15,0-4-1-15,7 1 0 16,4-3 0-16,1 0 0 15,-2 3 1-15,-2 3 0 16,-6 0 0-16,-1 8 0 16,-11 1-1-16,-7 7-1 0,-4 6 0 15,-14 7 1-15,-7 2 0 16,-12 11-1-16,-13 6 0 16,-12 8 0-16,-20 7-1 0,-13 11 1 15,-15 7 1 1,-20 8-1-16,-17 11 0 0,-16 3 0 15,-12 11 0-15,-16 1 0 16,-7 6 0-16,-11 7-3 16,0 0-4-16,0 0-15 0,-6 7-56 15,6-7 0-15</inkml:trace>
  <inkml:trace contextRef="#ctx0" brushRef="#br2" timeOffset="85799.77">4578 11947 219 0,'0'0'3'16,"0"0"2"-16,7 0 0 0,1 0 2 15,5-2 0-15,6 2 1 16,8-2 2-16,10-6 0 16,3 3-1-16,15-3 0 0,4-4-2 15,17-2 0-15,5-1 0 16,14-2-1-16,7-1 0 15,12 0-3-15,11-1 0 16,4-1-1-16,14 0 0 0,9 0-1 16,10-4 0-16,11 0 1 15,8-5-1-15,13 2 0 16,6-3 1-16,13-2-1 16,8 0 0-16,11 0 1 0,3 0-2 15,9-4 1-15,2 5 0 16,13-7-1-16,4 2 0 15,7-4 0-15,4 0 0 16,9-2 0-16,0 0 0 16,13-3 0-16,10-2-1 0,2 3 0 15,5-3 0-15,5-3 0 16,-1 5 0-16,2 1 0 16,1-2-1-16,1 0-1 0,-8 6 3 15,-2-4-1-15,-5 7 0 16,-9-1 0-16,2 4 0 15,-16 2 1-15,3 0 0 16,-18 4 1-16,-4 3-2 0,-11 4 1 16,-17-4-1-16,-8 5 1 15,-14 0-1-15,-19 2 0 16,-20 1 0-16,-14 2 0 16,-16 0 1-16,-23 3 1 15,-18 2-1-15,-22 0 1 0,-20 3 2 16,-14 0-2-16,-17-1-8 15,-11-7-50-15,-20 15-8 16</inkml:trace>
  <inkml:trace contextRef="#ctx0" brushRef="#br2" timeOffset="87683.09">10986 8259 213 0,'0'0'7'0,"0"0"4"15,0 0 2-15,0 0-1 16,0 0 1-16,0 0-1 16,0 0 0-16,0 0 3 15,0 0-7-15,7 0-2 0,-7 0-1 16,23 7 0-16,-6 1 1 15,8-1 0-15,5 5 0 16,7 1-2-16,6-1 0 0,12 8-1 16,1-2 1-16,14 1-3 15,2 1 1-15,4 7-1 16,8 1-1-16,9 1 0 16,10 4 1-16,1-1-1 0,4 5 0 15,9-2 0-15,3 6 1 16,9-3 0-16,3 4 0 15,2 0 0-15,-4 3 0 16,9 2 0-16,2-2 1 0,-2 2-2 16,1-3 1-16,3 6-1 15,-1-3 0-15,4 0 0 16,-1 2 0-16,-3-4 0 16,1 4 0-16,2-5-1 15,-1 4 1-15,-1-3 0 0,-5-6 1 16,3 1-1-16,1 0 0 15,-8-3 0-15,-2-3 0 16,2 1 0-16,-3-1 0 16,-2 0 0-16,-1-3 0 0,-4-1 0 15,-6 0 0-15,2-3 0 16,-1 0 0-16,-4-2-1 16,-11-3 1-16,1 3-1 0,-8-3 1 15,-3 1-1-15,0-3 0 16,-9 2 1-16,-9-5-1 15,-6 3 1-15,-5-3-1 16,-8 1 0-16,-5-4 1 0,-10-2 0 16,-4 1-1-16,-8-1 1 15,-6-4 0-15,-1-4 0 16,-8 2 0-16,-3-1 1 16,-2-3 1-16,-10-2 1 0,10 3 1 15,-10-3 2-15,0 0 0 16,0 0-1-16,0 0 0 15,0 0 0-15,0 0-1 16,0 0-2-16,0 0 0 0,10-5-1 16,-10 5 1-16,0 0-2 15,9-7 1-15,-9 7 0 16,0 0 0-16,11-5 0 16,-11 5-1-16,0 0 1 0,12-3-1 15,-12 3 0-15,0 0 0 16,12 0 1-16,-12 0-1 15,0 0 0-15,11 0 0 16,-11 0 1-16,0 0-1 0,0 0 1 16,12 0-1-16,-12 0 1 15,0 0 0-15,0 0 0 16,0 0 0-16,7 0 0 16,-7 0 1-16,0 0-1 15,0 0 0-15,11 0 1 0,-11 0-2 16,0 0 0-16,14 0 1 15,-14 0-1-15,18 0 1 16,-9 0 0-16,7 0 0 16,-4 0 0-16,3 0 0 0,-3 0 0 15,0 0 0-15,-1 0 0 16,-11 0-1-16,14 0 1 16,-14 0-1-16,10 0 0 0,-10 0 1 15,0 0-1-15,0 0 0 16,0 0-2-16,0 0-2 15,0 0-4-15,0 0-4 0,0 0-13 16,6 10-42-16,-6-10-11 16</inkml:trace>
  <inkml:trace contextRef="#ctx0" brushRef="#br2" timeOffset="88217.24">17133 10290 223 0,'0'0'6'0,"0"0"3"0,0 0 3 0,6-9 3 16,-6 9 1-16,0 0 1 0,12-7 0 15,-5 4 3-15,8 0-6 16,2 0-2-16,5 1-3 15,6 0-2-15,4-3 0 16,3-5-1-16,5 4 0 16,2-1-1-16,-2 0 0 0,2-1 0 15,3 1 1-15,-3 0-2 16,-7 2 1-16,3-1-2 16,-12 4-1-16,-6 2-1 0,-2-3-1 15,-6 3 0-15,-12 0-1 16,10 0 1-16,-10 0-1 15,0 0 0-15,0 0 1 16,0 0 1-16,-5 5-1 16,5-5-3-16,0 0-3 0,-10 11-11 15,10-11-39-15,-9 9-19 16</inkml:trace>
  <inkml:trace contextRef="#ctx0" brushRef="#br2" timeOffset="88719.22">17700 10174 353 0,'0'0'5'0,"0"0"2"0,0 0 3 15,-10-7 1-15,10 7-2 16,-15-5 1-16,4 2 0 16,-1 3 0-16,-2 0-5 0,1 4-2 15,0 4-3-15,2 4 0 16,3 1 0-16,8-1-1 16,0 4 1-16,2-7 0 15,15 4 1-15,2-6 1 0,0 1 1 16,6-8 0-16,2 0 1 15,1 0 2-15,-3-8 0 16,-6-2 2-16,-1-2-1 16,-9-1 0-16,-4-1-1 0,-5-2 0 15,-5 2-2-15,-9 3-1 16,-6-1-1-16,-3 8-2 16,-4 1-1-16,0 3 0 15,1 0 0-15,5 7-1 0,3 4 1 16,5-4 0-16,7 3 0 15,6-10-1-15,2 14 1 16,10-11-1-16,1 0-2 16,4-3-5-16,-3 0-11 0,-14 0-60 15,18-3-2-15</inkml:trace>
  <inkml:trace contextRef="#ctx0" brushRef="#br2" timeOffset="89733.25">11035 8189 414 0,'0'0'6'0,"0"0"1"0,0 0 2 16,0 0 0-16,-2-10 0 16,2 10 0-16,0 0 0 15,-15 3 0-15,11 4-5 0,-5 3-2 16,2 2-2-16,2 3 0 15,1 1 0-15,1-2 0 16,3 2 1-16,0-7-1 16,10 1 1-16,3-4 0 0,1-4 0 15,4-2 1-15,1-2 1 16,-1-7 0-16,-3 0 1 16,0-1 0-16,-5-5 0 15,-3 3-4-15,-5-1 0 0,-2 1 0 16,-12 2 0-16,-2 4 0 15,-4 6 0-15,-5 0 0 16,-4 10 0-16,-1 3 0 16,7 2 0-16,-2 2 0 0,5 1 0 15,9-1 0-15,6-5 0 16,3-2 0-16,12-2 0 16,6-5 0-16,5-3 0 15,4-3 0-15,3-7 0 0,-2 0 0 16,-2-8 0-16,-6 1 0 15,-2-2 0-15,-11 1 0 16,-7 0 0-16,-7 8 0 16,-13 3 0-16,-5 6 0 0,-3 1 0 15,-4 6 0-15,7 6-28 16,1 9-57-16,4-2-2 16</inkml:trace>
  <inkml:trace contextRef="#ctx0" brushRef="#br2" timeOffset="90534.92">4546 11856 430 0,'0'0'5'0,"0"0"2"16,0 0 1-16,-11-10 1 16,11 10-1-16,0 0 0 0,-12 0 1 15,12 0-1-15,-14 10-4 16,10 2-3-16,2 1-1 16,2 2 0-16,0-3 0 15,2 0 0-15,9-4 1 16,1-3-1-16,8-5 0 0,0 0 1 15,2-8-1-15,1-2 1 16,-3-5 0-16,-1 1 0 16,-6-1 1-16,-3-3 0 15,-5 4 0-15,-5-2 1 0,-7 7-3 16,-9 4 0-16,-3 2 0 16,-6 3 0-16,-3 13 0 15,3-4 0-15,6 16-16 16,6-2-67-16,6-3-1 0</inkml:trace>
  <inkml:trace contextRef="#ctx0" brushRef="#br2" timeOffset="94934.15">7154 9497 438 0,'0'0'6'0,"0"0"2"16,4-15 2-16,-4 15 2 15,4-14 0-15,-4 14 0 16,5-15 1-16,-5 15-13 0,0 0 0 16,10 17 0-16,-8 6 0 15,1 6 0-15,-1 9 0 16,-2 1 0-16,0 8 0 16,0-3 0-16,-5-2 0 0,-4-2 0 15,1-8 0-15,0-1 0 16,0-12 0-16,2-1 0 15,1-8 0-15,5-10 0 16,-5 6 0-16,5-6 0 0,5-4 0 16,6-8 0-16,3-3 0 15,3 0 0-15,4-2 0 16,6-7 0-16,0 10 0 16,-3-5 0-16,1 1 0 0,-2 5 0 15,-3 7 0-15,-3-1 0 16,-4 4 0-16,-1 0 0 15,-12 3 0-15,7 3-25 16,-7-3-60-16,0 0-4 0</inkml:trace>
  <inkml:trace contextRef="#ctx0" brushRef="#br2" timeOffset="95349.9">7572 9554 481 0,'0'0'4'0,"0"0"2"0,-7-11 2 16,7 11 0-16,-11-17-4 16,2 9-4-16,4-3 0 0,-2 1 0 15,2-2 0-15,5 12 0 16,0-11 0-16,0 11 0 15,9-6 0-15,3 6 0 16,4 0 0-16,1 7 0 16,1 3 0-16,-4 8 0 0,1 1 0 15,-5 3 0-15,-8 8 0 16,-2-3 0-16,0 3 0 16,-7 0 0-16,0-3 0 0,-6-4 0 15,6-6 0-15,-3-5 0 16,8-2 0-16,2-10 0 15,0 0 0-15,17 0 0 16,-2-10 0-16,8-2 0 16,-2-3 0-16,9-5 0 0,-2 3 0 15,4 2 0-15,-7-8 0 16,2 11-80-16,1 5-8 16</inkml:trace>
  <inkml:trace contextRef="#ctx0" brushRef="#br2" timeOffset="96132.9">14251 8672 439 0,'0'0'6'15,"0"0"2"-15,3-9 3 0,-3 9 0 16,4-13 2-16,-4 13 0 15,5-9-3-15,-5 9-10 16,0 0 0-16,0 9 0 16,-7 9 0-16,0 4 0 0,-11 7 0 15,1 3 0-15,2 4 0 16,-8 1 0-16,4-5 0 16,-1-6 0-16,8-1 0 0,-2-4 0 15,5-9 0-15,4-5 0 16,5-7 0-16,7 8 0 15,5-8 0-15,9-5 0 16,4-2 0-16,4-1 0 16,4-3 0-16,1-3 0 15,1 4 0-15,-3 3 0 0,-7-4 0 16,-2 10 0-16,-13 1-34 16,-1 0-51-16,-9 0-2 15</inkml:trace>
  <inkml:trace contextRef="#ctx0" brushRef="#br2" timeOffset="96649.97">14569 8853 504 0,'0'0'4'0,"0"0"-1"15,0-12-3-15,0 4 0 16,0-1 0-16,-3-3 0 16,3-1 0-16,0 1 0 0,0-1 0 15,0 6 0-15,0 7 0 16,21-10 0-16,-9 7 0 16,6 3 0-16,-2 3 0 15,0 4 0-15,-4 5 0 0,-3 0 0 16,-3 6 0-16,-6-3 0 15,-2 5 0-15,-9 0 0 16,2-3 0-16,-7-2 0 16,2 2 0-16,2-3 0 15,1-3 0-15,4-3 0 0,7-8 0 16,-7 10 0-16,7-10 0 16,0 0 0-16,12 10 0 15,-3-5 0-15,7-1 0 16,2-1 0-16,1 4 0 0,3-2 0 15,-5 2 0-15,0-1 0 16,0 1 0-16,-5 0 0 16,-12-7 0-16,7 15 0 15,-10-5 0-15,-9-2 0 0,-10 2 0 16,-3-4 0-16,-12 2 0 16,2 0 0-16,0-6 0 15,3 1-8-15,5 0-77 0,2-3-4 16</inkml:trace>
  <inkml:trace contextRef="#ctx0" brushRef="#br2" timeOffset="105416.88">6266 9936 404 0,'0'0'6'0,"0"0"3"16,0 0 1-16,-6-7 1 16,6 7 0-16,-15-5 1 0,2 5 0 15,-2 0 0-15,-4 7-6 16,2 5-3-16,-8 6-1 15,7 2-2-15,4 2 1 16,-2 5-1-16,6-2-1 16,8-1 1-16,2-3 0 0,5-4 0 15,10-2 0-15,2-10 1 16,6-5 0-16,2-3 0 16,-3-7 0-16,2-7 1 15,2-3 1-15,-10-5 1 0,2-2-4 16,-5 2 0-16,-3-3 0 15,-8 7 0-15,1-2 0 16,-3 6 0-16,-3 2 0 0,1 5 0 16,2 10 0-16,0 0 0 15,0 0 0-15,-7 8 0 16,7 6 0-16,9 1 0 16,1 5 0-16,8-2 0 0,-1-1 0 15,5 1 0-15,-2-6 0 16,9-15-60-16,2 3-26 15,-3 0-4-15</inkml:trace>
  <inkml:trace contextRef="#ctx0" brushRef="#br2" timeOffset="105883.25">6623 9832 400 0,'0'0'5'0,"0"0"3"0,0 0 1 0,0 0 1 16,0 0 0-16,7-6 1 15,-7 6-1-15,18-8 1 16,-11 0-6-16,7 2-10 16,-1-5-34-16,3 5-40 15,1-3-2-15</inkml:trace>
  <inkml:trace contextRef="#ctx0" brushRef="#br2" timeOffset="106034.01">6650 9968 403 0,'0'0'6'0,"0"0"2"0,0 0 3 16,0 0 0-16,7-7 1 15,5-3 0-15,6 2-8 16,0-4-72-16,12-6-7 15</inkml:trace>
  <inkml:trace contextRef="#ctx0" brushRef="#br2" timeOffset="107371.04">13349 8343 352 0,'0'0'7'0,"0"0"4"16,0 0 3-16,0-11 1 16,0 11 2-16,0 0 1 15,0-8 1-15,0 8 0 0,0 0-6 16,0 0-4-16,0 0-2 16,0 4-2-16,0 9-2 15,0 3-1-15,0 5-2 16,0 6 0-16,-3 5 0 0,1 0 0 15,-3 0 0-15,2 4 0 16,-1-5 0-16,-4 0 0 16,6-6 0-16,-3-4 0 0,-2-3 0 15,6-6 0-15,-1-2 0 16,2-10 0-16,-8 10 0 16,8-10 0-16,-9 0 0 15,9 0 0-15,-8-17 0 16,8 4 0-16,0-7 0 0,0 3 0 15,0-4 0-15,8 2 0 16,1-1 0-16,-1 6 0 16,7-2 0-16,-1 7 0 15,4 2 0-15,1 2 0 0,2 5 0 16,1 0 0-16,3 7 0 16,-3 3 0-16,1 0 0 15,-5 2 0-15,-4 6 0 16,-7-4 0-16,-4 1 0 0,-3 0 0 15,-8 2 0-15,-6-3 0 16,-6 0 0-16,-1-5 0 16,-3 1 0-16,-3-2 0 0,0-3 0 15,4 0 0-15,3-4 0 16,0-1-3-16,10 0-17 16,0 21-57-16,10-21-7 15</inkml:trace>
  <inkml:trace contextRef="#ctx0" brushRef="#br2" timeOffset="108049.85">13717 8625 356 0,'0'0'9'0,"0"0"4"15,0 0 4-15,0-9 1 0,0 9 1 16,0 0 1-16,0 0 0 16,3-10 0-16,-3 10-8 15,0 0-5-15,16-3-7 16,-16 3 0-16,21 0 0 0,-12 0-10 15,9-10-67-15,-6 13-7 16</inkml:trace>
  <inkml:trace contextRef="#ctx0" brushRef="#br2" timeOffset="108216.44">13687 8726 388 0,'0'0'8'0,"0"0"2"0,0 0 2 16,10 6 0-16,2-6 1 16,3 0 0-16,7 0-7 15,11 0-71-15,2 0-10 0</inkml:trace>
  <inkml:trace contextRef="#ctx0" brushRef="#br2" timeOffset="110015.95">11669 11343 349 0,'0'0'8'0,"0"0"4"15,0-12 3-15,0 12 1 16,-2-10 1-16,2 10 2 15,-7-18 0-15,7 18 1 16,-13-10-7-16,5 8-4 0,-4 2-2 16,-3 0-3-16,1 2-1 15,-4 8-3-15,1 5 0 16,-3 3 0-16,4 2 0 16,2 2 0-16,2 0 0 0,4 3 0 15,8-3 0-15,2 0 0 16,11-7 0-16,6 2 0 15,6-6 0-15,3-4 0 0,4-5 0 16,3-2 0-16,-3 0 0 16,6 0 0-16,-12-2 0 15,2-3 0-15,-8 3 0 16,-5-1 0-16,-5 1 0 0,-10 2 0 16,15-3 0-16,-15 3 0 15,0 0 0-15,0 0 0 16,0 0 0-16,0 0 0 15,0 0 0-15,0 0 0 0,0 0 0 16,0 0 0-16,0 0 0 16,0 0 0-16,0 0 0 15,0 0 0-15,0 0 0 16,0 0 0-16,0 0 0 16,0 0 0-16,2 5 0 0,-2-5-42 15,0 0-49-15</inkml:trace>
  <inkml:trace contextRef="#ctx0" brushRef="#br2" timeOffset="115149.7">4523 12004 173 0,'0'0'7'0,"0"0"3"0,0 0 4 0,0 0 3 16,0 0 3-16,8 0 1 15,2 0 1-15,2 0 1 16,4 0-5-16,8 0-4 0,3 4-4 15,10-3-1-15,6-1-2 16,8 3-3-16,8-3-2 16,17 0-1-16,7 0 0 15,11 0 0-15,8-3 0 0,15 2-1 16,9-6 1-16,8 6-1 16,13-5 1-16,7 3-1 15,12 2 1-15,13-5-1 16,9 5 0-16,10-6 1 0,10 3-1 15,16 2 0-15,7-2 0 16,10 3 1-16,2 1-1 16,18-3 0-16,10 3 0 15,7 0 1-15,10 0-1 0,3 0 2 16,12 0-2-16,7-2 1 16,8 2-1-16,6-2 1 15,8-1-1-15,6 1 0 16,-3-1 0-16,49 3-4 0,-39-5-2 15,8 3 0-15,-5-1-2 16,5 3 1-16,-11 0 1 16,9 0-1-16,-6 0 2 0,-36 0 3 15,24 5 3-15,0 3 2 16,-8-1-1-16,-12 5 1 16,-8-1 0-16,-19 0-1 15,-10-1-7-15,-25-2-35 16,-15 6-25-16,-27-3-6 0</inkml:trace>
  <inkml:trace contextRef="#ctx0" brushRef="#br2" timeOffset="117350">5817 11179 365 0,'0'0'7'0,"0"0"5"0,0-11 2 0,0 11 3 15,-2-11 0-15,2 11 1 16,-4-7 0-16,4 7-1 0,0 0-5 16,0 0-4-16,12 0-2 15,3 9-6-15,-1 7 0 16,12 3 0-16,-1 4 0 15,4 2 0-15,-1 9 0 0,2-4 0 16,-6 3 0-16,1 3 0 16,-7-3 0-16,-6 2 0 15,-5-4 0-15,-1 2 0 16,-6-6 0-16,-6 3 0 0,-1-8 0 16,-5 0 0-16,-1-2 0 15,1-5 0-15,0-5 0 16,-1-3 0-16,13-7 0 0,-12 10 0 15,12-10 0-15,0 0 0 16,-8 2 0-16,8-2 0 16,0 0 0-16,0 0 0 15,0 0 0-15,0-10 0 16,5-2-81-16,-5 12-7 0</inkml:trace>
  <inkml:trace contextRef="#ctx0" brushRef="#br2" timeOffset="118149.77">6266 11125 453 0,'0'0'5'0,"0"0"2"16,0 0 0-16,0 0 0 0,0 0 0 16,0 5 0-16,2 5 1 15,-1 1 0-15,3 7-6 16,1 2-2-16,-1 5 0 0,4 0 0 16,0 2 0-16,1-4 0 15,-1-1 0-15,1-2 0 16,-1-5 0-16,-3-5 0 15,-5-10 0-15,7 9 0 0,-7-9 0 16,0 0 0-16,-4-1 0 16,-1-13 0-16,-6 0 0 15,2-8 0-15,-3-3 0 0,-1-5 0 16,1 0 0-16,7-2 0 16,0 0 0-16,3 2 0 15,2 2 0-15,3 2 0 16,8 9 0-16,7-1 0 15,-4 5 0-15,6 4 0 0,0 6 0 16,2 3 0-16,-4 3 0 16,-1 6 0-16,-2 4 0 15,-7 2 0-15,1 2 0 16,-4 0 0-16,-5-2 0 0,0 3 0 16,-2-3 0-16,-3-3 0 15,-2-2 0-15,2 1 0 16,5-11 0-16,-7 13 0 0,7-13 0 15,-6 10 0-15,6-10 0 16,8 8 0-16,-2-6 0 16,7-2 0-16,5 5 0 15,-1-2 0-15,3 2 0 0,0-3 0 16,2 3 0-16,-4 3 0 16,0-3 0-16,-5 2 0 15,-2 0 0-15,-3 1 0 16,-8-8 0-16,2 19 0 15,-4-11 0-15,-11-1 0 16,-2 3 0-16,-2-2 0 0,-6-2 0 16,-1 0 0-16,-1 2 0 15,0-8 0-15,0 3 0 16,2-3 0-16,4 0 0 16,4 0 0-16,3 0 0 0,12 0 0 15,-16 0-2-15,16 0-83 16,0 0-3-16</inkml:trace>
  <inkml:trace contextRef="#ctx0" brushRef="#br2" timeOffset="119416.11">15804 9857 375 0,'0'0'8'0,"0"0"3"0,0 0 3 16,0 0 2-16,0 0 2 16,0 0 1-16,0 0 1 15,0 0 1-15,4-10-12 16,-4 10-9-16,0 0 0 0,-3 4 0 15,-3 7 0-15,-4 3 0 16,-3 6 0-16,-1 2 0 16,-4 9 0-16,1-5 0 0,-1 9 0 15,4 0 0-15,7-1 0 16,-2-1 0-16,7-1 0 16,2-2 0-16,5 2 0 0,8-5 0 15,8-3 0-15,2 0 0 16,5-8 0-16,-1-1 0 15,3 1 0-15,-3-10 0 16,1 3 0-16,-3-5 0 0,-11-1 0 16,1-3 0-16,-5 0 0 15,-10 0 0-15,10 0 0 16,-10 0 0-16,0 0 0 16,0 0 0-16,0-10 0 0,0 10 0 15,0 0 0-15,-7-10 0 16,7 10 0-16,-5-10-70 15,5 10-19-15</inkml:trace>
  <inkml:trace contextRef="#ctx0" brushRef="#br2" timeOffset="120533.21">15203 10006 423 0,'0'0'5'0,"0"0"2"0,-5-16 2 0,5 16 2 16,-6-9 2-16,6 9 0 16,-7-13 0-16,7 13 0 15,0 0-9-15,-12 0-4 0,10 13 0 16,-3-1 0-16,1 10 0 15,4 0 0-15,-2 6 0 16,2-3 0-16,0-1 0 16,0-1 0-16,6-6 0 0,-4-2 0 15,1-5 0-15,-3-10 0 16,4 12 0-16,-4-12 0 16,0 0 0-16,0-15 0 0,0 2 0 15,0-3 0-15,-4-7 0 16,4-4 0-16,-3-2 0 15,3-9 0-15,0 7 0 16,0-5 0-16,5 6 0 0,2 1 0 16,0 4 0-16,4 5 0 15,3 8 0-15,-2 2 0 16,2 10 0-16,6 0 0 16,-6 2 0-16,4 10 0 15,-1 6 0-15,1 5 0 0,-6 1 0 16,-3 9 0-16,-1-1 0 15,0 2 0-15,-3-4 0 16,-3 4 0-16,-2-6 0 16,2-1 0-16,1-4 0 0,-3-6 0 15,2 0 0-15,-2-7 0 16,0-10 0-16,4 15 0 16,-4-15 0-16,0 0 0 15,0 0 0-15,0 0-6 0,0 0-81 16,-6-10-2-16</inkml:trace>
  <inkml:trace contextRef="#ctx0" brushRef="#br2" timeOffset="120782.95">15175 10075 441 0,'0'0'5'0,"0"0"3"0,0 0 1 0,0 0 1 16,0 0 1-16,0 0 1 16,8 0 0-16,-8 0-9 15,17 0-3-15,-2-3 0 0,0 3 0 16,1-3 0-16,5 2 0 16,0 1 0-16,-2-3 0 15,1 3 0-15,-8 0 0 16,3 0 0-16,-15 0-5 0,13-6-80 15,-13 6-3-15</inkml:trace>
  <inkml:trace contextRef="#ctx0" brushRef="#br2" timeOffset="121949.69">10441 8603 278 0,'0'0'8'0,"0"0"5"0,0 0 3 15,0 0 3-15,0 0 1 0,0 0 3 16,0 0 1-16,0 0 0 16,0 0-9-16,0 0-3 15,0 0-5-15,0 0-1 16,0 0-2-16,0 0-2 0,14 8-1 15,-7-1-1-15,7 3 2 16,3 3-1-16,4 1 1 16,3-1 0-16,4-3 0 15,2 2 0-15,0-1 0 0,4 0 0 16,1-1 0-16,1-3 0 16,1-1-1-16,2 2 1 15,1-7-1-15,0 2 1 16,2-1-1-16,-3-2 0 0,2 0 1 15,-4-2-1-15,0-2 0 16,0-2-1-16,-2-5 1 16,-1 4 0-16,4-2-1 15,-3-4 1-15,0 1-1 0,-1-1 0 16,1 1 0-16,-5 1 1 16,0-3-1-16,-3 4 0 15,-2 1 0-15,-6-1 1 16,-1 0 2-16,-4 0-3 0,0 0 0 15,-2 0 0-15,-2 0 0 16,-5 3 0-16,2-4 0 16,-7 11 0-16,10-12 0 15,-10 12 0-15,6-9 0 0,-6 9 0 16,0 0 0-16,0 0 0 16,0 0 0-16,0 0 0 15,0 0 0-15,0 0 0 16,0 0 0-16,0 0 0 15,0 0 0-15,0 0 0 0,0 0 0 16,0 0 0-16,0 0 0 16,-12 0-4-16,12 0-83 15,-11 12-3-15</inkml:trace>
  <inkml:trace contextRef="#ctx0" brushRef="#br2" timeOffset="122549.91">11152 9014 444 0,'0'0'6'0,"0"0"3"16,0 0 3-16,3-10 0 0,-3 10 1 15,0 0 0-15,-10-10-11 16,3 6-2-16,-9 1 0 15,0 3 0-15,-5 0 0 16,-4 10 0-16,0 3 0 0,1 1 0 16,-1 9 0-16,0-1 0 15,7 3 0-15,2 2 0 16,6 1 0-16,4 1 0 0,6-7 0 16,16 0 0-16,4-1 0 15,10-9 0-15,7 1 0 16,1-9 0-16,11-1 0 0,-3-3 0 15,2-3 0-15,-6-4 0 16,-3-1 0-16,-9 1 0 16,-5-3 0-16,-9 2 0 15,-7 1 0-15,-9 7 0 0,10-7 0 16,-10 7 0-16,0 0 0 16,0 0 0-16,0 0 0 15,0 0 0-15,0 0 0 16,0 0 0-16,-7-8 0 15,7 8 0-15,-16 0 0 0,7 5-49 16,9-5-44-16</inkml:trace>
  <inkml:trace contextRef="#ctx0" brushRef="#br2" timeOffset="130834.07">11227 8138 16 0,'0'0'1'0,"17"-10"-1"0,11 0 0 15,9-3 0-15,10-10-1 16,13-2-3-16,14-6 0 15,16-14 1-15,9-2 1 16,13-7 3-16,5-6 3 0,7-4 6 16,10-6 4-16,3 2 3 15,2-1 2-15,1 3 0 16,-7 5 0-16,-11-1-5 0,0 12-4 16,-7 3-4-16,-14 5-8 15,-11 5-5-15,-11 7-4 16,-7 3 1-16,-14 3 0 15,-7 7 8-15,-16 3 2 16,-13 5 0-16,-9 1 2 16,-13 8 0-16,0 0-12 0,0 0-23 15,-17 8-3-15</inkml:trace>
  <inkml:trace contextRef="#ctx0" brushRef="#br2" timeOffset="131732.82">11925 7868 273 0,'0'0'5'16,"0"0"-1"-16,0 0-1 0,0 0 1 16,8 2 2-16,-8-2 0 15,12 10 1-15,-5-4 1 16,6 5-2-16,3 3-1 16,1-1 1-16,4 10 0 0,2-3 0 15,0 4-2-15,-1 1 0 16,2 2-1-16,-6 1 1 15,2 4 1-15,-8 0-2 16,-2 2 1-16,-4 1 0 16,-4-2 0-16,-2 2 1 0,-8-6-1 15,-2 1-1-15,-2-4 0 16,-6-1 0-16,4-2 0 16,-4-3-1-16,4-2 0 0,-4-4 0 15,0-3 0-15,6-3-1 16,-2 0 1-16,3-5-1 15,1-1 0-15,10-2 0 16,-13 3-1-16,13-3-2 0,0 0-1 16,0 0-4-16,0 0-6 15,0 0-12-15,0 0-23 16,0 0-24-16,0 0-3 16</inkml:trace>
  <inkml:trace contextRef="#ctx0" brushRef="#br2" timeOffset="132349.65">12425 7924 341 0,'0'0'5'0,"0"0"1"0,0 0 2 16,0 0 1-16,0 0-1 15,0 0 1-15,-10 4-1 0,5 7 1 16,0 2-5-16,-2 9-2 15,2 3-1-15,1 2 0 16,0 3-1-16,1-1 1 16,3-1 0-16,5-3-1 0,3-3 1 15,2-7-1-15,2-4 0 16,1-4 1-16,1-6 0 16,7-1 1-16,-5-5-1 15,0-5 1-15,4-1 0 16,-3-12 1-16,-2 3-1 0,-3-6 0 15,0-5 0-15,-3-1 0 16,-5-3-1-16,-4 1 0 16,-2 1 1-16,-9 6-2 0,-1 0 2 15,-5 7-1-15,2 7-1 16,-5 7 1-16,3 3-1 16,2 8 0-16,0 5 0 15,0 7 0-15,5 3-2 0,1 1 1 16,9 4 1-16,0-2 0 15,0 2 0-15,12-3 1 16,0-4-1-16,5-4-1 16,1-1-2-16,5-3-8 0,-1-5-15 15,-13 0-48-15,19-5-4 16</inkml:trace>
  <inkml:trace contextRef="#ctx0" brushRef="#br2" timeOffset="132832.97">12766 7999 380 0,'0'0'7'16,"0"0"2"-16,-9-5 2 0,9 5 1 16,-9-8 0-16,9 8 0 15,-5-12 0-15,5 12-1 16,-3-13-5-16,3 13-3 0,8-12-3 15,-8 12-1-15,15-7 0 16,-5 4 0-16,-1 3 0 16,2 0 0-16,-11 0 1 0,14 10-1 15,-9-2 1-15,-2 4-1 16,-1-2 1-16,-2 5 0 16,0-3-1-16,-5 0 1 15,0 6 0-15,-2-8 0 0,2 0-1 16,0 2 0-16,2-5 0 15,3-7 0-15,0 18 0 16,0-18 0-16,8 7 1 16,2-4-1-16,0-1 1 0,0 0 0 15,2-2 0-15,-2 3 0 16,2 0 0-16,-12-3 0 16,13 2 0-16,-13-2 1 15,0 0-1-15,2 10 1 16,-2-10 1-16,-12 10-1 0,-3-2 1 15,-4-1 0-15,-2 3 0 16,-4-1-1-16,0 1-1 16,1-3-8-16,2 6-67 15,1-1-4-15</inkml:trace>
  <inkml:trace contextRef="#ctx0" brushRef="#br2" timeOffset="136650">7460 11573 310 0,'0'0'8'0,"0"0"5"16,0 0 2-16,0 0 0 15,0 0 2-15,0 0 0 0,0 0-1 16,0 0 1-16,0 0-7 16,11 0-4-16,-4 10-2 15,0 3-1-15,6 5-1 0,-1 1 1 16,-2 1-1-16,3-1 0 16,-4 6-1-16,1-4-1 15,-4 0 1-15,-2-1 1 16,-4-3-1-16,0 1 1 15,-4 0-1-15,-5-4 0 0,-3 1 0 16,3-3 0-16,-2 1-1 16,-3-1 0-16,1-1-1 15,3-4 0-15,-2 0-1 16,1-2 1-16,2 1-1 0,9-6-2 16,-12 6-1-16,12-6-2 15,0 0-6-15,-11 2-16 16,11-2-47-16,0 0-3 15</inkml:trace>
  <inkml:trace contextRef="#ctx0" brushRef="#br2" timeOffset="137349.79">7916 11606 390 0,'0'0'7'0,"0"0"2"0,0 0 1 15,0 0 1-15,0 0 0 16,-1 8-1-16,-2-1 1 0,1 5-1 16,2 0-5-16,-7 5-3 15,4 1-2-15,1-1 0 16,-6 1 1-16,3 4 0 0,-2-8 0 16,-3 2 0-16,2-5-1 15,-4 0 1-15,2 1-2 16,-5-4 0-16,3-1 0 15,-4-2-1-15,2-3 0 0,1-2 0 16,2 0 0-16,3-4 0 16,-3-6 1-16,9-3 0 15,-3 1 0-15,5-3 0 16,0 3 0-16,2-2 1 0,3-3 0 16,1 6 1-16,-6 11-1 15,17-14 1-15,-10 13 0 16,4 1 0-16,1 0-1 15,3 5 0-15,-1 2 1 0,2 0-1 16,3 3 1-16,-3 0-1 16,0 0 1-16,2 0-1 15,-1 0 0-15,1-3 1 16,-4 1-1-16,-1-3 1 16,-1 0-1-16,1 0 1 0,-3-3 0 15,-10-2 1-15,10 5 0 16,-10-5 0-16,0 0 1 15,0 0 1-15,0 0-1 0,0 0 1 16,0 0 0-16,0 0-1 16,0 0-2-16,0 0-7 15,10 6-28-15,-10-6-45 16,0 0-5-16</inkml:trace>
  <inkml:trace contextRef="#ctx0" brushRef="#br2" timeOffset="143767.4">2955 13127 330 0,'0'0'6'0,"3"-13"3"15,-3 13 3-15,0-17 3 16,0 7 0-16,-5-2 0 16,-5 2 0-16,-5 0 1 15,-2 5-7-15,-10 2-2 0,2 3-3 16,-8 6-2-16,1 6-1 16,1 0-1-16,5 1 0 15,3 1-1-15,9 4 0 16,7-1 1-16,7 1 0 0,7-2 0 15,12 2 0-15,11 2 1 16,2-3 1-16,11 2-1 16,3-1 1-16,5 0-1 0,-5-1 0 15,2 1-1-15,-11-2 1 16,-2 0-1-16,-5 0 0 16,-10 0 1-16,-8-4 0 15,-10 1 0-15,-2-1 0 16,-12 1 1-16,-6-4 0 0,-6-2-1 15,-8 3 1-15,-4-2-1 16,-5-3 0-16,-1-3-1 16,-1 1 0-16,6-3 0 15,-3-3-1-15,11-2-1 0,3-2-2 16,6-2-2-16,8 1-3 16,3-4-7-16,9 12-20 15,16-16-44-15,-5 9-3 16</inkml:trace>
  <inkml:trace contextRef="#ctx0" brushRef="#br2" timeOffset="144035.09">3209 13325 415 0,'0'0'6'0,"0"0"2"0,4-10 2 0,-4 10 2 16,0 0-1-16,13-13 0 15,-13 13 0-15,0 0 0 0,0 0-6 16,5 10-2-16,-2 3-3 16,-3 2-2-16,4 3-3 15,1-1-6-15,3 5-8 16,-3-5-37-16,7 1-28 0,-1-6-3 15</inkml:trace>
  <inkml:trace contextRef="#ctx0" brushRef="#br2" timeOffset="144402.03">3353 13354 352 0,'0'0'7'0,"0"0"4"0,0 0 2 15,-2-10 0-15,2 10 0 16,0 0-1-16,0 0 1 15,0 0-1-15,0 0-6 0,-3 10-3 16,3 1-2-16,0 1-2 16,5 2 2-16,0 2-1 15,2-4 0-15,-1-3 0 16,-1-1 0-16,-5-8 1 0,16 10-1 16,-16-10 1-16,14 0 0 15,-14 0 1-15,12-14-1 16,1-2 0-16,-1 2 1 15,-3-4-2-15,4-1 1 0,-1 4-1 16,0-1-1-16,1 4 0 16,-3 2 0-16,-1 8 0 15,-9 2 0-15,14 0 0 16,-14 0 0-16,7 17 0 0,-2-4-2 16,-1-3-3-16,4 5-5 15,-8-15-11-15,17 10-40 16,-1-1-17-16</inkml:trace>
  <inkml:trace contextRef="#ctx0" brushRef="#br2" timeOffset="144884.28">3760 13312 347 0,'0'0'3'0,"0"0"0"16,0 0 1-16,0 0 2 15,0 0 1-15,0 0 1 16,0 0 2-16,0 10 1 15,0-10-1-15,5 8-1 16,3-1 0-16,4-4 0 0,6-2-2 16,1-1-1-16,2 0-1 15,4-4-1-15,-4-3-1 16,4-1 0-16,0-4-1 16,-5-3 1-16,-7 0-1 0,-6 0 0 15,-5 1 0-15,-2 2-1 16,-5 1 0-16,-7 4-1 15,-8 4 0-15,-2 3-1 16,-7 8 0-16,1 6 0 0,-2 7 0 16,8-2 1-16,-1 3 0 15,11 3 1-15,7-2 1 16,5-7 1-16,10 2 1 0,13-3 1 16,4-5 1-16,8-5-1 15,2 0 1-15,5-5 0 16,0 0-6-16,0-3 0 15,-5 1 0-15,-4-3 0 0,-8 3 0 16,-5-1 0-16,-6 3 0 16,-14 0 0-16,13-2 0 15,-13 2 0-15,0 0 0 16,-8 0 0-16,-1-3 0 16,9 3-26-16,0 0-59 0,-10 0-4 15</inkml:trace>
  <inkml:trace contextRef="#ctx0" brushRef="#br2" timeOffset="145149.89">4814 13037 337 0,'0'0'3'0,"0"0"0"16,-15-9 1-16,6 3-1 16,0 4 0-16,-5 0-4 0,2-1-28 15,-4 3-36-15,2 0-5 16</inkml:trace>
  <inkml:trace contextRef="#ctx0" brushRef="#br2" timeOffset="146133.29">4578 13091 341 0,'0'0'5'0,"0"0"3"0,3-11 4 15,-3 11 2-15,12-11 2 16,-2 8-1-16,5 2 0 15,3 1 1-15,3 4-4 16,-1 10-4-16,5 5-3 16,0 8-2-16,3 1 0 0,-4 6-2 15,-1 3 0-15,-6-1-1 16,-2-3-2-16,-6 0 0 16,0-5 0-16,-9-7-1 15,0-3 0-15,-11-6 0 0,1-5 1 16,-2-4 1-16,-3-3 0 15,3-5 1-15,1-5 1 16,2-7 1-16,4-4 0 16,5-4 1-16,0-4-2 0,10-3 2 15,3 3-1-15,3-4-1 16,9 9 0-16,-4-1-3 16,6 8-8-16,-8 6-24 0,6 9-45 15,-2 2-2-15</inkml:trace>
  <inkml:trace contextRef="#ctx0" brushRef="#br2" timeOffset="146617.35">5008 13297 332 0,'0'0'5'0,"0"0"2"0,0 0 1 0,-2-10 0 16,2 10 2-16,0 0 0 16,-3-9 0-16,3 9 0 0,0 0-6 15,0 0-2-15,0 0-1 16,0 0 0-16,0 0 0 16,0 0-1-16,0 0 1 15,0 0 1-15,0 0 1 0,0 5 0 16,0-5 1-16,0 0-1 15,0 12 0-15,0-12 1 16,0 15-1-16,0-7 1 16,0 4-1-16,0-1 1 0,8 2-1 15,-1-1 1-15,2 1 0 16,2-3 0-16,6-2 0 16,1-3 0-16,7-3-1 15,-6-2 1-15,4-2 0 0,-1-9 1 16,-4 2-1-16,-1-7 0 15,0 2 1-15,-7-5-1 16,-3-2-1-16,-7-1 1 0,0 3-2 16,0 1-2-16,-2-2 0 15,-3 10 0-15,-2 1-3 16,7 9-10-16,-15-11-20 16,15 11-51-16,-10 8-2 15</inkml:trace>
  <inkml:trace contextRef="#ctx0" brushRef="#br2" timeOffset="146849.76">5326 12941 460 0,'0'0'4'0,"0"-13"1"0,0 13 0 15,0-14 1-15,0 14-1 16,0-11 1-16,0 11 0 0,2 8 0 15,-2 12-4-15,3 13 0 16,-3 6-1-16,4 8-3 16,5 3-3-16,0 3-5 15,1-3-7-15,5 0-17 0,7-8-50 16,-4-10-2-16</inkml:trace>
  <inkml:trace contextRef="#ctx0" brushRef="#br2" timeOffset="147199.94">5554 13283 376 0,'0'0'5'0,"0"0"1"16,0 0 1-16,-2-8 0 16,2 8 0-16,-8-3 1 15,8 3-1-15,-12 0 0 0,12 0-3 16,-10 15-2-16,10-5 0 16,0 1-1-16,6-1 2 15,6-3 1-15,8-2-1 16,4-2 1-16,6-3 0 15,2-3 0-15,4-2 0 0,-2-8-1 16,-1-2 0-16,-8 1 0 16,-4-1 0-16,-5 0 0 15,-10 2-1-15,-6 3-1 16,-11 6 0-16,-7 4 0 0,-2 7-1 16,-4 7-1-16,-4 10 1 15,3-2-1-15,5 7 1 16,6-1-1-16,11-1 1 15,3-2 0-15,15-3-1 0,5-5-1 16,10-2-2-16,4-3-5 16,3-9-16-16,-4 7-56 15,4-2 0-15</inkml:trace>
  <inkml:trace contextRef="#ctx0" brushRef="#br2" timeOffset="147716.43">2374 13818 300 0,'0'0'4'0,"0"0"3"0,0 0 4 16,10 0 2-16,5 0 1 16,5 0 3-16,12 0 3 0,13 0-1 15,14 0-3-15,16 0-2 16,20-4-4-16,21 1-1 15,23-5-3-15,18 1 0 0,17 0-2 16,12 1 0-16,18-1 0 16,12 2-1-16,6 0 1 15,3 3 0-15,6 2 0 16,-2 0-1-16,-1 0 0 0,-4 0-1 16,-11 0 0-16,-8 0 0 15,-14 4 0-15,-19 1-1 16,-23-2 0-16,-20-1 1 15,-32 0-2-15,-17 4 0 0,-29-3 0 16,-16-2 0-16,-20 2 0 16,-15-3-2-16,0 0-12 15,-27 25-59-15,4-22-13 16</inkml:trace>
  <inkml:trace contextRef="#ctx0" brushRef="#br2" timeOffset="150099.75">2364 14531 356 0,'0'0'9'0,"0"0"2"16,0-10 4-16,0 10 1 0,-5-14 1 15,1 4 1-15,-7 0 0 16,1 2 1-16,-13 1-7 16,7 4-4-16,-12 3-2 15,3 5-2-15,0 5-2 16,-4 8-2-16,3-2 0 0,2 7 0 16,7 0 0-16,7-1 0 15,4 0 0-15,6-1 0 16,13-7 0-16,7-2 0 0,7-5 0 15,5-1 0 1,5-6 0-16,1-3 0 0,-1-7 0 16,0-2 0-16,-2-2 0 15,-8-1 0-15,-4-6 0 0,-3 1 0 16,-8 3 0-16,-7 0 0 16,-5 5 0-16,0 1 0 15,0 11 0-15,-5-12 0 16,5 12 0-16,-9 5 0 0,6 10 0 15,1 0 0-15,2 4 0 16,5 2 0-16,4 1 0 16,1 2 0-16,5-4 0 15,2 0 0-15,-4-8-9 16,10 2-77-16,-4-3-3 0</inkml:trace>
  <inkml:trace contextRef="#ctx0" brushRef="#br2" timeOffset="150617.45">1263 14980 272 0,'0'0'2'0,"0"0"4"0,5 0 6 16,-5 0 3-16,15 0 5 15,2 3 0-15,8-3 3 16,8 1 1-16,7-1 0 0,14 3-3 16,9 1-6-16,21-4-2 15,10 3-3-15,21 0-2 16,9-3 0-16,12 0-2 16,13 2-2-16,10-2 0 0,3 0-2 15,2 0 0-15,0 5-2 16,-8 0 0-16,-2-2 0 15,-12 4 0-15,-5 1 0 0,-11-3 0 16,-15 0 0-16,-15-1 0 16,-14 2 0-16,-20-4 0 15,-15 1 0-15,-16-3 0 16,-14 5 0-16,-17-5-29 16,0 0-55-16,-18 2-4 0</inkml:trace>
  <inkml:trace contextRef="#ctx0" brushRef="#br2" timeOffset="151283.2">1842 15371 418 0,'0'0'5'0,"0"0"2"0,0-12 1 0,0 12 1 0,0-16 1 16,-4 7 1-16,-4-1-1 16,-2 0 0-16,-2 5-4 0,-9 3-2 15,2 2-2 1,-3 2-1-16,-1 7-1 0,0 2 0 15,4 1-1-15,6 3 1 16,6 2-1-16,4 1 1 16,8-3 0-16,13 2-1 0,7-3 1 15,10 4 0-15,4-3 1 16,6-2-2-16,2-1 1 16,3-2 0-16,-8 5 0 15,-5-5 0-15,-5 0 0 0,-6 2 0 16,-12-2 0-16,-6 2 0 15,-8 1 0-15,-10-1 0 16,-7-5 1-16,-11 3-1 16,-5-2 1-16,-5-3-1 0,-8-3 0 15,-3 1 0-15,-1-3 1 16,0 0-1-16,3-7 0 16,4 1-1-16,11-4-2 15,8 1-3-15,4-2-6 0,15 2-22 16,17-1-49-16,4-3-1 15</inkml:trace>
  <inkml:trace contextRef="#ctx0" brushRef="#br2" timeOffset="151500.45">2238 15443 455 0,'0'0'3'15,"0"0"0"-15,0 0 1 16,0 0 1-16,4 11 0 0,-4-11 0 16,5 14 0-16,-2-5 0 15,-1 4-4-15,0 2-5 0,1 0-7 16,5-1-23-16,11-1-48 16,-11-2-1-16</inkml:trace>
  <inkml:trace contextRef="#ctx0" brushRef="#br2" timeOffset="151883.04">2396 15455 418 0,'0'0'6'15,"0"0"2"-15,0 0 2 16,0 0 0-16,0 0 0 16,0 0 0-16,-4-1-1 0,4 1 1 15,-3 11-5-15,3-1-4 16,3 2-1-16,1 3 0 15,1-1 0-15,2 0-1 0,4-4 1 16,-4-1 0-16,-7-9-1 16,17 13 1-16,-17-13 1 15,13 0-1-15,-13 0 1 16,14-10 0-16,-5-2 0 16,0-4 1-16,3-3-1 0,4 1-1 15,-2 1 1-15,-1 2-1 16,2 3 1-16,-2 5-1 15,-1 1 0-15,-3 6 0 0,3 3 1 16,-1 7-1-16,-1 5 0 16,0-3 1-16,2 5-1 15,4 1 1-15,-4 0-1 16,2-1 0-16,2-3-2 0,0-2-2 16,7 4-10-16,-5 11-66 15,7-22-4-15</inkml:trace>
  <inkml:trace contextRef="#ctx0" brushRef="#br2" timeOffset="153400.24">3063 15329 427 0,'0'0'4'0,"0"0"3"0,0 0 2 16,2-11 1-16,-2 11 0 0,0 0 0 15,12-2 1-15,-12 2 0 16,16 8-5-16,-9 7 0 16,0 0-6-16,0 4 0 15,0 1 0-15,-1 3 0 0,1-3 0 16,-2 2 0-16,-5-5 0 15,3-5 0-15,-1 1 0 16,-2-5 0-16,0-8 0 16,0 0 0-16,0 0 0 15,0 0 0-15,0 0 0 0,0-15 0 16,0-1 0-16,2-3 0 16,-2-6 0-16,5-2 0 15,-1 0 0-15,3 0 0 16,0 4 0-16,0-2 0 0,6 10 0 15,-1 3 0-15,4 7 0 16,3 5 0-16,-4 7 0 16,7 8 0-16,-6 5 0 15,0 7 0-15,1 0 0 0,-4 3 0 16,-2-2 0-16,-2 4 0 16,-1-7 0-16,0 0 0 15,-6-9-25-15,-2 0-60 16,0-7-4-16</inkml:trace>
  <inkml:trace contextRef="#ctx0" brushRef="#br2" timeOffset="153566.32">3127 15361 454 0,'0'0'1'0,"0"0"1"0,0 0 1 16,0 0 1-16,10 0 0 15,4 0 1-15,9 0-5 0,4-5-12 16,-9 1-63-16,26-5-6 16</inkml:trace>
  <inkml:trace contextRef="#ctx0" brushRef="#br2" timeOffset="153799.78">4581 14925 477 0,'0'0'2'16,"0"0"2"-16,0 0 2 16,0 0 0-16,0 0 0 0,12-5 1 15,-12 5-4-15,13-7-3 16,-6 2 0-16,7 2 0 15,-1-2-4-15,-13 5-80 16,20-7-3-16</inkml:trace>
  <inkml:trace contextRef="#ctx0" brushRef="#br2" timeOffset="153949.53">4479 15009 424 0,'0'0'4'0,"0"0"1"16,0 0 1-16,5 7 2 15,4-4-1-15,7-3 1 16,3-3-5-16,13 3-17 16,5-8-61-16,4-9-4 15</inkml:trace>
  <inkml:trace contextRef="#ctx0" brushRef="#br2" timeOffset="154583.84">5728 14212 481 0,'0'0'4'15,"0"0"1"-15,-2-8 2 16,2 8 1-16,0-10-2 0,0 10-6 16,0 0 0-16,-3-10 0 15,3 10 0-15,0 10 0 16,0 3 0-16,0 7 0 0,10 5 0 15,-4 4 0-15,8 4 0 16,1 0 0-16,3 0 0 16,2 2 0-16,-3-10 0 15,-4-1 0-15,-1-6 0 16,-3-3 0-16,-4-5 0 0,-5-10 0 16,0 0 0-16,0 0 0 15,0 0 0-15,0-8 0 16,-2-2 0-16,-1-5 0 15,3 0 0-15,0-3 0 0,0 1 0 16,8 1 0-16,2 1 0 16,2-1 0-16,4 7 0 15,3 1 0-15,1 6 0 0,3 2 0 16,-7 2 0 0,5 8 0-16,-7 5 0 0,2 0 0 15,-9 0 0-15,-7 4 0 16,-5 1 0-16,-9-2 0 15,-4-1 0-15,-8 1 0 0,-1-4 0 16,-3-1 0-16,3-1-16 16,-3-2-58-16,8-5-12 15</inkml:trace>
  <inkml:trace contextRef="#ctx0" brushRef="#br2" timeOffset="154949.85">5192 14836 452 0,'0'0'0'0,"0"0"0"0,0 0 2 15,0 0 1-15,0 0 2 16,10 0 1-16,7 0 0 15,3 0 2-15,14 0 0 16,12 0 0-16,13-5 0 0,20 1-3 16,13-2-5-16,20-1 0 15,13-1 0-15,13-2 0 16,9 0 0-16,5 1 0 16,-1-2 0-16,-6 4 0 0,-4-3 0 15,-15 2 0-15,-21 4 0 16,-20 0 0-16,-20 4 0 15,-21 0 0-15,-17 1 0 16,-19 9 0-16,-13-5 0 0,-25 5-83 16,5 0-6-16</inkml:trace>
  <inkml:trace contextRef="#ctx0" brushRef="#br2" timeOffset="155466.13">5597 15212 453 0,'0'0'4'0,"0"-7"1"0,0 7 1 0,-17-18 1 16,4 6 1-16,-2-1 0 0,-5 2 0 15,-2-3 1-15,-6 10-6 16,1 2-3-16,-3 2 0 16,5 0 0-16,3 5 0 15,4 5 0-15,6 2 0 0,10 5 0 16,2-2 0-16,14 3 0 15,9-1 0-15,12 3 0 16,4-3 0-16,9 4 0 16,-1-5 0-16,7 1 0 15,-8 1 0-15,-4-3 0 0,-8-1 0 16,-9 2 0-16,-10-2 0 16,-9-3 0-16,-10 1 0 15,-13-2 0-15,-8-3 0 0,-9 0 0 16,-11-1 0-16,-2-2 0 15,-3 0 0-15,1-4 0 16,1 0 0-16,6 0 0 16,10-6-4-16,7-6-25 0,2 2-55 15,18 0-4-15</inkml:trace>
  <inkml:trace contextRef="#ctx0" brushRef="#br2" timeOffset="155649.75">5808 15249 483 0,'0'0'2'0,"0"0"1"15,0 0 0-15,9 16 1 0,-3-4-1 16,-2 0 1-16,5 3-1 16,-2 3-2-16,2 3-9 15,-1-3-14-15,-8 2-59 16,8-5-5-16</inkml:trace>
  <inkml:trace contextRef="#ctx0" brushRef="#br2" timeOffset="155999.78">6020 15258 426 0,'0'0'6'16,"0"0"3"-16,0 0 0 0,0 0 1 15,0 0-1-15,0 0 1 16,-9 7-1-16,7 2 1 15,0 1-6-15,2 3-3 0,0 2 0 16,0 0-1-16,2-3 0 16,5 1 0-16,-1-4 0 15,-6-9 0-15,17 12 1 16,-7-12 0-16,-2 0-1 16,1-5 1-16,1-4 0 0,3-1 0 15,1-5 1-15,2-1-2 16,-4 2 0-16,1 1 0 15,-1 5 0-15,-3 2 0 16,2 1 0-16,-11 5-2 16,12 5 1-16,-5 5 1 0,1 0 0 15,2 5-1-15,0-3-3 16,8 5-7-16,-9-2-29 16,9-3-43-16,4-4-2 0</inkml:trace>
  <inkml:trace contextRef="#ctx0" brushRef="#br2" timeOffset="156500">6499 15077 497 0,'0'0'2'0,"0"0"0"15,0 0 0-15,0 0 0 16,0 0 1-16,0 9 0 15,0 6-3-15,0 0 0 16,2 6 0-16,3 4 0 16,-3 6 0-16,4-1 0 0,-1 2 0 15,0 0 0-15,-1-5 0 16,1 0 0-16,0-7 0 16,-3-2 0-16,2-4 0 0,-4-3 0 15,0-11 0-15,2 12 0 16,-2-12 0-16,0 0 0 15,0 0 0-15,0 0 0 16,0 0 0-16,0 0 0 0,0 0 0 16,0 0 0-16,0 0 0 15,0 0 0-15,-6 0 0 16,6 0 0-16,0 0 0 16,0 0 0-16,0 0 0 15,0 0 0-15,0 0 0 0,0 0 0 16,0 0 0-16,0 0 0 15,0 0 0-15,0 0 0 16,0 0 0-16,0 0 0 16,0 0 0-16,0 0 0 0,0 0 0 15,0 0 0-15,0 0 0 16,0 0-19-16,0 0-40 16,0 0-28-16,0 0-2 0</inkml:trace>
  <inkml:trace contextRef="#ctx0" brushRef="#br2" timeOffset="157166.01">6556 15098 451 0,'0'0'4'0,"0"0"3"16,-5-10 1-16,5 10 0 0,-2-11 1 15,2 11 0-15,0-18 1 16,2 8-5-16,5 2-5 16,5 1 0-16,5 2 0 0,7 3 0 15,-3 2 0-15,7 0 0 16,-3 2 0-16,-3 3 0 16,-1 2 0-16,-3 4 0 15,-4 1 0-15,-4-2 0 16,-10 2 0-16,0 3 0 15,-5-5 0-15,-8 5 0 0,1-5 0 16,-4 5 0-16,2-4 0 16,2 2 0-16,4-1 0 15,0-1 0-15,6-1 0 16,2 2 0-16,2-2 0 0,8 0-2 16,5-2 2-16,6-1 0 15,0 3 0-15,2-3 2 16,2 4-2-16,0-5-2 0,-3 4 2 15,-2 0 0-15,-6-1 0 16,-3 2 0-16,-6-1 2 16,-5-3-2-16,0 3 0 0,-12 0 0 15,-6-3 0-15,-2 1 0 16,-8-1 0-16,-2-4 0 16,-4 2 0-16,-6-3 0 15,6 1 0-15,-1-3-3 16,10 0-22-16,5-8-58 15,5-4-3-15</inkml:trace>
  <inkml:trace contextRef="#ctx0" brushRef="#br2" timeOffset="157699.82">7736 14640 458 0,'0'0'5'0,"0"0"1"0,0 0 2 16,0 0 0-16,0 0 1 0,0 0-1 15,0 0 1-15,0 0-9 16,0 0 0-16,15-7 0 15,2 4 0-15,-4-6-39 16,6 3-44-16,1 5-5 0</inkml:trace>
  <inkml:trace contextRef="#ctx0" brushRef="#br2" timeOffset="157816.28">7558 14799 446 0,'0'0'2'0,"0"0"1"16,0 0 1-16,4 3 0 15,8-3 1-15,9 0 0 16,11-3-8-16,0 10-69 0,14-14-7 16</inkml:trace>
  <inkml:trace contextRef="#ctx0" brushRef="#br2" timeOffset="159333.04">8186 14715 339 0,'0'0'5'0,"7"4"3"16,9-1 3-16,3 2 4 0,13-3 1 15,11 2 0-15,11-4 1 16,21 1 1-16,10-1-4 15,14-5-2-15,15-2-3 16,13-3-2-16,14-3 0 0,8 1-2 16,10-3 1-16,8-2 0 15,2 2-6-15,3 0 0 16,1 1 0-16,-4 1 0 16,-12 4 0-16,-8-1 0 0,-15 2 0 15,-17 5 0-15,-25 1 0 16,-21 2 0-16,-16 0 0 15,-20 0 0-15,-15 2 0 0,-20-2 0 16,0 13 0-16,-16-11 0 16,-2-6-71-16,-10 6-15 15</inkml:trace>
  <inkml:trace contextRef="#ctx0" brushRef="#br2" timeOffset="159932.9">8901 15121 413 0,'0'0'2'0,"0"0"3"0,0-13 1 15,0 13 3-15,0-15 0 0,-5 3 1 16,-4 2 0-16,-2 0 1 15,-3 3-3-15,-6 5-2 16,-3 2-2-16,-2 0-2 16,1 7-1-16,-4 2-1 0,6 7 0 15,3 1 0-15,4 0 0 16,9 1 0-16,6 0 0 16,6-1 0-16,13-1 1 15,11-1 0-15,5 1 0 0,2-1 1 16,1-3-1-16,4 1 0 15,-3-5-1-15,-2 3 1 16,-9-1-1-16,-8 0 0 16,-8 0 0-16,-5-3 0 0,-7 3 1 15,-7-2 0-15,-7 1-1 16,-11-4 1-16,-6 3-1 16,-3-3 0-16,-6-3 1 15,-5 0-2-15,5-2 1 16,0-2-1-16,8-3-2 0,5 1-7 15,5-9-13-15,4 1-59 16,18-1-3-16</inkml:trace>
  <inkml:trace contextRef="#ctx0" brushRef="#br2" timeOffset="160117.04">9172 15168 458 0,'0'0'2'0,"0"0"1"16,0 0 1-16,3 12 0 16,-3-12 1-16,2 18-1 15,0-6 0-15,1 1 0 0,-1-1-7 16,7 5-11-16,-5 10-55 16,1-15-14-16</inkml:trace>
  <inkml:trace contextRef="#ctx0" brushRef="#br2" timeOffset="160503.1">9319 15185 432 0,'0'0'6'16,"0"0"-2"-16,0 0 2 16,0 0-1-16,0 0 1 0,0 8 0 15,3 1 0-15,-2 1 0 16,2 8-5-16,2 0-1 15,-2-4 0-15,4 3-1 0,-4-2 0 16,2 0 0-16,0-6-1 16,-5-9 1-16,7 14 0 15,-7-14 1-15,7 0-1 16,-7 0 2-16,18-18 0 0,-6 3 1 16,3-1 0-16,0-5-1 15,3 0 2-15,1 3-1 16,-2 3 0-16,-1 2 0 15,-2 5 0-15,1 4 0 16,-2 4 0-16,-6 4-1 0,3 7 0 16,-4 1 0-16,3 3 0 15,1 1 0-15,-2 1-1 16,4-1 0-16,0-1-4 16,1 0-6-16,4-1-21 0,15 0-51 15,-14-10-2-15</inkml:trace>
  <inkml:trace contextRef="#ctx0" brushRef="#br2" timeOffset="162266.71">10260 14958 343 0,'0'0'8'0,"0"0"6"15,5-13 1-15,-5 13 3 16,6-15 1-16,-6 15 2 16,0-15-2-16,0 15 1 15,-6-15-7-15,-1 15-5 0,-8 0-3 16,-5 8-1-16,-3 2-2 15,0 9 0-15,-5 2-2 16,-2 8 0-16,-2 3 0 16,5 6 0-16,4 1 0 15,5-2 0-15,6 2 0 0,10-6 0 16,4-1 0-16,16-4 0 16,9-6 0-16,2-7 0 15,12-3 0-15,0-8 0 0,5 0 0 16,-2-4 0-16,0 0 0 15,-8-4 0-15,-4 2 0 16,-8-2 0-16,-6 1 0 16,-6 1 0-16,-1-1 0 0,-11 3 0 15,0 0 0-15,0 0 0 16,0 0 0-16,-11-5 0 16,1 3 0-16,10 2 0 15,-22-6 0-15,5 4-71 0,10 0-21 16</inkml:trace>
  <inkml:trace contextRef="#ctx0" brushRef="#br2" timeOffset="164266.28">9403 14277 335 0,'0'0'7'0,"0"0"3"16,8-11 3-16,-8 11 5 15,2-13 0-15,-2 4 1 16,0 1 1-16,0-1 0 16,-10-2-6-16,3 4-3 0,-8 2-3 15,2 5-3-15,-4 0-2 16,-5 3-1-16,-1 6 0 15,1 4-1-15,0 4-1 0,-1 3 1 16,9-3-1-16,-4 6 0 16,8-3 0-16,8 0 1 15,4-2 0-15,10-2 1 16,11-1-2-16,4-5 0 16,8 0 0-16,5-5 0 0,5-3 0 15,-1-2 0-15,-4 0 0 16,-2 0 0-16,-12 0 0 15,-1-2 0-15,-7-2 0 0,-6 3 0 16,-12 1 0-16,13-3 0 16,-13 3 0-16,0 0 0 15,0 0 0-15,0 0 0 16,0 0 0-16,-8 0 0 0,8 0 0 16,0 0 0-16,-7 3 0 15,7-3 0-15,0 0-58 16,0 0-33-16</inkml:trace>
  <inkml:trace contextRef="#ctx0" brushRef="#br2" timeOffset="171619.96">4569 11930 289 0,'0'0'6'0,"0"0"-1"0,0 0 2 15,0 0 1-15,0 0 1 16,0 0 0-16,0 0 0 15,0 0 1-15,0 0-4 0,0 0-1 16,0 0 0-16,0 0-2 16,0 0 0-16,12 3-1 15,-12-3-1-15,0 0-6 0,14 2-35 16,-14-2-27-16,6 12-6 16</inkml:trace>
  <inkml:trace contextRef="#ctx0" brushRef="#br2" timeOffset="172532.93">17719 10250 290 0,'0'0'5'0,"0"0"-1"16,0 0 2-16,0 0 1 15,-5 6 0-15,5-6 2 0,0 0 1 16,0 12 2-16,0-12-2 16,0 0 1-16,11 6-1 15,-11-6 1-15,17 0 0 16,-7 0 0-16,0 0 0 15,-1 0 0-15,-9 0-2 0,14-11-1 16,-14 11-2-16,0-10-1 16,0 10 0-16,-16-10-3 15,4 10 0-15,-6-3-1 16,4 3-1-16,-6 0-1 0,2 3 1 16,3 3-3-16,6 1-4 15,-4-2-6-15,13-5-22 16,5 13-45-16,-5-13-1 0</inkml:trace>
  <inkml:trace contextRef="#ctx0" brushRef="#br2" timeOffset="172966.38">18455 9975 341 0,'0'0'8'0,"0"0"4"0,0-10 2 0,0 10 2 16,-5-12 1-16,5 12 0 16,-17-10 1-16,4 10 0 15,-1 6-8-15,-11 6-3 16,0 13-3-16,-3 7 0 0,-4 9-2 16,2 9-1-16,0 8 1 15,5 3 0-15,6 1 0 16,6-5-1-16,10 3 1 15,3-9-1-15,16-3 1 0,7-4-1 16,11-12 0-16,3-5-2 16,7-4-2-16,4-8-8 15,-1-11-39-15,3 2-34 0,-6-6 0 16</inkml:trace>
  <inkml:trace contextRef="#ctx0" brushRef="#br2" timeOffset="173466.46">18668 10107 464 0,'0'0'4'0,"0"0"0"0,0 0 2 15,0 0-2-15,0 0 1 16,-9 0 0-16,4 10-1 15,3 7 1-15,2 8-3 16,0 3-2-16,0 6-1 0,0 1 1 16,2 2 1-16,5-5 0 15,3-3 0-15,-2-7-1 16,-3-1 1-16,0-6 0 16,0-6 1-16,-5-9 0 0,0 0-2 15,0 0 0-15,0-17 0 16,0 0 0-16,-3-8 0 15,-2-3 0-15,3-6 0 0,0-3 0 16,2 0 0-16,0-1 0 16,0 7 0-16,4 0 0 15,4 6 0-15,1 6 0 16,4 9 0-16,4 3 0 16,-2 7-2-16,2 3 1 0,0 5 0 15,0 6 0-15,-3 3 0 16,-2 5 1-16,-4 3 0 15,-8 0-1-15,0 0 0 16,-10-1-2-16,0-3-3 0,-8-2-5 16,1 0-15-16,4-6-56 15,-6-1-3-15</inkml:trace>
  <inkml:trace contextRef="#ctx0" brushRef="#br2" timeOffset="173901.86">18941 10265 412 0,'0'0'8'0,"0"0"2"0,-4 0 2 0,4 0 0 16,0 0 1-16,0 0-1 15,0 0 0-15,0 0 0 0,4 0-8 16,-4 0-2-16,21 3-2 15,-9 4 0-15,-1 0-1 0,1 6 1 16,-3 2-1 0,0 0 0-16,-7 0-1 0,-2-1 1 15,-11 1-1-15,2-2 1 16,-3-1-1-16,-1-5 1 0,1-1 1 16,-1-4-1-1,6-2 1-15,7 0 0 0,-5-12-1 16,5 2 2-16,5-8-1 15,4 0 0-15,4 1 0 16,2-2 0-16,-2 1 1 0,1 3-1 16,1 7 1-16,-3-1-1 15,-2 9-1-15,-10 0 1 16,16 10 0-16,-12 5 0 16,1 2-2-16,0 1-4 0,-3 4-11 15,4 0-63-15,1-2-3 16</inkml:trace>
  <inkml:trace contextRef="#ctx0" brushRef="#br2" timeOffset="174100.9">19454 10330 439 0,'0'0'2'0,"0"0"1"0,0 0 0 16,-2 14 1-16,-3 1 1 15,-1 1 0-15,4 3 0 16,-1 6 1-16,-4 2-3 16,2 3-1-16,3-3-7 0,-3-5-14 15,-13 2-60-15,18-8-2 16</inkml:trace>
  <inkml:trace contextRef="#ctx0" brushRef="#br2" timeOffset="174549.87">19685 10062 474 0,'0'0'4'0,"0"0"1"0,0 0-1 16,0 0 0-16,0 0 0 16,-3 7 1-16,3 8-1 15,0 1 1-15,0 8-3 16,3 6-2-16,2 3 0 0,0 1-2 15,0 1 1-15,2-1-1 16,-4-6-1-16,2-3 0 16,-3-9 0-16,-2-3 0 15,0-13 0-15,0 0 1 0,-10 4 0 16,3-11 2-16,2-11 1 16,-3-3 1-16,6-6 0 15,-1-5 1-15,3-6 0 0,0 1 0 16,0-2 0-16,5 1 0 15,1 6 1-15,4 0-4 16,-2 7 0-16,6 7 0 16,1 6 0-16,2 8 0 0,3 4 0 15,0 4 0-15,3 8 0 16,-7 6 0-16,5 2 0 16,-9 5 0-16,-8 1 0 15,-4 5 0-15,0-4 0 16,-9-3-4-16,-8 6-1 0,-6-5-8 15,1 0-42-15,2-7-29 16,-2-2-1-16</inkml:trace>
  <inkml:trace contextRef="#ctx0" brushRef="#br2" timeOffset="174967.38">19958 10287 416 0,'0'0'3'0,"0"0"0"0,-7 6 1 0,7-6 0 16,0 0 0-16,-12 12 1 15,12-12 0-15,0 13 1 0,0-13-2 16,9 10 0-16,6-8 0 16,0-2 0-16,5-2 1 15,0-6 0-15,0 0 0 16,-1-4 0-16,-1 2 0 0,-8-2 0 15,0 2 0-15,-10 10-2 16,12-15-2-16,-12 15 0 16,0 0-1-16,3 4-1 15,-3 10 0-15,2 0 0 0,-2 4-1 16,5 4 2-16,1 0 1 16,-1 3-1-16,-1-3 1 15,4-2-1-15,-1-2 0 16,-2-1 1-16,-2-4 0 15,-3-4 0-15,0-9-1 0,-8 12 0 16,-7-12-1-16,0 3-4 16,-9-3-9-16,4-5-32 15,-8-2-37-15,1-9-2 16</inkml:trace>
  <inkml:trace contextRef="#ctx0" brushRef="#br2" timeOffset="175183.33">20500 9879 445 0,'0'0'3'16,"0"0"2"-16,0 0 2 15,15 8 0-15,-5 4 2 16,2 10-1-16,6 8 1 0,1 9 0 16,-1 14-2-16,-1 5-5 15,-4 10-2-15,-8 1 0 16,-5 3 0-16,-16 0 0 0,-8-3 0 15,-14-7 0-15,-11 3-5 16,6-14-78-16,-26-8-4 16</inkml:trace>
  <inkml:trace contextRef="#ctx0" brushRef="#br2" timeOffset="175966.37">4509 11918 254 0,'0'0'9'0,"0"0"5"16,0 0 8-16,0 0 4 15,0 0 3-15,0 0 4 16,0 0 1-16,0 0 1 15,-8-10-7-15,8 10-5 16,0 0-19-16,-12-2-4 0,12 2 0 16,0 0 0-16,0 0 0 15,-13-9 0-15,13 9-78 16,0 0-10-16</inkml:trace>
  <inkml:trace contextRef="#ctx0" brushRef="#br2" timeOffset="176633.05">3119 12141 344 0,'0'0'8'0,"0"0"5"0,0 0 2 15,0 0 3-15,0 0-1 16,-10 0 0-16,10 0 1 15,-9 10-1-15,2 3-6 0,-2 4-5 16,2 5-4-16,2 0-1 16,3 8-1-16,2-6 1 15,5 1-1-15,4-2 0 16,9-4 0-16,5-9 1 16,3-4-1-16,8-6 1 0,-2-6 0 15,0-6 1-15,0-5 1 16,-4-8 0-16,-7 2 1 15,-3-1 0-15,-8-3 0 0,-10-1-4 16,-3 3 0-16,-11 3 0 16,-9 2 0-16,1 3 0 15,-6 4 0-15,3 8 0 16,1 3 0-16,4 7-12 16,0 0-28-16,13 12-45 15,4 1-1-15</inkml:trace>
  <inkml:trace contextRef="#ctx0" brushRef="#br2" timeOffset="176849.61">3544 12316 484 0,'0'0'2'0,"0"0"0"0,0 0 0 16,0 16 1-16,-5-7-1 15,1 3 1-15,-6 6-1 16,-1 2 1-16,-3 5-2 0,-5-1-1 16,3 1-4-16,1 0-5 15,3-6-11-15,-1-1-61 16,6-1-4-16</inkml:trace>
  <inkml:trace contextRef="#ctx0" brushRef="#br2" timeOffset="177199.76">3679 12064 447 0,'0'0'5'0,"0"0"0"16,0 0 1-16,0 7-1 15,0-7 1-15,-11 18-1 0,7-6 1 16,-4 5-1-16,6 1-4 15,0-1-1-15,2 2 1 16,7-1-1-16,7-5 0 16,2-4 0-16,6-6 1 15,2-3 0-15,1 0 0 0,-2-10 0 16,4-2 1-16,-6-3 0 16,-12-2 0-16,1-3 0 15,-9 2 0-15,-1 1-1 0,-6 0 0 16,-6 2-2-16,-8 0-2 15,-3 9-7-15,0 0-7 16,7 3-39-16,-5 6-27 16,9 3-3-16</inkml:trace>
  <inkml:trace contextRef="#ctx0" brushRef="#br2" timeOffset="177699.98">3884 11776 450 0,'0'0'2'16,"0"0"2"-16,5 0 0 15,8 0 2-15,2 2 0 0,7 9 1 16,6 1 0-16,6 8 1 16,1 2-2-16,8 11-1 15,-4 5-1-15,-4 3-2 0,-7 5-2 16,-6 6 0-16,-12 3 0 15,-10 5 0-15,-16-3-5 16,-8 2-6-16,-14-2-9 16,-5-2-62-16,-6-4-4 15</inkml:trace>
  <inkml:trace contextRef="#ctx0" brushRef="#br2" timeOffset="178017.76">2990 11878 425 0,'0'0'4'0,"0"0"0"16,-14 0 1-16,1 8-1 16,-7 14 2-16,-2 13 0 15,-6 13 0-15,3 10 1 16,-2 14-4-16,12 10-1 0,11 4 1 16,8 1-4-16,31-5-11 15,9-6-66-15,31-16-3 16</inkml:trace>
  <inkml:trace contextRef="#ctx0" brushRef="#br2" timeOffset="182283.36">17739 7607 490 0,'0'0'3'15,"0"0"2"-15,0 0 1 0,0 0 1 16,0-10-7-16,0 10 0 16,16-12 0-16,-7 7 0 15,3-5 0-15,9 7 0 16,-1-1-86-16,4-2-1 0</inkml:trace>
  <inkml:trace contextRef="#ctx0" brushRef="#br2" timeOffset="182418.88">17698 7736 414 0,'0'0'4'0,"0"0"2"16,0 0 2-16,0 0 1 15,12 5 1-15,3-5 0 16,7 0-1-16,5 0-9 15,5-5-73-15,11-4-6 16</inkml:trace>
  <inkml:trace contextRef="#ctx0" brushRef="#br2" timeOffset="183498.01">18117 7845 418 0,'0'0'2'16,"0"0"2"-16,0 10 1 0,2 3 1 15,4 1 0-15,1 8 1 16,5 3 0-16,6 3 1 15,5 3-2-15,3-1-1 16,7-2-1-16,4-6-1 0,3-2-1 16,-3-8 0-16,6-5 0 15,-1-7 0-15,-5-8 0 16,-5-10 0-16,-3-10 0 16,-1-7 0-16,-5-9 0 0,-6-12 0 15,-2-12-1-15,-3-11 1 16,1-13 0-16,-6-7-2 15,3-13 1-15,-3-2 0 16,-1-2 0-16,-1 5 1 16,0 6-2-16,-5 11 0 0,0 13 0 15,-3 9 0-15,-1 18 0 16,-1 11 0-16,-1 12 0 0,1 7 0 16,0 10 0-16,3 2 0 15,2 12 0-15,-5-11 0 16,5 11 0-16,0 0 0 15,0 0 0-15,0 0 0 0,0 0 0 16,0 0 0-16,-11 0 0 16,11 0 0-16,0 0 0 15,0 0 0-15,0 0 0 16,0 0 0-16,-7 3 0 16,7-3 0-16,0 0 0 0,0 0 0 15,0 0 0-15,0 0 0 16,0 0 0-16,0 0-2 15,0 0 2-15,0 0 0 0,0 0 0 16,0 0 0-16,11 13 0 16,-2-11 2-16,12 1-2 15,2-1 0-15,16 0 0 16,10 1 0-16,13-3 0 16,18 0 0-16,14-5 0 0,26 0 0 15,13-5 0-15,26-2 0 16,11-1 0-16,19 4 0 15,17-4 0-15,15 2 0 0,10 3 0 16,12-1 0-16,6 3 0 16,7-2 0-16,2 0 0 15,5 1 0-15,3 1 0 16,-4-8 0-16,1 4 0 0,-17 0 0 16,-8-2 0-16,-18 2 0 15,-12 0 0-15,-27 1 0 16,-19-4 0-16,-24 3 0 15,-21 0 0-15,-20 0 0 16,-17 3 0-16,-26 0 0 0,-11-1 0 16,-16 6 0-16,-9-4 0 15,-18 6 0-15,0 0 0 16,-11 3 0-16,-11 0-6 16,5 2-77-16,-13 2-3 0</inkml:trace>
  <inkml:trace contextRef="#ctx0" brushRef="#br2" timeOffset="184834.11">19245 7231 436 0,'0'0'5'16,"0"0"4"-16,0 0 0 0,7-13 2 16,-7 13 0-16,0 0-1 15,0 0 1-15,0 0-2 16,0 10-9-16,0 11 0 15,0 1 0-15,5 4 0 16,1 7 0-16,4-2 0 0,-1 2 0 16,4-3 0-16,-1-2 0 15,-4-8 0-15,2-1 0 16,-5-7 0-16,0-2 0 16,-5-10 0-16,0 0 0 0,0 0 0 15,-10-10 0-15,-4-7 0 16,6-6 0-16,-5-4 0 15,0-5 0-15,6-8 0 16,0 4 0-16,1-9 0 0,6 5 0 16,11 3 0-16,3 3 0 15,7 4 0-15,4 5 0 16,7 11 0-16,1 5 0 0,6 7 0 16,-5 2 0-16,1 11 0 15,-3 3 0-15,-9 5 0 16,-5 4 0-16,-9-1 0 15,-9 6 0-15,-9-4 0 0,-7 1 0 16,-9-2 0-16,-1-4 0 16,-4 3-2-16,-3-9-21 15,-12-1-61-15,20-2-2 16</inkml:trace>
  <inkml:trace contextRef="#ctx0" brushRef="#br2" timeOffset="185283.09">19618 7422 475 0,'0'0'4'0,"0"0"3"0,0 0 0 16,0 0 1-16,0 0 0 0,2-5-6 15,-2 5-2-15,13-3 0 16,-6 3 0-16,5 0 0 15,4 3 0-15,-4 2 0 16,3 4 0-16,-3 4 0 16,0-1 0-16,-3 0 0 0,-9 3 0 15,0 1 0-15,-9-2 0 16,-3-2 0-16,0-5 0 16,-1 3 0-16,-1-3 0 0,1-7 0 15,3 0 0-15,10 0 0 16,-5-17 0-16,5 3 0 15,10-5 0-15,8-2 0 16,-4-1 0-16,4 2 0 0,1 3 0 16,-1 2 0-16,-6 5 0 15,4 5 0-15,-7 5 0 16,-9 0 0-16,15 10 0 16,-7 2 0-16,-3 6 0 0,2 0 0 15,4-2 0-15,-2 2 0 16,6-3-12-16,5-5-70 15,0 2-3-15</inkml:trace>
  <inkml:trace contextRef="#ctx0" brushRef="#br2" timeOffset="185483.09">20130 7394 486 0,'0'0'4'0,"0"0"2"0,0 0 2 15,-2-8-1-15,2 8-7 16,4-8 0-16,8-1 0 16,6 4 0-16,5 2 0 0,1-4 0 15,11 7 0-15,-2-7 0 16,-9 7-78-16,8 0-10 16</inkml:trace>
  <inkml:trace contextRef="#ctx0" brushRef="#br2" timeOffset="185849.57">20611 7292 474 0,'0'0'3'0,"0"0"2"15,-4-9 0-15,4 9-1 0,-10-5 1 16,0 5 1-1,-3 5-1-15,-2 0-1 0,3 7-4 16,-5 5 0-16,4 1 0 16,3 1 0-16,6 1 0 0,4 3 0 15,7-9 0-15,8 2 0 16,9-9 0-16,4-3 0 16,4-4 0-16,6-2 0 15,2-10 0-15,-9-5 0 16,2-4 0-16,-10-4 0 0,-4-1 0 15,-14-2 0-15,-5-1 0 16,-15 4 0-16,-7 0 0 16,-8 6 0-16,-2 7 0 0,-8 8-58 15,3-5-29-15,2 2 1 16</inkml:trace>
  <inkml:trace contextRef="#ctx0" brushRef="#br2" timeOffset="186099.9">20795 7000 477 0,'0'0'3'0,"0"0"1"15,18 0 1-15,-6 3 0 0,8 4 1 16,5 5 1-16,5 8-3 16,7 5-4-16,-2 7 0 15,2 8 0-15,-5 7 0 0,-2 8 0 16,-7 1 0-16,-11 4 0 15,-9 2 0-15,-9 0 0 16,-15-2 0-16,-14-1 0 16,-13-5 0-16,-9 1-26 15,-42-3-60 1,-13-7-2-16</inkml:trace>
  <inkml:trace contextRef="#ctx0" brushRef="#br2" timeOffset="186482.99">19231 6963 406 0,'0'0'5'0,"0"0"0"15,0 0 2-15,-13 0 0 16,1 11 2-16,-8 7 0 0,-3 12 1 16,-5 11 0-16,0 13-4 15,-8 15-1-15,4 8-1 16,4 4-2-16,9 9 0 0,6 0-1 15,13-1 0-15,13-5 1 16,12-7 0-16,15-10 0 16,14-8 0-16,13-12-2 15,12-13-6-15,19-14-41 0,6-10-34 16,11-10-2-16</inkml:trace>
  <inkml:trace contextRef="#ctx0" brushRef="#br2" timeOffset="187048.19">21094 6884 438 0,'0'0'6'0,"0"0"1"0,0-12 2 0,0 12 2 0,-3-13 1 15,3 13 0-15,0-12 0 16,0 12-8-16,8-12-4 0,7 6 0 16,4 5 0-16,2-5 0 15,6 6 0-15,0 3 0 16,-2 4 0-16,2 3 0 15,-10 5 0-15,-4 2 0 16,-10 6 0-16,-6-2 0 0,-7 4 0 16,-10 3 0-16,1-7 0 15,-4 4 0-15,0-4 0 16,4-4 0-16,6-3 0 16,6 2 0-16,7-9 0 0,10 0 0 15,10-3 0-15,7-3 0 16,10-1 0-16,6-1 0 15,6-23-70-15,1 17-16 0</inkml:trace>
  <inkml:trace contextRef="#ctx0" brushRef="#br2" timeOffset="187383.24">21663 7236 500 0,'0'0'2'0,"0"0"0"0,0 0 0 0,0 0 1 16,8 13-1-16,-6-4-2 15,5 4 0-15,-2 4 0 16,6 2 0-16,-7 6 0 16,6 0 0-16,0 10-21 0,17-8-62 15,-19 1-3-15</inkml:trace>
  <inkml:trace contextRef="#ctx0" brushRef="#br2" timeOffset="187546.25">21588 7404 451 0,'0'0'4'16,"0"0"1"-16,0-10 1 16,0 10 0-16,10-16 0 0,5 5 0 15,15-2-1-15,2 1-2 16,15 5-14-16,3 7-56 15,12-13-15-15</inkml:trace>
  <inkml:trace contextRef="#ctx0" brushRef="#br2" timeOffset="187949.95">22411 7086 479 0,'0'0'2'0,"0"0"0"15,0 0 1-15,0 8 0 0,-5 2 0 16,3 3 1-16,-2 6-1 15,4 6 2-15,0 2-2 16,0 6-1-16,6 2 0 16,1 0-2-16,1 2 0 0,1-5 0 15,-1-3 0-15,-5-4 0 16,-1-3 0-16,-2-6-3 16,-5-7 1-16,-5-7 0 15,-2-2 0-15,-4-5 1 16,2-6 0-16,0-9 1 0,-2-5 1 15,4-8 1-15,4-1 0 16,3-6 0-16,5 1 2 16,0-4-4-16,7 2 0 0,6 3 0 15,1 3 0 1,9 11 0-16,5 4 0 0,-1 12 0 16,8 6 0-16,-3 7 0 15,0 10 0-15,-2 5 0 0,-5 5 0 16,-10 4 0-16,-9 1 0 15,-6 2 0-15,-14-2 0 16,-6-1-2-16,-10-4-6 16,6 3-19-16,7-6-55 0,-13-4-3 15</inkml:trace>
  <inkml:trace contextRef="#ctx0" brushRef="#br2" timeOffset="188383.25">22704 7344 435 0,'0'0'5'0,"0"0"0"0,0 0 1 0,0 0 1 0,0 0-1 0,-8 10 2 16,8-10 0-16,0 0 0 15,0 0-3-15,12 6-2 16,1-5 0-16,4-1 0 0,4 0 0 15,-4-1-1-15,5-5 0 16,-4-1 0-16,0 0-2 16,-6 2 0-16,-3-2 0 15,-9 7 0-15,9-8 0 0,-9 8 0 16,0 0 0-16,0 0 0 16,0 8 0-16,0 4 0 15,0 5 0-15,2 4 0 16,3 0 0-16,-3 2 0 0,3 2 0 15,0-4 0-15,0 4 0 16,-1-5 0-16,-4-2 0 16,0-4 0-16,-2-2 0 0,-8-2 0 15,-4-5-4-15,-6 3-1 16,-9-6-6-16,3-2-25 16,-2 0-48-16,-4 0-1 15</inkml:trace>
  <inkml:trace contextRef="#ctx0" brushRef="#br2" timeOffset="188566.38">23131 7325 485 0,'0'0'3'15,"0"0"2"-15,0 0 0 16,18-15 0-16,-6 10-1 0,6 0 0 15,-1-3-4-15,8-1 0 16,7 9-15-16,16-5-68 16,-19-6-4-16</inkml:trace>
  <inkml:trace contextRef="#ctx0" brushRef="#br2" timeOffset="188883.24">23616 7167 473 0,'0'0'3'0,"0"0"1"0,0 0-1 16,-15 5 1-16,7 2 0 15,-1 5 0-15,-1 0 1 16,-3 6-1-16,3 2-1 0,6 2-2 16,1-2 0-16,6 2 1 15,6-2-2-15,7-5 0 16,3-2 0-16,4-6 0 15,9-6 0-15,-5-1 0 0,3-1 0 16,-7-12 0-16,-3 1 0 16,-3-6 0-16,-12-4 0 15,-5-2 0-15,-5 2 0 16,-18-3 0-16,-4 4 0 0,-3 4-10 16,-7-2-41-16,2 8-34 15,0 2-1-15</inkml:trace>
  <inkml:trace contextRef="#ctx0" brushRef="#br2" timeOffset="189145.32">23832 6936 482 0,'0'0'3'0,"0"0"0"0,0 0 1 15,10 0 1-15,8 7 0 16,-2 6 0-16,9 9-1 15,3 6-4-15,6 8 0 16,4 8 0-16,-3 9 0 0,-3 7 0 16,-12 4 0-16,-7 1 0 15,-13 4 0-15,-8-5 0 16,-22 0 0-16,-12-4 0 16,-16-2 0-16,-13-7-2 0,-4-4-17 15,-16 0-49-15,-31-15-18 31</inkml:trace>
  <inkml:trace contextRef="#ctx0" brushRef="#br2" timeOffset="189483.26">22225 6842 397 0,'0'0'5'0,"-8"-3"1"16,-5 6 2-16,-7 4 1 16,-10 11 1-16,-7 7 0 0,-5 11 1 15,-8 14 1-15,1 12-4 16,4 8-2-16,8 6-2 15,7 12 0-15,12-2-2 16,13 6 0-16,10-9 0 16,20 0-2-16,21-7 0 0,5-9-2 15,17-8-5-15,6-16-23 16,13-13-51-16,12-12-3 16</inkml:trace>
  <inkml:trace contextRef="#ctx0" brushRef="#br2" timeOffset="189934.95">23984 6700 417 0,'0'0'7'0,"0"0"2"16,-7-14 2-16,7 14 1 16,0-20 0-16,0 10 1 0,4-7 0 15,8 5 0-15,6-1-9 16,5 3-4-16,6 3 0 15,-4 4 0-15,7 3 0 16,-6 0 0-16,3 8 0 0,-11 4 0 16,-6 5 0-16,-10 3 0 15,-4 5 0-15,-10 2 0 16,-9 4 0-16,-5-5 0 16,2 2 0-16,3-5 0 15,-2-2 0-15,8-4 0 0,10-2 0 16,5-5 0-16,18 0 0 15,14-6 0-15,15 2 0 16,7-3-26-16,19-3-58 16,11 0-4-16</inkml:trace>
  <inkml:trace contextRef="#ctx0" brushRef="#br2" timeOffset="192749.8">18691 8947 504 0,'0'0'3'16,"0"0"1"-16,-7-2-4 16,7 2 0-16,-2-10 0 0,2 10 0 15,7-15 0-15,2 11 0 16,14-2 0-16,-3 2 0 16,15 4-6-16,-3 0-79 0,0 0-2 15</inkml:trace>
  <inkml:trace contextRef="#ctx0" brushRef="#br2" timeOffset="192899.9">18684 9001 426 0,'0'0'5'0,"0"0"2"0,0 0 2 15,0 0 2-15,0 0 0 16,7 6 1-16,5-6 0 16,6 0 0-16,5 0-10 15,14 0-20-15,2-3-60 16,6-1-5-16</inkml:trace>
  <inkml:trace contextRef="#ctx0" brushRef="#br2" timeOffset="193799.51">19252 9138 444 0,'0'0'3'0,"0"0"2"16,0 0 1-16,0 0-1 0,0 0 0 16,-7 11 0-16,7-3 1 15,0 13 0-15,3-4-3 16,4 6-2-16,3 4 0 15,5 0 0-15,3-2 1 0,3-3 0 16,4-7-1-16,-2-3 1 16,7-7 0-16,0-5 0 15,-3-13 0-15,1-6-1 16,-1-6 1-16,-8-12 2 0,-1-2-4 16,-3-11 0-16,-7-5 0 15,-6-7 0-15,-2-2 0 16,-6-5 0-16,-3 0 0 15,-1 2 0-15,-8 0 0 0,1 9 0 16,4 8 0-16,-1 9 0 16,3 12 0-16,4 6 0 15,0 8 0-15,2 5 0 0,5 10 0 16,0 0 0-16,0 0 0 16,0 0 0-16,0 0 0 15,0 0 0-15,0 0 0 16,0 0 0-16,0 0 0 15,0 0 0-15,0 0 0 0,0 0 0 16,3-7 0-16,6 7 0 16,7-6 0-16,5 4 0 15,9-3 0-15,13 0 0 16,8 1 0-16,17-2 0 0,14-1 0 16,11 3 0-16,15-4 0 15,9-1 0-15,17 3 0 16,8-1 0-16,9-3 0 15,11 0 0-15,9-1 0 0,8 4 0 16,7-2 0-16,8-1 0 16,5 0 0-16,2 2 0 15,3 1 0-15,0 2 0 16,-8 0 0-16,-5 2 0 0,-12 1 0 16,-13 2 0-16,-16 0 0 15,-24 0 0-15,-21-3 0 16,-22 1 0-16,-21-1 0 0,-23 3-10 15,-16-7-8-15,-16-7-53 16,-7 14-12-16</inkml:trace>
  <inkml:trace contextRef="#ctx0" brushRef="#br2" timeOffset="194466.24">20348 8819 462 0,'0'0'5'0,"0"0"2"0,0 0 1 15,0 0 1-15,-4-13-1 16,4 13 0-16,-3 7-4 15,3 6-4-15,-2 7 0 0,2 8 0 16,2 1 0-16,5 6 0 16,1 3 0-16,1 0 0 15,2-5 0-15,-1-6 0 16,-1-5 0-16,0-2 0 16,-5-8 0-16,-4-12 0 0,0 8 0 15,0-8 0-15,-13-10 0 16,4-5 0-16,-6-5 0 15,2-8 0-15,1-1 0 16,-1-8 0-16,8-3 0 0,3 1 0 16,2-1 0-16,5 0 0 15,12 6 0-15,0 4 0 16,11 7 0-16,2 9 0 0,4 9 0 16,2 5 0-16,-7 11 0 15,1 3 0-15,-5 11 0 16,-10-1 0-16,-3 6 0 15,-12 2 0-15,-7-4 0 16,-8 1 0-16,-5-4 0 0,-5-3 0 16,-2-4-3-16,2-1-37 15,-3-7-42-15,7-3-4 16</inkml:trace>
  <inkml:trace contextRef="#ctx0" brushRef="#br2" timeOffset="194899.81">20592 8968 454 0,'0'0'5'0,"0"0"3"15,0 0 1-15,12-3 0 16,-12 3 1-16,16-2-1 16,-7 2-2-16,6 0-7 0,0 2 0 15,0 8 0-15,5 0 0 16,-5 2 0-16,0 5 0 15,-3 1 0-15,-2-1 0 0,-3 1 0 16,-7-4 0-16,0 1 0 16,-4 0 0-16,-9-8 0 15,-2-1 0-15,3-4 0 16,-6-2 0-16,6 0 0 16,-3-8 0-16,8-4 0 0,4-3 0 15,3-2 0-15,5-6 0 16,10 1 0-16,5 0 0 15,0 2 0-15,-1 3 0 16,4 2 0-16,-3 5 0 0,-3 8 0 16,-4 2 0-16,-3 4 0 15,-3 4 0-15,-2 7 0 16,3 0 0-16,-1 4 0 16,3-1 0-16,0 2 0 0,2-5 0 15,6-1-13-15,-1-1-67 16,6-6-4-16</inkml:trace>
  <inkml:trace contextRef="#ctx0" brushRef="#br2" timeOffset="195199.72">21052 8729 451 0,'0'0'6'15,"-8"-11"1"-15,5 0 2 0,1-1 1 16,0 2 0-16,2-3 0 15,0-2-2-15,2 7-8 16,11 2 0-16,4 4 0 16,3 4 0-16,3 8 0 0,-2 5 0 15,0 5 0-15,-5 4 0 16,-3 3 0-16,-8 3 0 16,-5 0 0-16,0 0 0 15,-2-3 0-15,-5-2 0 16,2-6 0-16,1-1 0 0,4-6 0 15,0-4 0-15,9-1 0 16,7-5 0-16,5-2 0 16,11 0-27-16,3-2-55 0,10-8-4 15</inkml:trace>
  <inkml:trace contextRef="#ctx0" brushRef="#br2" timeOffset="195366.37">21767 8769 471 0,'0'0'3'15,"0"0"1"-15,0 0 2 16,0 7 1-16,0 4 0 16,3 1 1-16,-1 5-3 15,5 5-5-15,2 6 0 0,3-1 0 16,-3 0 0-16,9 3-38 16,-6 2-45-16,-5-2-2 15</inkml:trace>
  <inkml:trace contextRef="#ctx0" brushRef="#br2" timeOffset="195550.25">21648 8985 457 0,'0'0'5'15,"0"0"2"-15,0-10 1 0,0 10 1 16,10-18-1-16,0 8 1 16,7-2-1-16,10-3-8 15,6 2 0-15,10 2 0 16,-2-3-8-16,14 10-30 15,5-6-44-15,-6 5-3 0</inkml:trace>
  <inkml:trace contextRef="#ctx0" brushRef="#br2" timeOffset="195934.12">22259 8769 459 0,'0'0'5'0,"0"0"1"16,-9-5 2-16,9 5 0 16,-13 0 0-16,13 0 0 0,-15 12 1 15,7 0-9-15,6 12 0 16,2-3 0-16,0 9 0 15,2 0 0-15,4 2 0 16,1-2 0-16,0 0 0 16,0-5 0-16,-2-6 0 0,-1-1 0 15,1-8 0-15,-5-10 0 16,0 10 0-16,0-10 0 16,-3-8 0-16,-3-7 0 0,-1-3 0 15,2-1 0-15,-2-8 0 16,0-3 0-16,1 0 0 15,4-2 0-15,2 0 0 0,0 2 0 16,5 3 0-16,5 4 0 16,0 4 0-16,8 6 0 15,1 8 0-15,1 5 0 16,5 4 0-16,-2 7 0 16,-2 7 0-16,0 2 0 0,-5 7 0 15,-3-3 0-15,-5 4 0 16,-8-6 0-16,-3 3 0 15,-9-5 0-15,-1-1-13 16,-6 0-69-16,-1-5-3 0</inkml:trace>
  <inkml:trace contextRef="#ctx0" brushRef="#br2" timeOffset="196333.08">22540 8924 442 0,'0'0'5'0,"0"0"1"0,0 0 0 16,0 0 1-16,0 0-1 0,0 0 1 16,0 0 0-16,0 0 1 15,7 8-5-15,-7-8-1 16,18 11 0-16,-4-7-1 16,4-1 1-16,3 0 0 0,-2-3 0 15,2 0-1-15,1 0 1 16,-6 0-2-16,2-6 0 15,-6 4 0-15,-12 2 0 16,12-2 0-16,-12 2 0 0,0 0 0 16,6 7 0-16,-6 6 0 15,0-1 0-15,0 7 0 16,3 1 0-16,-1 5 0 16,3-1 0-16,-3 1 0 0,1 3 0 15,-3-6 0-15,0-3 0 16,0 2 0-16,0-6 0 15,-10-3 0-15,-3-7 0 16,-2 0 0-16,-7-5 0 0,-1-2-5 16,2-4-13-16,-9-1-63 15,7-5-1-15</inkml:trace>
  <inkml:trace contextRef="#ctx0" brushRef="#br2" timeOffset="196666.32">22940 8599 458 0,'0'0'6'0,"0"0"1"0,0-13 1 0,0 13 1 16,0-12-1-16,0 12 1 16,12-16-3-16,1 12-6 15,10 4 0-15,-4 0 0 0,4 2 0 16,-3 5 0-16,-3 8 0 15,0 3 0-15,-12 4 0 16,-5 1 0-16,-5 1 0 16,-8 1 0-16,-3 0 0 0,-2-3 0 15,-1-2 0-15,1-5 0 16,2-3 0-16,7-2 0 16,9-10 0-16,1 12 0 15,20-12 0-15,7 0 0 0,14 0 0 16,8-5 0-16,-1 3-78 15,31-5-9-15</inkml:trace>
  <inkml:trace contextRef="#ctx0" brushRef="#br2" timeOffset="203218.19">4729 13964 111 0,'0'0'5'0,"0"0"3"0,0-10 3 16,0 10 0-16,0 0-1 15,0 0 0-15,10-2 4 16,-5 7 3-16,0 12 1 0,-3 20-1 16,7 13-2-16,-4 14 4 15,-3 20 0-15,3 15-1 16,0 13-3-16,-3 11-2 16,0 11-3-16,-2-2-2 0,0-4 0 15,0 1 0-15,-2-8-2 16,0-4 0-16,-6-3 1 15,1-12-1-15,0-11-1 16,-4-6-3-16,2-11-1 0,1-7-5 16,-2-12-10-16,3-18-36 15,4 0-22-15,-2-16-7 16</inkml:trace>
  <inkml:trace contextRef="#ctx0" brushRef="#br2" timeOffset="204533.05">4794 13978 129 0,'0'0'1'0,"0"0"0"0,12-4 3 16,1 1 2-16,2 1 3 16,7 2 0-16,4 0 3 0,13 0-1 15,0 0 0-15,19 0 0 16,4 0-3-16,10 0-1 16,7 0-3-16,9 0-2 15,6-3 1-15,5 1-2 16,11 2 0-16,-4-3 0 0,2 1 0 15,0 0-1-15,0-1 1 16,8 1-1-16,8-3 0 16,-2-3 1-16,-3 3 0 15,10-2-1-15,6 2 1 0,-1-3-1 16,5 2 2-16,-5-3-2 16,0 4 1-16,-1-2-1 15,3 3 0-15,-10-2 0 0,-4 3 0 16,0 1 1-16,5 0-1 15,-8-3 0-15,-2 2 0 16,5 1 1-16,2 0-1 16,-5-1 0-16,8 0 1 15,-6-2-1-15,-3 3 1 0,4-3-1 16,-1 0 0-16,-2 0 0 16,-7 0 1-16,2 1-1 15,-5-3 0-15,5 4 0 16,6-5 0-16,-11 1-1 0,-2 0 1 15,2-2-1-15,-4 2-1 16,1-2-2-16,4 1 2 16,-11-2-1-16,-7 3 0 0,0-1 0 15,-9 0 0-15,-7 1 1 16,-7 0 1-16,-1 0 1 16,-14-1 0-16,1 0 0 15,-5 1 1-15,-10 0 0 16,-1-3 2-16,-9 5 2 0,2-5 1 15,-11 4 1-15,-4 2 0 16,-5 0 1-16,0-2 1 16,-12 6-1-16,13-5 1 15,-13 5-2-15,0 0 0 0,10-6-2 16,-10 6-1-16,0 0-1 16,0 0-1-16,0 0-1 15,0 0-1-15,0 0 0 16,0 0 1-16,11 0-1 0,-11 0 1 15,0 0 0-15,9 0-1 16,-9 0 1-16,12 3-1 16,-12-3 0-16,11 6-1 0,-11-6 1 15,10 12-1-15,-6 1 1 16,-1 3 0-16,-1 9 1 16,-2 7 0-16,0 13 2 15,0 5 2-15,-5 19-2 16,-2 8 1-16,-4 12 0 0,-1 7 1 15,-2 11-1 1,-4 5 0-16,-2 7 0 0,1 5-1 16,1-11 2-16,1 1 0 15,2-5 1-15,3-4-1 0,-1-10 0 16,5-1 1-16,4-11 0 16,1-11-2-16,1-6-1 15,-1-5-4-15,1-12-11 16,-4 6-50-16,1-24-11 0</inkml:trace>
  <inkml:trace contextRef="#ctx0" brushRef="#br2" timeOffset="205550.93">4960 15958 201 0,'0'0'5'0,"0"0"5"15,8 3 4-15,-8-3 2 16,15 5 2-16,-8-5 0 16,14 0 2-16,1 0 0 0,5 0-4 15,15-4-5-15,8 3-3 16,12-4-2-16,8 0-1 15,11 2-1-15,11-4-2 16,13 2-1-16,9-2 0 0,0-1-1 16,11 0 1-16,9 1-1 15,3 0 0-15,9 0 0 16,4-4 0-16,0 4 0 16,8-5 0-16,1 4 0 0,4 1 0 15,1-1 1-15,1 0-1 16,1 1 1-16,1-1-1 15,1 4 0-15,2-3 1 16,1 0 0-16,-5 0-1 0,6 1 2 16,-3-2-1-16,0 4 0 15,-3-4-1-15,-4 1 1 16,-1-1-1-16,-2 3 1 16,-5 0-1-16,-5 0 1 0,-10 3-1 15,-4-2 0-15,-13-2 1 16,-11 4-1-16,-9-7 0 15,-10 5 1-15,-18 0 2 16,-12-4 2-16,-11-1 3 16,-12 3 1-16,-12 1 1 0,-4-3 1 15,-11 6 0-15,-12 2-1 16,12-8-1-16,-12 8-3 16,0 0-2-16,0 0-2 0,0 0-1 15,0 0-1-15,0 0-2 16,0 0-3-16,0 0-7 15,0 21-59-15,0-21-10 16</inkml:trace>
  <inkml:trace contextRef="#ctx0" brushRef="#br2" timeOffset="208683.09">17319 7643 362 0,'0'0'8'15,"0"0"2"-15,0 0 3 16,4-11 1-16,-4 11 1 0,0-13 1 15,0 13 0-15,-4-12 0 16,-6 8-6-16,1 1-3 16,-9 3-3-16,4 3-2 15,-7 4 0-15,-1 2-1 16,0 7 0-16,-3 2-1 0,2 1 0 16,7 3 0-16,0-3 0 15,9 4 0-15,7-3 0 16,2-5 2-16,13 0-1 0,5-5 1 15,10 0 1-15,5-9 0 16,4 2 0-16,-2-3-3 16,6 0 0-16,-6-4 0 0,-5-2 0 15,-4 2 0-15,-9-1 0 16,-6 5 0-16,-2-3 0 16,-11 3 0-16,0 0 0 15,0 0 0-15,-9-2 0 16,9 2 0-16,-15 0 0 0,15 0 0 15,-17 0 0-15,17 0-45 16,0 0-42-16,-14 5-3 16</inkml:trace>
  <inkml:trace contextRef="#ctx0" brushRef="#br2" timeOffset="209616.4">18077 8975 393 0,'0'0'6'0,"0"0"3"16,0 0 3-16,5-12 0 0,-5 12 1 16,0-10 1-16,0 10 0 15,-5-8 0-15,-4 6-5 16,-7 2-4-16,-1 2-2 0,-3 0-1 15,0 6 0-15,1 5-1 16,-1 1-1-16,0 1 0 16,5 2 0-16,10 1 0 15,0-1 2-15,5 1-2 0,7-4 0 16,14-1 0-16,9-1 0 16,4-5 0-16,6 1 0 15,4-8 0-15,1 3 0 16,-3-3 0-16,-5 0 0 0,-7-3 0 15,-5 0 0-15,-7 3 0 16,-11 0 0-16,-7 0 0 16,0 0 0-16,0 0 0 0,-5-7 0 15,5 7 0-15,-13-3 0 16,13 3 0-16,-14 0 0 16,14 0-36-16,0 0-51 15</inkml:trace>
  <inkml:trace contextRef="#ctx0" brushRef="#br2" timeOffset="211366.17">10869 15681 198 0,'0'0'16'16,"0"0"3"-16,0 0 5 0,0 0 0 15,0 0 1-15,0 0 1 16,0 0-1-16,5 0 2 16,-5 0-14-16,13-2-3 15,-1 2-2-15,2 0-1 16,14 0 0-16,-1 0-1 0,8-3 1 16,6 0 0-16,5 1-2 15,2-3-1-15,-4 2 0 16,1-2-2-16,-10 5 0 15,-3-2 0-15,-7 0-1 0,-8 2 1 16,-4 0 1-16,-13 0-1 16,7 0 1-16,-7 0 0 15,0 0-3-15,0 0-7 0,0 0-52 16,0 0-21-16,-7-3-4 16</inkml:trace>
  <inkml:trace contextRef="#ctx0" brushRef="#br2" timeOffset="-211146.54">12795 12483 354 0,'0'0'3'0,"0"0"2"16,0 0 4-16,8-11 1 0,-8 11 1 16,0 0-2-16,0 0-1 15,4-7 0-15,-4 7-1 16,5 20-1-16,-5 11-2 16,5 17 0-16,0 16-3 0,5 16 3 15,5 20 1-15,-3 23 1 16,3 15-2-16,3 19 2 15,-3 11 0-15,2 15-1 0,-2 18-1 16,0 15 1-16,-3 9-1 16,1 15 1-16,-6 3 0 15,1 13-2-15,-8 4 0 16,0 2 0-16,-5-2 1 16,-5-7-4-16,-3-3 0 15,1-12 0-15,7-129 0 0,0 14 0 16,0-9 0-16,2 8 0 15,1-13 0-15,-3 7 0 16,0-14 0-16,3 5-8 16,0-16-1-16,-1 3-5 0,0-10-19 15,-2-5-49-15,3-14 1 16</inkml:trace>
  <inkml:trace contextRef="#ctx0" brushRef="#br2" timeOffset="-207180.29">13839 12597 386 0,'0'0'7'0,"7"-10"2"0,-7 10 3 15,3-13 0-15,-3 13 1 16,-3-12 0-16,-10 9 0 16,-6 3 0-16,-11 10-5 0,-8 8-5 15,-4 9-1-15,-4 7-2 16,-2 1 0-16,8 7 0 16,6-2 0-16,11 0 0 15,10-4 1-15,13-5 0 16,16-5 0-16,13-5 0 0,16-9 0 15,10 0-3-15,4-7-3 16,8-2-11-16,0-3-33 16,1-3-33-16,-4-6-2 15</inkml:trace>
  <inkml:trace contextRef="#ctx0" brushRef="#br2" timeOffset="-206896.88">14106 12775 396 0,'0'0'5'16,"-14"0"2"-16,1 0 3 15,-1 8 1-15,-6-1 1 0,-3 3 0 16,4 2 0-16,-4 5 1 16,9 1-5-16,5-3-2 15,9 1-1-15,9 0-2 0,7-7-1 16,17 2 0 0,1-6 0-16,7-3 0 0,1-4-1 15,5-3 1-15,-7-6-2 16,-3 2 0-16,-5-7 0 0,-12 2 0 15,-5-1 0-15,-10-2 0 16,-8 1 0-16,-11 5 0 16,-4 1-8-16,-7-1-6 15,3 11-28-15,-5 0-43 0,4 0 1 16</inkml:trace>
  <inkml:trace contextRef="#ctx0" brushRef="#br2" timeOffset="-206563.51">14557 12735 384 0,'0'0'6'0,"0"0"0"15,0 0 0-15,-11-2 1 16,4 0 1-16,-7 2 0 0,-4 0 1 16,-1 2 0-16,-2 0-5 15,-1 6-1-15,-3-1-1 16,10 1 0-16,2 2-1 15,6-3 0-15,7 2 0 16,2 2-1-16,10-4 1 0,4 3-1 16,6 0 1-16,3 0 0 15,1-3 0-15,-5 3 0 16,-3-2-1-16,-1 1 2 0,-11 2-1 16,-2-2 1-16,-6 1 0 15,-11 0-1-15,-4-2 0 16,-5 1-1-16,-6-1-3 0,1-6-5 15,-1 6-7-15,1-6-22 16,-1-2-42-16,14 0-1 16</inkml:trace>
  <inkml:trace contextRef="#ctx0" brushRef="#br2" timeOffset="-206379.81">14717 12775 440 0,'0'0'1'15,"0"0"0"-15,0 0 2 16,0 0 0-16,-1 9 0 0,1-9 0 16,-5 18 0-16,2-8-1 15,3 5-6-15,0-3-19 16,0 3-54-16,3-3 0 16</inkml:trace>
  <inkml:trace contextRef="#ctx0" brushRef="#br2" timeOffset="-205859.67">14892 12780 442 0,'0'0'3'0,"0"0"0"15,0 0 0-15,0 0 0 16,0 0 0-16,-2 7 0 16,2-7 0-16,-2 18 0 0,2-7-3 15,0 2 0-15,0-1 0 16,7 1 0-16,-2-3 0 15,7-2 0-15,1-3-1 16,-1-5 1-16,3 0 0 16,-1 0-1-16,4-11 1 0,-3 4 1 15,3-8-1-15,-6 0 0 16,1 1 1-16,-4 1 0 16,-2 1-1-16,-2 5-1 15,-5 7 0-15,0 0 0 0,0 0 0 16,0 0-1-16,3 12 0 15,-3 1 0-15,2-2 1 16,4 4 0-16,3-2 1 16,3-3 0-16,9-3 0 0,1-5 1 15,6 1 0-15,4-3 0 16,3-5 0-16,-1-2 0 16,-1-6 1-16,-5 1-1 15,-6-4 1-15,-8 2-1 0,-7 2-1 16,-7 2 0-16,-7 5 0 15,-11 2 0-15,-6 6-1 16,-3 6 0-16,-3 7 1 0,3 6 0 16,6 3 1-16,7 0 0 15,5 1 1-15,9-3 0 16,16-3 1-16,9-5 0 16,12-5-2-16,5-5-3 15,11 2-14-15,11-7-62 0,1-6-1 16</inkml:trace>
  <inkml:trace contextRef="#ctx0" brushRef="#br2" timeOffset="-205330.32">15891 12735 454 0,'0'0'5'0,"0"0"1"16,0 0 1-16,0 0 0 0,0 0 1 15,9-7 0-15,2 4 0 16,6 3 0-16,1 0-8 16,0 6 0-16,8 2 0 15,-3 6 0-15,4 3 0 16,-7 0 0-16,-1 1 0 0,-5 2 0 15,-7-1 0-15,-7-4 0 16,0 0 0-16,-5-3 0 16,-8-7 0-16,-2-2 0 0,-2-3 0 15,0 0 0-15,1-8 0 16,4-6 0-16,5 1 0 16,5-2 0-16,2-2 0 15,5-1-3-15,7-1-7 16,8 4-8-16,-1-2-22 0,6 4-44 15,5 3-1-15</inkml:trace>
  <inkml:trace contextRef="#ctx0" brushRef="#br2" timeOffset="-205113.51">16274 12728 375 0,'0'0'5'0,"0"0"4"16,0 12 1-16,0-12 1 16,-8 15 1-16,3-5 1 15,5 3 0-15,-2-1 0 16,2-2-3-16,2 2-3 15,8-5-2-15,5-1 0 0,5-2-1 16,2-1 0-16,-2-3 0 16,3-3 0-16,-4-4-1 15,-1-3 1-15,-6-2-4 16,-4 2-4-16,-3-2-6 0,-5-8-26 16,-5 7-46-16,-1-4-2 15</inkml:trace>
  <inkml:trace contextRef="#ctx0" brushRef="#br2" timeOffset="-204930.25">16458 12465 440 0,'0'0'2'0,"0"0"3"16,0 0 1-16,5 15 1 0,-3-2 1 15,3 6-1-15,0 9 1 16,2 1 0-16,1 5-1 0,2 4-5 15,-1-3-4-15,6 3-8 16,-2-12-12-16,-6 4-58 16,13-5-4-16</inkml:trace>
  <inkml:trace contextRef="#ctx0" brushRef="#br2" timeOffset="-204562.86">16884 12683 410 0,'0'0'5'0,"0"0"0"15,0 0 0-15,-9 0 0 16,9 0 1-16,-15 6 1 0,5 1 1 16,-2 3-1-16,5 2-3 15,1-2-1-15,1 5 1 16,5-3 0-16,5-2-1 16,10 0 0-16,5-5 0 0,4-2 0 15,9-3-1-15,-1-3 1 16,1-7-1-16,2 0 0 15,-5-5 1-15,-6 3 0 16,-2 0-1-16,-6-1 0 0,-11 2 0 16,-5 11-2-16,-8-4 1 15,-7 4-1-15,-2 8 0 16,-1 6-1-16,0 4 0 16,6 2 0-16,3 2 0 0,9 0 0 15,2 0-2-15,13-2-2 16,4 0-5-16,7-7-14 15,1 4-57-15,6-4-2 16</inkml:trace>
  <inkml:trace contextRef="#ctx0" brushRef="#br2" timeOffset="-204061.64">13598 13203 409 0,'0'0'3'0,"0"0"1"15,5 0 2-15,4 0 1 16,7 0 2-16,3 0 1 16,13-2 1-16,13 2 0 15,18-3-2-15,15-1-1 0,25-1-2 16,21-3-1-16,26 0-2 15,18-1 0-15,23-2-1 16,23 5 0-16,13-2 1 16,13 1-3-16,16 2 0 0,5 0 0 15,7 2 0-15,-2 3 0 16,-7 0 0-16,-13 8 0 16,-16-1 0-16,-18-2 0 15,-33 3 0-15,-30 2 0 16,-32-3 0-16,-31 0 0 0,-26 0 0 15,-22-2 0-15,-24 3 0 16,-11-1 0-16,-15 13-49 16,-13-17-38-16</inkml:trace>
  <inkml:trace contextRef="#ctx0" brushRef="#br2" timeOffset="-198996.89">14283 14058 384 0,'0'0'7'0,"0"0"3"0,0 0 3 0,-2-7 1 16,2 7 1-16,-16-10 2 15,7 5-1-15,-9 2 1 0,-4 3-6 16,-5 0-4-16,-4 8-7 16,-2 4 0-16,0 6 0 15,3 1 0-15,3 6 0 16,7-3 0-16,8 3 0 0,12-3 0 15,5-2 0-15,15-8 0 16,10 1 0-16,9-6 0 16,8-4 0-16,8-3 0 15,-3 0 0-15,1-3 0 0,-7-4 0 16,-4 5 0-16,-12-3 0 16,-3-1 0-16,-9 4 0 15,-9 0 0-15,-9 2 0 16,0 0 0-16,0 0 0 0,-2-10 0 15,2 10 0-15,-16-5 0 16,16 5 0-16,-21-3 0 16,21 3 0-16,-15 0 0 15,15 0 0-15,-10-3 0 0,10 3 0 16,0 0 0-16,0 0 0 16,0 0 0-16,0-12-47 15,0 12-44-15</inkml:trace>
  <inkml:trace contextRef="#ctx0" brushRef="#br2" timeOffset="-197930.61">14454 13691 441 0,'0'0'5'0,"0"0"3"0,0 0 1 15,-2-14 2-15,2 14 1 16,0-20 0-16,0 7 1 0,2 2-13 16,4-6 0-16,4 3 0 15,2 2 0-15,6 2 0 16,-2 5 0-16,5 5 0 15,-1 0 0-15,1 2 0 0,0 8 0 16,-3 5 0-16,-9 2 0 16,0 1 0-16,-2 7 0 15,-7-1 0-15,-4 4 0 16,-5-3 0-16,-6 0 0 16,-3-3 0-16,4-3 0 0,-6-3 0 15,2-2 0-15,6-4 0 16,12-10 0-16,-7 10 0 15,7-10 0-15,12 3 0 16,1-3 0-16,13-6 0 0,-3 1 0 16,7 1 0-16,-3-4 0 15,5 0 0-15,-7 2 0 16,-2 0 0-16,-6 5 0 16,-4 1 0-16,-4-3 0 0,-9 3 0 15,0 0 0-15,8-3 0 16,-8 3 0-16,0 0 0 15,0 0 0-15,-5 6 0 16,5-6 0-16,0 0-69 16,-10 13-21-16</inkml:trace>
  <inkml:trace contextRef="#ctx0" brushRef="#br2" timeOffset="-197680.56">15109 13986 480 0,'0'0'4'0,"-11"0"1"16,11 0 0-16,0 0 1 15,-5-9 1-15,5 9-3 0,11-8-4 16,1-2 0-16,13 5 0 15,2 0 0-15,8 0 0 16,0 0 0-16,2 5-15 16,8 0-69-16,-21 0-2 0</inkml:trace>
  <inkml:trace contextRef="#ctx0" brushRef="#br2" timeOffset="-197529.83">15076 14089 403 0,'0'0'5'16,"0"0"2"-16,0 0 2 0,0 0 3 15,5 7 0-15,5-7 1 16,8 1 0-16,3-1 0 16,9 0-5-16,8-4-6 15,2-6-18-15,1 5-63 16,8-2-4-16</inkml:trace>
  <inkml:trace contextRef="#ctx0" brushRef="#br2" timeOffset="-196894.84">16105 13912 451 0,'0'0'4'0,"0"0"3"0,0-13 0 0,0 13 2 16,-10-16 1-16,-3 5 0 15,-2 1 0-15,-7 6-7 16,-8 1-3-16,3 3 0 16,-6 10 0-16,3 2 0 0,3 8 0 15,5 2 0-15,7 0 0 16,8 1 0-16,7-1 0 15,14-6 0-15,9 0 0 16,4-3 0-16,8-5 0 0,0-4 0 16,2-4 0-16,-2 0 0 15,0-10 0-15,-8 0 0 16,-7-2 0-16,0-5 0 16,-11 1 0-16,-4 2 0 0,-2 2 0 15,-3-1 0-15,-3 3 0 16,3 10 0-16,0 0 0 15,-7 3 0-15,5 6 0 0,2 2 0 16,4 6 0-16,7-2 0 16,1-1 0-16,6 2 0 15,-1-7 0-15,13 1-32 16,-3-2-53-16,3-6-4 16</inkml:trace>
  <inkml:trace contextRef="#ctx0" brushRef="#br2" timeOffset="-196562.49">16470 13684 443 0,'0'0'5'0,"-10"-18"2"0,2 6 2 15,1-5 1-15,-3 2 2 16,3-5 0-16,-1-2 1 16,3 0-13-16,5 4 0 15,0 3 0-15,13 4 0 0,1 5 0 16,9 1 0-16,-4 5 0 15,4 8 0-15,0 2 0 16,-4 9 0-16,-6 6 0 0,-4 3 0 16,-6 1 0-16,-3 6 0 15,-3-6 0-15,-6 1 0 16,-1-3 0-16,0 1 0 16,2-9 0-16,6-1 0 15,2-5 0-15,2-1 0 0,8-5 0 16,10-2 0-16,5-3 0 15,5-2 0-15,5 0 0 16,9 0 0-16,11-7-83 16,-13-3-5-16</inkml:trace>
  <inkml:trace contextRef="#ctx0" brushRef="#br2" timeOffset="-196329.77">17240 13723 487 0,'0'0'1'0,"0"0"-1"0,0 0 1 16,0 18 1-16,0-6-1 16,3 3 1-16,-1 6 1 15,3 1-2-15,2 4-4 16,-4-3-14-16,-13 4-62 0,12-2-4 15</inkml:trace>
  <inkml:trace contextRef="#ctx0" brushRef="#br2" timeOffset="-196163.71">17056 13790 474 0,'0'0'3'16,"0"0"1"-16,0 0-1 15,10-10 0-15,5 8 1 0,10-3-1 16,8 5-1-16,1-5-6 16,13 5-23-16,3 0-54 15,-1 0-3-15</inkml:trace>
  <inkml:trace contextRef="#ctx0" brushRef="#br2" timeOffset="-195746.99">17590 13595 441 0,'0'0'5'15,"0"0"2"-15,0 0 1 16,-12-5 0-16,12 5 1 0,-9 3 1 16,3 6-1-16,1 5 1 15,5 7-6-15,0 6-4 16,0 3 0-16,7 4 0 16,6 2 0-16,-1-3 0 0,4 0 0 15,-2-3 0-15,-1-6 0 16,-3-4 0-16,-3-2 0 15,0-8 0-15,-7-10 0 16,0 0 0-16,0 0 0 16,0 0 0-16,7-16 0 0,-7 4 0 15,4-2 0-15,3-6 0 16,0 2 0-16,4-4 0 16,1 6 0-16,2-5 0 0,4 8 0 15,2-1 0-15,-3 4 0 16,3 2 0-16,-3 8 0 15,1 3 0-15,-6 7 0 16,-4 2 0-16,-3 5 0 0,-5 1 0 16,0 1 0-16,-7 1 0 15,-9-2 0-15,0 0 0 16,-2-4 0-16,-5-3 0 16,9-5-40-16,-7-1-44 15,7-5-3-15</inkml:trace>
  <inkml:trace contextRef="#ctx0" brushRef="#br2" timeOffset="-195397.09">18020 13436 478 0,'0'0'3'16,"0"0"1"-16,2-8 1 15,-2 8 1-15,3-12 0 0,-3 12 0 16,13-12-3-16,-6 7-3 15,9 0 0-15,-2 5 0 16,6 5 0-16,4 5 0 16,-1 8 0-16,-3-1 0 0,-3 7 0 15,-4 6 0 1,-11 0 0-16,-2 0 0 16,-2-3 0-16,-11 0 0 15,-2-5 0-15,6-4 0 0,-7-1 0 16,7-7 0-16,9-10 0 15,-3 10 0-15,3-10 0 16,17 2 0-16,3-2 0 16,8-2 0-16,7-1 0 15,2-6 0-15,-10 1-79 0,21 1-9 16</inkml:trace>
  <inkml:trace contextRef="#ctx0" brushRef="#br2" timeOffset="-191296.9">18487 13780 316 0,'0'0'8'16,"0"0"4"-16,0 0 3 16,-10-2 5-16,10 2 1 0,-12-2 2 15,12 2 0-15,-10-3 2 16,10 3-7-16,-10-2-5 16,10 2-3-16,0 0-3 15,10 0-7-15,10 0 0 0,3 0 0 16,9-3 0-16,10 3 0 15,1-4 0-15,6-2 0 16,1 4 0-16,-4-1 0 16,-3-2 0-16,-6 3 0 0,-9-1 0 15,-9 3 0-15,-1 0 0 16,-18 0 0-16,9 0 0 16,-9 0 0-16,-9 0 0 15,-1 0 0-15,-3 0 0 16,1 0 0-16,-1 3 0 0,1-1 0 15,0 1 0-15,4-1 0 16,8-2-21-16,8 13-65 16,-8-13-4-16</inkml:trace>
  <inkml:trace contextRef="#ctx0" brushRef="#br2" timeOffset="-190730.26">19195 13543 444 0,'0'0'5'0,"0"0"1"0,0 0 1 15,0-13 1-15,0 13 1 16,0-12 0-16,0 12 0 16,8-17 1-16,-8 17-6 15,20-12-4-15,-5 9 0 0,4 0 0 16,4 3 0-16,-3 6 0 16,3 1 0-16,-4 8 0 15,-1-1 0-15,-6 8 0 16,-5 1 0-16,-5 2 0 0,-2-1 0 15,-9 1 0-15,-6 3 0 16,-5-3 0-16,-2-6 0 16,-3 1 0-16,-2-3 0 15,2-2 0-15,5-3 0 16,3-3 0-16,4-5 0 0,13-4 0 16,0 0 0-16,0 0 0 15,7 0 0-15,13 0 0 16,1 0 0-16,0 0 0 15,9-3 0-15,0 2 0 0,2 1 0 16,-4-3 0-16,-1 3 0 16,-7-3 0-16,-3 3 0 15,-1 0 0-15,-7 0 0 0,-9 0 0 16,0 0 0-16,7 0 0 16,-7 0 0-16,0 0 0 15,0 0-2-15,0 0-84 16,0 0-2-16</inkml:trace>
  <inkml:trace contextRef="#ctx0" brushRef="#br2" timeOffset="-190229.16">20020 13595 443 0,'0'0'3'0,"0"-12"1"16,-2 4 1-16,-3-2-1 16,-5 0 2-16,0-5 0 0,-7 5 0 15,-6-2 0-15,-2 5-3 16,-2 4 0-16,-1 3-1 15,2 6-1-15,1 2 0 0,5 6 0 16,7 2 0 0,9 2-1-16,4 2 1 0,7-2-1 15,5-1 1-15,11-5 0 16,4 1 0-16,3-4 0 16,-2-4 0-16,1-3 1 0,-5-2-1 15,1-4 1-15,-4-6 0 16,-7-2 1-16,-1-1-3 15,-3 1 0-15,-5 2 0 16,-1 0 0-16,-4 10 0 0,0-12 0 16,0 12 0-16,0 0 0 15,6 10 0-15,-1 2 0 16,2-1 0-16,5 6 0 16,6 0 0-16,-4-1 0 0,9 0-6 15,-3-4-31-15,5-7-46 16,2-2-3-16</inkml:trace>
  <inkml:trace contextRef="#ctx0" brushRef="#br2" timeOffset="-189744.84">20341 13285 464 0,'0'0'2'0,"0"0"0"0,0 0 0 0,0 0 0 16,0 8 2-16,0 1 0 15,3 9 0-15,1 2 0 16,1 6-1-16,3 7 1 16,2 2 0-16,0 2-1 0,-1 3-1 15,5-4 0-15,-5-6 0 16,1 1-1-16,-2-10 1 16,-1-3-2-16,-4-6 0 15,-3-12 0-15,4 10 0 0,-4-10 0 16,0 0 0-16,0-12 0 15,0-1 0-15,0-2 0 16,0-5 0-16,0-4 0 16,3 4 0-16,6-5 0 0,2 3 0 15,2 2 0-15,6 3 0 16,3 4 0-16,3 9 0 16,0 4 0-16,0 4 0 15,-2 9 0-15,-7 4 0 0,0 6 0 16,-9-4 0-1,-7 9 0-15,0-6 0 0,-7 0 0 16,-9-1 0-16,-6-7 0 16,0 3 0-16,-5-4 0 15,-1-6 0-15,3 0 0 0,0-1-6 16,4-4-6-16,0-2-16 16,7 0-56-16,14 0-1 15</inkml:trace>
  <inkml:trace contextRef="#ctx0" brushRef="#br2" timeOffset="-189380.33">21087 13427 427 0,'0'0'5'0,"0"0"2"15,0 0 1-15,4-11 1 16,-4 11-1-16,0 0 1 0,-9-7 1 16,-2 7-1-16,-8 2-4 15,-4 11-2-15,1-1-1 16,-3 8 0-16,2 5-1 15,6 5 1-15,5-2 0 16,7 1 0-16,5-4-2 16,15-2 0-16,7-2 0 15,8-6 0-15,7-1-5 0,-2-8-26 16,4-4-52-16,9-2-4 16</inkml:trace>
  <inkml:trace contextRef="#ctx0" brushRef="#br2" timeOffset="-189079.93">21300 13473 419 0,'0'0'3'0,"0"0"1"15,0 0 1-15,-13 8 2 16,13-8-3-16,-14 15 3 16,4-3 0-16,0 2 1 0,2 3-3 15,6 2 0-15,4-7-1 16,10 3 0-16,6 0 0 15,10-6-2-15,4-2 1 0,3-1-1 16,2-3 0-16,0-3 0 16,-5-6 0-16,-5-4 1 15,-4-2-1-15,-11-2-2 16,-6-4 1-16,-6 0 0 0,-8-1-2 16,-4 2-1-16,-6 2-2 15,-6 2-2-15,1 3-4 16,0 10-9-16,-4-5-19 15,6 5-45-15,10 5-2 0</inkml:trace>
  <inkml:trace contextRef="#ctx0" brushRef="#br2" timeOffset="-188713.64">21779 13391 432 0,'0'0'2'15,"0"0"0"-15,-12-4 2 16,0 1 0-16,-1 3 1 16,-4-2 0-16,0 2 0 0,-6 0 0 15,6 2-1-15,-1 5-2 16,4 4-1-16,3 1-1 16,9 1 0-16,2 1 0 0,7 1 0 15,9 0 1-15,1 3 0 16,3-2 1-16,7 0-1 15,0-1 1-15,3-1-1 16,-5 1 0-16,-3-5 0 16,-2-2 0-16,-2 2 0 0,-18-10 1 15,12 15 0-15,-12-15 0 16,-12 8 0-16,-6-5 0 16,-2 0 0-16,3 0 0 0,-5-3-2 15,2 0-5-15,-2 0-6 16,6 0-36-16,4 0-36 15,3 0-1-15</inkml:trace>
  <inkml:trace contextRef="#ctx0" brushRef="#br2" timeOffset="-187929.31">22473 13226 353 0,'0'0'8'0,"0"0"4"0,2-10 2 0,-2 10 2 15,3-15 0-15,-3 5 1 16,-3 0 1-16,-1 0-1 16,-12 3-6-16,-1 7-5 15,-3 2-2-15,-7 15-1 0,-1 3-2 16,-2 7-1-16,1 7 1 15,5 2-1-15,-1 5 1 16,11 0 0-16,5 1 1 16,16-2 2-16,11-3 0 15,12-5-2-15,7-5-2 16,11-4 0-16,1-4 0 16,5-5 0-16,1-8 0 15,-10-3 0-15,-8-1 0 0,-7-2 0 16,-5 0 0-16,-10 0 0 15,-5-2 0-15,-10 2 0 16,0 0 0-16,0 0 0 16,0 0 0-16,2-9 0 0,-2 9 0 15,0 0 0-15,0 0 0 16,0 0 0-16,-5-8 0 16,5 8 0-16,0 0 0 15,-9-3 0-15,9 3 0 0,-13 0 0 16,13 0 0-16,-10 0 0 15,10 11 0-15,-2-2-39 16,2-9-54-16,0 0-3 0</inkml:trace>
  <inkml:trace contextRef="#ctx0" brushRef="#br2" timeOffset="-173446.9">20299 9626 152 0,'0'0'5'16,"0"0"4"-16,0 0 5 15,0 0 2-15,0 0 4 0,7 0 4 16,6-2 1-16,9 2 2 16,15 0-5-16,21 0-1 15,18 0-4-15,34-5-1 16,19 5-5-16,27-6-2 0,16 2-3 15,17 2-2-15,5-4-1 16,7 2-2-16,2 1 0 16,-3-2 0-16,-7 0 0 0,-6 3 0 15,-8-4-1-15,-11 2 1 16,-11-1 0-16,-20 2-1 16,-24 1 2-16,-25 0 2 15,-21-1 0-15,-22 3 0 16,-13 0 0-16,-25 0-3 0,-7 0-9 15,-14 0-48-15,-9 10-15 16</inkml:trace>
  <inkml:trace contextRef="#ctx0" brushRef="#br2" timeOffset="-172446.89">13570 15074 407 0,'0'0'6'0,"0"0"2"16,0 0 2-16,0 0-1 15,0 0 2-15,0 0 1 0,-10 10 0 16,10 7 0-16,0 5-5 16,0 6-3-16,0 4-1 15,0 5 0-15,6 5 0 16,1-5-1-16,-2 3 0 15,-1-6-2-15,1-1-2 0,-2-6 1 16,-3-5-1-16,0-2 1 16,-3-10-2-16,3-10 1 15,-17 5 1-15,7-8 0 16,-3-11 0-16,-1-9 1 0,1-9 1 16,-1-5 0-16,1-10 1 15,1-4 0-15,5-7 1 16,1-5 0-16,6 7-1 15,8-1-2-15,6 5 0 0,9 10 0 16,5 7 0-16,4 8 0 16,7 13 0-16,1 7 0 15,0 7 0-15,0 11 0 16,-6 10 0-16,-4 2 0 0,-10 12 0 16,-8 0 0-16,-12 2 0 15,-2 3 0-15,-10-1 0 16,-14-5 0-16,2 4 0 15,-11-11-10-15,3 1-21 0,9-6-53 16,-6-5-4-16</inkml:trace>
  <inkml:trace contextRef="#ctx0" brushRef="#br2" timeOffset="-171944.86">13746 15309 474 0,'0'0'4'0,"0"0"0"0,0-10 1 16,0 10 1-16,11-12 0 15,-11 12 0-15,14-13 0 16,-3 11-6-16,3-1 0 15,2 6 0-15,-2 4 0 16,-2 3 0-16,1 8 0 0,-1 2 0 16,-4-1 0-16,-5 1 0 15,-3 0 0-15,-3-2 0 16,-3-4 0-16,-6 1 0 16,-2-5 0-16,6-5 0 0,-2-3-2 15,1-2 2-15,9 0 0 16,-11-17 2-16,11 2-2 15,5-5 0-15,10-2 0 16,0 0 0-16,2-3 0 16,4 5 0-16,-7 0 0 0,4 8 0 15,-4 1 0-15,-1 10 0 16,-13 1 0-16,12 4 0 16,-10 10 0-16,4 0 0 0,-2 5 0 15,-1-1 0-15,3 4 0 16,-2-5 0-16,8 1-15 15,-2-5-27-15,6-5-42 16,-2-4-2-16</inkml:trace>
  <inkml:trace contextRef="#ctx0" brushRef="#br2" timeOffset="-171628.8">14125 14915 477 0,'0'0'4'0,"0"0"2"0,-5-11 0 16,5 11 1-16,-4-11 0 16,4 11-3-16,0-14-4 0,0 14 0 15,11-3 0-15,-1 3 0 16,7 10 0-16,-2 1 0 16,3 10 0-16,-4 1 0 15,-1 8 0-15,-3-1 0 0,-8 4 0 16,0 1 0-16,-2-4 0 15,-7 3 0-15,2-7 0 16,-3 2 0-16,1-6 0 16,2-2 0-16,5-4 0 0,0-5 0 15,7-1-12-15,4-10-25 16,6 3-47-16,6-3-2 16</inkml:trace>
  <inkml:trace contextRef="#ctx0" brushRef="#br2" timeOffset="-171461.8">14482 15093 460 0,'0'0'3'0,"0"0"0"0,-3 13 1 16,3-3 1-16,0 3 0 16,0 4 1-16,3 2-1 15,5 6-1-15,-3 0-8 16,7 1-15-16,3 2-61 0,-5-6-4 15</inkml:trace>
  <inkml:trace contextRef="#ctx0" brushRef="#br2" timeOffset="-171296.68">14405 15259 458 0,'0'0'5'0,"0"0"1"15,0-14 1-15,0 14 0 16,5-18 0-16,5 9 0 15,5-1 1-15,8-5-2 0,7 7-13 16,-4-5-11-16,6 6-64 16,6-3-3-16</inkml:trace>
  <inkml:trace contextRef="#ctx0" brushRef="#br2" timeOffset="-170846.86">14812 15052 474 0,'0'0'4'0,"0"0"2"0,0 0 1 16,0 0 1-16,3 7 0 16,-3-7-4-16,2 18-4 0,1-2 0 15,-1 4 0-15,0 4 0 16,-2 7 0-16,6 1 0 16,-3 1 0-16,-1-1 0 0,0-3 0 15,-2-1 0-15,0-4 0 16,0-4 0-16,0-5 0 15,0-5 0-15,0-10 0 16,0 0 0-16,-13 0 0 16,6-12 0-16,2-4 0 0,-2-6 0 15,2-5 0-15,0-10 0 16,2 0 0-16,1-8 0 16,2-3 0-16,5 5 0 15,3 0 0-15,4 4 0 0,-3 4 0 16,7 10 0-16,4 8 0 15,4 7 0-15,1 10 0 16,3 2 0-16,-3 13 0 0,0 5 0 16,0 5 0-16,-13 7 0 15,-5 0 0-15,-7 3 0 16,-7 2 0-16,-13-2 0 16,-4-3 0-16,-2-5 0 0,-6-6-30 15,7-3-55-15,0-1-4 16</inkml:trace>
  <inkml:trace contextRef="#ctx0" brushRef="#br2" timeOffset="-170413.31">15128 15269 425 0,'0'0'4'0,"0"0"2"0,0 0 2 0,0 8 2 0,0-8-1 15,-5 14 2-15,5-1 0 16,-2-3 0-16,2 5-3 16,2-5-3-16,3 0-2 0,8-3-3 15,1 0 0-15,4-7 0 16,1 0 0-16,9-2 0 16,-8-5 0-16,3-4 0 15,-4 0 0-15,-1-3 0 16,-4 0 0-16,-3 4 0 0,-8 0 0 15,-3 10 0-15,6-12 0 16,-6 12 0-16,0 0 0 16,0 7 0-16,0 5 0 15,0 9 0-15,0-1 0 0,-2 4 0 16,2 3 0-16,0 1 0 16,-4 1 0-16,1-1 0 15,-6-3 0-15,0-2 0 16,-6-2 0-16,-2-4 0 0,-8-2 0 15,-1 0 0-15,-4-8 0 16,2-1 0-16,-4-6 0 16,2 0-15-16,-4-6-32 15,13-11-40-15,1-3 2 0</inkml:trace>
  <inkml:trace contextRef="#ctx0" brushRef="#br2" timeOffset="-170044.87">15417 14747 451 0,'0'0'7'0,"0"0"1"0,0 0 2 0,0-10 0 0,0 10 2 16,0-10 1-16,0 10-13 15,7-15 0-15,5 8 0 16,1 1 0-16,4 4 0 15,3 2 0-15,3 2 0 0,-4 7 0 16,1 2 0-16,-2 4 0 16,-9 8 0-16,1-3 0 15,-8 5 0-15,-2 0 0 16,-4-4 0-16,-6 2 0 0,-1-1 0 16,2-5 0-16,-1 0 0 15,1-4 0-15,3-1 0 16,6-2 0-16,0-10 0 0,8 10 0 15,4-5 0-15,6-2 0 16,6 0 0-16,-1-6-12 16,9 0-74-16,2-4-2 15</inkml:trace>
  <inkml:trace contextRef="#ctx0" brushRef="#br2" timeOffset="-169844.87">15658 15241 487 0,'0'0'3'15,"0"0"1"-15,9 0 2 16,1 0 0-16,5 0-1 16,2 0-5-16,6-4 0 0,7 2 0 15,-5-3 0-15,5 5-5 16,12-5-79-16,-17 3-3 15</inkml:trace>
  <inkml:trace contextRef="#ctx0" brushRef="#br2" timeOffset="-169713.59">15665 15327 439 0,'0'0'5'0,"0"0"3"16,7 5 1-16,5-1 1 15,8-4 0-15,8 0 0 0,7 0-3 16,6-7-16-16,12-4-68 15,4-3-6-15</inkml:trace>
  <inkml:trace contextRef="#ctx0" brushRef="#br2" timeOffset="-166944.7">16544 15066 314 0,'0'0'9'0,"0"0"2"15,0 0 5-15,0 0 3 16,11-9 3-16,-11 9 0 0,0 0 3 16,7-10-2-16,-7 10-6 15,0 0-4-15,0 0-3 16,0 0-3-16,0 0-4 15,0 0-3-15,0 0 0 16,0 0 0-16,9 7 0 0,-9 3 0 16,0 3 0-16,0 3 0 15,-4 4 0-15,-4 3 0 16,-2 3 0-16,-2 2 0 16,-1 0 0-16,-2-1 0 0,1-3 0 15,1-4 0-15,-1 0 0 16,-2-5 0-16,4 0 0 15,0-5 0-15,4 0 0 0,8-10 0 16,-12 7 0-16,12-7 0 16,0 0 0-16,0 0 0 15,0 0 0-15,0 0 0 16,0 0 0-16,12 2 0 16,1-2 0-16,4-2 0 0,5-1 0 15,3-1 0-15,5 1 0 16,5-1 0-16,-5-2 0 15,2 3 0-15,-2 1 0 16,-3 0 0-16,-5-1 0 0,-9 1 0 16,1 2 0-16,-14 0 0 15,11 0 0-15,-11 0 0 16,0 0 0-16,0 0 0 16,0 0 0-16,-8 2 0 0,8-2 0 15,-12 5 0-15,12-5 0 16,-10 2 0-16,10-2 0 15,0 0 0-15,0 0 0 16,0 0 0-16,-8 6 0 0,8-6 0 16,0 0 0-16,0 0 0 15,0 0 0-15,0 0 0 16,0 0 0-16,0 0 0 16,0 0 0-16,0 0 0 0,0 0 0 15,0 0 0-15,0 0 0 16,0 0 0-16,0 0 0 15,0 0-11-15,0 0-16 16,-10-3-58-16,10 3-2 16</inkml:trace>
  <inkml:trace contextRef="#ctx0" brushRef="#br2" timeOffset="-165679.3">16920 15230 460 0,'0'0'5'0,"0"0"2"0,0-10 0 15,0 10 2-15,5-12 0 16,-5 12 1-16,12-15-6 16,-3 9-4-16,2 4 0 15,4 0 0-15,0 2 0 16,-3 2 0-16,0 6 0 0,1 4 0 15,-1 3 0-15,-4 2 0 16,-3 4 0-16,-5-2 0 16,-5 3 0-16,-5-3 0 15,-7 4 0-15,1-3 0 0,0 0 0 16,-2-5 0-16,3-3 0 16,7-2 0-16,8-10 0 15,0 11 0-15,11-11 0 0,8-3 0 16,11-5 0-16,0-4 0 15,7 2 0-15,3-13-3 16,-18 4-83-16,18-6-2 16</inkml:trace>
  <inkml:trace contextRef="#ctx0" brushRef="#br2" timeOffset="-165346.91">17096 14764 438 0,'0'0'5'0,"0"0"3"0,0 0 1 16,0 0 1-16,0 0 1 15,5-7 1-15,8 4-1 0,-1 1-4 16,5-1-7-16,8 3 0 16,2 0 0-16,3 5 0 15,0 3 0-15,-5 4 0 16,0 3 0-16,-5 5 0 0,-8-2 0 15,-5 3 0-15,-7 2 0 16,0-1 0-16,0 0 0 16,-5 0 0-16,1-1 0 15,-4-2 0-15,6-2 0 0,2-2 0 16,0 0 0-16,5-2 0 16,7-3 0-16,8-5 0 15,5 0 0-15,5 2-3 16,0-3-81-16,4-4-3 15</inkml:trace>
  <inkml:trace contextRef="#ctx0" brushRef="#br2" timeOffset="-164979.72">17836 14980 475 0,'0'0'5'0,"0"0"2"0,0 0 1 15,3-10 1-15,-3 10-2 16,0 0-7-16,0 0 0 0,0 0 0 16,8 7 0-16,-8 7 0 15,2 4 0-15,1 12 0 16,1-3 0-16,1 5 0 16,2 3 0-16,-2-6 0 0,6 2 0 15,-6-1-73-15,2-8-17 16</inkml:trace>
  <inkml:trace contextRef="#ctx0" brushRef="#br2" timeOffset="-164811.72">17664 15098 481 0,'0'0'3'15,"0"0"0"-15,0 0 1 0,13-5 2 16,3 0-1-1,1 3 0-15,8-3-1 0,4 3-4 16,6-9-2-16,10 4-79 16,-3 3-3-16</inkml:trace>
  <inkml:trace contextRef="#ctx0" brushRef="#br2" timeOffset="-164396.77">18239 14876 490 0,'0'0'4'0,"0"0"1"0,0 0 0 15,5-4 2-15,-5 4-7 16,12 7 0-16,-2 2 0 16,-3 7 0-16,1 0 0 15,0 9 0-15,-4 2 0 16,-1 5 0-16,-3 3 0 0,0-6 0 15,-5 7 0-15,-5-7 0 16,-3-1 0-16,1-6 0 16,0-3 0-16,-1-3 0 15,1-4 0-15,4-5 0 16,8-7 0-16,-9 8 0 0,9-8 0 16,0 0 0-16,7 0 0 15,7-5 0-15,2 0 0 16,6-3 0-16,1 4 0 0,0-4 0 15,3 1 0-15,-1 1 0 16,-5 2 0-16,0-1 0 16,-5-1 0-16,-1 6 0 15,-3-4-27-15,-11 4-59 0,12-3-4 16</inkml:trace>
  <inkml:trace contextRef="#ctx0" brushRef="#br2" timeOffset="-163878.58">18677 15205 511 0,'0'0'0'0,"0"0"0"16,-6-7 0-16,6 7 0 15,0-18 0-15,0 10 0 0,0-3 0 16,8-3 0-16,2 8 0 16,4-2 0-16,2 4 0 15,0 1 0-15,2 3 0 0,2 0 0 16,-3 0 0-16,1 5 0 16,-8 1 0-16,-10-6 0 15,13 17 0-15,-13-6 0 16,-6-4 0-16,-4 6 0 0,1-5 0 15,-4 1 0-15,1-1 0 16,2 0 0-16,10-8 0 16,-13 15 0-16,13-15 0 15,0 15 0-15,0-15 0 16,20 14 0-16,-8-7 0 16,6 3 0-16,1-2 0 0,4-1 0 15,-3 3 0-15,5 0 0 16,-8-2 0-16,-1 2 0 15,-7-1 0-15,-2 2 0 0,-7 0 0 16,-3-1 0-16,-8 0 0 16,-7-2 0-16,-7 2 0 15,-2-5 0-15,-8 0 0 16,-5-5 0-16,1-3-7 0,0-9-30 16,-12-3-49-16,19-3-2 15</inkml:trace>
  <inkml:trace contextRef="#ctx0" brushRef="#br2" timeOffset="-163497.08">18917 14672 457 0,'0'0'6'0,"0"0"2"0,0-14 1 15,0 3 1-15,2-1 1 16,4-1-1-16,1-1-10 0,5-3 0 16,6 5 0-16,1 1 0 15,6 4 0-15,3 4 0 16,-1 3 0-16,1 6 0 16,-6 6 0-16,-5 5 0 0,-4 5 0 15,-8 3 0-15,-5 7 0 16,-11-2 0-16,-5 2 0 15,-3 0 0-15,-2-2 0 16,1-3 0-16,2-4 0 16,8-3 0-16,3-6 0 0,7-1 0 15,10-2 0-15,10-7 0 16,5-2 0-16,12-2 0 16,3 0 0-16,12-17-58 0,-1 10-30 15</inkml:trace>
  <inkml:trace contextRef="#ctx0" brushRef="#br2" timeOffset="-163029.93">19424 15171 491 0,'0'0'3'0,"0"0"2"0,0 0 1 15,5-6 0-15,-5 6-6 0,20-7 0 16,-3 4 0-16,6-1 0 15,2 0 0-15,7 4 0 16,3 0 0-16,-3-1 0 16,5 1-86-16,0-5-2 15</inkml:trace>
  <inkml:trace contextRef="#ctx0" brushRef="#br2" timeOffset="-162630.45">19909 15043 476 0,'0'0'5'15,"0"0"3"-15,0 0 1 16,-3-9 1-16,3 9-7 0,-3-18-3 16,3 10 0-16,0-9 0 15,6 6 0-15,1-3 0 16,5 6 0-16,8-3 0 0,3 7 0 15,1 1 0-15,1 3 0 16,0 3 0-16,0 6 0 16,-5 4 0-16,-3 5 0 15,-7-2 0-15,-4 9 0 16,-6 0 0-16,-8 0 0 0,-4-1 0 16,-10 4 0-16,4-8 0 15,-4 2 0-15,1-3 0 16,2-4 0-16,6-2 0 15,3-3 0-15,10-10 0 0,-4 12 0 16,8-9 0-16,11-2 0 16,5-1 0-16,8 0 0 15,6 0 0-15,-2-6 0 16,10 4-9-16,13-8-77 0,-15-5-3 16</inkml:trace>
  <inkml:trace contextRef="#ctx0" brushRef="#br2" timeOffset="-162313.77">20457 14893 489 0,'0'0'4'0,"0"0"1"16,0 0 1-16,0 0 1 0,0 0-7 15,9 0 0-15,-7 7 0 16,0 6 0-16,-2 7 0 15,0 7 0-15,-2 0 0 16,-9 2 0-16,4 4 0 16,-7-3 0-16,-2-1 0 0,0-1 0 15,2-9 0-15,2-2 0 16,2-2 0-16,5-4 0 16,5-11 0-16,2 10 0 0,9-8 0 15,6-2 0-15,6 0 0 16,2-2 0-16,7-4 0 15,2-3 0-15,1 6 0 0,-5-7-70 16,2 1-20-16</inkml:trace>
  <inkml:trace contextRef="#ctx0" brushRef="#br2" timeOffset="-161896.14">20765 15262 504 0,'0'0'4'0,"0"0"-1"0,0 0-3 15,-7-10 0-15,7 10 0 16,-9-17 0-16,6 5 0 16,-2-3 0-16,0 0 0 15,5 2 0-15,0-2 0 0,10 4 0 16,2-2 0-16,9 8 0 15,-2-2 0-15,3 4 0 16,-1 3 0-16,1 5 0 16,-5 5 0-16,-1 3 0 0,-12 5 0 15,-4 0 0-15,0 2 0 16,-13 0 0-16,-1 2 0 16,-4-5 0-16,-1 3 0 15,1-5 0-15,4-1 0 0,-2-3 0 16,9-1 0-16,5-3 0 15,2-7 0-15,7 13 0 16,5-11 0-16,10-2 0 16,1 2 0-16,9-2 0 0,5-4 0 15,3 1 0-15,3 3-63 16,-4-10-27-16</inkml:trace>
  <inkml:trace contextRef="#ctx0" brushRef="#br2" timeOffset="-160930.28">21245 14827 404 0,'0'0'7'0,"0"0"3"0,10-11 3 16,-10 11 2-16,8-7 0 15,-8 7 0-15,10-5 1 16,-10 5 0-16,4 12-16 0,-4 5 0 16,-4 8 0-16,-3 5 0 15,-2 2 0-15,-3 3 0 16,0 0 0-16,-1-6 0 0,1 1 0 15,-1-8 0 1,1 0 0-16,5-9 0 0,1-3 0 16,6-10 0-16,-9 13 0 15,9-13 0-15,0 0 0 16,9 0 0-16,7 0 0 0,2-6 0 16,3 1 0-16,7 0 0 15,2 0 0-15,2 1 0 16,-2 1 0-16,-1-2 0 15,-1 5 0-15,-8-3 0 0,-1 3 0 16,-8-2-37-16,-4 2-48 16,-7 0-4-16</inkml:trace>
  <inkml:trace contextRef="#ctx0" brushRef="#br2" timeOffset="-160430.74">21613 15101 487 0,'0'0'5'0,"0"0"2"0,-5-10 1 16,5 10-4-16,0-14-4 16,0 3 0-16,0 2 0 0,5-5 0 15,5 5 0-15,3 2 0 16,1-1 0-16,4 1 0 15,1 4 0-15,2 3 0 16,-4 0 0-16,3 3 0 0,-7 4 0 16,-1 3 0-16,-7 0 0 15,-3 0 0-15,-2 0 0 16,-7-1 0-16,0 2 0 16,-4-2 0-16,1 1 0 0,-3 0 0 15,6-2 0-15,7-8 0 16,-10 15 0-16,10-9 0 15,0 4 0-15,5 5 0 16,3-5 0-16,7 3 0 16,3 0 0-16,3 1 0 0,0-1 0 15,1-1 0-15,-3-1 0 16,-1 0 0-16,-8-1 0 16,-3-2 0-16,-7 2 0 15,-10-6 0-15,-4 4 0 0,-11-3 0 16,-2-2 0-16,-6-1 0 15,-5 1 0-15,1-3 0 16,5 0 0-16,-3-5-28 16,5 0-58-16,11-3-4 0</inkml:trace>
  <inkml:trace contextRef="#ctx0" brushRef="#br2" timeOffset="-159897">22533 14806 484 0,'0'0'3'0,"2"-13"3"0,-2 13 0 16,-2-16 1-16,-6 5-2 0,-7-1-5 15,-8 5 0-15,-2-3 0 16,-14 10 0-16,0 12 0 16,-7 1 0-16,0 9 0 15,4 3 0-15,4 7 0 16,8 3 0-16,11 2 0 0,8-3 0 15,11-1 0-15,15-1 0 16,15-5 0-16,7-5 0 16,13-4 0-16,2-9 0 0,8 4 0 15,6-8-83-15,-3-5-6 16</inkml:trace>
  <inkml:trace contextRef="#ctx0" brushRef="#br2" timeOffset="-159596.96">22694 14893 454 0,'0'0'4'16,"0"0"2"-16,-14 0 0 15,1 3 2-15,3 5-1 0,-8-2 1 16,4 6 0-16,-5 3 0 16,5 0-6-16,10 3-2 15,4 2 0-15,4-2 0 16,8-4 0-16,11 1 0 0,5-5 0 15,6-3 0-15,6-4 0 16,-6-3 0-16,-1 0 0 16,-6-8 0-16,-2-2 0 15,-9-2 0-15,-9-6 0 16,-7 3 0-16,-5 1 0 0,-8-4 0 16,-4 3 0-16,-2 5 0 15,-5 0-12-15,5 5-73 16,-1 5-2-16</inkml:trace>
  <inkml:trace contextRef="#ctx0" brushRef="#br2" timeOffset="-159230.73">23114 14831 438 0,'0'0'2'0,"0"0"2"16,-10-4 1-16,-2 4 1 15,-4 0 1-15,-2 0 0 0,-1 0 0 16,-2 2 0-16,-2 5-2 16,4 3-2-16,8 0-2 15,4 5 0-15,3 0 0 16,4 3-1-16,13-2 0 16,2 1 0-16,5 1 1 0,3-1-1 15,-2-5 1-15,0 1-1 16,-4-1 1-16,0 1-1 15,-8-1 1-15,-5-5 1 16,-4 4-1-16,-10-4 1 0,-10 0-1 16,-2 1 1-16,-6-3 0 15,-1 0-2-15,-4-3-1 16,3 3-3-16,-2-5-4 0,7 2-7 16,4 3-41-16,5-5-27 15,6-2-3-15</inkml:trace>
  <inkml:trace contextRef="#ctx0" brushRef="#br2" timeOffset="-158329.33">23979 14543 419 0,'0'0'5'0,"0"-9"3"0,0 9 2 0,0-18 1 16,0 11 1-16,-8-3 0 16,-2 2 0-16,-7 4 2 15,-5 4-6-15,-11 10-8 0,-6 9 0 16,-4 6 0-1,-1 7 0-15,-2 10 0 0,7 1 0 16,2 4 0-16,12 2 0 16,10-1 0-16,10-4 0 0,10-4 0 15,17-4 0-15,10-3 0 16,7-5 0-16,17-9 0 16,1-2 0-16,5-4 0 15,0-6 0-15,0-3 0 16,-7-4 0-16,-9 0 0 0,-7 0 0 15,-9-2 0-15,-11 0 0 16,-6-3 0-16,-13 5 0 16,0 0 0-16,0 0 0 15,0-10 0-15,0 10 0 0,-7-5 0 16,7 5 0-16,-13 0 0 16,13 0 0-16,-15 0 0 15,15 0 0-15,-15 8 0 0,15-8 0 16,-12 10 0-16,12-10-67 15,0 0-28-15</inkml:trace>
  <inkml:trace contextRef="#ctx0" brushRef="#br2" timeOffset="-134080.7">16187 16352 398 0,'0'0'6'0,"0"0"3"0,5-10 3 16,-5 10 1-16,0 0 1 0,12-11 0 15,-12 11 1-15,0 0 1 16,8 11-6-16,-8 3-6 16,-8 9-4-16,-4 4 0 15,-4 3 0-15,-1 5 0 0,-8-2 0 16,5 3 0-16,-7-3 0 15,3-1 0-15,1-7 0 16,0-1 0-16,4-6 0 16,4-3 0-16,3-5 0 15,12-10 0-15,-9 9 0 0,9-9 0 16,14 0 0-16,2 0 0 16,9-5 0-16,8-3 0 15,-1 2 0-15,8 0 0 0,0-1 0 16,-3 2 0-16,-5-2-7 15,3-1-79-15,-5 6-2 16</inkml:trace>
  <inkml:trace contextRef="#ctx0" brushRef="#br2" timeOffset="-133680.83">16514 16662 474 0,'0'0'5'15,"0"0"3"-15,-2-10 0 16,2 10 1-16,-3-15-2 0,3 2-7 16,0 6 0-16,8-5 0 15,-1-3 0-15,11 8 0 16,-1-3 0-16,6 5 0 0,1 5 0 15,-4 0 0-15,3 2 0 16,-6 13 0-16,-4-1 0 16,-9 4 0-16,-4 5 0 15,-2 1 0-15,-13-4 0 0,-2 5 0 16,-3-5 0-16,-3-3 0 16,4-2 0-16,-1-5 0 15,5-1 0-15,5-3 0 16,10-6 0-16,0 0 0 0,0 0 0 15,17 0 0-15,3-7 0 16,10-1-2-16,-3 8-69 16,11-13-17-16</inkml:trace>
  <inkml:trace contextRef="#ctx0" brushRef="#br2" timeOffset="-133330.48">16758 16285 449 0,'0'0'6'0,"0"0"3"16,-10-8 1-16,10 8 1 0,-7-9 0 15,7 9 0-15,0-10-7 16,0 10-4-16,14-15 0 16,7 13 0-16,4-3 0 0,-1 2 0 15,3 3 0-15,1 0 0 16,-1 4 0-16,-9 7 0 15,-1 3 0-15,-10 1 0 0,-1 8 0 16,-6 0 0-16,0-1 0 16,-6 2 0-16,-4 1 0 15,3-5 0-15,-3 0 0 16,5-6 0-16,0 1 0 16,5-2 0-16,0-13 0 0,15 10 0 15,7-5 0-15,3-5 0 16,2 0 0-16,13 0-14 15,-2 0-72-15,1-8-2 16</inkml:trace>
  <inkml:trace contextRef="#ctx0" brushRef="#br2" timeOffset="-132896.89">17339 16365 430 0,'0'0'8'0,"0"0"1"0,0 0 4 16,8-9 0-16,-8 9 1 15,0 0 0-15,8 0-4 0,-3 9-10 16,-3 5 0-16,5 6 0 15,-2 7 0-15,0 3 0 16,3 5 0-16,-3 3 0 0,2-5 0 16,0 0 0-16,-4-5-27 15,-1-7-61-15,1-3-4 16</inkml:trace>
  <inkml:trace contextRef="#ctx0" brushRef="#br2" timeOffset="-132728.89">17238 16511 424 0,'0'0'7'0,"0"0"2"16,0 0 1-16,0 0 1 15,7 0 1-15,3 0 0 0,3 0 0 16,3 0 0-16,12-3-10 16,4 0-4-16,0-4-19 15,9 2-63-15,3-2-2 16</inkml:trace>
  <inkml:trace contextRef="#ctx0" brushRef="#br2" timeOffset="-132445.18">17769 16355 465 0,'0'0'4'0,"0"0"1"0,0 0 3 15,0 10 0-15,0-10 0 16,0 22 1-16,0-7-5 15,0 1-4-15,-5 8 0 0,1 0 0 16,-4 1 0-16,-2-4 0 16,0 4 0-16,-3-4 0 15,1-2 0-15,3-3 0 16,-2-4 0-16,6-2 0 16,5-10 0-16,-5 9 0 0,5-9 0 15,7 3 0-15,7-3 0 16,2-3 0-16,5-2 0 15,4 1 0-15,0-9 0 0,7-12-69 16,0 13-20-16</inkml:trace>
  <inkml:trace contextRef="#ctx0" brushRef="#br2" timeOffset="-131928.87">18031 16533 486 0,'0'0'5'15,"-9"-3"1"-15,9 3 1 16,-9-9 0-16,9 9-7 16,-5-13 0-16,5 13 0 15,-2-15 0-15,2 15 0 0,12-12 0 16,3 10 0-16,2-4 0 15,6 4 0-15,-1 2 0 16,2 0 0-16,-1 0 0 16,-5 2 0-16,-4 6 0 0,-3-3-7 15,-6 5-4-15,-5-1 1 16,-3 2 1-16,-8-1 3 16,2 1 2-16,-3 0 2 0,4-1 4 15,-2 0 2-15,3-1 1 16,7-9 1-16,-5 21 1 15,5-13-3-15,7 3 1 16,3-4 0-16,5 3-1 0,-3 3-2 16,6-6 0-16,-6 3 1 15,4-2-3-15,-8-4 0 16,3 4 0-16,-11-8 0 16,0 9 0-16,-7-1 0 15,-9 0 0-15,-3-4 0 0,-9 1 0 16,1-2 0-16,-5-1 0 15,2-2 0-15,-5 0 0 16,10-2-2-16,5-8-19 0,1-8-60 16,8 6-7-16</inkml:trace>
  <inkml:trace contextRef="#ctx0" brushRef="#br2" timeOffset="-131530.29">18223 16143 491 0,'0'0'4'0,"-1"-9"2"0,1 9 0 15,0-17-2-15,0 6-4 16,5-1 0-16,-1 2 0 0,6-1 0 15,3 3 0-15,1 5 0 16,2 0 0-16,-4 3 0 16,1 8 0-16,1 5 0 0,-2 4 0 15,-6 3 0-15,-6 6 0 16,0 4 0-16,0 1 0 16,-6 1 0-16,-1-3 0 15,-2-1 0-15,1-6 0 0,0-3 0 16,8-4 0-16,0-5 0 15,0-10 0-15,13 13 0 16,4-11 0-16,6-2 0 16,6 0 0-16,1 0 0 0,12-15-53 15,-1 11-34-15</inkml:trace>
  <inkml:trace contextRef="#ctx0" brushRef="#br2" timeOffset="-131280.5">18691 16505 499 0,'0'0'2'0,"0"0"2"0,0 0 2 16,0 0-6-16,12-4 0 15,1 1 0-15,6 1 0 0,6-1 0 16,10 3 0-16,1-2 0 16,6 2 0-16,-3 10-64 15,6-10-25-15</inkml:trace>
  <inkml:trace contextRef="#ctx0" brushRef="#br2" timeOffset="-130827.14">19208 16246 493 0,'0'0'4'0,"0"0"1"15,0 0 0-15,0 0-1 16,0 0-4-16,0 16 0 16,0-1 0-16,3 8 0 0,4 1 0 15,0 7 0-15,4 1 0 16,-2 3 0-16,1-6 0 15,0 1 0-15,-2-7 0 16,-1-6 0-16,-2-2 0 0,-5-15 0 16,0 10 0-16,0-10 0 15,-8-9 0-15,1-2 0 16,-4-7 0-16,2-2 0 16,-1-2 0-16,3-8 0 0,-1 0 0 15,3-4 0-15,5-1 0 16,0-2 0-16,5 2 0 15,3 3 0-15,4 3 0 16,2 2 0-16,2 9 0 16,7 2 0-16,-2 12 0 0,4 4 0 15,-4 4 0-15,1 9 0 16,-5 4 0-16,1 6 0 16,-11 2 0-16,-4 2 0 0,-3 0 0 15,-15 0 0-15,0-2 0 16,-8 0 0-16,6-3 0 15,-10 1-65-15,3-11-24 16,8 1 0-16</inkml:trace>
  <inkml:trace contextRef="#ctx0" brushRef="#br2" timeOffset="-130363.14">19415 16379 494 0,'0'0'4'0,"0"0"2"0,0 0 1 0,0 0-7 0,7-2 0 16,-7 2 0-16,12-5 0 15,-5 2 0-15,4 3 0 16,3 0 0-16,4 3 0 16,1 6 0-16,-3 2 0 15,4 3 0-15,-7 2 0 0,-2-2 0 16,-9 1 0-16,2 2 0 15,-8-4 0-15,-3-1 0 16,-2-4 0-16,-4-1 0 16,3-3 0-16,-2-4 0 0,12 0 0 15,-13-1 0-15,8-9 0 16,5 0 0-16,0-5 0 16,13-5 0-16,-6 0 0 0,13 2 0 15,-5-1 0-15,3 4 0 16,-4 5 0-16,4 1 0 15,-4 6 0-15,-4 3 0 16,1 5 0-16,-7 7 0 16,1 1 0-16,0 1 0 15,2 4 0-15,2 0 0 0,-5-1 0 16,4 0 0-16,-1-7 0 16,3 2-3-16,-10-12-46 15,20 3-38-15,-5-3-3 16</inkml:trace>
  <inkml:trace contextRef="#ctx0" brushRef="#br2" timeOffset="-130029.33">19822 16124 454 0,'0'0'6'0,"0"0"3"0,-13-12 2 16,13 12 1-16,-10-15 1 15,6 5-7-15,-2 0-6 16,6 0 0-16,0 10 0 0,8-12 0 15,6 12 0-15,4 0 0 16,5 0 0-16,-2 1 0 16,2 10 0-16,2 3 0 15,-7 4 0-15,-4 2 0 16,-9 3 0-16,-5 2 0 0,0 1 0 16,-12 2 0-16,-3-3 0 15,3-6 0-15,-1 3 0 16,-2-7 0-16,8-2 0 0,5-4 0 15,2-9 0-15,2 10 0 16,10-7 0-16,11-3 0 16,2 0 0-16,9 0 0 15,-4-3 0-15,7 0-81 0,5-4-9 16</inkml:trace>
  <inkml:trace contextRef="#ctx0" brushRef="#br2" timeOffset="-129430.68">20299 16418 473 0,'0'0'5'0,"0"0"1"0,0 0 2 0,0 0 0 0,0 0 1 16,0 0-7-16,0 0-2 16,13-1 0-16,3 1 0 15,4-3 0-15,10 3 0 16,3 0 0-16,1 0 0 16,6-2 0-16,-6 2 0 0,2 0 0 15,-12 0 0-15,1 0 0 16,-9 0 0-16,-7 0 0 15,-9 0 0-15,0 0 0 16,0 0 0-16,0 0 0 0,0 0 0 16,0 0 0-16,-7 0 0 15,7 0 0-15,0 0 0 16,-11 0 0-16,11 0 0 0,0 0 0 16,0 0 0-16,0 0 0 15,0 0 0-15,-7 0 0 16,7 0 0-16,0 0 0 15,0 0 0-15,0 0 0 0,0 0-14 16,0 0-48-16,0 0-26 16,-9-6-2-16</inkml:trace>
  <inkml:trace contextRef="#ctx0" brushRef="#br2" timeOffset="-128809.75">20903 16223 417 0,'0'0'7'0,"0"0"3"0,0-12 3 0,0 12 0 0,0 0 2 16,0 0-1-16,0-7 0 16,0 7-6-16,0 9-8 15,0 8 0-15,4 7 0 0,1-3 0 16,0 9 0-16,6 2 0 15,-2 0 0-15,1-2 0 16,2-5 0-16,-1-3 0 16,-2-7 0-16,-1-3 0 0,-8-12 0 15,0 0 0-15,0 0 0 16,0-5 0-16,-3-12 0 16,-7-3 0-16,3-2 0 15,-2-3 0-15,0-7 0 0,2 0 0 16,2-1 0-16,1 1 0 15,4 0 0-15,0 0 0 16,7 0 0-16,2 7 0 0,9 3 0 16,2 7 0-16,2 5 0 15,3 7 0-15,3 3 0 16,-1 10 0-16,-2 8 0 16,-3 4 0-16,-7 5 0 15,-5 3 0-15,-8 0 0 0,-2-3 0 16,-9-2 0-16,-7 2 0 15,-4-7 0-15,-2-3 0 16,5-2-6-16,-5 7-76 16,6-17-7-16</inkml:trace>
  <inkml:trace contextRef="#ctx0" brushRef="#br2" timeOffset="-128363.47">21285 16324 448 0,'0'0'4'0,"0"0"1"16,0 0 2-16,0 0 0 0,-2 10 1 15,2-10 1-15,0 14 0 16,0-14 0-16,4 11-4 16,9-5-5-16,-1-4 0 15,9-2 0-15,-2 0 0 16,6-8 0-16,2 4 0 0,-2-6 0 15,0-1 0-15,-8 1 0 16,3 1 0-16,-10 2 0 16,1 1 0-16,-11 6 0 15,0 0 0-15,0 0 0 16,0 0 0-16,5 8 0 0,-5 6 0 16,0 2 0-16,0 3 0 15,0 6 0-15,0-3 0 16,0 1 0-16,1 2 0 0,-1-3 0 15,3-5 0-15,-3 1 0 16,0-6 0-16,-4 1 0 16,4-13 0-16,-21 12 0 0,4-8 0 15,-3-4 0-15,-5 0 0 16,-5 0 0-16,0-4 0 16,-7-7-48-16,5-3-41 15,2-4-3-15</inkml:trace>
  <inkml:trace contextRef="#ctx0" brushRef="#br2" timeOffset="-128013.65">21663 15911 444 0,'0'0'6'16,"0"0"3"-16,0 0 1 0,8-9 1 15,-8 9 1-15,2-14 1 16,-2 14-7-16,10-11-6 15,-10 11 0-15,17-9 0 0,-5 8 0 16,1 1 0-16,4 5 0 16,1 4 0-16,-1 9 0 15,-2-1 0-15,-3 10 0 16,-7-2 0-16,-5 3 0 0,-5 1 0 16,-7-2 0-16,-3 1 0 15,1-6 0-15,-4-2 0 16,2-5 0-16,4-3 0 15,5-2 0-15,7-10 0 0,0 14 0 16,7-10 0-16,13 0 0 16,8-1 0-16,7-1 0 15,9 3 0-15,-4 2-37 16,14-4-50-16,-1-3-4 16</inkml:trace>
  <inkml:trace contextRef="#ctx0" brushRef="#br2" timeOffset="-126996.85">15900 17011 334 0,'0'0'6'0,"0"0"3"0,0 0 3 16,-7-10 1-16,7 10 1 16,0 0-1-16,0 0 0 15,3-8 1-15,14 7-6 16,6 1-3-16,9 0-2 16,13 0 0-16,19 0-1 0,11 0 0 15,24 0 0-15,14 0 0 16,23 1-2-16,15-1 1 15,23 0-1-15,12 0 0 0,21 0 0 16,13-1 0-16,17-3 0 16,9 0 0-16,12-1 0 15,8-2 0-15,12-1 0 16,10 0 0-16,6-1 0 0,2-4 0 16,-1 3 0-16,1-2 0 15,-7-2 0-15,-9 3 0 16,-16-2 0-16,-21 4 0 15,-24 2 1-15,-23-1 0 16,-33 6 1-16,-23 2-1 0,-36 0 0 16,-22 0 1-16,-25 2-1 15,-19 3-1-15,-21 0-3 16,-17-5-4-16,0 17-26 16,-15-10-46-16,-10 1-1 0</inkml:trace>
  <inkml:trace contextRef="#ctx0" brushRef="#br2" timeOffset="-125613.67">17583 17306 460 0,'0'0'3'0,"0"0"4"0,2-5 1 16,-2 5 0-16,16-15 1 15,1 5 0-15,0 1-2 0,5-2-7 16,5-2 0-16,1 9 0 16,-1 1 0-16,-2 3 0 15,-15 3 0-15,3 5 0 16,-8 1 0-16,0 3 0 16,-3 3 0-16,-2 3 0 0,-2 1 0 15,-3 4 0-15,-8-1 0 16,1 3 0-16,0-5 0 15,-4 7 0-15,2-8 0 0,-4 4 0 16,4 2 0-16,1-5 0 16,1-2 0-16,4-2 0 15,5-3 0-15,3-3 0 16,0-10 0-16,15 12 0 16,3-12-14-16,-6 0-70 0,13-2-3 15</inkml:trace>
  <inkml:trace contextRef="#ctx0" brushRef="#br2" timeOffset="-125280.45">18199 17209 475 0,'0'0'6'0,"0"0"2"15,0 0 1-15,7-5 1 16,-7 5-7-16,0 0-3 0,11 0 0 15,-11 0 0-15,0 15 0 16,0-3 0-16,-2 0 0 16,-7 6 0-16,2 0 0 0,0-1 0 15,-4 7 0-15,1-4 0 16,1 2 0-16,2 3 0 16,-4-6 0-16,2 5 0 15,-1-2 0-15,4-2 0 16,1-3 0-16,5 0 0 0,0-6 0 15,9-4 0-15,0 0 0 16,6-4 0-16,0-3 0 16,8 0 0-16,-6 0-78 15,4 0-11-15</inkml:trace>
  <inkml:trace contextRef="#ctx0" brushRef="#br2" timeOffset="-124863.97">18519 17424 491 0,'0'0'5'0,"0"0"1"0,0 0 1 16,-9-4-5-16,9 4-2 15,0 0 0-15,-3-14 0 16,3 14 0-16,0-8 0 0,0 8 0 16,10-11 0-16,-10 11 0 15,13-7 0-15,-13 7 0 16,11-5 0-16,-11 5 0 16,19 0 0-16,-19 0 0 0,14 12 0 15,-9-1 0-15,-3 1 0 16,-2 1 0-16,0 1 0 15,0 1 0-15,-2 0 0 16,-5 5 0-16,0-8 0 0,-3 6 0 16,2-6 0-16,2 1 0 15,2-1 0-15,2-3 0 16,2-9 0-16,2 13 0 16,2-6 0-16,-4-7-53 0,26 3-34 15,-8-3-2-15</inkml:trace>
  <inkml:trace contextRef="#ctx0" brushRef="#br2" timeOffset="-124546.91">19022 17199 478 0,'0'0'6'15,"0"0"2"-15,0 0 2 16,0 0-1-16,0 0-9 0,0 0 0 15,2 5 0-15,-2-5 0 16,0 18 0-16,-5-9 0 16,1 7 0-16,-5-2 0 0,2 4 0 15,-5 1 0 1,4 1 0-16,-2-1 0 0,3 5 0 16,-6-2 0-16,5-3 0 15,4 2 0-15,-1 0 0 16,3-6 0-16,2 3 0 0,2-6 0 15,7-2 0-15,3-5 0 16,4-3 0-16,5-2 0 16,-2 0-6-16,-1 0-81 15,7-5-3-15</inkml:trace>
  <inkml:trace contextRef="#ctx0" brushRef="#br2" timeOffset="-124030.59">19330 17474 498 0,'0'0'5'15,"0"0"1"-15,0 0-4 16,-2-7-2-16,2 7 0 16,-3-11 0-16,3 11 0 0,-2-12 0 15,2 12 0-15,0-14 0 16,0 14 0-16,5-15 0 15,-5 15 0-15,12-15 0 16,-12 15 0-16,15-10 0 0,-8 5 0 16,3 3 0-16,-1 2 0 15,2 0 0-15,1 0 0 16,-1 7 0-16,-2-2 0 16,-9-5 0-16,12 15 0 0,-7-5 0 15,-5 0 0-15,3 2 0 16,0-2 0-16,-1 0 0 15,-2 2 0-15,0 1 0 16,3-3 0-16,-1-1 0 0,3 2 0 16,2-4 0-16,4 3 0 15,-2-2 0-15,3 1 0 16,1 1 0-16,4-3 0 16,-1 1 0-16,-2 2 0 0,-1-3 0 15,2 1 0-15,-6-1 0 16,-1 3 0-16,-5 1 0 15,-3-11 0-15,-5 13 0 16,-8-5 0-16,-1 2 0 16,-4-3 0-16,-2-1 0 0,-7-2-70 15,7-1-18-15</inkml:trace>
  <inkml:trace contextRef="#ctx0" brushRef="#br2" timeOffset="-119663.6">13474 16959 356 0,'0'0'7'0,"0"0"3"16,0 0 4-16,12-15 0 0,-8 5 3 15,4 0 0-15,0-2 2 16,2-2 1-16,-3 0-5 16,-2 0-4-16,-3 2-2 0,1-1-7 15,-3 13-2-15,-10-12 0 16,-7 12 0-16,-6 10 0 16,-9 5 0-16,-5 7 0 15,-6 10 0-15,-6 3 0 0,1 6 0 16,3 2 0-16,3-1 0 15,8 0 0-15,14-8 0 16,7-2 0-16,13-16 0 16,0-1 0-16,13-1 0 15,2-1 0-15,7-1 0 0,0-2 0 16,8-3 0-16,-3 4 0 16,6-7 0-16,2 1 0 15,0 0 0-15,-3 0 0 16,0 1 0-16,1-4 0 0,-4 0 0 15,-1 1 0-15,7-3 0 16,-21 0 0-16,-3-5-5 16,-11 5-20-16,12 0-51 15,-12 0-10-15</inkml:trace>
  <inkml:trace contextRef="#ctx0" brushRef="#br2" timeOffset="-119362.41">13851 16998 423 0,'0'0'6'0,"0"0"3"0,0 0 0 0,0 0 0 15,0 0 1-15,10-2 0 16,-10 2 0-16,18-3-1 16,-6 3-10-16,5 0-11 15,8-9-53-15,-1 6-17 16</inkml:trace>
  <inkml:trace contextRef="#ctx0" brushRef="#br2" timeOffset="-119213.77">13876 17112 412 0,'0'0'3'0,"0"0"2"0,0 0 1 16,0 0 0-16,0 0 1 15,0 0 0-15,12 0-3 16,8 0-8-16,10 11-64 15,7-14-8-15</inkml:trace>
  <inkml:trace contextRef="#ctx0" brushRef="#br2" timeOffset="-118913.55">14445 16811 420 0,'0'0'6'0,"0"0"2"0,0 0 1 15,0 0 0-15,-5-10 2 16,5 10 0-16,-16 3 1 16,7 4 0-16,-7 7-5 15,0 9-3-15,-1-1-2 0,1 7-2 16,4 1 0-16,2 0 0 15,2-1 0-15,8-6 0 16,5 4 0-16,13-10 0 16,7-2 0-16,-1-10-27 0,-1-1-56 15,16-4-3-15</inkml:trace>
  <inkml:trace contextRef="#ctx0" brushRef="#br2" timeOffset="-118613.52">14606 16868 405 0,'0'0'5'0,"0"0"2"16,-15 5 2-16,15-5-1 15,-13 14 1-15,6-3 0 0,2 3 1 16,-3-2-1-16,8 3-4 16,0-3-3-16,11 1 0 15,4-3 0-15,2-3 0 16,6-4 0-16,7-3 0 15,-1 0 1-15,-1-3 0 0,2-4 0 16,-5-6-1-16,-6 1 1 16,-4-3 0-16,-7 0-1 15,-8 0-1-15,-5-2 0 16,-11 4-2-16,-3 1-2 0,-3 8-3 16,-8 1-6-16,5 3-11 15,2 3-60-15,1 4-1 16</inkml:trace>
  <inkml:trace contextRef="#ctx0" brushRef="#br2" timeOffset="-118247.24">14954 16821 409 0,'0'0'4'0,"0"0"2"0,0 0 0 15,-4 0 2-15,4 0 1 16,-16 4 1-16,7 1 1 15,-4 5-1-15,1 0-3 0,2 5-1 16,-4-3-2 0,8 3-1-16,-1 2-1 0,7-2 0 15,0 3-1-15,4-4 1 16,5 2 0-16,7-4 0 16,-1-3 0-16,3 2 0 0,-4 1-1 15,4-5 1-15,-4-1-2 16,-1-2 0-16,-5 4 0 15,-8-8 0-15,2 7 0 16,-2-7 0-16,-14 7 0 0,-7-4 0 16,-4 1 0-16,-2 2 0 15,-1-6-6-15,-6 0-4 16,6 2-8-16,-2-2-33 0,9-5-33 16,3-6-2-1</inkml:trace>
  <inkml:trace contextRef="#ctx0" brushRef="#br2" timeOffset="-118013.84">14920 16612 479 0,'0'0'3'0,"0"0"-1"0,0 0 1 16,5-3 1-16,-5 3-1 16,19-4 1-16,-1 1-2 0,4-1-7 15,11 1-23-15,1-2-53 16,2 0-4-16</inkml:trace>
  <inkml:trace contextRef="#ctx0" brushRef="#br2" timeOffset="-117845.89">15254 16431 444 0,'0'0'4'0,"0"0"2"15,0 0 0-15,-2 17 2 0,2-2 0 16,0 3 0-16,0 6 1 16,0 8-2-16,6 1-4 15,-1 9-7-15,2-5-13 16,-7 1-65-16,5-4-3 15</inkml:trace>
  <inkml:trace contextRef="#ctx0" brushRef="#br2" timeOffset="-117513.43">15771 15938 428 0,'0'0'3'16,"0"0"1"-16,-12 13 5 16,-1 12 1-16,-8 11 2 0,-7 19 0 15,-4 17 2-15,-5 22-3 16,-4 15-3-16,7 17-8 15,4 11 0-15,5 1 0 16,23-66 0-16,2 7 0 0,10 1 0 16,9 1 0-16,11 1 0 15,9 3 0-15,19-9 0 16,10 3-80-16,11-12-7 16</inkml:trace>
  <inkml:trace contextRef="#ctx0" brushRef="#br2" timeOffset="-116846.95">22217 15785 474 0,'0'0'2'0,"10"-8"1"0,2 8 3 16,6 0 1-16,13 8 1 15,14 12 0-15,15 9-5 0,15 14-3 16,9 16 0-16,10 17 0 16,2 14 0-16,-2 19 0 15,-13 10 0-15,-16 12 0 16,-25 14 0-16,-32-67 0 0,-11 14 0 16,-22 2 0-16,-12 17 0 15,-15-2 0-15,-15 10-51 16,-20 1-36-16</inkml:trace>
  <inkml:trace contextRef="#ctx0" brushRef="#br2" timeOffset="-101930.46">20328 1746 393 0,'0'0'6'0,"0"0"2"16,0-10 3-16,0 10 2 15,0-10 0-15,0 10 1 16,-2-10 1-16,2 10-1 0,-14 0-5 16,-2 5-3-16,-1 13-2 15,-1 6-2-15,-3 9-1 16,3 6-1-16,-2 6 0 16,3-1 0-16,6 3 2 0,4 1-4 15,2-1 2-15,5-8 0 16,8-6 2-16,7-6-2 15,-1-3 0-15,9-8 0 16,2-7 0-16,1-6 0 0,7-3 0 16,-3-10 0-16,5-5 0 15,-2-10 0-15,-4-4 0 16,-5-11 0-16,0-7 0 16,-5-3 0-16,-7-2 0 15,-7-2 0-15,-5 3 0 0,-2 1 0 16,-3 29 0-16,-2-1 0 15,-3 7 0-15,-3 0 0 16,-4 6 0-16,2-1 0 16,-20 0 0-16,-4 7 0 15,-2 6 0-15,7 14 0 0,1 3 0 16,3 8 0-16,11 3 0 16,11 1 0-16,8 0 0 15,2 1 0-15,14-4 0 16,4-4 0-16,6-2 0 0,4-8 0 15,3-8 0-15,2-2 0 16,2-5 0-16,-4-2 0 16,-1-8 0-16,-5-3 0 0,-5-2 0 15,-4 0 0-15,-3 2 0 16,-8 2 0-16,-2-3 0 16,-5 6 0-16,0 0 0 15,0 8 0-15,-12-7 0 0,2 4 0 16,0 3 0-16,10 0 0 15,-18 7 0-15,13 6 0 16,-4-3 0-16,6 7-9 16,3-2-79-16,0 2-2 0</inkml:trace>
  <inkml:trace contextRef="#ctx0" brushRef="#br2" timeOffset="-101247.11">20624 2085 441 0,'0'0'5'0,"0"0"1"0,-7-8 2 0,7 8 1 15,-6-8 1-15,6 8 0 16,-2-18 0-16,2 8 2 16,0 10-12-16,20-15 0 15,-9 8 0-15,11-1 0 16,0 5 0-16,0 2 0 15,0 1 0-15,-1 0 0 0,-2 1 0 16,-6 7 0-16,-1 2 0 16,-6 0 0-16,1 2 0 15,-7 1 0-15,0-1 0 0,-7 0 0 16,3 4 0-16,-5-4 0 16,-1-2 0-16,2 2 0 15,3-2 0-15,0 2 0 16,3-4 0-16,4 4 0 0,5-1 0 15,7-4 0-15,2 3 0 16,2-1 0-16,7 1 0 16,-3 0 0-16,3-2 0 15,-5-1 0-15,0 1 0 0,-3 1 0 16,-7-1 0 0,-10-8 0-16,3 15 0 15,-3-15 0-15,-15 14 0 16,-8-6 0-16,-4 2 0 0,-6 0 0 15,-1-3 0-15,-6-1 0 16,-2-2 0-16,0-1 0 16,0-3 0-16,7 0 0 15,3 0 0-15,4-5 0 0,6 0 0 16,10-3 0-16,3 1 0 16,9-8-43-16,11 7-46 15,1 1-1-15</inkml:trace>
  <inkml:trace contextRef="#ctx0" brushRef="#br2" timeOffset="-100863.84">21163 1962 465 0,'0'0'4'0,"0"0"1"16,0 0 1-16,0 0 0 15,7-3 0-15,-7 3 0 16,21-7 1-16,-4 4-1 0,0-4-6 16,8 4-2-16,0-4-12 15,8-5-70-15,-4 12-1 16</inkml:trace>
  <inkml:trace contextRef="#ctx0" brushRef="#br2" timeOffset="-100697.02">21133 2113 376 0,'0'0'7'16,"0"0"3"-16,0 0 2 16,0 0 2-16,13 2 0 0,2-2 1 15,12 0 0-15,8-7-1 16,8 1-13-16,1-8-19 15,11 3-62-15,0 3-3 0</inkml:trace>
  <inkml:trace contextRef="#ctx0" brushRef="#br2" timeOffset="-100141.75">21942 1674 459 0,'0'0'5'0,"0"0"0"0,0 0 1 0,0 0 2 16,9-10 1-16,-9 10 0 16,0 0-1-16,0 0-6 15,7-1-2-15,-4 5 0 16,2 11 0-16,-5 5 0 0,2 7 0 15,-2 7 0-15,0 5 0 16,1 4 0-16,-1 0 0 16,0-7 0-16,5 2 0 0,-3-6 0 15,1-5 0-15,4 0-36 16,0-9-52-16,4-8-4 16</inkml:trace>
  <inkml:trace contextRef="#ctx0" brushRef="#br2" timeOffset="-99628.6">22458 1729 425 0,'0'0'5'16,"0"-8"3"-16,0 8 0 15,0-12 2-15,0 12 0 16,-17-17 0-16,1 9 1 0,-3-2 1 15,-6 7-6-15,-5 3 0 16,-2 0-6-16,-3 11 0 16,-3-1 0-16,12 2 0 15,3 3 0-15,5-1 0 0,11 6 0 16,7-2 0-16,5-1 0 16,15-3 0-16,8 4 0 15,6-3 0-15,6-2 0 16,3 2 0-16,-1-3 0 0,2 1 0 15,-1 1 0 1,-9-2 0-16,-6 6 0 0,-9-6 0 16,-8 3 0-16,-7 3 0 15,-4-4 0-15,-13 3 0 0,-6-4 0 16,-6-1 0-16,-2-1 0 16,-10-2 0-16,4-1 0 15,-4-6 0-15,7-2 0 16,3-2 0-16,7-11 0 0,8-9 0 15,7-3 0-15,5-7 0 16,12-3 0-16,11-3 0 16,2 5 0-16,7-3 0 15,3 7 0-15,-1 7 0 0,1 3 0 16,0 1 0-16,-3 8-21 16,18 5-65-16,-25 2-3 15</inkml:trace>
  <inkml:trace contextRef="#ctx0" brushRef="#br2" timeOffset="-99213.34">22858 1702 491 0,'0'0'2'0,"0"0"0"15,0 0 1-15,-15-3-1 0,2 3 0 16,4 5 1-16,-3 5-1 16,-4 5 0-16,-1 2 0 15,4 6-2-15,4 2 0 16,4 7 0-16,5 0 0 16,0-5 0-16,12 1 0 0,3-7 0 15,7-3 0-15,3-3 0 16,5-11 0-16,-3-6 0 15,3-10 0-15,-2-6 0 16,-8-4 0-16,-3-3 0 0,1-4 0 16,-11-4 0-16,-5-1 0 15,-2 4 0-15,-9 0 0 16,4 18 0-16,-4 0 0 0,0 2 0 16,-3 0 0-16,-16-8 0 15,-10 8 0-15,4 10-7 16,-7 3-78-16,5 9-2 15</inkml:trace>
  <inkml:trace contextRef="#ctx0" brushRef="#br2" timeOffset="-97913.53">23320 1746 428 0,'0'0'5'0,"0"0"3"16,0 0 1-16,0 0 1 0,0 0 1 16,0 0 2-16,10-7 0 15,2 4 1-15,6 0-14 16,2 2 0-16,9-5 0 15,6 4 0-15,6-1 0 0,-2-4 0 16,3 2 0-16,3-2 0 16,-8 1 0-16,-2 2 0 15,-10-1 0-15,-2 0 0 0,-11-3 0 16,-12 8 0-16,9-5 0 16,-9 5 0-16,-9 0 0 15,-3 0 0-15,-2 0 0 16,2 0 0-16,-3 5 0 0,3 0 0 15,2 0 0-15,-5 0 0 16,15-5 0-16,-10 10 0 16,10-10-27-16,3 13-62 15,-3-13-3-15</inkml:trace>
  <inkml:trace contextRef="#ctx0" brushRef="#br2" timeOffset="-97230.78">24396 1563 385 0,'0'0'6'0,"0"0"4"16,0 0 0-16,0 0 3 15,2-11 1-15,-2 11 0 16,0 0 0-16,-2-11 1 0,2 11-6 16,-10-8-3-16,10 8-1 15,-20-2-2-15,8 2-1 16,-3 2-1-16,-5 10 3 16,-17 6-4-16,-1 7 0 15,1 7 0-15,7 5 0 0,8 2 0 16,10-2 0-16,12-1 0 15,12-7 0-15,13-1 0 16,9-2 0-16,6-3 0 16,5-8 0-16,3-5 0 0,9-3 0 15,-6-7 0-15,2 0 0 16,-11 0 0-16,-2-11 0 16,-13 3 0-16,-2-5 0 0,-7 8 0 15,-18 5 0-15,12-12 0 16,-12 12 0-16,0-13 0 15,0 13 0-15,0 0 0 16,-8-7 0-16,8 7 0 0,-9 0 0 16,9 0 0-16,-16 2 0 15,16-2 0-15,-15 5 0 16,15-5 0-16,-10 7 0 16,10-7 0-16,0 0 0 0,-9 18 0 15,2-13 0-15,-6 0-85 16,13-5-10-16</inkml:trace>
  <inkml:trace contextRef="#ctx0" brushRef="#br2" timeOffset="-91080.38">7411 3741 146 0,'0'0'3'16,"0"0"2"-16,2-7 0 0,10-1 1 15,1-2 0-15,14-3 0 16,16-4 1-16,14-10-1 16,15-9-1-16,20-8-2 0,15-8 0 15,22-12-1-15,18-8 2 16,14-12 5-16,10-4 3 15,13-5 0-15,2-4 2 16,3 3 1-16,8 0 3 16,-16 5 1-16,-8 7-3 15,-13 8-3-15,-16 10-2 0,-20 6-1 16,-17 14-3-16,-23 9 0 16,-18 10-4-16,-23 11-1 15,-12 4-2-15,-19 8-4 0,-12 2-10 16,-5 0-25-16,-7 4-28 15,-11 8-6-15</inkml:trace>
  <inkml:trace contextRef="#ctx0" brushRef="#br2" timeOffset="-88095.78">19971 2965 259 0,'0'0'6'0,"0"0"-1"16,0 0 3-16,-8 0-2 16,8 0 3-16,0 0 4 15,0 0 0-15,20 2 3 0,10-2-4 16,23 0-1-16,21-4 0 16,33-7 1-16,34-1-1 15,41-5-4-15,31-5-1 16,41-1-1-16,31-2-2 15,29 4 0-15,16-4-1 0,16 7 0 16,0 0 0-16,-2 4 1 16,-8 3 2-16,-26 3 0 15,-22-1 0-15,-36 1 1 16,-44 4 1-16,-49-3 1 0,-35-1-2 16,-44 1-1-16,-46 0-7 15,-29-16-53-15,-26 23-21 16,-29 0-1-16</inkml:trace>
  <inkml:trace contextRef="#ctx0" brushRef="#br2" timeOffset="-83497.02">13525 16550 239 0,'0'0'3'0,"0"0"4"15,-17-13 1-15,4 9 3 16,-1-3 2-16,-6 2-1 16,-3 0 2-16,-3 5 0 15,-7 0-1-15,-2 10-4 0,-2 10-3 16,-5 4 1-16,-1 11-1 15,-4 2 1-15,-1 10 1 16,-1 7 2-16,7 8-2 16,2 3 0-16,3-1 2 15,10 6-1-15,17-33-3 0,2 2-1 16,3 4 0-16,5-1-3 16,0 2-1-16,11 1 0 15,1-8 0-15,8 2-1 16,1-2 0-16,9-2 0 0,8-6-2 15,2 2 0-15,6-9 1 16,4-5-2-16,5-7 0 16,5-4 1-16,24-9 2 15,40-30 0-15,-7-24 1 16,-10-9 2-16,-17-13 1 0,-23-6-2 16,-20-1 3-16,-22 9 0 15,-18 7-1-15,-12 8 1 16,-14 3-1-16,-13-1 1 0,-9 11 0 15,-6 2-1-15,-7 7 0 16,-9 8-1-16,1 7-1 16,0 6 0-16,0 6-1 15,2 10-3-15,6 3-2 16,9 10-12-16,-2 8-64 0,14 0-3 16</inkml:trace>
  <inkml:trace contextRef="#ctx0" brushRef="#br2" timeOffset="-82279.56">13003 16825 288 0,'0'0'4'0,"0"0"1"15,0 0 4-15,0 0 2 16,-9-4 1-16,9 4-1 15,-15-3 1-15,5 3 1 16,-2 0-3-16,-4 3-2 16,-1 3-3-16,0 2-1 0,-9 2-1 15,2 3 0-15,-3-1 0 16,-3-1 0-16,-4 6 0 16,-5 0 0-16,-2-3-1 15,-6 4 0-15,-1-1 0 0,-7 0 0 16,0-2-1-16,-1 0 1 15,1 0 0-15,-2 0 0 16,0-2 0-16,-3-5-1 0,0 3 0 16,-2-1 1-16,-2-3-1 15,-3-2-1-15,-3 0 1 16,-5-5 0-16,4 0-1 16,1 0 0-16,-2-8 1 0,2-4 0 15,3 0 1-15,5-5-1 16,3-8 0-16,1-3 1 15,3-2 0-15,4-4-1 16,3-2 1-16,2-4-1 0,0-7 2 16,0-6-3-16,0 4 1 15,0-6 0-15,-2-1 1 16,-2-5-1-16,-3 3 1 16,4-7-1-16,-6 3 0 15,4 0 2-15,-2 2 0 0,1 1-1 16,3 5 0-16,-1-1 1 15,2 8-1-15,9 0 1 16,-1 10 0-16,3 2 0 0,10 6-1 16,2 6 2-16,7 6-2 15,6 2-1-15,2 5 0 16,10 10-2-16,-5-7 1 16,5 7-1-16,0 0-1 0,5 10 1 15,-1-3 0-15,4 5 0 16,-1 1 1-16,4 2 0 15,-4 0 0-15,3-1-1 16,-3-2-2-16,4 4-3 16,-6-9-3-16,-1 6-9 0,-4-13-17 15,0 17-47-15,5-7-1 16</inkml:trace>
  <inkml:trace contextRef="#ctx0" brushRef="#br2" timeOffset="-81763.75">10149 15929 301 0,'0'0'4'0,"-11"0"1"0,11 0 2 15,-9 0 2-15,9 0 1 16,0 0 1-16,-10 0-1 16,10 0 2-16,0 0-4 15,-5 12 0-15,5-2-3 0,0 1-1 16,0 6-1-16,0 0-1 16,0-1 0-16,0 2 0 15,0 0 0-15,0-4-1 16,0-3 1-16,0-3 0 0,0-8 2 15,0 0 3-15,0 9 0 16,0-9 1-16,0-6-1 16,0-4 0-16,0-8-1 0,-3-1 0 15,3-6-3-15,0-1-2 16,0-4 1-16,0-3-1 16,0 6 1-16,6 3 1 15,0-1 0-15,0 5-1 0,1 8 0 16,0 2 0-16,4 4 0 15,1 5-2-15,6 1 1 16,-2 1-1-16,7 6 0 16,7 6 1-16,7 2-1 15,4 3 1-15,17 4 0 0,13 0-4 16,23 5-76-16,7 1-2 16</inkml:trace>
  <inkml:trace contextRef="#ctx0" brushRef="#br2" timeOffset="-67496.88">5436 16798 509 0,'0'0'2'0,"0"0"-2"0,0 0 0 16,0 0 0-16,0 0 0 0,0 0 0 15,-13 0 0-15,13 0 0 16,0 0 0-16,0 0 0 16,0 0-59-16,13-2-30 15,-6-1 0-15</inkml:trace>
  <inkml:trace contextRef="#ctx0" brushRef="#br2" timeOffset="-66979.94">5992 16654 472 0,'0'0'4'0,"0"-10"0"0,0-3 2 16,0 5 1-16,0-3 0 16,-2-3 1-16,-4-1-5 15,-2 2-3-15,-1 3 0 0,-6 5 0 16,-2 2 0-16,-3 3 0 16,0 0 0-16,0 10 0 15,0 1 0-15,5 1 0 16,0 2 0-16,7 4 0 15,6-4 0-15,2 4 0 0,12 2 0 16,9-2 0-16,4 1 0 16,5-4 0-16,4 2 0 15,5-1 0-15,-4-2 0 0,3 1 0 16,-9-2 0-16,-1-1 0 16,-6-2 0-16,-6 2 0 15,-9 1 0-15,-5 2 0 16,-2-5 0-16,-9-1 0 15,-7 1 0-15,-9 1 0 0,-2-5 0 16,-8 2 0-16,-2-5 0 16,0-1 0-16,0-2 0 15,-1 0 0-15,6-8 0 16,5 1 0-16,2-3 0 16,7-2 0-16,9 2 0 0,2-2 0 15,7 4-19-15,14-5-68 16,1 1-3-16</inkml:trace>
  <inkml:trace contextRef="#ctx0" brushRef="#br2" timeOffset="-66713.89">6257 16729 462 0,'0'0'4'0,"0"0"2"16,0 0 1-16,0 0 1 15,0 0 0-15,0 0 0 16,0 0 0-16,9 7-8 16,-9-7 0-16,2 18 0 0,-2-6 0 15,1 1 0-15,3-2 0 16,-4 3 0-16,5-3 0 16,-5 1 0-16,2 1 0 0,-2-13-6 15,7 18-23-15,-7-6-54 16,0-12-5-16</inkml:trace>
  <inkml:trace contextRef="#ctx0" brushRef="#br2" timeOffset="-66146.95">6469 16738 394 0,'0'0'7'16,"0"0"3"-16,0 0 4 15,0 0 0-15,0 0 2 0,-5-7 1 16,5 7-1-16,0 0 0 15,0 0-9-15,0 0-7 16,-3 5 0-16,3-5 0 16,0 18 0-16,0-9 0 0,0 7 0 15,0-5 0-15,3 0 0 16,-3-1 0-16,2-3 0 16,-2-7 0-16,3 12 0 15,-3-12 0-15,0 0 0 16,0 0 0-16,0 0 0 0,9-7 0 15,-5-4 0-15,3-3 0 16,0-1 0-16,0-5 0 16,2 3 0-16,3-3 0 15,-3 0 0-15,4 6 0 0,-3 1 0 16,2 6 0-16,-4 2 0 16,2 5 0-16,-1 2 0 15,2 8 0-15,-4 3 0 0,3 4 0 16,-5 3 0-16,3-1 0 15,-3 1 0-15,2 2 0 16,-2-4 0-16,-1-3 0 16,1 5 0-16,-1-11 0 0,3 7-7 15,-2-4-56-15,-5-12-24 16,12 4-2-16</inkml:trace>
  <inkml:trace contextRef="#ctx0" brushRef="#br2" timeOffset="-65430.79">7244 16488 353 0,'0'0'8'0,"0"0"5"16,0-12 2-16,0 12 2 15,0-17 2-15,0 6 0 16,0 1 2-16,0-4 0 0,-3 4-7 16,-4 2-3-16,7 8-11 15,-20-12 0-15,4 10 0 16,0 2 0-16,-4 0 0 15,-2 10 0-15,-3 2 0 0,0 8 0 16,1 2 0-16,1 10 0 16,3 3 0-16,8 4 0 15,5 4 0-15,3-4 0 16,8 1 0-16,5-3 0 0,10-2 0 16,4-4 0-16,7-3 0 15,5-8 0-15,-1-3 0 16,7-1 0-16,1-10 0 15,3-3 0-15,-3-3 0 16,-5-3 0-16,2-1 0 0,-7-1 0 16,-4-5 0-16,-3 3 0 15,-7 2 0-15,-6-5 0 16,-12 10 0-16,13-10 0 16,-13 10 0-16,0 0 0 0,0-8 0 15,0 8 0-15,0 0 0 16,-13-3 0-16,13 3 0 15,-10 0 0-15,10 0 0 0,-7 3 0 16,7-3 0-16,0 10-77 16,0-10-18-16</inkml:trace>
  <inkml:trace contextRef="#ctx0" brushRef="#br2" timeOffset="-64328.97">4569 17293 296 0,'0'0'7'0,"0"0"3"0,0 0 3 0,0 0 0 0,0 0 0 15,0 0 3-15,0 0 1 16,0 0 0-16,0 0-5 16,0 0-2-16,0 0-1 15,0 0 0-15,0 0 1 0,9 3 0 16,6-3-1-16,2 0-1 16,25 0 0-16,23-3 0 15,24-2-1-15,16 0-1 16,17-5-3-16,19 0-3 15,11 1 0-15,2-3 0 0,0 4 0 16,2-2 0-16,6 0 0 16,0 2 0-16,2 1 0 15,4 0 0-15,-3 2 0 0,-2-1 0 16,-2 2 0-16,-6 0 0 16,-13 0 0-16,-13 2 0 15,-17 0 0-15,-20 2 0 16,-20-3 0-16,-20 0 0 15,-17 3 0-15,-10 0 0 0,-17 0 0 16,-8 0 0-16,0 0 0 16,0 0 0-16,-6 0 0 15,-7 3 0-15,1 0 0 0,0-3 0 16,-3 2 0-16,0 0 0 16,0-2 0-16,5 4 0 15,1-4 0-15,0 0 0 16,9 0 0-16,-12 0-17 15,12 0-73-15,-9-8-3 16</inkml:trace>
  <inkml:trace contextRef="#ctx0" brushRef="#br2" timeOffset="-58477.8">7671 16331 162 0,'0'0'4'0,"0"0"2"0,0 0 0 16,0 0 0-16,0 0-1 15,0 0 1-15,0 0 2 16,0 0-1-16,5 11-3 0,-5-11-2 16,11 14 1-16,-2-3-1 15,0-1 1-15,5 2 0 16,-4-2-1-16,-1-3 0 16,7 1 1-16,-4-4 2 15,1 0 2-15,1-4 2 0,4 0 1 16,-1-10 0-16,5-3 2 15,6-5 1-15,2-4-1 16,7-6 1-16,2-3-1 16,9-4-1-16,-2 6-1 0,5-3 0 15,-4 1-1-15,-2 7 0 16,-6 4-4-16,-7 5 0 16,-8 5 0-16,-2 5 0 0,-10 3 1 15,-12 2 2-15,0 0 0 16,0 0 0-16,0 0 1 15,0 0 0-15,0 0-2 16,0 0-2-16,0 0-1 16,0 0-2-16,0 0-1 0,0 0-1 15,0 0 0-15,0 0 0 16,0 0-1-16,0 0 1 16,0 0-2-16,0 0-3 15,0 5-8-15,0-5-23 0,2 12-44 16,-2-12-2-16</inkml:trace>
  <inkml:trace contextRef="#ctx0" brushRef="#br2" timeOffset="-53263.76">4781 16552 411 0,'0'0'5'0,"0"0"2"0,9-6 3 0,-9 6 2 15,7-9 2-15,-7 9 0 0,7-8 1 16,-7 8 0-16,5-11-7 15,-5 11-8-15,0 0 0 16,1 8 0-16,-2 3 0 16,-6 10 0-16,-1 1 0 15,-5 10 0-15,-1-2 0 0,-6 7 0 16,0-3 0-16,-2 4 0 16,-1-6 0-16,1-3 0 15,2-4 0-15,0-2 0 16,6-3 0-16,1-2 0 0,3-10 0 15,5 3 0-15,5-11 0 16,0 14 0-16,0-14 0 16,7 8 0-16,3-5 0 15,3-1 0-15,0-2 0 0,9 0 0 16,-2 0 0-16,6 0 0 16,-3-2 0-16,2-3 0 15,3-1 0-15,-3 4 0 16,2-5 0-16,-8 2 0 15,1 3 0-15,-5-1 0 0,-2 0 0 16,-6 3 0-16,-7 0 0 16,0 0 0-16,0 0 0 15,0 0 0-15,0 0-29 0,-9 3-59 16,9-3-2-16</inkml:trace>
  <inkml:trace contextRef="#ctx0" brushRef="#br2" timeOffset="-52645.98">5065 16787 462 0,'0'0'4'0,"0"0"2"0,0 0 1 16,0 0 1-16,-5-11 1 15,5 11 1-15,0 0-5 16,-5-13-5-16,5 13 0 16,-3-9 0-16,3 9 0 0,0 0 0 15,13-8 0-15,-3 5 0 16,2 3 0-16,1-2 0 15,1 2 0-15,4 0 0 0,-3 0 0 16,3 0 0-16,-9 5 0 16,1 0 0-16,-10-5 0 15,10 20 0-15,-10-8 0 16,-4 3 0-16,-6-2 0 16,2-1 0-16,-4 2 0 0,-1-1 0 15,1-3 0-15,5-2 0 16,7-8 0-16,-11 9 0 15,11-9 0-15,0 10 0 16,0-10 0-16,11 11 0 0,-4-7 0 16,5 0 0-16,3 2 0 15,0-3 0-15,2 1 0 16,0 1 0-16,1-2 0 16,-6 1 0-16,4 2 0 0,-7-1 0 15,-9-5 0-15,10 9 0 16,-10-9 0-16,0 0 0 15,-12 13 0-15,-3-5 0 16,-5-4 0-16,-7 1 0 0,-1 0 0 16,-6 1 0-16,1-5 0 15,-4 7 0-15,3-8 0 16,4 0-73-16,12 0-17 16</inkml:trace>
  <inkml:trace contextRef="#ctx0" brushRef="#br2" timeOffset="-47447.24">4854 17714 319 0,'0'0'7'0,"0"0"3"0,0 0 5 15,0 0 3-15,0 0 2 16,0 0 0-16,0 0 1 16,0 0 0-16,0 0-5 0,0 0-3 15,0 0-5-15,5 13-1 16,-5-13-3-16,7 15 0 16,-7-15-2-16,0 0 0 15,0 0-1-15,7 12-1 16,2 1 0-16,-3-4-1 0,27 28 1 15,-10-17 0-15,-23-20 1 16,25 23 0-16,24 7 1 16,-29-23-2-16,-1-7 0 15,4-3 0-15,-3-4 0 16,-3-10 0-16,1-3 0 0,-6-5 0 16,1-3 0-16,-8-3 0 15,2-4 0-15,-2 0 0 16,-5 1 0-16,2-4 0 15,-2 4 0-15,0-1 0 16,-5 2 0-16,3 4 0 0,-3-1 0 16,3 8 0-16,-3 0 0 15,-1 5 0-15,4 4 0 16,-1 3 0-16,3 0 0 16,0 10 0-16,0 0 0 0,3-10 0 15,-3 10 0-15,8-1 0 16,-8 1 0-16,9-4 0 15,-9 4 0-15,11-2 0 0,-11 2 0 16,12 0 0-16,-12 0 0 16,12-3 0-16,-12 3 0 15,13-2 0-15,-13 2 0 16,14-3 0-16,-6 0 0 0,-1 3 0 16,6 0 0-1,-1 0 0-15,3-1 0 0,0-2 0 16,3 3 0-16,3 0 0 15,2 0 0-15,7 0 0 16,0 0 0-16,4-3 0 0,1 3 0 16,5 0 0-16,0 0 0 15,4 0 0-15,1 0 0 16,0 0 0-16,2 3 0 16,-2 0 0-16,5-2 0 0,-3 2 0 15,0 0 0-15,1 2 0 16,-2-3 0-16,0-2 0 15,-2 5 0-15,-2-2 0 16,-2 0 0-16,2 1 0 16,-5-2 0-16,4 1 0 0,-4 0 0 15,-3-1 0-15,1-2 0 16,0 2-3-16,-1 1 2 16,-2-3-1-16,1 3 1 0,-3-3 0 15,0 0 0-15,-1 0 0 16,1 0 1-16,-2 0 0 15,2 0 0-15,-3 0 0 16,3 0 0-16,-4 0-1 0,3 0 1 16,1 0 0-16,-1 0 0 15,-1-3 0-15,-2 0 0 16,8 1 0-16,-8 2 0 16,4-2 0-16,0-1 0 15,0-2 0-15,-1 5 0 0,1-3 0 16,-2 2 1-16,-1-2-1 15,3 0 1-15,-5 2-1 16,5-3 0-16,-9 4 1 16,5-2 0-16,-1 2 0 0,-5-3 0 15,-1 1 0-15,1-1 1 16,-2 3 0-16,-1-3-2 16,-4 3 0-16,-1-1 0 0,0 1 0 15,-4 0 0-15,-8 0 0 16,15-3 0-16,-15 3 0 15,9 0 0-15,-9 0 0 0,0 0 0 16,11-3 0 0,-11 3 0-16,0 0 0 0,0 0 0 15,0 0 0-15,0 0 0 16,0 0 0-16,7-4 0 16,-7 4 0-16,0 0 0 15,0 0 0-15,0 0 0 0,0 0 0 16,0 0 0-16,0 0 0 15,0 0-40-15,0 0-45 16,-2-13-2-16</inkml:trace>
  <inkml:trace contextRef="#ctx0" brushRef="#br2" timeOffset="-44280.3">5597 17608 400 0,'0'0'7'15,"0"0"3"-15,0 0 2 0,0 0 2 0,0 0 0 0,0 0 0 16,0 0 1-16,0 0 0 16,0 0-5-16,5 15-10 15,-5-5 0-15,2-1 0 16,0 7 0-16,1-1 0 16,-3-15 0-16,0 0 0 0,5 26 0 15,3 2 0-15,-3-6 0 16,0-2 0-16,-1 0 0 15,-1 2 0-15,2 0 0 16,0-1 0-16,-5-21 0 16,5 22 0-16,-1 0 0 15,2-8 0-15,-6-14 0 0,0 0 0 16,0-12 0-16,0-1 0 16,-6-4 0-16,5-5 0 15,-2 3 0-15,1-4 0 16,2 1 0-16,-3 0 0 15,3-3 0-15,0 2 0 0,0 4 0 16,3 1 0-16,3 1 0 16,5 2 0-16,-1 5 0 15,0 0 0-15,2 8 0 16,1 2 0-16,1 0 0 0,-4 7 0 16,1 0 0-16,1 4 0 15,-5 1 0-15,-1-2 0 16,1 1 0-16,-7 6 0 15,0-9 0-15,-5 3 0 0,-3 3 0 16,-2-3-3-16,-2-1-11 16,-3 0-10-16,3-5-31 15,-1 2-28-15,1 0-3 0</inkml:trace>
  <inkml:trace contextRef="#ctx0" brushRef="#br2" timeOffset="-43744.9">5915 17793 454 0,'0'0'5'0,"0"0"2"16,0 0 0-16,0 0 1 15,0 0 0-15,0 0 0 16,0-4 0-16,0 4-2 0,0 0-6 16,9-5 0-16,-9 5 0 15,13 0 0-15,-3 0 0 16,-3 0 0-16,4 0 0 16,-2 2 0-16,-2 5 0 0,4-1 0 15,-11-6 0-15,0 0 0 16,0 0 0-16,0 0 0 15,0 0 0-15,5 12 0 16,2-2-2-16,-4 0 1 16,6 2 4-16,-16 13-3 0,7-25 0 15,0 0 0-15,-7 2 0 16,7-2 0-16,0-4 0 16,0 4 0-16,0-15 0 15,0 15 0-15,7-15 0 16,0 8 0-16,-7 7 0 0,16-16 0 15,-16 16 0-15,17-7 0 16,-9 7 0-16,-1 0 0 16,-7 0 0-16,0 0 0 15,0 0 0-15,0 0 0 0,12 3-12 16,-4 1-19-16,2 4-54 16,-1 0-2-16</inkml:trace>
  <inkml:trace contextRef="#ctx0" brushRef="#br2" timeOffset="-43397.24">6193 17583 457 0,'0'0'5'0,"0"0"1"0,0 0 1 15,0 0 0-15,0 0 0 16,0 0 1-16,0 0-1 15,0 0 0-15,0 0-7 16,0 0 0-16,7 0 0 16,-7 0 0-16,8 0 0 0,-8 0 0 15,9 8 0-15,-9-8 0 16,13 10 0-16,-13-10 0 16,11 14 0-16,-4-4 0 0,-2 0 0 15,-1 0 0-15,-1 0 0 16,3 2 0-16,-4-2 0 15,-1 2 0-15,3-2 0 16,-2 3 0-16,3-1 0 16,0-2 0-16,-5-10 0 0,15 13-5 15,-3-11-51-15,0 1-28 16,4-3-1-16</inkml:trace>
  <inkml:trace contextRef="#ctx0" brushRef="#br2" timeOffset="-43197">6533 17662 438 0,'0'0'5'15,"0"0"2"-15,0 0 2 0,0 0 0 16,0 0 1-16,0 0 0 16,2 15 1-16,-2-15 1 15,3 15-12-15,-3-2 0 16,6-1 0-16,-6 2 0 0,0-14-15 15,0 0-51-15,5 25-20 16</inkml:trace>
  <inkml:trace contextRef="#ctx0" brushRef="#br2" timeOffset="-43027.39">6489 17806 446 0,'0'0'7'0,"0"0"2"0,0 0 2 16,0 0 0-16,0 0-1 15,0 0 1-15,0-10-5 16,0 10-6-16,0 0 0 16,10-7 0-16,-10 7 0 0,22-5-21 15,3 0-62-15,-8 0-3 16</inkml:trace>
  <inkml:trace contextRef="#ctx0" brushRef="#br2" timeOffset="-42527.31">6802 17650 472 0,'0'0'6'16,"0"0"1"-16,0 0 1 16,0 0 0-16,0 0 2 0,0 0-10 15,0 10 0-15,0-10 0 16,0 17 0-16,0-7 0 16,0 2 0-16,0-12 0 15,0 0 0-15,5 25 0 16,-1-2 0-16,-4-23 0 15,9 22 0-15,-2 5 0 16,-7-27 0-16,5 22 0 0,2 3 0 16,-7-25 0-16,13 33 0 15,-13-33 0-15,0 0 0 16,0 0 0-16,0 0 0 16,5-10 0-16,-5-2 0 15,-3-9 0-15,1 5 0 0,-4-5 0 16,4 1 0-16,-1 0 0 15,3 1 0-15,0-4 0 16,0 7 0-16,3-5 0 0,7 6 0 16,0 1 0-16,2 1 0 15,1 7 0-15,1 0 0 16,2 3 0-16,-2 3 0 16,-1 5 0-16,-3 3 0 0,-1 1 0 15,0 4 0-15,-4 2 0 16,-5 0 0-16,-3-1 0 15,-8 4 0-15,-1-4 0 16,-1 4 0-16,-3-5 0 16,-3-1 0-16,3 0 0 0,-4-2 0 15,5-2-43-15,5-1-44 16,-2-5-2-16</inkml:trace>
  <inkml:trace contextRef="#ctx0" brushRef="#br2" timeOffset="-41996.82">7066 17799 406 0,'0'0'5'15,"0"0"2"-15,0 0 1 16,0 0 2-16,0 10-1 15,0-10 2-15,0 0-2 0,0 0 1 16,0 0-4-16,0 0-3 16,0 0 0-16,0 0-1 15,16 37 2-15,-16-37 0 16,16 8 3-16,-6-6 0 0,-1-2-7 16,4 0 0-16,-3 0 0 15,2-2 0-15,-2-4 0 16,0 1 0-16,2 0 0 15,-1 3 0-15,-4-3 0 0,0 0 0 16,-7 5 0-16,16-8 0 16,-16 8 0-16,0 0 0 15,0 0 0-15,0 0 0 16,0 0 0-16,0 0 0 16,4 5 0-16,1 5 0 15,2 0 0-15,4 26 0 16,-4-11 0-16,-7-25 0 0,5 21 0 15,0 4 0-15,-5-25 0 16,0 24 0-16,0 1 0 16,0-25 0-16,0 0 0 15,-10 10 0-15,-3-2 0 16,4 2 0-16,-31 5-7 16,8-10-65-16,13-8-17 0</inkml:trace>
  <inkml:trace contextRef="#ctx0" brushRef="#br2" timeOffset="-41630.34">7416 17601 479 0,'0'0'6'0,"0"0"2"16,-5-3 1-16,5 3 0 0,0 0-9 15,-13-3 0-15,13 3 0 16,0 0 0-16,-7-2 0 16,7 2 0-16,0 0 0 15,0 0 0-15,0 0 0 0,0 0 0 16,0 0 0-16,7-2 0 16,1 2 0-16,-8 0 0 15,17 4 0-15,-17-4 0 16,15 13 0-16,-10-3 0 0,0 2 0 15,0-2 0-15,-3 2 0 16,0-2 0-16,-2 3 0 16,0-1 0-16,0 0 0 15,3 1 0-15,2-1 0 0,5-5 0 16,11 1 0-16,0-3-16 16,16-5-72-16,9-10-4 15</inkml:trace>
  <inkml:trace contextRef="#ctx0" brushRef="#br2" timeOffset="-33762.53">1668 17177 412 0,'0'0'6'15,"0"0"2"-15,-10 0 4 16,10 0-2-16,0 0 1 0,-9 7 3 15,9-7 0-15,-6 18 1 16,6-11-6-16,0 8-9 16,0 0 0-16,3 5 0 15,0 0 0-15,-1 5 0 0,1 1 0 16,-1-1 0-16,3 3 0 16,-3-5 0-16,3 5 0 15,-3 0 0-15,2-3 0 16,1-1 0-16,-3-4 0 0,-2 3 0 15,0-11 0-15,0-12 0 16,0 0 0-16,0 0 0 16,0 0 0-16,0-23 0 15,0-16 0-15,-8-17 0 16,5-7 0-16,1-4 0 0,2 3 0 16,0 2 0-16,13 10 0 15,2 17 0-15,7 17 0 16,1 10 0-16,1 4 0 15,3 4 0-15,3 8 0 16,-5 7 0-16,0 2 0 0,-5 5 0 16,-5 3 0-16,-13-10 0 15,3 0 0-15,-5 2 0 16,0 0 0-16,-2 0 0 16,-3 1 0-16,-5 0 0 0,2-1 0 15,-4 0 0-15,2 0 0 16,3-4 0-16,-3 2 0 15,2-3 0-15,6 1 0 0,-4-4 0 16,6 4 0-16,0-3 0 16,6-2 0-16,1 0 0 15,3 3 0-15,3-4 0 16,1 0 0-16,4 4 0 16,-4-1 0-16,2 0 0 0,-4 2 0 15,-5-5 0 1,1 5 0-16,-8 1 0 0,0-2 0 15,-8 3 0-15,-4-2 0 16,-2 1 0-16,-9-3 0 0,0-6 0 16,-4 5 0-16,0-5 0 15,-1-4 0-15,-1 3 0 16,2-3-15-16,4-3-51 16,5-1-21-16</inkml:trace>
  <inkml:trace contextRef="#ctx0" brushRef="#br2" timeOffset="-33513.47">2113 17343 476 0,'0'0'3'0,"0"0"0"16,0 0 1-16,0 0 1 0,0 0 0 15,0 0 1-15,0 0-1 16,0 0-1-16,5-6-4 16,-5 6 0-16,20-8 0 15,-10 2 0-15,4-1-26 16,9-1-57-16,14-2-3 16</inkml:trace>
  <inkml:trace contextRef="#ctx0" brushRef="#br2" timeOffset="-33363.73">2213 17448 461 0,'0'0'2'0,"0"0"1"16,0 0 0-16,0 0 0 15,0 0 1-15,0 0 0 16,4 0-1-16,6 0-2 0,-3 0-9 16,6 0-30-16,5-4-44 15,1-3-1-15</inkml:trace>
  <inkml:trace contextRef="#ctx0" brushRef="#br2" timeOffset="-32913.54">2886 17189 434 0,'0'0'6'0,"0"0"2"0,0-10 1 16,0 10 2-16,-2-14 0 15,2 14 1-15,-11-17-1 16,1 9-2-16,-6 3-9 16,-2 5 0-16,-2 0 0 0,-5 2 0 15,0 9 0-15,5-3 0 16,0 9 0-16,3 2 0 16,12-12 0-16,3 6 0 0,2-1 0 15,0-2 0-15,5 3 0 16,2-1 0-16,7 0 0 15,2 3 0-15,4-3 0 16,-3 3 0-16,6-2 0 16,-3-2 0-16,1 6 0 0,2-4 0 15,-5 3 0-15,-1-1 0 16,-2-1 0-16,-5-2 0 16,-5 1 0-16,-5-1 0 0,0-2 0 15,-8 3 0-15,-7-6 0 16,0 1 0-16,-7-1 0 15,-1-4 0-15,-3-1 0 16,1 0 0-16,-4-2 0 0,10-2-24 16,0-3-60-16,1-2-4 15</inkml:trace>
  <inkml:trace contextRef="#ctx0" brushRef="#br2" timeOffset="-32713.86">3112 17247 475 0,'0'0'2'0,"0"0"2"16,-5 0 1-16,5 0 0 15,0 0 0-15,-10 7 0 16,10-7 2-16,-8 9-4 0,8-9-3 16,-2 13 0-16,2-3 0 15,0-3 0-15,0 6-12 16,2-6-13-16,2 3-59 0,0-3-3 15</inkml:trace>
  <inkml:trace contextRef="#ctx0" brushRef="#br2" timeOffset="-32297.07">3266 17234 470 0,'0'0'3'0,"0"0"0"0,0 0 0 16,0 0 1-16,0 0-1 15,0 13 1-15,0-13 0 16,2 14 0-16,1-7-3 16,-1 4 1-16,0 1-1 0,4-2-1 15,-3 2 1-15,2 1-1 16,-3-2 1-16,3 2-1 16,0-2 1-16,-3 1 1 15,-2-12-1-15,11 14 2 0,-11-14-3 16,14 3 0-16,-1-8 0 15,1-13 0-15,4-9 0 16,1 3 0-16,-1-6 0 16,3 5 0-16,-5 6 0 0,-4 8 0 15,1 11 0-15,-13 0 0 16,8 11 0-16,-4 1 0 16,-1-3 0-16,3 7 0 15,-2-2 0-15,1 1 0 16,2 3 0-16,-2-4 0 0,6 4-16 15,-4 7-49-15,0-13-21 16,5-5-2-16</inkml:trace>
  <inkml:trace contextRef="#ctx0" brushRef="#br2" timeOffset="-32063.65">3480 16874 459 0,'0'0'5'0,"0"0"1"0,0 0 1 0,0 0 1 16,4 7 0-16,-4-7 2 0,13 3-2 16,-1-3-8-16,4 0 0 15,6 0 0-15,7-4 0 16,4 1 0-16,7 0 0 15,2 2 0-15,0-2 0 16,1 3 0-16,-6 10-80 0,-10-10-9 16</inkml:trace>
  <inkml:trace contextRef="#ctx0" brushRef="#br2" timeOffset="-31830.65">3900 16763 463 0,'0'0'5'0,"0"0"1"0,-2-5 1 15,2 5 2-15,0 0-1 16,0 0 1-16,0 0-5 16,0 0-4-16,0 15 0 0,0 8 0 15,0 4 0-15,0 8 0 16,4 6 0-16,-4-1-6 15,0 5-79-15,5-3-2 16</inkml:trace>
  <inkml:trace contextRef="#ctx0" brushRef="#br2" timeOffset="-31398.73">4429 16331 421 0,'0'0'5'0,"0"0"3"16,0 0 0-16,0 0 0 15,0 0 2-15,-10 11 1 0,-3 12 0 16,1 14 1-16,-6 15-5 16,-3 17 0-16,-4 20-4 15,-3 17-3-15,15-45 0 16,1 8 0-16,3 7 0 0,0 8 0 15,9 8 0-15,4 0 0 16,10 2 0-16,9 3 0 16,12-3 0-16,11 5 0 15,16-13-31-15,6 4-55 16,18-9-3-16</inkml:trace>
  <inkml:trace contextRef="#ctx0" brushRef="#br2" timeOffset="-30547.19">7432 16213 353 0,'0'0'5'0,"0"0"2"15,0-9 2-15,0 9 2 16,0 0 1-16,13-8 2 0,-5 8 1 16,7 2 1-16,4 18-3 15,9 8-1-15,2 11-1 16,9 16-1-16,11 17-1 16,7 12 0-16,9 18-4 15,5 9-5-15,-37-49 0 16,4 10 0-16,-5 4 0 0,-1 11 0 15,-10 7 0-15,0 5 0 16,-15 6 0-16,-7 3 0 16,-4 4 0-16,-16 9-84 15,-14-7-4-15</inkml:trace>
  <inkml:trace contextRef="#ctx0" brushRef="#br2" timeOffset="-25813.81">6938 11014 268 0,'0'0'7'0,"0"0"5"15,0 0 3-15,0 0 2 16,-3-11 1-16,3 11 0 15,0 0 0-15,0 0 2 0,0 0-8 16,0 5-3-16,5 5-3 16,1 0-2-16,-1 3 0 15,0-3-1-15,4 3 0 0,2-4-1 16,0 0 1-16,2-1-1 16,0-5 1-16,2-3 0 15,7-8 2-15,1-6 1 16,4-11 0-16,6-9 1 0,8-7 0 15,7-8-1-15,4-3 0 16,5-3 0-16,-2 4-1 16,0 4-1-16,-6 4 2 0,-11 8-6 15,-4 11 0-15,-14 6 0 16,0 8 0-16,-13 3 0 16,-7 7 0-16,0 0 0 15,0 0 0-15,0 0 0 16,0 0 0-16,0 0 0 0,0 0 0 15,11 5 0-15,-11 5-72 16,0-10-16-16</inkml:trace>
  <inkml:trace contextRef="#ctx0" brushRef="#br2" timeOffset="-21029.93">17272 12000 83 0,'0'0'5'15,"0"0"2"-15,0 0 2 16,0 0 2-16,0 0 1 0,0 0 1 16,0 0-1-16,0 0 3 15,0 0-4-15,0 0-3 16,0 0-1-16,0 0-4 15,0 0-1-15,0 0-3 16,0 0-3-16,0 0-5 0,0 0-5 16,0 0-6-16,0 0-8 15,0 0-14-15,0 0-8 16</inkml:trace>
  <inkml:trace contextRef="#ctx0" brushRef="#br2" timeOffset="-20080.74">17245 12008 127 0,'0'0'4'0,"0"0"3"0,0 0 3 16,0 0-1-16,0 0 4 15,0 0 2-15,0 0 2 16,5 0 2-16,5 0-2 0,5-4-2 16,4 1-1-16,6 2-1 15,11-8-1-15,1 5-3 16,9-3-3-16,0-1-1 15,6-2-2-15,0 6-1 0,-2-1-1 16,-1-1-1-16,-1 2 0 16,-7 1 0-16,-6 0-1 15,1 1-1-15,-12 2-1 16,-6 0-1-16,-4 0 0 0,-6 0-1 16,-8 0-1-16,0 0 0 15,0 0-4-15,0 0-10 16,0 0-12-16,5 10-21 15,-5-10-8-15</inkml:trace>
  <inkml:trace contextRef="#ctx0" brushRef="#br2" timeOffset="-19513.67">17389 12123 152 0,'0'0'4'0,"0"0"1"16,0 0-3-16,0 0-45 0,0 0-3 16</inkml:trace>
  <inkml:trace contextRef="#ctx0" brushRef="#br2" timeOffset="-12811.69">12884 5132 13 0,'0'0'4'0,"0"0"1"0,0 0 2 16,0 0 3-16,0 0 2 16,0 0 2-16,0 0 3 15,0 0 1-15,0 0 0 0,0 0-2 16,0 0-2-16,0 0-3 15,-3-7 0-15,3 7-2 16,0 0 0-16,0 0 1 0,0 0-1 16,0 0-1-16,0 0 0 15,0 0 0-15,0 0 0 16,0 0-2-16,0 0-1 16,0 0-3-16,0 0-1 15,0 0 0-15,0 0 0 0,0 0 1 16,0 5 1-16,0-5 1 15,0 15 2-15,3-5 1 16,0 5 0-16,0 0 1 16,2 7-1-16,-1 0 0 0,1 3-2 15,0 2 0-15,3 5 0 16,-3 1-1-16,0 1-1 16,0 1 0-16,-1 0-1 15,-1-1 1-15,2 4-1 0,-2-4 1 16,-1 3-1-16,1-5-1 15,-3 2 0-15,2-3 1 16,-2-4-1-16,3-2 0 16,-3 0 0-16,0-8 0 0,2 1 0 15,0-4 0-15,-2-1 0 16,3-1 1-16,-3-2 0 16,2-2 0-16,-2-8 1 0,0 14 2 15,0-14-1-15,0 8 0 16,0-8 0-16,0 0 1 15,0 10-1-15,0-10 0 16,0 0-1-16,0 9-1 16,0-9 1-16,0 0-2 0,0 13 1 15,0-13-1-15,-2 10 1 16,2-10-1-16,0 11 0 16,0-11-1-16,-3 8 1 15,3-8-1-15,0 15 1 0,0-15-1 16,0 13 0-16,0-3 1 15,0-10 0-15,-2 17-2 16,2-7 1-16,0 3-1 0,0-4 1 16,0 1-1-16,0-10 1 15,2 18-1-15,-2-18 0 16,5 12 1-16,-5-12 1 16,0 0-1-16,3 8 0 0,-3-8 0 15,0 0 0-15,0 0 0 16,4 9-1-16,-4-9-2 15,0 0-7-15,0 0-10 16,0 0-34-16,0 0-18 16</inkml:trace>
  <inkml:trace contextRef="#ctx0" brushRef="#br2" timeOffset="-12113.74">13314 5445 361 0,'0'0'8'0,"0"0"1"0,0 0 4 16,-5-10 0-16,5 10 0 16,0 0-1-16,0 0 1 0,0 0 0 15,0 0-5-15,0 10-4 16,1 6-2-16,6 2-1 15,-2 5 0-15,2 4 1 16,0-2-1-16,1-1 0 16,2-1 0-16,-3-7 0 0,-2 5 0 15,2-6-1-15,-4-8 0 16,0 3 0-16,-3-10 0 16,0 0-1-16,0 0 1 15,-8 3-1-15,8-3 1 0,-17-14-1 16,4-3 1-16,4-4 0 15,-6-2 0-15,2-4 0 16,4 0 0-16,1-3 0 16,3 5 0-16,5 0 2 0,0 3-3 15,10 3 0-15,5 3 0 16,2 7 0-16,8-4 0 16,-1 8 0-16,2 1 0 15,6 4-1-15,-5 8 3 0,-2 0 0 16,-4 5 0-16,-5 2 0 15,-6 1 1-15,-7 8-1 16,-3-5 1-16,-8-1-1 16,-6 2-1-16,-7-3-2 0,-1 0-1 15,-2-4-1-15,1-1-3 16,1-2-5-16,5-3-11 16,4 11-53-16,13-18-3 15</inkml:trace>
  <inkml:trace contextRef="#ctx0" brushRef="#br2" timeOffset="-11680.18">13654 5489 326 0,'0'0'6'0,"0"0"1"15,0 0 3-15,-5 10 0 16,5-10 2-16,-4 12 0 0,4-12-1 15,-3 18 1-15,3-8-5 16,0-2-2-16,0-8-1 16,16 14 0-16,-2-9-1 0,1-3 0 15,2-2 1-15,-1-2 1 16,0-8 0-16,0 1 0 16,-4-2 2-16,-2-3-1 15,-2 1 1-15,-3 1-1 16,-4-1 0-16,-1 7-2 0,0 6-2 15,0-14 0-15,0 14-1 16,0 0-1-16,0 15 0 16,3-2-1-16,5 2 0 15,-4 5 1-15,9 0 1 0,-5-1 0 16,1 1 0-16,-3-3-1 16,4 1 1-16,-10 2 0 15,0-6 0-15,-10 1 0 16,-1 3-1-16,-9-3 1 0,-6-3-2 15,-2 5-6-15,-6-7-16 16,1 2-55-16,4-2-4 16</inkml:trace>
  <inkml:trace contextRef="#ctx0" brushRef="#br2" timeOffset="-10730.52">7920 6607 413 0,'0'0'5'15,"0"0"3"-15,0 0 2 0,0-10 1 16,0 10 1-16,0 0-2 16,-5-11 1-16,5 11 0 15,0 0-5-15,-3 11-3 0,3 6-3 16,0 0 0-16,0 8-1 16,3 0 1-16,-2 3 0 15,3-2-1-15,-2-1 1 16,-2 0-1-16,0-7 1 0,2-7 0 15,-2 0 0-15,0-11 0 16,0 0 0-16,0 0 0 16,-4-8 1-16,0-9 0 15,3-3 0-15,-4-7 0 0,5-3-1 16,0-2 1-16,0-3-1 16,0 1 0-16,5-2 0 15,2 7 0-15,1 0 0 16,2 8-1-16,4 6 1 0,-1 7-1 15,4 4 0-15,1 4 0 16,0 8 0-16,-1 4 0 16,-2 5 1-16,-1 2-1 15,-6 6 1-15,-4 0 0 0,-4-2-1 16,-4-1-2-16,-4 3-1 16,-9-5-5-16,0-3-6 15,-1-1-15-15,-9-2-51 16,10-3 0-16</inkml:trace>
  <inkml:trace contextRef="#ctx0" brushRef="#br2" timeOffset="-9946.73">8163 6741 378 0,'0'0'6'0,"0"0"3"0,0 0 1 16,0 0 2-16,0 0 0 15,0-13 1-15,0 13 0 0,0 0 0 16,11-11-4-16,-4 10-5 16,5 1-1-16,1 0-1 15,-1 5-1-15,5 5 0 16,-4 0-1-16,-1 2 0 15,-1 2 1-15,-4 1-1 0,-2 0 1 16,-5-1-1-16,-3 3 0 16,-4-9 0-16,-6 5 0 15,-1-3 0-15,-2-5 0 16,-1 0 0-16,4-2 0 0,-1-3 0 16,4-5 0-16,4-5 0 15,6-5 0-15,4-2 0 16,3-4 0-16,7-1-1 15,4 0 1-15,2 0 0 0,0 1 1 16,-2 4 0-16,-4 8 0 16,-1-1 0-16,-13 10-1 15,10-5 1-15,-10 5 0 0,2 8-1 16,-2 1 0-16,0 7 0 16,0 3 0-16,0 0 0 15,2 1 1-15,8 1-1 16,6-2 0-16,3-1-5 15,11-8-29-15,10-3-45 0,7-7-2 16</inkml:trace>
  <inkml:trace contextRef="#ctx0" brushRef="#br0" timeOffset="16637.47">9492 17591 432 0,'0'0'6'0,"0"0"0"0,0 0 2 0,0 0 1 16,0 0 1 0,0 0 0-16,0 10 0 0,-2-3 0 15,-3 5-3-15,-4 3-4 16,-4 5-3-16,13-20 0 16,-15 22 0-16,3 0 0 15,-8 3 0-15,-3 3 0 0,-2 1 0 16,1 1 0-16,-9 0 0 15,-2 2 0-15,3-1 0 16,0 0 0-16,-3-10 0 16,0 4 0-16,8-8 0 15,-5-3 0-15,7-9 0 16,0-3 0-16,-10-9 0 16,23-3 0-16,5-5 0 0,4-2 0 15,3-3 0-15,0-5 0 16,8 4 0-16,1-4 0 15,3 2 0-15,4 0 0 16,-1 3 0-16,2 8 0 16,1 0 0-16,1 2 0 0,1 7 0 15,0 3 0-15,-20 0 0 16,20 0 0-16,0 8 0 0,3 1 0 16,-4 2 0-1,1 3 0-15,0 4 0 0,2 2 0 16,0 0 0-16,1 2 0 15,2 3 0-15,-6-3 0 16,6 0 0-16,0 0 0 16,-2 1 0-16,-1-6 0 15,2 3 0-15,-3-2 0 16,1-1 0-16,-22-17 0 0,25 20 0 16,0 2 0-16,-25-22-2 15,0 0-85-15,0 0-2 16</inkml:trace>
  <inkml:trace contextRef="#ctx0" brushRef="#br0" timeOffset="16971.24">9719 17836 429 0,'0'0'6'0,"0"0"3"16,0 0 2-16,0 0 2 15,0 0 1-15,0-3 0 16,0 3 1-16,7-7-15 0,-7 7 0 15,15-8 0-15,-2 3 0 16,1 1 0-16,2-1 0 16,0 2 0-16,7-2 0 15,-3 5-71-15,2-3-16 16</inkml:trace>
  <inkml:trace contextRef="#ctx0" brushRef="#br0" timeOffset="17155.14">9729 17950 430 0,'0'0'4'0,"0"0"3"16,0 0 2-16,0 0 2 15,0 0 0-15,0 0 1 0,0 0 0 16,0 0-1-16,0 0-7 16,2 0-4-16,3 0 0 15,52-10 0-15,-34 5-35 16,2 5-48-16,2 0-3 15</inkml:trace>
  <inkml:trace contextRef="#ctx0" brushRef="#br0" timeOffset="17469.57">10334 17481 457 0,'0'0'6'0,"0"0"2"15,0 0 2-15,0 0 0 16,0 0 1-16,0 0-2 0,0 0-9 16,0 8 0-16,0 4 0 15,0 1 0-15,4 4 0 16,-2 6 0-16,3 2 0 15,-5-25 0-15,2 26 0 16,8 4 0-16,-2 2 0 0,-3 0 0 16,2 6 0-16,11 36 0 15,-18-74-80-15,7 35-9 16</inkml:trace>
  <inkml:trace contextRef="#ctx0" brushRef="#br0" timeOffset="17670.01">10271 17866 439 0,'0'0'7'0,"0"0"3"16,0 0 1-16,0 0 1 15,0-10 0-15,0 10 0 16,0-10-4-16,0 10-8 16,9-10 0-16,1 7 0 0,3-1 0 15,-1-2 0-15,6 1 0 16,4 0-40-16,3 3-44 15,0-3-2-15</inkml:trace>
  <inkml:trace contextRef="#ctx0" brushRef="#br0" timeOffset="18319.94">10805 17759 440 0,'0'0'7'16,"0"0"2"-16,0 0 3 15,-3-10 1-15,3 10 0 0,0 0 2 16,-13-10-13-16,13 10-2 15,-12-10 0-15,12 10 0 16,-20-6 0-16,13 0 0 16,-5 6 0-16,1 0 0 0,-1 0 0 15,0 6 0-15,2 0 0 16,10-6 0-16,0 0 0 16,0 0 0-16,-8 10 0 15,1 0 0-15,0 3 0 16,-1 17 0-16,8-11 0 15,0-19 0-15,10 20 0 16,20 11 0-16,-15-23 0 0,0-5 0 16,2-3 0-16,1 0 0 15,-2 0 0-15,2-11 0 16,-3 5 0-16,-2-7 0 16,-4 3 0-16,3 0 0 0,-3 0 0 15,-2 1 0-15,-7 9 0 16,7-12 0-16,-7 12 0 15,0 0 0-15,0 0 0 0,0 0 0 16,0 0 0-16,0 0 0 16,0 0 0-16,0 1 0 15,0 2 0-15,0 2 0 16,7 45 0-16,-1-28 0 16,-6-22 0-16,12 31 0 15,-12-31 0-15,12 4 0 0,-12-4 0 16,20-10 0-16,-10-2 0 15,-2-1 0-15,4 2 0 16,-3-5 0-16,2 3 0 16,-1-2 0-16,-3 1 0 15,4 3 0-15,-2-1 0 0,-1 5 0 16,-8 7 0-16,15-7 0 16,-15 7 0-16,0 0 0 15,0 0 0-15,0 0 0 16,7 5 0-16,1 4 0 0,-1 3 0 15,13 24 0-15,-10-11 0 16,-10-25-81-16,13 22-9 16</inkml:trace>
  <inkml:trace contextRef="#ctx0" brushRef="#br0" timeOffset="18619.6">11073 17566 445 0,'0'0'7'0,"0"0"1"0,0 0 2 0,0 0 1 15,0 0 0-15,5-5 0 16,-5 5-3-16,12-5-8 0,-5 3 0 16,6 2 0-16,-3-6 0 15,3 4 0-15,4 2 0 16,-8-4-25-16,9 0-60 16,-2 0-2-16</inkml:trace>
  <inkml:trace contextRef="#ctx0" brushRef="#br0" timeOffset="18870.38">11384 17417 448 0,'0'0'5'0,"0"0"4"0,0 0 2 16,0 0 2-16,0 0-1 15,0 0 1-15,0 0-13 16,0 0 0-16,0 0 0 0,7 10 0 15,-7 0 0-15,2 2 0 16,1 1 0-16,-1 2 0 16,1 2 0-16,-1 3 0 15,6 0 0-15,-5 0 0 16,2 5 0-16,2-6-84 0,-2 1-5 16</inkml:trace>
  <inkml:trace contextRef="#ctx0" brushRef="#br0" timeOffset="19206.16">11809 17177 439 0,'0'0'8'0,"0"0"3"15,0 0 1-15,0 0 0 16,0 4 2-16,-11 7 1 16,7-4-15-16,-4 6 0 0,-1 6 0 15,-4 4 0-15,-2 4 0 16,-3 5 0-16,4 10 0 16,-4 3 0-16,0 4 0 15,6 8 0-15,5 0 0 0,0 9 0 16,7-6 0-16,0 7 0 15,12 3 0-15,6 2 0 16,8-6 0-16,10 1 0 16,3-2 0-16,1-7-53 15,12-10-36-15</inkml:trace>
  <inkml:trace contextRef="#ctx0" brushRef="#br0" timeOffset="20919.44">12140 17226 475 0,'0'0'5'0,"0"0"2"0,0 0 1 15,0 0 2-15,-6-9-4 16,6 9-6-16,0 0 0 15,0 0 0-15,0 0 0 16,0 0 0-16,-7 9 0 16,7 1 0-16,0 1 0 0,0 1 0 15,2 0 0-15,0 3 0 16,1 0 0-16,-1 2 0 16,1-5 0-16,-2 6 0 15,2-4 0-15,1 1 0 0,-2-2 0 16,-2-1 0-16,0-2 0 15,3-2 0-15,-3-8 0 16,0 0 0-16,0 0 0 16,0-8 0-16,-3-14 0 15,3-14 0-15,0 2 0 0,0-7 0 16,3 4 0-16,6 4 0 16,9 5 0-16,-1 16 0 15,8 8 0-15,-2 1 0 16,-2 3 0-16,4 5 0 0,-4 5 0 15,-1 2 0-15,-8 3 0 16,-5 0 0-16,-7-5 0 16,0 0 0-16,-2 2 0 15,-6-2 0-15,-5 0 0 16,4 0 0-16,-6 0 0 0,2 0 0 16,-3-3 0-16,0 1 0 15,2-1 0-15,-2 0 0 16,2-1 0-16,3-2 0 15,-1 1-20-15,0-2-66 0,12-3-3 16</inkml:trace>
  <inkml:trace contextRef="#ctx0" brushRef="#br0" timeOffset="21502.97">12444 17291 420 0,'0'0'6'0,"0"0"6"15,0 0-4-15,0 0 3 16,0 0-1-16,0 0 0 16,0 0 1-16,0 0 0 15,0 0-6-15,0 13-5 0,0-13 1 16,3 9 0-16,-3-9 0 16,10 7-1-16,-10-7 1 15,12 9 0-15,-12-9 1 16,18 4-2-16,-11-1 0 15,1-3 0-15,4 0 0 0,-12 0 0 16,15 0 0-16,-8-3 0 16,14-7 0-16,-21 10 0 15,12-5 0-15,-12 5 0 16,10-5 0-16,-10 5 0 16,0 0 0-16,10 5 0 0,-10-5 0 15,2 15 0-15,1-5 0 16,-1 5 0-16,0 2 0 15,1-2 0-15,-3 0 0 16,0 0 0-16,0 2 0 16,-5 2 0-16,0-3 0 0,-4 1 0 15,-2-5 0-15,-1 1 0 16,-6-3 0-16,4 0-33 16,-3-2-52-16,-1-2-3 15</inkml:trace>
  <inkml:trace contextRef="#ctx0" brushRef="#br0" timeOffset="21801.36">12072 17615 381 0,'0'0'8'0,"0"0"2"15,0 0 3-15,0 0 2 0,0 0 2 16,7 5 2-16,-7-5 0 16,18 5 2-16,-4-1-13 15,6-4-8-15,8 0 0 0,2 0 0 16,9 0 0-16,7 0 0 16,-2 0 0-16,8 0 0 15,0 0 0-15,0 0 0 16,3 0 0-16,-5 0 0 0,-1-4 0 15,1 4 0-15,-8 4-66 16,-11-4-24-16</inkml:trace>
  <inkml:trace contextRef="#ctx0" brushRef="#br0" timeOffset="22386.44">12209 17851 416 0,'0'0'7'16,"0"0"5"-16,0 0 0 16,0 0 2-16,0 0 1 0,0 0-2 15,0 0 1-15,0 0-6 16,0 0-8-16,0 0 0 15,0 5 0-15,0 0 0 16,0 0 0-16,0 44 0 16,0-27 0-16,0-22 0 15,2 23 0-15,3-2 0 0,-5-21 0 16,5 25 0-16,0-2 0 16,-5-23 0-16,0 0 0 15,0 0 0-15,0 0 0 16,0 0 0-16,0 0 0 15,5 13 0-15,-5-26 0 16,0-4 0-16,0-3 0 0,0-2 0 16,0 2 0-16,0-5 0 15,2 4 0-15,0-3 0 16,7 2 0-16,-5 2 0 16,8 5 0-16,-4-2 0 0,7 7 0 15,-5 6 0-15,0 1 0 16,-10 3 0-16,0 0 0 15,0 0 0-15,0 0 0 16,0 0 0-16,12 7 0 0,-4 3 0 16,2-3 0-16,-5 28 0 15,-7-10 0-15,2-25 0 16,-18 20 0-16,-1 2 0 16,19-22-20-16,-23 18-66 15,-5 1-2-15</inkml:trace>
  <inkml:trace contextRef="#ctx0" brushRef="#br0" timeOffset="22919.03">12432 17935 486 0,'0'0'5'0,"0"0"1"0,0 0 2 0,0 0-2 16,0 0-6-16,0 0 0 16,0 0 0-16,0 0 0 15,0 0 0-15,0 0 0 16,8 0 0-16,-4 0 0 16,1 0 0-16,3-2 0 15,27-4 0-15,-28 6 0 0,3 3 0 16,3 0 0-16,-13-3 0 15,7 9 0-15,0 4 0 16,-2-1 0-16,3 1 0 16,-8-1 0-16,0-2 0 15,0 0 0-15,0 2 0 16,0-12 0-16,0 0 0 0,0 0 0 16,0 0 0-16,0 0 0 15,-8 0 0-15,8 0 0 16,16-22 0-16,-16 22 0 15,22-29 0-15,-22 29 0 16,0 0 0-16,0 0 0 16,12-13 0-16,-2 3 0 0,0-3 0 15,2 1 0-15,-12 12 0 16,0 0 0-16,0 0 0 16,0 0 0-16,5 2 0 15,0 6 0-15,1-3 0 16,38 44-15-16,-26-26-73 15,8-18-4-15</inkml:trace>
  <inkml:trace contextRef="#ctx0" brushRef="#br0" timeOffset="26557.07">13478 1531 438 0,'0'0'3'0,"0"0"3"0,0 0 1 16,0 0 0-16,0 0 1 15,-10-5-1-15,10 5 1 16,-15 10 2-16,-5 15-3 16,-1 6-2-16,-4 9-2 0,-3 7-1 15,5 13-2-15,1 9 0 16,7 0 0-16,15-12 0 15,3-7 0-15,5-2 0 16,11-9 0-16,1-9 0 0,7-12 0 16,3-14 0-16,5-4 0 15,-2-10 0-15,4-9 0 16,-1-14 0-16,-1-9 0 16,0-8 0-16,-5-5 0 0,-19 26 0 15,1-4 0-15,-5 1 0 16,-2-2 0-16,-5 1 0 15,0-1 0-15,-10 4 0 16,0 0 0-16,-10 9 0 0,3 0 0 16,-8 6 0-16,3 3 0 15,-18 8 0-15,-12 4 0 16,-1 9 0-16,11 23 0 16,12 8 0-16,18 5 0 15,17-6 0-15,14-7 0 0,20-9 0 16,0-3 0-16,8-11 0 15,0 1 0-15,3-10 0 16,-8 0-86-16,8-1-2 0</inkml:trace>
  <inkml:trace contextRef="#ctx0" brushRef="#br0" timeOffset="26969.51">13791 1957 488 0,'0'0'4'0,"-3"-11"0"0,3-1 2 16,0-1-1-16,0-1-1 15,6-1-4-15,3-2 0 16,7 0 0-16,1 3 0 0,8 3 0 15,0 5 0-15,-3 5 0 16,3 1 0-16,-3 7 0 16,-7 8 0-16,-7 7 0 0,-6 4 0 15,-7 8 0-15,-10-2 0 16,-4 5 0-16,-11-3 0 16,0 4 0-16,-2-8 0 15,-1-4 0-15,4-5 0 16,6-4 0-16,3-5 0 0,10-4 0 15,10-8 0-15,0 0 0 16,20-3 0-16,5-9 0 16,12-1 0-16,-2-12-4 15,7 6-83-15,8-11-1 16</inkml:trace>
  <inkml:trace contextRef="#ctx0" brushRef="#br0" timeOffset="27153.07">14201 1798 454 0,'0'0'6'16,"0"0"1"-16,0 0 1 15,-12 10 0-15,12-10 2 0,0 0-1 16,0 0 0-16,14 0-9 16,7-2 0-16,11-3 0 15,5-2 0-15,13 1-9 16,-3 6-63-16,0-2-14 0</inkml:trace>
  <inkml:trace contextRef="#ctx0" brushRef="#br0" timeOffset="27304.99">14219 2019 458 0,'0'0'5'0,"0"0"0"0,-7 2 2 16,7-2 0-16,0 0 1 15,12 0 0-15,13 0 0 16,5-5-3-16,16-3-5 15,2-11-7-15,14-18-73 16,3 12-6-16</inkml:trace>
  <inkml:trace contextRef="#ctx0" brushRef="#br0" timeOffset="29520.28">15382 1421 441 0,'0'0'4'0,"0"0"2"0,0 0 1 0,0 0 1 16,0 0 0-16,0 0 0 16,-2 11 0-16,-4-2 0 15,-1 4-3-15,2-3 0 16,-16 22-2-16,0 5-3 16,-9 5 0-16,-2 0 0 0,-2 4 0 15,-5-2 0-15,7-10 0 16,4-9 0-16,-2-5 0 15,1-8 0-15,1 3 0 16,2-8 0-16,1-1 0 0,2-6 0 16,5-3 0-16,4-10 0 15,7-3 0-15,2-5 0 16,5 9 0-16,0 0 0 16,5-5 0-16,2 4 0 15,2-2 0-15,2-2 0 0,1 1 0 16,0 4 0-16,4 2 0 15,4 0 0-15,6 1 0 16,15 6 0-16,-4 3 0 0,2 11 0 16,-4 6 0-16,-1 7 0 15,0 1 0-15,-4 0 0 16,-2-3 0-16,0-2 0 16,-5-3 0-16,4-4 0 15,-2-4 0-15,-6 1 0 0,1-4 0 16,-4-2 0-16,-3-1 0 15,-2-3 0-15,0 0 0 16,-11 0 0-16,12 2 0 16,-12-2 0-16,0 0 0 0,0 0 0 15,0 0 0-15,0 0 0 16,0 0 0-16,0 0 0 16,-5-8 0-16,5 8 0 15,-12 0-45-15,12 0-43 0,-11 0-4 16</inkml:trace>
  <inkml:trace contextRef="#ctx0" brushRef="#br0" timeOffset="29835.48">15958 1528 478 0,'0'0'3'0,"0"0"2"16,0 0-1-16,0 0 1 0,0 0-1 16,0 0 0-16,0 0 1 15,0 0-2-15,0 13-3 16,0 7 0-16,0 5 0 15,2-1 0-15,2 11 0 16,0 2 0-16,6 0 0 0,-8-10-13 16,-6-2-72-16,4-5-3 15</inkml:trace>
  <inkml:trace contextRef="#ctx0" brushRef="#br0" timeOffset="30103.13">15767 1649 434 0,'0'0'5'0,"0"0"2"15,9 0 2-15,4-3 1 0,6 2 2 16,-1-2-2-16,0 3 1 16,4-4 0-16,8 1-9 15,-3 3-2-15,5-3 0 16,1-2 0-16,-1 5 0 0,0-2 0 15,0 2 0-15,-2 0 0 16,-2 0 0-16,9-8 0 16,8 8 0-16,-13 0 0 15,-22 3-14-15,-10-3-67 16,0 0-6-16</inkml:trace>
  <inkml:trace contextRef="#ctx0" brushRef="#br0" timeOffset="30969.61">16638 1441 439 0,'0'0'6'0,"0"0"1"0,0 0 1 0,-7-12 2 16,7 12-1-16,0 0 0 15,-7-2 1-15,7 2-1 16,-7 7-5-16,7 3-4 16,-3 3 0-16,3-13 0 0,-2 37 0 15,2-3 0-15,2 7 0 16,6 0 0-16,-1 4 0 16,5-6 0-16,-2-14 0 15,-2-15 0-15,-8-10 0 16,9 10 0-16,-9-10 0 0,3-7 0 15,-3-9 0-15,0 7 0 16,0-2 0-16,0-3 0 16,0-5 0-16,-3-2 0 0,3-4 0 15,0 3 0-15,0-4 0 16,0 1 0-16,3 0 0 16,5 0 0-16,-4 0 0 15,9 2 0-15,-3 1 0 0,2 5 0 16,3 2 0-16,0 3 0 15,-3 3 0-15,6 8 0 16,-6 1 0-16,3 4 0 16,-5 10 0-16,0 0 0 15,-4 1 0-15,1 2 0 0,-5 3 0 16,-2-3 0-16,0 3 0 16,-5 2 0-16,1-4 0 15,-5-1 0-15,9-7 0 16,-7 5 0-16,2-2 0 15,0 6 0-15,5-9 0 0,10-4 0 16,13 0 0-16,7-1 0 16,4 1 0-16,1 1 0 15,-3 0 0-15,-7 0 0 0,0 3 0 16,-8 0 0-16,-4 0 0 16,-9 3 0-16,-4-3 0 15,-2-1 0-15,-13 2 0 16,-4 1 0-16,-11 1 0 0,-8-4 0 15,-11-2 0-15,-4 1 0 16,1-1-3-16,-9-4-11 16,10 4-21-16,2-4-49 15,2-3-3-15</inkml:trace>
  <inkml:trace contextRef="#ctx0" brushRef="#br0" timeOffset="31519.37">12874 1384 370 0,'0'0'7'0,"0"0"3"16,0-10 3-16,0 10 0 0,0 0 1 15,0 0 1-15,0 0 0 16,-9 20 0-16,3 10-3 15,4 22-4-15,2 20-2 16,0 15-1-16,0 17 0 16,5 15-2-16,2 7-3 0,3-12 0 15,-2-16 0-15,0 0 0 16,-1-16 0-16,-2-13 0 16,-2-10 0-16,-3-14-2 15,7-16-48-15,-7-6-35 0,0-23-3 16</inkml:trace>
  <inkml:trace contextRef="#ctx0" brushRef="#br0" timeOffset="32455.08">12651 1439 357 0,'0'0'4'15,"0"0"1"-15,0 0 2 16,-2-12-1-16,2 12 4 0,4-10 0 15,6 5 1-15,3-3 0 16,4-2-2-16,10-2-1 16,4 1-1-16,13 3 0 15,10-9-1-15,11 9-2 0,10-7-1 16,12 0 0-16,17 1-1 16,15-3 0-16,10 1 0 15,13 1-1-15,12-3 0 16,10 3 0-16,13-2 1 0,9-3-2 15,3 3 1-15,6 2-1 16,7-2 1-16,-1 3-1 16,1-4 0-16,0 0-1 15,-2 1 0-15,0-1 1 16,-14 6-1-16,-2-2 0 16,-8 0 1-16,-5 3 0 0,-9 1 0 15,-11 0 1-15,-6 2-1 16,-16 3 0-16,-10 0 1 15,-10 0 0-15,-15 1 2 16,-9 2 0-16,-7-2 1 16,-16 2 0-16,-8-1 1 0,-9 2 0 15,-45 1-1-15,31-4-1 16,2 2-3-16,-33 2 0 16,21-2 0-16,-2-3 0 15,-19 5 0-15,0 0 0 16,0 7 0-16,-7 3-3 15,-1 7 1-15,-2 6 1 0,-2 6 0 16,0 4 0-16,-4 9 0 16,8-20 3-16,-21 84 0 15,-1 9 0-15,3 11 1 16,2 5-3-16,0 3 0 0,6-15 0 16,6-10 0-16,5-32 0 15,1-5 0-15,2-8 0 16,3-6 0-16,-4-14 0 0,1-7 0 15,-2-8 0-15,0-4 0 16,-3-4 0-16,0-10 0 16,-7 3 0-16,-3-6 0 15,-10 0 0-15,-7-1 0 16,-6-1 0-16,-9-4 0 16,-12 0 0-16,-14 1 0 0,-11-1 0 15,-13 4 0-15,-12-6 0 16,-13 2 0-16,-17-2 0 15,-15 2 0-15,-10 1 0 0,-15-3 0 16,-13 0 0-16,-19 1 0 16,-12 5 0-16,-13-1 0 15,-5 1 0-15,-7 1 0 16,-5 2 0-16,6 1 0 0,6-3 0 16,25 1 0-16,12 0 0 15,29-1 0-15,17-2 0 16,29-2 0-16,31-1 0 0,15-2 0 15,31 0 0-15,15 0 0 16,32 4 0-16,12 7-73 16,23-11-16-16</inkml:trace>
  <inkml:trace contextRef="#ctx0" brushRef="#br0" timeOffset="34086.59">17792 4278 365 0,'0'0'9'0,"-3"-18"7"0,1 6 1 16,0-5 2-16,-4-1 2 15,1 1 0-15,0-2 1 16,0 1-1-16,1 8-21 16,-7 7 0-16,1 6 0 15,-6 14 0-15,-2 10 0 16,0 8 0-16,-5 13 0 0,4 1 0 16,-1 12 0-16,5 0 0 15,3-2 0-15,12 1 0 16,0-9 0-16,12-7 0 0,9-6 0 15,-2-8 0-15,13-11 0 16,-2-8 0-16,7-7 0 16,1-4 0-16,-2-10 0 0,2-9 0 15,-3-8 0-15,-3-11 0 16,-4-6 0-16,-8-8 0 16,-6-8 0-16,-9-5 0 15,-5 1 0-15,-10 3 0 16,-10-2 0-16,-4 12 0 15,-6 6 0-15,-2 13 0 0,-3 9 0 16,-3 13 0-16,-1 7 0 16,4 6 0-16,3 12 0 15,2 5 0-15,3 8 0 16,9 3 0-16,5 4 0 0,9-3 0 16,8 0 0-16,11 1 0 15,8-8 0-15,7-4 0 16,9-3 0-16,4-8 0 0,1-2 0 15,4-6 0-15,1-2 0 16,1 0 0-16,-5 0 0 16,-8-7 0-16,5-3-67 15,-7 4-22-15,-10 2-1 0</inkml:trace>
  <inkml:trace contextRef="#ctx0" brushRef="#br0" timeOffset="34352.94">18321 4447 475 0,'0'0'4'0,"0"0"2"0,0 0 1 16,0 0 0-16,5 0 1 15,-5 0-4-15,15-6-4 0,-3 1 0 16,6 1 0-16,1-1 0 16,4-3 0-16,4 8-5 15,3-2-80-15,-5 2-2 0</inkml:trace>
  <inkml:trace contextRef="#ctx0" brushRef="#br0" timeOffset="34503.04">18298 4563 460 0,'0'0'3'0,"0"0"2"16,-7 4 1-16,7-4 2 0,0 0 1 16,0 9 1-16,12-7 0 15,6 0-10-15,9-2 0 16,10-2 0-16,11 0 0 16,-1-11 0-16,-4 5-82 15,15-5-6-15</inkml:trace>
  <inkml:trace contextRef="#ctx0" brushRef="#br0" timeOffset="36488.33">19036 4457 337 0,'0'0'8'0,"0"0"5"16,-7-9 4-16,7 9 2 15,0 0 1-15,0 0 1 16,-10-12 0-16,10 12 1 0,0 0-8 15,0 0-4-15,8-2-1 16,4 0-9-16,10-1 0 16,6 1 0-16,6-6 0 15,8 3 0-15,8-2 0 0,0-1 0 16,2-2 0-16,-7 5 0 16,-3-1 0-16,-5-1 0 15,-12 3 0-15,-7 4 0 0,-11 0 0 16,-7 0 0-16,0 0 0 15,-9 12 0-15,-4-7 0 16,-2 0 0-16,-3 5 0 16,1-2 0-16,2-1 0 0,-2-2 0 15,9 3 0-15,-4-3-7 16,12-5-49-16,0 0-32 16,0 0-1-16</inkml:trace>
  <inkml:trace contextRef="#ctx0" brushRef="#br0" timeOffset="36852.94">20130 3934 413 0,'0'0'5'0,"0"0"4"0,5-11 2 15,-5 11 0-15,0-11 2 0,0 11 0 16,-10-14 0-16,-3 14 0 16,-4 9-3-16,-8 10-10 15,-7 16 0-15,-3 7 0 0,1 15 0 16,1 7 0-16,3 5 0 16,6 1 0-16,3-1 0 15,14-5 0-15,7-3 0 16,10-12 0-16,10-2 0 15,8-12 0-15,6-3 0 0,8-10 0 16,8-5 0-16,-1-4 0 16,6-8 0-16,2-3 0 15,-4-7-20-15,-2 0-65 16,-6-5-4-16</inkml:trace>
  <inkml:trace contextRef="#ctx0" brushRef="#br0" timeOffset="37119.23">20420 4159 470 0,'0'0'4'0,"0"0"1"15,0 0 2-15,0 0-1 16,0 0 1-16,0 0 1 15,5 5-4-15,-5 10-4 16,3 9 0-16,2 1 0 0,-2 7 0 16,-1 0 0-16,5 6 0 15,-2-7 0-15,2 2-6 16,-1 2-56-16,4-10-25 16,2-11 0-16</inkml:trace>
  <inkml:trace contextRef="#ctx0" brushRef="#br0" timeOffset="37552.99">20905 4196 461 0,'0'0'4'0,"0"0"2"0,-7-14 1 16,7 14 1-16,-20-16 1 16,5 7 0-16,-3 1-2 0,-2 1-7 15,1 7 0-15,-4 0 0 16,3 4 0-16,3 4 0 15,4 7 0-15,4 0 0 16,3 4 0-16,6 1 0 0,0 3 0 16,15-3 0-16,3 2 0 15,2 0 0-15,4 0 0 16,1-1 0-16,3-3 0 16,-3 0 0-16,0 2 0 15,-8-5 0-15,-2 0 0 16,-5 0 0-16,-8-3 0 0,-2 0 0 15,-5-2 0-15,-10-2 0 16,-7-3 0-16,-3-3 0 16,-5-2 0-16,3-2 0 0,-5-8 0 15,4-3 0-15,6-6 0 16,7-4 0-16,8-4 0 16,7-3 0-16,7 1 0 15,11-4 0-15,6 1 0 0,4 3 0 16,4 7 0-16,0-1 0 15,0 8-23-15,14 5-61 16,-20 3-2-16</inkml:trace>
  <inkml:trace contextRef="#ctx0" brushRef="#br0" timeOffset="38303.15">21335 4298 400 0,'0'0'6'16,"5"-10"3"-16,-5 2 3 0,2 1 1 15,-2-7 1-15,0 3 0 16,0-1 1-16,-2-1-1 16,-10 6-5-16,-4 2-4 15,0 5-5-15,-5 5 0 16,3 7 0-16,-1 6 0 0,4 3 0 16,3 3 0-16,9 2 0 15,3-1 0-15,5-3 0 16,10 0 0-16,7-4 0 15,5-3 0-15,4-7 0 16,3-3 0-16,3-3 0 0,-2-2 0 16,-2-7 0-16,-4-3 0 15,-4-5 0-15,-5-5 0 0,-8-2 0 16,-3-3 0-16,-9-5 0 16,-9 3 0-16,-6 0 0 15,-7 4 0-15,-8 6 0 16,0 4 0-16,-2 8 0 0,0 5 0 15,2 5-15-15,5 6-69 16,8 1-3-16</inkml:trace>
  <inkml:trace contextRef="#ctx0" brushRef="#br0" timeOffset="38653.14">21882 4248 511 0,'0'0'0'0,"0"0"0"15,2-7 0-15,-2 7 0 16,12-10 0-16,4 5 0 0,-2-5 0 16,14 3 0-16,-1 1 0 15,3-1 0-15,5 2 0 16,2 3 0-16,-3-3 0 0,-4 5 0 15,-2 0 0-15,-11 0 0 16,0 0 0-16,-9 0 0 16,-8 0 0-16,0 0 0 15,0 0 0-15,-8 5 0 16,-1-1 0-16,-1-1 0 16,-1-1 0-16,2 3 0 0,9-5 0 15,-16 13-73-15,16-13-20 16</inkml:trace>
  <inkml:trace contextRef="#ctx0" brushRef="#br0" timeOffset="39153">22733 4092 447 0,'0'0'5'0,"0"0"1"16,5-10 2-16,-5 10 2 0,0-15 0 16,0 8 1-16,-2 0 0 15,2 7-8-15,-19-13-3 16,1 13 0-16,-1 5 0 16,-3 7 0-16,-2 6 0 15,2 3 0-15,2 4 0 0,0 3 0 16,8 0 0-16,4-2 0 15,8-3 0-15,6-1 0 16,11-4 0-16,8-4 0 16,5-2 0-16,7-3 0 0,4-5 0 15,5-4 0-15,-4 0 0 16,0-2 0-16,-4-6 0 16,-9 1 0-16,-4-1 0 0,-8 1 0 15,-6 0 0-15,-11 7 0 16,2-15 0-16,-2 15 0 15,-10-5 0-15,-2 5 0 16,2 0 0-16,-1 0 0 16,-1 0 0-16,3 2 0 0,9-2 0 15,-13 5 0-15,13-5 0 16,0 0 0-16,-10 6 0 16,10-6 0-16,0 0 0 15,0 0 0-15,0 0-10 0,0 0-34 16,10 7-42-16,-10-7-2 15</inkml:trace>
  <inkml:trace contextRef="#ctx0" brushRef="#br0" timeOffset="39621.44">23119 3716 413 0,'0'0'5'0,"0"-10"3"0,0 10 1 16,10-13 1-16,3 8 1 15,1 1 1-15,9 1 0 0,9 6 0 16,8 11-5-16,4 11-3 16,8 15-1-16,3 7-1 15,2 12-1-15,-7 8-1 0,-5 6 0 16,-8 0 0-16,-14 2 2 15,-9-4-2-15,-14-4 0 16,-7-2 0-16,-18-6 0 16,-10-5 0-16,-9-4 0 15,-9-3 0-15,-6-7 0 0,4-5 0 16,-5-1 0-16,4-6-22 16,-2-1-61-16,8-4-4 15</inkml:trace>
  <inkml:trace contextRef="#ctx0" brushRef="#br0" timeOffset="40519.08">19227 3968 385 0,'0'0'7'0,"0"0"4"0,0 0 2 15,6-12 1-15,-1 2 2 16,2-2 0-16,5-1 2 0,4-6 0 16,6-6-7-16,8 0-9 15,2-7-2-15,10 0 0 16,6-4 0-16,1 0 0 15,4-4 0-15,-1 3 0 0,-3 2 0 16,-6 5 0 0,-6 5 0-16,-10 5 0 0,-5 4 0 15,-6 5 0-15,-16 11 0 16,7-10 0-16,-7 10 0 16,-7 0 0-16,-1 15-4 0,0 1-83 15,-14 0-4-15</inkml:trace>
  <inkml:trace contextRef="#ctx0" brushRef="#br0" timeOffset="40952.96">19236 3752 436 0,'0'0'5'0,"0"-7"2"0,0 7 1 16,0-11 2-16,0 11 0 16,0-13 0-16,0 13 0 15,0-12 0-15,0 12-5 16,0 0-5-16,0 12 0 16,0 2 0-16,-9 6 0 15,2 2 0-15,0 4 0 0,-5 0 0 16,-1 2 0-16,3-3 0 15,-3-5 0-15,0-4 0 16,5-2 0-16,-1-3 0 16,9-11 0-16,-7 16 0 0,7-16 0 15,13 0 0-15,-2 0 0 16,11-3 0-16,3-2 0 16,7 0 0-16,2 0 0 0,6-2 0 15,-1 5 0-15,2-7 0 16,1 7 0-16,-8-1 0 15,-1 1 0-15,-6 0 0 16,-2 2-5-16,-10-2-31 0,0 2-47 16,-8 0-4-16</inkml:trace>
  <inkml:trace contextRef="#ctx0" brushRef="#br0" timeOffset="43302.95">20346 3219 321 0,'0'0'8'0,"0"0"4"0,0-17 3 16,0 17 3-16,-7-11 1 15,-1 1-1-15,8 10 1 0,-17-15 0 16,2 15-6-16,-5 5-5 15,-5 12-3-15,-2 2-2 16,-1 9-1-16,-4 4 0 16,5 3 0-16,4 2-1 0,4-5 0 15,8-2 1-15,11-5-1 16,8-3 1-16,14-7 0 16,5-2 0-16,11-9 0 15,2-4 0-15,4 0 0 16,2-3-2-16,-2-4-4 0,-5 0-5 15,-1-4-31-15,-8 7-40 16,-3-6-2-16</inkml:trace>
  <inkml:trace contextRef="#ctx0" brushRef="#br0" timeOffset="43530.25">20552 3133 444 0,'0'0'5'0,"0"0"0"16,0 0 1-16,0 0 1 16,-5 0-1-16,0 11 1 15,5 3-1-15,-2 5 1 0,2 6-4 16,0 3-2-16,5 2 0 16,-1 2-3-16,9 0-6 15,-5-10-15-15,-11 1-55 16,13-1-4-16</inkml:trace>
  <inkml:trace contextRef="#ctx0" brushRef="#br0" timeOffset="43819.61">20798 3285 418 0,'0'0'4'0,"-7"0"1"0,-3 0 1 15,0 0 1-15,-5 3 0 16,3 4 1-16,-4 0-1 15,2 3 1-15,3 2-4 16,4 1-1-16,7-2-1 0,0 0-1 16,13-4 0-16,4 3 1 15,3-4-1-15,5-4 1 16,2-2-1-16,-5 0 1 0,1-2 0 16,-3-7 0-16,-8 2 0 15,-5-5 0-15,-2 0-1 16,-5-1-2-16,-7 1-1 15,-5 2-3-15,1 2-7 0,-8 1-21 16,4 4-47-16,0 3-2 16</inkml:trace>
  <inkml:trace contextRef="#ctx0" brushRef="#br0" timeOffset="44052.93">21087 3242 378 0,'0'0'7'0,"0"0"2"16,0 0 2-16,-11-4 1 16,1 4 1-16,1 0 2 0,-7 4-1 15,2 4 1-15,-4 2-6 16,4 5-3-16,-2-1-1 16,9 4-3-16,2 2 0 15,5-3-1-15,0-2 0 0,10-1-1 16,10-3-1-16,3-6-5 15,1-5-7-15,11-13-58 16,-2 8-10-16</inkml:trace>
  <inkml:trace contextRef="#ctx0" brushRef="#br0" timeOffset="44319.41">21211 3037 354 0,'0'0'9'15,"0"0"4"-15,-3-10 4 16,3 10 0-16,0 0 2 16,-4-13 0-16,4 13 1 15,0 0-1-15,0 0-7 0,0 0-5 16,-9 13-2-16,9 4-5 16,0 10 0-16,0 6 0 15,3 1 0-15,3 9 0 16,1-4 0-16,2 1 0 0,-1-4 0 15,5 0 0-15,-1-9-6 16,-5-8-13-16,4-1-62 16,-2-3-2-16</inkml:trace>
  <inkml:trace contextRef="#ctx0" brushRef="#br0" timeOffset="44786.11">21377 3254 378 0,'0'0'6'0,"0"0"1"0,0 0 1 16,-10 0 2-16,10 0 0 15,-15 3 2-15,5 3-1 0,-2 1 1 16,-3 0-5-16,0 4-1 16,2-3-2-16,3 8-2 15,4-4 0-15,-2-2-1 16,5 2-1-16,3-4 1 16,0-8 0-16,20 15-1 0,-4-11-2 15,3-1-7-15,3-3-23 16,0 2-46-16,3-2 0 15</inkml:trace>
  <inkml:trace contextRef="#ctx0" brushRef="#br0" timeOffset="45221.37">21561 3242 443 0,'0'0'4'0,"0"0"2"16,-15 0-1-16,15 0 2 15,-15 0-1-15,15 0 0 16,-14 12 1-16,14-12-1 0,-8 21-3 16,8-11-2-16,8 0 1 15,1-3-2-15,3 0 1 16,6-2 0-16,0-5 0 0,-1 0 0 16,0 0 0-16,3-5 1 15,-2-2-1-15,-6-3 0 16,1 0 0-16,-7-1 0 15,-6 11-1-15,8-14 0 16,-8 14-1-16,0 0 0 0,0 0 1 16,-2 6-1-16,-1 2 0 15,3 3 0-15,0-1 1 16,3 0 0-16,-3-10-1 16,17 15 1-16,-5-13 0 0,-2-2 1 15,3 0 0-15,1-5-1 16,-5-2 1-16,0-4 0 15,-4 3 0-15,-2-3 0 16,-3 1-1-16,0 0-2 0,0 10-3 16,-12-15-5-16,12 15-11 15,-18 10-52-15,18-10-10 16</inkml:trace>
  <inkml:trace contextRef="#ctx0" brushRef="#br0" timeOffset="45869.29">21894 3232 410 0,'0'0'5'0,"0"0"3"0,0 0 0 0,5-12 2 16,-5 12 0-16,0 0 1 0,0 0-1 15,0-7 1-15,0 7-6 16,-5 2-2-16,-1 8-2 16,2 0 0-16,2 0-1 15,2 2 0-15,0 1 0 0,2-4 0 16,8-3 0-16,2-2 0 15,6-4 0-15,7 0 1 16,-5-7-1-16,9-5 0 16,-2-1 1-16,-5-6 0 0,4 1 0 15,-9 0 0-15,-7 4-1 16,-5-1 1-16,-5 5 0 16,-2 3-1-16,-11 4 0 15,3 3 0-15,-7 3-1 0,0 4 0 16,1 3 0-16,7 5 0 15,-1-1 0-15,8 3 1 16,2-4-1-16,4 3-1 16,11-1 0-16,3-3 1 0,2-2-3 15,1 0-2-15,2-1-4 16,0-1-1-16,-6-1-1 16,-2-2 1-16,-5 0 0 15,-10-5 1-15,0 0 2 0,7 10 2 16,-7-10 5-16,-12 3 2 15,5-3 2-15,-4 0 0 16,11 0 0-16,-14 0 0 16,14 0 0-16,0-10-1 0,0 10 0 15,20-15-1-15,-1 2 0 16,8 1-1-16,1-5 1 16,7-6 0-16,-1-2 1 15,1 0 2-15,-6 0 3 0,-1 1 1 16,-5 4 1-16,-11 3 1 15,-6 5-1-15,-6 12 0 16,-6-3-2-16,-6 13-2 16,-4 10-2-16,4 2-1 15,3 9-2-15,6-5 1 0,8 6 0 16,12-3-1-16,15-1-9 16,4-8-69-16,20-10-3 15</inkml:trace>
  <inkml:trace contextRef="#ctx0" brushRef="#br0" timeOffset="51553.02">17856 4981 446 0,'0'0'4'0,"0"0"2"16,8-9 2-16,-8 9 0 16,7-15 2-16,1 7 0 0,-3-2 0 15,7 0-1-15,-5 1-9 16,8 0 0-16,0 2 0 16,5 6 0-16,0-2 0 15,2 3 0-15,-4 0 0 0,2 0 0 16,2 4 0-16,-9 3 0 15,-1 4 0-15,-10 3 0 16,1-1 0-16,-3 2 0 16,-10 0 0-16,-1 0 0 0,-3 0 0 15,-1-1 0-15,2 1 0 16,1-5 0-16,5 1 0 16,-1-3 0-16,8 1 0 15,0 0 0-15,8-2 0 0,4 2 0 16,4 0 0-1,0-2 0-15,5 1 0 0,-2 2 0 16,-1 0 0-16,-4-2 0 16,2 0 0-16,-7 1 0 0,-1-1 0 15,-8-8 0-15,0 17 0 16,-8-9 0-16,-9-2 0 16,-5 2 0-16,-10-1 0 15,-8 1 0-15,-3-1 0 0,-8-4 0 16,1-1 0-16,2 3 0 15,4-7-2-15,-11-1-83 16,32 1-2-16</inkml:trace>
  <inkml:trace contextRef="#ctx0" brushRef="#br0" timeOffset="58886.22">12750 17075 311 0,'0'0'6'15,"0"0"4"-15,0 0 2 0,0 0 1 16,0 0 3-16,0 0 2 16,0 0 1-16,1 15 2 15,5-5-4-15,3 2-2 16,0 6-1-16,9 8-1 16,-11-9-1-16,3 2-2 0,2 3-6 15,1 3-4-15,1 3 0 16,2 1 0-16,0 5 0 15,2 6 0-15,-3-4 0 16,3 10 0-16,-3-1 0 0,-3 1 0 16,0 2 0-16,1 1 0 15,-6-2 0-15,-2 5 0 16,-3-5 0-16,-2 3 0 16,0-6 0-16,-4 1 0 15,4-45 0-15,-10 37 0 16,-3 3 0-16,-1-8 0 0,1 1 0 15,-4-7 0-15,0-1 0 16,17-25 0-16,-23 27 0 16,1-2 0-16,22-25 0 15,0 0 0-15,-10 13 0 16,-3-4 0-16,3 1 0 16,-3 3 0-16,13-13-75 15,0 0-16-15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37:57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12306 2763 228 0,'0'0'6'0,"0"0"3"0,0 0 3 0,0 0 1 16,-8 0 0-16,8 0 1 15,0 0 0-15,0 0 3 16,5-6-6-16,5 6-1 16,4 0-1-16,9 6 0 0,4-2 0 15,3 3 1-15,7 1-3 16,6-1 0-16,6 0-1 16,6 4-1-16,3-4-2 15,1-5-1-15,6 3 0 16,2-5 0-16,3 0-1 0,11 0 0 15,-4 0-1-15,8 0 1 16,-1-2 0-16,3 2 0 16,3 0 0-16,0 0 0 0,1 0 0 15,4 0 1-15,-6 2-1 16,6 1 1-16,-3-1-1 16,-4 4-1-16,8-6 1 0,-2 1 0 15,-2-1 0-15,5 0 0 16,-1 0-1-16,-1 0 2 15,1 0-2-15,-1 0 0 16,-3-1 0-16,0-2 0 0,-8-2 0 16,1 5 0-1,-3-3 0-15,0-2 0 0,-2 3-2 16,-1 0 2-16,-2-3 0 16,1 0 0-16,1-1 0 15,0-1 0-15,1 2 2 16,-4-2-2-16,2-1 0 0,-2 2 0 15,2-5 0-15,-4 5 0 16,1-2 0-16,-3-3 0 16,-3 4 0-16,1-3 0 0,2 0 0 15,0-2 0-15,-2-6 0 16,-1 6 0-16,3-2 0 16,0-3 0-16,0 1 0 15,-5-1 0-15,3-3 0 0,-3 3 0 16,1-1 0-16,-4-2-2 15,1-3 4-15,-3 4-2 16,-3 2 0-16,3-3 0 16,-2 3 1-16,0-4 1 15,-4 2-1-15,1-1 0 0,-2 1-1 16,3-9-2-16,-4 6 0 16,-2-3 1-16,3-2-2 15,-3-1 1-15,1-1 0 16,-4-1 0-16,-4-2 2 0,-4 3 2 15,2-4 0-15,-5-7 0 16,-3 6 1-16,-3-4-2 16,-7 3 1-16,1 4 0 0,-3-2 0 15,-3 3 0-15,-3 1 0 16,-4 4-1-16,1 0 1 16,0 3 0-16,-10 10-3 15,1-1 0-15,0 1 0 16,-1-3 0-16,-1 3-1 0,1-5 1 15,-2-1-1-15,0 3 0 16,1-2 3-16,-3-2 0 16,0-2-1-16,0 1 0 15,0 0 1-15,-3-5-1 0,1 3 1 16,-4 2 0-16,-1-7-1 16,0 5 1-16,-3 0-1 15,-1-3 1-15,-1 3-1 16,3-3 1-16,-4 4-1 0,-4-3 0 15,2 2 1-15,-2-1-1 16,-3 2 1-16,20 21-1 16,-24-25 0-16,2 0 0 15,-10 1 1-15,2-1-1 0,-2 0 0 16,-3 2 0-16,-4-1 0 16,-41-29 1-16,32 26-1 15,1 3 0-15,-4-1 1 16,-1 0-1-16,-6 2 0 15,1-2 0-15,-8 3-1 16,1 0 2-16,-1 3-1 0,-4 1 0 16,1-4 0-1,-4 5 1-15,-2-1-1 0,-3 0 0 16,0 6 1-16,-5-1-1 16,-3 1 1-16,2 0-2 15,-5 2 1-15,-1 3 1 16,-3-1-1-16,0 1 1 15,-2 1-1-15,-1 5 0 0,-7-2 0 16,2 3 1-16,-1 0-2 16,-3 0 1-16,-3 0 0 15,-2 0 0-15,-1 4 0 16,0 2 1-16,-3-2-1 16,3 4 0-16,-5 2 0 15,-1-3-1-15,2 6 0 0,-3-1 1 16,0 1-1-16,1 0 0 15,-1 1 0-15,2 1 1 16,1 2-1-16,5-1 2 16,1 3-2-16,2-2 1 15,5 5 0-15,-2 1 0 16,4-3 0-16,0 4 0 0,4 1 0 16,3-2-1-16,3 4 1 15,2 0-1-15,2-2 1 16,4 5-1-16,1-1-1 15,3-1 1-15,2 3-1 0,3 1 1 16,0 4-1-16,2-2 1 16,6 1-1-16,-1 2 1 15,8-2 0-15,0 5 0 16,-22 18 2-16,-13 15 0 16,12-1 0-16,15-5 1 0,13-4-1 15,8-1 0-15,11 1 1 16,6-4 0-16,9-1-2 15,1-2 0-15,7 3 0 0,2 1 0 16,8 2 3-16,5-3 2 16,11-4 0-1,6 0 0-15,6-4 1 16,6 2 0-16,6-9 0 0,6 1 0 16,0-3-2-16,-2-10-2 15,1 1 1-15,-3-7 0 16,1-1-1-16,-8-7 1 15,-3-2 0-15,0-3-3 0,-7-3 0 16,-6 1 0-16,4-4 0 16,-8 0 0-16,2 0 0 15,-5 3 0-15,1-5 0 16,2 8-11-16,-2-4-69 0,-1 2-3 16</inkml:trace>
  <inkml:trace contextRef="#ctx0" brushRef="#br0" timeOffset="3319.09">9868 17118 321 0,'0'0'1'0,"0"0"-1"0,-13-13 1 0,13 13 0 16,-20-15 1-16,8 4 5 16,-8 0 0-16,-2-3 2 15,-3 3 0-15,0-1 2 0,-7 4-1 16,-5 3 0-16,0 3-1 16,-6 2-3-16,-4 2-2 15,0 6 0-15,-5-1-1 16,-3 3-1-16,3 2 0 0,-1 3 1 15,7 1-2-15,3-2 0 16,1 1 0-16,5 7-1 16,2-4 1-16,3 4-1 15,16-12-1-15,0 5 0 0,-2 0 0 16,-2 4 0-16,-2 1 1 16,-1 3-1-16,3 2 0 15,-4 0 1-15,-1 0 0 16,0 1 0-16,2 0 1 15,-2 5-1-15,4 1 0 0,-2 3 0 16,0-5 0-16,-2 9 0 16,6-4 0-16,19-35-2 15,-15 37 0-15,-2-2 0 16,4-1 1-16,1 1-1 16,2 2 0-16,0 0 1 0,2 1 0 15,1-1 1-15,2-2 1 16,-3 2-1-16,3-3 0 15,0 1-1-15,3-3 1 16,2 3 0-16,0-5 0 16,0 2 0-16,0-2 0 15,0 2 0-15,2-6 0 0,1 5 0 16,6-10 0-16,2 7 0 16,1-6-1-16,1-1 0 15,4 4 1-15,1-6-1 16,3 3 0-16,2 0 1 15,2-2 0-15,0 3 0 16,5-6 0-16,-3 0 0 16,6-2 0-16,-1 3-1 0,5-6 2 15,0 0-1-15,3-5 0 16,37 16 0-16,-35-16 0 16,1 1 0-16,-1-3 0 15,2 0 1-15,-1-5-1 16,3 0 1-16,2 0 0 15,5 0-2-15,-4-2 2 0,3-4 0 16,-2 2 0 0,2-4-1-16,-5 3 0 0,8-2 0 15,-6 2 0-15,4-6 0 16,2 7 0-16,-1-6-1 16,1-1 2-16,-1 5 0 15,4-2 0-15,-1-2 0 16,-3 0-1-16,8 3 1 15,0-1 1-15,-2 1-1 0,4-3 0 16,-1 5-1-16,2-5 0 16,-1 0 0-16,3 3 1 15,0 2-1-15,0-2 0 16,2 4 0-16,4-2 0 16,-3 0-1-16,1 3 2 0,0-1-1 15,0 3 0 1,-1 0-1-16,-4 5 1 0,5 0 0 15,-2 3 0-15,-4-4 0 16,2 9 0-16,-1-3 0 16,0 2 1-16,-2-1-1 15,-1-3 0-15,-4 5 0 16,-2-1 0-16,2 1 1 16,-4-1-1-16,-2 1-1 0,2-3 1 15,-9 0 0-15,7 0-1 16,-1-3 2-16,-3 0-2 15,1-1 1-15,-1-4 0 16,-1 0 1-16,-1 1 0 16,3-3-2-16,-5 0 2 15,4 0 0-15,-4-5 0 0,2 0 0 16,1-3 0-16,-2-1 0 16,-3-4 0-16,-1 1 0 15,-2 0 0-15,-40 12 0 16,37-18 1-16,1 1-1 15,-4-1-1-15,-4-2 1 16,3-2 0-16,-4 3 0 0,-1-6 0 16,-4 3-1-16,-1 0 0 15,-1-6 1-15,-7 3-1 16,0 0 2-16,-3-2-2 16,1 1 0-16,-6 1 0 15,0 0 0-15,-2-3 0 16,0 1 0-16,-1 2 0 15,-2-2 0-15,-2 4 0 0,0-3 0 16,0 3 0-16,-11-22 1 16,4 26 0-16,2-1-1 15,-4-3 1-15,0 6-1 16,0 1 1-16,-1-2-1 16,0-2 0-16,-2 5-1 0,2-3-1 15,-3 3 1-15,3 1-1 16,-2-1 1-16,-1-2 0 15,4 1 0-15,-2-3 0 16,1-1 0-16,1 2 0 16,2-1 1-16,-4 1 0 0,6-2 0 15,-2 1 0-15,0-3 1 16,-1 2 0-16,0-3 0 16,4 1-1-16,-1 3 0 15,2-6 0-15,1 7 1 16,-3-32 0-16,-1 6 2 0,1 0-3 15,3 4 1-15,0 0 0 16,2 3 1-16,-3 2-1 16,-2 7-1-16,-2 7 0 0,-3-4 0 15,-2 1 0-15,-1 0 0 16,0 5 0-16,-4 2-1 16,-2-3 1-16,-2 7 0 15,-1-4 0-15,-11 5-1 0,6-1 1 16,-8 1-1-16,1 0 1 15,-6 2 0-15,-2-1-1 16,-1 3 1-16,2 2 0 16,-5-2 0-16,0 1-1 15,0 3 1-15,2-4 0 0,-4 1 0 16,2-1 0-16,0 3-2 16,-3-3 0-16,2 4-1 15,0-2 0-15,-1 2 0 16,-1 2-1-16,-3-1 1 0,-1 0 0 15,-2 3 0-15,4 0 1 16,-6 0 1-16,-1 0 0 16,1 0 0-16,-3 3 0 15,2 2 1-15,3-1-1 0,-3 2 1 16,1-2-1-16,0 4 1 16,-3-3 0-16,5 3-2 15,-2 2-1-15,3-4 1 16,2 1-1-16,-1 2 1 0,4-1-1 15,-6-2 1-15,5 2-1 16,-5-3 2-16,1 0 1 16,-1 0-2-16,-2-1 2 15,0-1-1-15,0 0 1 16,-1-1-1-16,4-2 0 0,-3 3 0 16,2-3 0-16,3 0 1 15,3 0-1-15,-1 0 1 16,5 0 0-16,0 0 0 15,1-3 1-15,3 1-1 0,2-4 0 16,4 4 0-16,-2-3 0 16,0-2 1-16,-1 2-1 15,3-3 1-15,1 3 0 16,-3 4 0-16,2-5 0 0,3 6 2 16,2-2-1-16,-1 2 0 15,2 0 0-15,2 0 0 0,2 2-1 16,0 0 0-16,3 3 0 15,2 0-5-15,-3 6-11 16,1-11-47-16,4 9-10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45:27.8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16987 5148 330 0,'0'0'8'0,"0"0"5"16,0-13 4-16,0 13 1 15,0-10 1-15,0 10-1 0,0-8 1 16,0 8 0-16,0 0-9 16,0 8-3-16,0 12-4 15,0 5-1-15,-2 4-2 16,-1 11 0-16,3 2 2 0,0 5 1 16,0-2-1-16,0-1 0 15,0-1 0-15,0-6 0 16,-3-5 1-16,3-5 0 0,-5-2-2 15,3-8 1-15,-3-4 1 16,5-13 0-16,0 0-3 16,-12 0 0-16,6-10 0 15,1-10 0-15,3-10 0 0,-3-7 0 16,5-7 0-16,0-6 0 16,0-3 0-16,0 2 0 15,7 1 0-15,4 1 0 16,1 7 0-16,3 7 0 15,0 8 0-15,2 5 0 0,0 7 0 16,1 5 0-16,-1 7 0 16,3 6 0-16,0 12 0 15,0 7 0-15,0 7 0 0,-3 6 0 16,3 5 0-16,-2 5 0 16,-7 1 0-16,5-2 0 15,-6-1 0-15,-1-3 0 16,-4-5 0-16,0-3 0 0,-2-2 0 15,0-5 0-15,-1-6 0 16,-2-1 0-16,0-4 0 16,3-3 0-16,-3-11-3 15,2 12-27-15,12-12-54 0,-14 0-3 16</inkml:trace>
  <inkml:trace contextRef="#ctx0" brushRef="#br0" timeOffset="266.67">16957 5400 447 0,'0'0'4'0,"0"0"3"16,0 0-2-16,0 0 1 15,10-5 1-15,-10 5 0 16,20-7 0-16,-3 3 0 15,1-2-4-15,4 1-2 16,0-1 0-16,8 2 0 0,-3 1-1 16,1 2 0-16,-6-5-4 15,-3 6-4-15,-1-5-10 16,-3-5-44-16,-5 10-22 16,-10 0-3-16</inkml:trace>
  <inkml:trace contextRef="#ctx0" brushRef="#br0" timeOffset="634.63">17404 4910 428 0,'0'0'4'0,"0"0"2"0,0 0 0 16,0 0 1-16,0 0 0 15,7-10 1-15,6 5 0 16,-1 0 0-16,5-3-4 0,9 1-1 16,-2 2-2-16,3-2-2 15,3 1-7-15,-7 0-17 16,0 3-55-16,2 0-3 16</inkml:trace>
  <inkml:trace contextRef="#ctx0" brushRef="#br0" timeOffset="932.5">17804 4661 447 0,'0'0'4'0,"0"0"1"15,0 0 0-15,0 0 1 0,0 0 0 16,2 16 1-16,-2 4 1 15,0 2 1-15,0 7-5 16,0 1 0-16,-2 8-1 16,2-1 0-16,0 0-3 15,0-5 0-15,0-2 0 0,0-3 0 16,5-5 0-16,-3-1 0 16,4-5 0-16,-1-6 0 15,-5-10 0-15,7 11 0 0,-7-11-13 16,0 0-23-16,0 0-47 15,10-13-4-15</inkml:trace>
  <inkml:trace contextRef="#ctx0" brushRef="#br0" timeOffset="1583.55">18174 5199 459 0,'0'0'4'16,"0"0"1"-16,0 0 1 0,0 0 1 16,11-13 0-16,-2 9 0 15,3 0 0-15,5-4 2 16,4 3-9-16,1-5 0 15,5 8-6-15,1-6-22 0,-3 8-55 16,5 0-3-16</inkml:trace>
  <inkml:trace contextRef="#ctx0" brushRef="#br0" timeOffset="1732.35">18135 5360 440 0,'0'0'4'16,"0"0"1"-16,0 0 1 15,0 0 3-15,2 7 1 16,10-4 0-16,6 0 1 0,7-3 0 16,2 0-6-16,15 0-5 15,0 11-75-15,11-17-8 16</inkml:trace>
  <inkml:trace contextRef="#ctx0" brushRef="#br0" timeOffset="4332.53">19700 4196 397 0,'0'0'6'0,"0"-7"1"15,0 7 4-15,0-12 0 0,0 1 1 16,0 11 1-16,3-14-1 15,-3 14 1-15,0 0-5 16,8-3-3-16,-2 8-2 0,2 12-1 16,-3 10-1-1,5 3 0-15,-3 9-1 0,3 1 1 16,0 7-1-16,0 1 1 16,-5-2-1-16,5-3 0 15,-5-3 0-15,0-4 0 16,0-3 0-16,-1-4 0 0,2-9-2 15,-3 0-3-15,-1-5-6 16,-2-15-21-16,0 10-51 16,0-10-2-16</inkml:trace>
  <inkml:trace contextRef="#ctx0" brushRef="#br0" timeOffset="5266.41">18972 5011 313 0,'0'0'6'0,"0"0"3"16,0 0 2-16,0 0 2 0,0 0 1 15,-10-2 1-15,10 2 2 16,0 0-1-16,0 0-3 16,0 0-2-16,5 5-4 15,7-5 1-15,1 4-1 16,12 0 0-16,7-3 0 0,10-1-1 16,13 0-1-16,10-5-1 15,11 1 0-15,14-4 0 16,10 0 0-16,9 1-1 15,10-3 0-15,3 1 1 0,-3 4-4 16,3-1 0-16,-8 2 0 16,-7 1 0-16,-10 1 0 15,-8 2 0-15,-15 0 0 16,-3 0 0-16,-17 0 0 0,-7 2 0 16,-7-2 0-16,-10 3 0 15,-8-1 0-15,-5 0 0 16,-6-2 0-16,-11 0 0 0,0 0 0 15,9 0 0-15,-9 0 0 16,0 0 0-16,0 0 0 16,0 0 0-16,0 0 0 15,-7 3 0-15,7-3 0 16,-18 0 0-16,18 0-3 0,-19 13-82 16,4-11-3-16</inkml:trace>
  <inkml:trace contextRef="#ctx0" brushRef="#br0" timeOffset="5966.92">19404 5405 389 0,'0'0'7'0,"0"0"2"16,2-10 2-16,-2 10 2 0,5-11 0 16,-5 11 0-16,6-8 0 15,-6 8 0-15,5 9-4 16,-3 11-2-16,-2 3-2 15,0 13-2-15,0 2 1 16,3 8-2-16,-1 7-2 0,3-1 0 16,-3 0 0-16,3-3 0 15,-2-5 0-15,0-1 0 16,-1-3 0-16,-2-5 0 16,3-11 0-16,-3 1 0 0,0-8 0 15,0-2 0-15,0-5 0 16,0-10 0-16,0 10 0 15,0-10 0-15,0 0 0 16,2-13 0-16,1 1 0 16,4 0-28-16,6-5-54 0,-6-1-5 15</inkml:trace>
  <inkml:trace contextRef="#ctx0" brushRef="#br0" timeOffset="6449.63">20515 5316 440 0,'0'0'5'0,"0"0"1"15,0 0 2-15,10-7 1 0,-10 7 0 16,0 0 0-16,0 0 0 15,8 2-1-15,-8 13-3 16,0 7-2-16,-3 6-3 0,1 9 0 16,-1 3 0-16,0 6 0 15,-2 2 0-15,5 3 0 16,0-7 0-16,0-1 0 16,0-3 0-16,0-4 0 0,2-5 0 15,1-1 0-15,0-6 0 16,-3-4 0-16,0-5 0 15,5 0-19-15,-2-5-65 16,-3-10-2-16</inkml:trace>
  <inkml:trace contextRef="#ctx0" brushRef="#br0" timeOffset="7234.09">19785 5638 444 0,'0'0'5'0,"0"0"1"0,0 0 1 0,0 0-1 16,0 0 2-16,0 0-1 15,0 0 1-15,4 10 1 16,2 7-5-16,-4 6-2 16,3 4 1-16,0 3-1 0,-1 4-2 15,2-2 0-15,-3 0 0 16,1-2 0-16,-4-5 0 16,3-3 0-16,-1-7 0 15,-2-3 0-15,0-2 0 0,0-10 0 16,0 0 0-16,0 0 0 15,0 0 0-15,-7-17 0 16,5-3 0-16,-3-4 0 16,1-13 0-16,2-3 0 0,2-5 0 15,0-1 0-15,2-2 0 16,7 2 0-16,0 3 0 16,3 3 0-16,6 6 0 15,2 6 0-15,-1 6 0 0,7 2 0 16,-4 8 0-16,6 2 0 15,-7 10 0-15,4 0 0 16,-2 7 0-16,-3 11 0 0,-3 10 0 16,-4-2 0-16,1 11 0 15,-4 3 0-15,1 4 0 16,-7 1 0-16,1-4 0 16,0 2 0-16,0-5 0 15,-3-1 0-15,1-10 0 0,0 1 0 16,0-9 0-16,-1-5 0 15,0-1 0-15,1-3 0 16,-3-10 0-16,2 10 0 16,-2-10 0-16,0 0 0 0,0 0-25 15,7-12-60-15,-7 2-3 16</inkml:trace>
  <inkml:trace contextRef="#ctx0" brushRef="#br0" timeOffset="7498.79">19898 5802 433 0,'0'0'6'15,"0"0"2"-15,0 0 1 0,0-8 3 16,0 8-1-16,11-12 2 15,-1 4-1-15,2 1-5 16,8 1-7-16,0-1 0 16,4 2 0-16,1 1 0 15,3 6-3-15,2 0-81 16,-5-2-1-16</inkml:trace>
  <inkml:trace contextRef="#ctx0" brushRef="#br0" timeOffset="9915.95">21551 3849 321 0,'0'0'7'16,"0"-10"2"-16,0 10 4 16,-15-18 2-16,5 10 0 15,-7-5 2-15,-5 1 0 0,-3-1-1 16,-8 5-6-16,-1 6-3 15,-3 2-4-15,-1 5-1 16,-5 7-1-16,4 6-1 16,5 3-2-16,0 7 1 15,10 5 0-15,6 6 0 0,6 3-1 16,10 5 1-16,4 8 0 16,8 4 0-16,6 6 0 15,0 6 1-15,5 5-1 16,-5 7 1-16,5-1 1 0,-7 5 1 15,1 4 0-15,-3-2 0 16,-6 0 1-16,-3 3 0 16,-1 0 1-16,-2-5 1 15,-5-1 0-15,-1-4-1 0,-6-2 2 16,0-6-1-16,2-7-1 16,-5-3 1-16,0-7-1 15,3-5-1-15,-3-6-1 16,3-3 0-16,4-6-2 0,0-7 1 15,1-5 0-15,2-5-1 16,3-5 0-16,-1-5-1 16,3-10 2-16,0 7 0 15,0-7 0-15,10 2 1 0,1-2 0 16,5-2-2-16,7-4 0 16,9-1 0-16,8 3 0 15,5-6 0-15,6 2 0 16,7 1 0-16,1-1 0 0,1 3 0 15,0 0 0-15,-8 3 0 16,-5-3 0-16,-7 5 0 16,-5-3 0-16,-11 3 0 15,-6 0 0-15,-8 0 0 0,-10 0 0 16,0 0 0-16,0 0 0 16,0 0 0-16,-15 0 0 15,0 0-15-15,-2 6-65 0,-1-12-4 16</inkml:trace>
  <inkml:trace contextRef="#ctx0" brushRef="#br0" timeOffset="10599.75">21767 4699 410 0,'0'0'5'0,"0"0"1"0,0 0 1 0,0 0-1 16,0 0 1-16,0 0 1 15,-9 8 0-15,6 4 0 16,3 8-4-16,0 2-1 15,0 5-2-15,3 2 1 0,2 2-1 16,2-1 0-16,0-5 0 16,0 0-1-16,1-6 1 15,-3-5-1-15,0-3 2 0,-5-11 0 16,2 12 1-16,-2-12-1 16,0 0 1-16,-2-15 0 15,0-2 0-15,-1-6 0 16,-2-6-2-16,3-6 0 15,0-7 0-15,2 0 1 0,0 2 0 16,4 1 0-16,4 4 0 16,1 7-2-16,2 4 0 15,-2 7 0-15,6 7 0 0,-2 7 0 16,1 6 0-16,3 9 0 16,1 8 0-16,2 5 0 15,3 4 0-15,2 6 0 16,-4 4 0-16,0-1 0 15,-1 2 0-15,-6-3 0 0,-1-5 0 16,-1-5-6-16,-2 3-14 16,-8-1-62-16,1-12-4 15</inkml:trace>
  <inkml:trace contextRef="#ctx0" brushRef="#br0" timeOffset="10732.49">21917 4939 392 0,'0'0'6'0,"0"0"1"0,0 0 0 0,0-15-1 16,0 15 1-16,12-13 0 0,5 9-3 16,3-3-10-16,7-7-49 15,8 10-21-15,8-3-4 16</inkml:trace>
  <inkml:trace contextRef="#ctx0" brushRef="#br0" timeOffset="11132.45">22418 4788 409 0,'0'0'5'0,"0"0"2"16,-14-7 0-16,-2 7 3 16,-4-3 0-16,-4 3 0 0,-3 0 1 15,-6 3 0-15,4 4-6 16,-1 3-1-16,2 5-1 16,8-2-3-16,6-1 0 15,5 3 0-15,9 2 1 16,4-5-1-16,5-2 1 0,8-2 0 15,5-5 0-15,4-3 1 16,-1 0 0-16,5-11 0 0,-3-3 0 16,-3-7 0-16,-1-1-1 15,-5-4 0-15,-4-12 0 16,-9 3 1-16,-3-7-2 16,-2 1 0-16,-4 3 0 15,-4 8 0-15,-4 4 0 0,1 8 0 16,2 11 0-16,9 7 0 15,-12 17-2-15,10 8 0 16,2 6 1-16,4 9 0 16,6 2 1-16,6 1-2 15,5-2-1-15,-1-1-5 0,8-5-12 16,-7-3-60-16,7-8-4 16</inkml:trace>
  <inkml:trace contextRef="#ctx0" brushRef="#br0" timeOffset="11515.73">22759 4682 369 0,'0'0'8'0,"0"0"4"0,0 0 0 16,-10 0 2-16,10 0-1 0,0 0 1 15,0 0-1-15,-11 0 1 16,11 0-7-16,-2 17-4 16,2-5-1-16,0 3-1 15,2 6 0-15,7 0 0 0,3 2 0 16,1 2 0-16,-1-3 0 16,4 5 1-16,0-6-2 15,-7 3 1-15,2-5 0 16,-4 1-1-16,-7-5 1 15,-5 2 0-15,-8-4 0 0,-3-1 0 16,-12-2 0-16,-2-3 0 16,-2 1 0-16,-3-5 0 15,3-3-2-15,0 0-2 0,9 0-8 16,1-11-22-16,7 2-48 16,13-1-3-16</inkml:trace>
  <inkml:trace contextRef="#ctx0" brushRef="#br0" timeOffset="12615.58">23355 4350 398 0,'0'0'3'0,"0"0"1"15,-13-5 0-15,4 5 1 16,-11 5 0-16,-3 5 0 0,-7 9 1 16,0 9 0-16,-4 9-3 15,1 7 1-15,1 10-1 16,7 7 1-16,8 0-1 15,8-2 2-15,5 2-1 16,12-7 0-16,7-6 0 0,10-2 0 16,10-11-3-16,-1-8-3 15,9-3-9-15,-1 6-54 16,2-19-16-16</inkml:trace>
  <inkml:trace contextRef="#ctx0" brushRef="#br0" timeOffset="13032.76">23535 4623 460 0,'0'0'3'0,"0"0"-1"0,0 0 1 16,-11 0 0-16,11 0 0 16,-15 16 0-16,10-1 0 0,0 3 0 15,0 2-2-15,3 4 0 16,2 1 0-16,2 2 0 15,3-4 1-15,0 2-1 16,0-6 0-16,5-3 1 16,-5-4-1-16,0-5 2 0,-5-7-1 15,0 0 1-15,0 0-1 16,6-10 1-16,-6-8-1 16,0-1 0-16,3-6-2 15,-3-5 0-15,4 1 0 0,-4-3 0 16,5 4 0-16,-5 6 0 15,7 1 0-15,-2 8 0 16,-5 13 0-16,15-8 0 0,-5 13 0 16,2 4 0-1,3 7 0-15,0 6 0 0,0 0 0 16,-1 5 0-16,2-2 0 16,-4 2 0-16,-3-2-7 15,4 2-24-15,-5-5-52 0,-4-1-2 16</inkml:trace>
  <inkml:trace contextRef="#ctx0" brushRef="#br0" timeOffset="13199.53">23542 4796 463 0,'0'0'3'16,"0"0"0"-16,0 0 0 15,5-8-1-15,4 6 0 16,7-3 1-16,-1-5-2 15,16 2-3-15,-1-8-18 0,-2 3-60 16,18-5-1-16</inkml:trace>
  <inkml:trace contextRef="#ctx0" brushRef="#br0" timeOffset="13465.79">23963 4364 445 0,'0'0'3'16,"0"0"0"-16,0 0 1 15,0 0 1-15,0 14 1 0,3-6 1 16,8 10 0-16,3 2 1 16,8 10-2-16,6 4-2 15,7 9 1-15,7 2-1 0,-5 4 0 16,3 0-4-16,-10-4 0 16,-5 4 0-16,-13-4 0 15,-7-5 0-15,-10-1 0 16,-15-2 0-16,-10-5 0 15,-5-2 0-15,-9-3 0 0,-1-2 0 16,-4-9-12 0,8-16-61-16,2 0-13 0</inkml:trace>
  <inkml:trace contextRef="#ctx0" brushRef="#br0" timeOffset="14048.92">24043 3619 440 0,'0'0'3'0,"0"0"2"15,0-12 1-15,0 12 0 0,8-20 0 16,1 7 2-16,7 2-1 15,9-6 2-15,5 0-4 16,11 5-2-16,1-3 0 16,8 3-1-16,5-1 0 0,0 6-2 15,-3 3 0-15,-2 1-1 16,-11 3 0-16,-7 5 1 16,-2 9-3-16,-7 11 1 15,-11 7 0-15,-4 13 0 0,-1 14 1 16,-2 11 0-16,-2 12 0 15,1 12 0-15,-1 8 1 16,5 3 1-16,-3 8-1 0,2 3 0 16,3-2 1-16,-3 0 1 15,6-6-2-15,-6 2 2 16,3-6-1-16,-4-5 1 16,3-6 0-16,-4-3-1 15,2-5 1-15,-2-9 0 0,1-2 0 16,-6-6 1-16,0-14-3 15,0-2 0-15,0-12 0 16,-6-5 0-16,-1-9 0 16,-8-8 0-16,0-5 0 15,-7-6 0-15,-10-2 0 0,-11-5 0 16,-9 0 0-16,-10 0 0 16,-10 0 0-16,-10 0 0 0,-10 0 0 15,-3 10-23-15,1 2-62 16,-1 1-3-16</inkml:trace>
  <inkml:trace contextRef="#ctx0" brushRef="#br0" timeOffset="28599.95">16934 7078 292 0,'0'0'-2'15,"0"0"0"-15,0 0 2 0,0 0 2 16,0 0 4-16,0 0 0 16,12 8 3-16,14 0 3 15,16-3 0-15,12 0 3 16,29-2-2-16,29-3-1 15,26-10-2-15,39-8-2 0,37-1-3 16,39-11-1-16,37-4-1 16,43-6-1-16,28 2 1 15,29-1-2-15,25 2 1 0,38 5-1 16,-12 0 0-16,5 7 0 16,-7 6 0-16,-11 1 2 15,-11 2 2-15,-25 4 1 16,-26 2 2-16,-56 0 1 15,-11 3 1-15,-46 2-1 0,-39 0 0 16,-55 1-3-16,-40 0-3 16,-45 4-11-16,-51 23-67 15,-43-16-8-15</inkml:trace>
  <inkml:trace contextRef="#ctx0" brushRef="#br0" timeOffset="33515.68">16537 8299 408 0,'0'0'5'0,"0"0"3"16,0 0 3-16,0-8 1 15,0 8 0-15,0 0 1 16,0 0-1-16,0 0 1 16,0 0-4-16,2 12-1 0,1 11-8 15,-3 7 0-15,0 4 0 16,4 8 0-16,2 8 0 16,1-3 0-16,1 2 0 0,-1-2 0 15,1-2 0-15,-1-5 0 16,1-7 0-16,-1-4 0 15,-5-5 0-15,1-4 0 16,-3-7 0-16,0-4 0 0,0-9 0 16,0 0 0-16,0 0 0 15,-3-14 0-15,1-9 0 16,-3-6 0-16,-2-8 0 16,0-10 0-16,-3-3 0 0,6-2 0 15,2-3 0-15,0 3 0 16,2-1 0-16,4 9 0 15,7 3 0-15,1 6 0 16,8 5 0-16,-3 3 0 0,6 10 0 16,4 2 0-16,-2 5 0 15,3 10 0-15,-2 12 0 16,-1 8 0-16,-2 10 0 16,-3 9 0-16,-3 6 0 0,-2 7 0 15,-3 0 0-15,-2 0 0 16,1-3 0-16,-4-1 0 15,-2-5 0-15,2-7 0 0,1-3 0 16,-3-7 0 0,2-3 0-16,-2-6 0 0,-3-2 0 15,1-8 0-15,-3-7 0 16,4 10 0-16,-1-17-58 16,-3 7-29-16,0-13 0 0</inkml:trace>
  <inkml:trace contextRef="#ctx0" brushRef="#br0" timeOffset="33749.64">16562 8606 438 0,'0'0'4'0,"0"0"2"0,0 0 1 0,0 0 2 16,0 0 0-16,0 0 1 15,12-7 0-15,6 4 1 16,4 0-4-16,0-2-7 0,10 0 0 16,0 3 0-16,7-1 0 15,-7 1-2-15,0 2-20 16,-4 0-60-16,-4 0-2 16</inkml:trace>
  <inkml:trace contextRef="#ctx0" brushRef="#br0" timeOffset="34150.39">17220 7929 447 0,'0'0'5'16,"0"0"2"-16,0 0 1 15,0 0 0-15,0-10 0 16,0 10 1-16,0 0 0 0,-5 9 1 15,5 2-10-15,0 7 0 16,0 4 0-16,0 3 0 16,5 4 0-16,0 1 0 0,1 0 0 15,-2-5 0-15,6 0 0 16,-5 0 0-16,2-7 0 16,-4-5-8-16,-3-13-68 15,15 5-9-15</inkml:trace>
  <inkml:trace contextRef="#ctx0" brushRef="#br0" timeOffset="34482.32">16962 7932 462 0,'0'0'4'15,"0"0"1"-15,0 0 1 0,-2-8 0 16,2 8-1-16,12-14 2 16,5 4-1-16,5 0 1 15,14 0-4-15,1-2-3 16,12-1 0-16,-2 1 0 0,6 1 0 16,-6 3 0-16,-2 2 0 15,-8-2 0-15,-2 5 0 16,-10 2 0-16,-9 1 0 15,-1 0 0-15,-15 0-7 0,8 12-8 16,-8-12-49-16,0 10-21 16,-2 7-1-1</inkml:trace>
  <inkml:trace contextRef="#ctx0" brushRef="#br0" timeOffset="34732.78">17677 8346 465 0,'0'0'3'0,"0"0"3"15,0 0 1-15,0 0 1 16,0 0 1-16,10-3 0 15,1-2-5-15,1 3-4 0,3-3 0 16,4 0 0-16,1 0 0 16,5 5 0-16,-3-5-23 15,1 5-60-15,-3 0-4 16</inkml:trace>
  <inkml:trace contextRef="#ctx0" brushRef="#br0" timeOffset="34898.75">17631 8489 413 0,'0'0'4'0,"0"0"3"16,0 0 4-16,0 0 3 0,-4 10 1 16,4-10 1-16,18 2 1 15,5-2-3-15,9-2-14 16,10-3 0-16,3-5 0 16,12 8 0-16,17-11-76 15,-16 1-10-15</inkml:trace>
  <inkml:trace contextRef="#ctx0" brushRef="#br0" timeOffset="35582.32">18604 8186 435 0,'0'0'6'0,"0"0"1"16,0 0 0-16,0 0 1 16,2 8 1-16,1 5 0 0,-3 4 2 15,2 6-1-15,2 2-4 16,0 4-3-16,1 8-3 16,5 0 0-16,-3 3 0 15,4-4 0-15,-2-3 0 0,-2 0 0 16,2-12 0-16,-4-1 0 15,-3-4 0-15,-2-4 0 16,0-12 0-16,0 0 0 16,0 0 0-16,-7-8 0 0,-2-12 0 15,0-4 0-15,-1-9 0 16,2-11 0-16,3-6 0 16,3-4 0-16,-1 0 0 0,3-3 0 15,8 1 0-15,2 10 0 16,7 5 0-16,3 8 0 15,1 8 0-15,3 10 0 16,1 7 0-16,1 8 0 16,5 10 0-16,-1 11 0 0,-3 5 0 15,1 14 0-15,-7 6 0 16,0 2 0-16,-4 6 0 16,-2 1 0-16,-8 2 0 15,-1-7 0-15,-1-6 0 0,-3-4 0 16,-2-5 0-16,0-5 0 15,0-5 0-15,0-3 0 16,0-11-6-16,0-11-72 0,0 0-9 16</inkml:trace>
  <inkml:trace contextRef="#ctx0" brushRef="#br0" timeOffset="35766.81">18615 8432 449 0,'0'0'5'0,"0"0"1"16,0 0 1-16,12-7 0 0,0 2 1 16,5-2 0-16,11-3 1 15,7 0-1-15,4-5-4 16,11 5-7-16,-1-5-13 16,-11 3-64-16,16-1-3 15</inkml:trace>
  <inkml:trace contextRef="#ctx0" brushRef="#br0" timeOffset="36515.98">19103 7800 352 0,'0'0'8'0,"0"0"4"0,0 0 3 16,0 0 0-16,0 0 1 15,0 0 2-15,0 0-1 16,0 0 1-16,20-7-7 16,-4 2-4-16,3 3-2 15,1-1-1-15,8 1-2 0,-1-3-4 16,-1 5-5-16,-3-5-18 16,0 5-56-16,0-3-2 15</inkml:trace>
  <inkml:trace contextRef="#ctx0" brushRef="#br0" timeOffset="36749.6">19427 7531 479 0,'0'0'3'0,"0"0"1"16,0 0-1-16,0 0 1 15,0 0 0-15,9 19 1 0,-4 6 0 16,3 7-1-16,2 10-4 16,1 8 0-16,10 7 0 15,-5 0 0-15,3 10-24 0,1-8-58 16,-5-4-2-16</inkml:trace>
  <inkml:trace contextRef="#ctx0" brushRef="#br0" timeOffset="38283.58">15933 9337 369 0,'0'0'2'0,"10"0"2"0,2 0 2 15,9 1 1-15,8 3 1 16,11 0 0-16,15 4 1 16,19-3 1-16,18 2-3 0,18-2-1 15,21-2-2-15,18-3-1 16,17-3-1-16,18-6 0 16,20-9-1-16,15-2 0 15,54-10 1-15,-24-7-1 16,6-5 1-16,4-10-1 0,11-5 0 15,6-5 1-15,-7-10-1 16,0-1 0-16,-53-7 0 16,27-4 0-16,-12-6 0 15,-15-4 0-15,-21 0-1 0,-17-7 0 16,-24 1-1-16,-22-5 0 16,-26 3-1-16,-28-5 1 15,-31 3 1-15,-27 2 0 0,-30 5 1 16,-30 0 0-16,-34 7 1 15,-34-1 0-15,-23 13 0 16,-30 6 0-16,-21 8 0 16,-27 6-1-16,-17 9-1 0,-15 9 1 15,-14 11 0-15,-14 14-1 16,-12 5 0-16,-8 10 0 16,-8 22 0-16,-9 13 0 15,-4 12-1-15,-3 17 1 16,-1 15 0-16,6 13-1 0,10 20 2 15,18 12 1-15,22 14 2 16,36 13 2-16,33 15 0 16,40 3 0-16,42 7 1 0,39 2 0 15,52 1-7-15,41-8 0 16,62-8 0-16,47-12 0 16,64-13 0-16,88-13 0 15,35-8-10-15,44-23-73 0,49-13-3 16</inkml:trace>
  <inkml:trace contextRef="#ctx0" brushRef="#br0" timeOffset="51250.11">22513 2360 423 0,'0'0'3'16,"0"0"2"-16,0 0 0 0,-8-2 1 16,8 2 0-16,-7 5 1 15,1 9 0-15,1 7 1 16,3 11-3-16,0 9-1 15,-1 5-1-15,1 6 1 0,-1 2-1 16,1 0 0-16,0-2-2 16,2-2-3-16,-5-10-3 15,1-6-9-15,-3-1-35 16,2-11-32-16,1-7-3 0</inkml:trace>
  <inkml:trace contextRef="#ctx0" brushRef="#br0" timeOffset="51483.63">22696 2328 455 0,'0'0'2'15,"0"0"2"-15,0 0 0 16,0 0 1-16,0 0 1 16,0 0 1-16,0 16 0 0,-4 6 1 15,-1 10-2-15,0 10-2 16,-3 7-1-16,1 6-3 15,4 2 0-15,-3 2 0 16,3-2 0-16,3-7-6 0,-9-10-22 16,-3-1-54-16,10-7-3 15</inkml:trace>
  <inkml:trace contextRef="#ctx0" brushRef="#br0" timeOffset="51932.69">22192 2707 427 0,'0'0'4'0,"0"0"3"0,0 0 1 16,-10 0 2-16,10 0 0 15,0 0 0-15,0 0 1 16,-5 6 1-16,5 2-4 16,7 10-4-16,4 6-4 0,3 2 0 15,6 6 0-15,-3 8 0 16,4 0 0-16,0 3 0 16,-3-5 0-16,0 0 0 15,-4-4 0-15,-3 1 0 0,-4-5 0 16,0-5 0-16,2-6 0 15,-7 2 0-15,3-11 0 16,-5-10 0-16,12 0 0 16,1-10 0-16,4-13 0 15,9-5 0-15,14-11 0 0,8-1 0 16,9-4 0-16,3-1 0 16,5 0 0-16,-6 1 0 15,6 7 0-15,-16 0 0 16,-1 12 0-16,-19 5-58 0,-3-2-30 15</inkml:trace>
  <inkml:trace contextRef="#ctx0" brushRef="#br0" timeOffset="143767.85">5227 14137 258 0,'0'0'2'0,"0"0"3"16,0 0 4-16,-8 12 3 0,3 5 2 16,5 14 1-16,-3 11 2 15,3 20 1-15,0 20 0 16,8 17-3-16,2 17-6 16,2 15-1-16,6 8-2 0,5 5-2 15,-2-2-1-15,4-7-1 16,-2-8 0-16,2-19 1 15,5-16 0-15,-3-17 1 16,-3-14-1-16,4-18 1 0,2-14 0 16,-3-19 1-16,3-13-1 15,4-23 0-15,1-21-1 16,6-24 0-16,0-23-1 16,-3-19 0-16,-4-26-1 15,-6-17 0-15,-3-15-1 0,-13-7-1 16,-10-3 1-16,-7 8 1 15,-16 12-1-15,-17 19 1 16,-9 31 1-16,-8 32 0 0,-9 34 1 16,-8 45 0-16,-11 42 0 15,4 57 2-15,-5 50-2 16,9 61-3-16,3 45-15 16,17 89-65-16,18 9-3 15</inkml:trace>
  <inkml:trace contextRef="#ctx0" brushRef="#br0" timeOffset="167482.93">6082 7702 171 0,'0'0'8'0,"0"0"2"15,0 0 5-15,0 0 3 0,0 0 3 16,0 0 1-16,0 0 0 16,0 0 1-16,0 0-6 15,0 0-5-15,0 0-3 16,0 0-3-16,7 4-2 0,-7-4-2 15,9 0 0-15,3 3-1 16,6-3-1-16,0 4 2 16,10-4-1-16,4 3 1 15,7 0 0-15,8-3-1 16,13 0 0-16,4 0 0 0,11 0 1 16,8 0-1-16,11-6 0 15,10 2 0-15,6-1 0 16,1 0-1-16,11 0 1 15,0 0 0-15,7-2 1 0,8 2-2 16,-1 0 1-16,-1 0-1 16,11-1 1-16,3 4-1 15,0-3 0-15,8 4 1 0,-1-3-1 16,3-1 1-16,0 4-1 16,1-3 1-16,-2 4-1 15,1-3 1-15,3 2-1 16,-8 1 0-16,2 0 1 0,-4 0-1 15,-3 0 0-15,0 0 1 16,-2 1-1-16,-1-1 0 16,-2 0 1-16,3 0-1 15,0 0 0-15,1 0 1 0,1 0-1 16,3 0 0-16,1 0 0 16,2-1 0-16,-3-2 0 15,-3 0 0-15,0 3 0 16,-2 0 0-16,-3 0 0 0,-3 0 0 15,-4 0 1-15,-5 3-1 16,-1 1 0-16,-1 3 0 16,-11-3 0-16,-4 2 0 15,-9-2 0-15,-9 0 1 0,-10-1 0 16,-7 0 1-16,-20-1 2 16,-11-2 3-16,-15 0 1 15,-6 0 0-15,-10 0 0 16,-6 0 0-16,-12 0-1 0,0 0-1 15,0 0-2-15,0 0-3 16,0 0-1-16,0 0 0 16,-6 0 0-16,6 0 0 15,-6 0 0-15,6 0 0 16,-13-2 0-16,13 2 0 0,0 0 1 16,-10-3-1-16,10 3 1 15,0 0 0-15,0 0 0 16,0 0 0-16,0 0 0 15,-10-5 0-15,10 5-1 0,0 0-1 16,0 0-4-16,-8-10-4 16,8 10-13-16,0 0-56 15,0 0-2-15</inkml:trace>
  <inkml:trace contextRef="#ctx0" brushRef="#br0" timeOffset="168849.75">2031 8531 235 0,'0'0'7'0,"0"0"3"0,0 0 1 0,-5-9 0 16,5 9 3-16,0 0 1 16,0 0 1-16,17 0 3 15,3 2-6-15,15 3 1 16,15-3-3-16,17 1 0 0,18-3 0 16,21-3-2-16,23-2-1 15,13 1-2-15,19-4 0 16,11 1-2-16,19 1 0 15,11-1 0-15,6 5-2 0,3-1 1 16,3 3-1-16,1 0 1 16,5 0 1-16,-6 0 1 15,-11 3 0-15,-9-1 0 0,-10 3 0 16,-10-3 0-16,-20 6 0 16,-13-5 0-16,-24-1-1 15,-20 1-1-15,-19 2 0 16,-19-5 0-16,-17 2 1 0,-17-2-1 15,-10 0 0-15,-15 0-3 16,0 0 0-16,0 0-7 16,0 0-26-16,-15 2-49 15,0-2-4-15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48:39.4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4569 15584 184 0,'0'0'6'0,"16"-10"5"16,-4-2 3-16,16-6 2 15,7-6 2-15,10-13-1 16,17-10 1-16,7-10 0 0,18-8-6 15,13-14-3-15,14-13-3 16,6-12-3-16,23-10-1 16,6-7 0-16,18-18 1 15,15-10 1-15,9-7 0 16,5-5 0-16,13-5 0 0,9 1 1 16,3-4 0-16,0 3 2 15,4 5-3-15,-9 3-1 16,0 3-1-16,0 10 2 15,-8 6-2-15,-11 10 0 0,-8 8-1 16,-16 10-1-16,-11 11-3 16,-20 14-7-16,-21 14-11 15,-17 17-29-15,-27 7-21 16,-22 17-3-16</inkml:trace>
  <inkml:trace contextRef="#ctx0" brushRef="#br0" timeOffset="1366.14">4613 15552 238 0,'0'0'4'0,"0"0"3"15,0 0 0-15,-7 0 4 16,7 0 0-16,-11 6 0 16,11-6 1-16,-10 8 1 15,6 0-3-15,-4 5-2 0,3 2-1 16,0 4-2-16,2 3 0 15,1 3-1-15,2 3 0 16,0 1-1-16,0 4-1 16,5-4 1-16,1 3-3 0,6-2 3 15,2 0-2-15,1-3 1 16,8 0 2-16,-1-2-1 16,8-4 2-16,-1-4 0 0,8-1 1 15,6-5 1-15,4-7-2 16,10-4 0-16,5-7-1 15,8-11 0-15,7-5 0 16,6-5-2-16,9-10 0 16,4-1-1-16,8-8 1 0,8-3 1 15,0-6-2-15,5-4 1 16,7-4 0-16,2-6-2 16,4-2 0-16,4-7 1 15,0 0 0-15,3-6-1 0,4-1 0 16,1-3 1-16,3-5-1 15,1-1 1-15,3-1-1 16,-2-1 1-16,2-5-1 0,0 7 0 16,3-8 1-16,-5 4-1 15,1 2 0-15,-4 3-1 16,-3 6 0-16,1-2 0 16,-8 6-1-16,-4 0-1 15,-8 6 1-15,-4 2 1 0,-5 4-1 16,-12 3 1-16,-1-1 0 15,-11 6 0-15,-4 0 1 16,-8 7 0-16,-8 2 0 16,-6 6 1-16,-11-1-1 0,-3 7 0 15,-8 2 1-15,-7 8-1 16,-4 1 1-16,-8 7 0 16,-2 3 0-16,-8 3 1 15,0 3 1-15,-4 2-2 0,-1 6 2 16,-2-1-1-16,-5 9 0 15,4-14 0-15,-4 14 0 16,0-11-1-16,0 11 0 0,0 0-1 16,0-10 1-16,0 10-1 15,0 0 0-15,0 0-1 16,0 0 0-16,0 0 0 16,0 0 0-16,0 0 0 0,0 0 0 15,0 0-1-15,0 0 1 16,0 0-2-16,0 0 0 15,0 0-2-15,0 0-2 16,0 0-4-16,0 0-8 16,-4-10-29-16,4 10-27 15,0 0-3-15</inkml:trace>
  <inkml:trace contextRef="#ctx0" brushRef="#br0" timeOffset="2033.53">9331 12039 268 0,'0'0'6'0,"0"0"3"0,0 0 3 15,5-10 1-15,-5 10 3 16,13-13 1-16,-1 5 1 16,0-3 2-16,8-2-4 15,3 5-4-15,7 2-3 0,6 2-1 16,4 4-1-16,10 0-2 15,5 6-1-15,7 5-2 16,0 0 1-16,3 3-1 16,-3 2 0-16,-2 7-1 15,-1-4-1-15,-7 6 1 0,-7 7-1 16,-3 1 1-16,-10 4-1 16,-4 0 0-16,-10 5 1 15,-6 2 0-15,-10 4 0 0,-4 2 1 16,-13-4 0-16,-10 6 0 15,-5-2 0-15,-7-5 1 16,-3-1-1-16,-2 1 0 16,0-8-1-16,-1-5 0 0,6-2 0 15,4-9 0-15,6-3-2 16,5-8-3-16,5 0-6 16,4-10-14-16,3-2-54 15,10 2-2-15</inkml:trace>
  <inkml:trace contextRef="#ctx0" brushRef="#br0" timeOffset="2849.81">9632 11814 253 0,'0'0'5'0,"0"0"5"15,0 0 1-15,0 0-1 0,0 0 1 16,0 0 1-16,0 0 2 15,0 0 0-15,17 0-4 16,10 0-4-16,14 2 0 16,10-2 1-16,14 0-2 15,22 0 0-15,12-2-1 0,18-3-2 16,15-1 0 0,19-3 0-16,16 2 0 0,19-4 1 15,15-1 0-15,21-1 1 16,11 1 0-16,16-2-1 0,19 4 1 15,8 0 0-15,13 0-2 16,8 0 0-16,4 5-1 16,3 0 0-16,-7 2 0 0,9 1-1 15,-13 2 1-15,-2 0-1 16,-8 0 1-16,-10 2 0 16,-9 1 0-16,-11 2 0 15,-12-2 0-15,-24 1 1 0,-14 2-1 16,-29-2 0-16,-20 0-1 15,-27 3-3-15,-25-6-8 16,-30 2-11-16,-10 3-52 16,-39-2-2-16</inkml:trace>
  <inkml:trace contextRef="#ctx0" brushRef="#br0" timeOffset="4066.43">10181 12689 250 0,'0'0'2'0,"0"0"1"16,0 0 5-16,3 4 0 16,-3-4 3-16,16 13 0 15,5-5 2-15,4-1-1 0,5-3 1 16,12 4-3-16,10-2-4 16,3 0 0-16,19-1-2 15,6 0-1-15,12-2 0 16,5-1-1-16,9-2 2 0,9 0-1 15,6 0 0-15,11 0 0 16,-1 0 0-16,11 0 1 16,0 0-1-16,7 0-1 15,2 0 0-15,1 0 0 0,2 0-1 16,2 2 0-16,-2-2 0 16,3 3 0-16,-3 0 0 15,3-1 0-15,-3-2 1 16,-3 2 1-16,3-2-1 15,-2 3 0-15,-3-3 0 0,3 3 0 16,-10-3 1-16,5 2-2 16,-11-2 1-16,0 0-1 15,-6 3 1-15,-3-3-1 0,-3 0 0 16,0 0 1-16,-5-3-1 16,-5 3 0-16,1-2 0 15,-6-1 0-15,-2 3 0 16,-2-3 1-16,-6 3-1 0,-10 0 0 15,-5-2 2-15,-4 2-2 16,-8 0 1-16,-8 0 0 16,-6-2 0-16,-6-1 0 0,-5 3 0 15,-4-3 0-15,-6 1 0 16,-5 0-1-16,-2 2 1 16,-3-3 0-16,-5 1 0 15,-2 2-1-15,-2 0 1 0,-5-3-1 16,1 3-1-16,-2 0 1 15,-1 0 0-15,-4 0-1 16,3 0 1-16,2 0-1 16,1 0 1-16,1 0 0 15,1 0-1-15,5 0 1 0,-2 0 0 16,4 0-1-16,1 0 1 16,1 0-1-16,6-3 1 15,-3 3-1-15,6-2 1 16,-1 2-1-16,2 0 0 0,5 0 0 15,-5-2 0-15,3 2 1 16,-2 0-1-16,2 0 0 16,-5 0 0-16,-2 0 0 0,-5 0 0 15,-2 0 0-15,-9 0 1 16,-1 0-1-16,-3 0 0 16,-10 0 1-16,0 0-2 15,0 0-2-15,0 0-2 0,-7-10-6 16,7 10-18-16,-5-11-50 15,-6 3-2-15</inkml:trace>
  <inkml:trace contextRef="#ctx0" brushRef="#br0" timeOffset="4499.89">17118 11914 222 0,'0'0'3'0,"0"-17"6"0,0 17 9 16,3-16 5-16,-1 6 3 15,1-3 0-15,-1 3-3 0,-2 1 2 16,0 9-1-16,2 9-6 16,-2 11-6-16,0 18-5 15,0 9-1-15,3 12-1 16,3 10 3-16,-2 8-1 0,1 2-2 15,0 0 0-15,-3 1-2 16,1-11-1-16,-1-4 0 16,-2-11-2-16,0-7 0 15,0-10 0-15,-2-8-2 0,2-5 0 16,0-10-1-16,0-14-1 16,0 0 1-16,0 0-1 15,0-13 1-15,2-6 0 16,3-3 2-16,-2-3 2 0,0 3 1 15,-1 2 0-15,-2 5 0 16,0 15 1-16,0 0 0 16,-13 8-5-16,4 6-25 15,4 6-51-15,-7 3-1 16</inkml:trace>
  <inkml:trace contextRef="#ctx0" brushRef="#br0" timeOffset="5733.48">4879 15708 310 0,'0'0'8'0,"0"0"5"16,0 0 2-16,0-7 4 15,0 7 1-15,0 0 0 16,0 0 1-16,-13-10 1 16,13 10-8-16,-10 0-4 0,10 0-3 15,0 0-3-15,-10 7-1 16,10-7-2-16,-3 13 0 15,3-13 0-15,6 12-1 16,-6-12 1-16,17 7 0 0,-7-4 1 16,2-3 0-16,3 0 1 15,-2-3-1-15,-1-4 2 16,1-4-1-16,-3 4 1 16,-3-2-4-16,-2-6 0 0,-5 5 0 15,0 0 0-15,-5 0 0 16,-5 2 0-16,-3 1 0 15,1 5 0-15,-5 2 0 0,2 0 0 16,3 2 0-16,1 5 0 16,11-7 0-16,-12 15 0 15,12-5 0-15,0-10 0 16,8 13 0-16,-1-8 0 16,4-4 0-16,-2-1 0 0,1 0 0 15,0 0 0-15,-10 0 0 16,12-4 0-16,-12 4 0 15,0 0 0-15,0 0-6 16,0 0-9-16,0 0-21 16,0 0-49-16,0 4-3 0</inkml:trace>
  <inkml:trace contextRef="#ctx0" brushRef="#br0" timeOffset="6749.93">4285 16271 29 0,'0'0'6'0,"0"0"4"15,0 0 8-15,0 0 4 16,4 6 9-16,-4-6 2 0,9 13 4 15,-9-13 2-15,9 12-2 16,-9-12-4-16,15 13-4 16,-2-8-5-16,-4-2 0 0,4-3-4 15,-3-3-3-15,7-5-2 16,-2-4-1-16,3-3-2 16,-1-5-1-16,5-2-1 15,-2-3-2-15,-3-7-1 0,4 2-1 16,-4-7 0-16,0-2-1 15,-5-1-1-15,-3-4 0 16,3-1-4-16,-8-4 0 16,4 1 0-16,-4-1 0 15,0 4 0-15,1 0 0 0,-1 1 0 16,4 4 0-16,-5 0 0 16,9 3 0-16,-2 3 0 15,2-3 0-15,3 8 0 16,2-7 0-16,1 6 0 0,2 1 0 15,2 2 0-15,0 2 0 16,3 2 0-16,3 4 0 16,-1 2 0-16,0 4 0 0,0 5 0 15,1 6 0-15,-1 2 0 16,-2 5 0-16,0 10 0 16,0 2 0-16,-3 8 0 15,3 2 0-15,-5 8 0 0,2 4 0 16,-4 3 0-16,2 5 0 15,-8 6 0-15,3 1 0 16,-5 5 0-16,-3 3 0 16,0 3 0-16,-1 2 0 15,-4 0 0-15,1-3 0 0,-3 3 0 16,5-3 0-16,-5-2 0 16,4 0 0-16,4-10 0 15,2-3 0-15,2-6 0 16,6-6 0-16,1-7 0 0,6-5 0 15,0-8 0-15,5-7 0 16,3-3 0-16,-4-4 0 16,1-3 0-16,-1-10-60 15,-6 5-30-15,-5-3-1 0</inkml:trace>
  <inkml:trace contextRef="#ctx0" brushRef="#br0" timeOffset="7266.32">3698 16392 281 0,'0'0'8'16,"0"0"4"-16,0 0 1 0,0 0 1 15,0 0 3-15,0 0 3 16,0 0 2-16,7 12 0 15,11-4-5-15,10-3-4 0,11 2-1 16,16-2 0 0,17-3-3-16,17 1-1 0,19-3-3 15,13-3 0-15,20-4-2 16,6 0 0-16,15-4 0 16,2-1-1-16,5 2 1 0,3-2-2 15,-4 2 2-15,-7 3 0 16,-7 1-3-16,-7 2 0 0,-15 4 0 15,-11 0 0-15,-13 0 0 16,-21 0 0-16,-15 7 0 16,-17 0 0-16,-14-1 0 15,-16 3 0-15,-17 1-3 16,-13-2-9-16,-18 4-20 16,-4 1-54-16,-27-1 0 0</inkml:trace>
  <inkml:trace contextRef="#ctx0" brushRef="#br0" timeOffset="7617.65">4176 16459 434 0,'0'0'4'0,"0"0"2"16,0 0 0-16,0 0 1 15,-6 0 0-15,6 0 1 0,-19 12 1 16,3 0-1-16,-5 9-2 15,-4 8-4-15,-5 0 0 16,2 7 1-16,-4-3-2 16,7 3-3-16,0-6-5 0,11-1-15 15,9-7-61-15,2-12-1 16</inkml:trace>
  <inkml:trace contextRef="#ctx0" brushRef="#br0" timeOffset="7833.56">4618 16508 477 0,'0'0'1'0,"0"10"0"15,0-2 0-15,-8 6 1 16,-1 6-1-16,-7 7 1 16,-4 3 0-16,-7 5 0 15,0-3 1-15,-3 2-3 16,1-4-2-16,-1 1-8 15,2-14-14-15,8-8-58 0,20-9-3 16</inkml:trace>
  <inkml:trace contextRef="#ctx0" brushRef="#br0" timeOffset="8016.18">4946 16491 477 0,'0'0'2'0,"0"0"1"16,0 10 0-16,-5 5 1 15,-1 2 0-15,-6 5 0 0,-5 8 0 16,-7 2 1-16,-4 5 0 16,-2-2-5-16,-2-3 0 15,5 1-4-15,-1-8-5 16,16-8-19-16,12-17-55 0,4 5-4 16</inkml:trace>
  <inkml:trace contextRef="#ctx0" brushRef="#br0" timeOffset="8184.47">5408 16479 470 0,'0'0'3'0,"3"7"1"0,-3 8 0 15,0 7 0-15,-5 5 1 16,-6 3 0-16,-6 7 1 16,-3 5-1-16,-7-2-2 0,-1-1-4 15,1-4-5-15,3-7-11 16,3-2-41-16,12-16-27 15,9-10-3-15</inkml:trace>
  <inkml:trace contextRef="#ctx0" brushRef="#br0" timeOffset="8333.52">5813 16498 486 0,'0'0'2'0,"-7"20"0"15,-4 2 0-15,-6 8 1 16,-5 9 0-16,-6 4-1 0,-2 6-12 15,21 1-70-15,-22-11-3 16</inkml:trace>
  <inkml:trace contextRef="#ctx0" brushRef="#br0" timeOffset="9699.74">9582 12472 346 0,'0'0'8'0,"0"0"4"0,0-14 5 15,0 14 0-15,0-11 0 16,0 11 2-16,-2-11 0 16,2 11 0-16,0 0-8 0,-16-5-4 15,16 5-2-15,-12 15-2 16,5-3-2-16,4 2 0 16,1 4-1-16,0 0 0 15,2-4 0-15,2 1 0 16,5-8 1-16,3 1-1 0,5-8 1 15,3 0-1-15,-3-11 1 16,-1 3 1-16,1-10-1 16,-5 3 2-16,-2-7-3 15,-8 2 0-15,-3 2 0 16,-7 0 0-16,-7 10 0 0,-8 0 0 16,0 5 0-16,-2 6 0 15,2 7 0-15,0 5 0 16,8 4-7-16,-1-1-28 0,18-1-46 15,5 1-4-15</inkml:trace>
  <inkml:trace contextRef="#ctx0" brushRef="#br0" timeOffset="12099.86">17134 12153 377 0,'0'0'6'16,"0"0"2"-16,0 0 2 16,0 0 2-16,0 0 0 0,7-6 2 15,-7 6 0-15,10 0 1 16,-10 0-4-16,20 0-3 16,-6 0-2-16,9 0-1 15,4 0-1-15,6 0-1 0,6-1 0 16,1 1 0-16,2-3-3 15,0 3 0-15,-7-2-6 16,-3 2-6-16,-9-2-12 0,-23 2-57 16,9 4-3-16</inkml:trace>
  <inkml:trace contextRef="#ctx0" brushRef="#br0" timeOffset="12350.04">17077 12344 393 0,'0'0'6'0,"0"0"2"16,0 0 3-16,4 0 3 16,6 0 1-16,8 0 2 0,6 0 0 15,6-3 1-15,10 1-6 16,2-5-12-16,7-1 0 16,4 0 0-16,1 1 0 15,-2 0 0-15,-4-1 0 16,-10 3 0-16,-6 3 0 0,-10-1 0 15,-5 1 0-15,-7-1 0 16,-10 3-16-16,0 0-69 16,0 0-1-16</inkml:trace>
  <inkml:trace contextRef="#ctx0" brushRef="#br0" timeOffset="13016.56">17643 11872 460 0,'0'0'4'0,"0"0"1"0,0 0 1 16,0 0-1-16,0 0 0 15,0 0 2-15,-5 14 0 16,5 6 0-16,0 9-2 15,0 8-5-15,0 7 0 0,0 11 0 16,0 2 0-16,2 0 0 16,3-5 0-16,-3-2 0 15,3-5 0-15,0-8 0 16,1-5 0-16,-1-7 0 0,-1-5 0 16,-1-6 0-16,-3-2 0 15,0-12-5-15,2 11-2 16,-2-11-1-16,0-5 0 15,0-5 1-15,0-11 0 0,0 0 0 16,0-9 0-16,-2-10 0 16,2-4 2-16,-3-9 0 15,1-3 1-15,0-4 1 16,-2 1 2-16,3 1 2 0,-2 7 3 16,0 4 1-16,1 8 2 15,-1 6 0-15,3 5 2 16,0 9-1-16,3 4 0 0,-1 3-1 15,-2 12-2-15,6-13-1 16,-6 13-1-16,12-5 0 16,0 5-1-16,6 0 0 15,7 0-1-15,7 0 1 16,5 0 1-16,13 0-3 0,4 0 0 16,8 0 0-16,4 0 0 15,3-2 0-15,-2-1 0 16,0 1 0-16,-5 2 0 15,-2-6 0-15,-8 6 0 0,-8-2 0 16,-3 0 0-16,-11 2 0 16,-12-3 0-16,1 3 0 15,-10 0 0-15,-9 0 0 16,3 5-3-16,-8 3-13 0,-5-8-66 16,-8 12-2-16</inkml:trace>
  <inkml:trace contextRef="#ctx0" brushRef="#br0" timeOffset="13516.12">17578 12554 281 0,'0'0'4'0,"0"0"3"0,-7 3 4 0,7-3 1 15,0 0 2-15,0 0 0 16,-11 7 4-16,11-7 4 15,5 2-3-15,6 1-2 16,6-3-1-16,10 0 1 0,10 0 0 16,8 0-1-16,10 0-2 15,10-5-2-15,9 0-12 16,8-2 0-16,3 2 0 0,-1-1 0 16,-2 2 0-16,-2 1 0 15,-7 3 0-15,-10 0 0 16,-10 0 0-16,-12 0 0 15,-6 3 0-15,-12 0 0 0,-9-2 0 16,-6 2 0-16,-8-3 0 16,0 0 0-16,0 0 0 15,0 0 0-15,0 0 0 16,0 0 0-16,0 0-85 16,0 0-4-16</inkml:trace>
  <inkml:trace contextRef="#ctx0" brushRef="#br0" timeOffset="13949.68">18574 12084 447 0,'0'0'4'0,"0"0"1"0,0 0 0 0,-7 0 0 16,7 0 2-16,0 0-1 15,-18 3 1-15,18-3 0 16,-10 14-3-16,6-4-2 16,-1 0 1-16,5 2-1 0,0 1 0 15,2-1 0-15,7-5 1 16,10 3-3-16,0-7 0 15,1 0 0-15,0-3 0 16,0-6 0-16,-3-4 0 0,-2-4 0 16,-4-4 0-16,-9 1 0 15,-4-1 0-15,-12 4 0 16,-2 4 0-16,-12 0 0 16,-3 10 0-16,0 0 0 15,-6 7 0-15,7 3 0 0,3 5 0 16,4 3 0-16,11 4-2 15,29-5-82-15,-4-2-2 16</inkml:trace>
  <inkml:trace contextRef="#ctx0" brushRef="#br0" timeOffset="16032.27">4960 15777 225 0,'0'0'5'15,"21"0"-1"-15,6 0 3 16,10 0-1-16,16 0 2 15,9 0 0-15,17 0-1 0,10 0 2 16,19 0-3-16,10 0-2 16,10 0 0-16,7 0 0 15,17-3-1-15,10-3 1 16,14 0 0-16,18-1 0 0,3 0 2 16,6-4 2-16,18 3-1 15,6-3 0-15,6 1 0 16,3 0 0-16,5-5 0 15,-2 3-3-15,-1-3 0 0,-2 0-2 16,-10 1 0-16,-7-2-1 16,-18 4 1-16,-14 0-2 15,-17 2 1-15,-14 2 0 16,-27 1-2-16,-18 3-5 16,-22 4-17-16,-22 0-29 0,-24 0-20 15</inkml:trace>
  <inkml:trace contextRef="#ctx0" brushRef="#br0" timeOffset="16866.24">5137 15631 293 0,'0'0'6'0,"0"0"1"0,0 0 2 16,-9-7 3-16,9 7-2 0,0-10 1 16,0 10 1-16,4-15 1 15,11 5-5-15,5-7-2 16,10-3-2-16,12-2-1 16,5-10-2-16,13-6 1 15,12-6 0-15,8-9 0 0,12-6 0 16,9-5 1-16,14-8 0 15,3-3-1-15,15-9 2 16,0 2-1-16,9-4 1 16,4-3-2-16,1-3 0 0,7 0-2 15,-5 3 0-15,1 0 1 16,-8 2 0-16,-6 8-1 16,-7 4 0-16,-10 6 0 15,-18 10 1-15,-11 4-1 0,-12 11 0 16,-14 6 0-16,-17 9 0 15,-9 4 0-15,-14 9 0 16,-4 2-2-16,-11 7-5 16,-9 7-7-16,0 0-31 0,0 0-29 15,0 0-6-15</inkml:trace>
  <inkml:trace contextRef="#ctx0" brushRef="#br0" timeOffset="17399.57">7333 14277 358 0,'0'0'2'0,"0"0"1"0,0 0 2 16,11 0 1-16,-1 4 1 0,4 8 3 15,9 3 0-15,4 10 0 16,8 6 0-16,10 7-2 16,-1 7 1-16,9 10-4 15,2 1-1-15,-6 8-1 0,1 5 1 16,-6 4-1-16,-9 4 1 16,-8 0 0-16,-11 2 0 15,-9 3-1-15,-7 4 2 16,-10-6 0-16,-8-3-2 15,-4-6 0-15,-6-4 0 0,2-7-2 16,-4-11 1-16,5-7-2 16,-5-10 0-16,7-4-2 15,3-8-2-15,6-7-2 0,-2-6-5 16,7-7-8-16,-3 0-14 16,3-7-50-16,9-6 0 15</inkml:trace>
  <inkml:trace contextRef="#ctx0" brushRef="#br0" timeOffset="18116.53">8303 14605 388 0,'0'0'5'0,"0"0"0"0,0 0 2 16,-5-1-1-16,5 1 1 16,-13 10 0-16,3 6 1 0,1 9 0 15,-2 10-4-15,2 8-1 16,1 6-1-16,-2 7 1 15,7 2-1-15,3-4 0 0,3-5-1 16,7 1 0-16,2-15 0 16,6-3-1-16,4-11 1 15,3-7 0-15,2-10 1 16,3-4-1-16,-2-4 2 16,1-10-1-16,-3-5 1 0,1-11-1 15,-10 1 1-15,1-14-1 16,-6-1 0-16,-5-8 0 15,-5-5-1-15,-2 0 0 16,-7 3 0-16,-3 1-1 0,-7 6 0 16,0 10 0-16,-3 8 0 15,-3 11-1-15,4 11 1 16,-4 4 0-16,3 6-1 0,1 9 1 16,1 8-1-16,3 5 1 15,1 2 0-15,8 5 0 16,1 0-1-16,5 0 2 15,3-1-1-15,5-4 1 0,9-8-1 16,2-1 2-16,4-6-1 16,4-4 1-16,3-8 1 15,2 0-1-15,0 0-1 16,3-5 1-16,0-3 0 16,-8 1-1-16,-2 0 0 0,-2 1 0 15,-9 1 0-15,-1 3 0 16,-13 2-1-16,10-2 1 15,-10 2-1-15,0 0-1 16,0 0-1-16,-10 2-3 16,10-2-4-16,-18 7-9 0,18-7-34 15,-17 10-32-15,5-2-1 16</inkml:trace>
  <inkml:trace contextRef="#ctx0" brushRef="#br0" timeOffset="18716.78">8775 15034 472 0,'0'0'3'0,"0"0"1"0,0 0 1 16,0 0 0-16,0 0 1 15,0 18 0-15,2-2 0 0,-2 9-2 16,0 8-4-16,2 2 0 15,1 2 0-15,-3-2-8 16,0-3-41-16,2 0-35 16,1-11-3-16</inkml:trace>
  <inkml:trace contextRef="#ctx0" brushRef="#br0" timeOffset="19766.56">9614 12564 283 0,'0'0'4'0,"0"0"4"16,0 0 2-16,0 0 0 16,0 0 4-16,5-2 1 15,6-8 2-15,5-2 0 0,9-12-2 16,15 1-5-16,10-12-1 15,17-7-2-15,10-10-2 16,18-8-1-16,9-7-2 16,15-2-1-16,13-8 0 15,10-2 0-15,9-8 1 0,8-1-2 16,11-6 1-16,5-2 1 16,4-3-2-16,10-2-2 15,0 0 2-15,-1-1-1 16,-4 5-1-16,-2 1 1 0,-8 2 0 15,-8 7 0-15,-12 7 0 16,-16 9 2-16,-12 6-1 16,-20 11 1-16,-8 7-1 15,-24 9-1-15,-16 9-2 0,-14 9-5 16,-14 3-14-16,-17 6-51 16,-13 11-2-16</inkml:trace>
  <inkml:trace contextRef="#ctx0" brushRef="#br0" timeOffset="21001.37">9533 12530 265 0,'0'0'5'16,"0"0"2"-16,0 0-1 15,0 0-1-15,0 0 2 0,7-14-1 16,5 13 1-16,4-2 0 16,6-1-4-16,7 1-2 15,9-2 2-15,11 2 0 0,6 1-1 16,17 0-1-16,10 2 1 15,10-6-1-15,12 4 0 16,11-3 0-16,11 0 2 16,15-2 0-16,12 3 3 15,8-4 1-15,5 2 1 0,6 2 1 16,7 1 0-16,5 0 1 16,0 2-2-16,-3-2-1 15,-5 0-1-15,1 1-2 16,-10-1-1-16,-3 1-1 0,-13-2 0 15,-15 3-1-15,-11-2-3 16,-20 3-4-16,-19 0-3 16,-18 0-5-16,-26 0-23 15,-13-2-35-15,-14 0-5 0</inkml:trace>
  <inkml:trace contextRef="#ctx0" brushRef="#br0" timeOffset="21566.72">12052 11287 299 0,'0'0'7'0,"0"0"3"0,10 4 4 15,0-2 0-15,5 8 3 0,0 3 1 16,10 2 2-16,5 7-1 16,2 3-6-16,2 5-4 15,3 5-1-15,1 6-3 16,-3 6-2-16,-3 3 0 0,-8 4-2 15,-6 4 1-15,-8 3 0 16,-8-1 0-16,-6 4-1 16,-11-5 2-16,-5 4-1 15,-5-10 0-15,-7 2 0 0,2-7-1 16,0-7 0-16,6-3-1 16,1-8-2-16,5-8-1 15,4-5-2-15,7-5-3 16,7-12-5-16,0 0-11 15,-6 11-44-15,6-22-10 0</inkml:trace>
  <inkml:trace contextRef="#ctx0" brushRef="#br0" timeOffset="22066.84">12775 11256 395 0,'0'0'4'16,"0"0"2"-16,0 0 0 15,-5-5 1-15,5 5 0 0,-13 0 0 16,1 11 1-16,0 5 1 16,-1 12-3-16,-4 6-1 15,-3 11 1-15,2 7-2 16,4 3 0-16,2-1 0 15,8 1-1-15,4-9-1 0,0-3 0 16,16-14-2-16,1-4 1 16,5-10 0-16,3-10-1 15,3-5 1-15,2-5 0 16,0-5 0-16,-3-13 1 0,0-2 0 16,-3-6 0-16,-6-6 0 15,-3-7-1-15,-7-6 0 16,-6-2 1-16,-2-5-2 15,-14 5 0-15,-1 2 0 0,-6 9 1 16,-4 5-1-16,-2 9 1 16,3 15-1-16,-4 7 0 15,8 7 1-15,3 13-1 16,4 10 1-16,4 4-1 0,6 9 0 16,3 3 1-16,7 7-1 15,5-3-2-15,11 4-6 16,0-9-16-16,-3-3-57 15,15-7-3-15</inkml:trace>
  <inkml:trace contextRef="#ctx0" brushRef="#br0" timeOffset="22382.63">13053 11548 463 0,'0'0'4'16,"-9"-4"2"-16,9 4 0 15,-16-10 2-15,16 10-1 0,-14-15 0 16,9 8 1-16,-1-1-6 16,6 8-2-16,9-15 0 15,3 13 0-15,0 2 0 16,3 0 0-16,-1 12 0 0,2 1 0 16,-2 6 0-16,-6 6 0 15,-3 2 0-15,0 4 0 16,-5-2 0-16,0-2 0 15,0-2 0-15,0-5 0 16,0-2 0-16,5-4 0 0,4-10 0 16,9 2 0-16,5-6-5 15,14-23-55-15,0 15-23 16,5-6-1-16</inkml:trace>
  <inkml:trace contextRef="#ctx0" brushRef="#br1" timeOffset="74799.88">4886 15283 123 0,'0'0'4'16,"0"0"2"-16,0 0-1 0,0 0 5 15,-2-9-1-15,2 9 0 16,0 0 2-16,0 0-2 16,0 0-3-16,0 0-2 15,0 0 0-15,0 0-3 16,0 0 0-16,0 0 0 0,7 3 0 15,-7-3 1-15,12 7 2 16,1-4 0-16,-3-1 1 16,8-2-1-16,-2 2 2 0,9-2-2 15,1 0 1-15,3 0-2 16,6 3 0-16,2-3 0 16,3 0-1-16,0 0-1 15,4 3 0-15,-1-1-1 0,6-2 0 16,-6 3 0-16,-1-1 1 15,5-2 0-15,-4 3 0 16,3-1-1-16,-3-2 1 16,4 0 1-16,-2 0-1 15,2 3 1-15,-2-3 0 0,2 0-1 16,0 0 0-16,-5 0 0 16,8 0 0-16,-8 0 0 15,3 0 0-15,0-3 0 16,-4 1-1-16,5-1 1 0,-7 1 0 15,9-3 0-15,-1 2 1 16,0-2 1-16,2 3 1 16,-3-1-1-16,3 2 1 0,-4-5 0 15,-1 3 1-15,-1 1-1 16,-1-1 0-16,0 0-1 16,-2 2-1-16,5-2 0 15,-6 3-1-15,9-3 0 16,2 3 1-16,-1 0-1 0,3-1 0 15,1-2 0-15,-2 3 2 16,2-3-2-16,-1 0 1 16,-3 2 1-16,-1 1-1 15,5-3 1-15,-7 3 0 16,7-4-1-16,-2 4 1 0,2 0-1 16,-3 0 0-16,1 0 0 15,2-1-1-15,-3-2 0 16,3 3 0-16,-2-2 0 0,-1 2 0 15,1-2-1-15,-1 2 1 16,3-3-1-16,2 0 0 16,-6 1 1-16,6 2-1 0,-3 0 1 15,0-2-1-15,-2-1 0 16,0 1 1-16,-6-1-1 16,0 0 0-16,-1 1 0 15,-1 0 0-15,1-4 0 16,-1 4 0-16,2-3 1 15,4 3-1-15,-6-1 0 0,5-2 0 16,0 3 1-16,1-1-1 16,-2 2 1-16,4-3-1 15,-2 1 0-15,-1 2 0 0,3 1 0 16,-3-3 0-16,5 3 1 16,1-3-1-16,-2 3 0 15,4 0 0-15,-2 0 0 16,4 0 0-16,-8 0 1 0,3 0-1 15,-5 0 0-15,-4 0 0 16,-4 0 0-16,-4 0 0 16,2 0 1-16,-12 0 0 0,5 0 1 15,-7 0 3-15,-1-3 0 16,-5 3 0-16,3-4 2 16,1 1-1-16,-5-1 1 15,6 0-1-15,-4 0-1 16,2-2-1-16,-2 5-1 15,1-2 0-15,-6 1-1 0,2 0 0 16,-2-1-1-16,1 0 0 16,-4 3 0-16,0-2-1 15,-1 2 1-15,4 0-1 0,-5 0 1 16,-1 0-1-16,-7 0 1 16,15 0 0-16,-15 0 0 15,8 0 0-15,-8 0 0 16,0 0 0-16,0 0 1 0,0 0 0 15,0 0 0-15,0 0 0 16,0 0-1-16,0 0 1 16,0 0-1-16,0 0 1 0,0 0-1 15,0 0 0-15,0 0 0 16,0 0-1-16,0 0 1 16,0 0-3-16,0 0-3 15,0 0-7-15,0 0-25 16,12-3-40-16,-12 3-4 15</inkml:trace>
  <inkml:trace contextRef="#ctx0" brushRef="#br1" timeOffset="77333.67">4888 15287 232 0,'0'0'7'16,"0"0"3"-16,0 0 1 0,0 0 4 16,0 4 2-16,0-4 0 15,0 0 1-15,0 0 0 16,0 0-6-16,-9 3-3 16,9-3-2-16,-13 8-3 0,3-6-2 15,3 6-2-15,-6-2 0 16,4 3 0-16,-8 0-1 15,1 1 2-15,3 3-1 0,-3 1 0 16,2-1 0 0,0 2 0-16,-1 0 0 0,3 2-1 15,2 0 1-15,-1 1-1 16,2-1 1-16,2-2 0 0,-1 1-1 16,0 2 1-16,3 0 0 15,1-4 0-15,-1 4 0 16,0 0 0-16,0-4 1 15,2 4-1-15,-2-4 0 16,0-1 0-16,3-1 0 16,-1 1 0-16,-2-1 0 0,3-2 0 15,2-3 0-15,0-7 0 16,-2 15 0-16,2-15 0 16,0 13-1-16,0-13 1 0,0 15 0 15,0-15 0-15,0 16 0 16,0-16 0-16,4 13 0 15,-4-13 0-15,5 18 0 16,-2-8-1-16,0-3 1 0,1 2 0 16,1 2 0-16,-2-1 0 15,0 0 0-15,1 2-1 16,1-2 1-16,0 2 0 0,0-2 0 16,0 0 0-16,5 3 0 15,-3-4 0-15,5 1 0 16,-1 0 0-16,-1 3 1 15,5-1-1-15,-1 1 1 16,2-1 0-16,-2 0 1 0,4 1-1 16,-3-6 0-16,2 5 2 15,3-5-2-15,0 1 0 16,3-1 0-16,-2 0 0 16,4 2 0-16,0-5 1 0,5 4-1 15,0-4 0-15,2-1-1 16,5 2 1-16,3-2 0 15,3-1 0-15,-2 1 0 16,5-3 0-16,0 2-1 16,4-2 1-16,0 0 0 0,-3 0 0 15,6-2 0-15,-2-1 0 16,6 1 0-16,1-3 0 0,1-1 0 16,4 2 0-16,1 1 0 15,1-2-1-15,1 1 1 16,2-2 0-16,-3 3 0 15,-1-1 0-15,1 1 0 16,2-1 0-16,-1-1 1 0,2 2 0 16,0 0 0-16,1-1 0 15,0 1 0-15,-2-1 0 16,6-1 0-16,1-1 0 16,-3 2-2-16,7-2 1 0,-4-1-1 15,4 2 0-15,1 2 0 16,-2-4 0-16,0 4 0 15,0-1 0-15,0 2 0 16,-5 2 1-16,-2 0-1 0,2 0 1 16,-6 0 0-16,0 0-1 15,1 0 1-15,-5 0-1 16,5 0 1-16,-4 0 1 16,3 0-2-16,3 0 0 15,-4 0 0-15,3-3 0 0,-6 3 1 16,0 0-1-16,0 0 0 15,-5 0 0-15,3 0 0 16,-4 0 1-16,2 0-1 16,-1 0 0-16,0-3 1 0,3 3-1 15,2-3 1-15,2 3-1 16,-1-1 0-16,-1 1 1 16,2 0-1-16,1 0 0 0,-3-3 0 15,0 0 0-15,-2 2 0 16,-1 1 1-16,-4-3-1 15,2 0 0-15,-5 1 0 16,0-1 0-16,-2 1 0 0,-3-2 1 16,3 3-1-16,0 1 0 15,-5-3 0-15,5 1 0 16,-6 0 0-16,4-1 0 16,-5 3 0-16,0-3 0 15,-3 3 0-15,-5-2 1 0,-3-1-1 16,0 3 1-16,-3-2-1 15,-3 2 1-15,2-3 0 16,-7 3 0-16,2-2-1 0,-3 2 1 16,-5-3 0-16,-2 3 0 15,-4 0 0-15,-9 0 0 16,10 0 0-16,-10 0 1 16,0 0 1-16,0 0 0 0,0 0 0 15,10 0 1-15,-10 0-1 16,0 0 1-16,15-2-1 15,-15 2 0-15,12-2-1 16,-12 2 0-16,8-3-1 16,-8 3 0-16,12-3 0 0,-12 3 0 15,12-2 0-15,-12 2 0 16,13-3-1-16,-13 3 1 16,15-2-1-16,-15 2 1 15,17 0-1-15,-7-3 0 0,1 3 1 16,1 0-1-16,-3-2 0 15,0 2 0-15,0-2 0 16,-9 2 1-16,12 0-1 16,-12 0 0-16,13 0 0 0,-13 0 0 15,7-3 1-15,-7 3-1 16,10 0 0-16,-10 0 1 16,0 0-1-16,11-4 0 0,-11 4 0 15,0 0 0-15,0 0-3 16,0 0-1-16,0 0-5 15,0 0-9-15,7-14-42 16,-7 14-23-16,0 0-5 16</inkml:trace>
  <inkml:trace contextRef="#ctx0" brushRef="#br1" timeOffset="78382.59">10301 15093 233 0,'0'0'8'0,"0"0"4"0,0 0 4 0,0 0 3 16,7-12 3-16,-7 12 1 16,7-7 0-16,-7 7 4 15,16-10-9-15,-7 7-3 0,8 1-4 16,-2-3-3-16,2 3-1 16,3 2-1-16,6 0-1 15,1 0-1-15,3 2 0 16,2 3-1-16,3-3-1 0,2 5 0 15,2 2 0-15,-1-2 0 16,-1 2-1-16,0 2 0 16,-2-2 0-16,-6 4 1 15,-1-3-1-15,0 1 0 0,-6 3 0 16,0 0 1-16,-2 1-1 16,-2-3 0-16,1 6 0 15,-1-1 0-15,-1 1 0 16,-4-1 0-16,-1 2-1 0,1 2 2 15,-6 1-1-15,5 0 0 16,-3 1 0-16,0-1 0 16,-2 3 0-16,1-1 0 15,0-1-1-15,-3-1 0 0,2 3 0 16,-5-5 0-16,1 2 0 16,-3 0 0-16,0-2 0 15,0 0 0-15,-3-1 0 16,-4-1 1-16,0 0-1 0,-1-4 0 15,-4 1 1-15,-4 0 0 16,-3-1-1-16,-1-1 1 16,-3 5-1-16,-1-6 1 15,-6-1-1-15,3 3 1 16,-2 0-1-16,-2-4 0 0,1 0 1 16,-2 0-1-16,0 3 0 15,2-3 0-15,0-1 1 16,0 2-1-16,4-4 0 15,2 0 0-15,1 0 0 0,7-2 0 16,-2 0 0-16,6 1-2 16,0-4 0-16,12-2-4 15,-18 2-5-15,18-2-15 0,0 0-57 16,0 0-2-16</inkml:trace>
  <inkml:trace contextRef="#ctx0" brushRef="#br1" timeOffset="80099.47">10561 15034 127 0,'0'0'4'0,"0"0"5"15,0 0-1-15,0 0 2 0,-5 0 1 16,5 0 1-16,0 0 1 15,0 0 0-15,0 0-1 16,0 0-3-16,0 0 2 0,0 0-1 16,0 0-2-16,8 0 1 15,-8 0-1-15,17 5-1 16,-7-3-1-16,10 0-1 16,-3 2-4-16,13-2 1 0,7-2-2 15,1 3 1-15,11-3 0 16,1 0-1-16,11 0 1 15,0 0-1-15,8 0 1 16,3 0-1-16,-2 0 1 0,12 0-1 16,5-3 1-16,1 1-1 15,8 2 1-15,0-4-1 16,-1 4 0-16,5-2 0 16,6 2 1-16,-7 0-1 0,-2 0 0 15,3 0 0-15,-5 0 0 16,-1 2 1-16,5 4-1 15,-7-3 0-15,-5-3 0 16,-2 5 1-16,-1-3-1 0,1-2 0 16,-3 0 0-16,2 0 0 15,0 0 1-15,1 0-1 16,2 0 0-16,0 0 1 16,0-2-1-16,2-1 0 0,3 3 0 15,-5-2 0-15,0 2 1 16,-2-3-1-16,-1 3 0 15,-2-2 0-15,0 2 0 16,-3-4 1-16,4 2-2 16,-3 2 0-16,-1-2-2 0,1 0-1 15,-4-1-1-15,2 1-3 16,-4-3 0-16,1 0-1 16,-3-1 2-16,-3 4 0 15,-2-3 2-15,3 0 1 0,2 0 2 16,-8 5 2-16,6-2 0 15,-8 2 1-15,-3-3 0 16,6 3-1-16,3 0 2 16,-4 0-1-16,1 0-1 0,-1 0 0 15,3 0 1-15,-2 0-1 16,-3 0 0-16,-2-3 0 16,-8 3 1-16,3 0-1 15,-1-1 0-15,-4 1 1 0,5-3-1 16,-6 0 1-16,1 2-1 15,0-2 0-15,-1 0 1 16,-1-2 0-16,-6 3 0 16,-1-2 1-16,-2 0 2 15,0 2-1-15,-4-3 1 0,-1 2 0 16,1-2 1-16,3 1-1 16,-1 1 0-16,3 0-2 15,-1-1 1-15,-4 1 1 0,8 0-1 16,-6-2 0-16,4 3 1 15,-5 0-1-15,1-3 0 16,-2 2 0-16,0 1 0 0,1-1 0 16,-6 2-1-16,5-3 0 15,-10 4 1-15,3-3 1 16,-8 3 0-16,-1-1 0 16,-4 1 1-16,-3 0 0 15,-12 0-1-15,10 0 0 0,-10 0-2 16,0 0-2-16,0 0-1 15,0 0-3-15,0 0-2 16,0 0-5-16,0 0-12 16,0 0-30-16,0 0-16 0</inkml:trace>
  <inkml:trace contextRef="#ctx0" brushRef="#br1" timeOffset="81666.14">10879 15923 189 0,'0'0'7'0,"0"0"3"15,2-7 4-15,-2 7 1 0,16-7 3 16,-4 4 0-16,6 1 3 16,4-3-1-16,2 5-4 15,12-3-5-15,1 3-1 0,7 0-2 16,4 0 0-16,9 0-3 16,5 0-2-16,3 0 0 15,9 0 0-15,3 0-1 16,5 0 0-16,7 0-1 15,3 0 1-15,11 0-1 0,-2-3 2 16,11 2-1-16,2-3 1 16,6 4 0-16,1 0 0 15,-1-2-1-15,4 2 1 16,-5 0-1-16,-2 0-1 0,2 0 0 16,0 0 0-16,-4 0 0 15,-1 0-1-15,6 0 1 16,1-2-1-16,-2-1 1 15,5 3-1-15,-2-4 1 0,-3 1-1 16,1-3 1-16,1 2 0 16,-6-4-1-16,-6 4 1 15,-2-4-1-15,-8 1 1 0,0-1-1 16,-2 1 1-16,-5 0-1 16,0-2 0-16,-2 2 1 15,-1-1-1-15,-4 2 0 16,0 1 0-16,-2-1 0 15,0 2 0-15,-3-1 0 0,-6 0-1 16,-2 0 0-16,-5 0 0 16,0 3 0-16,0-1 0 15,-7-2 0-15,0 2 0 16,-1 1 0-16,-1 2 1 0,1-2-1 16,-2-1 1-16,-2-2 0 15,-1 5 0-15,-1-2 0 16,-4-3-1-16,1 2-1 15,-3 0-1-15,3 3-1 0,-8-1 0 16,8 1-1-16,2-3 0 16,-5 0 0-16,1 3 0 15,-7-4 3-15,5-1 0 16,-9 2 2-16,5-4 0 16,-10 2 1-16,-2 0 0 0,2-3-1 15,-5 3 1-15,1 0-1 16,-1 1 0-16,1-4 0 15,-6 3 0-15,2 0-1 0,-1 0 1 16,0 1 0-16,-4 1 0 16,4-3 0-16,-3 4 1 15,-3-3-1-15,1 3 1 16,-1 2 0-16,5-3 0 0,-4-1-1 16,-1 4 1-16,-2-3 2 15,2 3-2-15,-4-2 1 16,-1 2 0-16,-12 0 0 15,13 0 0-15,-13 0 1 16,12-4 0-16,-12 4-1 0,10 0 1 16,-10 0-1-16,10 0 1 15,-10 0 0-15,10 0-1 16,-10 0-1-16,0 0 0 16,0 0-2-16,0 0-5 0,7 0-11 15,-7 6-42-15,0-6-15 16</inkml:trace>
  <inkml:trace contextRef="#ctx0" brushRef="#br1" timeOffset="82533.69">17675 14965 265 0,'0'0'6'0,"0"0"5"0,-5-10 3 16,5 10 4-16,-7-12 3 16,7 12 0-16,-11-13 3 0,11 13 1 15,-7-12-6-15,7 12-3 16,0 0-4-16,0 0-3 16,-10-8-3-16,10 8-2 0,0 0-2 15,0 0-1-15,0 0 0 16,0 0-1-16,0 0-1 15,0 5 1-15,0-5 1 16,0 15-1-16,0-2 2 16,0 6-1-16,0 3 1 15,3 8 0-15,2 8 1 0,-3-2-1 16,0 9 0-16,1 1 1 16,-1-2-1-16,1 2 1 0,-3-1-1 15,2-3 1-15,-2-2-1 16,0-6 0-16,0-2-1 15,3-4 0-15,-3-3 0 16,0-10-1-16,3-4 0 0,-3 2 0 16,0-13 0-16,1 12-1 15,-1-12-1-15,0 0-2 16,0 0-6-16,0 0-11 16,8-4-59-16,-5-6-5 15</inkml:trace>
  <inkml:trace contextRef="#ctx0" brushRef="#br1" timeOffset="82999.57">17615 15172 331 0,'0'0'4'0,"0"0"2"15,0 0 4-15,0 0 2 16,10-10 2-16,0 6 2 16,7 0 1-16,8-3 0 15,10 1-3-15,5 1-2 0,5 0-3 16,7 0-2-16,3 0-2 16,10 0-2-16,1 2 0 15,-1-2-2-15,-1 3 1 16,-5 0-2-16,-1 2 1 0,-13-3-1 15,-8 0 0-15,-7 1 1 16,-13 2-1-16,-5 0-2 16,-12 0-2-16,11 0-5 0,-11 0-9 15,0 0-43-15,-15 0-20 16</inkml:trace>
  <inkml:trace contextRef="#ctx0" brushRef="#br1" timeOffset="83399.78">17735 15248 341 0,'0'0'5'0,"0"0"2"16,0 0 3-16,4-3 2 16,9 3 3-16,-1-4 1 15,11 3 0-15,1-4 1 16,9 3-3-16,7-4-3 0,-1 2-3 16,11-1-2-16,-3 2-1 15,3 0-3-15,-1 1 0 16,-6 0 0-16,1 2-1 15,-6 0-1-15,-3 0 1 0,-11 0-1 16,-1 0 0-16,-5 0-1 16,-6 2 1-16,-3 0-3 15,-9-2-1-15,0 0-4 16,8 3-3-16,-8-3-10 16,0 0-34-16,0 0-26 0,0 10-3 15</inkml:trace>
  <inkml:trace contextRef="#ctx0" brushRef="#br1" timeOffset="83783.56">18480 14940 418 0,'0'0'5'0,"0"0"1"16,0 0 1-16,0 0 0 0,0 0 0 15,0 0 2-15,-5 10 0 16,5 5 1-16,-2 11-5 16,-1 5-1-16,3 8-1 15,-2 4 0-15,-1 4-1 0,3 2 0 16,0-1-1-16,0-7 0 15,0 2 0-15,0-7 0 16,3-3 0-16,-1-8-1 16,-2-3 0-16,0-5-2 0,3-7-1 15,-3-10-1-15,2 12-3 16,-2-12-4-16,0 0-6 16,2-12-11-16,-2-9-46 0,3 0-7 15</inkml:trace>
  <inkml:trace contextRef="#ctx0" brushRef="#br1" timeOffset="84166.56">18461 14910 262 0,'0'0'5'0,"0"0"3"16,0 0 5-16,-4-10 2 15,4 10 0-15,0 0 4 0,0-12 0 16,0 12 2-16,0 0-3 15,0-9-6-15,0 9-2 16,0 0-2-16,0 0-1 16,0 0-1-16,0 0 1 15,11-3-1-15,1 3 0 0,8-4 1 16,7 0-1-16,15-1 1 16,11-2-1-16,16 2-1 15,11-5-1-15,9 5-1 0,11-2-1 16,6 1 0-16,2 4-1 15,-7-3 0-15,-4 5-1 16,-17-2 1-16,-13 2-1 16,-15 0 1-16,-15 0-1 15,-12 0 0-15,-13 0 0 0,-12 0 0 16,0 0-1-16,0 0-2 16,-9 9-3-16,-4-1-8 15,-7-3-15-15,-14 2-52 16,11 4-2-16</inkml:trace>
  <inkml:trace contextRef="#ctx0" brushRef="#br1" timeOffset="84716.49">18307 15426 321 0,'0'0'6'0,"0"0"3"0,0 0 1 16,0 0 2-16,0 0 4 15,4 3 1-15,-4-3 0 16,22 0 1-16,-4 1-5 0,9-1-1 16,3 0-1-16,12 0-2 15,13 0-1-15,7-1 0 16,7-5 0-16,14 1-1 15,6 3-1-15,13-3-3 0,5 2-3 16,2 3 0-16,3 0 0 16,-3 0 0-16,-12 0 0 15,-8 3 0-15,-19 2 0 16,-16-3 0-16,-11 1 0 0,-15-1 0 16,-14-2 0-16,-14 0 0 15,0 0 0-15,0 0 0 16,-7 3 0-16,-3-3 0 15,-8 0 0-15,4 0 0 0,-6 0-15 16,2 0-22-16,3 0-47 16,-2-3-2-16</inkml:trace>
  <inkml:trace contextRef="#ctx0" brushRef="#br1" timeOffset="85099.74">19533 15136 366 0,'0'0'7'0,"0"0"3"0,0 0 2 0,0 0 0 15,0 0 1-15,0 0 0 16,-12 0 0-16,12 0 0 15,-7 7-5-15,7-7-4 16,-5 18-2-16,3-8 0 0,-2-1-1 16,4 4 1-16,6-4 1 15,1-3-1-15,10 1 1 16,-1-4 1-16,0-3 0 16,7 0 0-16,-3-6 1 0,-3-4 0 15,-4-2-2-15,-6-6-3 16,-7 1 0-16,0-1 0 15,-15 7 0-15,-9 1 0 0,-1 2 0 16,-4 11-3-16,23 7-81 16,-21 2-2-16</inkml:trace>
  <inkml:trace contextRef="#ctx0" brushRef="#br1" timeOffset="86366.44">10462 15396 358 0,'0'0'4'16,"0"-8"3"-16,0 8 1 15,0-9 3-15,0 9 2 16,0-13 2-16,0 13 1 0,0-10 0 16,0 10-4-16,0 0 0 15,0 12-3-15,-2 1-2 16,-1 2-3-16,-3 5-2 0,2 0-1 15,4 6 1-15,0-3-1 16,4-3-1-16,7-1 0 16,1-2 0-16,11-6 0 0,-1-1 0 15,2-8 1-15,1 0 0 16,-2-2-1-16,0-4 2 16,-4-6-1-16,-4-2 1 15,-5-1 0-15,-5-4 0 0,-5 0 0 16,-5-1-2-16,-7 3 0 15,-6 1 0-15,-7 4 0 16,-1 7 0-16,-4 3 0 16,0 4 0-16,6 17-15 15,-2-4-68-15,10 1-1 0</inkml:trace>
  <inkml:trace contextRef="#ctx0" brushRef="#br2" timeOffset="92249.63">4935 15723 130 0,'0'0'8'0,"0"0"8"15,0 0 2-15,0 0 5 16,0 0 3-16,0 0 2 0,0 0 2 16,0 0 1-16,0 0-6 15,0 0-4-15,0 0-2 16,0 0-3-16,0 0-4 0,0 0-1 15,0 0-3 1,-2 10-1-16,0-3-1 0,-6 11 0 16,1 1-1-16,-8 6-1 15,-4 7 1-15,-7 8-1 16,-1 2 1-16,-8 8-2 16,-2 4 1-16,-8 3-2 0,-2 5-1 15,-3 3 0-15,-7 2 0 16,-3 2-1-16,-7 5 0 15,-2 3 1-15,-4 0 0 16,-1 2 1-16,0-5 1 16,-1 3-1-16,1-2 1 0,7-4 0 15,1-9 2-15,6 0-3 16,4-7 0-16,34-33-1 16,-7 6-1-16,8-7-1 15,-1 2 1-15,4-4-1 0,-2 1 0 16,3-5-1-16,2 0-1 15,8-3 1-15,-6 1-1 16,13-13-1-16,-15 12-2 0,15-12-4 16,-7 10-6-16,7-10-19 15,0 0-47-15,0 0-1 16</inkml:trace>
  <inkml:trace contextRef="#ctx0" brushRef="#br2" timeOffset="92832.64">3609 17001 357 0,'0'0'8'0,"0"0"2"16,0 0 3-16,0 0 1 0,0 0 0 16,0 0 1-16,2 10 1 15,-2 8 0-15,-2 4-5 16,-8 2-4-16,0 9-2 15,2-14-2-15,3 2 0 0,-4 0-1 16,-1 2 0-16,-5-1-1 16,5 3 1-16,-3-3-2 15,1 0 1-15,2 1 0 16,-3-3 0-16,4-1-1 16,-1-2 0-16,4 1-1 0,4-6 1 15,2-2 0-15,0-2-1 16,8-3 2-16,4-3 0 15,8-2 1-15,4 0 0 0,-1-5 0 16,5-1 1-16,1 0-3 16,1-2 0-16,-2 3 0 15,4-2 0-15,-2 2 0 16,-3-5 0-16,1 6 0 0,-5-2 0 16,-2 5 0-16,-1-3 0 15,-9 4 0-15,6 0 0 16,-17 0 0-16,14 0 0 15,-14 0-61-15,0 0-26 16,7 4-2-16</inkml:trace>
  <inkml:trace contextRef="#ctx0" brushRef="#br2" timeOffset="94832.3">2792 17526 400 0,'0'0'5'0,"0"0"1"15,-11 3 3-15,11-3 2 16,0 0 0-16,-10 2 2 15,10-2 2-15,0 0 0 0,0 0-4 16,0 0-1-16,5 5-5 16,6-5-5-16,3 2 0 15,4-2 0-15,4 0 0 16,5 4 0-16,3-3 0 16,2 2 0-16,5-1 0 0,-1 4 0 15,1-4 0-15,-2 0 0 16,-1 3 0-16,-4 3 0 15,-2 2 0-15,-6-3 0 0,-10 6 0 16,-4-2 0-16,-8 7 0 16,-5 2 0-16,-10 0 0 15,15-20 0-15,-26 19 0 16,0 1 0-16,-9 2 0 16,1-4 0-16,-1 2 0 0,-3 0 0 15,1-3 0-15,1 3 0 16,7-8 0-16,-21 16 0 15,50-28 0-15,-21 17 0 16,21-17 0-16,4 7 0 16,13-7 0-16,8 0 0 15,7 0 0-15,3-3 0 0,6-1 0 16,0 1 0-16,5 2 0 16,-2 1 0-16,-2-3 0 15,3 3 0-15,-8-3 0 16,0 0 0-16,-37 3 0 0,65 0 0 15,-65 0 0-15,47 0 0 16,-47 0 0-16,28 3 0 16,-28-3 0-16,0 0 0 15,0 0 0-15,10 13 0 16,-10-13 0-16,0 0 0 0,0 0 0 16,0 0 0-16,0 0 0 15,0 0 0-15,0 0 0 16,-38 12 0-16,38-12 0 15,0 0 0-15,0 0 0 16,0 0-66-16,0 0-27 16</inkml:trace>
  <inkml:trace contextRef="#ctx0" brushRef="#br2" timeOffset="96249.58">10517 15540 298 0,'0'0'7'16,"0"0"2"-16,0 0 5 16,0 0-1-16,0 0 0 0,0 4 3 15,-3 6-1-15,-2 2 0 16,-7 9-6-16,2 1-3 15,-8 5-2-15,0 3 0 16,-3 8 0-16,-2-2-1 16,-4 9 0-16,-1-1 0 0,-6 8 0 15,-2 3 0-15,0-1-1 16,-4 4 0-16,2-2-1 16,1 1 1-16,0 3-1 0,5-6 0 15,-3 1-1-15,3-4 0 16,2 2 0-16,-2 1-1 15,-3-2 2-15,2-2 0 16,-4 2 2-16,2-2-1 16,-2-4 2-16,4 3-1 0,-1-3 1 15,2-6 0-15,5-1 0 16,2-7-1-16,2 0-1 16,4-2 0-16,1-5-1 15,3-2 0-15,2-7 0 0,6 0-1 16,0-4 0-16,7-12 0 15,-11 12-2-15,11-12-1 16,0 0-3-16,0 0-3 16,0 0-7-16,-7 0-14 0,7-10-41 15,0 10-10-15</inkml:trace>
  <inkml:trace contextRef="#ctx0" brushRef="#br2" timeOffset="96799.63">9439 16852 395 0,'0'0'5'0,"0"0"2"0,0 0 0 0,0 0 2 16,0 0 1-16,7 10 0 15,-7 2 2-15,0 1-1 16,0 4-4-16,0 8-1 0,-5 0-1 15,-3 5-2-15,-4-3-1 16,0 3 0-16,-4-6 0 16,4 1-1-16,2-5-1 15,2-3 1-15,6-4-1 16,0-4 0-16,2-9 0 0,2 13 1 16,10-10-1-16,1-3 1 15,5 0 1-15,6-6 1 16,6-4 0-16,2-2 1 0,5 0-2 15,6-5-2-15,1 1 0 16,-3 3 0-16,-4-4 0 16,-6 6 0-16,-5 1 0 15,-4 5 0-15,-9 0 0 16,-13 5 0-16,12-2 0 0,-12 2 0 16,0 0 0-16,0 0 0 15,-10 0-20-15,-17 0-64 16,27 0-4-16</inkml:trace>
  <inkml:trace contextRef="#ctx0" brushRef="#br2" timeOffset="97516.57">9547 17373 398 0,'0'0'7'16,"0"0"2"-16,0 0 2 0,-9 0 2 15,9 0 1-15,0 0 0 16,-11 0 1-16,11 0 0 16,0 0-4-16,0 0-7 15,0 0-4-15,0 0 0 0,6 10 0 16,6-10 0-16,0 2 0 15,6 0 0-15,4 1 0 16,3-1 0-16,2 1 0 16,3 0 0-16,-3 1 0 0,3 0 0 15,-3 2 0-15,1-1 0 16,-5 2 0-16,-2 0 0 16,-5 6 0-16,-4-3 0 15,-7 3 0-15,-5-1 0 0,-3 3 0 16,-7 5 0-16,-6-5 0 15,-7 4 0-15,0-1 0 16,-2-1 0-16,4 1 0 16,-4-1 0-16,0-2 0 15,2 2 0-15,4-7 0 0,3 3 0 16,4-5 0-16,12-8 0 16,-10 14 0-16,10-14 0 15,5 4 0-15,7-4 0 0,6 0 0 16,1-1 0-16,4-5 0 15,2 3 0-15,0-1 0 16,-1-1 0-16,1 2 0 16,-2-1 0-16,0 1 0 0,-4-2 0 15,1 2 0-15,-6 1 0 16,2 2 0-16,-16 0-41 16,17 2-46-16</inkml:trace>
  <inkml:trace contextRef="#ctx0" brushRef="#br2" timeOffset="98732.63">19578 15190 311 0,'0'0'4'15,"0"0"0"-15,0 0 3 16,0 0 1-16,0 0 1 16,0 0 2-16,5 0 3 0,7 0 1 15,4 0-4-15,6 0 0 16,2 0 0-16,14-3 0 15,7 1-2-15,7-3-2 0,10-3 0 16,10 4-2-16,5-2 0 16,13-1-1-16,4 6-2 15,8-6-1-15,4 7-1 16,4-1 0-16,2 1-1 0,-1 0-1 16,-1 0 0-16,1 0 0 15,-1-3 1-15,-3 1-1 16,-7-2 2-16,-4 3-1 15,-6 1 1-15,-9-5 0 0,-8 0 0 16,-8 2 0 0,-19 1 0-16,-3-1 1 0,-15 1 0 15,-12 2 1-15,-3-3-1 16,-13 3 1-16,0 0-1 0,0 0 0 16,0 0 0-16,0 0 0 15,0 0-1-15,0 0 1 16,0 0-1-16,0 0-1 15,-8-5-2-15,8 5-1 0,0 0-4 16,-9-2-5-16,9 2-12 16,0 0-23-16,-12 0-30 15,12 0-4-15</inkml:trace>
  <inkml:trace contextRef="#ctx0" brushRef="#br2" timeOffset="99283.5">21613 14927 396 0,'0'0'4'0,"0"0"1"0,0 0 3 0,0 0 1 15,0 0 3-15,12 6 0 16,1-2 1-16,-1 2 0 16,6 1-2-16,10 1-3 0,-2-1-1 15,10 5-2-15,3-2-2 16,0 0-1-16,5 2 1 15,-7-2-3-15,0 0 0 16,-10 0 0-16,-8 3 0 0,-6-1 0 16,-5 1 0-16,-13 1 0 15,-11 3 0-15,-8 1 0 16,-3-1 0-16,-8 5 0 16,-5 0 0-16,0-1 0 15,1 1 0-15,2-4 0 0,7-1 0 16,5-3 0-16,5 1 0 15,8-5 0-15,7 0 0 16,5-10 0-16,2 10 0 0,7-5 0 16,6-2 0-16,3-1 0 15,1 0 0-15,7 1 0 16,-4-3-5-16,3 0-11 16,-7-3-28-16,3 1-40 0,0 0-1 15</inkml:trace>
  <inkml:trace contextRef="#ctx0" brushRef="#br2" timeOffset="100117.95">22391 14927 411 0,'0'0'5'0,"0"0"3"16,0 0 2-16,0 0 2 15,-10-5 1-15,10 5 1 16,-7 0 0-16,7 0 1 0,0 0-6 15,-11-2-9-15,11 2 0 16,0 0 0-16,18 2 0 16,1-2 0-16,9 5 0 0,6-5 0 15,9 6 0-15,2-4 0 16,-3 0 0-16,0 1 0 16,-5 2 0-16,-7-3 0 15,-7 3 0-15,-5 3 0 16,-13 2 0-16,-3 0 0 15,-2 0 0-15,-7 4 0 16,-6 1 0-16,-4 3 0 0,-3 2 0 16,-8 0 0-16,-4-1 0 15,0 1 0-15,-5 0 0 0,4-2 0 16,-1 0 0-16,6 0 0 16,-2-6 0-16,13 1 0 15,0-3 0-15,6-2 0 16,11-8 0-16,-7 12 0 0,7-12 0 15,7 7 0-15,9-4 0 16,-2 1 0-16,10-1 0 16,4 0 0-16,7-2 0 0,0 2 0 15,4-3 0 1,2 3 0-16,1-1 0 0,-3-2 0 16,-3 3 0-16,-2-1 0 15,-10-2 0-15,-1 4 0 16,-5-4 0-16,-9 0 0 0,-9 0 0 15,10 0 0-15,-10 0 0 16,0 0 0-16,0 0 0 16,0 0 0-16,-10 1 0 15,10-1-5-15,0 0-87 0,-9-5-3 16</inkml:trace>
  <inkml:trace contextRef="#ctx0" brushRef="#br2" timeOffset="102865.98">4956 15725 267 0,'0'0'7'0,"0"0"4"16,0 0 3-16,0 0 0 0,-8 0 2 15,8 0 2-15,0 0 0 16,0 0 4-16,0 0-9 16,0 0-4-16,0 0-2 0,0 0-1 15,0 0-2-15,0 0-1 16,0 0-1-16,0 0 1 15,8-2 1-15,4 2-1 16,3 0 1-16,2 0 0 0,8 0 0 16,2 0-1-16,6 0 0 15,-1 0-1-15,5 0 0 16,1 0-1-16,4 0 0 16,0 0 0-16,3 0 0 15,-1 0 0-15,4 0 0 0,1 0 0 16,1 0-1-16,3 0 1 15,1 0-1-15,0 0 0 16,1 0 0-16,0 0 1 0,2 0-1 16,-2 0 0-16,-1 0 0 15,1 0 1-15,-1 0-1 16,-2-2 0-16,3-1 1 16,-5 0-1-16,1 0 0 0,-5 3 0 15,2 0 0-15,-6-1 0 16,-3 1 0-16,-2 0 0 15,-1 0 0-15,-1 0 0 16,-6 0 0-16,4-3 0 16,-6 3 0-16,4-3 1 0,0 3-1 15,-1-1 0-15,2 1 0 16,-2 0 1-16,-2 0-1 16,0-3 0-16,0 3 0 15,-3 0 0-15,-2 0 0 0,-1 0 0 16,-5 0 0-16,1 0 0 15,-6 0 0-15,-1 0 0 16,-4 0 0-16,-7 0 0 0,12 0 1 16,-12 0 0-16,0 0 0 15,0 0 2-15,0 0-1 16,0 0 2-16,0 0 0 16,0 0 0-16,0 0 0 15,0 0 0-15,0 0-1 0,0 0 1 16,0 0-4-16,0 0 0 15,0 0 0-15,0 0 0 16,0 0 0-16,0 0-5 16,0 0-10-16,0-15-60 0,0 15-11 15</inkml:trace>
  <inkml:trace contextRef="#ctx0" brushRef="#br2" timeOffset="103382.64">6894 15505 430 0,'0'0'4'0,"0"0"3"15,0 0 1-15,0 0 1 0,0 0 0 16,0 0 0-16,0 0 0 16,0 0 1-16,9 10-4 15,2-2-2-15,-1 2-1 16,6-2 0-16,2 3-3 0,5 1 0 16,0-2 0-16,-2 3 0 15,4-1 0-15,-2-2 0 0,-2-3 0 16,-5 4 0-16,-2-2 0 15,-3 1 0-15,-9 2 0 16,-2 1 0-16,-4 2 0 16,-12 4 0-16,-1-3 0 0,-5 6 0 15,-8 0 0-15,5-2 0 16,-5 1 0-16,-2 2 0 16,4-3 0-16,3-2 0 15,4-4 0-15,5 1 0 16,2-5 0-16,3-3 0 15,11-7 0-15,-7 10 0 0,7-10 0 16,0 0 0-16,0 0 0 16,0 0 0-16,0 0 0 15,0 0-56-15,13 0-33 0,-3-2-2 16</inkml:trace>
  <inkml:trace contextRef="#ctx0" brushRef="#br2" timeOffset="103766.91">7687 15527 468 0,'0'0'5'0,"0"0"1"0,0 0 2 0,0 0-1 16,-3 0 1-16,3 0 1 15,-20 20-9-15,6-3 0 16,-4 8 0-16,-2 0 0 15,-2 4 0-15,-3 7 0 0,0-7 0 16,5-2 0-16,0-2 0 16,3-5 0-16,5-2 0 15,-2-7 0-15,5-1 0 16,9-10-13-16,-10 10-21 16,10-10-52-16,0 0-3 0</inkml:trace>
  <inkml:trace contextRef="#ctx0" brushRef="#br2" timeOffset="104150.05">7386 15533 429 0,'0'0'5'0,"0"0"3"16,0 0 2-16,0 0 2 16,0 0 0-16,7-3 2 15,-7 3-1-15,11 0-5 0,-4 4-8 16,7 3 0-16,4 10 0 15,4-3 0-15,5 7 0 16,3 0 0-16,2 3 0 0,0-1 0 16,2 2 0-16,-4-3 0 15,-4-5 0-15,-1 1 0 16,-2-1 0-16,-9-4 0 16,2-5 0-16,-7 1 0 15,-9-9 0-15,11 9 0 0,-11-9 0 16,0 0 0-16,0 0 0 15,0 0 0-15,0 0 0 16,0 0 0-16,0 0 0 16,0 0 0-16,0 0 0 15,0 0 0-15,0-8 0 0,0 8 0 16,0 0 0-16,0 0 0 16,-8 0-40-16,8 0-55 15</inkml:trace>
  <inkml:trace contextRef="#ctx0" brushRef="#br2" timeOffset="107366.79">10552 15515 201 0,'0'0'6'16,"0"0"3"-16,0 0 5 16,0 0 2-16,0 0 4 15,0 0 0-15,0 0 2 0,0 0 1 16,0-10-5-16,0 10-4 15,0 0-1-15,7 0-2 16,-7 0-3-16,14 0-1 0,2 0-2 16,6 3 0-16,8-1-1 15,7 0 0-15,10 1-1 16,10-2 0-16,5-1 0 16,13 0-1-16,4 0 0 0,11-1-1 15,4-4 0-15,3 3 0 16,5-1 1-16,2 0-2 15,0 3 0-15,6 0 0 16,0 0 1-16,-6 0-1 16,-7 0 0-16,-1 3 1 0,-4-3-1 15,-4 0 0-15,-6 0 1 16,-10 0-1-16,-6 0 0 16,-3-5 1-16,-6 0-1 15,-7 0 1-15,-6 0-1 0,-7 0 1 16,-4 0-1-16,-11 3 1 15,-6-1 0-15,-7 1-1 16,-9 2 1-16,12 0 0 0,-12 0-1 16,0 0 1-16,0 0-1 15,0 0-1-15,0 0 1 16,0 0 0-16,0 0-1 16,0 0 1-16,0 0-1 0,0 0 2 15,0 0-1-15,0 0 0 16,0 5 0-16,0-5-1 15,0 0-1-15,0 0-4 16,0 0-3-16,0 0-11 16,0 0-33-16,0 0-23 0,0 0-4 15</inkml:trace>
  <inkml:trace contextRef="#ctx0" brushRef="#br2" timeOffset="107916.44">12586 15283 338 0,'0'0'7'15,"0"0"3"-15,5 0 1 0,-5 0 2 16,0 0 2-16,12 4 0 16,-4 0 1-16,4 4 0 15,-2 0-6-15,8 3-2 16,1 3-3-16,4 0 1 0,4 1-1 15,3 3-1-15,0-4-1 16,2 1-1-16,-4 0 1 16,-1-5-1-16,-2 5 0 15,-7-5-1-15,-1 0 1 0,-5-3-1 16,-4 3 1-16,-6 0 0 16,-2 0 0-16,0 1 0 15,-10 3 1-15,-2 0 0 0,-6 0-1 16,-1 0-2-16,-4 3 0 15,-7-2 0-15,5-3 0 16,0 3 0-16,1-3 0 16,4-1 0-16,4-2 0 15,4-1 0-15,12-8 0 0,-14 10 0 16,14-10 0-16,-3 10-6 16,3-10-18-16,17 7-60 15,-9-7-2-15</inkml:trace>
  <inkml:trace contextRef="#ctx0" brushRef="#br2" timeOffset="108199.74">13451 15401 472 0,'0'0'3'0,"0"0"1"16,0 0 2-16,0 0-1 16,0 0 1-16,-5 10 0 15,-5-3 0-15,-2 5-3 0,-9 1-3 16,2 4 0-16,-4 3 0 16,-2 0 0-16,3 0 0 15,3-6 0-15,-2 4 0 16,9-6-2-16,-1-4-18 15,13-8-61-15,-7 2-4 0</inkml:trace>
  <inkml:trace contextRef="#ctx0" brushRef="#br2" timeOffset="108499.73">13228 15366 430 0,'0'0'2'16,"0"0"1"-16,0 0 4 15,0 7 2-15,9 3 2 0,3 3 2 16,4 3 0-16,3 5 1 16,6 4-5-16,5 0-9 15,0-3 0-15,4 6 0 16,-1-3 0-16,-4-4 0 0,-1-1 0 16,-3-3 0-16,-7-4 0 15,-4-1 0-15,-4-2 0 16,-10-10 0-16,8 7 0 15,-8-7 0-15,0 0 0 16,0 0 0-16,0 0 0 0,0 0 0 16,0 0 0-16,0 0 0 15,0-4 0-15,2-12-25 16,-2 16-64-16</inkml:trace>
  <inkml:trace contextRef="#ctx0" brushRef="#br2" timeOffset="112366.48">4941 15661 164 0,'0'0'7'15,"0"0"6"-15,0 0 1 0,0 0 4 16,-10 7 4-16,10-7 3 15,0 0-1-15,-3 11 3 16,3-11-6-16,0 0-4 16,0 8-1-16,0-8-3 15,0 0 0-15,0 0-2 0,0 0-1 16,0 0 0-16,3-8 0 16,-3-13 0-16,4-3 0 15,-1-11-1-15,0-10-1 0,2-9-1 16,0-10-1-16,0-9 0 15,-1-7-2-15,-1-10-1 16,2-7 0-16,-5-9 0 16,0-1 1-16,0-2-1 0,-5-3-3 15,-2 3 0-15,-1 3 0 16,4 5 0-16,-2 11 0 16,3 11 0-16,1 10 0 15,2 12 0-15,0 8 0 0,0 11 0 16,0 8 0-16,2 8 0 15,-2 1 0-15,0 10 0 16,0 1 0-16,0 10 0 0,0-15 0 16,0 15 0-16,0 0 0 15,0 0 0-15,0-8 0 16,0 8 0-16,0 0 0 16,0 0 0-16,0 0 0 15,0 0 0-15,0 0 0 0,0 0 0 16,0 0 0-16,0 0 0 15,0 0 0-15,0 0 0 16,0 0 0-16,0 0 0 16,0 0 0-16,0 0 0 0,0 0 0 15,0 5 0-15,0-5 0 16,0 0 0-16,0 0 0 16,0 0 0-16,0 0 0 15,0 0 0-15,0 0 0 0,0 0 0 16,0 0 0-16,0 0-3 15,0 0 0-15,0 0 1 16,0 0 1-16,0 0 0 0,0 0 0 16,-4-7 1-1,4 7-1-15,0-10 1 0,0 10 0 16,-3-13 0-16,3 13 1 16,0-11 0-16,0 11 0 15,0-11 1-15,0 11 1 0,0 0-1 16,0-10 0-16,0 10-2 15,0 0 0-15,0 0 0 16,-5 10 0-16,-2 8 0 0,-3 4 0 16,0 8 0-16,-4 4 0 15,-4 3 0-15,-5 11 0 16,4-1 0-16,-4-5 0 16,3-2 0-16,1-3 0 15,1-5 0-15,3-5 0 0,0-5 0 16,5-9 0-16,6 2 0 15,-2-8 0-15,6-7 0 16,0 0 0-16,0 0 0 16,0-5 0-16,3-12 0 0,4-3 0 15,5-2 0-15,1-6 0 16,2-4 0-16,3 0 0 16,1 0 0-16,-4 2 0 0,5 0 0 15,-3 5 0-15,-5 4 0 16,1 3 0-16,-3 0 0 15,0 9 0-15,-4-1 0 16,-6 10 0-16,6-8 0 0,-6 8 0 16,0 0 0-16,0 0 0 15,0 0 0-15,8 2 0 16,-1 9 0-16,1 6 0 16,4 0 0-16,0 8 0 0,6 3 0 15,5 4 0-15,-4 0 0 16,4-2 0-16,-1-3 0 15,3 0 0-15,-3-5 0 16,1-2 0-16,-5-2 0 16,1-6 0-16,-1 0 0 15,-4-5 0-15,4-7-53 0,-6 8-37 16</inkml:trace>
  <inkml:trace contextRef="#ctx0" brushRef="#br2" timeOffset="113533.68">4618 13047 388 0,'0'0'2'0,"0"0"1"16,0 0 3-16,0 0 2 16,0 3 2-16,0-3 1 15,12 19 0-15,-2-8 1 0,5 6-1 16,3-2-1-16,4 2-3 15,-3 1-2-15,6-6-1 16,1 2-1-16,-1-4-1 0,-1 1 0 16,-2-4-1-16,-2-2-1 15,-3 0-1-15,-2-2-5 16,-5-1-7-16,-10-2-14 16,13 0-56-16,-13 0 0 0</inkml:trace>
  <inkml:trace contextRef="#ctx0" brushRef="#br2" timeOffset="113734.96">4861 12978 430 0,'0'0'3'0,"0"0"0"16,0 0 3-16,0 0 2 15,3 11 1-15,1 0 1 16,1 9 1-16,1 7 1 0,1 6-3 15,-2 9-1-15,-2 2-6 16,-3 6-2-16,-3 2 0 16,-6-2 0-16,0 1-29 15,0-4-56-15,-6-10-3 0</inkml:trace>
  <inkml:trace contextRef="#ctx0" brushRef="#br2" timeOffset="116299.46">10519 15412 262 0,'0'0'5'0,"0"0"3"0,0 0 3 16,0 0 0-16,0 0 1 15,0 0 3-15,0 0 0 16,0 14 1-16,0-14-2 16,0 7-3-16,0-7 0 15,3 10-1-15,-3-10-1 0,2 11-2 16,-2-11-1-16,0 0 0 16,5 11-1-16,-5-11 0 15,0 0 1-15,7 0 1 0,-7 0 0 16,11-10 2-16,-6-2 0 15,-1-5 1-15,1-5-1 16,-2-9-1-16,-1-3-1 16,0-14-7-16,-2-8 0 0,0-8 0 15,0-14 0-15,0-7 0 16,-2-15 0-16,-3-4 0 16,5-9 0-16,-2 5 0 15,2-1 0-15,0 12 0 0,0 6 0 16,0 12 0-16,0 12 0 15,2 16 0-15,-2 8 0 16,3 8 0-16,-3 10 0 0,0 3 0 16,0 5 0-16,0 4 0 15,0 3 0-15,0 10 0 16,0-12 0-16,0 12 0 16,0 0 0-16,0 0 0 15,0-8 0-15,0 8 0 0,0 0 0 16,0 0 0-16,0 0 0 15,0 0 0-15,0 0 0 16,0 0 0-16,0 0 0 16,0 0 0-16,0 0 0 0,0 0 0 15,0 0 0-15,0 0 0 16,0 0 0-16,0 0 0 16,0 0 0-16,0-10 0 15,0 10 0-15,0 0 0 0,-3-10 0 16,3 10 0-16,0 0 0 15,0-7 0-15,0 7 0 16,0 0 0-16,0-9 0 16,0 9 0-16,0 0 0 0,0 0 0 15,-2-8 0-15,2 8 0 16,0 0 0-16,0 0 0 16,0 0 0-16,-10 10 0 15,2 4 0-15,-2 6 0 0,-2 3 0 16,-3 7 0-16,-2 2 0 15,-8 7 0-15,2-3 0 16,1-3 0-16,0-5 0 0,-1 2 0 16,3-6 0-16,1-4 0 15,6-3 0-15,3-9 0 16,1 2 0-16,9-10 0 16,-9 7 0-16,9-7 0 15,0 0 0-15,0-17 0 0,5 0 0 16,4-3 0-16,0-8 0 15,3-1 0-15,1-4 0 16,7-3 0-16,-3-2 0 16,-1 4 0-16,-2 2 0 0,1-1 0 15,0 8 0-15,-3 0 0 16,-4 9 0-16,-1 1 0 16,-2 5 0-16,-5 10 0 15,0 0 0-15,12-6 0 0,-12 6 0 16,12 18 0-16,-6-3 0 15,4 8 0-15,0 2 0 16,5 4 0-16,3 0 0 16,1 3 0-16,1-2 0 0,0 0 0 15,2-3 0-15,3-4 0 16,-5-4 0-16,5-1 0 16,-3-1 0-16,-7-7 0 15,2 7 0-15,1-9-70 0,-18-8-23 16</inkml:trace>
  <inkml:trace contextRef="#ctx0" brushRef="#br2" timeOffset="116749.76">10489 13444 371 0,'0'0'6'0,"0"0"4"0,0 0 3 0,0 0 1 16,0-10 2-16,0 10 0 15,0 0 0-15,0 0 2 0,0 0-5 16,4 0-4-16,9 7-2 16,0 4-5-16,4 1-2 15,3 2 0-15,5-1 0 16,-1 1 0-16,6-1 0 0,-5-1 0 15,5-3 0-15,-7-1 0 16,-2 0 0-16,0-1 0 16,-6-1 0-16,-1-2 0 15,-14-4 0-15,18 11-25 0,-6-9-61 16,-12-2-2-16</inkml:trace>
  <inkml:trace contextRef="#ctx0" brushRef="#br2" timeOffset="117000.61">10827 13384 404 0,'0'0'6'0,"0"0"3"16,0 0 3-16,10-7 1 0,-10 7 1 16,0 0 1-16,10 0 0 15,-10 0 1-15,4 17-9 16,-4 5-7-16,0 6 0 15,-4 9 0-15,-4 3 0 0,1 7 0 16,-2 0 0-16,-3 2 0 16,1-4 0-16,6 10 0 15,3-11-86-15,-2-7-2 16</inkml:trace>
  <inkml:trace contextRef="#ctx0" brushRef="#br2" timeOffset="123733.09">7940 15872 296 0,'0'0'7'0,"0"0"4"15,0 0 6-15,9-13 2 16,-9 13 3-16,0 0 3 15,11-12 0-15,-11 12 2 16,0 0-7-16,0 0-3 0,0 0-6 16,0 0-3-16,0 0-2 15,0 0-6-15,-2 15 0 16,-7 0 0-16,0 1 0 0,2 4 0 16,-4 5 0-16,5-1 0 15,5 0 0-15,1-5 0 16,1-1 0-16,7-4 0 15,8-3 0-15,-2-4 0 16,7-7 0-16,-1 0 0 0,1-7 0 16,2-4 0-16,2-1 0 15,-7-3 0-15,-1 1 0 16,-10-6 0-16,1 2 0 16,-8-4 0-16,-2-1 0 0,-9 6 0 15,-6-2 0-15,-1 4 0 16,-4 0 0-16,5 5 0 15,-6 4 0-15,9 6 0 0,-4 0 0 16,16 11 0-16,7-1-85 16,2 0-6-16</inkml:trace>
  <inkml:trace contextRef="#ctx0" brushRef="#br2" timeOffset="124666.37">5243 13297 373 0,'0'0'7'16,"0"0"3"-16,0 0 2 15,0 0 2-15,0 0 1 0,0 0 0 16,0 0 1-16,0 0 1 15,0 0-7-15,-9-2-3 16,9 2-3-16,-7 7-2 0,2 3-1 16,2 0 0-16,1 2-1 15,-1 1-1-15,3-1 1 16,0 1 0-16,5-3 0 16,7-5 0-16,-2-3 1 0,8-2 0 15,-1 0 1-15,3-5 0 16,-2-4 0-16,-1-1-2 15,-4-3 0-15,-6-2 0 16,-2 0 0-16,-5 1 0 16,-8-4 0-16,-5 6 0 0,-3-2 0 15,-7 5 0-15,0 5 0 16,-1 4 0-16,2 0 0 16,-1 13 0-16,9 1 0 15,4 8 0-15,9 3-87 0,1-3-2 16</inkml:trace>
  <inkml:trace contextRef="#ctx0" brushRef="#br2" timeOffset="125599.75">3718 17767 446 0,'0'0'5'16,"0"0"1"-16,0 0 2 15,0 0 1-15,0 0 0 16,0 0 1-16,-13 0 0 0,13 0-2 16,-9 7-8-16,9-7 0 15,0 0 0-15,0 0 0 16,0 0 0-16,-7 10 0 15,-1 2 0-15,0-2 0 16,-6 22 0-16,7-12 0 0,7-20 0 16,0 0 0-16,0 12 0 15,0 1 0-15,2-3 0 16,30 24 0-16,-17-34 0 16,-2 0 0-16,1-7 0 15,1-1 0-15,0-4 0 0,-2-1 0 16,-6-4 0-16,0 5 0 15,-4-3 0-15,-3 5 0 16,0 10 0-16,0 0-42 16,-21-12-46-16</inkml:trace>
  <inkml:trace contextRef="#ctx0" brushRef="#br2" timeOffset="127849.96">13762 15558 443 0,'0'0'6'0,"0"0"1"16,0 0 3-16,4-11 2 15,-4 11 0-15,0 0 1 0,0 0-5 16,8-7-8-16,-8 7 0 15,0 0 0-15,0 9 0 16,-3 1 0-16,-2 3 0 16,1 6 0-16,1-1 0 0,1 2 0 15,-3-1 0-15,3 4 0 16,-2-3 0-16,4-3 0 16,-2-2 0-16,-1-1 0 0,3-3 0 15,0-1 0-15,0-10 0 16,0 10 0-16,0-10 0 15,0 0 0-15,0 0 0 16,0 0 0-16,0 0-78 16,0-10-12-16</inkml:trace>
  <inkml:trace contextRef="#ctx0" brushRef="#br2" timeOffset="129182.83">11016 13647 338 0,'0'0'8'15,"0"0"4"-15,0 0 5 16,0 0 3-16,0 0 0 0,5-10 3 15,-5 10-1-15,0 0 1 16,0 0-7-16,0 0-4 16,0 0-12-16,0 0 0 15,0 13 0-15,-3 1 0 0,1 4 0 16,0 2 0-16,-1 1 0 16,3 4 0-16,0 0 0 15,0-8 0-15,3 4 0 16,-1-7 0-16,0-2 0 0,1-2 0 15,-3-10 0-15,2 8 0 16,-2-8 0-16,0 0 0 16,0 0 0-16,0 0 0 15,0 0 0-15,0 0 0 0,0 0 0 16,0 0 0-16,5-10 0 16,-5 10 0-16,5-15 0 15,-5 15-20-15,13-3-68 16,-13 3-2-16</inkml:trace>
  <inkml:trace contextRef="#ctx0" brushRef="#br2" timeOffset="130300.63">10184 17561 385 0,'0'0'9'0,"0"0"3"0,0 0 2 15,0 0 4-15,0 0-1 16,0-7 2-16,0 7 1 0,0 0-3 15,0 0-17-15,0 0 0 16,0 0 0-16,0 0 0 16,0 0 0-16,0 0 0 15,-3 4 0-15,3-4 0 16,0 15 0-16,0-5 0 16,0 0 0-16,0 2 0 0,0 3 0 15,0-2 0-15,3 2 0 16,-3-1 0-16,0-1 0 15,2-1 0-15,-2 0 0 0,3-5 0 16,-3 1 0-16,0-8 0 16,2 17 0-16,-2-17 0 15,0 0 0-15,0 0 0 0,0 0 0 16,0 0 0-16,0 0 0 16,0 0 0-16,0 0-13 15,0 0-73-15,0 0-3 16</inkml:trace>
  <inkml:trace contextRef="#ctx0" brushRef="#br2" timeOffset="132183.1">23092 15162 354 0,'0'0'8'0,"0"0"4"15,0 0 3-15,0 0 0 16,0 0 3-16,0 0 1 15,4-8 1-15,-4 8 1 0,0 0-6 16,0 0-4-16,14-8-8 16,-14 8-3-16,12-9 0 15,-3 8 0-15,4 1 0 0,-1-3 0 16,4 3 0-16,-2 0 0 16,-4 3 0-16,5-2 0 15,-5 8 0-15,-1 0 0 16,-5 4 0-16,-2 2 0 0,-2 0 0 15,-2 2 0-15,-9 3 0 16,-1 0 0-16,-3-1 0 16,-5 1 0-16,0-2 0 15,-2-1 0-15,-2 0 0 16,3-4 0-16,1 1 0 0,6-4 0 16,1-2 0-16,3-1 0 15,10-7 0-15,-10 8 0 16,10-8 0-16,0 0 0 15,0 0 0-15,0 0 0 0,8 5 0 16,4-5 0-16,-2 0 0 16,5 0 0-16,5 0 0 15,5 0 0-15,-2 0 0 16,5-3 0-16,2 3 0 0,0-2 0 16,5-3 0-16,-5 5 0 15,-1 0 0-15,-1-3 0 16,2 1 0-16,-12 2 0 15,1-3 0-15,-1 3 0 0,-11 0 0 16,-7 0 0-16,9-2 0 16,-9 2 0-16,0 0 0 15,0 0 0-15,0 0 0 16,0 0 0-16,0 0 0 16,0 0 0-16,0 0 0 0,0 0 0 15,-4 0 0-15,4 0 0 16,0 0 0-16,0 0-71 15,-10 5-23-15</inkml:trace>
  <inkml:trace contextRef="#ctx0" brushRef="#br1" timeOffset="143834.34">568 4320 386 0,'0'0'7'0,"0"0"4"0,0 0 1 16,0 0 2-16,5-7 0 0,-5 7 1 15,0 0 0-15,7 12 0 16,-7 5-7-16,0 8-3 16,0 4-3-16,0 7 0 15,0 5-1-15,0 2 0 0,0 0-1 16,0-10 0-16,0 4 0 16,-2-5 1-16,-1-4 1 15,-1-8-2-15,1 0 0 16,-5-10 0-16,8-10 0 0,-12 8 0 15,12-8 0-15,-18-18 0 16,11-4 0-16,2-8 0 16,0-8 0-16,0-3 0 15,2-6 0-15,3-3 0 16,0-3 0-16,3 7 0 0,2-2 0 16,7 11 0-16,4 4 0 15,3 2 0-15,6 9 0 16,5 7 0-16,2 8 0 0,3 5 0 15,-1 4 0-15,2 10 0 16,-4 8 0-16,-2 5 0 16,-6 1 0-16,-8 10 0 15,-7-4 0-15,-6 2 0 0,-3-4 0 16,-10-3 0-16,-5 0 0 16,-7-9 0-16,-1 2 0 15,-7-8 0-15,3 1 0 16,-3-9 0-16,3 2 0 0,5-4 0 15,4-2 0-15,6 0 0 16,12 0 0-16,0 0 0 16,0 0 0-16,15 6 0 15,4-2 0-15,7 3 0 16,-2 3 0-16,6 2 0 0,-3 1 0 16,3 2 0-16,-8-3 0 15,4 3 0-15,-9-3 0 16,3 1 0-16,-8-3 0 15,1 5-5-15,-13-15-37 16,14 10-45-16,-14-10-2 0</inkml:trace>
  <inkml:trace contextRef="#ctx0" brushRef="#br1" timeOffset="144149.54">1054 4548 400 0,'0'0'6'0,"0"0"2"15,-5 0 1-15,5 0 1 0,-12 11 1 16,-1 0 0-16,4 1 0 16,-3 6 0-16,1 2-6 15,1 2-1-15,8-3-2 16,2 2 0-16,2-4 0 16,8-5 0-16,8-4 0 0,7-1 0 15,0-7 0-15,5 0 1 16,-5-10 0-16,6-2 0 15,-6-3-1-15,-2-7-2 16,-9 2 0-16,-3-2 0 16,-9 0 0-16,-2-1 0 0,-10 9 0 15,-5-4 0-15,-3 8 0 16,-6 6 0-16,4 4-3 16,-2 0-18-16,2 0-64 0,7 4-4 15</inkml:trace>
  <inkml:trace contextRef="#ctx0" brushRef="#br1" timeOffset="144416.51">1300 4330 436 0,'0'0'6'0,"0"0"3"16,0 0 1-16,13-7 1 16,-13 7 0-16,0 0 0 15,12 9 1-15,-12 7-7 0,3 3-5 16,-3 10 0-16,0 7 0 15,0 4 0-15,-3 1 0 16,3-1 0-16,0-3 0 0,5-2 0 16,0-6 0-1,10-9 0-15,0 0 0 0,5-10 0 16,0-5 0-16,-1-3 0 16,2-4 0-16,4 0-7 15,-11-3-78-15,4-11-3 0</inkml:trace>
  <inkml:trace contextRef="#ctx0" brushRef="#br1" timeOffset="144599.59">1316 4488 418 0,'0'0'6'0,"0"0"1"16,0 0 2-16,0 0 1 16,0 0 1-16,5 3 0 15,7-3 1-15,3 2 0 16,5-2-5-16,4 0-2 0,6-5-5 15,8 5-10-15,-9 0-48 16,9-4-27-16,-3-2-2 16</inkml:trace>
  <inkml:trace contextRef="#ctx0" brushRef="#br1" timeOffset="148000.01">1718 4526 371 0,'0'0'7'0,"0"0"4"0,0 0 1 15,-9-3 2-15,9 3 1 16,0 0 1-16,-11-5 0 15,11 5 2-15,0 0-6 16,8-9-3-16,4 6-2 0,5-2-4 16,3 2-3-16,7-4 0 15,4 4 0-15,3-1 0 16,-4 2 0-16,2-2 0 16,-4 4 0-16,-6 0 0 0,-7 6 0 15,-5 3 0-15,-7 4 0 16,-3 2 0-16,-13 2 0 15,-2 5 0-15,-10-4 0 0,0 7 0 16,-5-5 0-16,1-1 0 16,-1-2 0-16,7-2 0 15,1 0 0-15,7-5 0 16,5-2 0-16,10-8 0 0,0 9 0 16,10-6 0-16,8-3 0 15,7 0 0-15,-1 0 0 16,12-3 0-16,3-2 0 15,-2 1 0-15,0-4 0 16,4 1 0-16,-7 1 0 16,-6 2 0-16,-4 4 0 0,-6-8 0 15,-4 6-54-15,-14 2-34 16,0 0-1-16</inkml:trace>
  <inkml:trace contextRef="#ctx0" brushRef="#br1" timeOffset="148332.75">2429 4070 423 0,'0'0'6'0,"0"0"3"0,0 0-2 15,0 0 1-15,0 0 0 16,-7 5 2-16,-4 16 0 0,-1 7 0 16,-3 14-6-16,0 8-1 15,-3 10 0-15,1 12 0 16,0-1-1-16,5 1 0 16,7 0 1-16,2-7-3 15,3-7 0-15,12-5 0 0,6-8 0 16,10-12 0-16,4-2-5 15,0 13-63-15,12-32-19 16</inkml:trace>
  <inkml:trace contextRef="#ctx0" brushRef="#br1" timeOffset="148966.76">2663 4323 414 0,'0'0'7'0,"0"0"1"0,2-10 2 0,-2 10 1 0,0-10 1 16,0 10 1-16,-18-5-1 15,6 5 1-15,-1 7-7 16,-5 13-3-16,-1 3-1 0,1 8-2 15,2 4 0-15,3 8 0 16,5-2 0-16,3 2 0 16,5-6 0-16,8-4 0 15,5-2 0-15,4-12 0 16,8-6 0-16,0-5 0 0,4-8 0 16,1-3 0-16,0-9 0 15,0-2 0-15,-5-10 0 16,-8-2 0-16,-2-4 0 15,-5-5 0-15,-8-2 0 0,-4 0 0 16,-8 0 0-16,-5 4 0 16,-2 3 0-16,-6 11 0 15,-2 4 0-15,0 8 0 0,6 7 0 16,-1 7 0-16,5 8 0 16,5 4 0-16,5 6 0 15,5 3 0-15,7 2 0 16,9-4 0-16,5 2 0 0,4-3 0 15,8-9-3-15,7 5-41 16,-3-8-42-16,0-7-2 16</inkml:trace>
  <inkml:trace contextRef="#ctx0" brushRef="#br1" timeOffset="149149.64">3015 4528 405 0,'0'0'5'0,"0"0"2"0,-7 6 1 0,7-6 1 16,-5 19 0-16,3-5 1 0,-2 4-1 16,4 2 1-16,0 3-5 15,4-2-2-15,5 2-6 16,-2-6-6-16,9 1-32 0,-2-6-41 16,-2-5 0-16</inkml:trace>
  <inkml:trace contextRef="#ctx0" brushRef="#br1" timeOffset="149416.79">3146 4096 454 0,'0'0'5'0,"0"0"1"16,0 0 1-16,0 0 1 0,0 0 1 15,0 0 0-15,11 13 2 16,4 5-9-16,2 4-2 15,11 11 0-15,2 1 0 16,7 10 0-16,-3 3 0 16,1 6 0-16,-5 1 0 0,-7 0 0 15,-9 4 0-15,-9-6 0 16,-8 2 0-16,-13-4 0 16,-14 0 0-16,-5-6 0 15,-5-7 0-15,-14 1-69 0,8-4-20 16</inkml:trace>
  <inkml:trace contextRef="#ctx0" brushRef="#br1" timeOffset="151283.51">3671 4503 430 0,'0'0'4'0,"0"0"3"16,6-7 2-16,-6 7 0 15,7-8 0-15,-7 8 1 16,0 0-1-16,5-10-2 16,-5 10-7-16,0 0-16 0,-5 8-65 15,5 2-4-15</inkml:trace>
  <inkml:trace contextRef="#ctx0" brushRef="#br1" timeOffset="151518.01">4064 4270 467 0,'0'0'4'0,"0"0"0"16,0 0 0-16,2 6 0 15,-2 3 0-15,0 7 0 16,0 6 0-16,0 0-1 16,-2 7-2-16,2 6-3 0,0 0-1 15,0 3-5-15,0-7-6 16,2-2-25-16,13 2-44 16,-15-9-2-16</inkml:trace>
  <inkml:trace contextRef="#ctx0" brushRef="#br1" timeOffset="151733.45">3718 4267 415 0,'0'0'4'0,"0"0"2"0,0 0 1 16,0-14 1-16,3 4 2 15,11-2 1-15,9-3 0 16,4-5 1-16,13 3-5 0,7 0 0 15,6 4-2-15,3 3-3 16,6 3-7-16,0 7-12 16,-11 25-61-16,-1-9-6 15</inkml:trace>
  <inkml:trace contextRef="#ctx0" brushRef="#br1" timeOffset="152083.2">4240 4482 431 0,'0'0'7'16,"0"0"0"-16,0-9 2 15,0 9 1-15,3-9 0 16,-3 9 0-16,16-7 0 0,-2 4 1 16,6 3-7-16,1 5-2 15,2 4-2-15,2 5 0 16,-3 2 0-16,0 4 0 15,-6 4 0-15,-4 0-4 0,-5-2 1 16,-5 0 0-16,-2-3-1 16,-9-3 1-16,-3-4 1 15,0-2 0-15,-1-8 1 16,0-2 1-16,3-2 1 0,-2-8 0 16,7-5 1-16,-1-2-1 15,6-3 1-15,6 3-1 16,1-1 0-16,10-4-4 15,4 9-7-15,4-1-12 16,2-11-54-16,5 20-8 0</inkml:trace>
  <inkml:trace contextRef="#ctx0" brushRef="#br1" timeOffset="152899.64">4777 4486 355 0,'0'0'5'0,"0"0"4"15,-8-4 2-15,8 4 2 16,-18-4 0-16,6 4 2 15,-2 0-1-15,-1 0 0 16,-3 4-4-16,3 2-4 0,1 7-2 16,3 2-2-16,4 3-2 15,2-1 0-15,5-1-1 16,0 2 1-16,8-3 0 16,-1-4 1-16,3-2 0 0,5-4 0 15,0-5 0-15,0-2 0 16,2-6 1-16,-2-2 0 15,0-5-1-15,-3 1 1 0,0-7-1 16,-3 1 1-16,-2 3-1 16,-2 0-1-16,-1 4 0 15,-1 3 0-15,-3 10-1 16,0 0 0-16,0 0 0 16,5 15 0-16,-5 1-1 0,3 3 0 15,-1-2 0-15,6 1 1 16,-1-5-1-16,2-4 1 15,4-4 0-15,4-3 0 16,-2-2 1-16,3-10 0 0,2 1 0 16,-2-9 1-16,1 1-1 15,1 0 0-15,-6-3 0 16,0 5 0-16,-5 2-3 16,-2 6 0-16,-7 7 0 0,0 0-1 15,0 0 0-15,0 0-1 16,6 16 1-16,-6-7 0 15,3 6 2-15,1-3 1 0,6 4-1 16,3-8 1-16,4-2 0 16,5-1 0-16,4-5 1 15,3 0 1-15,-2-8 0 16,6-2 2-16,-9-2-2 16,4-2 2-16,-11-2 1 15,-5 1 0-15,-4 3 0 0,-8 0-2 16,-3 2 1-16,-6 2-2 15,-9 4 0-15,3 4-1 16,-5 0-1-16,6 4 0 0,-4 7 0 16,6-1-1-16,2 1 1 15,3-1 0-15,7 3 0 16,0 2 0-16,10-3 1 16,2 1-1-16,5-2 1 0,3 2 0 15,-2-1 1-15,1-1-1 16,-1-1 0-16,-4-3 0 15,-3 1 0-15,-11-8 0 16,12 12 1-16,-12-12-1 0,0 0 1 16,-12 13-1-16,-1-13 1 15,-5 1-2-15,1-1-3 16,-5 0-10-16,4-9-61 16,1 9-3-16</inkml:trace>
  <inkml:trace contextRef="#ctx0" brushRef="#br1" timeOffset="153382.7">5489 4447 472 0,'0'0'5'0,"0"0"1"0,0 0 1 16,3-13 1-16,-3 13 1 15,15-13-5-15,-5 6-4 16,5 2 0-16,0-2 0 16,5 4 0-16,5 0 0 0,-3 3 0 15,0 8 0-15,-1 5 0 16,-5 2 0-16,-5 7 0 16,-6-3 0-16,-5 4 0 15,-5 2 0-15,-6-4 0 0,-5 3 0 16,0-12 0-16,2 2 0 15,-2-6 0-15,4-3 0 16,3-5 0-16,9 0 0 16,-11-10 0-16,11-5 0 15,5 1 0-15,8-10 0 0,-1 0 0 16,8-6 0-16,-3 6 0 16,3-1 0-16,-2 5 0 15,-1 3 0-15,-4 7 0 0,-1 4 0 16,-12 6 0-16,9 10 0 15,-6 8 0-15,-2 2 0 16,6 7 0-16,-2 0 0 16,5 3 0-16,3 0 0 0,8 0 0 15,4-5 0-15,3 0-80 16,16-8-8-16</inkml:trace>
  <inkml:trace contextRef="#ctx0" brushRef="#br1" timeOffset="155349.79">6220 4010 337 0,'0'0'8'16,"0"0"4"-16,0 0 4 15,5-12 3-15,-5 12-1 0,0 0 0 16,0 0 1-16,-2 8 0 16,-6 14-6-16,-4 10-5 15,-3 12-3-15,1 9-2 16,-2 8-1-16,2 9-1 0,1 2 0 16,6 2 0-16,4-5 0 15,3 4 0-15,7-13 1 16,6-4-1-16,7-7 1 15,5-12-1-15,2-5-3 0,8-8-3 16,2-10-7-16,-3 1-44 16,7-15-28-16,-6-6-1 15</inkml:trace>
  <inkml:trace contextRef="#ctx0" brushRef="#br1" timeOffset="158717.07">6876 3985 439 0,'0'0'6'15,"0"0"3"-15,0 0 1 16,0 0 1-16,11-1 1 15,-11 1 2-15,14 8-4 0,1 6-10 16,4 8 0-16,2 3 0 16,6 1 0-16,1 12 0 15,9 2 0-15,-3 4 0 16,4 3 0-16,-6 3 0 0,-2 2 0 16,-5 5 0-16,-12 0 0 15,-13 5 0-15,-13 2 0 16,-17 0 0-16,-12 1 0 15,-8-6 0-15,-3 3-17 0,0-5-70 16,-2-10-3-16</inkml:trace>
  <inkml:trace contextRef="#ctx0" brushRef="#br1" timeOffset="161249.68">6372 4567 304 0,'0'0'7'16,"0"0"4"-16,0 0 1 15,-10 11 2-15,10-11 0 16,-5 12 2-16,0-2 1 0,5 0 0 16,0-10-6-16,2 18-3 15,9-10-1-15,-4-5-2 16,7 3 0-16,4-6 0 16,2 0-1-16,8-9 1 0,-2-4-1 15,4-7 1-15,0-7-1 16,2-4 1-16,-7-5-1 15,0-5 1-15,-7-8-1 16,-3 0 0-16,-8-4-1 0,-7 2 0 16,-5 1-1-16,-9 5 0 15,1 8-1-15,-4 6-1 16,-4 7 0-16,1 12-1 16,1 12 1-16,-1 12-1 15,3 8-1-15,2 13 1 0,5 4-1 16,3 10 1-16,7 0 0 15,0 5 0-15,7-3 0 16,10 1 1-16,1-5-2 16,7-6-2-16,0-3-4 0,4-7-12 15,-4-4-60-15,7-10-3 16</inkml:trace>
  <inkml:trace contextRef="#ctx0" brushRef="#br1" timeOffset="161432.63">6844 4457 430 0,'0'0'6'0,"0"0"0"0,0 0 1 16,0 0 0-16,-10 4 1 16,8 8 0-16,-2 6-1 15,3 9 1-15,1 6-12 0,0 8-40 16,7-1-37-16,3 7-2 15</inkml:trace>
  <inkml:trace contextRef="#ctx0" brushRef="#br1" timeOffset="163700.01">7664 4451 486 0,'0'0'4'0,"0"0"1"16,0 0 2-16,0 0 2 0,-2-12-9 16,2 12 0-16,0 0 0 15,0-7 0-15,0 7 0 16,0 0 0-16,4 0 0 15,-4 0-50-15,0 0-40 16</inkml:trace>
  <inkml:trace contextRef="#ctx0" brushRef="#br1" timeOffset="165966.32">6603 13382 249 0,'0'0'3'0,"0"0"2"16,0 0 1-16,3 12 1 15,-3-12 2-15,7 10 2 0,-7-10 3 16,12 7 1-16,-12-7 0 16,18-2-1-16,-6-8 1 15,2-10 1-15,4-5 0 0,0-9-2 16,-1-6-1-16,3-7-1 16,-4-3-1-16,-4-4 0 15,-5-9-3-15,-7 3-1 16,0 0-1-16,-12 5 1 15,-4 3-1-15,-5 4 0 0,3 12 0 16,-2 6-2-16,-1 16 1 16,5 14-5-16,1 7 0 15,2 18 0-15,8 10 0 0,3 9 0 16,2 6 0-16,5 4 0 16,8 1 0-16,8-1 0 15,4-6 0-15,5-7 0 16,3-6 0-16,1-5-3 15,-4-8-15-15,5-7-25 0,-3-2-43 16,-7-9 0-16</inkml:trace>
  <inkml:trace contextRef="#ctx0" brushRef="#br1" timeOffset="166116.09">6976 13050 410 0,'0'0'8'0,"0"0"1"15,0 0 2-15,0 0-2 16,0 0 1-16,0 9 0 15,3 4 0-15,-3 2 0 0,2 5-8 16,4 7-8-16,-2-2-28 16,5 2-47-16,2 1-3 15</inkml:trace>
  <inkml:trace contextRef="#ctx0" brushRef="#br1" timeOffset="167032.6">13299 11464 211 0,'0'0'2'0,"0"0"4"15,0 0-1-15,0 0 9 16,8 5 3-16,2-5 6 15,5 0 2-15,2-7 4 0,5-4-2 16,6-7 2-16,4-7-3 16,-2-5-6-16,2-8-3 15,0-1-5-15,-4-9-3 16,-6-1-3-16,-5-8-2 0,-9 3-2 16,-8 0 0-16,0 2 1 15,-5 7 1-15,-8 7-1 16,1 9-1-16,2 11 0 15,-5 14 0-15,0 11 1 0,5 17-2 16,-2 14 1-16,2 7-1 16,2 6 1-16,4 9-2 15,4 5 0-15,7-9 0 16,6 4 0-16,1-16-6 16,11 0-20-16,5-6-55 0,-2-11-4 15</inkml:trace>
  <inkml:trace contextRef="#ctx0" brushRef="#br1" timeOffset="167350.32">13796 11293 396 0,'0'0'7'0,"0"0"3"0,-9-6 2 16,9 6 2-16,-13-16 1 16,5 9 2-16,1-4 0 15,-2 2 0-15,3-1-11 0,6 10-6 16,-3-12 0-16,3 12 0 15,16-10 0-15,-2 7 0 16,3 3 0-16,7 3 0 16,-5 4 0-16,-1 6 0 0,-4 6 0 15,-6 3 0-15,-8 1 0 16,-3 7 0-16,-9 1 0 16,-6-1 0-16,1 1 0 0,-3-5 0 15,1-1 0-15,6-5 0 16,6-2 0-16,7-11 0 15,9-2 0-15,21-3 0 16,8 14-30-16,31-25-55 16,21-5-3-16</inkml:trace>
  <inkml:trace contextRef="#ctx0" brushRef="#br1" timeOffset="171500.52">424 5041 207 0,'0'0'3'0,"0"0"0"15,-5 7 3-15,5 4-1 16,0-3 3-16,0 9 0 16,0 4-1-16,5-1 2 0,2 10-2 15,6-6-2-15,1 4-1 16,4-3-1-16,9-1 0 16,0-4-1-16,11 2 0 15,-3-4-1-15,9 0 0 16,6-1 1-16,2-5 0 0,5 1 0 15,5-9 1-15,6-4-1 16,4 0 0-16,4-2 0 16,9-9 0-16,0-3-1 15,7-1 0-15,2-5-1 0,3 3 0 16,4 0 1-16,2-6-1 16,3 4 1-16,-2-6 0 15,1 5 1-15,1-2 0 16,-3 2 0-16,3 0 0 0,-4 5 0 15,-8 5 3-15,-2 1-1 16,-9 3 0-16,-6 6 0 16,-8 3-1-16,-6 8 1 15,-10 3-1-15,-5-2-1 0,2 8 0 16,-8 0-1-16,1 2 1 16,-4-2-1-16,-6 2 0 15,-1-2 0-15,-7 0 0 16,0-3 0-16,-11 0 0 15,-2-7 0-15,-3 3 0 0,-2-3 1 16,-7-10-1-16,2 7 1 16,-2-7 0-16,0 0 1 15,3-7-2-15,1-1 1 0,-1-4-2 16,2-1 0-16,5-2 0 16,5-2 0-16,3 0-1 15,-2-3 1-15,9 0-1 16,3 3 0-16,7-4-1 0,3 5 1 15,11-4 1-15,3 0 0 16,10 5 0-16,10-2-2 16,8 3 4-16,5 3-2 15,9-1 0-15,5 7 0 16,0-3-2-16,14 8 1 0,-7-2 1 16,1 2 0-16,4 2-1 15,-1 3 1-15,-1 3-1 16,8-2 1-16,-2 8 0 0,-4-4 0 15,11 2 1-15,-5 0-1 16,0-2 0-16,0 3 0 16,-4-3 0-16,-6-3 0 15,-5-1-1-15,1 3 1 0,-15-7 0 16,-3-2 0-16,-8 0 0 16,0 0 0-16,-4-5 0 15,-4-5 0-15,-5-2 1 16,-6-3 1-16,-3 0 0 15,-4-5 3-15,-3 1 0 0,-6-4 0 16,-8-2 2-16,-6 3-1 16,-8 2-1-16,-1-2 0 15,-8 5-6-15,-6 2-12 16,-5 5-58-16,0 10-2 0</inkml:trace>
  <inkml:trace contextRef="#ctx0" brushRef="#br1" timeOffset="172099.63">3063 5663 366 0,'0'0'7'0,"0"0"-1"0,0 0 4 0,0 0 0 16,0 7 1-16,0 8 0 0,0 7 1 16,-4 3 0-16,0 7-6 15,1 6 0-15,-2-1-2 16,3 2-1-16,-3-1-2 15,3-1-5-15,-1-4-8 16,1-5-16-16,-9 0-49 0,9-6-3 16</inkml:trace>
  <inkml:trace contextRef="#ctx0" brushRef="#br1" timeOffset="172300.15">2868 5732 306 0,'0'0'5'0,"0"0"2"0,0 0 4 16,0-12 1-16,0 12 2 15,13-17 2-15,4 2 0 16,7 2 0-16,7-3-4 16,6 5-3-16,2-2-3 0,9 3-6 15,-4 2-13-15,7 2-56 16,-6 6-6-16</inkml:trace>
  <inkml:trace contextRef="#ctx0" brushRef="#br1" timeOffset="172617.65">3254 5985 327 0,'0'0'5'0,"0"0"2"15,-11 5 0-15,11-5 1 16,-12 14 0-16,10-4 2 16,-1-2 2-16,3-8-1 0,5 14-4 15,7-11-1-15,6-3 1 16,5-3-1-16,-2-4 0 16,4-5 0-16,0-1-1 15,-4-1-1-15,-5-4 0 16,-2 3 0-16,-10-2-1 0,-4 2 0 15,0 3-1-15,-13-1 1 16,-4 4-2-16,-5 4 0 16,-1 0-3-16,4 5-6 0,-4-3-12 15,3-4-54-15,3 12-4 16</inkml:trace>
  <inkml:trace contextRef="#ctx0" brushRef="#br1" timeOffset="172833.35">3587 5484 438 0,'0'0'2'0,"0"0"3"16,0 0-1-16,0 0 0 15,-6 0 1-15,1 5 0 0,3 15 0 16,-5 5 0-16,4 14-7 15,-4 1-23-15,5 12-52 16,2 0-3-16</inkml:trace>
  <inkml:trace contextRef="#ctx0" brushRef="#br1" timeOffset="175516.48">8280 4317 441 0,'0'0'5'0,"0"0"1"0,0 0 0 0,0 0 0 16,0 0 1-16,-5 3-1 0,1 9 0 16,-1 6 0-16,-3 10-5 15,3 1-1-15,0 3 0 16,-2 7-1-16,1-1 1 16,6-3-1-16,-2-6 1 15,2-2 0-15,-3-6 0 0,3-7 1 16,-2-3-1-16,2-11 1 15,0 0 0-15,-10-8 0 16,8-8 0-16,-1-8 1 16,1-5 0-16,0-9 1 0,-1-4 0 15,3-3 0-15,0-2 0 16,5 0-1-16,0 3-2 16,7 4 0-16,3 5 0 15,2 4 0-15,8 8 0 0,0 8 0 16,7 10 0-16,3 5 0 15,-5 5 0-15,0 15 0 16,0 2 0-16,-8 8 0 16,-7 5 0-16,-5 2 0 0,-7 0 0 15,-6-1 0-15,-7-3 0 16,-7 2 0-16,-3-7 0 16,-6-4 0-16,5-4 0 15,-5-4 0-15,4-3-2 16,4-2 1-16,6-4-1 0,12-7 1 15,-7 9 0-15,7-9 1 16,17 6-1-16,1-2 1 16,6-1 0-16,4-3-1 15,2 3-2-15,2-3-6 0,1 5-12 16,-4 7-48-16,4-7-15 16</inkml:trace>
  <inkml:trace contextRef="#ctx0" brushRef="#br1" timeOffset="175816.57">8745 4511 381 0,'0'0'6'0,"0"0"1"0,-15 2 2 15,2 3 1-15,-1 3 1 0,-4 1 1 16,1 4-1-16,-3 2 0 16,5 0-4-16,5-1-2 15,5 1-1-15,8 1-2 16,9-7 0-16,8-2 0 0,5-1 0 15,5-6 0-15,7 0 0 16,0-6 0-16,-3-4 0 16,2-4 1-16,-9-1-1 15,-5 0 1-15,-9-4-1 16,-8-2 0-16,-7 4 0 0,-14 0-1 16,-3 2 0-16,-6 5-2 15,-2 6-1-15,1 0-6 16,1 4-8-16,6 4-21 0,6 2-47 15,13-6 0-15</inkml:trace>
  <inkml:trace contextRef="#ctx0" brushRef="#br1" timeOffset="176182.84">9053 4284 385 0,'0'0'7'0,"0"0"2"16,0-11 3-16,0 11 3 15,0-13 0-15,0 13 2 16,0-7-1-16,0 7 1 16,0 0-6-16,0 0-4 0,0 14-7 15,0 4 0-15,0 10 0 16,-5 1 0-16,0 7 0 15,0 3 0-15,0 1 0 0,0-1 0 16,0 0 0-16,3-1 0 16,2-11 0-16,2 1 0 15,5-9 0-15,6-5 0 16,2-3 0-16,5-4 0 0,3-4 0 16,-2-6 0-16,2-2 0 15,-4-5-11-15,4-15-72 16,-8 14-4-16</inkml:trace>
  <inkml:trace contextRef="#ctx0" brushRef="#br1" timeOffset="176366.31">9021 4493 414 0,'0'0'5'0,"0"0"1"0,0 0 2 16,0 0 1-16,0 0 1 15,15-5 1-15,2 3-1 16,3-2-1-16,12 4-10 16,-2-9-23-16,10 2-56 0,4 0-1 15</inkml:trace>
  <inkml:trace contextRef="#ctx0" brushRef="#br1" timeOffset="176966.59">9411 4434 391 0,'0'0'7'0,"0"0"2"0,0 0 3 16,0 0 1-16,-13 0 2 16,13 0 1-16,0 0 0 0,0 0 1 15,0 0-7-15,0 0-5 16,13-10-5-16,9 5 0 16,3 0 0-16,7 0 0 15,0 3 0-15,0-1 0 0,-4 3 0 16,-1 0 0-16,-6 3 0 15,-12 4 0-15,-6 3 0 16,-6 2 0-16,-6 6 0 16,-12-4 0-16,-4 6 0 15,4-2 0-15,-7-1 0 0,3 1 0 16,3 0 0-16,5-7 0 16,1-1 0-16,16-10 0 15,-2 15 0-15,7-10 0 16,10-2 0-16,7-3 0 0,3 0 0 15,5 0 0-15,2-3 0 16,0-5-14-16,6 4-70 16,-3-6-3-16</inkml:trace>
  <inkml:trace contextRef="#ctx0" brushRef="#br1" timeOffset="177232.42">10123 4060 464 0,'0'0'5'0,"0"0"1"0,0 0 0 16,-6-5 1-16,6 5 0 15,-18 10 0-15,6 10 0 16,-3 8-5-16,0 8-2 0,-5 8 0 16,0 11 0-16,0 4 0 15,3 8 0-15,5-2 0 16,1-3 0-16,9 3 0 15,2-11 0-15,2-7 0 0,9-5 0 16,3-8 0-16,6-6-9 16,-5-8-74-16,9-8-2 15</inkml:trace>
  <inkml:trace contextRef="#ctx0" brushRef="#br1" timeOffset="177649.35">10345 4201 472 0,'0'0'3'0,"0"0"0"16,0 0 0-16,-11 6 2 15,11-6-1-15,-14 19 1 16,2-2 0-16,-1 7 0 16,-4 7-2-16,2 6 0 0,3 6-3 15,0-2 0-15,6 1 0 16,3-5 0-16,3 0 0 15,5-6 0-15,8-9 0 16,4-10 0-16,6-5 0 0,-1-7 0 16,1-4 0-16,1-11 0 15,-1-3 0-15,-3-7 0 16,-8-4 0-16,-5-3 0 16,-4-5 0-16,-3-1 0 0,-10 0 0 15,-5 7 0-15,-5-2 0 16,0 11 0-16,-6 4 0 15,3 11 0-15,-3 7 0 16,7 6 0-16,4 12 0 0,6 3 0 16,5 9 0-16,8 2 0 15,10 0 0-15,9 3-2 16,2-1-51-16,7-6-32 0,5-1-3 16</inkml:trace>
  <inkml:trace contextRef="#ctx0" brushRef="#br1" timeOffset="177949.88">10605 4498 434 0,'0'0'7'0,"0"0"1"0,-14-14 3 15,9 6 1-15,-4-2 1 16,0 1 0-16,2-4 0 16,0-2-13-16,5 5 0 15,2 2 0-15,9 4 0 0,1 1 0 16,5 3 0-16,2 0 0 15,1 7 0-15,-4 3 0 16,-3 8 0-16,-6 4 0 16,-5 3 0-16,-3 0 0 15,-4 2 0-15,-8 2 0 0,0-4 0 16,2-2 0-16,1-6 0 16,7-2 0-16,5-5 0 15,0-10 0-15,12 4 0 16,6-6 0-16,6-8 0 0,1-10-4 15,10 2-38-15,-3-8-44 16,0-6-1-16</inkml:trace>
  <inkml:trace contextRef="#ctx0" brushRef="#br1" timeOffset="178199.94">10851 4067 462 0,'0'0'5'16,"-9"-10"1"-16,9 10 1 15,-15-9 1-15,5 3 0 16,0 2-1-16,10 4 1 15,-9 0-8-15,9 15 0 0,9 5 0 16,9 6 0-16,4 12 0 16,7 4 0-16,1 7 0 15,5 7 0-15,-3 2 0 0,-7 9 0 16,-7-3 0-16,-11 4 0 16,-7-4 0-16,-14 0 0 15,-11-1 0-15,-10-9 0 16,-3-5 0-16,3-6-38 0,-2-4-46 15,0-7-4-15</inkml:trace>
  <inkml:trace contextRef="#ctx0" brushRef="#br1" timeOffset="179983.59">11230 4464 397 0,'0'0'6'0,"0"0"2"0,14-7 1 15,-14 7 0-15,16-6 1 16,-16 6 1-16,14-3-1 0,-14 3 1 15,7 0-6-15,-7 0-2 16,0 18-4-16,0-18-7 16,-5 12-43-16,3-2-30 15,2-10-1-15</inkml:trace>
  <inkml:trace contextRef="#ctx0" brushRef="#br1" timeOffset="180233.44">11644 4184 466 0,'0'0'4'0,"0"0"1"0,0 0 0 16,0 0 1-16,5 7 0 16,-5 5 0-16,2 3 0 0,2 8-1 15,-4 6-3-15,2 4-2 16,3 6 0-16,0 1 0 15,0-1 0-15,0 4-6 0,-1-9-3 16,2 2-9-16,-4-11-26 16,3-6-40-16,-5-2-2 15</inkml:trace>
  <inkml:trace contextRef="#ctx0" brushRef="#br1" timeOffset="180432.83">11433 4114 439 0,'0'0'4'16,"0"0"0"-16,0 0 2 0,2-11 1 15,9 4 0-15,3 0 1 16,11-3 0-16,10 1 0 16,10 2-3-16,2-1-1 0,8 6-5 15,-3-1-10-15,8-7-49 16,-4 18-22-16,-10 7-2 15</inkml:trace>
  <inkml:trace contextRef="#ctx0" brushRef="#br1" timeOffset="180818">11833 4399 467 0,'0'0'4'0,"0"0"0"15,6-3 1-15,-6 3 1 16,19-12 0-16,-1 6 1 16,1-2 0-16,4 2-2 0,4 3-5 15,-2 3 0-15,0 6 0 16,-3 5 0-16,-2 3 0 16,-8 5 0-16,-2 2 0 15,-4 4 0-15,-6-4 0 0,0-1-4 16,-6 3 1-16,-4-9 1 15,1 2 0-15,-3-7 1 16,-2-6 0-16,2-3 2 16,-1 0-1-16,4-8 1 15,6-6-1-15,3-1 1 0,0-5-1 16,10 0 0-16,1 0-1 16,5 1-1-16,2-4-4 15,2 8-5-15,2 0-8 0,1 7-17 16,-1 4-30-16,-2 0-16 15</inkml:trace>
  <inkml:trace contextRef="#ctx0" brushRef="#br1" timeOffset="181599.4">12288 4402 288 0,'0'0'10'0,"0"0"2"0,0 0 4 16,0 0 1-16,0 0 1 16,-7 7 1-16,7-7 1 15,-16 8-2-15,9-6-7 16,7-2-5-16,-17 15-3 0,11-5-1 15,-1-3-2-15,5 3 0 16,2 1 0-16,0-1 0 16,2-4 0-16,-2-6 0 15,16 8 1-15,-7-8 0 16,3 0 1-16,4-5 0 0,-4-4 0 16,1-5 1-16,-1 3 0 15,1-5 0-15,-4-1 0 16,-4 4 0-16,1-2-1 0,-2 3 0 15,-4 12-2-15,2-13 0 16,-2 13 0-16,0 0-2 16,0 15 1-16,0-2-1 15,-2 5 0-15,2-3 2 0,0 1-1 16,5 0 1-16,3-4 0 16,1-4 1-16,1-6 0 15,6-2 0-15,0-2 0 16,2-6 0-16,2-4 0 0,0-5 0 15,2-3 0-15,-1 2 0 16,-5 1 0-16,5-1 0 16,-9 4-1-16,-2 7 0 15,-10 7-1-15,10-8 0 16,-10 8 0-16,0 8 0 0,0 0-1 16,0 10 1-16,-3-3 0 15,3 2 0-15,5-1 0 16,5-2 1-16,5-4-1 15,4-2 1-15,7-6 0 0,3-2 1 16,6-2-1-16,-3-9 1 16,6-3 0-16,-8-1 1 15,-3 0-1-15,-10-3 2 0,-5 2-1 16,-6 0-1-16,-6 4 1 16,-8 2 0-16,-6 3-1 15,-4 5-1-15,-1 2 0 16,3 2 0-16,-1 5-1 15,4 3 0-15,4 1 0 0,4 0-1 16,5 4 1-16,2 0-1 16,10 0 1-16,1 0-1 15,7 0 1-15,0 3-1 16,2-7 0-16,0-1 1 0,-2 3 0 16,-5-3 0-16,-5 0 1 15,-10-10 0-15,8 15 0 16,-8-15 0-16,-15 9 1 0,-3-3 0 15,-4-5-1-15,2 5-9 16,-7-6-29-16,4 0-39 16,3 0-2-16</inkml:trace>
  <inkml:trace contextRef="#ctx0" brushRef="#br1" timeOffset="182218.59">13115 4414 436 0,'0'0'6'0,"0"0"2"0,-7-12 3 15,7 12 0-15,-2-16 1 16,2 9 1-16,0-5 1 16,2 2-14-16,10 3 0 0,4-1 0 15,3 2 0-15,3 5 0 16,4 1 0-16,-4 5 0 15,-3 5 0-15,-1 1 0 0,-8 10 0 16,-8-1 0-16,-2-1 0 16,-7 7 0-16,-5-7 0 15,-3-1 0-15,-6-1 0 16,2-5 0-16,-1-4 0 16,6-3 0-16,1-5 0 0,3 0 0 15,8-10 0-15,2-5 0 16,2 0 0-16,10-5 0 15,6-5 0-15,4 1 0 16,5-4 0-16,-2 6 0 0,-2 3 0 16,2 1 0-16,-10 5 0 15,2 9 0-15,-8 4 0 16,-4 10 0-16,-5 7 0 16,0 3 0-16,0 4 0 0,0 6 0 15,5 0 0-15,3-1 0 16,-1-1 0-16,8-3 0 15,5-6 0-15,3-4-3 0,9-5-25 16,15-7-55-16,-15-3-4 16</inkml:trace>
  <inkml:trace contextRef="#ctx0" brushRef="#br1" timeOffset="182449.91">13757 4023 450 0,'0'0'4'0,"0"0"1"0,0 0 1 16,-13 0 0-16,13 0 0 16,-12 19 2-16,2 4 0 15,-3 8 0-15,1 12-4 0,2 9 0 16,-3 8-2-16,6 9-2 16,2 0 0-16,5 6 0 15,0-5 0-15,8-4 0 0,9-5 0 16,2-8 0-16,9-10-16 15,4-12-66-15,8-9-3 16</inkml:trace>
  <inkml:trace contextRef="#ctx0" brushRef="#br1" timeOffset="182983.19">13816 4466 412 0,'0'0'5'16,"0"0"1"-16,0 0 1 16,0 0 1-16,0 0-1 0,-13 7 2 15,13-7-1-15,0 15 1 16,0-15-5-16,9 18 0 16,3-8-2-16,3-5 0 15,11 0 0-15,4-5 0 0,3-3 0 16,5-9 0-16,-1-6 0 15,-3-2 1-15,-1-6 0 16,-8-7 0-16,-6-3 0 16,-8-6 1-16,-11-2-2 15,0 0-2-15,-19-1 0 0,0 4 0 16,-1 6 0-16,-5 4 0 16,0 14 0-16,4 13 0 15,0 11 0-15,3 15 0 16,4 11 0-16,4 9 0 0,7 7 0 15,3 7 0-15,11-4 0 16,5 6-7-16,5-11-15 16,6 0-61-16,5-1-3 0</inkml:trace>
  <inkml:trace contextRef="#ctx0" brushRef="#br1" timeOffset="183299.91">14251 4441 433 0,'0'0'5'0,"0"0"2"0,-7-12 2 16,7 12 1-16,-13-15 0 16,10 5 1-16,-1-2 0 15,4 2 0-15,2-2-7 16,10 3-4-16,4 8 0 0,0 1 0 16,5 0 0-16,-4 10 0 15,-2 4 0-15,-5 6 0 16,-7 3 0-16,-3 4 0 15,-8 1 0-15,-3-1 0 0,0-1 0 16,-2-1 0-16,1-3 0 16,5-6 0-16,3-3 0 15,4-13 0-15,9 12 0 16,7-12 0-16,5-8 0 0,6-2-8 16,1-7-6-16,9-1-20 15,9-10-49-15,-8-3-2 16</inkml:trace>
  <inkml:trace contextRef="#ctx0" brushRef="#br1" timeOffset="183516.54">14557 3946 442 0,'0'0'4'15,"-11"0"1"-15,11 0 0 16,-14 5 1-16,7 5 1 16,2 2-1-16,1 10 1 0,4 6-1 15,13 4-3-15,10 8-1 16,12 7-1-16,-1 2-1 15,8 6 0-15,1 2 0 16,-8 1 0-16,-8 5 1 0,-10-3 0 16,-17-2 0-16,-7 3 1 15,-23-7-3-15,-12-4-8 16,-3-4-70-16,-10-1-4 16</inkml:trace>
  <inkml:trace contextRef="#ctx0" brushRef="#br1" timeOffset="190534.28">19595 14991 247 0,'0'0'8'0,"0"0"3"0,0 0 3 0,0-11 3 16,0 11 1-16,0-10 1 0,0 10 1 16,-7-12 1-16,7 12-4 15,-10-11-5-15,10 11-3 16,-17-4-2-16,7 1-2 16,-2 3-1-16,-6 0 0 15,4 5-1-15,-2 2-1 0,-5 3-1 16,5 0-1-16,1 5 0 15,-2 2 0-15,-1 1 0 16,6 3 0-16,-3 2 0 16,5-1-1-16,0 6 1 0,2-7 0 15,3 7 0-15,3-3 0 16,2 0 0-16,2-3 0 16,7 0 0-16,0-4 0 15,6-1 0-15,5-2 1 0,0-6 0 16,7 2-1-16,-1-6 2 15,5 0-1-15,-1-5 0 16,-3 0 0-16,3 0 1 16,-3-5-1-16,1 0 1 15,-1-6 0-15,-4 2 1 0,-1-3 1 16,-2-2 0-16,-6 0 1 16,2-3 0-16,-7-2 1 15,-4-4 0-15,-5-2-1 0,0-2-1 16,-7 0 0-16,-5-3-1 15,-1-3 0-15,-4 6-2 16,-3 0 1-16,-3 4-1 16,2 2-1-16,-7 3 1 0,-2 3-1 15,3 5 0-15,-3 3-1 16,-2 2 1-16,4 5-3 16,-2 0-4-16,10 5-19 15,20 5-55-15,0 0-3 0</inkml:trace>
  <inkml:trace contextRef="#ctx0" brushRef="#br0" timeOffset="195218.86">19717 15154 190 0,'0'0'8'0,"0"0"6"15,0 0 4-15,0 0 3 16,0 0 1-16,0 0 4 16,0 0 1-16,0 0 0 15,0 0-4-15,0 0-4 16,0 0-6-16,0 0-2 0,0 0-3 15,0 0-2-15,0 0-1 16,0 0-3-16,0 0 1 16,0 0 2-16,0 0 0 15,8 0 0-15,4 1 1 0,0 6 0 16,8-7 0-16,6 3-2 16,3 0 0-16,4-3-1 15,1 0-1-15,8 0-1 16,1 0 1-16,1 0-1 0,2 0 0 15,0 0 0-15,-3 0 0 16,1 3-1-16,-7-2 1 16,-2-1-1-16,-5 0 0 15,-7 3 0-15,-1-3 1 0,-5 4-1 16,-2-4 0-16,-3 1 0 16,2-1 0-16,-5 0 1 15,-9 0-1-15,15 3 1 16,-15-3-1-16,13 0 1 15,-13 0 0-15,0 0 1 0,0 0-1 16,0 0 0-16,0 0 0 16,0 0 1-16,0 0 0 15,0 0-2-15,0 0 0 0,0 0 0 16,0 0 0-16,0 0 0 16,0 0 0-16,0 0 0 15,0 0 0-15,0 0 0 16,0 0 0-16,0 0 0 0,0 0 0 15,0 0-5-15,0 0-10 16,0 0-17-16,-18-4-51 16,18 4-3-16</inkml:trace>
  <inkml:trace contextRef="#ctx0" brushRef="#br0" timeOffset="195634.7">20312 15057 350 0,'0'0'8'0,"0"0"4"0,0 0 2 16,0 0 1-16,-6-8 0 0,6 8 1 16,0 0 1-16,0 0 0 15,0 0-7-15,8 0-3 16,2 3-2-16,5 2-1 15,4-1 0-15,1 1 0 0,6 3-1 16,3 2 1-16,-5-6-2 16,4 6 2-16,-6-2-4 15,-4-1 0-15,-3 3 0 16,-3 0 0-16,-9 3 0 16,-3 2 0-16,-8-1 0 0,-9 9 0 15,-3-1 0-15,-5 3 0 16,-5 2 0-16,-2-2 0 15,2 0 0-15,2-1 0 16,4-2 0-16,4-2 0 0,2-4 0 16,9-4 0-16,4-2 0 15,5-10 0-15,0 14-6 16,0-14-31-16,5 3-46 0,4-3-4 16</inkml:trace>
  <inkml:trace contextRef="#ctx0" brushRef="#br0" timeOffset="196116.42">20654 15416 388 0,'0'0'7'0,"0"0"4"15,0 0 3-15,10-4 2 16,-10 4 1-16,0 0 1 0,10-6-1 16,-10 6 1-16,0 0-13 15,0 0-5-15,-10 12 0 16,-2 0 0-16,-4 6 0 16,-3 2 0-16,-3-1 0 15,-3 6 0-15,0 0 0 0,2-3 0 16,1 1 0-16,7-3 0 15,0-4 0-15,2-3 0 16,6-1-6-16,7-12-14 16,0 0-35-16,-5 11-31 15,5-11-1-15</inkml:trace>
  <inkml:trace contextRef="#ctx0" brushRef="#br0" timeOffset="196532.71">20487 15429 426 0,'0'0'5'15,"0"0"2"-15,0 0 0 0,0 0 0 16,0 0 1-16,3 4 2 16,-3-4 0-16,8 21 1 15,-6-15-4-15,5 9-2 16,3 3 0-16,1 1-2 15,6 2-3-15,3-2 0 0,2 3 0 16,0-3 0-16,3 2 0 16,-5-6 0-16,5 2 0 15,-8-5 0-15,1-2 0 0,-6-2 0 16,-5-3 0-16,-7-5 0 16,11 6 0-16,-11-6 0 15,0 0 0-15,0 0 0 16,0 0 0-16,0 0 0 0,0 0 0 15,0 0 0-15,0 0 0 16,0 0 0-16,0 0 0 16,0 0 0-16,0 0 0 15,0 0 0-15,0 0 0 0,0 0 0 16,0 0 0-16,0 0-5 16,0 0-82-16,0 0-3 15</inkml:trace>
  <inkml:trace contextRef="#ctx0" brushRef="#br0" timeOffset="197966.35">19477 15180 321 0,'0'0'7'0,"0"0"2"16,12 0 2-16,-12 0 1 15,0 0 3-15,7 5 1 16,-7-5-1-16,0 20 1 16,-7-2-7-16,-5 4-2 0,-6 10-2 15,0 5-1-15,-6 5 0 16,-3 8-1-16,-6 2 1 15,-1 5 0-15,-2-6 0 16,-1 10 1-16,2-5-1 0,-2-4 0 16,5-2-1-16,2-1-1 15,8-9-1-15,-1-5 0 16,6-3-1-16,4-5 1 0,3-8 0 16,3-1 0-1,2-5-1-15,3-4 0 0,2-9-2 16,-6 8 0-16,6-8-3 15,0 0-4-15,0-5-5 16,0-7-16-16,0-4-49 0,4 7-3 16</inkml:trace>
  <inkml:trace contextRef="#ctx0" brushRef="#br0" timeOffset="198449.64">18919 15842 399 0,'0'0'5'16,"0"0"2"-16,0 0 1 0,0 0 1 15,0 0 1-15,0 0-1 16,0 0 1-16,6 7 0 16,-6-7-4-16,0 23-2 15,0-7-2-15,-2 2 0 0,-4 2-1 16,1 5 1-16,0 0 0 16,-4-5-1-16,-2 4 0 15,4-7 0-15,2-5-1 0,0 1 0 16,5-2 1-16,0-11-1 15,0 0 0-15,15 0 0 16,2 0 1-16,4-11 0 0,0 1 0 16,9-2 1-1,2-3-1-15,7 0 1 0,-7 1-1 16,2-2 1-16,-4 7-1 16,-6-1 0-16,-1 0 0 15,-5 7-2-15,-9-2-3 16,-9 5-6-16,0 0-21 0,-7 0-51 15,7 0-2-15</inkml:trace>
  <inkml:trace contextRef="#ctx0" brushRef="#br0" timeOffset="198966.12">18721 16293 460 0,'0'0'4'0,"0"0"1"0,0 0 0 16,0 0 2-16,0 0-1 15,0 0 2-15,7 0-1 0,4 0 2 16,1 0-9-16,8-3 0 16,4 3 0-16,6-3 0 15,2 1 0-15,4 0 0 16,-4 2 0-16,3 0 0 0,-8 2 0 16,3 3 0-16,-13-2 0 15,-6 4 0-15,-4 3 0 16,-7 0 0-16,-7 0 0 15,-9 5 0-15,-2-4 0 0,-8 7 0 16,-2-3 0-16,-4 2 0 16,2-1 0-16,3-2 0 15,-1 1 0-15,6-3 0 16,5 1 0-16,6-6 0 0,11-7 0 16,-8 10 0-16,8-10 0 15,21 3 0-15,1-3 0 16,5 0 0-16,8-5 0 15,3 2 0-15,4-4 0 0,6 5-12 16,-9 6-63-16,3-6-11 16</inkml:trace>
  <inkml:trace contextRef="#ctx0" brushRef="#br0" timeOffset="200382.51">19608 15131 307 0,'0'0'7'0,"0"0"3"16,0 0 1-16,0 0 2 0,-7 12 2 16,7-12 3-16,-6 8 3 15,6-8 0-15,0 0-5 16,-7 10 0-16,7-10-3 16,0 0-1-16,0 0-1 0,0-10-1 15,0-4 0-15,2 3-10 16,3-11 0-16,1-5 0 15,-1-7 0-15,0-5 0 16,2-5 0-16,0-6 0 0,-2-9 0 16,3-3 0-16,-6-5 0 15,3 0 0-15,-2-2 0 16,-3 1 0-16,0 8 0 16,0-3 0-16,0 14 0 0,-3 1 0 15,-2 14 0-15,3 4 0 16,2 8 0-16,-2 7 0 15,-1 5 0-15,3 10 0 16,0-10 0-16,0 10 0 0,0 0 0 16,0 0 0-16,0 0 0 15,0 0 0-15,0 0 0 16,0 0 0-16,0 0 0 16,0 0 0-16,0 0 0 0,0 0 0 15,0 0 0-15,0 0 0 16,0 0 0-16,0 0 0 15,0 0 0-15,0 0 0 16,0 0 0-16,0 0 0 0,0 0 0 16,0 0 0-16,0 0 0 15,0 0 0-15,0 0 0 16,0 0 0-16,0 0 0 0,0 0 0 16,0 0 0-16,0 0 0 15,0 0 0-15,0 0 0 16,0 0 0-16,0 0 0 15,0 0 0-15,-8 6 0 16,1 5 0-16,0 2 0 16,-6 4 0-16,1 3 0 0,-3 2 0 15,-4 1 0-15,3-4 0 16,-1 1 0-16,1-5 0 16,4-5 0-16,3-3 0 15,9-7 0-15,-13 10 0 0,13-10 0 16,0 0 0-16,0-10 0 15,8 0 0-15,1-1 0 16,1-7 0-16,3-2 0 16,4-3 0-16,1 1 0 0,-4 0 0 15,-1 2 0-15,-1 0 0 16,-5 9 0-16,-2-3 0 0,-5 14 0 16,8-10 0-16,-8 10 0 15,0 0 0-15,10 6 0 16,-3 6 0-16,-2-2 0 15,6 7 0-15,-4 1 0 16,5 1 0-16,3 4 0 0,0-4 0 16,-5-1 0-16,6 2 0 15,-2-8 0-15,3 1-40 16,-4-6-44-16,-3-7-4 16</inkml:trace>
  <inkml:trace contextRef="#ctx0" brushRef="#br0" timeOffset="200733.41">19509 13756 355 0,'0'0'8'0,"0"0"4"0,0 0 2 0,0 0-1 16,0 0 1-16,0 0 1 15,0 0 1-15,12 8-1 16,-2 1-6-16,3-2-5 0,-1 6 0 15,3 2-1-15,4-1-2 16,2 4-3-16,-5-3-4 16,2 2-16-16,0 5-48 0,-3-12-11 15</inkml:trace>
  <inkml:trace contextRef="#ctx0" brushRef="#br0" timeOffset="200899.64">19680 13758 401 0,'0'0'5'0,"0"0"1"0,0 0 1 16,0 0 1-16,0 15 3 16,0 1-2-16,-2 6 2 15,-1 7 0-15,-4 3-5 0,2 12-3 16,-3-6-19-16,3 11-61 16,5 1-4-16</inkml:trace>
  <inkml:trace contextRef="#ctx0" brushRef="#br0" timeOffset="202399.95">15012 4436 439 0,'0'0'6'0,"0"0"3"0,0 0 2 16,5-9 2-16,-5 9 0 16,0 0 1-16,7-10-8 15,-7 10-6-15,0 0 0 16,0-10 0-16,0 10 0 16,0-15-41-16,0 15-45 0,0 0-5 15</inkml:trace>
  <inkml:trace contextRef="#ctx0" brushRef="#br0" timeOffset="205966.56">15312 4248 396 0,'0'0'7'0,"0"0"3"0,0 0 2 15,8-7 1-15,-8 7 1 16,0 0 0-16,0 0 0 0,0 0 0 15,0 7-6-15,0 12-4 16,0 5-2-16,-4 8-1 16,2-1-1-16,2 9 2 15,0-5-2-15,0 0 0 16,0-8 0-16,0 0 0 0,0-10 0 16,0-1 0-16,0-16 0 15,0 0 0-15,0 0 0 16,-7-6 0-16,2-11 0 15,-2-5 0-15,2-8 0 0,-1-5 0 16,4-2 0-16,2-6 0 16,0 2 0-16,2 1 0 15,9 3 0-15,1 5 0 16,3 10 0-16,2-1 0 0,3 11 0 16,5 4 0-16,-5 8 0 15,5 0 0-15,0 8 0 16,-3 7 0-16,-5 5 0 0,-1 2 0 15,-7 5 0-15,-6 2 0 16,-3-1 0-16,-8 2 0 16,-1-2 0-16,-8 1 0 15,4-7 0-15,-5 1 0 16,-2-3 0-16,5-6 0 0,-1-2-2 16,10-1 1-16,-1-2 0 15,7-9 0-15,0 16 0 16,9-12 0-16,7-1 0 15,3 2 1-15,6-3-3 0,1 1-7 16,0-3-17-16,4 2-55 16,-2 4-1-16</inkml:trace>
  <inkml:trace contextRef="#ctx0" brushRef="#br0" timeOffset="206300.21">15730 4414 438 0,'0'0'2'0,"0"0"2"0,-16 0 0 0,6 0 1 0,1 5 0 15,-2 3 1-15,2 1-1 16,-1 6 2-16,5 0-3 16,5 3-2-16,5-6 1 15,7 3-1-15,8-5 0 0,5-3 0 16,5-4 0-16,2-3 0 15,-4-3 0-15,4-4 0 16,-8-3 0-16,-1-5-1 0,-10 3 1 16,-4-4 0-16,-9 2-1 15,0-1 0-15,-9 3 0 16,-7-1 1-16,2 8-5 16,-9 0-1-16,3 3-7 0,-7-1-13 15,7 3-58-15,7 3-3 16</inkml:trace>
  <inkml:trace contextRef="#ctx0" brushRef="#br0" timeOffset="206582.75">16070 4248 393 0,'0'0'8'16,"0"0"4"-16,0-10 1 15,0 10 1-15,0 0 0 16,0 0 1-16,0 0 0 0,-7 8-1 15,4 9-6-15,1 4-3 16,-4 2-5-16,0 5 0 16,2 4 0-16,2 0 0 15,0 1 0-15,2-4 0 0,2-4 0 16,3 0 0-16,8-8 0 16,-1-3 0-16,5-3 0 15,5-9 0-15,1-2 0 0,7 0 0 16,-5-4 0-16,0-6-6 15,-1 3-24-15,-1-4-53 16,-8 1-4-16</inkml:trace>
  <inkml:trace contextRef="#ctx0" brushRef="#br0" timeOffset="206832.62">16046 4384 449 0,'0'0'4'15,"0"0"2"-15,0 0 1 0,6-5 1 16,-6 5-1-16,13-5 2 16,-1 1-1-16,4 1 1 15,-2-3-5-15,3 5-4 16,3-2 0-16,3 3 0 15,-3 0-3-15,-2 3-18 0,6-2-62 16,-12 5-3-16</inkml:trace>
  <inkml:trace contextRef="#ctx0" brushRef="#br0" timeOffset="207299.86">16433 4345 431 0,'0'0'7'0,"-11"-3"-1"0,11 3 3 15,-14-7 0-15,14 7 2 16,-13-10-1-16,13 10 1 15,-7-10 0-15,7 10-5 16,4-2-6-16,12 2 0 0,-4 0 0 16,8 0 0-16,3 2 0 15,-2 6 0-15,-3-3 0 16,2 3 0-16,-3 4 0 0,-4-3 0 16,-6 4 0-16,-7 1 0 15,0-2 0-15,-10 6 0 16,-5-3 0-16,-2 3 0 15,0-4 0-15,-3-2 0 16,3 3 0-16,-1-5 0 16,8 1 0-16,10-11 0 0,-5 12 0 15,5-12 0-15,15 5 0 16,3-5 0-16,3 0 0 16,7-5 0-16,-3-3 0 0,9 6-21 15,21-3-62-15,-22-5-2 16</inkml:trace>
  <inkml:trace contextRef="#ctx0" brushRef="#br0" timeOffset="207567.56">17079 4032 486 0,'0'0'3'0,"0"0"1"16,0 0 0-16,-16 0 0 15,6 3 1-15,-2 7 0 16,-5 10-5-16,-6 4 0 0,-3 7 0 16,6 11 0-1,-3 5 0-15,3 7 0 0,8 6 0 16,2-1 0-16,4-5 0 16,6 1 0-16,6-4 0 15,9-5 0-15,2-5 0 0,5-9 0 16,1-11-21-16,-8-4-63 15,17-7-3-15</inkml:trace>
  <inkml:trace contextRef="#ctx0" brushRef="#br0" timeOffset="207949.54">17337 4273 445 0,'0'0'4'0,"0"0"2"16,-10-10 0-16,0 6 2 0,-5 1 0 15,-3 0 0-15,-1 3 0 16,-6 0 0-16,3 6-3 16,-4 5-2-16,7 4-1 0,4 1-2 15,3 3 0-15,7 1 0 16,5-6 0-16,2 2 0 16,10-4 0-16,6-5 0 15,1-4 0-15,4-3 0 16,0-6 0-16,2-9 0 15,-4-2 0-15,2-1 0 0,-3-1 0 16,-3 0 0-16,-6 5 0 16,-2-3 0-16,-2 9 0 15,-7 8 0-15,0 0 0 0,0 0 0 16,-2 17 0-16,-5-1 0 16,5 9 0-16,-1 3 0 15,1-6 0-15,2 5 0 16,0-2 0-16,5-8-5 0,4 4-15 15,1-10-64-15,3-3-2 16</inkml:trace>
  <inkml:trace contextRef="#ctx0" brushRef="#br0" timeOffset="208249.39">17569 4301 413 0,'0'0'7'15,"0"0"1"-15,-4 2 2 16,4-2 0-16,-19 17 0 15,9-5 0-15,-3 4 1 16,1 0-1-16,2 4-5 0,5 0-3 16,2 0-1-16,3 0 1 15,10-3-1-15,5-5 1 16,8-3-1-16,1-7 0 16,6-2 1-16,2-2 0 0,1-7-1 15,-6-5 1-15,0-1-2 16,-4-2 0-16,-8-3 0 15,-7-1 0-15,-8-1 0 0,-8 6 0 16,-9-2 0-16,-6 5 0 16,-5 1 0-16,-1 10-8 15,-4-3-17-15,-18 5-58 0,26 3-3 16</inkml:trace>
  <inkml:trace contextRef="#ctx0" brushRef="#br0" timeOffset="208516.41">17776 4032 425 0,'0'0'7'0,"0"-9"2"0,0 9 2 15,0-13 0-15,0 13 1 16,9-9 1-16,-2 6 0 16,5 3-3-16,11 11-10 15,-1 8 0-15,6 10 0 0,4 3 0 16,5 13 0-16,-2 3 0 15,-3 6 0-15,0 1 0 16,-9 7 0-16,-6-1 0 0,-15-3 0 16,-4 1 0-16,-15-2 0 15,-16-9 0-15,6 8-16 16,-10-16-69-16,-1-9-2 0</inkml:trace>
  <inkml:trace contextRef="#ctx0" brushRef="#br3" timeOffset="212549.72">19479 13608 295 0,'0'0'7'16,"0"0"2"-16,5 0 4 0,-5 0 1 15,0 0 1-15,10 0 2 16,-10 0 0-16,0 0 2 16,0 0-6-16,9 0-1 15,-9 0-2-15,0 0-2 0,0 0 0 16,0 0 0-16,4-8 0 16,-4 8 0-16,0-17-1 15,2 4-2-15,-2-2 1 0,0-4 0 16,-2-6 0-16,-2-5-6 15,2-5 0 1,-1-7 0-16,1-4 0 0,0-7 0 0,-1-5 0 16,3-3 0-1,-2-1 0-15,-1 0 0 0,1 6 0 16,-3 3 0-16,5 3 0 16,-6 13 0-16,3 8 0 15,3 7 0-15,-1 4 0 0,1 8 0 16,0 10 0-16,-3-12 0 15,3 12 0-15,0 0 0 16,0 0 0-16,0 0 0 16,0 0 0-16,0 0 0 0,0 0 0 15,0 0 0-15,0 0 0 16,0 0 0-16,0 0 0 16,0 0 0-16,0 0 0 15,0 0 0-15,0 0 0 16,0 0 0-16,0 0 0 0,0 0 0 15,0 0 0-15,0 0 0 16,0 0 0-16,0 0 0 16,0 0 0-16,0 0 0 0,0 0 0 15,0 0 0-15,0 0 0 16,0 0 0-16,0 0 0 16,0 0 0-16,0 0 0 0,0 0 0 15,0 0 0-15,0 0 0 16,0 0 0-16,-9 15 0 15,1-5 0-15,0 6 0 16,-4 5 0-16,0 1 0 16,-3 3 0-16,-2-6 0 15,-1 6 0-15,4-5 0 0,-2 0 0 16,-2-5 0-16,6-1 0 16,5-5 0-16,-3-3 0 15,10-6 0-15,-8 8 0 0,8-8 0 16,0 0 0-16,0-10 0 15,8-3 0-15,2-3 0 16,1-7 0-16,10-4 0 16,0-1 0-16,0-3 0 15,2-4 0-15,2 3 0 0,-6 2 0 16,1 5 0-16,-2 3 0 16,-6 2 0-16,0 8 0 0,-6 2 0 15,-6 10 0-15,0 0 0 16,10 0 0-16,-8 11 0 15,0 6 0-15,3 4 0 16,0 2 0-16,3 3 0 0,2 2 0 16,-3-1 0-16,6-4 0 15,-1-1 0-15,6-3 0 16,-6-3 0-16,5-4 0 16,-2-2 0-16,1-3 0 15,-2-4 0-15,6-15-54 0,-5 12-35 16</inkml:trace>
  <inkml:trace contextRef="#ctx0" brushRef="#br3" timeOffset="-214080.49">19541 12143 262 0,'0'0'8'0,"0"0"6"0,0 0 5 15,-8-10 3-15,8 10 1 16,0 0 4-16,0 0 3 16,-7-10-1-16,7 10-6 0,0 0-6 15,0 0-4-15,0 0-4 16,0 0-2-16,5 10-2 16,5 3-2-16,0 2-3 15,0 5 0-15,7 2 0 0,0 0 0 16,3 5 0-16,3-4 0 15,-4-1 0-15,2-3 0 16,-4-1 0-16,-1-6 0 16,1 1 0-16,-5-6 0 15,-3 0 0-15,-9-7 0 0,13 8 0 16,-13-8-4-16,0 0-8 16,0 0-12-16,0 0-57 15,-5-8-4-15</inkml:trace>
  <inkml:trace contextRef="#ctx0" brushRef="#br3" timeOffset="-213730.78">19792 12106 406 0,'0'0'6'0,"0"0"3"16,0 0 3-16,0 0 2 15,0 0 0-15,0 0 2 0,0 0-1 16,0 0 0-16,0 0-11 16,-3 10-4-16,-9 5 0 15,-5 10 0-15,-6 2 0 0,-3 5 0 16,0 5 0-16,-7 2 0 16,4 4 0-16,-6-6 0 15,5 0 0-15,0-5 0 16,5-2 0-16,1-5 0 0,4-5 0 15,5-1 0-15,3-6 0 16,4-1 0-16,8-12 0 16,-7 10 0-16,7-10 0 15,0 0 0-15,0 0 0 0,0 0-12 16,0 0-72-16,0 0-2 16</inkml:trace>
  <inkml:trace contextRef="#ctx0" brushRef="#br3" timeOffset="-210713.31">19516 15137 190 0,'0'0'6'0,"0"0"4"0,-7 0 5 0,7 0 3 0,0 0 2 15,0 0 3-15,0 0 1 16,0 0 3-16,0 0-5 15,0 0-2-15,0 0-2 16,0 0-5-16,0 0-2 16,0 0-2-16,0 0-1 0,0 0-2 15,0 0-2-15,0 0-1 16,0 0 0-16,-13 4-1 16,13-4 0-16,-14 2 1 15,2 1-1-15,-1-2 1 0,-3-1-1 16,-1 4 1-16,-8-1-1 15,3-2 0-15,-6-1 0 16,-2 6 0-16,-2-5-2 0,-3 2 1 16,1-3-1-16,-6 6 1 15,8-5-1-15,-3-1 0 16,3 3 0-16,2 1 0 0,3-3 1 16,4 4-1-16,3-5 0 15,6 2 0-15,2 1 0 16,0 0 0-16,12-3 1 15,-11 0-1-15,11 0 1 16,-16 2-1-16,16-2 1 16,-9 3 0-16,9-3-1 0,-12 0 1 15,12 0-1-15,-13 0 0 16,13 0 0-16,0 0 1 16,0 0-2-16,0 0 1 0,0 0 0 15,0 0-1-15,0 0 0 16,0 0 0-16,0 0 0 15,0 0 0-15,0 0-1 16,0 0-1-16,0 0-1 16,0 0-2-16,0 0-1 0,0 0-2 15,0 0-2-15,0 0-3 16,0 0-5-16,0 0-10 16,0 0-27-16,0 0-20 15,0 0-3-15</inkml:trace>
  <inkml:trace contextRef="#ctx0" brushRef="#br3" timeOffset="-210080.23">18979 15081 346 0,'0'0'6'0,"0"0"5"0,0 0 2 0,0 0 3 16,0 0-1-16,0 0 2 15,0 0-1-15,0 0 1 16,0 0-6-16,-5 12-4 0,-4-7-3 15,-7 5-2-15,2 3 0 16,-9-1-1-16,4 1 0 16,-6-1 0-16,2 2-1 15,-2-3 1-15,4-1-1 0,3-1 0 16,0-1 1-16,3-3-1 16,6 0 0-16,-2-2 0 15,11-3 0-15,-7 4 0 16,7-4-1-16,0 0 0 0,0 0 1 15,0 0-1-15,0 0 1 16,2 10 0-16,-2-10 0 16,18 8 0-16,-6-4 1 15,6 5 0-15,4-5 0 0,3 6 0 16,5-3 1-16,-3 1-1 16,8 2 1-16,-5 0 0 15,2-1-1-15,-5 2 1 16,-2-2 0-16,-2-4 0 0,-9 3 0 15,-4-1 0-15,1-4 2 16,-11-3-4-16,0 0 0 16,0 0 0-16,0 0 0 15,0 0 0-15,0 0 0 0,0 0 0 16,-5 2 0-16,5-2 0 16,-11-2-20-16,11 2-65 15,0 0-3-15</inkml:trace>
  <inkml:trace contextRef="#ctx0" brushRef="#br3" timeOffset="-208963.23">18408 15043 368 0,'0'0'7'0,"0"0"5"0,0 0 1 0,0 0 2 0,0 0 1 16,0 0 0-16,0 0 1 16,0 0 1-16,5 9-7 15,2 0-2-15,4-2-3 16,1 9-3-16,2 1-3 0,6 3 0 15,1-4 0-15,0 2 0 16,-1 2 0-16,3-5 0 16,-4-3 0-16,-3 1 0 0,-4-5 0 15,-4 2 0-15,-8-10 0 16,12 7-5-16,-12-7-22 16,0 0-56-16,-5-3-4 15</inkml:trace>
  <inkml:trace contextRef="#ctx0" brushRef="#br3" timeOffset="-208696.81">18636 15071 369 0,'0'0'8'0,"0"0"4"16,0 0 3-16,0 0 2 0,0 0 1 16,0 0 1-16,0 0 0 15,7 8 1-15,-9 1-6 16,-3 7-14-16,-2 6 0 15,-3-1 0-15,-5 15 0 0,1-1 0 16,-2-1 0-16,-3 5 0 16,1-1 0-16,6-6 0 15,-6-2 0-15,6-5 0 16,4-4 0-16,1 0 0 0,2-9 0 16,0 3 0-16,5-15 0 15,0 13-72-15,0-13-16 16</inkml:trace>
  <inkml:trace contextRef="#ctx0" brushRef="#br3" timeOffset="-205980.32">18889 12844 393 0,'0'0'3'0,"0"0"1"0,-4-7 1 0,4 7 1 0,-15-8 1 16,5 6 1-16,-2 0 0 15,-5-1 1-15,-3 3-3 16,-3 0 0-16,-2 0-1 15,1 10-1-15,-1 2-2 0,0 3 0 16,2 0 0-16,4 5-2 16,1 2 0-16,8 1-1 15,2 2 0-15,8 0-1 16,0-2 0-16,6 2 0 0,8 3-1 16,4-2 1-16,4-1-1 15,3 3 0-15,5-1 0 16,7-2-1-16,1-3 1 15,6 3 0-15,4-7-2 0,-1-1 1 16,5-5-1-16,5 0 1 16,3-2 0-16,0-4 1 15,-2-6-1-15,5 0 2 16,-4 0-1-16,3-3 2 0,-3-2 0 16,4 0 0-16,-3-3 0 15,-3 1 0-15,-2 2 1 16,-5-2 1-16,-1-3 1 15,-1 0 2-15,-9-1 1 0,-2-3 3 16,-4 2 0-16,-4-3 3 16,1 0-1-16,-5-3 0 15,0-2 0-15,-2 4-2 16,-4-5-1-16,-3 2-1 0,-2 2-1 16,-1-1-1-16,-3 3 0 15,-5 1 0-15,-1 1-1 16,1 3-1-16,-5 3-2 15,0 7 0-15,0-13 0 0,0 13 0 16,0-12 0-16,0 12 0 16,0 0 0-16,-12-10 0 15,12 10 0-15,-9-4 0 16,9 4 0-16,-14-6 0 16,14 6 0-16,-12-5 0 0,12 5 0 15,-9-2 0-15,9 2 0 16,-16-3 0-16,16 3 0 15,-14-2 0-15,14 2 0 16,-12-3 0-16,12 3 0 0,0 0 0 16,-6-2 0-16,6 2 0 15,0 0 0-15,0 0 0 0,0 0 0 16,0 0 0-16,0 0 0 16,0 0 0-16,0 0 0 15,-7-2 0-15,7 2 0 16,0 0 0-16,0 0 0 15,0 0 0-15,0 0 0 0,0 0 0 16,0 0 0-16,0 0 0 16,0 0 0-16,-11-11 0 15,11 11 0-15,0 0 0 16,0 0 0-16,-7-9 0 0,7 9 0 16,0 0 0-16,-12-10 0 15,12 10 0-15,-9-11 0 16,9 11 0-16,-9-7 0 15,9 7 0-15,-9-7 0 0,9 7 0 16,-10-2 0-16,10 2 0 16,-13 0 0-16,13 0 0 15,-10 2 0-15,10-2 0 16,-15 14 0-16,5-3 0 0,3-1 0 16,2 2 0-16,-3 3 0 15,3 0 0-15,-2-4 0 16,2 3 0-16,1-3 0 0,1 0 0 15,3-11 0-15,-8 14 0 16,8-14 0-16,0 0 0 16,-5 11 0-16,5-11 0 15,0 0 0-15,0 0 0 16,0 0 0-16,0 0 0 0,0-5 0 16,0 5 0-16,2-20 0 15,-2 9 0-15,3-3 0 16,-3-1 0-16,2-2 0 15,1-3 0-15,0 5 0 0,-3-3 0 16,0 6 0-16,3-2 0 16,-3 1 0-16,2 6 0 15,-2 7 0-15,2-13 0 16,-2 13 0-16,3-7 0 0,-3 7 0 16,0 0 0-16,2-10 0 15,-2 10 0-15,0 0 0 16,0 0 0-16,0 0 0 15,0 0 0-15,12-3 0 0,-12 3 0 16,18 0 0-16,-4 0 0 16,4 3 0-16,5 0 0 15,4-1 0-15,3 0 0 0,0 1 0 16,5-3 0-16,-1 0 0 16,-1 0 0-16,-6-3 0 15,0 3 0-15,-7-2 0 16,-5 0 0-16,-3 2 0 15,-12 0 0-15,7 0 0 0,-7 0 0 16,0 0 0-16,0 0 0 16,0 0 0-16,0 0 0 15,-4 0 0-15,4 0 0 16,0 0-49-16,-10 0-39 0,10 0-2 16</inkml:trace>
  <inkml:trace contextRef="#ctx0" brushRef="#br3" timeOffset="-205114">19441 10847 429 0,'0'0'6'0,"0"0"2"0,0 0 1 15,0-10 2-15,0 10 0 16,0 0 1-16,0-9-1 0,0 9 0 16,0 0-8-16,-7 0-3 15,7 0 0-15,-17 15 0 16,11-1 0-16,-1-1 0 15,5 1 0-15,-1 3 0 0,3-4 0 16,5-1 0-16,6-4 0 16,3-5 0-16,1-3 0 15,2 0 0-15,1-8 0 0,1-2 0 16,-3-2 0-16,-2-5 0 16,-3-3 0-16,-6 3 0 15,-5-5 0-15,0 5 0 16,-11 2 0-16,-3-3 0 15,-2 8 0-15,2 7 0 0,-5 3 0 16,3 6 0-16,3 3 0 16,1 7 0-16,5-1 0 15,2-1 0-15,5 1 0 16,7-3 0-16,5-5 0 0,4 1 0 16,2-8 0-16,3 0 0 15,2-5 0-15,-4-5 0 16,0-2 0-16,-6-6 0 0,-2 3 0 15,-11-2 0-15,-2 0 0 16,-11 2 0-16,-2 5 0 16,-8 2 0-16,-2 6 0 15,0-1 0-15,4 8 0 0,-2 1-31 16,-7 6-53-16,18-2-4 16</inkml:trace>
  <inkml:trace contextRef="#ctx0" brushRef="#br3" timeOffset="-204113.22">19146 10890 324 0,'0'0'6'0,"0"0"4"0,0 0 2 16,-11-3 5-16,11 3 1 0,-9-12 1 16,4 5 1-16,0-8 1 15,0-7-5-15,3-3-3 16,2-3-3-16,-2-9-2 15,2-8-1-15,0-7-1 0,9-7-2 16,1-8-4-16,8-5 0 16,1-5 0-16,4-5 0 15,11 3 0-15,1 3 0 16,8-1 0-16,-1 10 0 0,-1 3 0 16,10 12 0-16,-6 6 0 15,-1 7 0-15,-2 5 0 16,-7 6 0-16,-3 9 0 15,-7 1 0-15,-5 8 0 0,-8 3 0 16,-1 2 0-16,-11 5 0 16,0 0 0-16,9-3 0 15,-9 3 0-15,0 0 0 16,0 0 0-16,0 0 0 0,0 0 0 16,0 0 0-16,0 0 0 15,0 0 0-15,0 0 0 16,0 0 0-16,0 0 0 15,-7 0 0-15,7 0 0 0,-7 3 0 16,7-3 0-16,-15 2 0 16,15-2 0-16,-15 0 0 15,15 0 0-15,-13 0 0 16,13 0 0-16,0 0 0 0,-10 0 0 16,10 0 0-16,0 0 0 15,0 0 0-15,0 0 0 16,0 0 0-16,0 0 0 15,-7 0 0-15,7 0 0 0,0 0 0 16,0 0 0-16,0 0 0 16,-3 6 0-16,3 3 0 15,3 7 0-15,4 0 0 16,3 6 0-16,8 6 0 0,-1 4 0 16,8 8 0-16,2 2 0 15,5 3 0-15,3 5 0 16,5 6 0-16,0 1 0 15,0 5 0-15,-3 0 0 0,-3 1 0 16,4-3 0-16,-8 3 0 16,-8-4 0-16,-2-2 0 15,-8-2 0-15,-4-5 0 0,-5-4 0 16,-3-4 0-16,-11-2 0 16,1-5 0-16,-4-2 0 15,1-7 0-15,-1-4 0 16,3-8 0-16,-1 0 0 15,5-4 0-15,7-10 0 0,-11 9 0 16,11-9 0-16,0 0 0 16,-7 0 0-16,7 0 0 15,-10-9-65-15,10-4-24 0,-5-4 0 16</inkml:trace>
  <inkml:trace contextRef="#ctx0" brushRef="#br3" timeOffset="-203479.93">18532 10843 306 0,'0'0'4'0,"0"0"1"0,-7-6 5 0,7 6 2 0,-8-13 2 16,1-4 3-16,2 0 2 15,-2-5 0-15,2-5-3 0,-1-5 0 16,4-8-4-16,2-4-2 16,0-11-2-16,8-12-1 15,4-7-2-15,8-12 0 16,4-7 0-16,8-3-1 0,2-3 0 16,0 0 0-16,6 0-1 15,-3 10 1-15,0 9-2 16,-1 16-2-16,-8 9 0 15,0 11 0-15,-6 14 0 0,-1 9 0 16,-9 7 0-16,-3 7 0 16,-9 7 0-16,0 0 0 15,9 10-2-15,-12 2 2 16,-3 3 0-16,-3 2 0 0,-1 6 2 16,-8 4-2-16,-1 3 0 15,-8 2 0-15,-1 5 0 16,-2 3 0-16,-9 4 0 15,-2 9 0-15,-3 5 0 16,1 7 0-16,1 1-2 0,3 5 1 16,2 0 0-16,5-2 1 15,7-1 0-15,9-7-5 16,4-4-13-16,5-4-63 0,9-7-4 16</inkml:trace>
  <inkml:trace contextRef="#ctx0" brushRef="#br3" timeOffset="-201963.29">18445 4348 451 0,'0'0'4'0,"0"0"3"0,0-13 0 0,0 13 1 16,0 0 0-16,5-10 0 15,-5 10-1-15,0 0 1 16,0 0-7-16,0 0-9 16,0 10-18-16,15-3-57 0,-15-7-2 15</inkml:trace>
  <inkml:trace contextRef="#ctx0" brushRef="#br3" timeOffset="-201397.11">18836 4067 494 0,'0'0'3'16,"0"0"1"-16,0 0 1 15,0 0 0-15,0 0-5 0,0 0 0 16,7 12 0-16,-5 5 0 15,-2 8 0-15,0 11 0 16,3-2 0-16,-1 11 0 16,0-3 0-16,3 0 0 0,1-8 0 15,-1 1 0-15,-3-5 0 16,-2-8 0-16,0-4 0 16,-2-9 0-16,2-9 0 15,-18 4 0-15,6-10 0 16,-1-12 0-16,1-3 0 0,0-12 0 15,4-7 0-15,0-7 0 16,4-4 0-16,4-2 0 16,1 2 0-16,10-2 0 0,2 7 0 15,1 3 0-15,9 14 0 16,2 7 0-16,0 4 0 16,1 15 0-16,2 3 0 15,-1 10 0-15,-2 10 0 0,-5 4 0 16,-5 1 0-16,-8 8 0 15,-7-4 0-15,0 5 0 16,-12-5 0-16,-2 0 0 16,-8-4 0-16,1 0 0 0,-2-5 0 15,4-5 0-15,1 2 0 16,4-6 0-16,3-3 0 16,11-8 0-16,0 11 0 15,8-7 0-15,9-1 0 0,3 2 0 16,3-3 0-16,3 4 0 15,2-1 0-15,-1 2 0 16,-4 0 0-16,2 4-12 0,-2 7-56 16,-4-7-18-16</inkml:trace>
  <inkml:trace contextRef="#ctx0" brushRef="#br3" timeOffset="-201096.74">19265 4280 416 0,'0'0'6'0,"-10"-4"1"0,10 4 0 16,-17 0 1-16,4 0 1 16,1 8 0-16,-6-1-1 0,4 5 1 15,4 5-5-15,4-1-2 16,6 5 0-16,0-4-1 16,11 1 0-16,3-3 0 15,11-8 0-15,0-2 1 16,5-5-1-16,0 0 1 0,-2-8 0 15,-3-1 1-15,-6-7 0 16,-4 1 0-16,-9-2 1 16,-6 3-4-16,-3-1 0 15,-13 0 0-15,-1 3 0 16,-3 5 0-16,-6 1-7 0,5 5-13 16,4-7-47-16,1 8-18 15</inkml:trace>
  <inkml:trace contextRef="#ctx0" brushRef="#br3" timeOffset="-200862.32">19528 4050 467 0,'0'0'4'0,"0"0"1"16,0 0 0-16,0 0 1 0,8 5 0 16,-8 7 0-16,0 6 0 15,0 4 0-15,-8 5-6 16,-1 5 0-16,6 5 0 15,-4 3 0-15,7 1 0 0,0-5 0 16,0-3 0-16,10-7 0 16,2-1 0-16,6-10 0 15,-2-5 0-15,9-3-8 16,-2-7-16-16,-3-7-58 16,2-3-4-16</inkml:trace>
  <inkml:trace contextRef="#ctx0" brushRef="#br3" timeOffset="-200697.56">19556 4270 390 0,'0'0'7'0,"0"0"2"15,0 0 0-15,0 0 1 16,0 0 0-16,0 0 0 16,9 8-1-16,9-8-10 0,-3 2-40 15,14-2-36-15,5-4-3 16</inkml:trace>
  <inkml:trace contextRef="#ctx0" brushRef="#br3" timeOffset="-200247.28">19861 4246 473 0,'0'0'4'16,"0"0"2"-16,-9-3 1 15,9 3 2-15,0 0 0 0,-11-12-6 16,11 12-3-16,0-8 0 15,11 6 0-15,1-1 0 16,3 3 0-16,2 3 0 0,1 2 0 16,-4 5 0-1,-1 2 0-15,-1 3 0 0,-9 6 0 16,-3-4 0-16,-3 2 0 16,-9 3 0-16,-1-4 0 15,1 0 0-15,-6-7 0 0,4-1 0 16,3-2 0-16,2-6 0 15,9-2 0-15,-10-2 0 16,10-11 0-16,3 1 0 0,9-10 0 16,3 2 0-16,2-7 0 15,8-1 0-15,-5 3 0 16,5 3 0-16,-3 2 0 16,-4 5 0-16,-4 5 0 15,-1 8 0-15,-13 2 0 0,15 7 0 16,-13 8 0-16,0 3 0 15,-2 4 0-15,0 1 0 16,0 2 0-16,0-1 0 16,6 1 0-16,1-5 0 0,4-1 0 15,3-6-10-15,8-16-66 16,1 3-11-16</inkml:trace>
  <inkml:trace contextRef="#ctx0" brushRef="#br3" timeOffset="-200013.56">20460 3948 486 0,'0'0'3'0,"0"0"0"0,0 0 1 0,0 0 0 16,0 0 0-16,-5 18 0 16,0 0-1-16,0 7-3 15,-2 8 0-15,0 7 0 16,-1 7 0-16,3 3 0 0,-2 5 0 15,4-4 0-15,1-1 0 16,2-7 0-16,2-7-2 16,8-2-20-16,5-9-61 15,0-10-3-15</inkml:trace>
  <inkml:trace contextRef="#ctx0" brushRef="#br3" timeOffset="-199647.34">20721 4159 446 0,'0'0'4'0,"0"0"2"16,-5-7 1-16,-5 4 2 16,-5 0-1-16,-5 1 1 15,1 2 0-15,-4 0 0 16,-2 5-5-16,3 5-4 16,5 2 0-16,1 6 0 0,7 0 0 15,6-4 0-15,3 3 0 16,10-4 0-16,2-1 0 15,3-5 0-15,6-4 0 0,1-3 0 16,0-7 0-16,-2-6 0 16,3-2 0-16,-6 3 0 15,-2-5 0-15,-3 4 0 0,-2 1 0 16,-5 5 0-16,-5 7 0 16,0 0 0-16,0 0 0 15,0 12 0-15,-2 6 0 16,-4 1 0-16,1 3 0 15,3 6 0-15,-3-6 0 16,2 3 0-16,3-6-19 0,-2 6-48 16,2-10-18-16</inkml:trace>
  <inkml:trace contextRef="#ctx0" brushRef="#br3" timeOffset="-199346.79">20942 4171 452 0,'0'0'4'0,"0"0"1"0,-9-2 1 16,9 2 0-16,-18 2 0 0,8 6 1 16,1 4-1-16,-5 4 0 15,7 5-3-15,2-1-1 16,3 2-1-16,2-1 0 16,5 1 0-16,4-5 0 0,7-7 0 15,1-2 2-15,5-6-3 16,-4-2 0-16,4-8 0 15,-2-4 0-15,-3-3 0 16,-4-2 0-16,-6-3 0 0,-4-2 0 16,-3 2 0-16,-10 2 0 15,-7 3 0-15,2-2 0 16,-8 10-18-16,0 7-56 16,2-8-12-16</inkml:trace>
  <inkml:trace contextRef="#ctx0" brushRef="#br3" timeOffset="-199130.35">21082 3941 457 0,'0'0'5'0,"0"0"2"0,0 0 0 16,12-5 1-16,-12 5 1 16,18 0 0-16,-2 7 0 15,7 6-9-15,2 7 0 0,5 7 0 16,2 12 0-16,-2 7 0 15,0 8 0-15,-11 5 0 16,-3 3 0-16,-16 7 0 16,-8-2 0-16,-14-2-38 0,-8 2-47 15,-10-6-2-15</inkml:trace>
  <inkml:trace contextRef="#ctx0" brushRef="#br3" timeOffset="-197930.38">21809 3632 431 0,'0'0'4'0,"8"-15"2"0,0 2 0 16,-4 1 2-16,-4-1-1 0,0-2 1 15,0 15-1-15,-15-10-1 16,-4 16-3-16,-9 11-1 16,-6 13-1-16,-1 9-2 0,0 13 0 15,8 7-1-15,2 8 2 16,9 1 0-16,9 6 0 15,7-2 0-15,7 4-1 16,6-1 1-16,7 2-1 0,-2 2 0 16,-1 3 0-16,0 4 1 15,-1-1 0-15,-7 6 0 16,-2 4 0-16,-2 1 0 16,-5 1 2-16,-5 2-1 15,-7 0 2-15,-8-2 1 0,-5-2 1 16,-5-2 0-16,-2-6 0 15,0-9 0-15,0-5-5 16,2-12 0-16,5-9 0 16,5-10 0-16,7-7 0 0,4-7 0 15,2-14 0-15,7-6 0 16,0-8 0-16,16 2 0 16,2-4 0-16,5-8 0 0,12-1 0 15,2-3 0-15,2-3 0 16,6-6 0-16,4 11-2 15,-7 9-75-15,4-16-9 16</inkml:trace>
  <inkml:trace contextRef="#ctx0" brushRef="#br3" timeOffset="-197413.42">22090 3859 354 0,'0'0'7'0,"0"0"4"0,0 0 0 16,-10 0 0-1,10 0 1-15,-20 5 1 0,10 5 0 16,-2 5 0-16,-1 3-7 16,4 7-3-16,4-1 1 15,3 1-2-15,4 0 0 0,10-3-1 16,3-2 1-16,7-5 0 15,5-8 1-15,-2-7 1 16,5-3 0-16,-2-9 1 16,-3-8 0-16,-3-6-1 15,-7-7 0-15,-6-5 0 0,-6-2 0 16,-3 4-2-16,-5-2 0 16,-9 12-1-16,-7 3-1 15,-4 11 0-15,0 12 0 16,-1 12-2-16,1 13-3 0,5 14-5 15,-5 1-12-15,8 17-58 16,6 2-5-16</inkml:trace>
  <inkml:trace contextRef="#ctx0" brushRef="#br3" timeOffset="-197014.09">22128 4484 449 0,'0'0'4'0,"0"0"1"15,0 0 1-15,-11-11 1 0,4 11-1 16,-5 0 1-16,-3 0 0 16,0 11-1-16,-3 1-3 15,6 8-1-15,2 5-2 16,3 4 0-16,7 1 0 15,0-1 0-15,9-4 0 0,7 0 1 16,1-5 0-16,7-8-1 16,1-4 2-16,3-8 0 15,-3 0 1-15,0-10-3 0,-3-7 0 16,0-6 0-16,-6-4 0 16,-4-4 0-16,-5-2 0 15,-5-4 0-15,-2 2 0 16,-12 5 0-16,-1 5 0 0,-1 8 0 15,-4 4 0-15,1 13 0 16,-5 6-10-16,7 15-25 16,5 4-50-16,-2 5-1 15</inkml:trace>
  <inkml:trace contextRef="#ctx0" brushRef="#br3" timeOffset="-196630.4">22129 5014 447 0,'0'0'3'0,"0"0"0"0,0 0 1 0,-12 8 0 16,12-8 2-16,-9 12-1 15,1-3 0-15,4 4 1 0,-2-2-3 16,3 6-1-16,1 0 0 16,2-3 0-16,2 1-1 15,7 0 0-15,3-5 0 16,6-5 0-16,-2-4 1 0,5-1 0 16,-2-4 0-16,3-8 0 15,-4-1 1-15,-6-4-1 16,-2-6 0-16,-4-2-2 15,-6 6 0-15,-9-7 0 0,-3 5 0 16,-8 9 0-16,-5 2 0 16,-1 5-8-16,3 8-13 15,-4 11-61-15,2 1-4 16</inkml:trace>
  <inkml:trace contextRef="#ctx0" brushRef="#br3" timeOffset="-196379.46">22066 5497 470 0,'0'0'2'0,"0"0"1"16,0 0 0-16,-8 5 1 0,8-5 0 15,-8 17 0-15,5-2 1 16,2 5 0-16,-2 4-2 15,-2 7-1-15,3 2-1 16,0 3-1-16,-2 1-3 16,2 2-7-16,-3-9-19 0,0 0-51 15,5-5-4-15</inkml:trace>
  <inkml:trace contextRef="#ctx0" brushRef="#br3" timeOffset="-195747.32">22393 3757 319 0,'0'0'9'16,"0"0"3"-16,0 0 3 15,0 0 1-15,5-9 1 0,-5 9 0 16,13-10-1-16,-3 3 1 16,-1-1-8-16,8 6-3 15,7-3-3-15,1 2 0 16,1 3-1-16,2 0 0 0,-1 8 0 15,-2 9 1-15,-2 8-2 16,-11 10 0-16,-3 6 1 16,-5 14 0-16,-4 10 0 15,0 8-1-15,-6 9 1 0,-4 7-1 16,6 6 1-16,-1 6 0 16,2 1 0-16,3 0-1 15,0 2 1-15,5-2-1 0,0-4 1 16,5-7-1-16,-6-1 1 15,7-6-3-15,-6-7 3 16,0-5-1-16,2-8 1 16,-1-9 0-16,-2-9-1 15,-4-3 1-15,0-11 0 0,3-2 1 16,-3-12-1-16,0-4-2 16,-3 1 0-16,-5-5 0 15,-1-3 0-15,-1 1 0 16,-5-1 0-16,-7 3 0 0,-6 0 0 15,-4 0 0-15,-8 1 0 16,-2 6 0-16,-11-3 0 16,2 5 0-16,-11 4-53 15,5-5-31-15,2-1-1 0</inkml:trace>
  <inkml:trace contextRef="#ctx0" brushRef="#br2" timeOffset="-186862.52">19593 15168 163 0,'0'0'2'0,"0"0"2"0,0 0-1 0,0 0 4 15,0 4 1-15,0-4 0 16,-5 13 1-16,5-13 0 0,-12 20-1 15,-3-7 0-15,0 9-1 16,-5-3-2-16,3 11 0 16,-8 8 1-16,0 1 0 15,-2 3 0-15,-3 4-1 16,2 2 0-16,-2-3 1 0,1 7-1 16,-4-8-2-16,3 0-1 15,1 2 0-15,-1-5 1 16,0 1-2-16,6-4 0 0,-4 7 0 15,1-3 0-15,2-3 0 16,0 6 0-16,0-3-1 16,-3 3 0-16,4-5 1 15,-5 6-1-15,3-7 0 0,-3-3-1 16,6 1 1-16,-4-2 1 16,3-1 1-16,1-4 2 15,0 3 1-15,3-4 1 16,1 1 2-16,-1-1-1 15,-1 1 1-15,2 0 0 0,4-3 0 16,0 0-1-16,2-4-2 16,1 2-1-16,3-6 0 15,0 1 2-15,0 0-3 16,2-5 0-16,-3-1 1 0,2 4 0 16,0-4 0-16,1-1 0 15,0-1 0-15,1 1-1 16,-1-5 0-16,7-8-2 15,-7 15 1-15,7-15-1 16,0 0-1-16,-5 8 1 0,5-8-1 16,0 0 0-16,0 0-2 15,0 0-5-15,0 0-10 16,0 0-26-16,-11-4-30 0,11 4-5 16</inkml:trace>
  <inkml:trace contextRef="#ctx0" brushRef="#br2" timeOffset="-186380.39">18450 16672 371 0,'0'0'6'0,"0"0"5"0,0-13-1 15,0 13 0-15,11-12 2 16,-11 12-1-16,12 0 1 16,-12 0 2-16,14 12-6 0,-12 8-4 15,-2 5 1-15,0 4-1 16,-7 1 0-16,-2 5 1 15,-3-6-2-15,-1 4-1 16,-2-6 0-16,4-5-1 0,2-2-1 16,2-5 0-16,4-5 1 15,3-10 0-15,3 7 0 16,9-7 1-16,8-7 0 16,5-3 1-16,7-5 0 0,8 1 0 15,4-3-3-15,-1-1 0 16,-1 0 0-16,-6 4 0 15,-3 1 0-15,-8 5 0 16,-7 4 0-16,-9 2 0 16,-9 2-14-16,0 0-34 0,-3 6-36 15,-8 0-2-15</inkml:trace>
  <inkml:trace contextRef="#ctx0" brushRef="#br2" timeOffset="-185980.03">18110 17095 457 0,'0'0'5'0,"0"0"2"0,0 0 1 0,0 0 0 16,0 0-1-16,0 0 2 16,7 7 1-16,-7-7-10 15,13 21 0-15,-1-7 0 16,1 4 0-16,1 4 0 0,7 0 0 15,-12-9 0-15,3 1 0 16,-1-4 0-16,-2 5 0 16,4-5 0-16,-1 2 0 15,-2-2 0-15,-3 0 0 16,4-2 0-16,-11-8-16 0,23 7-61 16,-23-7-10-16</inkml:trace>
  <inkml:trace contextRef="#ctx0" brushRef="#br2" timeOffset="-185663.33">18519 17075 438 0,'0'0'6'16,"0"0"4"-16,0 0 0 16,0 0 1-16,0 8 1 15,0-8 1-15,-12 19-2 0,5 2-11 16,-6 1 0-16,3-8 0 15,1 6 0-15,-7 0 0 16,2 5 0-16,-4 5 0 16,1-1 0-16,-4 4 0 0,2-1 0 15,-3 3 0-15,2 2 0 16,-3-1 0-16,4-3 0 16,-1-1 0-16,0 1 0 15,3-4 0-15,-1-4 0 16,6 0 0-16,-1-6 0 0,8-1 0 15,-2-1-53-15,7-17-36 16</inkml:trace>
  <inkml:trace contextRef="#ctx0" brushRef="#br2" timeOffset="-179880.25">19479 12725 242 0,'0'0'8'0,"0"0"4"0,0 0 5 0,0-10 1 15,0 10 2-15,0 0 3 16,-2-9 0-16,2 9 3 0,0 0-8 15,0-10-4-15,0 10-4 16,0 0-3-16,0 0-3 16,0 0-2-16,0 5 0 0,0 8-2 15,0 1 0-15,0 11 0 16,0 2 0-16,2 9 2 16,3 7 0-16,-3 1 1 15,3 4-1-15,0 1-1 0,2 4 1 16,-1 1 0-16,-4-2-1 15,3-3 0-15,0 1-1 16,-3 0 0-16,1-8 0 16,-1 2 1-16,3-4-1 15,-2-3 1-15,2-3 0 0,-2-6-1 16,2-1 1-16,-2-4 0 16,3-4 0-16,1-2-1 15,-1-2 1-15,-1-2-1 16,-3 2 0-16,3-5 1 0,-5 2-1 15,0-2 1-15,0-1-1 16,0 2 1-16,0-2-1 16,0-9 0-16,0 18 1 0,0-18-1 15,0 12 0-15,0-12 0 16,0 0-1-16,0 11 1 16,0-11 0-16,0 0-1 15,0 0 1-15,0 0 0 0,0 0 0 16,0 9 0-16,0-9 0 15,0 0-1-15,0 0 0 16,0 0-2-16,0 0-2 16,0 0-11-16,0 16-50 15,0-16-13-15</inkml:trace>
  <inkml:trace contextRef="#ctx0" brushRef="#br2" timeOffset="-179063.24">19454 12743 337 0,'0'0'7'0,"0"0"3"0,0 0 5 0,7-4 1 16,-7 4 1-16,0 0 0 15,9-6 0-15,-9 6 1 0,0 0-7 16,0 0-4-16,0 10-2 16,-4 2-3-16,-5 5 0 15,1 8-1-15,-5 3 0 16,-1 4 1-16,-4 2-1 0,1 1 0 15,-1 0 0-15,4-6 0 16,-4 1 0-16,4-7-1 16,1-4 0-16,3-4 0 15,0-5 1-15,10-10 1 0,-8 10-1 16,8-10 0-16,0 0 0 16,0-13 0-16,5-2 1 15,3-4-1-15,4-3-1 16,0-6 0-16,4-4 0 0,-2 3 0 15,4-4 1-15,-4 1 0 16,4 2 0-16,-2 2 0 16,-2 3 1-16,-2 4 0 15,-1 4 1-15,-4-1-3 16,3 5 0-16,-2 5 0 0,-8 8 0 16,9-13 0-16,-9 13 0 15,0 0 0-15,10 0 0 16,-3 7 0-16,-1 3 0 15,4 5 0-15,2 5 0 0,3 2 0 16,0 3 0-16,2 2 0 16,6 0 0-16,-4-4 0 15,1 3 0-15,3-6 0 0,-1 3 0 16,-2-8 0-16,0 0 0 16,-5-5 0-16,-3 0 0 15,-2-6 0-15,-3 2 0 0,-7-6-13 16,0 0-72-16,0 0-2 15</inkml:trace>
  <inkml:trace contextRef="#ctx0" brushRef="#br2" timeOffset="-178446.93">19404 12136 258 0,'0'0'10'0,"0"0"5"0,0 0 4 0,0 0 2 16,7 5-1-16,-7-5 2 16,0 0 1-16,11 6 1 15,-11-6-9-15,12 14-4 16,-5-4-3-16,9 2-2 0,0 2 0 16,9 4 0-16,5 2-1 15,3 0-1-15,-1-3-1 16,2 0-1-16,-4-2 0 15,3-3-1-15,-6 4 0 0,-4-7 0 16,-3-1 0-16,-6-4-1 16,-1 2 1-16,-5-3-1 15,-8-3 1-15,14 7 0 16,-14-7 0-16,0 0-3 0,0 0-4 16,0 0-7-16,6-7-21 15,3-2-46-15,-9 2-1 16</inkml:trace>
  <inkml:trace contextRef="#ctx0" brushRef="#br2" timeOffset="-178146.57">19836 12057 376 0,'0'0'8'0,"0"0"2"15,0 0 3-15,0 0 1 16,0 0 3-16,0 0-2 15,0 0 1-15,0 0 0 0,0 0-6 16,-4 12-3-16,-4 6-3 16,-5 6-1-16,-1 8-1 15,-4 3-2-15,-4 2 0 16,-3 6 0-16,0-2 0 16,3-3 0-16,-2-4 0 0,3-4 0 15,6-5 0-15,1-5 0 16,4-1 0-16,2-4 0 15,1-2 0-15,4-3-11 16,-2-4-31-16,5-6-42 16,-2 13-1-16</inkml:trace>
  <inkml:trace contextRef="#ctx0" brushRef="#br2" timeOffset="-174010.88">8027 4979 262 0,'0'0'6'0,"0"0"0"0,0 0-1 0,0 0 0 15,0 0 0-15,0 0-1 16,0 7 2-16,-3 4-1 16,3 6-6-16,0 3 0 0,3 7 2 15,7 3 0-15,2 4 1 16,5 2-1-16,9 2 1 15,1-1-1-15,10 6-1 16,5-4 2-16,8-1 0 0,2-4 0 16,5-7 0-1,11 1 1-15,1-9 0 0,13 1-1 16,7-10 2-16,6-5-2 16,14-2 0-16,6-3-1 15,13-3 0-15,9-4 0 0,7-1 0 16,5-2 0-16,8-4 0 15,4-1 0-15,9-2-1 16,0-4 0-16,12 4-1 0,4-6 1 16,5 4-1-16,6-1 1 15,-3 1-1-15,-5 1 0 16,-3 3 1-16,0 5 0 16,-16 3 0-16,-11 0 0 0,-10 7 0 15,-11 0 0-15,-6 0 0 16,-9 2-1-16,-15 5 1 15,-5 1 0-15,-12-1 1 16,-9 3-1-16,-12 2 0 16,-11-1 0-16,-11 1 0 0,-9-2 1 15,-11 1 0-15,-10 0 0 16,-9-1 1-16,-4 0 2 16,-5-10-1-16,-2 15 1 15,2-15-1-15,-15 2 0 0,15-2 0 16,-13 0 0-16,13 0-3 15,-5-14 1-15,5 4-1 16,0 0 0-16,0-4 0 0,8 0 2 16,5-3-2-16,3-1 1 15,5-3-1-15,11-2 0 16,3-4 0-16,6 0 0 16,10-3 0-16,6 0 0 0,7 0 0 15,6-2 0-15,12 0 0 16,8 0 0-16,9 2 0 15,5 0 0-15,12 3 0 16,4 5-1-16,7 0 1 16,8 1-2-16,-2 6 1 0,4 3 1 15,9 2 0-15,4 3 0 16,-1 0-2-16,-2-1 2 16,9 6 0-16,3-1 2 0,7 3-2 15,6 0 0-15,-1 0 0 16,1 5 0-16,9 3 0 15,6-1 0-15,-1 0 0 16,-2 1 0-16,4 2 0 16,1 0 0-16,2-1 0 0,6 7 0 15,-6-4 0-15,3 3 1 16,-1-1 1-16,7 4-2 16,-12-1 1-16,1-2 0 15,-5 0-1-15,-5 0 0 0,0-3 0 16,-8-2 1-16,-6-3-1 15,-14-2 0-15,-7-5 1 16,-12 0 0-16,-10-5 0 16,-11-2 1-16,-13-5 0 0,-2-1 1 15,-12-4 1-15,-6 0-1 16,-6 2 0-16,-5-5 0 16,-13 5 1-16,-3 0 1 15,-10 1 0-15,-4 1 0 0,-12 1 0 16,-4 4 0-16,-7-2 0 15,-7 3 0-15,-7 7-2 16,9-12-1-16,-9 12-2 0,-6-6-4 16,6 6-18-16,-10 3-54 15,-2 0-2-15</inkml:trace>
  <inkml:trace contextRef="#ctx0" brushRef="#br2" timeOffset="-173429.34">15436 5222 413 0,'0'0'4'0,"0"0"2"0,6-13 1 0,-6 13 2 16,4-10 0-16,-4 10-1 16,0 0 0-16,12 0 1 15,-9 10-3-15,-3 10-3 0,0 7-2 16,0 6 1-16,0 1 0 16,-3 6 1-16,-1 2-3 15,1-5-3-15,-4-5-6 0,7-2-17 16,-2-3-52-16,-2-7-4 15</inkml:trace>
  <inkml:trace contextRef="#ctx0" brushRef="#br2" timeOffset="-173114.16">15205 5234 351 0,'0'0'8'0,"0"0"3"15,0 0 0-15,-11-7 3 0,11 7-1 16,0-10 0-16,0 10 2 16,23-18 1-16,0 8-7 15,12 0-3-15,6-4-1 0,10 4-1 16,8-3 0-16,-1 1-1 16,4 7-1-16,-5-3-1 15,-8 4 0-15,-6 1-1 16,-11 3 0-16,-9 0-1 15,-6 0 2-15,-17 0-1 0,7 5 0 16,-7-5 1-16,-7 13-2 16,-3-6-1-16,-1 3-3 15,-3 0-5-15,4 2-18 0,0 0-54 16,0 1 0-16</inkml:trace>
  <inkml:trace contextRef="#ctx0" brushRef="#br2" timeOffset="-172828.96">15704 5445 459 0,'0'0'3'0,"0"0"0"0,0 0-1 0,0 0 0 0,0 0 1 15,0 0-1-15,-2 9 0 16,2 1 1-16,0 5-4 0,0 0-2 16,0 5-7-16,0 0-19 15,-2-3-50-15,6-2 1 16</inkml:trace>
  <inkml:trace contextRef="#ctx0" brushRef="#br2" timeOffset="-172464.12">15962 5157 423 0,'0'0'5'0,"-9"-9"1"15,6-1 2-15,-4 2 2 16,2-5 0-16,-3 1 1 16,3-1 0-16,3-3-1 0,2 3-3 15,5 3-3-15,8 5-2 16,1 0-1-16,4 5-2 16,1 3 1-16,-1 10 0 15,-3 1-1-15,-2 5 0 0,-6 9 0 16,-7-3 1-16,-3 2-1 15,-6 0 1-15,-7-2 0 16,2-5 0-16,-1 0 0 0,0-5-1 16,2-3 1-16,6-2 1 15,7-10-1-15,2 10 0 16,16-10 1-16,14 0-3 16,13-5-9-16,0 0-70 0,31-3-2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55:42.66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7928 3938 181 0,'0'0'7'0,"0"0"3"16,0 0 4-16,0-10 3 0,0 10 1 15,0-12 2-15,0 3 0 16,0-2 1-16,0-3-3 16,0 1-6-16,0-2-1 0,0 0-3 15,2-3 0-15,3 0-1 16,2-3-2-16,3-1 1 15,5-3-2-15,-3 0 0 16,9-1 0-16,-1-1-1 0,1-1 1 16,2 3-1-16,2 0 1 15,-2 0 0-15,3 6-2 16,-3-3 1-16,4 4-1 16,1 0 0-16,4 4 0 15,-2 2-2-15,2-1 0 16,5 3 0-16,0 3 0 0,4-1 0 15,-2 4 0-15,-2 4 0 16,6-3 0-16,-1 3 0 16,0 0 0-16,1 3 0 0,-2-1 0 15,-1 3 0-15,5-3 0 16,0 3 0-16,0 0 0 16,-1 1 1-16,4 1-1 0,-2-5 1 15,7 3 0-15,4-2 0 16,5-2 0-16,-2 3 1 15,6-1-1-15,4-3 0 16,0 0 1-16,7 0-1 16,0 0 1-16,-2 0-2 0,6-3 0 15,-3-1 0-15,2 3 0 16,-4-4 0-16,4-3 0 16,-6 1 0-16,-2-3 1 15,-2 0-1-15,-5-5 0 0,-3 3 1 16,-5-1 0-16,-8-4-1 15,-1 2 1-15,-11-3 0 16,-3 1-1-16,-1 1 2 16,-11-5-1-16,1 4 0 0,-6-3 0 15,-2 0 0-15,0 4 0 16,-6-2 0-16,0 3 0 16,-2 0 0-16,-5 2 0 15,-2 1 0-15,0-1 0 16,0 3 0-16,0 10 0 0,-2-11-1 15,2 11 0-15,0 0-1 16,-12-10 1-16,12 10-2 16,0 0 1-16,-13 0-1 0,13 0 1 15,0 0-1-15,-12 10 1 16,12-10 0-16,-9 17 0 16,7-7 1-16,0 2-1 15,2 0 1-15,0 3 0 0,0-2 0 16,2 5-1-16,6-4 2 15,-1 3-1-15,3 0 0 16,-3 3 0-16,6-2 1 0,-4 1-1 16,5-1 0-16,0-1 1 15,4-2 0-15,4 0-1 16,3 0 1-16,2-2 0 16,6-4 0-16,4-2-1 15,1-2 1-15,6 3-1 16,-2-3 1-16,3 0-1 0,2-3 0 15,3 1 1-15,2-1-1 16,-1-2 1-16,1 0-1 16,4 0 1-16,-1 0-1 0,1 0 1 15,-1 0 0-15,0-2-1 16,0-1 1-16,2 1-1 16,1-1 0-16,-4-2 1 15,0 3-1-15,4-3 0 0,-3 0 0 16,-2 0 0-16,2 3 0 15,0-3 0-15,3 0 0 16,1 3 1-16,-1-4-1 16,1 1 0-16,1 0 0 0,2 1 0 15,-3-4 0-15,-2 2 0 16,-5 2 1-16,1-3-1 16,-2 2 0-16,-3 0 0 15,-4 2 0-15,1-2 0 0,-2 3 1 16,-1-3-1-16,0 0 0 15,5 2 0-15,1-2 0 16,-4 2 0-16,4 2 0 0,-1-2 0 16,2 0 0-16,-3 3 0 15,0 0 0-15,0-1 0 16,-2 1 0-16,0 0 0 16,1 0 0-16,2 0 0 0,-5 0 0 15,3 0 0-15,-2 0 0 16,-3 0 0-16,-1 0 0 15,-2 0 0-15,-1 1 0 16,-2 2 0-16,-4 0 0 16,3-3 0-16,-1 1 0 0,-2 2 0 15,-3 0 0-15,3-1 0 16,-4 1 0-16,-1 2 0 16,0 0 1-16,0-1-1 15,-2 2-1-15,-1 4 1 0,-2-3 0 16,3 1 1-16,-2 2-2 15,-1-1 1-15,3 2 0 16,-4-2 0-16,2 1 0 16,-4 2 0-16,3 1 0 0,-5 2 0 15,-3 0-1-15,-1 2 1 16,-4 0-1-16,0 3 1 16,-2-1 0-16,-1 1-1 15,-4-2 1-15,3-1 0 0,-3 1 1 16,0-3 0-16,0-5 0 15,0 0-1-15,0-10-3 16,0 16-18-16,0-16-56 16,-7 11 1-16</inkml:trace>
  <inkml:trace contextRef="#ctx0" brushRef="#br0" timeOffset="2333.09">327 3854 74 0,'0'0'0'0,"0"0"-1"15,0 0-3-15,0 0-1 16,0 0 2-16,0 0-1 0,0 0 2 15,12 0 1-15,-12 0-2 16,18 5 3-16,-6-2 3 16,6-1 1-16,1 3 3 15,11-5 1-15,-3 0 0 16,10 0 0-16,-1 0 1 0,8-7 3 16,0-3-2-16,4-3-1 15,-6 2 0-15,1-4-1 16,-1-3 0-16,-8 0-1 15,6 1-1-15,-13-2 1 0,1-1 0 16,-3 0-2-16,0-3-1 16,-5-2 1-16,-3 6-3 15,1-3 1-15,-4-3 0 16,1 5-1-16,-2-8 0 0,-1 6 1 16,3-3-2-16,2 6 1 15,1-6 0-15,2 5-1 16,-1 1 2-16,9 4-3 15,-6 3 1-15,10-4-1 0,3 7 1 16,0 0 0-16,5 3-1 16,-3 1 0-16,3 0 0 15,-3 2 0-15,10 3 0 0,-7-2 0 16,-3 2 0-16,8 0 1 16,-8 0-1-16,5 2 0 15,-1 1 1-15,1 2-1 16,-3-3 1-16,6 3 1 15,4-3-1-15,-2 6 0 0,9-5 0 16,0 4 1-16,7-5-1 16,2 1 0-16,2-1 1 15,4 3 0-15,1-5-1 0,3 2 0 16,-1 2-1-16,6-2 1 16,-3 0 0-16,3 3-1 15,2-5-1-15,2 5 1 16,1-3-1-16,2-2-1 15,0 0 0-15,7 0 0 0,-2 0 0 16,3 0 0-16,4-4 0 16,-5 1 1-16,0-2-1 15,-2 3 1-15,0 0 1 16,-2-2 0-16,-5 2 0 0,2 2 1 16,-4-3 2-16,0 1-2 15,1 2 1-15,1-2 0 16,-3-1-1-16,0 1 1 15,-3-3 0-15,1 3-1 0,-6-1 0 16,1-3-1-16,2 0 1 16,-7 1 0-16,2-3 0 15,-6 0-1-15,4-1 1 0,-5 1-1 16,-6 0 1-16,3 0-1 16,-2 5 0-16,-3-3 0 15,-2 4-1-15,0 2 1 16,-3 0-1-16,-7 0 1 0,5 2 0 15,-4 4-1-15,-6-2 1 16,3 2 0-16,-4-2 0 16,3 4 0-16,-1-6 0 15,3 6 1-15,6-4-1 16,-9 2 1-16,7-1-1 0,-3 0 1 16,0 0 0-16,-8 1-1 15,2 0 1-15,-6-1-1 16,-11 0 0-16,2 0 0 15,-3-1 2-15,-4-1-2 0,-5 3 0 16,4-4 0-16,-5 0 0 16,3 3-2-16,-4-2 1 15,2 1-1-15,-2 4 1 16,0 2-1-16,-3 0 2 0,4 7-2 16,-9 8-6-16,3-3-17 15,4 11-30-15,-9-7-2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2:53:51.51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1030 4817 384 0,'0'0'7'15,"0"0"4"-15,0 0 2 0,5-7 1 16,-5 7 1-16,0 0 0 15,0 0 0-15,7 10 1 16,-7 5-7-16,0 5-4 16,0 7-2-16,0 5-1 15,0 6 0-15,0 1-2 0,0-2 0 16,0 1 0-16,0-1 0 16,0-2-4-16,-2-1-4 15,-1-3-6-15,-4-10-11 0,-1 2-60 16,-2-9-2-16</inkml:trace>
  <inkml:trace contextRef="#ctx0" brushRef="#br0" timeOffset="299.97">672 4830 380 0,'0'0'7'0,"0"0"1"0,0-10 1 16,0 10 3-16,7-14 0 16,9 6 1-16,-2-4 1 0,9-1 1 15,9 1-6-15,7-1-1 16,7 1-2-16,5-1-2 16,2 1 0-16,2 5-1 15,-3 0-1-15,-3 2-1 16,-6 2 0-16,-6 3 0 15,-7 0-1-15,-11 3 0 0,-3 4-1 16,-16-7-3-16,14 20-5 16,-16-7-13-16,-3 2-61 15,-5-1-2-15</inkml:trace>
  <inkml:trace contextRef="#ctx0" brushRef="#br0" timeOffset="700.19">1387 5185 423 0,'0'0'4'16,"0"0"2"-16,0 0 0 15,0 0 1-15,-9 0-1 16,-1 4 1-16,-3 2 0 15,1 3 0-15,2 4-5 16,-2-1-1-16,4 3 0 0,8 2-1 16,0-2 1-16,5-2-1 15,10-4 0-15,2-4 1 16,8-2-1-16,3-3 1 0,-1-5 1 16,3-7-1-16,-1-5 1 15,-4-3 1-15,-5-5-1 16,-2 1 0-16,-11-7 1 15,-7 4-1-15,-2-1-1 16,-16 3 0-16,1 6 0 0,-8 5-1 16,-5 3-2-16,3 9-3 15,-1-1-6-15,6 3-15 16,-3 16-57-16,10-14-1 16</inkml:trace>
  <inkml:trace contextRef="#ctx0" brushRef="#br0" timeOffset="967.18">1663 4516 436 0,'0'0'5'0,"5"-10"3"0,-5 10 0 15,5-15 1-15,-5 15 0 16,6-9 0-16,-6 9 0 0,0 0 0 16,7 9-5-16,-2 16-3 15,-3 4-2-15,3 11-3 16,-3 4-6-16,9 6-32 16,-6 3-43-16,0-4 1 15</inkml:trace>
  <inkml:trace contextRef="#ctx0" brushRef="#br0" timeOffset="1283.25">2093 5098 471 0,'0'0'3'15,"0"0"0"-15,3-6 1 0,-3 6 0 16,9-8 0-16,-9 8 0 15,20-13-4-15,-7 3-8 16,9 0-44-16,-2 5-31 16,-3 0-2-16</inkml:trace>
  <inkml:trace contextRef="#ctx0" brushRef="#br0" timeOffset="1417.13">2029 5239 441 0,'0'0'3'0,"0"0"1"15,9 0 0-15,7 0 0 16,3-5 1-16,13 0-3 0,6-10-18 16,16 0-59-16,8-2-5 15</inkml:trace>
  <inkml:trace contextRef="#ctx0" brushRef="#br0" timeOffset="2599.94">3452 3829 350 0,'0'0'7'0,"0"-9"4"0,0-1 0 16,-7 0 3-16,-3-2-1 15,-5-1 1-15,-5 3 0 16,-7 0 0-16,-5 3-6 16,-6 7-4-16,-4 9-1 0,0 7-1 15,-1 9-1-15,4 5-1 16,2 4 0-16,5 11 0 15,11 4-1-15,7 5 1 16,8 6-1-16,6 7 0 16,13 3 1-16,6 3-1 0,6 1 0 15,5 6 1-15,2 4 0 16,-2 3 0-16,-5 7 1 16,-7-2-1-16,-1 7 1 15,-10 2 1-15,-3 3-1 0,-4 4 2 16,-9-2 0-16,2-2 1 15,-5-3 0-15,2 1 0 16,-2-1 0-16,2 1 0 0,-3-5 1 16,2-3-3-16,3 0 0 15,-1-3 0-15,2-1-1 16,0-3 1-16,2-9-1 16,3 0 1-16,-2-4 0 0,2-5-2 15,0-5 0-15,-1 1 0 16,-2 2 0-16,1-6 0 15,-1-1 0-15,0-3 0 0,-3-8 0 16,2-4 0-16,-3-5 0 16,5-10 0-16,-5-6 0 15,2-8 0-15,2-7 0 16,5-9 0-16,-4 9 0 16,4-9 0-16,0 0 0 15,0 0 0-15,-8 11 0 0,8-11 0 16,0 0 0-16,0 0 0 15,0 0 0-15,0 0 0 16,0 0 0-16,0 0 0 0,0 0 0 16,0 0 0-16,0 7 0 15,0-7 0-15,12 6 0 16,6-6 0-16,10 0 0 16,11 0 0-16,14-3 0 0,9-2 0 15,13 0 0-15,9-2 0 16,7 2 0-16,1-1 0 15,0-1 0-15,-13 4 0 16,1 2 0-16,-15-5 0 0,-8 6 0 16,-13 0 0-16,-11 0 0 15,-8 0 0-15,-13 0 0 16,-12 0 0-16,0 0 0 16,0 0 0-16,-5 6 0 0,5-6-5 15,-12 0-82-15,5-13-2 16</inkml:trace>
  <inkml:trace contextRef="#ctx0" brushRef="#br0" timeOffset="6051">3797 4096 377 0,'0'0'8'0,"0"0"1"16,0 0 2-16,6-14 2 15,-6 14 0-15,-6-12 2 0,-6 7-1 16,3-3 2-16,-12 6-7 16,-1 2-3-16,-2 5-2 15,-4 5-1-15,-1 8-1 16,3 3-1-16,1 9 0 16,3-3-1-16,7 3 0 0,6 0 0 15,5-3 0-15,8 0 0 16,13-6 0-16,3-2 1 15,12-7-1-15,3-4 1 16,11-3-1-16,0-5-4 0,6 0-6 16,-10-10-25-16,2 3-48 15,2-4-2-15</inkml:trace>
  <inkml:trace contextRef="#ctx0" brushRef="#br0" timeOffset="6499.97">4160 4070 453 0,'0'0'4'0,"0"0"1"15,0 0 1-15,-7 0 2 16,-2 0-1-16,-5 3 1 16,2 6 0-16,-3 4 0 0,-2 1-4 15,2 6-4-15,3 3 0 16,2 4 0-16,2 1 0 15,6-1 0-15,2-5 0 16,10 2 0-16,2-6 0 16,6-3 0-16,4-8 0 15,3-2 0-15,2-5 0 0,1-10 0 16,1-7 0-16,-1-1 0 16,-7-11 0-16,0-1 0 15,-8-7 0-15,-6-1 0 16,-7 1 0-16,-7 3 0 0,-11 7 0 15,-2 2 0-15,-5 8 0 16,-6 9 0-16,5 5 0 0,-1 6 0 16,4 8 0-16,1 6 0 15,10 2 0-15,7 6 0 16,5 0 0-16,7 1 0 16,13-1 0-16,10-2 0 15,7-3 0-15,7-2 0 0,7-12 0 16,3 2-6-16,0-8-78 15,-1 0-2-15</inkml:trace>
  <inkml:trace contextRef="#ctx0" brushRef="#br0" timeOffset="7617.93">4585 4266 457 0,'0'0'6'15,"0"0"1"-15,0 0 3 16,0-10-1-16,0 10 1 0,0 0 0 15,0 0-8-15,-4 17-2 16,4 1 0-16,0 4 0 16,-3 1 0-16,3 8 0 15,0 1 0-15,0-2 0 0,0 0 0 16,3-3 0-16,1-4 0 16,-1-6 0-16,4-1 0 15,-7-16-9-15,13 13-77 16,-13-13-2-16</inkml:trace>
  <inkml:trace contextRef="#ctx0" brushRef="#br0" timeOffset="8249.71">5073 4228 392 0,'0'0'7'0,"0"0"3"16,0 0 2-16,4-10 2 16,-4 10 1-16,15-7 1 15,0 7 0-15,0-4 1 16,7 4-7-16,1 0-8 16,7 0-2-16,0 0 0 0,2 2 0 15,0 0 0-15,0 0 0 16,-4-2-27-16,-1 3-57 15,1-3-2-15</inkml:trace>
  <inkml:trace contextRef="#ctx0" brushRef="#br0" timeOffset="8684.33">5813 4035 477 0,'0'0'3'16,"0"-12"1"-16,0 2 1 0,0 10 1 16,-10-18-1-16,0 8 1 15,-7 3-1-15,-1 2-5 16,-5 5 0-16,-1 0 0 16,-1 11 0-16,0 3 0 15,3 4 0-15,5 4 0 0,6 0 0 16,9-3 0-16,4 6 0 15,11-5 0-15,9-2 0 16,8-1 0-16,0-3 0 16,8 2 0-16,-1-4 0 0,-3 0 0 15,1 1 0-15,-7-1 0 16,-8-2 0-16,-6 2 0 16,-2 1 0-16,-8-1 0 15,-4-2 0-15,-13 2 0 0,-4-2 0 16,-6-2 0-16,-4-1 0 15,-4-3 0-15,-3 0 0 16,0-4-2-16,-1 0-2 0,5-4-4 16,4 3-9-16,2 1-48 15,14-7-20-15</inkml:trace>
  <inkml:trace contextRef="#ctx0" brushRef="#br0" timeOffset="9133.15">6203 4028 464 0,'0'0'4'0,"0"0"1"0,0 0 0 16,-10 0 1-16,10 0-1 15,-17 4 1-15,4 6 0 16,-1 5-1-16,-2 3-3 0,2 6-1 15,1 6-1-15,5 0 0 16,4 0 0-16,4 2 0 16,0-5 0-16,7-5 0 15,8-4 2-15,2-5-2 0,6-7 0 16,2-3 0-16,0-3 0 16,-1-9 0-16,1-7 0 15,-5-3 0-15,0-6 0 16,-8-5 0-16,-4-4 0 0,-8-1 0 15,0 0 0-15,-12-2 0 16,-9 9 0-16,1 2 0 16,-4 8 0-16,-1 5 0 15,-2 12 0-15,9 1 0 0,-1 8 0 16,5 9 0 0,10 6 0-16,4 5 0 0,4 1 0 15,10 6 0-15,5-2 0 16,8-1 0-16,3-8 0 15,7 6-27-15,4-13-57 0,3-1-2 16</inkml:trace>
  <inkml:trace contextRef="#ctx0" brushRef="#br0" timeOffset="9316.65">6746 4067 470 0,'0'0'3'0,"0"0"2"0,0 0 0 0,0 11 0 15,0 0 2-15,0 4 0 16,3 5-1-16,2 5-3 16,1 5-3-16,1 2 0 15,0 3 0-15,3 10-14 16,10-6-70-16,-15 1-2 0</inkml:trace>
  <inkml:trace contextRef="#ctx0" brushRef="#br0" timeOffset="10017">3739 5066 443 0,'0'0'5'0,"2"-13"1"0,0 3 2 0,-2 1 0 16,0-3 0-16,0 1 1 0,-2-2-1 16,-6 6 1-16,-4 7-5 15,-6 0-1-15,-1 3-3 16,-4 7 0-16,0 4 0 16,4 2 0-16,1 1 0 0,4-1-2 15,3 5 2-15,9 0-1 16,4-5 1-16,7 1 0 15,10 1-1-15,8-3 1 16,1 2 0-16,5-2 1 0,3-3-1 16,1 3 0-16,-5-5 0 15,-2 5 0-15,-10-5 0 16,-2 2 0-16,-11-2 1 16,-7 2-2-16,-2 1 1 0,-17-1 0 15,1 1-1-15,-9-3-1 16,-6 2-4-16,-5-5 1 15,4 3-8-15,-1-6-9 16,0 0-61-16,13-4-1 0</inkml:trace>
  <inkml:trace contextRef="#ctx0" brushRef="#br0" timeOffset="10437.78">4148 5061 450 0,'0'0'5'0,"0"0"2"0,0 0 2 16,0 0-1-16,0 0 1 16,-4 0-1-16,4 0 1 0,-16 12-3 15,4 3-6-15,-3 6 0 16,3 2 0-16,-1 5 0 16,3 1 0-16,3 1 0 15,4 0 0-15,3-7 0 0,3-4 0 16,9-4 0-16,6-5 0 15,2-8 0-15,1-2 0 16,5-5 0-16,-1-10 0 0,2-2 0 16,-5-8 0-16,-1-2 0 15,-7-7 0-15,-2-1 0 16,-9-5 0-16,-3 4 0 16,-10 3 0-16,-9 5 0 15,-2 9 0-15,-3 9 0 16,-1 7 0-16,-3 9 0 0,5 8 0 15,9 9 0-15,3 2 0 16,11 4 0-16,0-2 0 16,18 3-2-16,3-5-3 0,5 0-6 15,3-13-24-15,7 5-48 16,4-7-3-16</inkml:trace>
  <inkml:trace contextRef="#ctx0" brushRef="#br0" timeOffset="10599.97">4585 5115 433 0,'0'0'3'0,"0"0"2"16,-4 5 1-16,4 5 1 15,-3 2 0-15,3 7 0 16,-2 5 1-16,2 0-1 0,0 6-3 16,5 0-5-16,-1 4-13 15,4 1-65-15,-4-6-4 0</inkml:trace>
  <inkml:trace contextRef="#ctx0" brushRef="#br0" timeOffset="11099.98">5756 4957 421 0,'0'0'5'0,"0"0"2"16,0 0 1-16,-10-10 1 15,-3 5 0-15,-4 2 0 16,-5 3 1-16,-6 0 1 15,-2 5-6-15,-2 8-2 16,0 7-1-16,4 0 0 0,3 6-2 16,9 2 0-16,5-1 1 15,11 0-1-15,3 0 0 16,14-2-1-16,6-3-1 0,7-6-2 16,9-4-7-1,9-8-38-15,-2 4-35 0,7-5-1 16</inkml:trace>
  <inkml:trace contextRef="#ctx0" brushRef="#br0" timeOffset="11533.31">6131 4972 448 0,'0'0'5'0,"0"0"2"15,-12-11 0-15,12 11 1 0,-21 0-1 16,12 0 1-16,-4 6 0 15,-5 6 1-15,6 6-5 16,-2 3-4-16,2 9 0 16,6 0 0-16,3 2 0 0,3-4 0 15,5-1 0-15,11-3 0 16,4-6 0-16,1-3 0 16,4-10 0-16,8-3 0 15,-3-2 0-15,-3-12 0 0,2-2 0 16,-5-7 0-16,-5-4 0 15,-6-4 0-15,-6-7 0 16,-7 3 0-16,-2-8 0 0,-14 9 0 16,-3 0 0-16,-7 7 0 15,-3 6 0-15,2 9 0 16,-3 5 0-16,2 5 0 16,7 12 0-16,3 5 0 15,11 8 0-15,7 3 0 0,4-1 0 16,11 3 0-16,10-3 0 15,7 0 0-15,9-2 0 16,-4-8-3-16,14-5-40 16,-3-1-42-16,2-9-3 0</inkml:trace>
  <inkml:trace contextRef="#ctx0" brushRef="#br0" timeOffset="11719.51">6678 4998 471 0,'0'0'3'0,"0"0"2"16,-3 8-1-16,3 0 2 16,0 6-1-16,0 6 1 0,0 3-1 15,3 7 1-15,-3-1-12 16,12-6-57-16,-4 16-21 16,-3-2-2-16</inkml:trace>
  <inkml:trace contextRef="#ctx0" brushRef="#br0" timeOffset="12633.33">7689 4177 285 0,'0'0'5'0,"0"0"3"15,-7-13 3-15,1 3 4 0,-4 2 1 16,1 1 1-16,-4-3 3 16,1 5 0-16,0 2-4 15,-4 3-4-15,2 13-3 16,-2 5-3-16,7 3-2 0,-2 4-2 16,2 3-1-16,6 2-1 15,3 2 0-15,0-5 0 16,16-2 1-16,0-5 0 0,10-9 0 15,3 0 1-15,4-9 0 16,1-2 1-16,1-6 1 16,0-11 2-16,-8 1 0 15,-4-6 0-15,-9-9 0 16,-6 2 0-16,-5-6-1 0,-6 0-1 16,-10 1-1-16,-6 4-2 15,-1 5-1-15,-5 9 0 16,0 7-3-16,-6 9-3 15,8 16-10-15,-9 10-65 0,11 10-4 16</inkml:trace>
  <inkml:trace contextRef="#ctx0" brushRef="#br0" timeOffset="13116.28">7696 5001 442 0,'0'0'4'15,"0"0"0"-15,0 0 1 16,-9-4 0-16,0 4 0 0,0 0 0 16,-3 1 0-16,1 10 0 15,-3 2-3-15,4 3-1 16,2 5-1-16,6 1 0 16,2 0 0-16,10 0 1 0,5-2-1 15,5-5 1-15,5-3-1 16,5-5 1-16,-4-4 0 15,4-3 0-15,-3-4 1 16,-2-9-1-16,-7-4 1 0,-8-3 0 16,-5-3-1-16,-5-4 0 15,-12 0 1-15,-6 2-2 16,-7 5 0-16,-3 5-1 16,-1 8-5-16,0 7-7 15,-7 13-33-15,12 6-37 16,4 11-1-16</inkml:trace>
  <inkml:trace contextRef="#ctx0" brushRef="#br0" timeOffset="13566.33">7726 5888 398 0,'0'0'7'0,"0"0"3"0,0 0 4 0,0 0 2 0,0-7 1 16,0 7 0-16,0 0 1 16,0 0-4-16,0 0-14 15,-2 15 0-15,2 2 0 16,-3 4 0-16,1 5 0 0,2 0 0 15,0 8 0-15,0-2 0 16,0 0 0-16,0-2 0 0,2-3 0 16,1-5 0-16,-1 0 0 15,-2-12-7-15,0 4-78 16,0-14-3-16</inkml:trace>
  <inkml:trace contextRef="#ctx0" brushRef="#br0" timeOffset="14466.37">4452 6059 326 0,'0'0'8'0,"0"0"3"16,0-15 3-16,0 15 3 15,-11-15 0-15,11 15 0 0,-19-9 1 16,3 9-1-16,4 0-7 15,-8 14-4-15,-3 6-3 16,9 3-1-16,-4 4-1 16,6 3 0-16,7-1 0 0,5-1 0 15,12-2 0-15,9-3 0 16,6-6 1-16,10-7 0 16,3-5 0-16,5-5 0 15,-1-5 0-15,1-8 0 16,-5-6 0-16,-5-7 0 0,-10-2 0 15,-9-7 0-15,-10 3 0 16,-6-3 0-16,-13 3-1 16,-9 5 0-16,-2 4-1 15,-11 8 0-15,2 5 0 0,-2 10-4 16,3 0-3-16,2 13-9 16,6 6-23-16,6 1-42 15,13 5-2-15</inkml:trace>
  <inkml:trace contextRef="#ctx0" brushRef="#br0" timeOffset="14949.95">6414 5920 425 0,'0'0'6'15,"0"0"1"-15,0 0 1 16,0 0 0-16,-3-10 1 0,3 10-1 15,-16 0 1-15,3 6-1 16,3 1-4-16,-2 8-2 16,4 0-1-16,-2 4-2 15,8 1 1-15,2-1 0 0,9-1 0 16,9 0 0-16,5-6 0 16,7-4 0-16,4-3 0 15,6-5 2-15,1-11 0 16,0-1 1-16,-6-5 1 15,-3-4 0-15,-9-4-2 0,-11-1-2 16,-12-6 0-16,-10 4 0 16,-15 1 0-16,-7 7 0 15,-5 6 0-15,-9 4 0 0,5 12-16 16,-5 8-66-16,9 8-3 16</inkml:trace>
  <inkml:trace contextRef="#ctx0" brushRef="#br0" timeOffset="15853.37">4468 6814 339 0,'0'0'6'0,"0"0"3"15,-4-11 2-15,4 11 3 0,-15-15 0 16,5 7 0-16,-7 0 1 15,1 6-1-15,2-1-6 16,-9 6-2-16,3 12-3 16,3 3-1-16,-1 7-2 0,6 1 0 15,3 4 0-15,5-1 1 16,8 4-1-16,10-5 0 16,6-3 0-16,12-8 1 15,6-5 0-15,4-5 0 16,0-7 1-16,3-3 0 0,-2-7 1 15,-4-6 0-15,-7-9 1 16,-9 0 0-16,-9-8 0 16,-6 2 0-16,-8-2-1 15,-12 2-1-15,-9 3-1 16,-6 3 0-16,-1 10-2 0,-6 2-1 16,2 11-3-16,4 2-6 15,-2 10-11-15,11 2-44 16,8 11-16-16</inkml:trace>
  <inkml:trace contextRef="#ctx0" brushRef="#br0" timeOffset="16399.81">6376 6711 420 0,'0'0'3'0,"0"0"0"0,-6-5 1 15,-7 5 1-15,0-3 1 0,-3 3-1 16,-2 6 1-16,-5 2-1 16,2 6-2-16,0 5-1 15,3 3-1-15,8 3-1 16,6 0 0-16,4 0 1 15,10 0 0-15,10-9 0 0,10 0 1 16,7-9 0-16,7-2 1 16,1-5-1-16,2-5 1 15,-2-9 0-15,-5-1 0 0,-8-6 1 16,-9-4-1-16,-9 0 0 16,-8-1 0-16,-12-2-1 15,-8 2 0-15,-11 1-1 16,-3 7-1-16,-2 6-3 15,-4 2-3-15,4 10-7 0,-2 2-15 16,4 11-53-16,16 4-3 16</inkml:trace>
  <inkml:trace contextRef="#ctx0" brushRef="#br0" timeOffset="16917.32">7703 6713 429 0,'0'0'5'0,"0"0"0"16,-4-7 1-16,4 7 0 15,-17-6 0-15,1 6 0 0,0 0 0 16,-5 9 0-16,-1 5-4 16,-3 4-2-16,8 1 0 15,1 9 0-15,7-5 0 16,9 5 0-16,9-6 1 15,9 1-1-15,10-9 1 0,6-1 0 16,3-8 1-16,9-3 1 16,-4-4 0-16,-3-5 0 15,-2-8 1-15,-7-5 1 16,-5 0-1-16,-10-6 0 0,-10 1-1 16,-5-8-3-16,-13 5 0 15,-6-1 0-15,-6 7 0 16,-5 2 0-16,-2 5 0 15,-3 6 0-15,3 9-2 0,2 1-8 16,12 15-9-16,4 13-48 16,14-9-17-16</inkml:trace>
  <inkml:trace contextRef="#ctx0" brushRef="#br0" timeOffset="17283.8">8914 6525 469 0,'0'0'5'0,"0"0"2"16,3-10 2-16,-3 10-1 16,0 0 1-16,0 0-5 0,7 2-4 15,-2 10 0-15,-3 13 0 16,0 0 0-16,3 10 0 15,1 5 0-15,-1-1 0 0,2 3 0 16,3 3 0-16,-3 0-78 16,4-13-10-16</inkml:trace>
  <inkml:trace contextRef="#ctx0" brushRef="#br0" timeOffset="19433.91">8767 4016 245 0,'0'0'11'0,"0"0"6"16,0-15 5-16,0 6 1 16,0 2 4-16,-2-5 1 15,2 2 1-15,-5-2-1 0,5 12-8 16,-8-10-6-16,8 10-5 16,-17 5-2-16,4 8-3 15,3 6-2-15,1 4 0 16,-2 6-1-16,5 4 0 0,6-4-1 15,4 3 1-15,9-4 0 16,1-3-1-16,9-9 2 16,7 0-1-16,-3-7 0 15,6-6 1-15,-1-3 0 0,-2-8-1 16,-1-7 1-16,-1-4 0 16,-9-3 1-16,-3-8-2 15,-7-2 1-15,-9-3-2 16,0-2 0-16,-12 5 0 15,-8 2 0-15,-5 3 0 0,-3 9 0 16,2 6 0-16,-4 12 0 16,5 3-4-16,2 16-11 15,1 6-43-15,10 9-26 16,5 7-1-16</inkml:trace>
  <inkml:trace contextRef="#ctx0" brushRef="#br0" timeOffset="20083.34">8730 4914 395 0,'0'0'6'0,"-2"-7"1"0,2 7 2 0,-6-15 3 15,6 15 0-15,-10-17 1 16,3 9-1-16,-3-2 1 15,0 10-5-15,-2 0-3 0,-1 10-2 16,1 8-2-16,2 0 0 16,5 3-2-16,2 7 1 15,3-1-1-15,4-2 1 16,15-3 0-16,1 0 0 16,5-9 0-16,2-3 1 0,5-5 0 15,3-5 0-15,0-3 1 16,-5-7 0-16,0-5 0 15,-6-5 2-15,-9-2-1 0,-3-5-3 16,-9 0 0-16,-8-3 0 16,-7 5 0-16,-8 3 0 15,-10 2 0-15,-2 10 0 16,-3 7 0-16,3 6 0 16,-3 12-9-16,10-10-72 0,2 25-5 15</inkml:trace>
  <inkml:trace contextRef="#ctx0" brushRef="#br0" timeOffset="20749.98">8757 5745 355 0,'0'0'8'0,"0"0"3"15,0 0 2-15,0 0 0 16,0 0 0-16,-10-6 2 0,10 6 0 16,-14 14 0-16,3 0-7 15,-1 1-3-15,0 7-1 16,0 5-1-16,9-2-1 16,-2 3-1-16,5-3 0 0,5-6 0 15,7 0 1-15,5-3 0 16,6-9 0-16,2-2 1 15,5-5 1-15,2-8 1 16,-2-4 1-16,0-5-2 16,-6-4-4-16,-6-4 0 0,-6 1 0 15,-10-3 0-15,-7-3 0 16,-9 3 0-16,-9 7 0 16,-6 1 0-16,-1 3 0 0,-3 7 0 15,6 6-2-15,-8 1-45 16,18 2-38-16,4 5-3 15</inkml:trace>
  <inkml:trace contextRef="#ctx0" brushRef="#br0" timeOffset="21550.47">9179 3592 343 0,'0'0'4'0,"0"0"3"0,0 0 1 0,-2-10 3 16,2 10 2-16,0-11-1 15,0 11 2-15,20-14 0 0,2 3-2 16,4 4-1-16,13-3-3 15,8 4-2-15,6 3-1 16,4 3-1-16,-3 0-1 16,-4 9-2-16,-5 14 0 15,-8 9-1-15,-9 18 0 0,-12 12 0 16,-8 12 1-16,-8 15-1 16,0 13 0-16,-5 10 0 15,-2 11 0-15,2 6 1 0,2 0 0 16,3-1-1-16,3 1 1 15,4 0 2-15,0-5-1 16,6 3 0-16,-1-4 3 16,1 1-1-16,-4-1 1 0,2 0 1 15,-4 0-3-15,1-4-3 16,-1-5 0-16,0 0 0 16,-4-2 0-16,4-9 0 15,1-3 0-15,-3-9 0 0,2-7 0 16,0-6 0-16,4-7 0 15,1-11 0-15,-5-9 0 16,2-6 0-16,-2-10 0 16,-2-10 0-16,-3-6 0 0,0-4 0 15,-2-15 0-15,-2 10 0 16,2-10 0-16,-18 0 0 16,6 0 0-16,-2 0 0 15,-7-2 0-15,-4 2 0 0,-2 0 0 16,-10 0 0-16,-5 2 0 15,-8 1 0-15,-10 2 0 16,-5 5 0-16,-8 0 0 16,-2 8 0-16,23-1-73 0,-16-8-17 15</inkml:trace>
  <inkml:trace contextRef="#ctx0" brushRef="#br0" timeOffset="24570.7">10524 3646 337 0,'0'0'9'0,"7"-7"4"16,-7 7 3-16,5-18 1 16,-5 6-1-16,-2-1 0 15,-8 1 1-15,-5 2 0 16,-7 0-9-16,-8 9-4 0,-8-2-2 15,-1 3-1-15,-1 4 0 16,3 3-1-16,-1 4 0 16,6 1 0-16,2 3-1 15,8 5 0-15,4 2 0 0,6 8-1 16,8 5 1-16,4 4-1 16,7 6 0-16,5 9 1 15,6 6 0-15,4 7 0 0,0 7 1 16,3 5 0-16,-2 8 1 15,-4 9 0-15,-4 6 2 16,-3 7 0-16,-1 5 0 16,1 5 1-16,-5 0 0 15,-2 2 0-15,3 3 2 0,-5-2 0 16,-1-2-1-16,-2 2 1 16,0 0-2-16,-2-4-4 15,-6 1 0-15,0-4 0 16,-4-5 0-16,-1-2 0 0,4-4 0 15,-1-5 0-15,-1-8 0 16,6-5 0-16,1 0 0 16,-2-8 0-16,4-6 0 0,2-5 0 15,0-5 0-15,2-7 0 16,1-4 0-16,0-5 0 16,-1-7 0-16,0-9 0 15,-2 0 0-15,0-10 0 0,0-4 0 16,0-5 0-16,0-2 0 15,0-9 0-15,0 16 0 16,0-16 0-16,0 7 0 16,0-7 0-16,0 0 0 15,0 11 0-15,0-11 0 0,0 0 0 16,-4 8 0-16,4-8 0 16,0 0 0-16,0 0 0 15,0 0 0-15,-10 8 0 16,10-8 0-16,0 0 0 0,0 0 0 15,0 0 0-15,0 0 0 16,0 0 0-16,0 0 0 16,0 0 0-16,0 0 0 15,0-5 0-15,0 5 0 0,14-4 0 16,-3-3 0-16,6 3 0 16,6-6 0-16,9-2 0 15,10-1 0-15,10-2 0 0,13 1 0 16,4-1 0-16,4 0 0 15,-4 2 0-15,3 4 0 16,-13 1 0-16,-11 5 0 16,-13 3 0-16,-17 0 0 15,-18 0 0-15,0 0 0 16,-9 13 0-16,9-13-80 0,-27 10-8 16</inkml:trace>
  <inkml:trace contextRef="#ctx0" brushRef="#br0" timeOffset="27783.09">10922 3971 331 0,'0'0'9'0,"0"0"4"0,-3-10 5 16,3 10 2-16,0-15 2 15,0 15 1-15,0-14 1 16,0 14 0-16,0-14-8 16,0 14-5-16,3 14-11 15,-3 0 0-15,0 13 0 0,0 3 0 16,-3 7 0-16,3 1 0 16,-2 1 0-16,2-2 0 15,0-2 0-15,0-6 0 0,2-1 0 16,1-8 0-16,2-1 0 15,-3-6 0-15,0 2 0 16,-2-15 0-16,5 15-9 16,-5-15-75-16,0 0-3 15</inkml:trace>
  <inkml:trace contextRef="#ctx0" brushRef="#br0" timeOffset="28583.51">12002 4981 350 0,'0'0'9'15,"5"-9"4"-15,-5 9 3 16,7-11 1-16,-7 11 1 0,14-9 0 16,-14 9 1-16,9-3 1 15,-9 3-9-15,0 18-3 16,0 1-4-16,0 4-1 15,0 2-1-15,0 4-1 16,0-1 1-16,3 1-2 0,-1-4 0 16,0 0 0-16,3-6 0 15,1 1 0-15,-4-5-2 16,3 0-6-16,0-2-10 16,-3-4-64-16,-2-9-4 15</inkml:trace>
  <inkml:trace contextRef="#ctx0" brushRef="#br0" timeOffset="29067.65">13334 5881 439 0,'0'0'5'0,"0"0"2"16,0 0 3-16,7 3 0 16,-7-3 2-16,8 8 0 0,0 6 1 15,-4-3-10-15,1 6-3 16,2 2 0-16,-1 3 0 15,-1 0 0-15,2 1 0 16,1 1 0-16,-1-4 0 0,1 2 0 16,-1-4 0-16,3-1-3 15,0-2-81-15,-2-5-3 16</inkml:trace>
  <inkml:trace contextRef="#ctx0" brushRef="#br0" timeOffset="29567.66">15141 6557 464 0,'0'0'4'0,"0"0"3"0,0 0 1 16,7-13 2-16,-7 13 0 16,0 0-2-16,0 0-8 15,10-2 0-15,-10 10 0 0,0 6 0 16,0 11 0-16,0 3 0 15,0 6 0-15,0 3 0 16,2 6 0-16,0-4 0 16,4 1 0-16,-3-6 0 0,4 1 0 15,-7 12-39-15,0-25-47 16</inkml:trace>
  <inkml:trace contextRef="#ctx0" brushRef="#br0" timeOffset="31649.84">14815 4228 368 0,'0'0'8'0,"0"0"2"15,0 0 2-15,0 0 0 16,0 0 1-16,0 0 2 16,-7 10-2-16,7-10 2 0,0 15-7 15,0-2-2-15,4-3-1 16,1-1-1-16,2-3 0 15,6-2-1-15,2-4 1 16,5 0 0-16,3-4 0 0,4-11-1 16,1-5-3-16,2-2 0 15,-4-9 0-15,1-3 0 16,-6-11 0-16,-5-4 0 16,-7-6 0-16,-5-4 0 0,-4-4 0 15,-7 3 0-15,-8 4 0 16,-4 1 0-16,-4 12 0 15,-4 2 0-15,-1 17 0 16,1 12 0-16,4 12 0 16,1 5 0-16,5 17 0 0,5 12 0 15,7 11 0-15,5 5 0 16,5 7 0-16,11 2 0 16,5-2 0-16,11 2 0 0,0-12 0 15,8-4 0-15,0-7 0 16,-1-8 0-16,-1-4 0 15,-6-8 0-15,0 2-22 16,-2-12-65-16,-12-1-3 0</inkml:trace>
  <inkml:trace contextRef="#ctx0" brushRef="#br0" timeOffset="31900.2">15332 4092 482 0,'0'0'4'0,"0"0"0"15,0 0 2-15,5 7 1 0,-5 3-1 16,0 1-4-16,0 1-2 16,2 5 0-16,-2 0 0 15,2 6 0-15,1-1 0 16,-3 3 0-16,2-5 0 0,2 4 0 15,-2-6 0-15,3 7-10 16,0-8-75-16,-3-7-3 16</inkml:trace>
  <inkml:trace contextRef="#ctx0" brushRef="#br0" timeOffset="32832.96">11779 4065 360 0,'0'0'8'0,"0"0"3"0,-2-12 3 16,2 12 1-1,-9-13 2-15,9 13 0 0,-19-10 0 16,9 10 1-16,-5 5-7 15,0 10-4-15,0 5-2 0,0 9-3 16,8 1 0-16,4 7-1 16,3-2 0-16,10 0-1 15,10-5 1-15,5-4 0 16,7-5-1-16,6-4 1 0,3-11 1 16,2-2-2-16,-3-4 0 15,-3-8 0-15,-5-9 0 16,-7-6 0-16,-5-3 0 15,-8-6 0-15,-12-4 0 0,-2-3 0 16,-12 0 0-16,-12-2 0 16,-3 4 0-16,-6 8 0 15,-6 7 0-15,4 12 0 16,-4 5 0-16,8 14-32 0,3 9-50 16,13 7-4-16</inkml:trace>
  <inkml:trace contextRef="#ctx0" brushRef="#br0" timeOffset="34255.17">13182 4166 338 0,'0'0'7'0,"0"-9"3"15,0 9 4-15,-5-13 2 16,5 13 0-16,-9-12 1 0,9 12 0 16,-18-5 0-16,6 7-5 15,-1 11-5-15,3 4-3 16,1 6-2-16,6 4-1 16,3 2 0-16,0 3-1 15,12-4 1-15,6-1-1 0,12-2 1 16,2-8-1-16,10-2 2 15,-2-8-1-15,5-7 0 16,-6-3 1-16,1-9 0 16,-3-8 0-16,-10-2 1 15,-6-3 1-15,-9-2-1 0,-10-7 0 16,-4 4-1-16,-13-2 0 16,-10 5 1-16,-2 4-3 15,-10 6 0-15,0 9 0 0,0 8-6 16,1 11-12-16,1 11-63 15,11 9-3-15</inkml:trace>
  <inkml:trace contextRef="#ctx0" brushRef="#br0" timeOffset="34835.06">13192 5142 417 0,'0'0'5'0,"0"0"1"0,-5-10 4 15,5 10-3-15,-12-7 3 16,3 7-1-16,-2 0 1 15,-3 5-1-15,0 10-4 0,2 5-1 16,0 4-3-16,7 6 0 16,5 0-1-16,0 2 1 15,8-4-1-15,6-6 1 0,11-2 0 16,3-5-1-16,4-8 1 16,3-2 0-16,-3-5 0 15,3-8 0-15,-3-3 0 16,-5-6 0-16,-2-4 1 15,-10-2 0-15,-2-3 0 0,-13-7 0 16,-3 1-2-16,-14-3 0 16,-6 3 0-16,-9 5 0 15,-3 6 0-15,-4 7 0 0,1 12 0 16,-2 4-3-16,11 18-24 16,7 7-57-16,6 3-2 15</inkml:trace>
  <inkml:trace contextRef="#ctx0" brushRef="#br0" timeOffset="35517.37">15054 5132 390 0,'0'0'8'0,"-3"-9"2"0,-2 1 2 0,1-2 1 16,-5-3 1-16,2 5 0 16,-2 0 0-16,-4 3 1 15,1 5-8-15,0 10-3 16,-2 4-2-16,5 11-2 16,4 0 1-16,3 5-1 0,2 2 0 15,9-5 0-15,6 0 0 16,10-7 0-16,5-3 0 15,4-6 1-15,3-9 0 16,-1-2 0-16,-1-5-1 0,-3-8 2 16,-5-7 0-16,-7-1-2 15,-7-7 0-15,-13-4 0 16,-5 1 0-16,-15-2 0 16,-6 3 0-16,-3 8 0 0,-6 5 0 15,-2 11 0-15,0 6 0 16,1 8-12-16,10 19-23 15,3 8-49-15,5 3-1 16</inkml:trace>
  <inkml:trace contextRef="#ctx0" brushRef="#br0" timeOffset="36050.01">14994 5925 434 0,'0'0'5'0,"0"0"0"16,0 0 2-16,-7-9 1 16,7 9 0-16,-18-6 2 15,6 6 0-15,-1 3-1 0,-6 4-3 16,1 8-1-16,3 3-1 15,2 4-4-15,4 0 0 16,6 3 0-16,3-3 0 0,12-5 0 16,9 1 0-16,6-8 0 15,3-5 0-15,5-5 0 16,2 0 0-16,0-10 0 16,-3-5 0-16,-6 0 0 0,-6-5 0 15,-6 0 0-15,-16-4 0 16,0-1 0-16,-18 0 0 15,-9 8 0-15,-3 4 0 16,-10 3 0-16,1 10 0 0,-9 0-35 16,12 16-48-16,3 2-4 15</inkml:trace>
  <inkml:trace contextRef="#ctx0" brushRef="#br0" timeOffset="36768.25">10927 5048 328 0,'0'0'8'0,"0"0"4"0,-5-14 3 0,5 14 3 0,-11-16 1 15,4 7 0-15,0-2 0 16,-3 4 1-16,-3 5-8 16,1 4-4-16,-1 8-4 15,3 7-1-15,3 11-2 16,2-1-1-16,5 5 1 15,0 1-1-15,10-1 0 0,4-5 0 16,9-5 1-16,4-7-1 16,3-5 1-16,5-5 0 0,2-5 0 15,-5-10 0-15,2-5 1 16,-8-6-1-16,-6-7 1 16,-8-2 0-16,-12-2-1 15,-5-3 0-15,-14 5 0 0,-6 0 0 16,-9 10-1-16,-1 11-1 15,-6 6-4-15,9 11-15 16,25 12-62-16,-21 12-2 16</inkml:trace>
  <inkml:trace contextRef="#ctx0" brushRef="#br0" timeOffset="37366.33">11033 5986 394 0,'0'0'6'0,"0"0"1"16,0 0 2-16,-10 0 0 16,10 0 0-16,-18 6 0 0,11 5 0 15,-5 3 1-15,3 3-6 16,0 6-2-16,7-1-1 16,2 3 0-16,2-1-1 15,14-4 1-15,1-2 1 16,8-9-1-16,1 0 0 15,7-9 1-15,2 0 0 0,0-11 1 16,-3-3-1-16,0-4 1 16,-7-7 2-16,-6-2-1 15,-6-5 0-15,-8 2 0 0,-5 0 0 16,-12 0-1-16,-8 3-3 16,-2 7 0-16,-7 9 0 15,-1 5 0-15,0 6-7 0,7 13-12 16,3 5-62-16,10 8-2 15</inkml:trace>
  <inkml:trace contextRef="#ctx0" brushRef="#br0" timeOffset="37752.91">12136 5917 480 0,'0'0'2'0,"0"0"2"16,-5-8 1-16,5 8 1 16,-20-13 0-16,6 5 2 15,-2 1-8-15,-6 7 0 0,3 0 0 16,-7 10 0-16,7 5 0 16,1 7 0-16,6 3 0 15,4 4 0-15,8-1 0 16,3-2 0-16,10-3 0 15,7-3 0-15,6-10 0 0,4-5 0 16,6-5 0-16,-2-5 0 16,4-7 0-16,-6-6 0 15,-7-2 0-15,-4-5 0 16,-8-3 0-16,-8 2 0 0,-10-4 0 16,-10 6 0-16,-9 2 0 15,-12 6 0-15,-3 7 0 16,-3 9 0-16,-10 12-79 0,1 9-6 15</inkml:trace>
  <inkml:trace contextRef="#ctx0" brushRef="#br0" timeOffset="38366.35">11106 6794 424 0,'0'0'3'0,"-9"-2"0"15,0 2 1-15,-3 0 1 0,-4 0 0 16,-3 5 1-16,1 5-1 16,-2 2 0-16,6 5-1 15,-2 4-2-15,9 1-1 0,2 1-1 16,5 1 1-16,12 1 0 16,4-8 0-16,9 0 0 15,5-6 1-15,9-4 0 16,5-7 0-16,2-3 1 15,4-6 0-15,-4-7 0 0,-4-3 2 16,-1-3-1-16,-12-6 1 16,-14 1-1-16,-8 0 0 15,-7 0-1-15,-12 2-3 16,-11 3 0-16,-6 4 0 0,-4 8 0 16,-1 10 0-16,1 0-9 15,8 13-19-15,21 6-54 16,-6 3-3-16</inkml:trace>
  <inkml:trace contextRef="#ctx0" brushRef="#br0" timeOffset="38733.5">12049 6829 476 0,'0'0'4'15,"0"0"0"-15,-7-10 1 16,-3 5 0-16,-3 2 1 0,1 2-1 16,-6 1 1-16,4 1-6 15,-4 13 0-15,9 3 0 16,-1 2 0-16,10 6 0 16,0 0 0-16,14 0 0 15,4 0 0-15,10-8 0 0,4-3 0 16,0-6 0-16,8-8 0 15,1-1 0-15,0-10 0 16,-4-6 0-16,-2-8 0 16,-3 1 0-16,-5-6 0 0,-9-3 0 15,-8 2 0-15,-10 0 0 16,-3-1 0-16,-12 8 0 16,-7 4 0-16,-3 10-5 0,-12 8-33 15,7 2-45-15,3 12-3 16</inkml:trace>
  <inkml:trace contextRef="#ctx0" brushRef="#br0" timeOffset="39199.71">13483 6721 450 0,'0'0'6'0,"0"0"1"15,0 0 1-15,-5-10 1 0,5 10 0 16,-13-2 0-16,-1 2 0 15,-6 4-5-15,-2 11-4 16,-3 2 0-16,-2 8 0 16,2 2 0-16,7 5 0 0,6-2 0 15,7-1 0-15,7-4 0 16,9-4 0-16,15-9 0 16,9-2 0-16,6-10 0 15,-2-8 0-15,0-6 0 16,4-7 0-16,-10-4 0 0,-4-4 0 15,-14-5 0-15,-10-1 0 16,-5 0 0-16,-20 5 0 16,-7 1 0-16,-11 9 0 0,-4 5 0 15,-5 8 0-15,2 7 0 16,-5 27-70-16,21-15-17 16</inkml:trace>
  <inkml:trace contextRef="#ctx0" brushRef="#br0" timeOffset="40283.22">15538 3438 395 0,'0'0'6'0,"0"0"2"0,-10-7 2 16,10 7 2-16,-3-10-1 16,3 10 2-16,9-12 0 15,10 1 1-15,18 4-6 16,11 0-1-16,11 1-3 0,11 4 0 15,5 2-1-15,1 0 0 16,-4 8-3-16,-8 6 0 16,-11 9 0-16,-10 8 0 15,-17 12 0-15,-8 8 0 0,-11 15 0 16,-7 10 0 0,-2 11 0-16,-8 9 0 0,0 17 0 15,-2-1 0-15,0 10 0 16,1 5 0-16,6 4 0 15,5 0 0-15,3 5 0 0,7 1 0 16,2-3 0-16,6 5 0 16,1-6 0-16,4-2 0 0,0 0 0 15,-2-1 0-15,2-10 0 16,-1-1 0-16,-2-4 0 16,-2-1 0-16,-1-7 0 15,-5-6 0-15,3-5 0 16,-2-2 0-16,-5-7 0 15,-2-7 0-15,2-6 0 0,-3-10 0 16,0 0 0-16,-5-6 0 16,0-7 0-16,0-4 0 15,-2-5 0-15,-1 1 0 0,1-6 0 16,-6-4 0-16,3-11 0 16,0-2 0-16,0-8 0 15,3-5 0-15,2-7 0 16,-13 7 0-16,13-7 0 0,-12 0 0 15,12 0 0-15,-15-1 0 16,15 1 0-16,-17-6 0 16,7 6 0-16,10 0 0 15,-13-2 0-15,13 2 0 0,-17-2 0 16,6 2 0-16,-1 0 0 16,-5 0 0-16,-3 0 0 15,-7 2 0-15,-10 0 0 0,-4 4 0 16,-5-2 0-1,-9 1 0-15,-2 2 0 0,-6 6 0 16,4 2 0-16,1-3-55 16,17-6-33-16</inkml:trace>
  <inkml:trace contextRef="#ctx0" brushRef="#br1" timeOffset="48001.12">16617 5150 425 0,'0'0'4'0,"0"0"5"16,0 0-2-16,0 0 4 15,0 0-1-15,0 0 1 16,0 0 1-16,14 3-1 16,-1-3-4-16,4-5-3 0,5-5-4 15,11 7-5-15,2-7-16 16,4 5-61-16,2-2-4 15</inkml:trace>
  <inkml:trace contextRef="#ctx0" brushRef="#br1" timeOffset="48133.14">16599 5284 415 0,'0'0'5'0,"0"0"1"16,-10 9 2-16,10-9 1 0,0 8 0 15,10-6 2-15,13 1-1 16,11-3 0-16,10-8-14 15,22 1-72-15,3-5-4 16</inkml:trace>
  <inkml:trace contextRef="#ctx0" brushRef="#br1" timeOffset="49583.27">18137 3777 393 0,'0'0'8'0,"0"0"3"0,0-14 1 0,0 14 2 15,-7-15-2-15,-6 5 2 16,-6-1 2-16,-6 1-1 16,-10 6-7-16,-5-3-3 15,-5 7-2-15,-5 0-3 16,6 0 0-16,-4 7 0 0,4 1 0 16,9 5 0-16,1 1 0 15,6 3 0-15,8 6 0 16,8 3 0-16,7 6 0 0,5 6 0 15,14 6 0-15,3 6 0 16,9 4 0-16,3 9 0 16,4 8-2-16,-3 4 1 15,-1 4 0-15,-4 10 1 0,-2 3 1 16,-3 7-1-16,-10 3 1 16,-1 5-1-16,-4-2 2 15,-5 4-2-15,0 3 0 0,-2-3 0 16,-3 0 0-1,0-1 0-15,0 2 0 0,3-1 0 16,-3-3 0-16,-1-4 0 16,4-4 0-16,-3 0 0 15,3-7 0-15,-1-6 0 16,-2-6 0-16,1-7 0 0,-1-3 0 16,-1-2 0-16,4-7 0 15,-3-3 0-15,0 0 0 16,3-8 0-16,-2 3 0 15,0-10 0-15,0 3 0 0,0-8 0 16,-3-2 0-16,2-3 0 16,0-7 0-16,0 0 0 15,1-3 0-15,-2-3 0 0,1 1 0 16,2-2 0-16,1-4 0 16,0 4 0-16,-1-4 0 15,1-3 0-15,2-1 0 16,-2-3 0-16,2-7 0 0,-3 10 0 15,3-10 0-15,0 0 0 16,0 10 0-16,0-10 0 16,0 0 0-16,0 0 0 15,-2 10 0-15,2-10 0 0,0 10 0 16,0-10 0-16,-3 10 0 16,3-10 0-16,-3 8 0 15,3-8 0-15,0 0 0 16,-2 9 0-16,2-9 0 15,0 0 0-15,0 0 0 0,0 0 0 16,0 0 0-16,-3 8 0 16,3-8 0-16,0 0 0 15,-5 12 0-15,5-12 0 0,0 7 0 16,0-7 0-16,-2 10 0 16,2-10 0-16,0 0 0 15,0 0 0-15,-5 10 0 0,5-10 0 16,0 0 0-16,0 0 0 15,0 0 0-15,0 0 0 16,0 0 0-16,0 0 0 16,0 0 0-16,0 0 0 0,0 0 0 15,7 8 0-15,9-8 0 16,3 2 0-16,11-2 0 16,10 0 0-16,12 0 0 15,10 0 0-15,5-2 0 0,3 2 0 16,-1-3 0-16,-4 3 0 15,-8 0 0-15,-13 0 0 16,-9 0 0-16,-10 0 0 16,-12 0 0-16,-13 0 0 15,0 0 0-15,-2 12 0 0,-11-6 0 16,-2-5 0-16,0 12 0 16,5-6-57-16,-5-7-34 15</inkml:trace>
  <inkml:trace contextRef="#ctx0" brushRef="#br1" timeOffset="51383.44">18585 4085 361 0,'0'0'8'16,"0"0"2"-16,5-15 4 0,-3 8 2 15,-2-1 1-15,0-5 1 16,0 6 0-16,-2-2 0 15,-9 6-6-15,-3 3-4 16,-10 7-4-16,8 8-1 16,-11 7-2-16,-1 7 0 0,1 2-1 15,4 4 0-15,4 1 0 16,3 0 0-16,9-4 0 16,7-3 0-16,4-1 0 15,15-6 0-15,5-10-2 16,14 1-3-16,1-9-11 0,12-4-65 15,2 0-2-15</inkml:trace>
  <inkml:trace contextRef="#ctx0" brushRef="#br1" timeOffset="51799.59">19071 3985 438 0,'0'0'6'0,"0"0"2"0,-5-9 0 15,5 9 1-15,-12 0 0 16,-1 0 0-16,-1 8 1 16,-4 3-1-16,1 10-4 0,-1 3-5 15,4 1 0-15,-2 6 0 16,9-3 0-16,7 2 0 16,3-7 0-16,10-4 0 15,6-2 0-15,2-7 0 16,10-5 0-16,4-5 0 0,-3 0 0 15,-2-10 0-15,-3-5 0 16,-4 1 0-16,-6-11 0 16,-4-2 0-16,-6-3 0 15,-7-4 0-15,-5 3 0 0,-8-2 0 16,-1 8 0-16,-6 4 0 16,-3 9 0-16,1 7 0 15,-3 7 0-15,5 16 0 0,8 4 0 16,5 7 0-16,5 7 0 15,4-7 0-15,10 9 0 16,6-6 0-16,8 2-8 16,-1-11-25-16,10-1-50 0,-3-7-3 15</inkml:trace>
  <inkml:trace contextRef="#ctx0" brushRef="#br1" timeOffset="52082.82">19509 4070 466 0,'0'0'3'0,"0"0"1"0,0 0 0 16,0 5 2-16,0 8-1 15,0 2 1-15,0 3 0 0,0 5 0 16,0 4-1-16,0 3-5 16,2 3 0-16,1-4 0 15,-1-1 0-15,1-2 0 16,-1-1 0-16,-2-6 0 0,2-2 0 15,1-6 0-15,-1-1 0 16,-2-10-4-16,0 10-1 16,0-10 1-16,0 0-2 15,0 0 0-15,0 0-3 0,0 0-3 16,-5 0-6-16,-4 2-44 16,9-2-19-16</inkml:trace>
  <inkml:trace contextRef="#ctx0" brushRef="#br1" timeOffset="54199.92">20075 4096 392 0,'0'0'7'0,"0"0"2"0,0 0 1 16,0 0 2-16,0 0 2 0,6 0 0 16,6 3 1-16,0-3 0 15,6 0-5-15,1 0-3 16,6 0-1-16,3 0-6 15,1-3 0-15,1 3 0 0,0-4 0 16,-5 1 0-16,-3 2 0 16,-2-2 0-16,-6 0 0 15,-5 3 0-15,-9 0-16 16,4-9-67-16,-4 9-1 0</inkml:trace>
  <inkml:trace contextRef="#ctx0" brushRef="#br1" timeOffset="54683.12">20669 3936 460 0,'0'0'4'0,"0"0"1"16,0-10 1-16,0 10 1 0,-3-12 0 16,3 12 1-16,-16-18-1 15,2 11 0-15,0 2-7 16,-1 5 0-16,-2 0 0 16,1 8 0-16,4 4 0 0,-1 2 0 15,6 2 0-15,2 1 0 16,5 0 0-16,0 3 0 15,10-2 0-15,2-1 0 16,6-2 0-16,4-3 0 16,3 3 0-16,3-2 0 0,-1-2 0 15,-3-1 0-15,1 4 0 16,-4-3 0-16,-5-1 0 16,-5 0 0-16,-6 0 0 0,-5 2 0 15,-2-5 0-15,-12 4 0 16,0-4 0-16,-6 0 0 15,-5-2 0-15,1 1 0 16,-4-4 0-16,3-2 0 16,0 0-11-16,8 0-26 0,4 0-47 15,4-2-2-15</inkml:trace>
  <inkml:trace contextRef="#ctx0" brushRef="#br1" timeOffset="55100.73">20940 3896 454 0,'0'0'5'0,"0"0"2"15,0 0 0-15,0 0 1 0,-5 0 1 16,5 0 0-16,-18 18 0 16,8-4-6-16,-4 4-3 15,1 4 0-15,3 5 0 16,0 1 0-16,5 2 0 0,3-4 0 15,2-1 0-15,10-2 0 16,2-8 0-16,9 0 0 16,-2-10 0-16,6-1 0 15,0-4 0-15,-3-7 0 0,1-3 0 16,-4-7 0-16,-4-2 0 16,-5-12 0-16,-2 4 0 15,-6-8 0-15,-2-1 0 16,-5 0 0-16,-4 2 0 0,-4 7 0 15,-4 2 0-15,-1 9 0 16,-5 12 0-16,6 4 0 16,0 12 0-16,5 5 0 15,1 10 0-15,6 7 0 0,5 2 0 16,0-1 0-16,13 2 0 16,2-2 0-16,2-6 0 15,13-19-73-15,-5 13-14 16</inkml:trace>
  <inkml:trace contextRef="#ctx0" brushRef="#br1" timeOffset="55249.48">21370 4050 461 0,'0'0'2'0,"0"0"1"16,0 13 0-16,0 2 1 15,0 3 0-15,0 10 0 16,0 7-4-16,0-1-25 15,4 9-53-15,4 1-3 0</inkml:trace>
  <inkml:trace contextRef="#ctx0" brushRef="#br1" timeOffset="57234.06">22058 3896 401 0,'0'0'7'0,"0"-9"2"15,0 9 2-15,-5-8 1 0,5 8 0 16,-10-10 1-16,1 8 0 16,-2 2 0-16,1 4-6 15,-3 12-3-15,-1 1-1 0,2 7-2 16,1 4 0-16,6 1 0 16,5 3 0-16,0 4 1 15,8-10-2-15,9 2 0 16,6-8 0-16,5-5 0 0,1-5 0 15,6-5 0-15,-4-5 0 16,3-3 0-16,-5-9 0 16,-9-6 0-16,-5-10 0 15,-8-1 0-15,-7-3 0 0,-9-8 0 16,-12 6 0-16,-8 1 0 16,-4 9 0-16,-4 9 0 15,3 15 0-15,9 7-82 16,-8 13-4-16</inkml:trace>
  <inkml:trace contextRef="#ctx0" brushRef="#br1" timeOffset="61166.24">22947 3998 393 0,'0'0'5'0,"0"0"2"0,0 0 2 16,-7 3 0-1,7-3 0-15,-12 8 1 0,12-8 1 16,-11 17-1-16,4-11-4 16,5 7-1-16,2-3-2 15,0-10 1-15,9 12-1 0,4-9 0 16,7-3 1-16,0-3 0 16,10-7 0-16,0-7 1 15,-2-6 0-15,6-2-3 16,0-8-2-16,-6-8 0 15,-1 0 0-15,-10-7 0 0,-2-1 0 16,-11-4 0-16,0 2 0 16,-4 2 0-16,-10 4 0 15,-3 8 0-15,-1 7 0 0,2 13 0 16,-6 9 0-16,2 13 0 16,0 15 0-16,6 11 0 15,2 7 0-15,5 12 0 16,3 2 0-16,3 4 0 0,10 0 0 15,4-5 0-15,3-4 0 16,2-2 0-16,-2-10-12 16,9-8-71-16,-3-2-3 15</inkml:trace>
  <inkml:trace contextRef="#ctx0" brushRef="#br1" timeOffset="61367.23">23430 3907 420 0,'0'0'3'0,"0"0"1"0,0 0 0 16,0 0 1-16,0 9 0 15,0-2 0-15,2 6 1 16,0-1 0-16,1 6-3 0,2 0 0 16,-1-1-2-1,5 2-8-15,-2-7-17 0,-7 4-53 16,9-1-1-16</inkml:trace>
  <inkml:trace contextRef="#ctx0" brushRef="#br1" timeOffset="61816.04">23942 3770 444 0,'0'0'4'0,"0"0"3"15,2-10 1-15,-2 10 1 16,0-12 0-16,0 12 1 0,-10-14 0 16,0 11 0-16,-5 3-10 15,-2 3 0-15,-3 8 0 16,-2 9 0-16,2 5 0 16,2 2 0-16,1 5 0 0,6-2 0 15,7 3 0-15,4-7 0 16,8 2 0-16,6-9 0 15,11-6 0-15,5-2 0 16,0-4 0-16,5-3 0 0,-3-4 0 16,3 0 0-16,-11-4-12 15,-7-2-72-15,1 2-2 16</inkml:trace>
  <inkml:trace contextRef="#ctx0" brushRef="#br1" timeOffset="62300.59">24272 3785 453 0,'0'0'4'0,"0"0"2"16,0 0-1-16,-5-10 2 15,5 10-1-15,-13 0 1 0,13 0-1 16,-15 7 1-16,6 6-4 15,-4 6-2-15,1 5 0 16,0 2-1-16,1 2 0 16,4 3 1-16,2-6-1 15,5 3 0-15,2-9 1 0,8-4 0 16,5-5 1-16,2-2-2 16,4-8 0-16,1-2 0 15,0-11 0-15,3-2 0 0,-7-2 0 16,2-8 0-16,-8-3 0 15,-2-4 0-15,-3 0 0 16,-7-3 0-16,0 6 0 16,-7-1 0-16,-5 8 0 0,-4 1 0 15,2 10 0-15,-4 8 0 16,3 3 0-16,-2 10 0 16,5 8 0-16,4 4 0 15,3 5 0-15,2 0 0 0,3 5 0 16,6 1 0-16,4-6 0 15,4 0 0-15,6-4 0 16,3-6 0-16,2-1-19 16,4-7-64-16,1-1-3 15</inkml:trace>
  <inkml:trace contextRef="#ctx0" brushRef="#br1" timeOffset="62485.29">24660 3810 439 0,'0'0'5'0,"0"0"3"0,0 0 0 0,0 0 1 16,0 0 0-16,4 7 1 16,-1 4 0-16,-1 3 0 15,-2 6-7-15,3 5-3 16,-1 6 0-16,0-1 0 0,1 6 0 16,-3-4 0-16,0-3 0 15,0-17-79-15,0 13-6 16</inkml:trace>
  <inkml:trace contextRef="#ctx0" brushRef="#br1" timeOffset="65451.16">24727 3362 318 0,'0'0'6'15,"0"0"1"-15,17-14 1 16,-7 12 0-16,7-5 2 15,-2 2-1-15,10 0 1 0,0 3 1 16,-3 2-7-16,8 0-1 16,-5 10-1-16,0 5-1 15,-5 2 0-15,2 12-1 16,-2 7-1-16,3 3 1 0,-9 11 0 16,1 6 0-16,-7 8 1 15,-1 6-1-15,-2 7 0 16,-5 4 2-16,0 9 0 15,-8 2 1-15,1 1-1 0,-3 7 2 16,5 2 0-16,-2 1 2 16,2 6 0-16,2 0 0 15,0 0 0-15,-1 3 0 16,1-4 0-16,-4 3-2 0,-1-3 2 16,-1-4-2-16,-2 0 0 15,2-5 0-15,-1-6 0 16,-3 1-1-16,1-1-1 15,5-1 1-15,-6-8-2 0,5 0 0 16,4-2-1-16,-1 0 1 16,5-3-1-16,-6-7 0 15,6-1 1-15,0-2 0 16,0 1-1-16,0-8 0 16,-2-4 1-16,-1-4-2 0,1-3 2 15,-1-4-1-15,1-6 0 16,0-2-1-16,-1-2 1 15,1 1 0-15,2-7 0 0,0 1 0 16,0 0 0-16,0 1-1 16,0 0 1-16,2-4 0 15,1-2 1-15,1 0-1 16,1-4 1-16,0 1-1 0,1-1 1 16,-1-3-1-16,-3-1 1 15,3 1-1-15,2-5 0 16,-2 0 0-16,1-3-1 15,-6-1 1-15,0-11 0 0,7 12 0 16,-7-12 0-16,0 0-1 16,0 7 1-16,0-7 1 15,0 0-1-15,0 0 1 16,0 0-1-16,0 0 1 0,0 0 0 16,0 0 1-16,0 0-1 15,0 0 0-15,-5 5 1 16,5-5-1-16,-15 6 1 15,3-4 0-15,-6 2 0 0,-7 4 1 16,-5 2-3-16,-10 2 0 16,-4 4 0-16,-6-2 0 15,-2 5 0-15,0 2 0 16,2-7 0-16,11 4-79 0,9-6-8 16</inkml:trace>
  <inkml:trace contextRef="#ctx0" brushRef="#br1" timeOffset="67486.1">18691 5153 377 0,'0'0'8'0,"0"0"3"15,3-15 1-15,-3 5 2 0,0-3 2 16,-5 1-1-16,0-6 1 16,-6 0 0-16,-1 7-6 15,0-2-4-15,-3 4-1 16,-2 1-2-16,-1 5-1 0,-2 3-2 15,-4 0 0-15,4 8 0 16,-3 2 0-16,4 2 0 16,1 1 0-16,4 5 0 15,5-1 0-15,7 2-2 0,9-4 2 16,9 3 0-16,6-1 0 16,8-2 0-16,2 3 2 15,4-7-2-15,0 4 0 16,-1-2 0-16,-3-3 0 15,-5 2 0-15,-6-3 0 0,-5 2 0 16,-5-2 0-16,-11 1 0 16,0 0 0-16,-13-2 0 15,-6-1 0-15,-6-1 0 16,-7 1-2-16,-7-2 0 0,0 0-2 16,4 0-4-16,-4-5-5 15,11 0-16-15,28 0-55 16,-20-3-1-16</inkml:trace>
  <inkml:trace contextRef="#ctx0" brushRef="#br1" timeOffset="67917.3">19089 5063 440 0,'0'0'5'0,"0"0"1"0,0 0 2 16,0 0 0-16,0 0 1 15,0 0-1-15,-16 0 0 16,4 8 1-16,-8 5-4 0,-2 6-4 16,0 3 0-16,-3 6 0 15,2 1-1-15,6-2 2 16,10 3-4-16,-1-5 4 16,8-3-2-16,2-5 0 0,11-2 0 15,8-7 0-15,0-3 0 16,4-5 0-16,3-5 0 15,-1-8 0-15,-2-7 0 0,-1-1 0 16,-6-9 0-16,-4-1 0 16,-5-5 0-16,-7 1 0 15,-2 5 0-15,-5 1 0 16,-10 9 0-16,0 7 0 0,0 8 0 16,-4 10 0-16,3 8 0 15,7 4 0-15,2 10 0 16,3 3 0-16,8 0 0 15,5 2 0-15,8-5 0 0,10-2-12 16,-2 10-55-16,17-18-19 16</inkml:trace>
  <inkml:trace contextRef="#ctx0" brushRef="#br1" timeOffset="68066.63">19583 5142 460 0,'0'0'2'15,"0"0"1"-15,-2 6 0 16,-1 3 0-16,3 9 0 0,-2 2 1 16,0 7 0-16,2 3-5 15,-3-1-21-15,3 8-58 16,3 4 0-16</inkml:trace>
  <inkml:trace contextRef="#ctx0" brushRef="#br1" timeOffset="70300.92">20567 4979 375 0,'0'0'8'16,"0"0"2"-16,7-15 2 0,-2 5 2 15,-2 3 1-15,0-4 0 16,-1-1 0-16,-2-1 1 16,-5 5-6-16,-7 5-4 15,-3 3-2-15,-7 0-1 0,1 7-1 16,-4 8-1-16,-5 7 0 16,6 1-1-16,2 4 0 15,4 2 0-15,8 1 0 16,5-2 1-16,5 0-1 0,10-9 1 15,10-2-1-15,10-2-2 16,2-8-4-16,10 1-10 16,-5-4-66-16,13-4-3 15</inkml:trace>
  <inkml:trace contextRef="#ctx0" brushRef="#br1" timeOffset="70716.25">20880 4952 432 0,'0'0'6'16,"0"0"-2"-16,-7-5 3 15,7 5 0-15,-18 0 0 0,4 2 0 16,-2 8 1-16,-1 3-1 16,2 6-3-16,-2 1-2 15,4 7-1-15,3-4 0 16,8 4-1-16,2-2 2 15,5-3-1-15,7-2 0 0,6-3 1 16,4-7 0-16,3-3 0 16,2-4-1-16,0-3 2 15,-2-7-2-15,-2-8 2 16,-3-2-3-16,-5-8 0 16,-6-2 0-16,-6-3 0 15,-3 0 0-15,-10 0 0 0,-4 5 0 16,-7 3 0-16,-4 5 0 15,0 6 0-15,1 7 0 0,4 4 0 16,2 10 0-16,6 2 0 16,7 8 0-16,5 3 0 15,3 2 0-15,9 1 0 16,6 2 0-16,4-3 0 0,2-3-6 16,6 0-12-16,8-6-64 15,-3-5-4-15</inkml:trace>
  <inkml:trace contextRef="#ctx0" brushRef="#br1" timeOffset="70916.39">21370 4998 461 0,'0'0'4'0,"0"0"1"15,0 0 2-15,4 8 1 0,1 2 0 16,0 5 1-16,1 7 0 15,-1 3-9-15,0 6 0 16,-1 0 0-16,-1 4 0 0,4-15-56 16,-7 17-29-16,3-8-3 15</inkml:trace>
  <inkml:trace contextRef="#ctx0" brushRef="#br1" timeOffset="73883.82">22172 4979 388 0,'0'0'6'0,"3"-12"3"16,-3 12 2-16,4-15 2 15,-1 5 2-15,-1-3 0 0,2 1 2 16,-4-1-1-16,0 13-5 16,0-9-4-16,0 9-4 15,-13 0-3-15,3 12 0 16,-1 5 0-16,-1 6 0 0,5 2 0 16,0 4 0-16,1 1 0 15,6 0 0-15,7-3 0 16,6-5 0-16,8-2 0 15,4-8 0-15,1-1 0 16,1-11 0-16,3 0 0 0,-5-5 0 16,0-8 0-16,-4-5 0 15,-7-7 0-15,-7-1 0 16,-7-6 0-16,0-4 0 0,-9 5 0 16,-7 0 0-16,-5 5 0 15,-2 6 0-15,-4 8 0 16,-1 12 0-16,1 12-79 15,7 8-9-15</inkml:trace>
  <inkml:trace contextRef="#ctx0" brushRef="#br1" timeOffset="75483.37">23044 4947 359 0,'0'0'4'16,"0"0"3"-16,0 0 1 15,0 0 2-15,-12 0 0 16,12 0 2-16,-14 0 0 0,14 0 0 16,-13 10-3-16,5 0-2 15,6 2-2-15,2-2 0 16,0-1-2-16,7 2 1 15,5-6-2-15,6-1 1 0,2-4 0 16,8-4 0-16,2-9 1 16,-2-2 0-16,6-10 1 15,-8-2 0-15,4-7-1 16,-5-6 0-16,-7-3 0 0,-1-6-1 16,-13-3-3-16,-4-3 0 15,0 9 0-15,-7 4 0 16,-5 3 0-16,-3 14 0 15,3 9 0-15,-9 14 0 16,7 12 0-16,-1 15 0 0,5 9 0 16,3 9 0-16,4 1 0 15,3 8 0-15,5-3 0 16,7 1 0-16,8-6 0 0,3-1-3 16,-1-8-8-16,8-1-14 15,-1-7-58-15,-4-7-4 16</inkml:trace>
  <inkml:trace contextRef="#ctx0" brushRef="#br1" timeOffset="75683.35">23504 4826 434 0,'0'0'4'0,"0"0"-2"0,0 0 2 15,0 0 2-15,-5 12 0 16,3-2 0-16,2 7 1 15,0 0 0-15,0 4-2 16,4 0-2-16,4 4-4 16,0-2-6-16,4-1-18 0,8-2-55 15,-8-6-2-15</inkml:trace>
  <inkml:trace contextRef="#ctx0" brushRef="#br1" timeOffset="76066.48">23951 4761 417 0,'0'0'5'0,"0"0"2"0,0 0 0 16,-15-10 2-16,5 7 1 15,-2 2-1-15,-3-3 1 0,-2 4-1 16,-1 0-4-16,-4 5-1 15,7 0-2-15,2 5-1 16,4 3 0-16,4-1 0 16,5 6 0-16,0-4-1 15,12 4 1-15,6-3-1 0,2 5 0 16,6-3 1-16,-3-3-1 16,4 2 0-16,-4-2 1 15,-4-1-1-15,-1-3 0 0,-6 2 1 16,-4-2-1-16,-8 0 0 15,0-10 0-15,-5 12-1 16,-7-4-1-16,-6-3 0 16,-2-1-2-16,-2 1-5 15,-3-5-5-15,6 0-34 0,-2 0-35 16,-1 0-1-16</inkml:trace>
  <inkml:trace contextRef="#ctx0" brushRef="#br1" timeOffset="76517.1">24242 4709 457 0,'0'0'3'0,"0"0"0"0,0 0 1 16,-10 2 0-16,-2 6 1 15,1 2 1-15,-3 8 0 16,-1-2 0-16,-2 7-2 15,0 4-1-15,4 0-1 0,5 3 0 16,3-3 0-16,5-2-1 16,0 0 0-16,11-11 1 15,3 2-2-15,4-9 0 16,1-2 0-16,4-5 0 0,-1-8 0 16,1-1 0-16,-4-9 0 15,4-4 0-15,-10-6 0 16,1-3 0-16,-4-4 0 15,-8 0 0-15,-2-2 0 0,-2 3 0 16,-8 4 0-16,-5 5 0 16,-4 7 0-16,-2 12 0 15,-1 6 0-15,0 4 0 0,4 13 0 16,6 8 0-16,4 2 0 16,6 6 0-16,2-4 0 15,4 6 0-15,9-7 0 16,4 1 0-16,4-9 0 15,4 0-14-15,0 9-53 16,7-17-19-16</inkml:trace>
  <inkml:trace contextRef="#ctx0" brushRef="#br1" timeOffset="76700.64">24655 4826 470 0,'0'0'4'0,"0"0"0"0,0 0 1 15,-5 9 1-15,5 1 0 16,-3 5 0-16,0 7 1 0,1 3-4 16,2 4-3-16,0 9 0 15,0-3-7-15,5 7-76 16,-5-1-2-16</inkml:trace>
  <inkml:trace contextRef="#ctx0" brushRef="#br1" timeOffset="81666.23">19047 6171 322 0,'0'0'8'15,"0"0"4"-15,0 0 3 16,-2-12 4-16,2 12 1 0,-6-11 1 16,6 11 1-16,-5-12 1 15,5 12-8-15,0 0-4 16,-10-10-4-16,10 10-1 16,-15 0-3-16,3 8-1 0,-4 4-2 15,4 3 1-15,-2 5-2 16,0 2 1-16,8 0 0 15,-1 3 0-15,7 0 0 16,4-3 1-16,11-5 0 16,7-2 0-16,8-2 1 0,5-8-2 15,2-5 0-15,3 0 0 16,1-8 0-16,-5-4 0 16,-1-6 0-16,-6-5 0 15,-8-2 0-15,-9-1 0 0,-10-4 0 16,-2 0 0-16,-17 1 0 15,-8 1 0-15,-2 8 0 16,-8 3 0-16,4 9 0 0,-5 7-5 16,-16 2-78-16,29 12-3 15</inkml:trace>
  <inkml:trace contextRef="#ctx0" brushRef="#br1" timeOffset="85182.93">20811 5945 394 0,'0'0'8'0,"0"0"1"15,0 0 3-15,-7-5 0 0,7 5 1 16,-13-5 1-16,13 5 0 16,-17-1 0-16,8 1-7 15,-3 1-2-15,0 11-3 16,-1 4-1-16,-1 3-1 15,1 2 0-15,6 0 0 16,-3 7-1-16,8-3 1 0,2-1-1 16,5-4 2-16,7 0 0 15,10-5-1-15,3-4 2 16,5-5-1-16,5-6 2 0,2 0-3 16,-3-6 0-16,-1-10 0 15,-3-1 0-15,-5-6 0 16,-8-4 0-16,-5-3 0 15,-12 0 0-15,0 1 0 0,-15-1 0 16,-2 7 0-16,-8 6 0 16,-2 9 0-16,-3 7 0 15,8 2 0-15,-3 22-76 0,10 0-12 16</inkml:trace>
  <inkml:trace contextRef="#ctx0" brushRef="#br1" timeOffset="85983.29">22167 5900 417 0,'0'0'7'0,"0"0"3"0,0 0 3 15,0 0 1-15,0 0 1 16,8-8 0-16,-8 8 0 0,0 0-10 16,0 0-5-16,0 0 0 15,0 14 0-15,0 0 0 16,0 4 0-16,0 4 0 0,0 3 0 15,2 0 0-15,3-1 0 16,1 3 0-16,-2-4 0 16,4-1 0-16,1-7 0 15,-4 0 0-15,3-3 0 16,-3-1 0-16,-3-3 0 16,-2-8 0-16,5 14 0 0,-5-14 0 15,0 7-79-15,0-7-8 16</inkml:trace>
  <inkml:trace contextRef="#ctx0" brushRef="#br1" timeOffset="87866.24">23634 5819 362 0,'0'0'9'0,"0"0"1"0,0 0 4 15,0 0-1-15,0 0 1 16,-8-8 0-16,8 8-1 16,-10 0 1-16,10 0-8 15,-10 11-2-15,2 1-3 0,1 0-1 16,0 5 1-16,2 4-1 16,5 1 1-16,0-3 0 15,0 3 0-15,12-4 1 16,8-5-1-16,5-1 1 15,7-5 0-15,1-4 1 0,1-3 1 16,3-8-1-16,-4-4 2 16,-4-5 1-16,-6-8-1 15,-8-3-5-15,-11-4 0 0,-4-5 0 16,-9 5 0-16,-14 0 0 16,-4 9 0-16,-6 4 0 15,-1 16 0-15,-6 3 0 16,8 13-70-16,2 16-16 0</inkml:trace>
  <inkml:trace contextRef="#ctx0" brushRef="#br1" timeOffset="89116.17">19176 6926 369 0,'0'0'6'0,"0"0"2"16,-2-13 2-16,2 13 0 15,-16-11 2-15,6 3 1 0,-5 2 1 16,-2 2-1-16,-1 4-4 15,-3 4-3-15,1 6-1 16,-1 5-2-16,2 8-2 16,4 0 0-16,3 3 0 0,3 5-1 15,7-7-1-15,4 3 2 16,10-2-1-16,12-6 1 16,0-3 0-16,6-4 1 15,8-7 0-15,-1-5 0 16,-2-2 1-16,4-11-1 0,-7-5 0 15,-2-7 0-15,-9-1 0 16,-7-6 0-16,-6-4 0 16,-8 0-1-16,-14 3 1 0,-2-2-2 15,-9 8 1-15,-7 5-1 16,-3 5 0-16,1 9 0 16,0 8-2-16,6 5-3 15,5 12-10-15,5 6-32 0,13 4-36 16,8 0-1-16</inkml:trace>
  <inkml:trace contextRef="#ctx0" brushRef="#br1" timeOffset="89699.96">20500 6892 335 0,'0'0'10'0,"0"0"3"15,0-8 4-15,0 8 1 0,0-15 0 16,0 15 1-16,-10-15-1 16,1 8 1-16,-6 2-10 15,-1 5-4-15,-1 2-2 16,-3 8-2-16,2 5-1 0,4 2 0 15,1 6 0-15,8-1 0 16,5 3 0-16,8-3 0 16,9-1 0-16,8-7 1 15,7-2 0-15,8-5-1 0,3-4 2 16,3-3-1-16,4-3 0 16,-3-9 1-16,-2 2-1 15,-8-8 1-15,-4-3 0 0,-11-2 0 16,-10-3-1-16,-12-2 1 15,-7 1 0-15,-13 2-2 16,-10 2 1-16,-2 7-1 16,-5 3-1-16,-3 11-5 0,6 2-7 15,4 6-20-15,19 10-48 16,-3 2-3-16</inkml:trace>
  <inkml:trace contextRef="#ctx0" brushRef="#br1" timeOffset="90249.87">22105 6782 326 0,'0'0'9'0,"0"0"4"0,0-12 4 0,0 12 4 16,3-13 0-16,-3 13-1 0,0-16 2 15,0 16-1-15,-10-13-8 16,-1 13-5-16,-3 0-4 16,-1 6-1-16,0 5-3 15,0 1 1-15,0 9-1 0,8 1 0 16,5 0 0-16,2 3 0 16,9 0 0-16,12-3 0 15,3-3 1-15,8-4-1 16,4 0 1-16,5-7 0 15,1-6 0-15,1-2 0 16,-3-5 0-16,-1-7 1 0,-7-2-1 16,-2-10 2-16,-12-2-3 15,-8-4 0-15,-10-2 0 16,0 0 0-16,-21 4 0 0,-3 1 0 16,-8 7 0-16,-4 8 0 15,2 9-6-15,-3 3-10 16,9 5-27-16,3 11-42 15,8 3 1-15</inkml:trace>
  <inkml:trace contextRef="#ctx0" brushRef="#br1" timeOffset="90799.82">23984 6554 396 0,'0'0'8'0,"0"0"4"0,9-10 2 0,-9 10 2 16,5-12 2-16,-5 12 1 16,8-13-1-16,-8 13-8 15,0 0-10-15,0 0 0 0,3 9 0 16,-3 16 0-16,0-1 0 16,2 10 0-16,3 2 0 15,-3 8 0-15,6-1 0 16,-4-5 0-16,5 1 0 0,-2-3 0 15,-2-4 0-15,2-2 0 16,-7-5 0-16,2 0 0 16,-2-3-72-16,-2-11-17 15</inkml:trace>
  <inkml:trace contextRef="#ctx0" brushRef="#br1" timeOffset="92903.42">21598 2829 424 0,'0'0'6'0,"0"-10"3"15,0 10 2-15,6-17 1 16,-2 7 2-16,-1-3 0 16,2 3 0-16,-1-2-7 15,-4 12-7-15,0 0 0 0,5 12 0 16,-5 8 0-16,0 5 0 16,0 7 0-16,0 8 0 15,-2 0 0-15,2 1 0 16,-3-1 0-16,1-5 0 0,2 2 0 15,0-9 0-15,0-2 0 16,0-11-17-16,-10-2-67 16,10-13-2-16</inkml:trace>
  <inkml:trace contextRef="#ctx0" brushRef="#br1" timeOffset="93133.25">21335 2814 355 0,'0'0'8'0,"0"0"5"0,0 0 1 16,5-6 1-16,-5 6 1 15,15-9 1-15,2 2 1 16,6-1 1-16,7-5-8 0,9 1-2 16,9-2-4-16,6-2 0 15,5 4-1-15,3 2-2 16,0 3-2-16,-4-1-12 15,-1-2-46-15,-9 16-24 0,-11 6 0 16</inkml:trace>
  <inkml:trace contextRef="#ctx0" brushRef="#br1" timeOffset="93499.76">21871 3032 413 0,'0'0'2'0,"0"0"0"15,-12 0 0-15,12 0 1 16,-15 7-1-16,15-7 2 16,-12 13 0-16,12-13 2 15,0 15-4-15,4-9 2 0,14 0 0 16,4-2 0-16,3-4 0 15,7 0 1-15,3-4-2 16,1-6 0-16,-4-2 1 0,-5-3 0 16,-3-3 0-16,-11-2 0 15,-5 4 0-15,-8-2 0 16,-10 3-1-16,-10 5-1 16,-5 3 0-16,-3 4-1 0,-4 1-4 15,5 4-6-15,-1 3-17 16,2 5-52-16,13 0-4 15</inkml:trace>
  <inkml:trace contextRef="#ctx0" brushRef="#br1" timeOffset="93750.01">22379 2303 426 0,'0'0'4'0,"0"-14"1"16,2 4 1-16,-2-3 2 0,0 4 1 15,3-2-1-15,-3 11 0 16,0 0 3-16,-5 18-2 16,2 24-1-1,3 21-1-15,3 8-5 0,-1 6-26 16,5 12-54-16,5 5-3 15</inkml:trace>
  <inkml:trace contextRef="#ctx0" brushRef="#br1" timeOffset="99367.14">811 10257 431 0,'0'0'5'0,"0"0"2"16,0-8 1-16,0 8 2 15,0 0-1-15,0 0 1 16,0 0 0-16,-3 8 0 0,1 9-4 15,-1 6-1-15,1 5-5 16,0 4 0-16,-1 5 0 16,-2 1 0-16,1-4 0 15,1 1 0-15,-3-1 0 0,4-1 0 16,-3-6 0-16,0 0 0 16,3-2 0-16,-8-8-3 15,1 1-14-15,-2-8-25 16,2-6-45-16,-2-4-1 0</inkml:trace>
  <inkml:trace contextRef="#ctx0" brushRef="#br1" timeOffset="99766.29">401 10261 315 0,'0'0'7'16,"0"0"3"-16,0 0 3 15,0 0 3-15,0 0 2 16,-5-11 1-16,5 11 1 0,5-10 0 16,2 3-5-16,9 0-3 15,4-1-2-15,6 1-2 16,12-3 0-16,4-3-1 15,8 1-1-15,7-1-1 0,0-1-3 16,7-1-2-16,-1 3 0 16,-6-3 0-16,-7 5 0 15,-3 0 0-15,-12 5 0 16,-5-1 0-16,-11 6 0 0,-6 0 0 16,-13 0 0-16,0 0 0 15,0 14 0-15,-8-7 0 16,1 3 0-16,-3-3 0 0,-3 5 0 15,-1 4-51-15,4-1-37 16,2 2-2-16</inkml:trace>
  <inkml:trace contextRef="#ctx0" brushRef="#br1" timeOffset="100133.9">1082 10612 482 0,'0'0'3'0,"0"0"2"0,0 0-1 16,0 0 1-16,0 0 0 0,0 0 0 16,-10 10-3-16,5 2-2 15,-2 3 0-15,1 3 0 16,1 7 0-16,1 0 0 0,1-1 0 16,3 1 0-16,0-1 0 15,0 0 0-15,0-10-6 16,5 3-19-16,5-5-60 15,-10-12-3-15</inkml:trace>
  <inkml:trace contextRef="#ctx0" brushRef="#br1" timeOffset="100667.14">1360 9801 416 0,'0'0'6'16,"0"0"2"-16,0-7 2 0,0 7 1 16,-5-12 2-16,5 5 0 15,0 7 0-15,0-20 1 16,0 12-7-16,0 8-7 16,16-15 0-16,-2 14 0 0,4 1 0 15,1 0 0-15,1 6 0 16,2 7 0-16,-2 2 0 15,-2 7 0-15,-6 3 0 16,-4 5 0-16,-5-3 0 0,-3 5 0 16,-11-2 0-16,-3 0 0 15,-4-3 0-15,-1-3 0 16,1-1 0-16,0-3 0 16,1-6 0-16,7-4 0 0,10-10 0 15,-8 11 0-15,8-11 0 16,16 0 0-16,3-3 0 15,8-8 0-15,3 4 0 16,8-5 0-16,-3 2 0 0,7 8-10 16,2-3-75-16,-8 0-3 15</inkml:trace>
  <inkml:trace contextRef="#ctx0" brushRef="#br1" timeOffset="101083.27">1684 10474 486 0,'0'0'4'0,"0"0"0"0,0 0 1 0,0 0 1 16,2-8 0-16,-2 8-6 16,14-8 0-16,2 4 0 0,-2-1 0 15,9 0 0-15,2 3 0 16,-3 2-47-16,5-4-40 16,0 4-1-16</inkml:trace>
  <inkml:trace contextRef="#ctx0" brushRef="#br1" timeOffset="101216.25">1674 10618 433 0,'0'0'5'0,"0"0"-1"16,0 0 3-16,0 0 1 0,0 0 0 15,14 4 1-15,7-4 0 16,0-3-3-16,17 3-15 16,-6-10-69-16,18 1-5 15</inkml:trace>
  <inkml:trace contextRef="#ctx0" brushRef="#br1" timeOffset="103049.96">2992 8363 326 0,'0'0'7'15,"0"0"5"-15,0-14 2 0,0 14 2 16,0-18 1-16,0 8-1 16,-4-3 1-16,-8 6-1 15,-1-3-7-15,-4 6-4 0,-7 0-3 16,2 4-1-16,-5 0 0 15,1 4-1-15,-2 0 0 16,1 6 0-16,-2 0 0 16,5 3-1-16,-1 1 1 0,6 4-1 15,-1 0 1-15,2 3 0 16,3 9-2-16,3 2 0 16,4 3 1-16,3 11 0 15,-2 4 0-15,5 11 1 16,-2 5 0-16,1 6-1 0,-1 7 2 15,4 5 0-15,0 5 0 16,0 5 0-16,0 1-1 16,7 3 1-16,-1 2-1 0,4-4 0 15,-3 3 0-15,1-2 0 16,2-3 0-16,-1 0 0 16,-4-1 0-16,-1-5 2 15,-2 1-2-15,-2 0 1 0,0-4 0 16,0-3 0-16,-2-3 0 15,-4 0 1-15,1-2-1 16,-5-6-1-16,6-2 0 16,-4 0 2-16,0-3 0 0,1-2 0 15,0-2 1-15,0-5 0 16,-2-3 0-16,5-1-1 16,1-2 1-16,-2-6-1 15,1-1-1-15,1 2 0 16,-3-5 1-16,-1 4-2 0,2-3 0 15,-2-2 1-15,0 2-1 16,1-8 1-16,-1 5-1 16,0-7 1-16,2-6-1 0,2-3 0 15,-1-4 1-15,0 1-1 16,4-2 0-16,-2-4 1 16,2 1-1-16,0 0 0 15,-3-1 0-15,3 4 1 0,-2 0-1 16,0-1 0-16,-1-1 1 15,-2 2-1-15,-2-1 0 16,5 1 1-16,-4-5-1 0,1-1 1 16,0-3-1-16,5-9 0 15,-4 13 0-15,4-13 1 16,0 0-1-16,0 0 0 16,0 0 0-16,0 8 0 0,0-8 0 15,0 0 1-15,9 10-1 16,-9-10 1-16,13 7-1 15,-6-7 1-15,5 3-1 16,9-1 0-16,4-2 1 16,5 0-1-16,7-2 0 0,9-3 1 15,4 3 0-15,4-4 1 16,2 2-1-16,0 1 2 16,-5-2-3-16,-4 2 0 15,-7 3 0-15,-6-2 0 0,-13 2 0 16,-8 2 0-16,-13-2 0 15,6 12 0-15,-6-12 0 16,-12 13 0-16,0-8 0 0,1-5-58 16,-1 2-26-16,-1-2-3 15</inkml:trace>
  <inkml:trace contextRef="#ctx0" brushRef="#br1" timeOffset="121949.98">3236 8566 464 0,'0'0'6'0,"0"-12"1"15,0 2 1-15,0 0 0 16,-5 0 1-16,-4 0 0 16,-7 0-9-16,2 3 0 15,-9 7 0-15,-4 7 0 0,-1 8 0 16,-2 3 0-16,1 3 0 16,3 7 0-16,5 2 0 15,5-3 0-15,7 0 0 16,4 0 0-16,7-2 0 15,13-3 0-15,7-4 0 0,8-6 0 16,4-2 0-16,6-2 0 16,1-4 0-16,-2-4 0 15,3 0 0-15,-10 0 0 16,4 0-35-16,-6-4-50 0,-11-4-3 16</inkml:trace>
  <inkml:trace contextRef="#ctx0" brushRef="#br1" timeOffset="122417.86">3666 8497 473 0,'0'0'5'16,"0"0"1"-16,0 0 2 0,-2-13 0 15,2 13 0-15,-12-2-5 16,3 2-3-16,-3 0 0 15,-2 7 0-15,-2 13 0 0,0 0 0 16,0 5 0-16,4 4 0 16,-1 4 0-16,8-4 0 15,3 1 0-15,2-4 0 16,7-2 0-16,8-6 0 16,0-7 0-16,3-3 0 0,3-6 0 15,4-4 0-15,1-9 0 16,-1-3 0-16,-3-8 0 15,-3-3 0-15,-3-5 0 0,-7-2 0 16,-6-5 0-16,-3 2 0 16,-7 3 0-16,-9 2 0 15,-1 8 0-15,-5 7 0 16,-1 5 0-16,-1 10 0 16,4 4 0-16,0 14 0 0,5 2 0 15,2 8 0-15,8-1 0 16,5 3 0-16,9-1 0 15,7-1 0-15,2-2 0 0,6-8 0 16,10 2-34-16,-6-3-51 16,8-10-3-16</inkml:trace>
  <inkml:trace contextRef="#ctx0" brushRef="#br1" timeOffset="122783.04">3944 8663 498 0,'0'0'5'0,"0"0"1"0,0 0-4 16,-2-8-2-16,2 8 0 15,0-17 0-15,0 10 0 16,0-6 0-16,2 2 0 16,5 5 0-16,6-2 0 0,2 6 0 15,0-1 0 1,1 3 0-16,3 11 0 0,-5-3 0 15,-1 10 0-15,-5 2 0 16,-6 3 0-16,-2 4 0 16,-10 0 0-16,-3 2 0 0,-3-4 0 15,-2 0 0-15,-2-2 0 16,5-6 0-16,5-2 0 16,3-5 0-16,7-10 0 0,0 10 0 15,2-8 0-15,15-2 0 16,6-4 0-16,5-4 0 15,-1-2 0-15,10 3 0 0,0-9-8 16,3 7-79-16,-2-3-2 16</inkml:trace>
  <inkml:trace contextRef="#ctx0" brushRef="#br1" timeOffset="123399.95">4695 8655 395 0,'0'0'7'0,"0"0"3"0,0 0 2 16,0 0 2-16,0 0 0 16,0-6 2-16,7 2 1 0,8 0 1 15,7-2-10-15,4 2-8 16,3-2 0-16,6-1 0 16,0 2 0-16,2-1 0 15,-5 2 0-15,-2 0 0 16,-3 1 0-16,-2 0 0 0,-10 3 0 15,-5-2 0-15,0 2 0 16,-10 0 0-16,0 0-83 0,0 0-6 16</inkml:trace>
  <inkml:trace contextRef="#ctx0" brushRef="#br1" timeOffset="123850.89">5473 8492 469 0,'0'0'3'0,"0"0"1"0,4-10 2 16,-4 10 1-16,0-18 1 16,0 18-1-16,-2-13 0 15,2 13-7-15,-18-11 0 16,1 11 0-16,0 3 0 15,-3 5 0-15,-2 3 0 0,1 3 0 16,5-1 0-16,0 7 0 16,7-5 0-16,4 2 0 15,5-4 0-15,9 1 0 0,3-1 0 16,11-1 0-16,0 1 0 16,7-3 0-16,-3-2 0 15,3 0 0-15,-6 1 0 0,1 0 0 16,-2-2 0-16,-9 1 0 15,-3-1 0-15,-7 3 0 16,-4 1 0-16,0-11 0 16,-17 14 0-16,0-6 0 15,-6-1 0-15,-4-3 0 0,-1 2 0 16,-4-3 0-16,5-3 0 16,0 2 0-16,4-7-19 0,6-1-65 15,9-1-3-15</inkml:trace>
  <inkml:trace contextRef="#ctx0" brushRef="#br1" timeOffset="124299.95">5843 8437 498 0,'0'0'4'0,"0"0"2"15,0 0-3-15,-3-11-3 16,3 11 0-16,0 0 0 0,-10 0 0 15,10 0 0-15,-17 21 0 16,2-4 0-16,3 8 0 16,0 3 0-16,-1 4 0 15,3 0 0-15,3 3 0 0,7-8 0 16,2 0 0-16,5-4 0 16,8-9 0-16,3-2 0 15,2-6 0-15,4-6 0 16,1-6 0-16,-2-6 0 0,2-2 0 15,0-9 0-15,-6-4 0 16,-1-3 0-16,-9-5 0 16,-4 1 0-16,-5-1 0 15,-7 0 0-15,-5 5 0 0,-8 8 0 16,-1 3 0-16,0 9 0 16,-4 10 0-16,2 2 0 15,3 13 0-15,5 5 0 16,6 7 0-16,6 0 0 0,3 6 0 15,8-1 0-15,8-3 0 16,5-1 0-16,6 1 0 16,1 6-76-16,4-15-12 15</inkml:trace>
  <inkml:trace contextRef="#ctx0" brushRef="#br1" timeOffset="124666.88">6305 8581 480 0,'0'0'6'0,"0"0"2"16,0 0 1-16,-5-13-1 15,5 13-8-15,-2-14 0 0,2 7 0 16,0-3 0-16,0-1 0 16,0 11 0-16,9-12 0 15,1 7 0-15,5 5 0 16,0 0 0-16,0 3 0 15,-1 7 0-15,0-3 0 0,-2 11 0 16,-7-4 0-16,-1 8 0 16,-6-2 0-16,-8 5 0 15,1-3 0-15,-9 3 0 16,-2-3 0-16,-2 0 0 0,-1-2 0 16,3-2 0-16,6-3 0 15,1-3 0-15,10-2 0 16,3-10 0-16,12 7 0 15,9-7 0-15,4-2 0 0,9-1 0 16,-1-11 0-16,9 4-76 16,0 2-15-16</inkml:trace>
  <inkml:trace contextRef="#ctx0" brushRef="#br1" timeOffset="125516.97">3346 9450 421 0,'0'0'7'0,"0"-10"3"0,0 10 1 16,0-14 2-16,-3 1 0 16,1 1 1-16,-4-1 0 0,-1 1-6 15,0 5-8-15,-9 0 0 16,-3 1 0-16,-4 6 0 15,-2 0 0-15,0 3 0 16,-3 7 0-16,0 0 0 0,1 2 0 16,9-2 0-16,3 5 0 15,2-3 0-15,13 0 0 16,0 1 0-16,18-1 0 0,1 1 0 16,9-3 0-16,8-1 0 15,-2 1 0-15,3 2 0 16,3-1 0-16,-6 2 0 15,-4-5 0-15,0 5 0 0,-10-1 0 16,-3-1 0-16,-9 1 0 16,-3 2 0-16,-5-1 0 15,-7 2 0-15,-8-2 0 16,-6-4 0-16,-5 4 0 16,-4-3 0-16,-8 0 0 0,-2-5 0 15,-1 0 0-15,0-4 0 16,6-1 0-16,3-1 0 15,11-2-16-15,-2-4-70 0,18-3-2 16</inkml:trace>
  <inkml:trace contextRef="#ctx0" brushRef="#br1" timeOffset="125950.61">3611 9426 485 0,'0'0'4'0,"0"0"2"0,0 0 1 16,6-10 0-16,-6 10-5 0,0 0-2 16,-6-5 0-16,6 5 0 15,-17 10 0-15,4 7 0 16,1 5 0-16,0 6 0 16,-3 2 0-16,8 2 0 0,2 2 0 15,2-5 0-15,3-1 0 16,5-6 0-16,7-7 0 15,6-5 0-15,5-2 0 0,3-8 0 16,-1-3 0-16,3-7 0 16,-1-5 0-16,-4-2 0 15,-4-8 0-15,-6-2 0 16,-4-5 0-16,-9 2 0 16,0-2 0-16,-9 5 0 0,-7-1 0 15,0 10 0-15,-7 7 0 16,0 6 0-16,-2 5 0 15,8 12 0-15,-3 6 0 16,8 4 0-16,5 5 0 0,5-3 0 16,4 4 0-16,15-1 0 15,1-4 0-15,9 1 0 16,-3 6-73-16,8-15-15 16</inkml:trace>
  <inkml:trace contextRef="#ctx0" brushRef="#br1" timeOffset="126283.25">4013 9629 482 0,'0'0'6'0,"0"0"1"0,-12-10 2 16,12 10-2-16,-7-15-7 16,2 3 0-16,5-1 0 15,0 1 0-15,5-1 0 16,7 3 0-16,4 3 0 0,1 0 0 15,3 7 0-15,0 0 0 16,-1 7 0-16,-1 6 0 16,-6 4 0-16,-5 3 0 0,-7 2 0 15,0 2 0-15,-5 1 0 16,-2 0 0-16,-5-1 0 16,-3 0 0-16,3-8 0 15,-1 2 0-15,6-5 0 16,2-4 0-16,2 1 0 0,3-10 0 15,12 7 0-15,6-7 0 16,7 0 0-16,5-7-32 16,10-3-53-16,9 1-4 0</inkml:trace>
  <inkml:trace contextRef="#ctx0" brushRef="#br1" timeOffset="126767.23">5284 9381 492 0,'0'0'4'0,"0"0"1"16,0 0 1-16,0-12-2 0,0 12-4 15,-20-7 0-15,5 7 0 16,-7 0 0-16,-6 9 0 16,1 6 0-16,-1 7 0 0,1 6 0 15,5 1 0-15,7 3 0 16,8 1 0-16,7-1 0 16,12-2 0-16,8-9 0 15,7-1 0-15,10-4 0 0,5-7 0 16,6-4 0-16,1-5 0 15,3 0-76-15,-1-2-12 16</inkml:trace>
  <inkml:trace contextRef="#ctx0" brushRef="#br1" timeOffset="127199.85">5708 9383 494 0,'0'0'4'0,"0"0"2"0,0 0 1 16,0 0-7-16,0 0 0 16,0 0 0-16,-7 8 0 15,-3 2 0-15,-5 10 0 16,0 5 0-16,-2 4 0 0,2 3 0 16,2 1 0-16,3-1 0 15,10-5 0-15,3-2 0 16,10-5 0-16,4-8 0 0,8-5 0 15,2-7 0-15,5 0 0 16,-4-7 0-16,2-11 0 16,0-1 0-16,-5-8 0 15,-6-3 0-15,-6-6 0 0,-3 0 0 16,-8-1 0 0,-2 2 0-16,-7 0 0 0,-9 8 0 15,-3 5 0-15,-4 12 0 16,1 5 0-16,-3 8 0 0,6 9 0 15,1 10 0-15,1 3 0 16,9 5 0-16,8 2 0 16,2 3 0-16,11-6 0 15,4 1 0-15,6-10 0 0,9 5 0 16,8-10-86-16,0-5-3 16</inkml:trace>
  <inkml:trace contextRef="#ctx0" brushRef="#br1" timeOffset="127549.98">6135 9512 493 0,'0'0'5'16,"0"0"1"-16,0 0 1 0,0 0-7 16,0-12 0-16,0 12 0 15,0-15 0-15,6 8 0 16,4-6 0-16,7 5 0 15,-2 0 0-15,5 2 0 0,0 3 0 16,2 3 0-16,-1 3 0 16,-9 4 0-16,0 8 0 15,-4 0 0-15,-8 8 0 16,0-1 0-16,-8 3 0 0,-4-1 0 16,-6 1 0-16,-1-3 0 15,-5 1 0-15,7-6 0 16,3 0 0-16,6-5 0 15,4-1 0-15,4-11 0 0,19 6 0 16,5-6 0-16,12-1 0 16,9-2 0-16,6-7-68 15,7-5-20-15</inkml:trace>
  <inkml:trace contextRef="#ctx0" brushRef="#br1" timeOffset="129066.56">3631 10434 378 0,'0'0'8'0,"0"0"2"15,0-13 1-15,0 13 1 16,-2-12 1-16,2 12 1 0,-16-12-1 16,9 12 1-16,-5 0-6 15,-6 10-4-15,6 2-1 16,-5 6-2-16,5-1 0 15,2 7 0-15,2-1-1 16,5 0 0-16,3 2 0 0,7-6 0 16,7-2 0-16,10-2 1 15,4-6 0-15,7-3 1 16,2-6 0-16,5 0 0 0,0-10 0 16,-4-5 0-16,1-3 1 15,-12-4 0-15,-4-3-1 16,-16-1-2-16,-7-2 0 0,-5 1 0 15,-16 2 0-15,-3 3 0 16,-8 1 0-16,0 9 0 16,-3 5 0-16,5 7 0 15,5 2-9-15,4 7-11 0,-12 10-63 16,31 1-3-16</inkml:trace>
  <inkml:trace contextRef="#ctx0" brushRef="#br1" timeOffset="129649.89">5547 10332 445 0,'0'0'5'0,"0"0"1"0,0 0 0 16,0 0 1-16,-7-4 0 16,-3 4 0-16,-1 0 0 15,-1 2 0-15,-6 8-5 0,6 1 0 16,3 7-2-16,1 5 1 16,8-3 0-16,5 2 0 15,7 0 0-15,16-2 0 16,2-3 1-16,7-7-2 0,7 0 1 15,1-8 1-15,0 1-2 16,0-3 0-16,-6-5 0 16,-6-5 0-16,-6-2 0 15,-9-5 0-15,-11-3 0 16,-7-2 0-16,-7-3 0 16,-11-3 0-16,-7 3 0 0,-2 3 0 15,-3 2 0-15,0 5 0 16,3 5 0-16,2 10 0 15,3 0-6-15,12 10-15 0,10 5-64 16,3 3-2-16</inkml:trace>
  <inkml:trace contextRef="#ctx0" brushRef="#br1" timeOffset="130168.24">7381 10201 458 0,'0'0'5'0,"0"0"2"16,12-8 2-16,-12 8 1 15,13-10 1-15,-13 10 0 16,7-9-11-16,-7 9 0 0,7-11 0 16,-7 11 0-16,0 0 0 15,0 8 0-15,-2 4 0 16,0 6 0-16,2 7 0 0,-3-1 0 16,1 8 0-16,2 4 0 15,0-3 0-15,0 0 0 16,0-3 0-16,0 0 0 15,0-8 0-15,0 0 0 0,0-11 0 16,2 1 0-16,-2-12 0 16,3 13-22-16,-3-13-67 15,0 0-3-15</inkml:trace>
  <inkml:trace contextRef="#ctx0" brushRef="#br1" timeOffset="130919.06">7287 8591 396 0,'0'0'5'0,"0"0"3"0,0 0 1 16,-9-5 1-16,9 5 2 15,-12-3-1-15,12 3 1 16,-16 0 0-16,3 5-5 16,3 6-2-16,-1 3-2 0,4 4-1 15,2 4-1-15,3 3 1 16,2 2-2-16,5-3 1 15,8 1 0-15,-1-5 1 0,8-2-1 16,4-4 1-16,1-7 0 16,5-7 0-16,0 0 1 15,0-9-1-15,-3-8-2 16,-2-6 0-16,-3-2 0 16,-9-4 0-16,-6-6 0 15,-7-2 0-15,-7 2 0 0,-9 0 0 16,-5 5 0-16,-4 6 0 15,-4 7 0-15,-1 9 0 16,4 8 0-16,0 5 0 0,5 13 0 16,6 8-4-16,3 29-74 15,7-17-9-15</inkml:trace>
  <inkml:trace contextRef="#ctx0" brushRef="#br1" timeOffset="131366.6">7305 9369 446 0,'0'0'4'0,"0"0"1"16,-6 0 1-16,6 0 0 16,-17 0 0-16,4 5 1 0,1 4-1 15,-1 1 1-15,-2 8-5 16,2 2 0-16,6 2-2 16,5 0 1-16,2 0-1 15,7-1 0-15,6-2 1 0,4-5-1 16,10-1 1-16,1-8 1 15,4-5-1-15,-6 0 1 16,8-9 1-16,-9-7 0 16,-5-2-3-16,-8-1 0 0,-7-6 0 15,-5-1 0-15,-12 1 0 16,-6-3 0-16,-7 6 0 16,1 4 0-16,-6 4 0 0,5 7 0 15,-3 3-36-15,11 4-49 16,7 6-2-16</inkml:trace>
  <inkml:trace contextRef="#ctx0" brushRef="#br1" timeOffset="132083.26">8544 8440 428 0,'0'0'6'0,"0"0"4"0,0-10 0 16,0 10 1-16,-6-10 0 0,6 10 1 15,-12-15-1 1,3 13 1-16,-7 2-12 0,2 0 0 15,-4 10 0-15,4 7 0 16,-4 3 0-16,6 4 0 16,1 1 0-16,9 5 0 15,2-3 0-15,4 0 0 0,12-4 0 16,4-4 0-16,3-6 0 16,8-6 0-16,1-2 0 15,4-5 0-15,-4-5 0 16,-4-8 0-16,0-1 0 0,-12-5 0 15,-2-4 0-15,-8-4 0 16,-6 0 0-16,-12-3 0 16,-3 2 0-16,-8 7 0 0,-4 3 0 15,-1 8 0-15,-7 8 0 16,8 4 0-16,-3 9-10 16,-9 17-75-16,21 7-2 0</inkml:trace>
  <inkml:trace contextRef="#ctx0" brushRef="#br1" timeOffset="132567.82">8566 9251 453 0,'0'0'5'0,"0"0"0"0,-8-13 2 0,8 13 1 16,-14-10 0-16,1 4 0 15,1 6-1-15,-3 0 1 16,-2 8-6-16,1 5-2 0,7 4 0 15,-4 5 0-15,8 0 0 16,5 3 0-16,0 0 0 16,13-3 0-16,1-5 0 0,7-2 0 15,-2-2 0-15,8-6 0 16,1-4 0-16,-1-3 0 16,-4-5 0-16,-5-10 0 15,1 0 0-15,-7-5 0 0,-6-2 0 16,-6-6 0-16,-6 3 0 15,-11 0 0-15,-1 6 0 16,-3 2 0-16,-2 7 0 16,-7 8 0-16,5 2 0 0,-5 12 0 15,16-7-67-15,-4 22-20 16,1 5 0-16</inkml:trace>
  <inkml:trace contextRef="#ctx0" brushRef="#br1" timeOffset="133049.96">8452 10132 431 0,'0'0'5'0,"0"0"2"0,0 0 0 0,-8-6 1 16,8 6 0-16,-12 0-1 16,7 3 1-16,-6 7 0 15,4 5-6-15,-2 5-1 0,3 5-1 16,4 2 0-16,2-3 0 15,2 7 0-15,11-9-1 16,2 0 1-16,4-7 0 16,4-8 0-16,0-3 0 15,4-4 0-15,-3-4 2 16,-1-9 1-16,-3-3 1 0,-5-5 0 16,-8-2 0-16,-4-5-1 15,-3 3-3-15,-10-3 0 16,-5-2 0-16,-8 9 0 15,1-2 0-15,-8 8 0 0,6 8 0 16,-3 7 0-16,1 7-27 16,26 11-58-16,-20 7-3 15</inkml:trace>
  <inkml:trace contextRef="#ctx0" brushRef="#br1" timeOffset="133416.9">8496 11175 485 0,'0'0'2'0,"0"0"2"0,0 0 3 0,0 0-1 16,0 0 1-16,0 0-7 16,0 4 0-16,3 6 0 0,-3 5 0 15,0 5 0-15,0 5 0 16,0 9 0-16,0 4 0 15,0 5 0-15,0-2 0 0,0 5 0 16,-3-10-7-16,1 3-79 16,0-3-2-16</inkml:trace>
  <inkml:trace contextRef="#ctx0" brushRef="#br1" timeOffset="134168.19">3760 11403 409 0,'0'0'5'0,"0"0"4"0,0 0 2 0,0 0 0 16,0 0 1-16,0 0-1 0,-9 0 1 15,1 9-1-15,0 5-4 16,1 10-3-16,-3-2-3 15,6 5 0-15,1 2-1 16,3 1 0-16,7-2 0 0,8-6 0 16,5-2 0-16,5-8 0 15,7-5 1-15,1-4 0 16,1-3 0-16,1-7 1 0,0-5 0 16,-6-8-2-1,-1 0 0-15,-10-3 0 0,-6-4 0 16,-7 0 0-16,-5 0 0 15,-10-1 0-15,-10 2 0 0,-10 8 0 16,2 3 0-16,-1 8 0 16,-6 7-15-16,13 2-68 15,2 15-2-15</inkml:trace>
  <inkml:trace contextRef="#ctx0" brushRef="#br1" timeOffset="134667.6">5562 11347 412 0,'0'0'5'0,"0"0"1"0,-10-1 0 16,10 1 1-16,-17 0 1 0,4 1 0 15,-2 9 1-15,-3 5-1 16,4 3-3-16,1 2-2 15,6 3 0-15,4 2 0 16,6-4-1-16,10-1 0 0,6-5 0 16,13-8 0-16,3 0 1 15,13-7-1-15,-4-4 0 16,4-8 0-16,-3-1 1 16,-1-7-1-16,-7-1 0 0,-9-4 0 15,-8 2 0 1,-13-5-2-16,-7 3 0 0,-10 4 0 15,-7-1 0-15,-8 4 0 16,-8 11-4-16,-1 1-12 0,1 6-67 16,1 10-1-16</inkml:trace>
  <inkml:trace contextRef="#ctx0" brushRef="#br1" timeOffset="135216.94">7262 11226 453 0,'0'0'4'0,"0"0"1"0,-16-9 1 0,9 6 1 15,-5 3 1-15,-6 0-1 16,-1 0 1-16,-6 8 0 0,2 7-3 16,1 1-5-16,2 7 0 15,5-1 0-15,8 2 0 16,7 0 0-16,2-5 0 16,16-4 0-16,4-5 0 15,10-5 0-15,6-5 0 0,4-2 0 16,2-11 0-16,-1-2 0 15,-6-3 0-15,-2-1 0 16,-13-6 0-16,-7 3 0 0,-11-3 0 16,-8 1 0-16,-16 1 0 15,-9 7 0-15,-6 2 0 16,-8 4 0-16,6 10-21 16,5 0-64-16,2 6-2 0</inkml:trace>
  <inkml:trace contextRef="#ctx0" brushRef="#br1" timeOffset="136166.41">8754 8110 351 0,'0'0'6'0,"0"0"2"0,0 0 0 15,0 0 0-15,0 0 3 16,6-3-1-16,9 1 2 16,7 0-1-16,11-2-4 15,6 0-1-15,9 0-1 0,3 4 0 16,-1-3-1-16,0 3-1 16,-3 3 0-16,-10 5-1 15,-10 3 0-15,-4 14 0 0,-11 12 1 16,-7 10 0-16,-5 13-1 15,-2 17 1-15,-3 10 1 16,0 17 0-16,-2 12 1 16,2 8-2-16,3 7-1 0,2 5-1 15,9 1 0-15,1-2-1 16,3 4 0-16,-1-3 0 16,6-2 0-16,-4 0 1 15,1 0 0-15,-5-3 1 0,0 0 0 16,-8-2 0-16,3 1 1 15,-5-7-1-15,0-2 1 16,-5-2-3-16,5-7 0 16,-2-1 0-16,2-4 0 0,0-10 0 15,4-3 0-15,7-5 0 16,1-10 0-16,6-2 0 16,-6-8 0-16,3-7 0 15,-3-5 0-15,-2-8 0 0,-4-6 0 16,1-10 0-16,-7 1 0 15,0-15 0-15,-8-1 0 16,3-3 0-16,-5-8 0 0,1-2 0 16,-4-3 0-16,3 1 0 15,-8-3 0-15,2-3 0 16,-7 1 0-16,-2-3 0 16,-5-1 0-16,0 5 0 0,-7-4 0 15,0-1 0-15,-13 4 0 16,3 0 0-16,-3 2 0 15,1 0 0-15,1 0 0 16,4 0 0-16,4 0 0 16,12-5-34-16,9 5-52 0,4-8-3 15</inkml:trace>
  <inkml:trace contextRef="#ctx0" brushRef="#br1" timeOffset="137466.87">10049 8229 340 0,'0'0'9'0,"8"-18"5"0,-8 6 3 15,5-5 1-15,-5 0 1 0,0-5 0 16,-5-1 0-16,-8 2 1 15,-12 3-10-15,-5 8-4 16,-9 5-3-16,-10 5-1 16,-4 15-1-16,-2 3 0 0,-2 5-1 15,-3 6 1-15,11 6 0 16,2 3-1-16,12 4 1 16,12 0 0-16,13 6-1 15,10 1-1-15,13 6 1 16,12 2 0-16,5 7 1 0,7 5-1 15,3 7 0-15,2 4 1 16,0 7-1-16,-8 5 0 16,0 4 0-16,-4 8 0 0,-9 5 0 15,-1 0 0-15,-8 6 0 16,1 4-1-16,-8-1 2 16,0 3 0-16,-5 2 2 15,0 0-1-15,0-7 0 0,-2 3-2 16,-3-2 0-16,-2-6 0 15,1-4 0-15,-1-6 0 16,-1-7 0-16,-1-5 0 16,-2-1 0-16,4-12 0 0,-3-4 0 15,2-6 0-15,3-8 0 16,1-1 0-16,-1-7 0 16,2-6 0-16,1-3 0 15,0-3 0-15,2-3 0 0,-3-3 0 16,1-3 0-16,-4 4 0 15,1-3 0-15,0-1 0 16,0-1 0-16,-2-1 0 16,1 1 0-16,-1-9 0 0,2 1 0 15,-2 0 0-15,5-6 0 16,-3-2 0-16,0-1 0 16,5-11 0-16,-8 12 0 15,8-12 0-15,0 0 0 0,0 0 0 16,0 0 0-16,0 0 0 15,0 0 0-15,0 0 0 16,0 0 0-16,0 0 0 0,0 0 0 16,0 0 0-16,13 0 0 15,1 0 0-15,7-5 0 16,6 0 0-16,5 0 0 16,10 0 0-16,6 0 0 0,1-1 0 15,1 0 0-15,3 4 0 16,-7-1 0-16,0 3 0 15,-9 0 0-15,-8 0 0 16,-9 0 0-16,-7 0 0 16,-13 0 0-16,0 0 0 0,0 12 0 15,-5-7 0-15,-6 0 0 16,2 0 0-16,-3 2 0 16,12-7-73-16,-13 3-15 15</inkml:trace>
  <inkml:trace contextRef="#ctx0" brushRef="#br1" timeOffset="138683.28">10365 8460 398 0,'0'0'8'0,"0"0"3"16,0 0 3-16,0-13 2 15,0 13 1-15,3-15 1 16,-3 15 0-16,2-12-7 0,-2 12-11 16,0 0 0-16,0 0 0 15,2 23 0-15,-2 2 0 16,0 1 0-16,-2 9 0 16,0-1 0-16,-1 6 0 15,-2 0 0-15,0-5 0 0,2-6 0 16,-2-1 0-16,3-6 0 15,2-3 0-15,-2-3 0 16,-1-4 0-16,3-4 0 16,0-8 0-16,-6 9 0 0,6-9 0 15,0 0-71-15,0 0-18 16</inkml:trace>
  <inkml:trace contextRef="#ctx0" brushRef="#br1" timeOffset="139684.98">11555 9388 375 0,'0'0'10'0,"0"0"2"16,-3-14 3-16,3 14 3 15,-2-12 1-15,2 12 2 16,-2-18 0-16,2 18-1 16,-3-10-20-16,3 10 0 0,0 4 0 15,0 9 0-15,3 7 0 16,1 0 0-16,-4 7 0 16,5 4 0-16,1 0 0 15,-4-1 0-15,3 0 0 0,0-6 0 16,0 4 0-16,-4-7 0 15,5-3 0-15,-4 0 0 16,-2-6 0-16,4-2 0 16,-4-10 0-16,0 10 0 0,0-10 0 15,0 0-9-15,0 0-78 16,0 0-1-16</inkml:trace>
  <inkml:trace contextRef="#ctx0" brushRef="#br1" timeOffset="140583.31">13120 10351 426 0,'0'0'7'0,"0"0"2"16,0 0 2-16,0 0 1 0,0 0 0 15,0 0 0-15,0 0 1 16,7 8-4-16,-4 5-9 16,-3 4 0-16,0 3 0 15,0 5 0-15,0 3 0 16,3 1 0-16,0 1 0 0,2-2 0 15,-5-2 0-15,4-1 0 16,-1-3 0-16,2-1 0 16,-5-5 0-16,2-1 0 0,-2 0 0 15,0-15 0-15,0 14 0 16,0-14-26-16,-17 6-60 16,17-6-2-16</inkml:trace>
  <inkml:trace contextRef="#ctx0" brushRef="#br1" timeOffset="141899.85">15029 11169 422 0,'0'0'7'0,"0"-10"3"16,0 10 3-16,4-9 1 15,-4 9 1-15,2-10-1 16,-2 10 2-16,0 0-16 16,3 10 0-16,-3 9 0 0,0 6 0 15,-3 3 0-15,3 3 0 16,-2 7 0-16,2-3 0 16,0 3 0-16,2-9 0 15,1 0 0-15,3-4 0 16,-1-3 0-16,0-4 0 0,-3-4 0 15,0-3 0-15,-2-11 0 16,0 0-40-16,0 0-46 16,0 0-3-16</inkml:trace>
  <inkml:trace contextRef="#ctx0" brushRef="#br1" timeOffset="143517.19">14695 8707 391 0,'0'0'7'16,"0"0"2"-16,0 0 2 16,0 0 2-16,0 0 0 0,0 0 1 15,0 0-1-15,0 0 0 16,0 0-5-16,0 0-4 16,0 8-2-16,0-8 0 15,0 11-1-15,0-11 1 0,5 11 2 16,-5-11 0-16,13 2-4 15,-1-4 0-15,4-10 0 16,1-3 0-16,3-10 0 16,-3-5 0-16,8-7 0 0,-8-5 0 15,0-5 0-15,-4-6 0 16,-4-3 0-16,-3-7 0 16,-6 3 0-16,-7 2 0 15,-5 1 0-15,-2 10 0 0,0 7 0 16,-1 11 0-16,-2 6 0 15,4 18 0-15,1 5 0 16,0 15 0-16,-1 13 0 16,6 6 0-16,2 11 0 0,2 4 0 15,3 11 0-15,10-3 0 16,4-1 0-16,7 2 0 16,1-9 0-16,6-4 0 15,-1-7 0-15,3-7 0 0,-4-6 0 16,-1-3 0-16,-4-7-3 15,1-5-83-15,-2 0-2 16</inkml:trace>
  <inkml:trace contextRef="#ctx0" brushRef="#br1" timeOffset="143900.16">15155 8499 462 0,'0'0'7'0,"0"0"2"0,0 0 2 16,-12-7 1-16,12 7-2 16,-7-10-10-16,7 10 0 0,-6-18 0 15,6 8 0-15,0 10 0 16,18-14 0-16,0 9 0 16,-1 0 0-16,3 5 0 15,-1 0 0-15,4 2 0 0,-5 6 0 16,-4 2 0-16,-3 8 0 15,-4-2 0-15,-7 1 0 16,0 8 0-16,-13-4 0 16,1 0 0-16,-8 2 0 0,3-3 0 15,-4-6 0-15,-1 2 0 16,12-7 0-16,1-2 0 16,9-7 0-16,0 11 0 15,7-11 0-15,9 0 0 16,12-3 0-16,8-5 0 0,-6 1 0 15,10 6 0-15,12-7-67 16,-18 2-22-16</inkml:trace>
  <inkml:trace contextRef="#ctx0" brushRef="#br1" timeOffset="144616.6">11347 8601 400 0,'0'0'7'0,"0"0"2"0,0 0 1 16,0 0 2-16,0-10-1 15,0 10 0-15,0 0 1 16,-16 2-1-16,9 8-5 16,-2 5-3-16,0 8-2 15,0 1 0-15,6 4 0 0,3 4 0 16,3-3 0-16,6-1 0 16,12-4 0-16,1-6 0 15,8-4 1-15,2-9-1 16,5-2 1-16,0-3-1 15,5-5 1-15,-4-7-1 0,-8-5 1 16,0-3-2-16,-8-3 0 16,-7-7 0-16,-5 1 0 15,-8-6 0-15,-7 1 0 0,-7 0 0 16,-8 8 0-16,-7-1 0 16,-2 10 0-16,0 6 0 15,-3 9 0-15,5 7-17 16,24 10-66-16,-11 2-3 15</inkml:trace>
  <inkml:trace contextRef="#ctx0" brushRef="#br1" timeOffset="145319.32">13150 8504 447 0,'0'0'5'0,"0"0"2"0,0 0 2 0,0 0 0 16,-2-12 1-16,2 12 0 15,0 0 0-15,-12-3-6 16,12 3-4-16,-16 12 0 15,4 4 0-15,2 4 0 0,0 1 0 16,3 9 0-16,2 0 0 16,5 1 0-16,2-5 0 15,10-1 0-15,9-3 0 0,6-7 0 16,5-5 0-16,5-6 0 16,3-4 0-16,-3-2 0 15,1-8 0-15,-3-4 0 16,-10-4 0-16,-6-4 0 0,-8-3 0 15,-9-4 0-15,-4 1 0 16,-14-1 0-16,-7 4 0 16,-6 5 0-16,-1 3 0 15,-2 14 0-15,-3 3 0 0,7 8-39 16,1 13-47-16,3 9-3 16</inkml:trace>
  <inkml:trace contextRef="#ctx0" brushRef="#br1" timeOffset="145833.01">13056 9557 456 0,'0'0'4'0,"0"0"3"0,0-10 0 0,0 10 2 16,0-10-1-16,0 10 1 15,-12-5 0-15,1 5-7 0,-1 5-2 16,-6 9 0-16,6 7 0 16,-3 1 0-16,0 5 0 15,11 1 0-15,1-1 0 16,6-4 0-16,13-1 0 0,9-11 0 16,3 0 0-16,7-7 0 15,7-4 0-15,-4-7 0 16,-2-5 0-16,2-3 0 15,-11-8 0-15,-7 1 0 0,-8-8 0 16,-9 4 0-16,-8-7 0 16,-18 5 0-16,-4 2 0 15,-10 6 0-15,-7 5 0 16,1 3-47-16,-6 14-38 16,1 11-2-16</inkml:trace>
  <inkml:trace contextRef="#ctx0" brushRef="#br1" timeOffset="146499.93">10395 9599 287 0,'0'0'9'0,"0"0"5"0,-13-5 5 15,13 5 0-15,-17 0 2 16,7-2 1-16,-5 2-1 0,0 0 1 16,0 2-7-16,2 5-7 15,-2 4-3-15,6 1-2 16,-1 2-1-16,2 6 0 0,4 0-1 16,4 5-1-16,2-4 0 15,8 0 1-15,7-1 0 16,9-5 1-16,-1-8 0 15,9-1 0-15,3-6 1 0,0-6 0 16,0-9 1-16,-2-2 0 16,-3-7 1-16,-4-1 0 15,-8-7-1-15,-8-4 1 16,-12 2-5-16,-5-1 0 0,-12 6 0 16,-10-1 0-16,-3 13 0 15,-5 4 0-15,1 13 0 16,-4 2-19-16,-2 21-64 15,20 9-2-15</inkml:trace>
  <inkml:trace contextRef="#ctx0" brushRef="#br1" timeOffset="147116.06">10501 10664 400 0,'0'0'5'0,"0"0"2"16,0 0 1-16,-9-10 0 15,9 10 2-15,-20-3 0 16,8 3 0-16,-4 3 0 16,2 5-4-16,-2 4-3 0,4 1 0 15,3 6-1-15,0 1-2 16,7-3 1-16,2 4-1 16,5-2 0-16,8-2 1 0,6-7 0 15,6-5 0-15,5-5 0 16,10 0 1-16,2-8 0 15,-2-3 1-15,-1-9-1 0,-3 0 1 16,-10-5 0-16,-8 0 0 16,-8-2 0-16,-10-1 0 15,-5 3-3-15,-12 4 0 16,-3 3 0-16,-8 3 0 0,3 11 0 16,-2 4 0-16,5 2-9 15,2 10-7-15,11 3-67 16,6 7-3-16</inkml:trace>
  <inkml:trace contextRef="#ctx0" brushRef="#br1" timeOffset="147499.92">11533 10458 464 0,'0'0'4'0,"0"0"0"16,0 0 2-16,-6-9-1 16,6 9 1-16,-12-5 0 0,0 5 0 15,-1 5-1-15,4 8-2 16,1 3-1-16,0 7-2 16,6 1 0-16,2 4 0 15,10-1 0-15,2-4 0 0,13-4 0 16,1-4 0-16,6-9 0 15,5-5 0-15,2-2 0 16,-6-10 0-16,1-6 0 0,-6-3 0 16,-11-5 0-16,-5-2 0 15,-9-3 0-15,-10 0 0 16,-14-2 0-16,-8 7 0 16,-8 3 0-16,-5 10 0 0,-4 7 0 15,-3 5 0-15,2 17-3 16,-2 28-67-16,10-13-16 15</inkml:trace>
  <inkml:trace contextRef="#ctx0" brushRef="#br1" timeOffset="148150">10340 11524 453 0,'0'0'4'0,"0"0"2"0,-9 0 0 0,9 0 1 0,-13 10 0 15,5-3 0-15,-5 8 0 16,4 2 0-16,-1 1-5 16,5 5-1-16,5 2-1 15,0-6 0-15,9 1 0 0,12-1 1 16,3-7-1-16,12-6 3 15,3-3-3-15,10-3 0 16,1-6 0-16,-2-6 0 16,-1-5 0-16,-8-4 0 0,-3 2 0 15,-12-9 0-15,-11 4 0 16,-11-1 0-16,-6-2 0 16,-12 2 0-16,-11 3 0 15,-3 4 0-15,-7 6 0 0,5 9 0 16,-6 3 0-16,11 5 0 15,2 5 0-15,13 8-49 16,12 7-36-16,5-1-3 16</inkml:trace>
  <inkml:trace contextRef="#ctx0" brushRef="#br1" timeOffset="148549.76">11602 11454 465 0,'0'0'5'15,"-2"-7"1"-15,2 7 1 0,-11-13 1 16,2 5 1-16,-1 4-1 16,-3 4-5-16,-1 0-3 15,0 4 0-15,0 10 0 16,2 4 0-16,-1 3 0 0,8 4 0 15,5-1 0-15,3-4 0 16,12 5 0-16,4-12 0 16,11-2 0-16,3-2 0 0,5-9 0 15,1-3 0-15,3-9 0 16,1-1 0-16,-4-7 0 16,-9-4 0-16,-2-1 0 15,-12-5 0-15,-5 1 0 16,-11-1 0-16,-13 3 0 0,-6 4 0 15,-14 6 0-15,-2 7 0 16,-5 7 0-16,-2 9 0 16,4 5 0-16,12 10-80 15,3 6-7-15</inkml:trace>
  <inkml:trace contextRef="#ctx0" brushRef="#br1" timeOffset="149133">13177 11364 492 0,'0'0'3'16,"0"0"3"-16,0-18 0 0,0 11-2 16,-7-4-4-16,0-1 0 15,-6 2 0-15,-4 2 0 16,-1 6 0-16,1 7 0 0,-7 8 0 16,6 6 0-16,0 5 0 15,11 6 0-15,4 5 0 16,3-6 0-16,16 7 0 0,3-11 0 15,11-3 0-15,4-8 0 16,7-4 0-16,-2-10 0 16,3 0 0-16,-4-10 0 15,-5-4 0-15,-7-6 0 0,-8-2 0 16,-6-6 0 0,-12-2 0-16,-5 4 0 0,-14-2 0 15,-9 8 0-15,-6 3 0 16,-1 10 0-16,-8 7-33 15,8 3-53-15,11 5-3 0</inkml:trace>
  <inkml:trace contextRef="#ctx0" brushRef="#br1" timeOffset="150016.85">14695 9449 466 0,'0'0'4'0,"0"0"2"16,0 0 0-16,0 0 1 15,-4-9 0-15,-6 9 0 16,-3 0 1-16,1 10-8 16,-2 5 0-16,-4 8 0 0,6 1 0 15,1 7 0-15,4 0 0 16,7 2 0-16,2-3 0 15,10-6 0-15,6-4 0 0,10-5 0 16,1-5 0-16,1-9 0 16,3-1 0-16,-1-11 0 15,-5-2 0-15,-2-4 0 0,-6-5 0 16,-8-5 0-16,-6-3 0 16,-5-3 0-16,-11 1 0 15,-8 5 0-15,-6 2 0 16,-2 8 0-16,-8 7 0 0,4 10 0 15,5 7 0-15,-19 13-80 16,28 10-8-16</inkml:trace>
  <inkml:trace contextRef="#ctx0" brushRef="#br1" timeOffset="150499.94">14723 10449 448 0,'0'0'6'0,"0"0"1"0,-6-7 2 0,6 7 0 0,-9-4 1 16,9 4-1-16,-17 0 1 15,5 8-7-15,-1 4-3 16,3 6 0-16,0 2 0 0,-1 2 0 16,5 3 0-16,3 0 0 15,3-3 0-15,3-3 0 16,10-2 0-16,-1-4 0 15,13-5 0-15,0-6 0 0,5-2 0 16,2-10 0-16,0-4 0 16,0-6 0-16,-2-3 0 15,-2-2 0-15,-14-1 0 16,-7-4 0-16,-7 3 0 0,-2 2 0 16,-17 0 0-16,-6 8 0 15,-5 7 0-15,-3 2 0 16,1 8 0-16,-2 0-8 15,-5 10-77-15,18 3-2 16</inkml:trace>
  <inkml:trace contextRef="#ctx0" brushRef="#br1" timeOffset="151316.6">15362 8155 348 0,'0'0'7'0,"0"0"3"0,0 0 1 16,-10-15 4-16,10 15 0 15,-8-10 2-15,8 10-1 16,-10-15 1-16,10 5-6 15,7 0-3-15,9 0-2 16,7 0-3-16,11-2 0 0,6 0-2 16,6 2 0-16,7 0 0 15,-3 3-1-15,-3 5 1 16,-5 2-1-16,-4 6 1 0,-14 17 1 16,-11 17 0-16,-6 9 1 15,-7 20-1-15,-10 13 0 16,-4 15 1-16,1 12 0 15,1 12-1-15,-1 4-2 16,8 0 0-16,5 4 0 0,0 0 0 16,9 0 0-16,7-1 0 15,-4 1 0-15,1 0 0 16,1-2 0-16,-1 4 0 0,-5 0 0 16,-4-4 0-16,-1-2 0 15,-3 0 0-15,-5-1 0 16,-2-8 0-16,-4-7 0 15,2-5 0-15,1-10 0 16,-1-7 0-16,3-8 0 16,4-6 0-16,2-15 0 0,0-3 0 15,0-11 0-15,2-9 0 16,0-8 0-16,2-9 0 16,-4-4 0-16,0-14 0 0,0 14 0 15,0-14 0-15,0 0 0 16,-11 10 0-16,2-6 0 15,-9 0 0-15,-4 4 0 0,-10 2 0 16,-9 0 0-16,-5 0 0 16,-9 4 0-16,-3-1 0 15,-4 2 0-15,5 10 0 16,15-10-65-16,-13 4-25 0</inkml:trace>
  <inkml:trace contextRef="#ctx0" brushRef="#br1" timeOffset="159482.99">16363 8026 375 0,'0'0'6'0,"0"0"5"15,8-18 0-15,-8 18 1 16,0-14-1-16,0 4 1 16,-13 2 0-16,-2-1 1 0,-7 1-7 15,-8 6-3-15,-2-1-2 16,-5 3 0-16,-1 5 0 16,-2 3 0-16,5 4-1 15,3 0 0-15,1 3-1 0,10 5 1 16,4 0-1-16,10 5 1 15,2 4-1-15,7 3 1 16,8 5 0-16,4 5 0 0,6 6 2 16,3 4 0-16,2 7-1 15,-1 1 0-15,-4 7 2 16,1 4-1-16,-5 6 1 16,-3 4 0-16,-5 6-1 15,-4 6 0-15,-1-2 2 0,-3 3-1 16,2 0-1-16,-2 0 0 15,0 1-1-15,0-4 1 16,0-5 1-16,0 0-3 0,0-2 0 16,0-8 0-16,-2 1 0 15,-5 0 0-15,2-3 0 16,0-2 0-16,2-6 0 16,0 4 0-16,1-3 0 15,2-3 0-15,0 1 0 0,0-3 0 16,2-4 0-16,1-2 0 15,0-2 0-15,-1 0 0 16,-2-3 0-16,0 0 0 16,0-1 0-16,-2-6 0 0,-4 1 0 15,4-3 0-15,-3-5 0 16,0 1 0-16,0-2 0 16,1-3 0-16,1-4 0 0,-3 1 0 15,4-5 0-15,2 0 0 16,0-3 0-16,-2-2 0 15,2 0 0-15,-3 0 0 16,3-4 0-16,-2 5 0 16,2-4 0-16,-3 3 0 0,1 8 0 15,-3-2 0-15,2 2 0 16,-1-3 0-16,-2 0 0 16,1 0 0-16,1-6 0 0,-1 1 0 15,2-13 0-15,3-7 0 16,-2 10 0-16,2-10 0 15,0 0 0-15,0 0 0 16,0 0 0-16,-5 10 0 16,5-10 0-16,0 0 0 0,0 0 0 15,0 0 0-15,-3 11 0 16,3-11 0-16,0 0 0 16,0 0 0-16,-3 11 0 15,3-11 0-15,0 0 0 0,0 0 0 16,0 0 0-16,-2 10 0 15,2-10 0-15,0 0 0 16,0 0 0-16,0 10 0 16,0-10 0-16,0 0 0 0,0 0 0 15,0 13 0-15,0-13 0 16,0 0 0-16,0 0 0 16,0 0 0-16,-5 10 0 0,5-10 0 15,0 0 0-15,0 0 0 16,0 0 0-16,0 0 0 15,0 0 0-15,0 0 0 16,0 0 0-16,0 0 0 16,0 0 0-16,7 8 0 0,6-8 0 15,4 0 0-15,6 0 0 16,11 0 0-16,0-4 0 16,15 0 0-16,-7 1 0 0,3 0 0 15,-1 3 0-15,-4 0 0 16,-7 0 0-16,-9 6 0 15,-6-4 0-15,-6 3 0 16,-12-5 0-16,8 8 0 0,-8-8 0 16,0 0 0-16,0 0 0 15,-6 7 0-15,6-7 0 16,-12 4 0-16,12-4 0 16,-9 6 0-16,9-6 0 0,-11 4 0 15,11-4 0-15,-7 22-55 16,7-22-36-16</inkml:trace>
  <inkml:trace contextRef="#ctx0" brushRef="#br1" timeOffset="167283.1">18149 8346 459 0,'0'0'5'0,"0"0"3"0,0 0 0 15,0 0 2-15,0 0 0 0,6 3 1 16,-6-3-11-16,12 1 0 15,0-1 0-15,8 0 0 16,3-1 0-16,7-2 0 0,2 0 0 16,5-2 0-16,-2-1 0 15,-1 5 0-15,-6-4 0 16,-3 3 0-16,-7-1 0 16,-6 0 0-16,-12 3 0 0,12 0 0 15,-12 0 0-15,0 0 0 16,-5-2 0-16,5 2 0 15,-12 0 0-15,12 0 0 16,-18 0 0-16,18 0-62 0,-14 0-28 16</inkml:trace>
  <inkml:trace contextRef="#ctx0" brushRef="#br1" timeOffset="172850.76">17235 10238 400 0,'0'0'6'16,"0"0"1"-16,-10-10 2 15,10 10 1-15,-22-12 2 16,7 7-1-16,-8 0 1 0,-3 3 1 15,-2 2-5-15,-4 4-3 16,2 12-1-16,-2 0-1 16,7 7-2-16,2 7 1 0,9-1 0 15,8 0-1-15,6 2 0 16,15-1 0-16,13-5 0 16,4-6 1-16,10-1-2 15,10-9 0-15,6-4 0 0,1-5 0 16,-1-2 0-16,-7-8 0 15,-6-10 0-15,-8 2 0 16,-11-3 0-16,-14-4 0 16,-12-5 0-16,-12 5 0 0,-11 0 0 15,-7 3 0-15,-5 6 0 16,1 3 0-16,-2 9-5 16,5 3-14-16,6 6-64 15,12 8-4-15</inkml:trace>
  <inkml:trace contextRef="#ctx0" brushRef="#br1" timeOffset="173333.31">18815 10154 418 0,'0'0'6'0,"0"0"1"0,0-7 3 15,0 7 2-15,0-10-1 0,0 10 1 16,-7-8 0-16,7 8 0 15,-20 0-5-15,5 3-3 16,2 9-4-16,-3 3 0 16,5 2 0-16,1 6 0 15,6-1 0-15,4 0 0 0,4 0 0 16,12-5 0-16,5-2 0 16,9-5 0-16,3-2 0 15,1-5 0-15,7-3 0 16,-7-3 0-16,-1-9 0 15,-5-1 0-15,-4-6 0 0,-10-6 0 16,-9 3 0-16,-5-9 0 16,-2 7 0-16,-15-3 0 15,-7 7 0-15,0-1 0 0,-4 14 0 16,1 0-12-16,6 10-28 16,-2 7-45-16,5 4-2 15</inkml:trace>
  <inkml:trace contextRef="#ctx0" brushRef="#br1" timeOffset="175049.97">20562 10045 438 0,'0'0'6'16,"0"0"3"-16,8-5 1 16,-8 5 3-16,9-12 0 15,-9 12 1-15,11-13-6 0,-11 13-8 16,9-9 0-16,-9 9 0 16,5 6 0-16,-2 7 0 15,-1 5 0-15,0 4 0 0,4 3 0 16,-3 2 0-16,1 3 0 15,-1-3 0-15,-1 0 0 16,5 0 0-16,-7-9 0 16,4 10-7-16,15-15-80 15,-19 0-2-15</inkml:trace>
  <inkml:trace contextRef="#ctx0" brushRef="#br1" timeOffset="175849.59">20312 8308 397 0,'0'0'6'0,"0"0"2"16,0 0 3-16,-3-9 0 15,3 9 2-15,-6-11 0 0,6 11 0 16,-12-7 0-16,0 5-6 15,2 2-2-15,0 4-2 16,3 10-1-16,-5-3-2 16,11 7 1-16,1 6 0 15,0 0 0-15,13-3 0 0,1 2 0 16,11-4 1-16,0-5 0 16,7-3-2-16,3-9 0 15,-2-2 0-15,-1-2 0 16,-5-9 0-16,-2-8 0 15,-10 0 0-15,-5-9 0 0,-5-4 0 16,-7 3 0-16,-9-7 0 16,-6 4 0-16,-8 5 0 15,5 5 0-15,-7 8 0 0,-1 3 0 16,2 11 0-16,0 7-12 16,2 11-17-16,6 12-52 15,6 7-3-15</inkml:trace>
  <inkml:trace contextRef="#ctx0" brushRef="#br1" timeOffset="176285.08">20266 9228 453 0,'0'0'3'0,"0"0"1"16,0 0 0-16,-12 0 1 15,-2 2 0-15,3 6-1 16,-1 1 1-16,-6 4 0 15,1 2-3-15,2 4 0 0,8 1-2 16,2 0 1-16,5 2-1 16,3-2 1-16,9-3 0 15,7-4 0-15,6-3 0 0,1-8 0 16,5-2 1-16,-1-5 0 16,0-7 0-16,-3-3 0 15,-7-8 1-15,-5-2-1 16,-8-4-2-16,-7-4 0 15,-7 4 0-15,-8 0 0 0,-5 2 0 16,-5 4 0-16,4 1-7 16,-2-6-59-16,0 21-17 15</inkml:trace>
  <inkml:trace contextRef="#ctx0" brushRef="#br1" timeOffset="176949.93">21050 8211 380 0,'0'0'8'0,"0"0"2"16,0 0 1-16,0 0 2 15,0-7-1-15,0 7 0 16,-9 0 0-16,0 0 1 15,-1 3-8-15,-3 9-2 0,1 3-2 16,2 2-1-16,0 6 1 16,5 2-1-16,5-6 2 15,2 6-1-15,8-5 1 16,5-5 1-16,3-3 0 0,2-5 0 16,5-4 1-16,-3-6 0 15,3-6 0-15,-1-5 0 16,-3-10-4-16,-7 0 0 15,-3-3 0-15,-7-6 0 0,-4 4 0 16,-9-1 0-16,-7 8 0 16,0 9 0-16,-10 2 0 15,1 11 0-15,-4 11-2 16,6 18-17-16,1 7-63 0,2 6-1 16</inkml:trace>
  <inkml:trace contextRef="#ctx0" brushRef="#br1" timeOffset="177417.17">21022 9205 450 0,'0'0'4'0,"0"0"0"16,0 0 0-16,-8 0 0 0,8 0 0 15,-12 8 0-15,12-8 0 16,-15 15 1-16,10 0-5 15,2-3 0-15,3 2 1 0,0 4-1 16,8-1 0-16,4-4 1 16,3-1-1-16,0-4 1 15,3-3 0-15,1-5 1 16,2 0 0-16,-5-4 1 16,2-8 0-16,-6-2 2 0,-3-4-1 15,-7-4 1-15,-2 1-5 16,-2-2 0-16,-12 0 0 15,-5 6 0-15,-1 4 0 0,-5 6 0 16,2 7 0-16,-1 6-31 16,4 8-52-16,0 5-3 15</inkml:trace>
  <inkml:trace contextRef="#ctx0" brushRef="#br1" timeOffset="177917.21">21206 9990 476 0,'0'0'3'0,"0"0"0"0,0 0 1 16,0 0 0-16,0 0-1 0,-5-2 1 15,5 2 0-15,-13 5 0 16,1 8-3-16,6 1-1 15,-1 1 0-15,0 5-1 16,5-3 1-16,2 4 0 0,4-5-1 16,6 1 1-16,5-6 0 15,8-4 1-15,1-4-1 16,3-3 1-16,-1-3 0 16,-1-7 0-16,0-2 2 15,-9-3-3-15,-3-5 0 0,-8 2 0 16,-5-1 0-16,-8 4 0 15,-6 0 0-15,-3 7 0 16,-11 3-4-16,5 8-23 0,14 7-56 16,-16 5-4-16</inkml:trace>
  <inkml:trace contextRef="#ctx0" brushRef="#br1" timeOffset="178249.77">21228 10949 462 0,'0'0'1'0,"0"0"2"0,0 8 1 0,0 4 0 15,-5 3 3-15,0 2 0 16,0 10 0-16,-2 6 0 16,-1 6 0-16,1 4-5 15,4 3-2-15,1-1-3 0,4 2-78 16,3 3-3-16</inkml:trace>
  <inkml:trace contextRef="#ctx0" brushRef="#br1" timeOffset="178966.59">17263 11269 403 0,'0'0'5'15,"0"0"3"-15,0 0 0 0,0 0 2 16,0 0 0-16,-11-5 1 15,11 5-1-15,-7 5 0 16,0 4-4-16,2 4-3 0,0 2-1 16,5 5-1-16,0 0-1 15,3 2 1-15,11-3 0 16,4-3 1-16,3-1-1 16,12-8 0-16,-1-2 1 0,8-5 0 15,2-5 0-15,-2-8 0 16,-2-2 0-16,-6-4 0 15,-8-3 1-15,-8-3 0 16,-9 0-3-16,-7-3 0 16,-10 3 0-16,-8 6 0 15,-3 2 0-15,-4 4-2 0,-5 6-7 16,7 7-9-16,0 12-30 16,9 3-35-16,9 0-1 15</inkml:trace>
  <inkml:trace contextRef="#ctx0" brushRef="#br1" timeOffset="179349.93">18782 11130 465 0,'0'0'3'0,"0"0"2"15,-4-8 1-15,4 8 0 16,-13-10 0-16,1 8 1 16,0-1 0-16,-8 3-1 15,2 0-6-15,-3 8 0 0,-2 5 0 16,7 2 0-16,2-1 0 16,4 4 0-16,8 0 0 15,2-4 0-15,12 1 0 16,2-8 0-16,9-4 0 0,5-1 0 15,1-2 0-15,1-8 0 16,2-1 0-16,-4-7 0 16,-8-1 0-16,-3 1 0 15,-10-5 0-15,-7 2 0 0,-5-2 0 16,-11 7 0-16,-7-4 0 16,-2 11 0-16,-10 3-9 15,10-14-62-15,0 23-17 16</inkml:trace>
  <inkml:trace contextRef="#ctx0" brushRef="#br1" timeOffset="179867.26">20328 10962 422 0,'0'0'6'0,"0"0"2"16,0 0 3-16,0 0 0 16,0 0 1-16,0-13 0 15,0 13 0-15,-7 0-1 0,-5 8-5 16,2 4-6-16,2 0 0 16,-1 6 0-16,0-1 0 15,7 8 0-15,2-5 0 16,8-3 0-16,7-2 0 0,10-2 0 15,0-7 0-15,7 0 0 16,-2-6 0-16,0-3 0 16,-9-6 0-16,2-4 0 15,-10-5 0-15,-11-1 0 16,-2-1 0-16,-14-4 0 0,-7 4 0 16,-3-1 0-16,-6 7 0 15,-2 4 0-15,-6 2-22 16,11 8-62-16,2 0-3 15</inkml:trace>
  <inkml:trace contextRef="#ctx0" brushRef="#br1" timeOffset="184535.18">21969 8297 324 0,'0'0'10'0,"0"0"5"16,5-9 5-16,-5 9 2 15,9-9 2-15,-9 9 2 0,12-17 2 16,-3 6 0-16,-9 11-14 16,9-14-14-16,-9 14 0 15,10-11 0-15,-10 11 0 0,5 6 0 16,-3 6 0-16,2 6 0 16,-4 3 0-16,2 4 0 15,3 5 0-15,-3 2 0 16,2 1 0-16,2-4 0 0,1 1 0 15,-4-5 0-15,7 0 0 16,-8-8 0-16,3 1 0 16,-2-7 0-16,-3-1 0 15,0-10 0-15,2 10 0 0,-2-10 0 16,0 0 0-16,0 0 0 16,0 0 0-16,0 0 0 15,0 0 0-15,-10-10 0 16,10 10 0-16,-7-10 0 0,7 10 0 15,-10-9 0-15,10 9 0 16,0 0 0-16,-5-11-5 16,5 11-86-16,0 0-3 15</inkml:trace>
  <inkml:trace contextRef="#ctx0" brushRef="#br1" timeOffset="187633.26">23755 9193 365 0,'0'0'8'16,"0"0"4"-16,0 0 2 0,0 0 1 15,0 0 3-15,0 0 0 16,5-5 1-16,-5 5 1 15,12 0-8-15,-4 0-2 0,5 0-10 16,1-3 0-16,4 0 0 16,1 3 0-16,6-1 0 15,-2-2 0-15,-3-1 0 16,-1 1 0-16,1 0 0 0,-8 1 0 16,-1-1 0-16,-11 3 0 15,7-2 0-15,-7 2 0 16,0 0-39-16,0 0-45 15,0 0-3-15</inkml:trace>
  <inkml:trace contextRef="#ctx0" brushRef="#br1" timeOffset="197767.2">20925 7835 240 0,'0'0'7'0,"0"0"5"15,0 0 1-15,0 6 3 0,0-6-1 16,0 0 3-16,0 0 0 16,0 12 1-16,0-12-5 15,10 0-3-15,0 2-2 16,3-2-1-16,6 2-1 15,6 1-1-15,2-3-1 0,6 0-1 16,1 3-2-16,1-1 1 16,0 3-1-16,0 3 0 15,-8-1 0-15,2 5 0 16,-6 1 1 0,-5 5-3-16,-4-2 2 0,-4 7 0 15,-2-2-1-15,-3 2 0 16,-3 2 1-16,1 2-1 15,-1 1 0-15,3-1 1 0,-3 5-1 16,4 0 0-16,1-3 1 16,-2 2-1-16,0 1 0 15,-3-3 1-15,3 0-1 0,-2-1 0 16,-1-6 0-16,2 3-1 16,-2 0 1-16,-2 0-2 15,2 0 0-15,3-3-1 0,0 3 1 16,-3-3-1-16,3 3 0 15,-2-2 1-15,-1-4-1 16,4 4 1-16,-4-4 1 16,1-1-1-16,-3 1 1 15,7-1 0-15,-3-1-1 0,1 2 1 16,4-3 0-16,-2-1 0 16,0 2 0-16,0-3 0 15,1 4 0-15,-3 0 0 16,2-1 0-16,-2-1 1 0,0 1-1 15,0 0 0-15,1-1 0 16,-1-1 0-16,-1 1 0 16,1 1 1-16,0 0-1 0,0 0 0 15,1-2 0-15,-4 5 1 16,0-2-1-16,1 2 0 16,-1-1-1-16,1 1 1 15,-1 3-1-15,0-4 0 0,1 4 1 16,2-4-1-16,-3 6 1 15,-2-3 0-15,1 3 0 16,-1-3 0-16,0 3 0 16,0 2 0-16,0 0 0 15,-1-2 0-15,-4 3 0 0,0-4 0 16,3 1 0-16,-3 0 0 16,0 0 0-16,3 2-1 15,-4-2 1-15,4 1 0 16,-1 2 0-16,-1 2-1 0,1 0 1 15,1 0 0-15,-1 1 0 16,0 0 0-16,2 1 0 16,-2 0 0-16,1-1-1 0,-1-1 1 15,0 1-1-15,0-2 1 16,-1-1 0-16,4-4-1 16,0 3 1-16,0-2-1 15,0 0 1-15,0-3 0 0,0 3 0 16,0-3 0-16,0 6 0 15,0-1 0-15,2 3 0 16,0-1 2-16,1 3-1 16,3 0 0-16,-1-2 0 15,2 3 0-15,0-4 1 0,0 1-1 16,4-3 0-16,-4 1 0 16,3 1 0-16,-7-4 1 15,9-1-1-15,-5 4 0 16,0-1 0-16,-1 1 0 0,-1 1 0 15,-3-4-1-15,3 3 1 16,-2 1-1-16,-1-4 1 16,0 2-1-16,-2-2 1 0,3 2-1 15,-3-5 0-15,2 3 0 16,1-1 1-16,-1 1 0 16,2-2 0-16,-2 4 0 15,0-5 0-15,1 6 1 0,-1-3-1 16,1-2 1-16,-3 5-1 15,0 0 0-15,0-6 0 16,0 5-1-16,0 4 1 0,0-4 0 16,0 2 0-16,0 0 0 15,0 2 0-15,-3-1 1 16,3-1-1-16,0-2 1 16,0 5-1-16,-2-2 0 15,2 0-1-15,-3-3 0 0,-1 4 1 16,-2-8-1-16,-2 2 0 15,1 0 0-15,0-8 0 16,-1 1 2-16,-2-6 0 16,-2 1 0-16,2-3 1 15,-5 0 0-15,-3-1 0 0,-1-1 0 16,-11 2 2-16,-2-1-5 16,-6 2 0-16,-6 1 0 15,-4 1 0-15,-1-1 0 0,-4-2 0 16,3 0 0-16,6-9-7 15,5-1-75-15,6-1-4 16</inkml:trace>
  <inkml:trace contextRef="#ctx0" brushRef="#br1" timeOffset="199067.31">21850 7922 275 0,'0'0'6'0,"0"0"1"0,-6-11 2 16,6 11 2-16,-10-7 0 16,1 3 2-16,-4-3 0 15,-4 4 0-15,-1-2-5 0,-1 5 0 16,-6 1-1-16,2 6-3 16,-4 4-1-16,4 3-1 15,1 2 1-15,2 7 0 16,3 4 0-16,2 2 0 0,5 7-1 15,3 3 1-15,6 5 1 16,1 6 1-16,1 5-1 16,11 7 0-16,0 2-1 0,1 5 1 15,-3 8-1-15,-1 2 1 16,2 5-3-16,-4 3 1 16,-4 3-1-16,-3 4 0 15,0 0 1-15,-5 2 1 0,0 1 0 16,-1-1 0-16,1 6 1 15,5-5 0-15,0 2-1 16,0-2 1-16,0-6-1 16,5 1 0-16,1-3-2 15,1 0 0-15,-2-4 0 0,5-6 1 16,-5-3-1-16,3-1 0 16,-2-9-1-16,2 2 1 15,3-6 0-15,-7-1-1 16,4-2 0-16,-4-1 0 0,1-1 0 15,-5-3 0-15,0 1 1 16,0-5 1-16,0-1 0 16,0-7-1-16,0 2 1 0,-2-7 0 15,-1 1 0-15,1-3 0 16,0-3-1-16,-1-3-1 16,1 0 1-16,2 2 0 15,-3-2-1-15,3-1 1 0,0-1-1 16,0 0 1-16,0 3 0 15,0-5-1-15,0 2 1 16,3-2-2-16,-1 0 1 16,1 0-1-16,-1-1 1 15,0 1-1-15,-2 0 0 0,3-2 1 16,-1-2-1-16,-2-1 1 16,0-1 1-16,3-1-1 15,-3 0 0-15,2-4 0 0,-2 4 1 16,0-3-1-16,0-4 1 15,0 3 0-15,0-3 0 16,0 2-1-16,0-1 1 16,3-4 0-16,-3-8-1 15,3 13 1-15,-3-13-1 0,7 12 1 16,-7-12 1-16,10 7-2 16,-10-7 0-16,18 10 0 15,-9-7 0-15,3 2 0 0,6-2 0 16,2-2 0-16,4-1 0 15,1 3 0-15,8-3 0 16,-1 0 0-16,1 0 0 16,-2 0 0-16,-3-3 0 15,-6 2 0-15,-4-6 0 0,-3-3-76 16,-15 10-11-16</inkml:trace>
  <inkml:trace contextRef="#ctx0" brushRef="#br1" timeOffset="204150.06">21880 9257 301 0,'0'0'6'0,"0"0"4"0,0 0 4 0,0-7 1 16,0 7 1-16,0 0 1 0,0 0 0 16,2-10-1-16,-2 10-5 15,0 0-5-15,-6 11-2 16,-1 0-2-16,2 3-1 16,-2 7-1-16,2-1 2 0,3 1-2 15,2 4 1-15,0-5-1 16,9 0 1-16,1-2 1 15,8-8 0-15,1-3 2 16,6-7 0-16,5 0 1 16,-3-7 1-16,1-6 1 0,-1-4 0 15,-7-3 1-15,0-5-2 16,-13 1 0 0,-7-1-1-16,-3 0-2 0,-9 0 0 0,-5 8-3 15,-3 2 0-15,-2 5-3 16,-3 10-1-16,0 3-5 15,5 17-6-15,-5-1-19 16,3 13-49-16,11 3 1 0</inkml:trace>
  <inkml:trace contextRef="#ctx0" brushRef="#br1" timeOffset="204733.25">21951 10163 369 0,'0'0'7'0,"0"0"3"0,-5-9 2 15,5 9 1-15,-8-12 1 16,8 12 1-16,-17-10-1 0,8 7 0 16,-4 3-7-16,2 8-2 15,-1 4-3-15,2 2-2 16,3 6 0-16,2 5-1 16,3-2 0-16,2-1 0 15,7 0 1-15,3-4 0 0,5-6 0 16,5-5 1-16,2-1 0 15,6-6 0-15,-6 0 1 16,2-8 0-16,-1-5 1 16,-8-3 0-16,-3-8 0 0,-7 0 0 15,-5 2 0-15,-9-2-1 16,-9 0-2-16,-1 10-2 16,-11 2-5-16,5 12-15 15,15 5-60-15,-15 7-2 0</inkml:trace>
  <inkml:trace contextRef="#ctx0" brushRef="#br1" timeOffset="205866.59">22853 8332 371 0,'0'0'6'0,"0"0"2"0,-5-8 1 0,5 8 0 16,-12-8 1-16,1 5-1 16,-1 3 1-16,-1 0 1 15,-1 3-7-15,2 5-1 0,-1 6-2 16,6-2 0-16,2 6 0 16,5-1-1-16,10-2 1 15,5 0 0-15,9-4 0 0,3 0 1 16,6-5 0-16,1-6 1 15,2 0 2-15,-4-8 0 16,-4-5 1-16,-4-4 0 16,-6-3 1-16,-6-5-2 0,-10 1 0 15,-4-4-1-15,-8 7-2 16,-4-3-1-16,-7 8-1 16,-4 1-2-16,3 12-6 0,-4 0-7 15,12 9-28-15,2 6-40 16,4 3 0-16</inkml:trace>
  <inkml:trace contextRef="#ctx0" brushRef="#br1" timeOffset="206383.31">24110 8242 381 0,'0'0'6'0,"0"0"0"0,-7-3 0 15,7 3 1-15,-15 0 1 16,15 0-1-16,-15 5 1 16,2 0-1-16,4 5-4 15,-1 5-1-15,5 2-1 0,-1-2 0 16,6 3 0-16,4 1 1 15,3-5-1-15,10-1 1 16,1-3 1-16,0-2 1 16,8-6 1-16,-3-2 1 15,-1-5 0-15,-3-6 1 0,-3-7 0 16,-4-6 0-16,-7 0-1 16,-5-1-1-16,-5 1-2 15,-12-1 0-15,-8 10-3 16,-7 0 0-16,-3 15-4 15,-10 0-10-15,3 15-67 0,3 8-2 16</inkml:trace>
  <inkml:trace contextRef="#ctx0" brushRef="#br1" timeOffset="207216.26">24961 8247 352 0,'0'0'6'0,"0"0"1"15,0 0 3-15,0 0 1 16,-6-5-2-16,6 5 1 0,-10 0 0 15,10 0 0-15,-17 14-5 16,9-1-3-16,1-1-1 16,2 6-1-16,0-1 0 15,5-1 1-15,3 2 1 0,9-5 0 16,3-1 1-16,4-9 2 16,4-1 0-16,2-2 2 15,-1-5 1-15,1-10 0 0,0-2 0 16,-7-8-1-16,-1 0 0 15,-9-2-2-15,-3 0-1 16,-5-3-1-16,-5 6 0 16,-13 7-3-16,1 0 0 15,-5 13 0-15,-1 4-3 0,-2 10-3 16,-2 5-6-16,10 14-21 16,-1 4-48-16,6 5-3 15</inkml:trace>
  <inkml:trace contextRef="#ctx0" brushRef="#br1" timeOffset="207716.25">25044 9049 381 0,'0'0'8'0,"0"0"0"0,-9-5 1 16,9 5 2-16,-12 0-1 15,-1 0 1-15,3 3-2 0,-5 1 1 16,5 8-6-16,0 6-3 16,6 0-1-16,-2 4-1 15,6 0 0-15,6-2 1 16,3 2 0-16,6-4-1 0,5-8 2 16,-1-3 0-16,4-5 2 15,-1-2 2-15,-4-4 0 16,1-9 1-16,-3-1 0 15,-4-9 1-15,-7-2-1 16,-3 0 0-16,-2-2-2 0,-10 3-2 16,1 4-2-16,-4 2 0 15,-4 11 0-15,-3 2-8 0,5 7-7 16,-5 13-40-16,7 8-28 16,3 1-2-16</inkml:trace>
  <inkml:trace contextRef="#ctx0" brushRef="#br1" timeOffset="208201.57">25067 9867 427 0,'0'0'5'0,"0"0"2"0,0-10 1 16,0 10 0-16,0 0 0 15,-10-6 0-15,10 6 0 16,-10 0-1-16,2 8-4 0,4 2-2 16,-1 5-2-16,2 0 0 15,3 2 0-15,0 0 0 16,8-1 1-16,4-2-1 0,5-6 1 16,4-1-1-16,0-4 1 15,2-3 0-15,0-6 1 16,-4-4 1-16,-1-2 0 15,-6-5 1-15,-4-3 0 16,-8 3-1-16,-2-3 1 0,-9 0-1 16,-6 8-1-16,-3 0-1 15,-5 9-5-15,-3 3-8 16,7 7-33-16,-2 11-37 16,3 4-1-16</inkml:trace>
  <inkml:trace contextRef="#ctx0" brushRef="#br1" timeOffset="208616.43">25087 10699 392 0,'0'0'7'0,"0"0"2"0,0 0 2 0,0 0 1 16,0 0 0-16,5 7 2 16,-5 6 0-16,0 5 0 0,-2 1-6 15,-3 11-3-15,-1 2-2 16,1 5 0-16,3 5-1 16,-1-2 0-16,1-6 1 15,2 1-6-15,0-5-4 0,0 2-17 16,5-7-56-16,-3-6-5 15</inkml:trace>
  <inkml:trace contextRef="#ctx0" brushRef="#br1" timeOffset="209532.81">22234 11018 330 0,'0'0'5'0,"0"0"5"16,0 0 0-16,-7-12 4 0,7 12 2 15,-18-5-1-15,4 3 1 16,-2 2 0-16,0 0-4 16,-2 7-4-16,1 5-1 15,1 6-2-15,4-1-2 0,4 1 0 16,6 4-2-16,2-5 1 15,0 1 0-15,13-9-2 16,4 1 1-16,5-7 0 0,6-2 0 16,4-1 1-16,0-6-1 15,3-7 1-15,-3 1 0 16,-4-5 0-16,-8-4 0 16,-6 3-1-16,-5-5-1 15,-9 3 0-15,-4 2 0 0,-10 2-1 16,-4 5 0-16,-1 4-2 15,-2 5-3-15,5 4-3 16,-5 7-6-16,8 2-33 0,8 8-32 16,5 1-3-16</inkml:trace>
  <inkml:trace contextRef="#ctx0" brushRef="#br1" timeOffset="209899.65">23106 10870 424 0,'0'0'3'0,"0"0"1"0,-7 0 0 16,-3 0 2-16,-5 2-1 16,-1 6 1-16,4-1 0 15,-4 6 0-15,0-1-2 0,7 2-2 16,4 4 0-16,5-3-1 15,9 2 0-15,7-4 0 16,5-3 2-16,9-6-2 16,4 1 1-16,3-5-1 15,2-2 1-15,-2-8-1 0,-2-2 0 16,-5-3 2-16,-10-3-3 16,0-1 1-16,-13-1 0 15,-7-2-1-15,-7 4 0 16,-11 6-3-16,-4-1-3 15,0 9-5-15,-5-2-9 0,-1 9-61 16,5 7-2-16</inkml:trace>
  <inkml:trace contextRef="#ctx0" brushRef="#br1" timeOffset="210317.93">24272 10713 385 0,'0'0'3'0,"0"0"1"0,0 0 2 16,-10 0 0-16,10 0 1 15,-12 15 0-15,1-6 0 0,-1 3 1 16,-1 0-3-16,4 5-2 16,1 1-2-16,4-4 1 15,1 1-1-15,3-3-1 0,10-2 2 16,2-4 0-16,8-4 0 16,5-2 2-16,3-5 1 15,1-8 1-15,-1 0 1 16,-4-8-1-16,-1-4 1 0,-8 0-1 15,-10-2 0-15,-8-3-2 16,-12 1-1-16,-8 5-1 16,-9 3-1-16,0 8-3 15,-10 7-5-15,3 8-13 0,11 8-62 16,1 1-3-16</inkml:trace>
  <inkml:trace contextRef="#ctx0" brushRef="#br1" timeOffset="213567.07">24650 7747 319 0,'0'0'8'0,"0"0"1"0,0 0 3 15,0 0 0-15,0 0 3 16,0-11 2-16,10 8-1 0,4 1 1 16,4-2-6-16,9-1-3 15,6-4 0-15,4 5-2 16,7-6-1-16,-1 5-1 0,-1-3-1 16,-2 1-1-16,-5 2 0 15,-5 3-1-15,-6-1 0 16,-7 3 0-16,-6 0-1 15,-1 5 0-15,-3 5 1 0,-7 3-1 16,5 1 0-16,-1 4 0 16,1 4 1-16,1 3-1 15,1-1 1-15,1 4 1 16,-4-1 0-16,6 0 1 16,-4 1-1-16,1-4 0 15,0 1 0-15,0 0 1 0,-1-1-1 16,-1 1-2-16,-3-2 1 15,0 2 0-15,4-1 0 16,-2-4 0-16,-1 5-1 0,-1 0 1 16,3-3 0-16,1 3-1 15,-1 0 1-15,2-3 0 16,-5 2-1-16,3-1 1 0,0-3-1 16,1 1 1-16,-6 0 0 15,2-2-1-15,1-1 2 16,-3-1-2-16,0 2 0 15,0 2 0-15,0-6-2 0,-5-1 2 16,5 4 0-16,0-3-1 16,0 0 0-16,0-1 1 15,0 1 0-15,0-5 0 16,0 3 0-16,0-1 0 0,0 0 0 16,0-2 1-16,0 0-1 15,0 2 0-15,2-1 0 16,-2-1 0-16,0 0 0 15,0-3 0-15,3 3 1 16,-1 0-1-16,-2-10 0 0,0 11 0 16,0-11 0-16,5 17 0 15,-5-17 0-15,2 11 0 16,-2-11 0-16,5 10 0 0,-5-10 0 16,0 12 0-16,0-12 0 15,0 16 2-15,0-16-2 16,5 12 0-16,-5-12 0 15,3 15 0-15,-3-15 0 0,3 14 0 16,-3-14 0-16,4 13 0 16,-4-13 0-16,3 17 0 15,-3-9 0-15,2 2 0 0,1-3 0 16,-1 4 0-16,0 0 0 16,1-1 0-16,-3 2 0 15,2 1 0-15,1-3 0 16,-3 0 0-16,0 1 0 15,2 3 0-15,-2 0 0 16,3-4 0-16,-3 0 0 0,3 5 0 16,-1-5 0-16,1 3-2 15,-1-1 4-15,-2-2-2 16,2 2 0-16,-2 3-2 16,3-2 1-16,-3-1 1 0,0 1-1 15,0 1 0-15,0 1 0 16,0-2 1-16,0-1-1 15,0 0 0-15,0-2 1 0,2 3-1 16,-2-1 1-16,3-2 0 16,-3 2-1-16,0 3 1 15,0-3 0-15,0 1 0 16,-3-1-1-16,1 2 1 16,2 2 0-16,-3-4-1 0,3 3 1 15,0-3 0-15,0 3-1 16,0 1 1-16,0-2-1 15,0 1 1-15,0 0 0 16,3-1 0-16,-3-1 0 0,0 2-1 16,0-3 1-16,0 3 0 15,0-2 0-15,0-3 0 16,0 2 0-16,0-2 0 0,0 0 0 16,-3 2 0-16,3-3 0 15,0 2 0-15,-2-2 0 16,2 2 0-16,-2-1-1 0,2-1 1 15,0 2 0-15,-3-2 0 16,3 4 0-16,-2-3 0 16,2 2 0-16,-3-2-1 15,0-1 1-15,1 4 0 16,2-3 0-16,0 2 0 16,0-2 0-16,0 1 0 0,0-3 0 15,0 3-1-15,0-1 1 16,2 3 0-16,1-4 0 15,-3-2 0-15,3 4-1 16,-3-1 1-16,0 2 0 0,0-2 0 16,0 0 0-16,0-1 0 15,0 2 0-15,0 1-1 16,0 1 1-16,0-4 0 0,0 1 0 16,0 0 0-16,-3 2 0 15,0-2 0-15,1 0 0 16,2 0 0-16,0 0 0 15,0 0 0-15,0 0-1 0,0-3 1 16,0 5 0-16,0-2 0 16,0 1 0-16,0-4 0 15,0 5-1-15,0-4 1 16,0 4 0-16,0 1 0 16,0-4 0-16,0-1-1 0,0 2 1 15,0 0 0-15,0-1 0 16,0 4 0-16,0-3-1 15,0 0 1-15,0 0 0 16,0-3 0-16,0 5 0 0,0-1 0 16,0 2 0-16,0-5 0 15,0 3 0-15,0-1 0 16,0-1 0-16,0 1-1 16,0-2 1-16,0 2 0 15,0 0 0-15,2-1-1 0,1 1 2 16,0 0-1-16,-1 3 1 15,1-1-1-15,-1 1 1 0,0 2 0 16,-2-3-1-16,3 2 0 16,-3 2 0-16,0-2 0 15,2 1 0-15,1 3 0 16,-3-1-1-16,2 2 1 0,0-1-1 16,1 2 1-16,3 0-1 15,-6-1 1-15,0 1 0 16,2 2-1-16,1 1 1 15,-1-1 0-15,-2 0 0 16,0-1 0-16,0 5 0 0,0-2 0 16,0-1 0-16,0 0 0 15,0 1 0-15,0 1-1 16,0 3 1-16,0-3 1 0,0 0 1 16,0 0-1-16,0-1 0 15,0-2 1-15,0-2-1 16,2 2 1-16,-2-2 0 15,0-3-2-15,0 3 1 0,0-2-1 16,0 1 1-16,-2-1-1 16,0-1 0-16,-1 3 0 15,1-5 1-15,2 2-1 16,-3-2 0-16,0 0 1 16,3 2-1-16,-3 1 0 0,1-4 1 15,0 4-1-15,-1-1 1 16,1-2-1-16,-1 1 0 15,1 1 0-15,0-6 0 16,2 3 0-16,0-6 1 0,0 5-1 16,0-3 0-16,0 3 0 15,-3-4 0-15,3 1 0 16,-2 0 1-16,2 0-1 0,-3 5 0 16,0-8 1-16,1 3-1 15,2 3-1-15,0-1 0 16,0 1 1-16,0 1-1 15,-3-4 0-15,3 3 0 0,0-1 0 16,3 1 0-16,-3-3 1 16,0-2 0-16,0 3 1 15,5-1-1-15,-5 1 0 16,3-1 1-16,-1-2-1 16,-2 3 0-16,3-1 1 0,-3-4-1 15,0 5 0-15,0-1 1 16,0 0-1-16,0-3 0 15,0-7 0-15,0 15 0 16,0-15 1-16,0 15-1 0,0-15 1 16,-3 12-1-16,3-12 1 15,-2 14-1-15,2-14 0 16,-6 17 1-16,6-17-1 0,-2 14 1 16,2-14-1-16,0 12 0 15,0-12 0-15,-5 13 1 16,5-13-1-16,0 0 1 15,-5 9 1-15,5-9-2 0,0 0 0 16,-7 10 0-16,7-10 0 16,0 0 0-16,0 0 0 15,-10 8 0-15,10-8 0 16,-15 3 0-16,5-1 0 16,0 0 0-16,-2 2 0 0,-4 2 0 15,-1 2 0-15,-1-1 0 16,-3 0 0-16,-4 3 0 15,-5 2 0-15,-5 1 0 16,-2 2 0-16,-8 0 0 0,3 0 0 16,-1 0 0-16,1-3 0 15,5-2 0-15,9-10-35 16,6 5-52-16</inkml:trace>
  <inkml:trace contextRef="#ctx0" brushRef="#br2" timeOffset="-208712.89">2625 8140 262 0,'0'0'1'0,"0"0"1"15,2-10 0-15,-2 10 1 16,8-17 1-16,2 4 3 16,-1-5-1-16,9-1 2 0,-1-6-1 15,8-2-1-15,5 0-1 16,5-8 0-16,10-3 1 15,1-1-3-15,14-1-1 16,5-4-1-16,8 5 0 0,5-4 0 16,7 6 0-16,2 3-1 15,3 4 0-15,-3 7-1 16,-1 7 1-16,4 3 0 0,-6 5 1 16,1 5-1-16,0 3 1 15,-1 3 0-15,3 2 0 16,0 2-1-16,3 2 1 15,-1 0-1-15,5 4-1 0,-6-1 1 16,1 3 0-16,-3-1-1 16,1 6 1-16,1 0 0 15,1 0 0-15,1-3 1 16,-1 4 0-16,6-7 0 16,6 3 1-16,9-7 0 0,2-2 1 15,14 2-1 1,1-5 0-16,-3-3 0 0,13-2 0 15,7 0 0-15,-3 0-1 16,4 0 0-16,4-2-1 0,-2-3 0 16,1-3 1-16,4 4-1 15,-3-4 0-15,2 0 0 16,-1-3 0-16,-1 0 0 0,0-1 0 16,-1-3 0-16,-3 3 0 15,-3-3-1-15,-4 0-1 16,-3 1-1-16,-10-4-1 15,-4 2 0-15,-14 2-1 0,-8-1 0 16,-7 0 1-16,-12-3 0 16,-11 3 2-16,-12 1 0 15,-10-1 2-15,-4 3 1 16,-11-3 2-16,-7 3 0 16,-8 1 1-16,-4 0 0 0,-8 3-1 15,-5 8 1-15,-3-17-1 16,-7 9-1-16,0 3-3 15,-4 0 0-15,1 3-1 0,-2 2-1 16,5 0 0-16,0 2 1 16,3 8-1-16,-5 0 0 15,6 3 1-15,-1 1 0 16,2-2 0-16,3 8 1 0,2-2 0 16,0 0 2-16,9 0-1 15,2 6 1-15,13-2 1 16,1-3 0-16,10 3 0 15,4-2 0-15,6 3 0 0,10-6 0 16,-1 0-1-16,12-1 1 16,-2-5-1-16,3 3 0 15,12-8 0-15,3-1-1 16,5 0 1-16,3-2-1 16,4-1 0-16,3-2 0 0,2 0-1 15,6 0 1-15,-6 0 0 16,2 0 0-16,-1-2 0 15,0-1 0-15,2-2 1 16,2 3-1-16,-4-1 0 0,-1-1 0 16,5-2 0-16,-5 1 0 15,9-2 0-15,0 3 0 16,-3-4-1-16,-3 0 1 16,3 1 0-16,-6 0 0 0,6-4 0 15,1 4 0-15,-6 0 0 16,-1-1 0-16,-4 1 0 15,3-1 1-15,5 2-2 0,-2-2 1 16,-1 1 0-16,-4-2 0 16,1 3-1-16,-2 0 1 15,2 2-1-15,-2-2 1 16,1 1 0-16,-1 3-1 0,-3-3 1 16,-3 2-1-16,1-1 0 15,-6 1 0-15,5 0 0 16,0 1 0-16,-4-1 1 15,0 3-1-15,0 0 1 16,1 0 0-16,3 0 1 0,-1 0-1 16,1 0-1-16,-2 0 1 15,0 0 0-15,-3 0-1 16,-2 0 0-16,-2 3 1 0,-6-1-1 16,-4 1 1-16,-4 0 0 15,3 1 1-15,-7-1 0 16,2 0-1-16,-2 1 1 15,-2 1 0-15,-3 1 1 0,-3-2 0 16,-9 7 0-16,-5-1-1 16,-10-2 1-16,-5 5 0 15,-11 2 1-15,-1 0-1 0,-3 0 0 16,-8-3 1-16,1 4 1 16,-2-5-1-16,-1 3 2 15,0-5-1-15,0-2 0 16,0-7 0-16,0 13 1 15,0-13-2-15,0 10-5 16,0-10-11-16,-6 5-55 0,6-5-4 16</inkml:trace>
  <inkml:trace contextRef="#ctx0" brushRef="#br2" timeOffset="-204546.81">2829 12714 230 0,'0'0'9'0,"0"0"5"0,0 0 3 16,0 0 5-16,0 0 0 15,5-13 3-15,-5 13 1 16,0 0 2-16,-3-12-9 16,3 12-5-16,-14-11-4 0,-2 9-3 15,-1 2-2-15,-5 0-3 16,-6-3-1-16,-1 3 0 16,-4 0 0-16,-1 0 0 0,0 0 0 15,3-2-1-15,1 2 0 16,0 0 1-16,5 0-1 15,7 0 1-15,4 0-1 16,-1 5 0-16,15-5 1 0,-15 10-1 16,15 0 0-16,0 5 1 15,0 2-1-15,5 8 0 16,2 5 1-16,2 3 0 16,0 8 1-16,3 4-1 0,-1 4 0 15,-2 3-1-15,1 4 1 16,-3 7 0-16,6 4-1 15,-6 2 0-15,-2 0 0 16,0 3 0-16,3 0 1 0,-8 0 1 16,3 1 0-16,-3 0 1 15,0-1 1-15,-3-3 0 16,1 5-1-16,-4-4 0 16,1 2 0-16,3-3 0 15,-3-1 0-15,3-2-1 0,-1 1 0 16,3-3 0-16,0 0 0 15,-2-1 1-15,2 1-1 16,0-5-2-16,2 1 0 0,3-1 0 16,2-2 0-16,-2-5 0 15,3 3 0-15,0-3 0 16,-7-1 0-16,2-1 0 16,-3 2 0-16,0 2 0 0,0-1 0 15,-4-1 0-15,-4 0 0 16,3-2 0-16,2-3 0 15,-2 2 0-15,0-4 0 16,3-3 0-16,2-2 0 16,-2-4 0-16,2 5 0 0,-3-8 0 15,3 5 0-15,0-3 0 16,-2-1 0-16,-1-1 0 16,-1-1 0-16,0 0 0 15,2 0 0-15,-1-1 0 0,3-2 0 16,-4-2 0-16,4 0 0 15,-3 1 0-15,3-4 0 16,0-1 0-16,-2-1 0 0,2 0 0 16,0-5 0-16,0-2 0 15,0 1 0-15,0-4 0 16,0-2 0-16,0 1 0 16,0-11 0-16,0 13 0 0,0-13 0 15,-3 15 0-15,3-15 0 16,-2 8 0-16,2-8 0 15,0 0 0-15,-5 10 0 16,5-10 0-16,0 0 0 0,0 0 0 16,-5 7 0-16,5-7 0 15,-6 9 0-15,6-9 0 16,-4 13 0-16,1-5 0 16,-1 2 0-16,1 0 0 0,-2 2 0 15,1-2 0-15,0 2 0 16,2 1 0-16,-1 1 0 15,-1-2 0-15,1 4 0 16,1 1 0-16,-1-2 0 0,3 3 0 16,-2-4 0-16,0 4 0 15,-1-4 0-15,3 4 0 16,-2 1 0-16,-2-4 0 16,2 0 0-16,2-1 0 0,-3 2 0 15,3-1 0-15,-2-1 0 16,0-3 0-16,-1 1 0 15,3 0 0-15,0 0 0 16,-5 1 0-16,2-1 0 16,2-2 0-16,-2 0 0 0,-2 1 0 15,5-3 0-15,0-8 0 16,-5 14 0-16,5-14 0 16,-3 10 0-16,3-10 0 0,-2 7 0 15,2-7 0-15,0 0 0 16,-3 9 0-16,3-9 0 15,0 0 0-15,-2 8 0 16,2-8 0-16,0 0 0 0,0 0 0 16,-7 13 0-16,7-13 0 15,0 0 0-15,0 0 0 16,0 0 0-16,0 0 0 16,0 0 0-16,0 7 0 15,0-7 0-15,17 0 0 0,-4 0 0 16,6-3 0-16,4-1 0 15,6-1 0-15,4-3 0 16,6 3 0-16,2 0 0 0,3 3 0 16,1 2 0-16,-3 0 0 15,0 0 0-15,-10 4 0 16,-2 2 0-16,-10 1 0 16,3-2 0-16,-11 0 0 15,-12-5 0-15,13 8 0 16,-13-8 0-16,0 0 0 0,0 0 0 15,0 10 0-15,0-10 0 16,-13 0 0-16,13 0 0 16,-17 2 0-16,17-2 0 0,-18-5 0 15,18 5 0-15,-12-10-42 16,6-10-52-16</inkml:trace>
  <inkml:trace contextRef="#ctx0" brushRef="#br2" timeOffset="-202897.01">3155 13053 390 0,'0'0'6'0,"0"0"3"16,0 0 2-16,0-10 2 15,0 10 2-15,0-10-1 0,0 10 1 16,-13-13 1-16,3 8-6 16,-5 5-4-16,-2 0-2 15,-6 7-2-15,-7 4-2 16,5 6 0-16,-5 2 0 0,3 6 0 15,1 0 0-15,5 3 0 16,3-2 0-16,11 2 0 16,5-3 0-16,2 0 0 15,9-8 0-15,12-5 0 0,4 1 0 16,7-9 0-16,0 1 0 16,5-5 0-16,0 0 0 15,0-5 0-15,-3 1 0 0,-8-2 0 16,-6-1 0-16,-2 5 0 15,-6 2 0-15,-12 0 0 16,12-7 0-16,-12 7 0 16,0 0 0-16,0 0 0 15,-5-7 0-15,5 7 0 0,-9-6 0 16,9 6 0-16,-10-5 0 16,10 5-29-16,0 0-57 15,0 0-3-15</inkml:trace>
  <inkml:trace contextRef="#ctx0" brushRef="#br2" timeOffset="-201863.93">3569 13020 374 0,'0'0'7'0,"0"0"3"16,0 0 2-16,0-12 1 0,0 12 3 15,-5-11 0-15,5 11 2 16,-5-8-1-16,5 8-5 16,0 0-4-16,-15 1-2 15,8 6-4-15,-3 8-2 0,0 6 0 16,0 4 0-16,-2 1 0 16,1 4 0-16,-1 3 0 15,8 1 0-15,1-1 0 0,3-1 0 16,3-6 0-16,6-3 0 15,7 0 0-15,0-11 0 16,2-1 0-16,4-5 0 16,3-6 0-16,0 0 0 15,2-7 0-15,-1-3 0 0,-1-2 0 16,-6-9 0-16,-4 2 0 16,-3-6 0-16,-5-2 0 15,-7-1 0-15,-2-6 0 16,-8 4 0-16,-3-4 0 0,-3 3 0 15,-5 2 0-15,0 7 0 16,-2 4 0-16,0 7 0 16,1 5 0-16,5 6 0 15,-1 6 0-15,4 5 0 0,1 7 0 16,5 1 0-16,4 6 0 16,4 3 0-16,2-4 0 15,8 3 0-15,5-2 0 16,4 0 0-16,6-5-14 0,10-5-70 15,-3 5-3-15</inkml:trace>
  <inkml:trace contextRef="#ctx0" brushRef="#br2" timeOffset="-201463.75">3914 13272 504 0,'0'0'3'16,"0"0"1"-16,-2-11-4 15,2 11 0-15,0-18 0 0,2 5 0 16,6 4 0-16,2-1 0 16,5 2 0-16,2 3 0 15,0 3 0-15,6 2 0 16,-3 5 0-16,-1 8 0 0,-6-1 0 15,-1 8 0-15,-4 2 0 16,-8-3 0-16,0 9 0 16,-8-2 0-16,-1-1 0 15,-7 3 0-15,2-6 0 16,-2-2 0-16,4-3 0 0,0-2 0 16,4-2 0-16,6-3 0 15,2-10 0-15,13 5 0 16,5-5 0-16,6 0 0 15,6-5 0-15,2-5 0 0,7 0 0 16,2-8-26-16,1 9-59 16,3-3-3-16</inkml:trace>
  <inkml:trace contextRef="#ctx0" brushRef="#br2" timeOffset="-200746.82">4645 13201 400 0,'0'0'7'0,"0"0"3"15,0 0 3-15,0 0 2 16,0 0 0-16,0 0 0 0,0 0 2 16,7-3 0-16,-7 3-15 15,16-7-2-15,1 5 0 16,5-4 0-16,6 0 0 15,6-2 0-15,11-2 0 0,-3 3 0 16,3-1 0-16,-2 3 0 16,-2 0 0-16,-6 0 0 15,-8 3 0-15,-6-1 0 0,-4 3 0 16,-17 0 0-16,10 0 0 16,-10 0 0-16,0 0 0 15,-6 10 0-15,6-10 0 16,-14 10 0-16,4-7 0 0,10-3-89 15,-15 6 0-15</inkml:trace>
  <inkml:trace contextRef="#ctx0" brushRef="#br2" timeOffset="-200180.17">5445 13037 469 0,'0'0'3'0,"0"0"2"0,2-12 0 15,-2 12 2-15,0-17 0 16,-2 9 0-16,-3-2 1 15,1 1-8-15,-12 0 0 16,4 8 0-16,-8 1 0 0,0 1 0 16,0 8 0-16,0 0 0 15,0 7 0-15,6-2 0 16,2 1 0-16,6 3 0 16,6-2 0-16,3 2 0 0,12-3 0 15,7 2 0-15,2-2 0 16,4-2 0-16,4 1 0 15,-2-2 0-15,0 1 0 0,-5-3 0 16,0 2 0-16,-5 1 0 16,-3-4 0-16,-7 4 0 15,-5-1 0-15,-2 1 0 16,-3-1 0-16,-8-2 0 0,-2 0 0 16,-7 0 0-16,-1-2 0 15,-2-4 0-15,1 1 0 16,-2-2 0-16,-4-3 0 15,6 0 0-15,-1 0 0 0,0-5 0 16,5 0 0-16,0-3 0 16,0 1 0-16,6-1-12 15,-2-2-13-15,-1 8-60 16,12 2-1-16</inkml:trace>
  <inkml:trace contextRef="#ctx0" brushRef="#br2" timeOffset="-199662.51">5694 13028 486 0,'0'0'3'0,"0"0"1"0,0 0 1 16,4-10 1-16,-4 10 1 15,0 0-7-15,5-10 0 16,-5 10 0-16,0 0 0 0,-9 14 0 16,-3 4 0-16,3 4 0 15,0 3 0-15,2 4 0 16,7 2 0-16,0-1 0 0,1-6 0 16,14-4 0-1,3-1 0-15,2-6 0 0,4-8 0 16,2-5 0-16,-1 0 0 15,-5-7 0-15,1-11 0 16,-5-1 0-16,-4-4 0 0,-7-7 0 16,-3-2 0-16,-4-3 0 15,-8-1 0-15,-2-7 0 16,-9 6 0-16,-3 2 0 16,1 3 0-16,-1 10 0 0,1 2 0 15,-2 13 0-15,6 7 0 16,1 10 0-16,6 9 0 15,4 6 0-15,6 7 0 16,2 6 0-16,5-2 0 0,9 7 0 16,4-11 0-16,7 5 0 15,5-10 0-15,0 1 0 16,2-6-48-16,5-7-37 0,-2-2-3 16</inkml:trace>
  <inkml:trace contextRef="#ctx0" brushRef="#br2" timeOffset="-199296.98">6057 13157 476 0,'0'0'4'0,"0"0"1"16,0 0 2-16,0-13 0 0,1 6 0 15,5-3-2-15,-1-3-5 16,2 1 0-16,-1-3 0 15,6 3 0-15,-3 3 0 16,7 2 0-16,-4 6 0 16,1 1 0-16,-1 1 0 0,0 9 0 15,-4 4 0-15,-3 5 0 16,-5 1 0-16,-3 5 0 16,-7 1 0-16,-5 2 0 0,-3-1 0 15,-1 0 0-15,-1-2 0 16,0-3 0-16,2-2 0 15,9-5 0-15,1-2 0 16,8-13 0-16,11 12 0 0,6-12 0 16,12 0 0-16,6-4 0 15,8-4 0-15,8-2-27 16,2 0-59-16,-3 2-2 16</inkml:trace>
  <inkml:trace contextRef="#ctx0" brushRef="#br2" timeOffset="-197713.36">3139 14064 401 0,'0'0'6'0,"0"0"2"16,7-13 4-16,-2 3 1 0,1 0 1 15,-3 0 1-15,-1-3 1 16,-2 1-1-16,0 2-4 16,0 10-11-16,-18-9 0 15,6 9 0-15,-6 1 0 0,4 7 0 16,-5 2 0-16,3 5 0 16,-2 2 0-16,11 1 0 15,-4 1 0-15,11 1 0 16,0 0 0-16,11 0 0 0,6-4 0 15,6 5 0-15,6-6 0 16,1 2 0-16,5-2 0 16,-3 0 0-16,0 0 0 15,-4-2 0-15,-5 1 0 0,-7-2 0 16,-5 1 0-16,-6 2 0 16,-5 0 0-16,-10 0 0 15,-5-1 0-15,-10 1 0 16,-3 0 0-16,-2-2 0 0,-4-4 0 15,1-1-3-15,1-3-10 16,13 0-25-16,5-5-46 16,3-5-2-16</inkml:trace>
  <inkml:trace contextRef="#ctx0" brushRef="#br2" timeOffset="-197246.88">3576 14090 482 0,'0'0'3'0,"0"0"1"0,0 0 2 0,0-10 1 15,0 10-1-15,0 0-3 16,-9 0-3-16,1 0 0 0,-9 16 0 16,2 0 0-16,-3 7 0 15,4 4 0-15,-4 2 0 16,6 2 0-16,4 3 0 15,6-7 0-15,2-2 0 16,10-5 0-16,2-5 0 0,8-5 0 16,2-5 0-16,3-5 0 15,3-5 0-15,1-5 0 16,-4-5 0-16,1-7 0 16,-7-1 0-16,-1-4 0 0,-9-7 0 15,-6 3 0-15,-3-5 0 16,-9 3 0-16,-4 4 0 15,-5 1 0-15,0 9 0 0,-6 9 0 16,6 7 0-16,-2 3 0 16,8 18 0-16,2 3 0 15,0 7 0-15,8 5 0 16,2 0 0-16,12 3 0 16,5-2 0-16,4-4 0 0,8-3 0 15,-1-6-15-15,10-9-40 16,5 2-32-16,-2-8-1 15</inkml:trace>
  <inkml:trace contextRef="#ctx0" brushRef="#br2" timeOffset="-196446.29">3969 14289 460 0,'0'0'4'0,"0"0"2"0,0-12 2 16,0 12 0-16,3-16 1 16,-1 4 0-16,3 2-2 0,1-5-7 15,1 3 0-15,5 4 0 16,1 1 0-16,1 4 0 15,4 3 0-15,-1 0 0 16,1 5 0-16,-4 8 0 16,-1 2 0-16,-3 4 0 15,-8 1 0-15,-2 5 0 0,0 0 0 16,-12 2 0-16,-1-2 0 16,1 2 0-16,-6-2 0 15,6-5 0-15,-1-1 0 0,6-4 0 16,5-2 0-16,2-13 0 15,5 10 0-15,10-10 0 16,4 0 0-16,6-8 0 0,5-2 0 16,10 5-2-16,5-10-83 15,1 3-2-15</inkml:trace>
  <inkml:trace contextRef="#ctx0" brushRef="#br2" timeOffset="-195513.49">5142 14118 436 0,'0'0'5'0,"0"0"3"16,0-10 1-16,0 10 1 16,-2-8 1-16,2 8 0 15,-18-7 1-15,6 7-3 16,-9 0-9-16,0 9 0 15,-4 7 0-15,0 1 0 0,2 7 0 16,4 1 0-16,3 5 0 16,9-3 0-16,7 5 0 15,3-7 0-15,14 0 0 16,3-5 0-16,10-5 0 0,2-3 0 16,11 1 0-16,-1-11-7 15,2-2-78-15,3 0-2 16</inkml:trace>
  <inkml:trace contextRef="#ctx0" brushRef="#br2" timeOffset="-195079.66">5554 14071 462 0,'0'0'4'0,"0"0"1"15,0 0 3-15,-2-7 1 16,2 7 0-16,0 0 0 15,0 0-4-15,-15 0-5 16,8 7 0-16,-6 7 0 0,1 11 0 16,-4 0 0-16,4 5 0 15,5 2 0-15,2 3 0 16,5-3 0-16,3-5 0 0,6-4 0 16,12-7 0-16,3-6 0 15,1-4 0-15,2-5 0 16,3-2 0-16,-2-9 0 15,-3-3 0-15,-3-7 0 16,-5-5 0-16,-2-1 0 0,-10-7 0 16,-2-2 0-16,-8-2 0 15,-8 2 0-15,-2 1 0 16,-5 4 0-16,0 5 0 16,-4 13 0-16,4 4 0 0,-2 8 0 15,9 15 0-15,3 10 0 16,5 3 0-16,5 3 0 15,2 7 0-15,11-1 0 16,7 0 0-16,-1-2 0 0,14-1-12 16,4-6-72-16,-2-6-3 15</inkml:trace>
  <inkml:trace contextRef="#ctx0" brushRef="#br2" timeOffset="-194729.79">5976 14291 489 0,'0'0'5'0,"0"0"1"0,-9-13 1 15,9 13-3-15,-10-9-4 16,5-1 0-16,2 0 0 16,1 2 0-16,2-1 0 0,0-1 0 15,7 4 0 1,6-1 0-16,1 5 0 0,0 2 0 15,-2 0 0-15,1 5 0 16,-4 10 0-16,-4-1 0 16,-5 9 0-16,-2-1 0 0,-8 3 0 15,-5 0 0-15,3-1 0 16,-2 1 0-16,0-5 0 16,4-3 0-16,2-2 0 15,3-5 0-15,5-10 0 0,10 11 0 16,10-11 0-16,8-4 0 15,14 4 0-15,15-7-82 16,5-7-9-16</inkml:trace>
  <inkml:trace contextRef="#ctx0" brushRef="#br2" timeOffset="-192946.68">6921 12966 392 0,'0'0'6'0,"0"0"2"0,0 0 3 16,0 0 1-16,0 0 1 15,0 0 0-15,0 0 0 16,0 0 1-16,0 0-6 0,0 0-4 16,-7 5-1-16,-2 7-2 15,7 5-1-15,-2 3-1 16,4 3 0-16,0 0 1 15,0 1-1-15,6-2 1 0,8-2 0 16,5-8 0-16,4-4 1 16,7-7-1-16,-5-1 1 15,4-1 1-15,-1-10 0 0,-7-3 1 16,0-6 0-16,-8 0 1 16,-6-2-4-16,-7-6 0 15,-7 1 0-15,-11 0 0 16,-7 0 0-16,-5 2 0 0,-5 5 0 15,-2 11 0-15,-2 1 0 16,-2 10 0-16,4 8-6 16,5 12-12-16,5 14-65 15,12-3-3-15</inkml:trace>
  <inkml:trace contextRef="#ctx0" brushRef="#br2" timeOffset="-192363.49">7023 14036 453 0,'0'0'4'0,"0"0"2"0,0 0 1 0,0 0 0 0,0 0 1 16,0 0-1-16,-7 0 1 16,7 0 0-16,-18 5-5 15,7 5-3-15,-2 3 0 16,-3 3 0-16,7 4 0 16,-2 0 0-16,6 1 0 0,5 4 0 15,2-2 0-15,12-3-2 16,5-5 1-16,6-3 1 15,5-7 1-15,2-2-1 16,3-3 2-16,-3-8-2 0,-2-4 0 16,-3-5 0-16,-8-3 0 15,-8-2 0-15,-6-3 0 16,-8-3 0-16,-11 5 0 0,-9-8 0 16,-9 9 0-16,-2 7 0 15,-4 0 0-15,-4 15 0 16,1 0 0-16,7 12-29 15,7 9-57-15,6 4-3 16</inkml:trace>
  <inkml:trace contextRef="#ctx0" brushRef="#br2" timeOffset="-191913.47">7043 15198 505 0,'0'0'2'0,"0"0"0"15,0 0 0-15,0 0-2 16,0 10 0-16,-2 5 0 0,-7 2 0 16,2 5 0-16,2 5 0 15,-2 6 0-15,0-1 0 16,7 5 0-16,-8-7-21 16,8 3-64-16,0-7-2 15</inkml:trace>
  <inkml:trace contextRef="#ctx0" brushRef="#br2" timeOffset="-191180.62">3677 15462 361 0,'0'0'5'15,"0"0"3"-15,-9-12 3 0,9 12 1 16,-16-14 2-16,4 8 1 16,3 2 0-16,-9-4 0 15,6 8-4-15,-4 3-3 16,3 6-3-16,-2 7-2 15,2 3-1-15,6 3-2 0,2 6 0 16,5-3 0-16,3-1-1 16,11 1 1-16,9-5 0 15,6-8 1-15,6-4-1 0,6-8 1 16,3 0 0-16,6-11 0 16,-3-1 0-16,-6-5 1 15,0-6 0-15,-6 1 1 16,-11 1 0-16,-9-7-1 15,-10 3 1-15,-5 3-1 0,-15 3 0 16,-7 1-1-16,-6 3-1 16,-2 7-2-16,-3 8-3 15,4 0-6-15,6 13-15 0,0 2-58 16,12 2 0-16</inkml:trace>
  <inkml:trace contextRef="#ctx0" brushRef="#br2" timeOffset="-190646.68">5468 15299 452 0,'0'0'3'16,"0"0"1"-16,0 0 2 15,0 0 0-15,0 0 0 16,0 0 0-16,0 0 0 0,-6 0 0 16,6 0-3-16,-10 8-1 15,5 3-3-15,1 0 1 16,1 3-1-16,3-1 0 16,0-1 1-16,10 1 0 0,2-6 1 15,3-2-1-15,11-2 0 16,1-3 0-16,3-8 1 15,2-1-1-15,0-7 1 16,-2-1 0-16,-2-5 0 0,-9-3 2 16,-6-2-1-16,-8 0 2 15,-5 0-4-15,-18-1 0 16,-4 3 0-16,-8 7 0 0,-5 8 0 16,-2 10 0-16,-3 4-15 15,10 10-69-15,-2 14-2 16</inkml:trace>
  <inkml:trace contextRef="#ctx0" brushRef="#br2" timeOffset="-189963.53">3617 16254 409 0,'0'0'4'0,"0"0"0"0,-13-3 1 15,3 3 1-15,-3 0 0 16,-1 7 0-16,-4 3 1 16,-1 5-1-16,3 7-2 0,-1 3-1 15,4 4-1 1,6 1-1-16,7 3 0 0,0-7 0 15,12-1 0-15,6-7 0 16,5-5 1-16,6-6-1 16,6-7 1-16,2-6 0 15,5-6 0-15,3-5 0 0,-3-8 0 16,1 0 1-16,-11-2-1 16,-2-3 1-16,-11-2-1 15,-10 3 1-15,-7-2 0 0,-8 8-1 16,-6-1 0-16,-8 7-2 15,-2 8-1-15,2 6-3 16,-2 6-6-16,0 6-11 16,9 8-63-16,8 4 0 0</inkml:trace>
  <inkml:trace contextRef="#ctx0" brushRef="#br2" timeOffset="-189480.41">5393 16104 424 0,'0'0'5'0,"0"0"1"0,0 0 1 15,-10-5 1-15,10 5 0 16,-15 0 1-16,5 0-1 0,-2 7 0 16,-1 9-5-16,3-1-1 15,1 4-2-15,6 2 0 16,0 0 0-16,6 2-1 15,5-7 1-15,6-2 0 0,6-4-1 16,5-9 1-16,5-1 1 16,0-1-1-16,5-9 1 15,-5 0 1-15,-1-8 0 0,-7 1 1 16,-2-3 0-16,-7 2 1 16,-10-1-1-16,-6 1 0 15,-15-1 0-15,-4 4-3 16,-3 2 0-16,-5 9-4 15,0 1-4-15,6 6-12 0,1 16-62 16,8-6-4-16</inkml:trace>
  <inkml:trace contextRef="#ctx0" brushRef="#br2" timeOffset="-189013.51">6827 16033 443 0,'0'0'3'0,"0"0"1"0,0 0 0 0,0 0 1 16,-7 0 1-16,7 0-1 15,-13 15 1-15,10-1-1 16,1 4-2-16,-1 1-1 0,3 4-1 16,3 2-1-1,4-4 1-15,6-1-1 0,4-4 0 16,3-4 1-16,3-2 1 15,7-7 0-15,-4-3 1 16,1-6 1-16,1-6 1 0,-8-1 1 16,-5-4-6-16,-2-1 0 15,-9-2 0-15,-6 1 0 16,-11-3 0-16,-4 1 0 16,-3 5 0-16,-10 3 0 0,5 4-50 15,-5 6-36-15,4 3-3 16</inkml:trace>
  <inkml:trace contextRef="#ctx0" brushRef="#br2" timeOffset="-187630.15">7756 13183 390 0,'0'0'5'0,"0"0"2"0,0 0 2 15,-2-10 1-15,2 10 2 16,-13-2 0-16,13 2 0 16,-12 0 0-16,12 0-4 15,-8 12-3-15,8 1-1 0,0-3-2 16,3 0-1-16,4 0 1 15,8-6 0-15,5-1 1 16,0-3 0-16,7-7 1 0,3-8 0 16,0-5 0-16,0-10-4 15,4 1 0-15,-6-12 0 16,-1-3 0-16,-7-7 0 16,-3-4 0-16,-12-4 0 15,-5-1 0-15,-5 3 0 0,-12 3 0 16,0 9 0-16,-8 7 0 15,4 9 0-15,0 12 0 16,3 14 0-16,3 8 0 16,5 18 0-16,0 11 0 0,8 6 0 15,2 12 0-15,0 5 0 16,5 2 0-16,2 1 0 16,11-5 0-16,-1-4 0 15,5-8 0-15,3-4-4 0,0 5-79 16,3-19-5-16</inkml:trace>
  <inkml:trace contextRef="#ctx0" brushRef="#br2" timeOffset="-187229.8">8228 13094 472 0,'0'0'4'0,"0"0"2"0,0 0 1 15,-7-7 2-15,7 7 0 16,-8-15-5-16,6 5-4 0,-3 1 0 16,5-4 0-16,0 1 0 15,5 2 0-15,7 2 0 16,3 4 0-16,2-2 0 16,1 6 0-16,4 3 0 15,-5 4 0-15,1 5 0 0,-8 1 0 16,0 7 0-16,-8 0 0 15,-4 5 0-15,-8-1 0 16,-2 4 0-16,-6-2 0 16,-2 2 0-16,1-4 0 15,-4-1 0-15,8-4 0 0,0-4 0 16,8-2 0-16,7-13 0 16,0 12 0-16,2-12 0 15,10-2 0-15,11-6 0 0,-3-1 0 16,12-1-4-16,-2-1-53 15,7-3-28-15,0-4-3 16</inkml:trace>
  <inkml:trace contextRef="#ctx0" brushRef="#br2" timeOffset="-186728.67">8790 12914 434 0,'0'0'5'0,"2"-11"1"15,-2 11 3-15,0-17 1 16,0 8 0-16,0-4 2 0,-5 3-1 15,-3-3 1-15,-1 6-10 16,-7 7-2-16,2 7 0 16,-4 9 0-16,-1 4 0 0,1 9 0 15,1 1 0-15,2 5 0 16,5 0 0-16,8 2 0 16,2-11 0-16,9 2 0 15,6-9 0-15,5-1 0 0,5-5 0 16,5-3 0-16,2-10-23 15,-14 2-62-15,17-2-2 16</inkml:trace>
  <inkml:trace contextRef="#ctx0" brushRef="#br2" timeOffset="-186312.96">9108 12765 461 0,'0'0'5'16,"0"0"0"-16,-5-5 2 15,5 5 0-15,-13 0 0 0,6 2 1 16,-5 6-1-16,-1 6-3 16,-2 10-4-16,0 0 0 15,0 6 0-15,0 4 0 16,8 1 0-16,0 0 0 0,7-4 0 16,0-3 0-16,12-6 0 15,3-7 0-15,2-2 0 16,3-8 0-16,3-5 0 0,1-3 0 15,-4-9 0-15,-2-6 0 16,-1-1 0-16,-7-9 0 16,-3-4 0-16,-2-5 0 15,-5-3 0-15,-5 1 0 0,-2-1 0 16,-8 3 0-16,3 5 0 16,-6 7 0-16,6 8 0 15,-3 7 0-15,0 10 0 16,2 5 0-16,6 13 0 0,2 7 0 15,5 6 0-15,0 4 0 16,5 7 0-16,7-3 0 16,3 1-2-16,6-5-25 15,-12-3-56-15,19-5-4 16</inkml:trace>
  <inkml:trace contextRef="#ctx0" brushRef="#br2" timeOffset="-185963.6">9386 12993 456 0,'0'0'6'0,"-5"-10"1"0,5 10 2 0,-8-15 1 15,6 5 1-15,-3-2 1 16,0-3-12-16,5 5 0 0,0-2 0 16,0 5 0-16,0 7 0 15,18-16 0-15,-9 16 0 16,3 0 0-16,1 5 0 0,-3 6 0 15,-3 6 0-15,-1 0 0 16,-6 8 0-16,-3 3 0 16,-7 1 0-16,-2-2 0 15,-6 3 0-15,1-3 0 16,2 0 0-16,1-7 0 0,1 2 0 16,5-10 0-16,5 1 0 15,3-6 0-15,11-4 0 16,6-1 0-16,3-2 0 15,7-5 0-15,8 0 0 0,-8 1-36 16,11-9-50-16,-3 3-3 16</inkml:trace>
  <inkml:trace contextRef="#ctx0" brushRef="#br2" timeOffset="-184596.64">7719 14187 280 0,'0'0'7'0,"0"0"6"16,0 0 3-16,0 0 3 16,0 0 1-16,0 0 2 15,-5-4 0-15,5 4 0 0,0 0-5 16,-9 6-7-16,9-6-1 15,0 15-4-15,0-5-1 16,0 3 0-16,7-4 0 16,2 1 0-16,3-7 0 0,9 0 0 15,-1-3 1-15,10-11-1 16,-2-3 2-16,4-6 0 0,4-8-2 16,-3-2-4-1,-3-4 0-15,-6-9 0 0,-4 2 0 16,-5-6 0-16,-8-3 0 15,-2 0 0-15,-5 3 0 16,-5 3 0-16,-2 4 0 0,-3 8 0 16,0 8 0-16,0 6 0 15,0 13 0-15,0 10 0 16,3 13 0-16,0 8 0 16,1 15 0-16,6 6 0 0,-3 2 0 15,3 7 0-15,9 5 0 16,0-7 0-16,8-5 0 15,6-7 0-15,2 1-17 16,0-1-68-16,2-17-5 0</inkml:trace>
  <inkml:trace contextRef="#ctx0" brushRef="#br2" timeOffset="-184246.89">8298 14115 470 0,'0'0'4'0,"0"0"2"0,-11-7 2 16,11 7 0-16,-7-11 2 16,7 11-5-16,-7-12-5 15,7 12 0-15,-2-17 0 0,2 10 0 16,0 7 0-16,14-13 0 16,-1 8 0-16,1 5 0 15,2 0 0-15,-2 0 0 16,1 8 0-16,-5 5 0 0,0-2 0 15,-8 11 0-15,-2-1 0 16,-2-2 0-16,-5 6 0 16,-6 0 0-16,1-3 0 0,-3-2 0 15,0 3 0-15,3-9 0 16,7 1 0-16,-3-5 0 16,8-10 0-16,0 12 0 15,8-9 0-15,2-3 0 0,10 0 0 16,-1-10-35-16,4 3-51 15,9-5-3-15</inkml:trace>
  <inkml:trace contextRef="#ctx0" brushRef="#br2" timeOffset="-183346.66">8844 13924 452 0,'0'0'4'0,"8"-8"1"0,2 0 3 0,-3-3 0 0,-2-3 1 16,3 1 1-16,-6-2 0 15,-2-3-5-15,0 3-5 16,-10 7 0-16,-2 2 0 15,-6 6 0-15,-1 0 0 16,-4 3 0-16,3 4 0 0,-5 8 0 16,6 2 0-16,1-2 0 15,3 7 0-15,8-1 0 0,1-2 0 16,6-2 0-16,6 0 0 16,6 0 0-16,6-1 0 15,-1-4 0-15,8 3 0 16,-3-5 0-16,0 0 0 15,3-3 0-15,-5 0 0 0,-5 2 0 16,-2-2 0-16,-13-7 0 16,9 18 0-16,-9-18 0 15,-9 13 0-15,-4-5 0 16,-4 0 0-16,-6-1 0 16,1-2 0-16,-3-2 0 0,3-1 0 15,-3-2 0-15,0 0 0 16,5 0 0-16,3-5 0 15,4 2 0-15,-2-4-12 0,11-8-63 16,4 15-12-16</inkml:trace>
  <inkml:trace contextRef="#ctx0" brushRef="#br2" timeOffset="-182863.41">9120 13862 477 0,'0'0'4'0,"0"0"1"0,0 0 2 0,0 0 1 16,0 0-1-16,0 0-4 0,0 0-3 15,-10 8 0-15,3 5 0 16,-6 6 0-16,1 3 0 15,-1 6 0-15,3 2 0 16,3-6 0-16,5 3 0 0,2-5 0 16,7 1 0-16,5-11 0 15,3-2 0-15,6-5 0 16,-2-5 0-16,3-5 0 16,-1-5 0-16,0-5 0 0,0-5 0 15,-4-2 0-15,-2-8 0 16,-7-2 0-16,-1-2 0 15,-4-1 0-15,-3-2 0 16,-6 7 0-16,-4-2 0 0,-2 12 0 16,-3 1 0-16,-2 13 0 15,-1 6 0-15,4 8 0 16,-2 12 0-16,4 5 0 16,4 7 0-16,3-1 0 0,5 7 0 15,3-3 0-15,5 0 0 16,11-1 0-16,-7 3-65 15,14-18-22-15</inkml:trace>
  <inkml:trace contextRef="#ctx0" brushRef="#br2" timeOffset="-182496.46">9542 13971 475 0,'0'0'5'0,"0"0"1"0,-4-10 2 15,4 10 0-15,-11-14 1 16,6 6-9-16,3-2 0 16,-3 0 0-16,5 0 0 0,0 10 0 15,5-15 0-15,5 11 0 16,0 1 0-16,2 0 0 16,0 3 0-16,4 6 0 15,-6 6 0-15,0 0 0 0,-5 6 0 16,-3 4 0-16,-2 2 0 15,-5 0 0-15,-4 2 0 16,-4-3 0-16,-4-2 0 16,-1 4 0-16,0-7 0 0,3 0 0 15,6-4 0-15,-4-3 0 16,13-11 0-16,-5 14 0 16,5-14 0-16,13 5 0 15,1-5 0-15,9-3 0 0,2-5 0 16,17 0-43-16,-5 2-44 15,0-5-2-15</inkml:trace>
  <inkml:trace contextRef="#ctx0" brushRef="#br2" timeOffset="-181696.87">8611 15151 356 0,'0'0'9'0,"0"0"2"16,0-14 4-16,0 14 2 16,0-11 1-16,0 1 2 15,0 10 0-15,-5-15 0 16,5 15-7-16,-13-13-4 0,4 13-6 16,-5 0-3-16,2 10 0 15,-2 3 0-15,1 7 0 16,1-4 0-16,4 9 0 15,3 1 0-15,5-4 0 0,5-1 0 16,10-3 0-16,5-5 0 16,8-8 0-16,1-3 0 15,2-2 0-15,8-10 0 0,-4-7 0 16,-3 0 0-16,-5-6 0 16,-4-4 0-16,-13-3 0 15,-8 4 0-15,-4-5 0 16,-14 1 0-16,-8 11 0 15,-8 2 0-15,-1 9 0 0,-4 8 0 16,2 13 0-16,-2 11 0 16,12 13-27-16,17 8-58 15,-4 2-3-15</inkml:trace>
  <inkml:trace contextRef="#ctx0" brushRef="#br2" timeOffset="-181397.28">8596 15979 479 0,'0'0'3'0,"0"0"3"0,-3-11 0 15,3 11 1-15,0 0 0 16,0 0-4-16,0 0-3 0,-7 18 0 16,5 6 0-16,-1 9 0 15,-2 4 0-15,-1 10 0 16,2 3 0-16,-4 2 0 16,3-6 0-16,-4 3-47 0,9-8-42 15,0-9-1-15</inkml:trace>
  <inkml:trace contextRef="#ctx0" brushRef="#br2" timeOffset="-180546.86">9744 12426 392 0,'0'0'3'16,"0"0"1"-16,0 0-1 0,0 0 2 15,5 0 1-15,5 2 1 16,6 1 1-16,9 2 0 16,10-1-3-16,3 6-1 15,9 5 1-15,3 5-1 0,-1 3-2 16,-1 10-1-16,-9 8 0 16,-9 5 0-16,-5 12 0 15,-13 9 0-15,-4 5 0 16,-8 14 0-16,-8 9 0 15,-4 8 0-15,-8 9 0 0,-2 11 1 16,-8 4-1-16,3 11 3 16,-3 4-1-16,0 1 2 0,5 6 0 15,0 2 1-15,7 1 0 16,6-1-1-16,5 2-1 16,-3 1 0-16,8-6-4 15,2 1 0-15,0-5 0 0,0-6 0 16,0-6 0-16,0-6 0 15,5-7 0-15,0-7 0 16,-1-11 0-16,1-7 0 0,0-7 0 16,-5-11 0-16,4-8 0 15,-4-14 0-15,0-7 0 16,-4-8 0-16,-1-6 0 16,-7-11 0-16,-3-4 0 15,0-3 0-15,-2-4 0 16,-5-5 0-16,-3 1 0 0,0-5 0 15,-7 4 0-15,-4-4 0 16,-2 0 0-16,-8 4 0 16,-3-4 0-16,1 1 0 0,-4-1 0 15,5 3-2-15,2-5-84 16,8-10-2-16</inkml:trace>
  <inkml:trace contextRef="#ctx0" brushRef="#br2" timeOffset="-173046.82">3395 3201 262 0,'0'0'1'0,"2"-17"1"0,4-1-1 15,6-2 1-15,8-5-1 16,0-5 1-16,9-4-1 16,12-6 2-16,3 0 0 0,11 1-2 15,0 2-1-15,9-1 0 16,8 4 0-16,0 7 0 15,3-1-1-15,2 8-3 16,-2 11 1-16,-6 2 0 16,3 7 1-16,0 0 0 0,-2 7 1 15,4 5 0-15,3 2 1 16,11 4 1-16,-2-3-1 16,11 2 0-16,10 3-1 15,3-3-1-15,1 1 0 0,11-3 0 16,-3 0-1-16,15-8-1 15,8 6 0-15,0-9 3 16,1-4-1-16,14 0 0 0,5-3-2 16,4-1 3-16,13-9 0 15,-8 4 0-15,-2-11 0 16,8 5 1-16,5-5 0 16,-11-2 2-16,-8-3 0 15,7 0 0-15,-9 0-1 0,-2-7 1 16,-5 0-1-16,-5-5-1 15,-4 0 0-15,-7-5 1 16,-3 2-2-16,-13 0 1 16,-16-3 0-16,-1 10-1 0,-8 0 0 15,-16 5 0-15,-13 2-3 16,-14 8 3-16,-6 9 0 16,-14 1 0-16,-1 8 0 15,-13 0 0-15,-3 8 1 0,0 6 0 16,5 9 2-16,6-3-1 15,4 1-1-15,11 4 0 16,3 0 1-16,14-2 0 0,13 1 0 16,8-4 2-16,6 0-2 15,17-5-1-15,1-5 1 16,17-8 0-16,14-2-1 16,11 0 0-16,1-9 1 15,24-9-1-15,5-2 0 0,14-3 0 16,13-3 0-16,-2-2-1 15,-1-4-1-15,7-1-2 16,11-6 1-16,-8 8 1 0,3-12 1 16,-3 9 0-16,-7-1 1 15,5 3 0-15,-1 2 3 16,-4-1 1-16,0 12 1 16,-11 2 0-16,-9 4 1 0,-2 4 0 15,-6 9 0 1,-17 0-1-16,-10 9-1 0,-12 9 1 15,-20 5-1-15,-3 6-2 16,-7 3 1-16,-20 13 2 0,-7 9 1 16,-13 8 0-16,-5 10 1 15,-10 10-6-15,-8 12-33 16,-7 5-27-16,-4 9-4 16</inkml:trace>
  <inkml:trace contextRef="#ctx0" brushRef="#br2" timeOffset="-154029.7">16972 8316 335 0,'0'0'8'0,"0"0"4"0,0 0 3 16,7-5 2-16,-7 5 0 0,0 0 1 15,0 0 1 1,0 0 0-16,0 0-7 0,0-8-5 16,0 8-2-16,-7 0-2 15,-3 5-1-15,0 3-1 0,0 2 0 16,0 5 0-16,-2 1-1 16,1 5 0-16,2 1 0 15,-1 3 1-15,2 1-2 16,8-1 1-16,0 0-1 0,5 0 1 15,8-2 0 1,4-6 0-16,5 0 1 0,3-4 0 16,5-8 1-16,0-3 0 15,-1-2 1-15,2-4 0 16,-4-7 1-16,-4-1 0 0,1-6-4 16,-4-2 0-16,-8-1 0 15,1-7 0-15,-10 1 0 16,-3-3 0-16,-3 1 0 15,-10 1 0-15,-4 3 0 0,-5 1 0 16,-1 4 0-16,-4 2 0 16,0 4 0-16,0 3 0 15,-1 4 0-15,1 7 0 0,2 0 0 16,4 7 0-16,7 11 0 16,-4-2 0-16,16 8-82 15,4 8-5-15</inkml:trace>
  <inkml:trace contextRef="#ctx0" brushRef="#br2" timeOffset="-150396.7">18773 8140 313 0,'0'0'9'0,"0"0"4"15,5-15 3-15,-5 15 3 16,7-12 3-16,-7 12 1 16,5-14 1-16,-2 3 1 15,-3 11-7-15,0-10-4 0,0 10-4 16,0 0-5-16,0 0-5 15,-3 13 0-15,1 1 0 16,-4 6 0-16,6 5 0 0,-1 7 0 16,1 5 0-16,0 3 0 15,1 2 0-15,7-2 0 16,-3-3 0-16,1 5 0 16,-1-8 0-16,0-1 0 0,-3-3 0 15,-2-9 0-15,0-1 0 16,0-2 0-16,0-6 0 15,0-12 0-15,0 11 0 16,0-11 0-16,0 0 0 16,0 0 0-16,0 0 0 0,0 0 0 15,0 0 0-15,0-6 0 16,0 6 0-16,-2-10 0 0,2 10 0 16,-5-9-72-16,5 9-18 15</inkml:trace>
  <inkml:trace contextRef="#ctx0" brushRef="#br2" timeOffset="-147396.92">17001 9453 319 0,'0'0'9'0,"0"0"5"0,0 0 3 15,0 0 4-15,0-7 1 16,0 7 0-16,0 0 0 0,0 0 1 16,0 0-7-16,0 0-5 15,8 17-2-15,-8 2-3 16,0 9-6-16,-3 2 0 0,1 4 0 15,2 1 0-15,-3 2 0 16,3-5 0-16,-2 1 0 16,2-12 0-16,0 2 0 15,0-3 0-15,0-8 0 16,0-2 0-16,0-10 0 16,2 13 0-16,-2-13-3 0,0 0-52 15,0 0-29-15,3-10-2 16</inkml:trace>
  <inkml:trace contextRef="#ctx0" brushRef="#br2" timeOffset="-144996.75">18656 9326 358 0,'0'0'10'0,"0"-7"2"0,0 7 4 0,0-15 2 15,0 8 2-15,0 7 1 16,0-18 0-16,0 8 1 0,0 10-9 15,0 0-13-15,-9-1 0 16,-2 2 0-16,-1 17 0 16,-1-1 0-16,-1 8 0 15,-4 5 0-15,1 2 0 0,-1 3 0 16,11-1 0-16,2 3 0 16,5-8 0-16,5-1 0 15,11-6 0-15,8-6 0 16,1-4 0-16,7-7 0 0,-2-5 0 15,4-8 0-15,-4-9 0 16,2-3 0-16,-7-9 0 16,-2-6 0-16,-11-8 0 15,-5-1 0-15,-7 0 0 0,-7-1 0 16,-12 6 0-16,-9 9 0 16,-4 10 0-16,-11 13 0 15,-1 11 0-15,-4 15 0 16,16-1-27-16,-5 27-59 15,10 0-3-15</inkml:trace>
  <inkml:trace contextRef="#ctx0" brushRef="#br2" timeOffset="-141013.64">22692 9276 325 0,'0'0'8'15,"0"0"3"-15,0 0 3 16,0-11 3-16,0 11 2 16,-10-8 0-16,10 8 0 0,-13-6 1 15,13 6-8-15,-14 4-4 16,5 3-2-16,-3 6-3 15,5 6-1-15,0 4-1 16,-1 2 0-16,5 2-1 0,3 0 1 16,0 3 0-16,9-3 0 15,5-2-1-15,6-6 1 16,4-4 1-16,4-2-1 0,1-8 1 16,1-3 0-16,3-2 0 15,-4-10 1-15,-4-5 0 16,1-4 0-16,-10-6 1 15,-3-6-4-15,-5 0 0 16,-8-1 0-16,-3-3 0 0,-9 8 0 16,-8 2 0-16,-5 5 0 15,-5 9 0-15,-2 5 0 16,-3 6 0-16,0 5 0 16,3 5 0-16,5 5 0 0,-1-3-16 15,6 8-67-15,19-3-2 16</inkml:trace>
  <inkml:trace contextRef="#ctx0" brushRef="#br2" timeOffset="-137863.45">24225 9039 256 0,'0'0'9'0,"0"0"5"0,0 0 3 16,2-13 3-16,-2 13 4 15,0-9 1-15,0 9 2 16,8-10 0-16,-8 10-6 15,0-7-4-15,0 7-4 0,0 0-3 16,0 0-3-16,7-10-1 16,-7 10-2-16,0 0 0 15,0 11-1-15,0 2 0 16,-3 5-1-16,-1 9 0 0,1-2-2 16,1 9 0-16,-1-1 0 15,1 4 0-15,2-3 0 16,0 1 0-16,0-3 0 15,5-2 0-15,0-5 0 0,-3 0 0 16,3-6 0-16,-3-4 0 16,1-2 0-16,-3-13 0 15,5 15 0-15,-5-15 0 0,0 0 0 16,0 0 0-16,0 0 0 16,0 0 0-16,0 0 0 15,0 0 0-15,0-7 0 16,0 7 0-16,-2-11-11 15,2 11-75-15,0-12-2 0</inkml:trace>
  <inkml:trace contextRef="#ctx0" brushRef="#br2" timeOffset="-134713.81">22876 10030 301 0,'0'0'9'0,"0"0"5"0,-3-8 2 15,3 8 4-15,0 0 3 16,-5-12 0-16,5 12 1 15,-4-10 1-15,4 10-10 16,0 0-4-16,-6 7-3 16,1 6-3-16,2 4-2 0,-1 8-2 15,-1 0 0-15,0 5-1 16,-1 4 1-16,6-4-1 16,-2 0 1-16,2-5-1 0,0-4 0 15,0-4 1-15,2-4-1 16,2-3 1-16,-4-10-1 15,4 10-2-15,-4-10-1 16,0 0-6-16,0 0-28 0,0 0-45 16,0 0-2-16</inkml:trace>
  <inkml:trace contextRef="#ctx0" brushRef="#br2" timeOffset="-131230.39">24078 9929 370 0,'0'0'8'16,"0"0"3"-16,0-11 3 15,0 11 1-15,0-12 1 0,0 12 2 16,-2-7-1-16,2 7 1 15,0 0-8-15,-13-11-3 16,1 15-3-16,0 3-1 0,1 6-3 16,-1 4 0-16,0 5 0 15,1 1 0-15,-1 3-2 16,8 2 2-16,4-6 0 16,0 4-1-16,9-5 2 0,6-4-1 15,5 1 2-15,2-8-2 16,8-1 0-16,0-6 0 15,-2-3 0-15,4 0 0 16,-2-10 0-16,-6-5 0 16,1-5 0-16,-7-2 0 0,-6-8 0 15,-5 1 0-15,-7-6 0 16,-3 5 0-16,-11 0 0 16,-4 5 0-16,-6 11 0 15,-3 2 0-15,-1 9 0 0,-4 3 0 16,5 5 0-16,-3 5 0 15,-10 2-85-15,20 3-3 16</inkml:trace>
  <inkml:trace contextRef="#ctx0" brushRef="#br2" timeOffset="-124497.18">10984 12472 387 0,'0'0'6'0,"0"-12"3"0,0 12 3 15,0-14 0-15,0 7 2 0,-3-6-1 16,-1 3 1-16,-7-3-1 16,-1 3-5-16,-6 6-3 15,-5 1-3-15,2 0-2 16,-9 3 1-16,0 3-2 0,-2 7 0 15,2 2 0-15,5-2 0 16,5 8 0-16,5 2-1 16,6 2 1-16,5 3 0 15,4 2 0-15,6 5 0 0,6 3 1 16,4 7 0-16,0 2 0 16,5 4 0-16,-5 5 1 15,2 10-1-15,-3 4 1 16,-5 8 0-16,-5 8 0 15,-5 4 2-15,0 12-1 0,-7 2 2 16,-4 4 1-16,-1 3 0 16,-1 4-2-16,-1 0-3 15,-2-4 0-15,4 4 0 0,-1-8 0 16,1 5 0-16,3-2 0 16,2-6 0-16,-2-2 0 15,5-2 0-15,-1-1 0 16,0-4 0-16,0-5 0 0,0-4 0 15,3 3 0-15,-4-8 0 16,4 2 0-16,-1-6 0 16,3 0 0-16,-2-2 0 15,-1-3 0-15,3-4 0 16,-3-3 0-16,3-2 0 16,0-1 0-16,0-7 0 0,-1 3 0 15,-2-9 0-15,3-1 0 16,-2-3 0-16,-1-3 0 15,1 2 0-15,2-7 0 0,-6 1 0 16,4-6 0-16,-1 4 0 16,1-3 0-16,-3-4 0 15,3 2 0-15,-3-6 0 16,0 3 0-16,-1-5 0 0,1-3 0 16,3 0 0-16,-3-1 0 15,3-7 0-15,-3 3 0 16,5-1 0-16,0-2 0 0,0-9 0 15,-2 13 0-15,2-13 0 16,0 10 0-16,0-10 0 16,0 0 0-16,0 0 0 15,-3 10 0-15,3-10 0 16,0 0 0-16,0 0 0 0,0 0 0 16,0 0 0-16,0 0 0 15,0 0 0-15,0 0 0 16,0 0 0-16,0 0 0 15,0 0 0-15,8 5 0 0,1-2 0 16,4-2 0-16,6 2 0 16,11-3 0-16,7 0 0 15,4 3 0-15,8-2 0 16,3-1 0-16,2 6 0 0,0-3 0 16,-5 2 0-16,-10-1 0 15,-1 6 0-15,-16-4 0 16,1-6-35-16,-16 4-56 0</inkml:trace>
  <inkml:trace contextRef="#ctx0" brushRef="#br2" timeOffset="-117579.95">11550 12703 337 0,'0'0'7'15,"0"0"4"-15,0 0 3 16,0 0 3-16,0 0 1 0,0 0 1 16,0 0 1-16,0 0 0 15,0 0-5-15,0 0-5 16,-10 0-2-16,3 11-2 0,1 3-2 16,-1 5-2-16,-3 6 1 15,1 5-3-15,-2 5 0 16,6-3 0-16,3 2 0 15,2-4 0-15,10 1 0 16,7-6 0-16,6-6 0 0,4-7 0 16,8-2 0-16,7-7 0 15,-2-3 0-15,5-5 0 16,-6-8 0-16,3-2 0 0,-6-4 0 16,-6-4 0-16,-9-7 0 15,-11 0 0-15,-10-6 0 16,-5 1 0-16,-17-1 0 15,-7 7 0-15,-12 6 0 16,-3 6 0-16,-4 13 0 0,2 4 0 16,13 10-62-16,1 7-27 15</inkml:trace>
  <inkml:trace contextRef="#ctx0" brushRef="#br2" timeOffset="-110996.71">13163 12743 408 0,'0'0'5'0,"0"0"3"16,3-8 1-16,-3 8 2 15,0-10 1-15,0 10 1 0,-13-11 1 16,3 5 0-16,-3 4-4 16,-2 2-3-16,-2 2-7 15,-5 11 0-15,4 1 0 16,1 6 0-16,0 3 0 0,7 4 0 16,5 2 0-16,5-1 0 15,3-1 0-15,9-2 0 16,10-8 0-16,6 0 0 15,6-7 0-15,6-4 0 0,2-6 0 16,0 0 0-16,-4-11 0 16,-1-6 0-16,-5 0 0 15,-7-6 0-15,-7-7 0 16,-9-2 0-16,-9-2 0 0,-4-1 0 16,-14 3 0-16,-7 2 0 15,-2 5 0-15,-3 13 0 16,-8 2 0-16,4 10-76 15,1 12-14-15</inkml:trace>
  <inkml:trace contextRef="#ctx0" brushRef="#br2" timeOffset="-108263.67">14399 12678 398 0,'0'0'8'16,"0"0"3"-16,0 0 2 15,9-10 3-15,-9 10 1 16,0 0 1-16,7-10 0 0,-7 10-6 16,0 0-12-16,0 0 0 15,7 10 0-15,-7 3 0 16,2 3 0-16,4 5 0 16,-1 1 0-16,2 3 0 15,0 1 0-15,-2-1 0 16,1-2 0-16,1-3 0 0,-2-5 0 15,-3 0 0-15,0-2 0 16,-2-13 0-16,6 12 0 0,-6-12 0 16,0 0 0-16,0 0 0 15,0 0 0-15,0 0 0 16,0 0 0-16,0 0 0 0,0 0 0 16,0 0 0-16,0 0 0 15,0 0-60-15,0 0-31 16</inkml:trace>
  <inkml:trace contextRef="#ctx0" brushRef="#br2" timeOffset="-105997.08">15871 12644 381 0,'0'0'8'0,"0"0"1"0,0 0 3 16,0-10 1-16,0 10 2 15,0-11-1-15,0 11 0 16,-12-4 1-16,2 4-6 16,-3 2-3-16,-4 8-2 15,-1 5-2-15,4 3-1 0,-4 7-1 16,6 0 1-16,1 1-1 16,9 4 0-16,2-3 1 15,10 3-1-15,10-5 1 16,2-5 0-16,8-6 0 0,0-2 0 15,5-7 1-15,2-5-2 16,-3 0 0-16,0-9 0 16,-8-8 0-16,-3-3 0 0,-5-8 0 15,-6-6 0-15,-10 1 0 16,-4-7 0-16,-13 7 0 16,-5-3 0-16,-10 10 0 15,-4 6 0-15,-9 12 0 0,1 8 0 16,2 17-26-16,1 13-59 15,6 2-4-15</inkml:trace>
  <inkml:trace contextRef="#ctx0" brushRef="#br2" timeOffset="-102296.64">11563 13852 400 0,'0'0'7'15,"0"0"2"-15,-6-12 3 0,6 12 2 16,0 0 1-16,-5-10 1 16,5 10 0-16,0 0 0 15,0 0-10-15,0 0-6 16,-7 15 0-16,2 2 0 16,5 5 0-16,-4 6 0 15,1 1 0-15,3 4 0 0,0-4 0 16,0 1 0-16,0-5 0 15,0-3 0-15,0-2 0 16,0-5 0-16,3-3 0 0,-1-2 0 16,-2-10 0-16,0 12 0 15,0-12 0-15,0 0 0 16,0 0-13-16,12 3-73 16,-12-3-1-16</inkml:trace>
  <inkml:trace contextRef="#ctx0" brushRef="#br2" timeOffset="-98829.89">13138 13830 390 0,'0'0'7'16,"0"0"3"-16,0 0 2 15,0 0 2-15,0 0 1 0,0 0 0 16,0 0-1-16,0 0 1 16,-11 0-6-16,4 7-5 15,0 8-1-15,-3 3-2 16,0 3 1-16,0 10-2 0,1-1 0 15,3 2 0-15,6 0 0 16,6-2 0-16,8-5 0 16,6-3 0-16,2-5 0 15,5-7 0-15,3-3 0 16,0-7 0-16,0 0 0 16,-5-9 0-16,0-7 0 0,-5-3 0 15,-8-6 0-15,-5-5 0 16,-7-4 0-16,-2-1 0 15,-10 3 0-15,-8 2 0 0,-8 5 0 16,1 8 0-16,-8 7 0 16,10 12-4-16,-2 6-83 15,8 7-3-15</inkml:trace>
  <inkml:trace contextRef="#ctx0" brushRef="#br2" timeOffset="-96413.52">14550 13780 365 0,'0'0'8'0,"0"0"2"16,0 0 1-16,0 0 2 0,0 0 0 15,0 0 1 1,-13 0 1-16,13 0 0 0,-17 9-5 15,6-1-4-15,-1 9-1 16,-3 4-1-16,3 6-1 0,4 2 0 16,0 4-1-16,6 2 0 15,2 0-1-15,8-1 1 16,6-7 0-16,12-4 1 16,6-5-1-16,7-9 0 15,7-4-2-15,-2-5 0 0,3-5 0 16,-2-10 0-16,-6-3 0 15,-1-3 0-15,-14-9 0 16,-6-2 0-16,-11-5 0 0,-7 1 0 16,-14 0 0-16,-9 3 0 15,-7 7 0-15,-9 10 0 16,-6 4 0-16,0 15-20 16,-5 9-67-16,4 5-2 15</inkml:trace>
  <inkml:trace contextRef="#ctx0" brushRef="#br2" timeOffset="-94680.36">15988 13748 396 0,'0'0'4'0,"0"0"1"15,0 0 2-15,0 0 0 0,-10-9 2 16,10 9 1-16,-16-6-1 16,16 6 1-16,-16 0-4 15,3 8-1-15,5 2-2 16,-1 5-1-16,2 2-1 15,2 0 0-15,5 5-1 16,0 1 1-16,7-3 0 0,5-1 1 16,11-4 0-16,2-2-1 15,5-6 1-15,4-7 1 16,3 0 1-16,-2-5 0 0,-3-5 1 16,0-7 2-16,-7 0-3 15,-7-6-4-15,-8-3 0 16,-10-2 0-16,-5-1 0 15,-15-4 0-15,-8 5 0 0,-11 7 0 16,0 5 0-16,-9 9 0 16,-1 7 0-16,3 13 0 15,0 1-3-15,13 14-83 0,11 6-2 16</inkml:trace>
  <inkml:trace contextRef="#ctx0" brushRef="#br2" timeOffset="-90496.97">11637 14945 346 0,'0'0'7'0,"0"0"5"0,-5-8 2 15,5 8 3-15,0 0 0 16,-9-10 0-16,9 10 1 0,-13-5 0 15,13 5-6-15,-15 3-4 16,5 9-4-16,0 1-1 16,0 7-2-16,0 1 0 15,5 4 0-15,0 2 0 16,5 1-1-16,0 2 1 0,10-5 0 16,8-5 0-16,4-1 0 15,8-4 0-15,2-8 1 16,3-4 0-16,2-3 0 15,-2-5 1-15,-1-9-3 16,-1-6 0-16,-11-2 0 0,1-11 0 16,-14 1 0-16,-9-8 0 15,-4 0 0-15,-14 3 0 16,-12 0 0-16,-7 6 0 0,-5 6 0 16,-6 9 0-16,4 11 0 15,-1 5 0-15,15 10-38 16,8 13-48-16,9 1-3 0</inkml:trace>
  <inkml:trace contextRef="#ctx0" brushRef="#br2" timeOffset="-88246.64">13150 14796 452 0,'0'0'4'0,"0"0"2"16,0 0 2-16,10-10 1 0,-10 10 0 15,0 0 0-15,10 0 2 16,-10 0-8-16,7 18-3 16,-7-4 0-16,0 11 0 0,3 4 0 15,-1 7 0-15,3 1 0 16,-2 1 0-16,2 1 0 16,-2-2 0-16,4-3 0 15,0-4 0-15,-2-6 0 0,6 1 0 16,-7-10 0-16,-17 0-85 15,22-5-5-15</inkml:trace>
  <inkml:trace contextRef="#ctx0" brushRef="#br2" timeOffset="-85097.02">14654 14958 400 0,'0'0'6'0,"0"0"2"0,0 0 2 16,-3-11 2-16,3 11 0 16,0 0 0-16,-16-10 0 0,16 10 1 15,-16 6-7-15,5 6-2 16,4 5-2-16,-3 8-1 16,6 5-1-16,-1 0 0 15,5-1 1-15,0 1-1 0,9-3 0 16,6-5 0-16,8-4 1 15,2-8-1-15,7-3 1 16,-1-7 1-16,5-5 1 16,-4-5 0-16,3-7-1 15,-8-8-2-15,-4-2 0 0,-5-5 0 16,-9-3 0-16,-9-2 0 16,-2-1 0-16,-18 4 0 15,-6 4 0-15,-3 6 0 16,-8 6 0-16,0 8 0 0,-1 6 0 15,9 6 0-15,-1 8-17 16,16 4-66-16,5 3-4 16</inkml:trace>
  <inkml:trace contextRef="#ctx0" brushRef="#br2" timeOffset="-84446.86">16105 14722 418 0,'0'0'6'0,"0"0"1"15,-8-7 3-15,8 7 0 16,-13-6 1-16,4 5 1 0,-3-2 1 16,-1 0-1-16,1 3-5 15,-4 7-2-15,2 3-5 16,-2 8 0-16,7 4 0 15,-3-2 0-15,5 7 0 16,5-2 0-16,2 2 0 0,11-2 0 16,6-3 0-16,6-2 0 15,6-8 0-15,6-2 0 16,2-7 0-16,4-3 0 0,-4-5 0 16,-5-7 0-16,-2-8 0 15,-5-5 0-15,-11-5 0 16,-9-1 0-16,-5-7 0 15,-10 3 0-15,-12 0 0 0,-8 11 0 16,-5 4 0-16,-4 7 0 16,-3 13 0-16,-3 0-6 15,8 23-80-15,0 4-2 16</inkml:trace>
  <inkml:trace contextRef="#ctx0" brushRef="#br2" timeOffset="-83647.01">11858 16040 422 0,'0'0'4'0,"0"0"1"16,0-13 2-16,0 13 2 16,-5-12 0-16,5 12 1 15,-12-13 0-15,2 7 1 0,-5 6-5 16,2 0 0-16,-1 9-2 15,-4 6-2-15,3 5 0 16,2 2-2-16,1 6 1 16,5-1-1-16,7 3 0 0,0-6-1 15,12-2 1-15,8-4-1 16,10-3 0-16,3-11 1 16,8-4 0-16,2-4 1 15,4-9 0-15,-4-4 0 0,-1-6 2 16,-10-3-3-16,-5-4 0 15,-10-6 0-15,-9 0 0 16,-10-1 0-16,-13 2 0 0,-6 3 0 16,-11 2 0-16,-3 11 0 15,-2 6 0-15,0 8 0 16,3 8 0-16,4 6-5 16,10 14-16-16,5 4-62 0,15-2-3 15</inkml:trace>
  <inkml:trace contextRef="#ctx0" brushRef="#br2" timeOffset="-83095.34">13145 15909 414 0,'0'0'5'0,"0"0"2"0,0 0 1 0,-15-5 1 16,5 5 1-16,-2 0 0 16,-3 0 0-16,-4 5 1 15,-4 4-6-15,3 4-1 16,1 7-2-16,5 5 0 0,7-5 0 16,5 7-2-16,4-5 1 15,10 0-1-15,13-5 1 16,5-2 0-16,5-10-1 0,5-3 1 15,2-2-1-15,0-4 1 16,-1-8-1-16,0-5 1 16,-6-4-1-16,-8-4 2 15,-1 0 0-15,-14-4 0 0,-8-1-2 16,-4-2 0-16,-15 5 0 16,-7 5 0-16,-5 2 0 15,-5 9 0-15,-5 7 0 16,4 4 0-16,-1 10 0 15,8 7-19-15,2 10-37 0,12-2-30 16,12-2-2-16</inkml:trace>
  <inkml:trace contextRef="#ctx0" brushRef="#br2" timeOffset="-82579.59">14700 15839 442 0,'0'0'4'0,"0"0"3"0,0 0 0 0,0-8 2 15,0 8 0-15,0 0 0 16,-9-7 0-16,1 7 0 16,-7 3-3-16,3 7-6 0,0 5 0 15,1 5 0-15,-1 0 0 16,8 1 0-16,4 2 0 15,2-1 0-15,8-1 0 16,10-7 0-16,1-2 0 0,7-5 0 16,4-4 0-16,4-3 0 15,-2-5 0-15,1-7 0 16,-5-3 0-16,0-6 0 16,-11-3 0-16,-1-5 0 0,-11-1 0 15,-7-2 0-15,-7 0 0 16,-11 2 0-16,-1 7 0 15,-11 6 0-15,-2 5 0 16,-1 12 0-16,-1 0-3 0,9 17-30 16,22 6-51-16,-12-6-4 15</inkml:trace>
  <inkml:trace contextRef="#ctx0" brushRef="#br2" timeOffset="-82130.18">16174 15683 487 0,'0'0'4'0,"0"-7"3"0,0 7 1 0,5-10-3 15,-5 10-5-15,3-12 0 16,-3 12 0-16,0 0 0 16,0 7 0-16,-3 11 0 0,0 4 0 15,-4 7 0-15,2 6 0 16,0 5 0-16,1 2 0 16,-1-3 0-16,5 4 0 15,0 4-46-15,5-18-43 0,2-1-2 16</inkml:trace>
  <inkml:trace contextRef="#ctx0" brushRef="#br2" timeOffset="-80513.67">16150 12421 281 0,'0'0'7'0,"0"0"5"16,0 0 3-16,-8-7 3 15,8 7 1-15,0 0 2 16,0 0 2-16,-3-13 0 0,3 13-6 16,16-10-3-16,3 5-4 15,8-3-1-15,10 1-1 16,8-2 0-16,5 0-2 16,7 5-1-16,-2-1-1 15,-3 0 0-15,-3 3-2 0,-6 2 0 16,-8 2-2-16,-10 8 1 15,-6 3-1-15,-4 6 0 16,-7 8 2-16,-1 8-2 16,-2 7 0-16,1 10 0 0,1 10 0 15,-5 5 0-15,6 6 0 16,0 7 0-16,1 3 0 16,1 1 0-16,-3 2 0 15,4 3 0-15,-2 1 0 0,1-4 0 16,-2 5 0-16,-3 2 0 15,0 1 0-15,-3 0 0 16,-2 8 0-16,0-4 0 16,0 4 0-16,-5 2 0 0,-2-3 0 15,-1 6 0-15,1-3 0 16,0-3 0-16,-1 0 0 16,3-3 0-16,0 2 0 15,0-5 0-15,5-1 0 16,-2 3 0-16,2-5 0 0,0-3 0 15,0-2 0-15,0 0 0 16,0-6 0-16,-3-1 0 16,3-1 0-16,-2-6 0 0,2 0 0 15,-3-4 0-15,1-5 0 16,2-3 0-16,-2-7 0 16,-3-7 0-16,5 0 0 15,-1-10 0-15,-2-2 0 0,-1-5 0 16,4-4 0-16,-3-2 0 15,1-7 0-15,-1-1 0 16,1-5 0-16,2-4 0 16,0-7 0-16,0 10 0 0,0-10 0 15,0 0 0-15,0 0 0 16,0 0 0-16,0 0 0 16,-13 5 0-16,13-5 0 15,-7 0 0-15,7 0 0 16,-17-2 0-16,4-1 0 15,-4 3 0-15,-1 0 0 0,-4 0 0 16,-2 3 0-16,-6-1 0 16,-5 1 0-16,-1 2 0 0,-6-1 0 15,1 4 0-15,-12 0 0 16,3-2 0-16,1 7 0 16,1-3 0-16,14 0 0 15,11 0-80-15,-1-8-13 0</inkml:trace>
  <inkml:trace contextRef="#ctx0" brushRef="#br2" timeOffset="-78730.18">1035 14469 497 0,'0'0'3'0,"0"0"2"16,0 0 1-16,0 0-6 0,0 0 0 16,0 0 0-16,0 5 0 15,-2 12 0-15,-7 6 0 16,7 9 0-16,-5 5 0 16,0 9 0-16,2 2 0 0,0 2 0 15,2 0 0-15,0 0 0 16,3-9 0-16,0 4 0 15,3-13 0-15,7-12-71 16,-7-1-21-16</inkml:trace>
  <inkml:trace contextRef="#ctx0" brushRef="#br2" timeOffset="-78478.68">530 14440 456 0,'0'0'5'0,"0"0"1"16,0 0 2-16,0-10 1 16,13 0 1-16,4-5 1 0,15-3-5 15,6-4-6-15,11-3 0 16,11-1 0-16,4 1 0 16,9 2 0-16,-3-2 0 15,-1 6 0-15,-5 4 0 0,-4 10 0 16,-7 0 0-16,-7 12 0 15,-3 5-87-15,-13 8-4 16</inkml:trace>
  <inkml:trace contextRef="#ctx0" brushRef="#br2" timeOffset="-78263.53">1295 14866 511 0,'0'0'0'0,"0"0"0"16,0 0 0-16,11 13 0 16,-9-6 0-16,1 7 0 0,-1 4 0 15,-2 1 0-15,0 4 0 16,0 1 0-16,0 1 0 16,0 3 0-16,-2-8-5 15,-18-3-81-15,20-5-3 16</inkml:trace>
  <inkml:trace contextRef="#ctx0" brushRef="#br2" timeOffset="-77863.81">1539 14071 460 0,'0'0'5'15,"0"0"2"-15,-7-6 2 0,7 6 1 16,-13-1 1-16,13 1-2 16,-15-11-9-16,15 11 0 15,-15-7 0-15,15 7 0 16,0 0 0-16,0 0 0 0,3-10 0 16,12 10 0-16,3 0 0 15,1 5 0-15,4 5 0 16,2 3 0-16,-3 8 0 15,-5 4 0-15,-2 5 0 0,-10 4 0 16,-5 4 0-16,-8 3 0 16,-9-1 0-16,-5 6 0 15,-1-8 0-15,1 1 0 16,0-3 0-16,7-6 0 0,7-5 0 16,6-11 0-16,4-1 0 15,13-11 0-15,8-2 0 16,4 0 0-16,2-8 0 15,12 4-73-15,-4-6-17 0</inkml:trace>
  <inkml:trace contextRef="#ctx0" brushRef="#br2" timeOffset="-77646.62">1782 14734 511 0,'0'0'0'0,"0"0"0"16,0 0 0-16,0-7 0 0,0 7 0 16,15-15 0-16,-4 5 0 15,6-2 0-15,3-1 0 16,2-2 0-16,3 5 0 16,-8-3 0-16,-17 13-79 15,18-6-11-15</inkml:trace>
  <inkml:trace contextRef="#ctx0" brushRef="#br2" timeOffset="-77530.68">1800 14861 475 0,'0'0'4'16,"0"0"0"-16,3 15 1 0,-3-15 0 15,17 7 1-15,1-4 0 16,7-3-4-16,14 0-39 16,3-7-44-16,10-9-5 15</inkml:trace>
  <inkml:trace contextRef="#ctx0" brushRef="#br3" timeOffset="-74346.77">17342 14323 463 0,'0'0'5'0,"0"0"1"16,0 0 2-16,0 0 1 0,0 0 0 16,5-9 2-16,3 3-11 15,6 1 0-15,4 0 0 16,-1-2 0-16,8 5 0 15,-1-4 0-15,4 6 0 0,-6 0-9 16,-7 0-76-16,8 8-3 16</inkml:trace>
  <inkml:trace contextRef="#ctx0" brushRef="#br3" timeOffset="-74196.85">17339 14494 478 0,'0'0'4'0,"0"0"1"16,0 0 1-16,0 0 1 15,0 0 1-15,10 8-5 0,5-8-3 16,8 0 0-16,7 0 0 16,9-3 0-16,-2 1-79 15,18-8-7-15</inkml:trace>
  <inkml:trace contextRef="#ctx0" brushRef="#br3" timeOffset="-72845.67">18371 12648 356 0,'0'0'6'0,"0"0"5"15,10-14 3-15,-9 3 1 16,5 2 2-16,-4-2 0 0,-2-1 0 16,0-2 1-16,-5-1-6 15,-4 3-4-15,-11 2-3 16,-3 3-2-16,-7 1-2 16,-2 4 0-16,-8 2-1 15,1 8 0-15,-4 3-1 0,1 7 0 16,5 4 1-16,2 5-1 15,8 3 1-15,9 7 0 16,4 6 0-16,9 4 1 16,5 7 0-16,7 1 1 0,10 9 0 15,1 5 1-15,2 8-1 16,2 2 0-16,-2 10-2 16,0 6 0-16,-8 1 0 0,4 10 0 15,-9 4 0 1,2 6 0-16,-4-4 0 0,0 9 0 15,1-5 0-15,-1 6 0 16,-3-1 0-16,-2 0 0 0,5 2 0 16,-5-8 0-16,2 7 0 15,-2-7 0-15,0 7 0 16,0-8 0-16,0-2 0 16,0-3 0-16,-2 1 0 15,-1-5 0-15,1-3 0 0,-5 0 0 16,1-11 0-16,-6 3 0 15,2-4 0-15,-5-6 0 16,3-8 0-16,-3 2 0 0,0-11 0 16,-3-1 0-16,4-4 0 15,-2-7 0-15,2-6 0 16,1-2 0-16,0-5 0 16,7 1 0-16,-1-6 0 15,1 0 0-15,1-5 0 0,3 0 0 16,-3-5 0-16,0 1 0 15,3-6 0-15,-3 3 0 16,-1-6 0-16,1 1 0 16,0 1 0-16,3-2 0 0,-1 1 0 15,1-5 0-15,0 0 0 16,2-3 0-16,-3-2 0 16,3-10 0-16,0 12 0 15,0-12 0-15,0 0 0 0,0 10 0 16,0-10 0-16,0 0 0 15,0 0 0-15,0 0 0 16,0 0 0-16,0 7 0 0,0-7 0 16,0 0 0-16,10 13 0 15,-1-10 0-15,12-1 0 16,1-2 0-16,13 0 0 16,4 0 0-16,16 0 0 15,10-2 0-15,4-1 0 0,9 3 0 16,1 0 0-16,1 5 0 15,-46-3-13-15,6-2-77 16,28 0-4-16</inkml:trace>
  <inkml:trace contextRef="#ctx0" brushRef="#br3" timeOffset="-65598.69">18358 12989 444 0,'0'0'6'16,"0"0"1"-16,0 0 1 15,0 0 1-15,0 0 0 16,0 0 1-16,0 0 0 0,0 0-2 16,15-3-8-16,-6 3 0 15,10-3 0-15,0 1 0 16,9-1 0-16,1 1 0 0,1-2 0 16,0 0 0-16,-2 0 0 15,-6 4 0-15,-5-3 0 16,-4 0 0-16,-13 3 0 15,0 0 0-15,0 0-3 0,0 10-82 16,0-10-4-16</inkml:trace>
  <inkml:trace contextRef="#ctx0" brushRef="#br3" timeOffset="-65077.88">18979 12819 427 0,'0'0'5'0,"0"0"2"16,2-10 3-16,-2 10 1 15,4-9 0-15,-4 9 1 0,0-10 0 16,0 10 0-16,-16-10-8 15,2 10-4-15,-6 0 0 16,-1 4 0-16,0 7 0 0,-4-1 0 16,0 1 0-16,2 5 0 15,6-1 0-15,4 0 0 16,5 0 0-16,8-1 0 16,3-2 0-16,11 1 0 0,2-1 0 15,7 1 0-15,2-1 0 16,5-1 0-16,-4-3 0 15,-1 6 0-15,3-4 0 0,-7 0 0 16,1-1 0-16,-8 4 0 16,-4-4 0-16,-2 4 0 15,-3-4 0-15,-5 4 0 16,0-2 0-16,-7-3 0 16,-4 1 0-16,-1 0 0 15,-6-2 0-15,-1-1 0 0,-4-1 0 16,-2-3 0-16,0 1 0 15,0-3 0-15,1 0 0 16,1-3 0-16,3 1 0 0,3-6-13 16,9 8-16-16,8 0-54 15,-10-10-4-15</inkml:trace>
  <inkml:trace contextRef="#ctx0" brushRef="#br3" timeOffset="-64546.98">19165 12857 429 0,'0'0'6'0,"0"0"2"0,0 0 3 0,13-10 1 16,-13 10 2-16,0 0 0 15,3-10-1-15,-3 10-9 16,0 0-4-16,-10 0 0 16,-1 12 0-16,2 3 0 0,-1 3 0 15,-3 6 0-15,4 1 0 16,4 5 0-16,5-2 0 16,0-2 0-16,9-6 0 15,9 0 0-15,-1-6 0 0,6-6 0 16,4-2 0-16,-2-6 0 15,1-6 0-15,2-5 0 16,-4-5 0-16,-3-6 0 0,0-6 0 16,-9-4 0-16,-3-3 0 15,-4-4 0-15,-5 4 0 16,-2-2 0-16,-8 2 0 16,-2 6 0-16,-6 6 0 0,-4 9 0 15,0 7 0-15,2 7 0 16,-3 7 0-16,6 7 0 15,4 9 0-15,4 3 0 16,4 5 0-16,2 1 0 0,3-1 0 16,12 2 0-16,0-3 0 15,11 0 0-15,-3-5-43 16,5-6-44-16,8-1-2 16</inkml:trace>
  <inkml:trace contextRef="#ctx0" brushRef="#br3" timeOffset="-64163.78">19531 13010 420 0,'0'0'9'0,"0"0"2"0,-8-10 3 0,8 10 2 16,-2-10 0-16,2 10 2 16,-2-9-11-16,2 9-7 15,0-13 0-15,0 13 0 16,12-10 0-16,-12 10 0 0,18-7 0 15,-11 7 0-15,6 0 0 16,-4 0 0-16,1 7 0 16,-3 3 0-16,-1 3 0 15,-6 3 0-15,0 2 0 0,0 2 0 16,-8 0 0-16,-2 0 0 16,-4-1 0-16,1-1 0 15,-2-3 0-15,5-3 0 16,-2 1 0-16,7-4 0 0,5-9 0 15,0 10 0-15,9-8 0 16,9-2 0-16,4 0 0 16,3 0 0-16,7 0 0 0,0-2 0 15,6 0 0-15,-11-6 0 16,5 8-62-16,-7 0-29 16</inkml:trace>
  <inkml:trace contextRef="#ctx0" brushRef="#br3" timeOffset="-59996.78">20368 12809 430 0,'0'0'5'15,"0"0"2"-15,0 0 1 16,-5-7 1-16,5 7 0 16,-12-2 1-16,2 2-1 0,0 2 1 15,-2 5-5-15,2 9-2 16,-3 0-1-16,6 5-1 16,-3 3 0-16,8 1 1 15,2 0-2-15,7 3 0 16,8-6 0-16,5-2 0 0,5-6 0 15,2-1 0-15,6-9 0 16,4-4 0-16,-5 0 0 16,2-12 0-16,-11-3 0 15,2-5 0-15,-8-6 0 0,-4-2 0 16,-13-5 0-16,-6-1 0 16,-11 4 0-16,-8 0 0 15,-5 11 0-15,-7 1 0 0,5 16 0 16,-8-3 0-16,0 15-85 15,15 10-2-15</inkml:trace>
  <inkml:trace contextRef="#ctx0" brushRef="#br3" timeOffset="-53930.52">21079 12743 403 0,'0'0'6'0,"0"0"2"15,0 0 1-15,12-8 3 16,-12 8 0-16,0 0 2 0,10-4-1 15,-10 4 1-15,0 0-5 16,0 0-4-16,0 0 1 16,-7 8-6-16,-3 6 0 15,-3-2 0-15,-4 7 0 0,0 5 0 16,0 0 0-16,1 3 0 16,-1-2 0-16,7 0 0 15,3-3 0-15,7-2 0 0,2-3 0 16,13-2 0-16,2-2 0 15,11-6 0-15,4-2 0 16,0-1 0-16,5-1 0 16,-2-3 0-16,-5 0-7 0,0 0-17 15,-8 0-58-15,-6 0-4 16</inkml:trace>
  <inkml:trace contextRef="#ctx0" brushRef="#br3" timeOffset="-53446.04">21409 12739 424 0,'0'0'6'0,"0"0"2"15,0 0 3-15,3-11 0 16,-3 11 1-16,0 0 0 0,0 0-1 15,0 0 1-15,-5 0-8 16,-5 15-4-16,1 4 0 16,-2 3 0-16,1 2 0 15,-2 5 0-15,6 0 0 0,4-1 0 16,2-1 0-16,8-5 0 16,4-4 0-16,5-7 0 15,3-2 0-15,3-7 0 0,2-2 0 16,-3-5 0-16,0-5 0 15,-1-7 0-15,-5-6 0 16,0-3 0-16,-7-10 0 16,-1 2 0-16,-5-3 0 15,-3 2 0-15,-1 3 0 0,-9 5 0 16,-4 4 0-16,-4 9 0 16,-2 6 0-16,1 8 0 15,-2 5 0-15,7 5 0 16,-2 8 0-16,9 1 0 0,3 6 0 15,1 0 0-15,3 1 0 16,10 2 0-16,5-3 0 16,4 0-4-16,-1-5-32 15,10 0-48-15,-2-8-3 0</inkml:trace>
  <inkml:trace contextRef="#ctx0" brushRef="#br3" timeOffset="-53079.89">21749 12906 466 0,'0'0'5'0,"0"0"2"15,-7-12 1-15,7 12 1 0,0-16 1 16,0 16-4-16,0-14-6 16,0 7 0-16,10-1 0 15,-10 8 0-15,20-8 0 16,-8 6 0-16,1 2 0 0,-3 2 0 15,3 9 0-15,-4-1 0 16,-4 5 0-16,-3 4 0 16,-2 4 0-16,-4-3 0 15,-3 5 0-15,-9-3 0 0,4-2 0 16,-3-1 0-16,0-1 0 16,6-3 0-16,0-7 0 15,2 1 0-15,7-9 0 16,0 0 0-16,21 8 0 0,-5-8 0 15,7 0 0-15,4-3 0 16,6 3 0-16,-3-8 0 16,-13 5-77-16,20 3-12 15</inkml:trace>
  <inkml:trace contextRef="#ctx0" brushRef="#br3" timeOffset="-47828.5">22736 12852 329 0,'0'0'6'0,"0"0"4"15,0 0 3-15,0 0 3 0,-3 7 1 16,3-7 0-16,0 0 0 15,-4 7 0-15,4-7-5 16,0 0-3-16,0 12-2 16,0-12-3-16,7 18 0 15,1-8 0-15,2 0-1 16,4 0 1-16,4-5-1 0,5 0 0 16,-2-5 0-16,7 0-1 15,-1-10 1-15,1-5-1 16,-1-5 0-16,-4-5 2 15,-2-4-4-15,0-8 0 0,-8-3 0 16,-6-2 0-16,-2-5 0 16,-5 3 0-16,-8 1 0 15,-2 6 0-15,-5 6 0 0,-6 8 0 16,5 10 0-16,-2 8 0 16,-2 8 0-16,8 12 0 15,3 7 0-15,-2 7 0 0,9 9 0 16,2 7 0-16,2-4 0 15,9 6 0-15,3-2 0 16,1-5 0-16,7-1-18 16,-2-6-66-16,8-7-2 15</inkml:trace>
  <inkml:trace contextRef="#ctx0" brushRef="#br3" timeOffset="-47463.49">23188 12827 473 0,'0'0'4'0,"0"0"1"0,-4-8 2 15,4 8 0-15,-3-10 1 16,3 10-1-16,0-12-7 0,0 12 0 16,15-10 0-16,0 7 0 15,2 2 0-15,3-2 0 16,0 3 0-16,0 0 0 15,-5 7 0-15,-1 1 0 0,-3 5 0 16,-6 4 0-16,-5 2 0 16,0 1 0-16,-11 2 0 15,2-2 0-15,-3 0 0 16,-1 0 0-16,-2-5 0 0,6-4 0 16,0 0 0-16,5-1 0 15,4-10 0-15,0 0 0 16,13 4 0-16,-1-4 0 0,7-1 0 15,1-6 0-15,15 1-14 16,-5-5-71-16,8-5-2 16</inkml:trace>
  <inkml:trace contextRef="#ctx0" brushRef="#br3" timeOffset="-47180.01">23726 12651 467 0,'0'0'5'0,"0"0"1"0,0-10 2 15,0 10-1-15,0 0 1 16,-13-7 0-16,5 7-6 16,-7 7-2-16,1 8 0 15,-4 5 0-15,-1 1 0 0,-2 7 0 16,4 2 0-16,3 2 0 15,8-3 0-15,4-1 0 0,4-6 0 16,10-2 0-16,6-4 0 16,5-7 0-16,6 1 0 15,-4-8 0-15,9-2-85 16,2-4-3-16</inkml:trace>
  <inkml:trace contextRef="#ctx0" brushRef="#br3" timeOffset="-46747.05">23938 12623 439 0,'0'0'7'0,"0"0"2"15,0 0 3-15,0 0-1 16,0 0 1-16,0 0 0 16,-4 5-3-16,-1 6-9 15,-2 1 0-15,-3 5 0 16,2 4 0-16,-2 4 0 0,1 0 0 15,0 1 0-15,9 4 0 16,0-9 0-16,4 2 0 0,8-8 0 16,2-3 0-16,4-4 0 15,5-5 0-15,1-3 0 16,1-5 0-16,0-8 0 16,-5-7 0-16,2-3 0 15,-5-9 0-15,-4 1 0 0,0-8 0 16,-9 1 0-16,-4 1 0 15,-2 5 0-15,-8 2 0 16,-5 7 0-16,-5 10 0 16,0 9 0-16,-2 4 0 0,2 7 0 15,3 11 0-15,4 4 0 16,5 5 0-16,6 3 0 16,2 2 0-16,5 1 0 0,8-6 0 15,4 5 0-15,-2-14-28 16,8 1-58-16,-2-2-4 15</inkml:trace>
  <inkml:trace contextRef="#ctx0" brushRef="#br3" timeOffset="-46347.01">24309 12805 463 0,'0'0'6'0,"0"0"2"0,-8-8 2 0,8 8 0 15,0 0 1-15,-9-10-8 16,9 10-3-16,-3-12 0 16,3 12 0-16,3-10 0 0,-3 10 0 15,17-7 0-15,-7 7 0 16,0 0 0-16,5 0 0 16,-3 2 0-16,0 3 0 15,1 5 0-15,-8 5 0 0,-2-3 0 16,-3 8 0-16,-3-3 0 15,-6 3 0-15,-9-2 0 16,1-1 0-16,-3 0 0 16,2-2 0-16,3 0 0 15,0-5 0-15,5 0 0 0,10-10 0 16,0 10 0-16,12-9 0 16,6 3 0-16,7-4 0 15,0 0 0-15,5 0 0 16,2 0 0-16,3-4 0 0,-5 3 0 15,-3 1 0-15,-7-3 0 16,0 6 0-16,-11-2-58 16,-9-1-34-16</inkml:trace>
  <inkml:trace contextRef="#ctx0" brushRef="#br3" timeOffset="-43245.92">18818 13947 446 0,'0'0'6'0,"0"0"3"16,0 0 1-16,5-10 2 15,-5 10 0-15,0 0 0 0,-5-10-8 16,-7 10-4-16,-9 0 0 15,-4 10 0-15,-7 7 0 16,2 6 0-16,-7 3 0 0,7 7 0 16,3-4 0-16,4 6 0 15,11-2 0-15,8-7 0 16,6-1 0-16,10-5 0 16,13-8 0-16,10-1 0 15,3-9 0-15,8-2 0 0,2-2-26 16,4-6-60-16,-2-4-3 15</inkml:trace>
  <inkml:trace contextRef="#ctx0" brushRef="#br3" timeOffset="-42863.81">19109 13894 426 0,'0'0'7'16,"0"0"2"-16,-13-7 3 15,13 7 0-15,-17-3 0 0,9 3 1 16,-2 3 1-16,-2 4-8 15,-1 8-6-15,1 3 0 16,3 4 0-16,-2 6 0 16,0-2 0-16,10 7 0 0,-1-4 0 15,2-1 0-15,9-3 0 16,7-6 0-16,-2-4 0 16,9-5 0-16,-4-6 0 15,8-4 0-15,-2-4 0 0,-2-9 0 16,-4-6 0-16,-3-1 0 15,-2-7 0-15,-6-5 0 16,-5-5 0-16,-3 1 0 16,-11 5 0-16,-3 0 0 15,-2 6 0-15,-3 11 0 0,-1 7 0 16,-3 7 0-16,4 10 0 16,1 7 0-16,9 5 0 15,4 6 0-15,5 2 0 16,0-5 0-16,14 6 0 0,-1-9-11 15,15 6-76-15,0-9-2 16</inkml:trace>
  <inkml:trace contextRef="#ctx0" brushRef="#br3" timeOffset="-42512.97">19349 14102 491 0,'0'0'5'0,"-9"-5"1"0,9 5 3 0,-15-7-9 16,15 7 0-16,-15-7 0 16,15 7 0-16,-5-15 0 15,5 15 0-15,12-7 0 16,3 1 0-16,6 6 0 0,-5 0 0 16,7 0 0-16,-9 10 0 15,4 5 0-15,-10 1 0 16,-8 0 0-16,-3 7 0 15,-11 0 0-15,-4-2 0 0,-5 2 0 16,4-1 0-16,-6-5 0 16,5 3 0-16,5-8 0 15,5 1 0-15,7-6 0 0,3-7 0 16,23 10 0-16,2-10 0 16,10 0 0-16,9 0 0 15,6-10 0-15,0 6-52 16,10-4-38-16</inkml:trace>
  <inkml:trace contextRef="#ctx0" brushRef="#br3" timeOffset="-38380.04">20259 13966 394 0,'0'0'6'0,"0"0"2"16,0 0 1-16,-5-5 1 0,5 5 1 15,-14 0 0-15,14 0 1 16,-16 8 0-16,9 0-5 16,-3 1-3-16,2 8 0 0,1 3-1 15,2 0-1-15,3 1 0 16,2 0-2-16,0 2 0 16,10-6 1-16,2-1-1 15,5-2 1-15,3-4 0 0,5-6 0 16,0-1 1-16,2-3 2 15,0-3 2-15,-1-8-6 16,-5 0 0-16,0-9 0 16,-6 1 0-16,-5-9 0 15,-6 1 0-15,-4-5 0 0,-7 0 0 16,-8 4 0-16,-8 4 0 16,-1 6 0-16,-4 7 0 15,1 11 0-15,0 1 0 16,6 19 0-16,7 3-78 0,7 2-10 15</inkml:trace>
  <inkml:trace contextRef="#ctx0" brushRef="#br3" timeOffset="-35377.85">21220 13814 431 0,'0'0'5'0,"0"0"2"0,0 0 1 16,0-14 1-16,0 14 1 15,-4-14 1-15,4 14 0 16,-18-15 0-16,3 8-5 0,-2 1-4 15,0 6-2-15,-1 0 0 16,-4 3 0-16,4 4 0 16,1 3 0-16,7 1 0 15,3 3 0-15,7 1 0 16,0 2 0-16,12 0 0 0,8 1 0 16,5-1 0-16,5 0 0 15,2 1 0-15,5-1 0 16,-7-2 0-16,2 2 0 15,-9-4 0-15,-4 1 0 0,-3-1 0 16,-9 2 0-16,-7-2 0 16,-3-1 0-16,-6-2 0 15,-9 0 0-15,-5-3 0 0,-4 0 0 16,-5-2 0-16,-1-2 0 16,4-3 0-16,-4 0 0 15,6-3 0-15,3-4 0 16,8-1-29-16,9-2-56 15,2-2-4-15</inkml:trace>
  <inkml:trace contextRef="#ctx0" brushRef="#br3" timeOffset="-34930.25">21471 13756 484 0,'0'0'3'0,"0"0"2"0,0 0 0 15,0 0 1-15,0 0 0 0,0 0-4 16,0 8-2-16,0 1 0 16,-12 4 0-16,-3 6 0 15,3 3 0-15,-3 6 0 16,2 1 0-16,4 1 0 0,4 0 0 16,5-3 0-16,0-4 0 15,12-3 0-15,3-6 0 16,4-3 0-16,4-9 0 15,0-2 0-15,4-5 0 16,-3-8 0-16,-1-4 0 0,-3-5 0 16,-3-8 0-16,-2-2 0 15,-10-7 0-15,-2 3 0 16,-3 3 0-16,-8 2 0 16,-9 6 0-16,0 8 0 0,-6 7 0 15,-2 10 0-15,2 2 0 16,-1 13 0-16,7 3 0 15,5 6 0-15,6 4 0 16,6-1 0-16,0 2 0 0,13 1 0 16,1-7 0-16,14 4 0 15,-3-4-78-15,5-9-10 16</inkml:trace>
  <inkml:trace contextRef="#ctx0" brushRef="#br3" timeOffset="-34596.87">21797 13964 477 0,'0'0'5'0,"0"0"3"0,-9-5 1 15,9 5 1-15,-9-10-8 16,9 10-2-16,-7-12 0 16,7 12 0-16,0-15 0 15,0 15 0-15,18-10 0 0,-6 7 0 16,-2 3 0-16,7 0 0 15,-2 0 0-15,0 7 0 16,-5 4 0-16,1 3 0 0,-7 4 0 16,-1 1 0-16,-3 1 0 15,-3 5 0-15,-5-2 0 16,-4-4 0-16,2 5 0 16,-3-5 0-16,1-7 0 0,3 3 0 15,6-5 0-15,3-10 0 16,8 13 0-16,3-12 0 15,12 2 0-15,0-3 0 16,14-15-38-16,2 13-50 0,-2-6-4 16</inkml:trace>
  <inkml:trace contextRef="#ctx0" brushRef="#br3" timeOffset="-32729.85">22942 13957 403 0,'0'0'4'0,"0"0"0"16,0 0 2-16,-7 0 0 0,7 0 0 15,0 0 1-15,-15 7 0 16,15-7 0-16,-7 14-2 15,2-6-1-15,5 2-1 16,0 0 2-16,0-10 0 0,14 15 1 16,-1-15 1-16,4 0 1 15,3-7 0-15,3-5 0 16,4-6-6-16,1-9-2 16,-7-6 0-16,7-4 0 0,-5-10 0 15,-7-4 0-15,-3-5 0 16,-8 2 0-16,-5 2 0 15,-2 5 0-15,-5 7 0 16,-6 11 0-16,1 9 0 0,-6 18 0 16,1 4 0-16,1 15 0 15,3 11 0-15,1 8 0 16,3 11 0-16,4 3 0 16,5 2 0-16,2 3 0 0,8-4 0 15,4-4 0-15,8-5 0 16,-1-6 0-16,4-4 0 15,-4-13-85-15,4-4-3 16</inkml:trace>
  <inkml:trace contextRef="#ctx0" brushRef="#br3" timeOffset="-32396.97">23305 13947 470 0,'0'0'6'0,"0"0"1"15,0 0 2-15,-4-8 0 0,4 8 1 16,0-15-10-16,0 7 0 16,0 0 0-16,4-3 0 0,6 4 0 15,5 0 0-15,-3 1 0 16,1 6 0-16,2 0 0 16,-1 0 0-16,-3 10 0 15,-4 2 0-15,-4 5 0 0,-3 1 0 16,0 5 0-16,-5-3 0 15,-5 5 0-15,-4-6 0 16,3 1 0-16,1-6 0 16,0 2 0-16,3-7 0 0,7-9 0 15,0 13 0-15,0-13 0 16,9 0 0-16,7-3 0 16,1 2 0-16,3 1-67 15,7-9-21-15</inkml:trace>
  <inkml:trace contextRef="#ctx0" brushRef="#br3" timeOffset="-31928.89">23914 13723 442 0,'0'0'5'0,"0"0"2"16,0 0 1-16,-2-12 1 15,2 12 0-15,-13-12 2 0,3 7-1 16,-5 0 0-16,-2-2-10 16,-6 7 0-16,6 0 0 15,-5 4 0-15,-1 4 0 16,6 5 0-16,2 3 0 0,8 2 0 15,2-1 0-15,5 3 0 16,7-1 0-16,4 2 0 16,11-2 0-16,-2-1 0 15,6-1 0-15,2-2 0 0,2 2 0 16,-5-2 0-16,-3-2 0 16,1 2 0-16,-9-3 0 15,-4 3 0-15,-8-3 0 16,-2-2 0-16,-7 0 0 0,-7 0 0 15,-4-3 0-15,-5 1 0 16,-1-6 0-16,2 4 0 16,-6-6 0-16,8 0-9 15,-2-3-55-15,9-5-24 16,4-6 1-16</inkml:trace>
  <inkml:trace contextRef="#ctx0" brushRef="#br3" timeOffset="-31530.21">24108 13703 481 0,'0'0'4'0,"0"0"2"16,0 0 0-16,0 0 2 15,0 0-2-15,0 0-6 16,0 0 0-16,0 0 0 0,-15 13 0 16,10 4 0-16,-7 6 0 15,4 1 0-15,-5 4 0 16,4 1 0-16,2 2 0 15,4-8 0-15,3 2 0 16,3-9 0-16,9-1 0 0,8-8 0 16,-3-4 0-16,8-3 0 15,-3-3 0-15,3-7 0 16,-1-7 0-16,-1-2 0 0,-7-6 0 16,0-3 0-16,-8-6 0 15,-3-1 0-15,-5 0 0 16,-2 5 0-16,-11 6 0 15,-1 4 0-15,-4 9 0 0,-3 7 0 16,2 4 0-16,-1 12 0 16,3 8 0-16,7 0 0 15,2 7 0-15,6 3 0 16,2-1 0-16,7 4 0 0,3-8-15 16,8 1-71-16,2-1-3 15</inkml:trace>
  <inkml:trace contextRef="#ctx0" brushRef="#br3" timeOffset="-31146.82">24485 13883 498 0,'0'0'4'0,"0"0"2"0,-14-13-3 0,14 13-3 15,-13-12 0-15,13 12 0 16,-7-15 0-16,7 5 0 15,0 10 0-15,4-15 0 16,5 11 0-16,5-5 0 0,-2 7 0 16,4-1 0-16,-2 3 0 15,1 0 0-15,-5 8 0 16,0 2 0-16,-2 7 0 16,-8 3 0-16,0-3 0 0,-3 5 0 15,-7 3 0-15,-2 0 0 16,-4 0 0-16,0-5 0 15,-2 2 0-15,1-7 0 16,1 0 0-16,7-3 0 16,9-12 0-16,-7 12 0 0,7-12 0 15,16 6 0-15,10-6 0 16,1 0 0-16,8-3 0 16,2-7 0-16,0 7-73 15,18 1-18-15</inkml:trace>
  <inkml:trace contextRef="#ctx0" brushRef="#br3" timeOffset="-27780.19">19017 15205 375 0,'0'0'8'0,"0"0"3"0,0 0 2 16,-6-12 3-16,6 12 1 15,-7-10 2-15,7 10 0 0,-7-11 1 16,7 11-7-16,-10-4-13 15,10 4 0-15,-13 11 0 16,6 3 0-16,0 5 0 0,0 9 0 16,-2 1 0-16,6 1 0 15,3 5 0-15,6-3 0 16,9-5 0-16,2-2 0 16,10-10 0-16,3-2 0 15,5-9 0-15,5-4 0 0,0-7 0 16,-8-7 0-16,5-4 0 15,-7-7 0-15,-7-2 0 16,-6-5 0-16,-12-6 0 16,-7 1 0-16,-14 5 0 15,-6 2 0-15,-10 5 0 0,-5 7 0 16,-3 12 0-16,3 6 0 16,-1 10 0-16,16 4-62 15,4 11-27-15</inkml:trace>
  <inkml:trace contextRef="#ctx0" brushRef="#br3" timeOffset="-26430.12">20252 15027 245 0,'0'0'8'0,"0"0"5"16,0 0 4-16,0 0 4 15,0 0 3-15,2-11 2 16,-2 11 5-16,0 0 0 0,3-8-6 16,-3 8-2-16,0 0-4 15,2-11-2-15,-2 11-6 16,0 0-11-16,0 0 0 15,0 0 0-15,0 0 0 0,0 0 0 16,5 15 0-16,-5 2 0 16,0 1 0-16,0 3 0 15,0 7 0-15,2 2 0 0,-2-2 0 16,3 1 0-16,-1-2 0 16,4-4 0-16,-4-4 0 15,1-2 0-15,2-3 0 16,-1-3 0-16,-4-11 0 15,5 13 0-15,-5-13 0 16,0 0 0-16,0 0 0 0,0 0 0 16,0 0 0-16,0 0 0 15,0 0 0-15,5-5 0 16,3-10-55-16,-8 15-36 0</inkml:trace>
  <inkml:trace contextRef="#ctx0" brushRef="#br3" timeOffset="-23513.78">21588 15002 429 0,'0'0'5'16,"0"0"2"-16,0 0 1 0,-7-11 1 15,7 11 1-15,-13-4 1 16,3 1 0-16,1 3 1 15,-7 0-6-15,1 7-3 0,-2 10-3 16,0 2 0-16,4 3 0 16,4 3 0-16,1 2 0 15,6 1 0-15,2-2 0 16,7-2 0-16,8-3 0 0,10-9 0 16,5-1 0-16,2-9 0 15,2 0 0-15,-1-4 0 16,2-5 0-16,-8-6 0 15,0-5 0-15,-7-1 0 0,-5-8 0 16,-9-1 0-16,-4-4 0 16,-7 0 0-16,-8-3 0 15,-4 5 0-15,-8 4 0 16,0 5 0-16,-2 6 0 0,2 11 0 16,3 4 0-16,9 12-3 15,23 5-83-15,-10 2-2 16</inkml:trace>
  <inkml:trace contextRef="#ctx0" brushRef="#br3" timeOffset="-22880.58">23698 14868 455 0,'0'0'4'0,"0"0"2"0,-6-14 2 15,6 14 0-15,-7-16 1 16,7 16 1-16,-14-15-1 0,1 8-7 16,1 7-2-16,-4 0 0 15,2 7 0-15,2 3 0 16,-1 8 0-16,6-1 0 16,2 5 0-16,2 1 0 15,6 1 0-15,11-1 0 16,7-3 0-16,6-3 0 0,8-6 0 15,2-3 0-15,8-5 0 16,-3-3 0-16,0-3 0 0,1-9 0 16,-11-2 0-16,-2-10 0 15,-9 1 0-15,-8-10 0 16,-10 2 0-16,-6 0 0 16,-15 1 0-16,-3 5 0 15,-12 9 0-15,-4 3 0 16,-8 13 0-16,-2 40-57 0,7-21-32 15</inkml:trace>
  <inkml:trace contextRef="#ctx0" brushRef="#br3" timeOffset="-21913.99">19017 16308 458 0,'0'0'4'0,"0"0"2"0,0 0 1 16,-6-6 0-16,6 6 1 15,-12-4 0-15,3 4 0 16,-2 0-3-16,-3 2-5 15,-4 10 0-15,1 6 0 0,-1 4 0 16,6 3 0-16,-3 2 0 16,5 0 0-16,10 3 0 15,0-3 0-15,18-4 0 16,1-5 0-16,9-7 0 0,9-3 0 16,5-6 0-16,0-2 0 15,0-7 0-15,1-7 0 16,-6-4 0-16,0-5 0 15,-12-2 0-15,-7-2 0 0,-8-3 0 16,-10 1 0-16,-5 1 0 16,-13 3 0-16,-7 6 0 15,-7 4 0-15,-1 8 0 16,-1 7 0-16,2 4 0 0,-1 24-68 16,13-13-22-16</inkml:trace>
  <inkml:trace contextRef="#ctx0" brushRef="#br3" timeOffset="-21446.67">20224 16179 433 0,'0'0'5'0,"0"0"1"15,0 0 2-15,0 0 0 16,-4-8 1-16,4 8 0 16,-16 0-1-16,4 8 1 0,-1 1-5 15,-1 7-2-15,1 6-1 16,1-2 0-16,4 7-1 15,6 0 0-15,2 0-1 16,7-2 2-16,11-3-1 0,9-7 1 16,2-2 0-16,9-9 0 15,4-4 1-15,-2 0 1 16,5-9-3-16,-5-9 0 16,-3-2 0-16,-9-5 0 0,-4-4 0 15,-12-5 0-15,-10 0 0 16,-4 1 0-16,-12 0 0 15,-14 5 0-15,-6 7 0 0,-7 3 0 16,-1 8 0-16,5 10 0 16,0 0-2-16,-7 10-84 15,26 3-3-15</inkml:trace>
  <inkml:trace contextRef="#ctx0" brushRef="#br3" timeOffset="-20979.96">21512 16090 459 0,'0'0'5'0,"0"0"1"0,0 0 1 16,0 0 0-16,0-10 1 0,0 10-1 16,-9-3 0-16,9 3-2 15,-16 4-5-15,5 9 0 16,1 2 0-16,3 5 0 16,0 0 0-16,2 2 0 0,5 3 0 15,12-3 0-15,3-3 0 16,10-1 0-16,7-8 0 15,3-4 0-15,5-4 0 16,4-4 0-16,2-7 0 16,-5-7 0-16,-1-1 0 15,-8-14 0-15,-7 1 0 0,-9-4 0 16,-12-1 0-16,-8-5 0 16,-14 8 0-16,-10 1 0 15,-4 8 0-15,-11 8 0 0,1 5 0 16,5 10 0-16,0 6-6 15,3 8-79-15,18 5-3 16</inkml:trace>
  <inkml:trace contextRef="#ctx0" brushRef="#br3" timeOffset="-20496.95">23966 15618 497 0,'0'0'4'0,"0"0"3"15,0 0-4-15,0 0-3 16,8-9 0-16,-8 9 0 0,0 5 0 16,0 8 0-16,-3 8 0 15,0 12 0-15,1 1 0 0,-1 11 0 16,3 1 0-16,0 7 0 16,0-3 0-16,8-3 0 15,-2-5 0-15,3 0 0 16,-4-12-2-16,5-1-87 0,-5-6-3 15</inkml:trace>
  <inkml:trace contextRef="#ctx0" brushRef="#br3" timeOffset="-18296.95">24568 12294 365 0,'0'0'5'0,"0"0"2"16,0 0 2-16,0 0 0 15,0 0 0-15,7 0 2 16,-7 0 0-16,15-3 2 0,-3 1-3 16,3-3-3-16,12 0 0 15,8-2 0-15,8-3-1 16,6 3-1-16,6-3 0 16,0-2 0-16,4-1-1 15,-4 5 0-15,-6-1 0 0,-8 1-1 16,-9 2 0-16,-10 2-1 15,-7 2-2-15,-15 2 0 16,10 2 0-16,-10-2 0 0,0 20 0 16,-8-5 0-16,1 5 0 15,2 6 0-15,-5 7 0 16,5 5 0-16,3 1 0 16,-1 7 0-16,1 2 0 0,2 2 0 15,0 2 0-15,0-1 0 16,7 4 0-16,-5-2 0 15,3-1 0-15,0-1 0 16,1-1 0-16,-4-3 0 0,-2 0 0 16,3 3 0-16,-3-6 0 15,-5 3 0-15,2-2 0 16,-2-1 0-16,2-1 0 16,-2-4 0-16,3 1 0 0,0-1 0 15,2 1 0-15,0-8 0 16,0 3 0-16,2 0 0 15,-2-3 0-15,2 0 0 16,1 2 0-16,-3-3 0 0,0 1 0 16,0-1 0-16,0 5 0 15,0-2 0-15,0-4 0 16,0 2 0-16,0 1 0 0,0-4 0 16,0 1 0-16,0 2 0 15,0-2 0-15,0-1 0 16,-3 4 0-16,1-4 0 15,2-1 0-15,-5 1 0 16,3-1 0-16,2 1 0 0,-5-4 0 16,3 2 0-16,-4 0 0 15,1-2 0-15,0 5 0 16,0-3 0-16,3 1 0 16,-5-1 0-16,1 0 0 0,2 2 0 15,3-1 0-15,-1-1 0 16,-3 4 0-16,2-4 0 15,3 2 0-15,-2-4 0 16,2 4 0-16,0 0 0 0,0 2 0 16,0 1 0-16,2 0 0 15,-2 5 0-15,0-4 0 16,0 7 0-16,0-3 0 0,0 2 0 16,-4 3 0-16,1 1 0 15,3 1 0-15,-2-2 0 16,-1 5 0-16,-2 0 0 15,2 0 0-15,1 1 0 16,2-1 0-16,-3 3 0 16,3-4 0-16,0 6 0 0,0-2 0 15,0 4 0-15,3 1 0 16,-1 4 0-16,1 1 0 16,2 2 0-16,0 0 0 0,-5 2 0 15,5-2 0-15,-3 2 0 16,3-2 0-16,-2-2 0 15,-1 1 0-15,3-4 0 16,-2 1 0-16,0-2 0 0,-1-3 0 16,1 1 0-16,-1-3 0 15,-2-1 0-15,0 0 0 16,0-2 0-16,0-6 0 16,0-1 0-16,0-4 0 15,0-2 0-15,-2-5 0 0,2-2 0 16,-3-4 0-16,3-4 0 15,-2-2 0-15,2-4 0 16,0-2 0-16,-3-2 0 0,3 0 0 16,0-10 0-16,-3 10 0 15,3-10 0-15,0 10 0 16,0-10 0-16,-4 10 0 0,4-10 0 16,-1 12 0-16,1-12 0 15,0 14 0-15,0-14 0 16,-5 18 0-16,5-8 0 15,0-2 0-15,-2 2 0 16,2-10 0-16,-3 15 0 0,3-15 0 16,0 12 0-16,0-12 0 15,-2 7 0-15,2-7 0 16,0 0 0-16,0 0 0 16,0 0 0-16,0 0 0 0,0 0 0 15,0 0 0-15,0 0 0 16,-10-2 0-16,-3-1 0 15,-3-2 0-15,-14 3 0 16,-8 2 0-16,-16 0 0 0,-19 2 0 16,28 3 0-16,-4 3 0 15,-11 2 0-15,-9-3 0 16,2 4 0-16,-7 1-79 16,3-8-17-16</inkml:trace>
  <inkml:trace contextRef="#ctx0" brushRef="#br3" timeOffset="-13330.2">21133 17452 441 0,'0'0'5'0,"0"0"3"0,0 0 3 15,0 0 2-15,0 0 1 16,0 0 0-16,0 0-9 16,0 0-5-16,0 0 0 15,0 0 0-15,0 0 0 16,0 7 0-16,0 6 0 16,-5 2 0-16,1 2 0 0,-2 3 0 15,2 4 0-15,-1 4 0 16,5-28 0-16,-6 28 0 15,-1-2 0-15,2 4 0 16,1-1 0-16,-1 1 0 16,-1 0-9-16,-4 27-72 0,10-57-10 15</inkml:trace>
  <inkml:trace contextRef="#ctx0" brushRef="#br3" timeOffset="-12963.88">20657 17477 430 0,'0'0'6'0,"0"0"2"16,0 0 1-16,0 0 1 15,0-10 0-15,0 10 1 16,9-8 1-16,4 3 0 0,4 0-9 15,1-2-3-15,7-4 0 16,1 3 0-16,7 0 0 16,2-2 0-16,5 0 0 0,-1 2 0 15,4-2 0-15,-1 3 0 16,0-1 0-16,-2 1 0 16,2 0 0-16,-5 2 0 15,-2 2 0-15,-3 0 0 16,-9 3 0-16,-3 0 0 15,-8 3 0-15,-2 2 0 0,-4 4 0 16,-6 7-68-16,0-6-21 16</inkml:trace>
  <inkml:trace contextRef="#ctx0" brushRef="#br3" timeOffset="-12663.85">21345 17729 491 0,'0'0'4'0,"0"0"2"0,0 0 1 15,0 0-4-15,0 0-3 16,0 0 0-16,0 0 0 15,0 0 0-15,0 0 0 16,2 15 0-16,-2-7 0 0,0-8 0 16,0 0 0-16,0 0 0 15,0 12 0-15,0-2 0 16,0 2 0-16,2 28-17 16,-2-12-70-16,0-28-2 15</inkml:trace>
  <inkml:trace contextRef="#ctx0" brushRef="#br3" timeOffset="-12110.85">21579 17380 449 0,'0'0'5'16,"0"0"3"-16,0 0 2 15,0 0 2-15,0 0 0 16,-10-10 0-16,10 10-9 0,0-9-3 16,0 9 0-16,0-13 0 15,0 13 0-15,7-12 0 16,-7 12 0-16,7-13 0 15,-7 13 0-15,12-7 0 16,-12 7 0-16,18-3 0 16,-18 3 0-16,15 3 0 0,-15-3 0 15,10 14 0-15,-7-4 0 16,-3 5 0-16,0 0 0 16,-3 5 0-16,-5-4 0 0,-2 2 0 15,3 2 0-15,-2-2 0 16,-4-3 0-16,5 2 0 15,-1-2 0-15,3 0 0 0,4-5 0 16,2-1 0-16,0-9 0 16,15 13 0-16,-1-11 0 15,4-2 0-15,5 0 0 16,-1 0 0-16,0 0 0 16,1-4 0-16,-1 1 0 0,0 3 0 15,1-3 0-15,-3 3 0 16,-6 0 0-16,-1 0 0 15,-13 0 0-15,10 0-90 16,-10 0-3-16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01:25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9334 4399 420 0,'0'0'6'0,"0"0"2"0,0-13 3 16,0 13 2-16,0-8 0 16,0 8 0-16,0 0 1 15,0 0-1-15,-8 8-13 16,4 13 0-16,1 6 0 0,-2 5 0 16,2 3 0-16,-2 6 0 15,5-1 0-15,-2 1 0 16,2-7 0-16,-3 1 0 15,1-5 0-15,2-4 0 0,-5-3 0 16,3-8 0-16,-1 2 0 16,-2-7 0-16,5-10 0 15,0 0-6-15,0 0-31 16,0 0-51-16,3-17 0 16</inkml:trace>
  <inkml:trace contextRef="#ctx0" brushRef="#br0" timeOffset="667.05">8956 4407 268 0,'0'0'9'0,"0"0"2"0,-9 0 5 0,9 0 2 16,0 0 0-16,-11 0 2 15,11 0 4-15,0 0 0 16,0 0-5-16,0 0-4 0,8-3-1 16,11 3-1-16,6-5-1 15,10 0 0-15,10-5-2 16,9 0-2-16,3-3-8 16,3 5 0-16,0-3 0 0,-3 1 0 15,-9 1 0-15,-4 3 0 16,-10 2 0-16,-8 4 0 15,-12 0 0-15,-1 0 0 16,-13 0 0-16,10 2 0 16,-10-2 0-16,0 10 0 15,0-10 0-15,-5 10 0 0,5-10 0 16,-13 15 0-16,13-15 0 16,-15 10 0-16,11 0 0 15,-6-6-21-15,10-4-66 0,0 15-3 16</inkml:trace>
  <inkml:trace contextRef="#ctx0" brushRef="#br0" timeOffset="1321.41">9582 4830 409 0,'0'0'6'0,"0"0"2"0,0 0 1 16,0 0 0-16,0 0 2 16,-5 4 0-16,5-4-1 15,-14 14 1-15,3-2-6 0,-1 6-2 16,2-1-1-16,5-1 0 16,2 5-2-16,3-4 0 15,5 1 1-15,10-6 0 0,3-2 0 16,6-5 0-16,6-2 0 15,-2-3 1-15,1-8 0 16,1-2 1-16,0-5 0 16,-5-2-3-16,-6-2 0 0,-3-6 0 15,-9 2 0-15,-7-2 0 16,-2 4 0-16,-13 0 0 16,-3 4 0-16,-7 2 0 15,1 5 0-15,-3 7 0 16,-3 1 0-16,10 2 0 0,0 2-7 15,5 6-23-15,27-3-54 16,-12-5-2-16</inkml:trace>
  <inkml:trace contextRef="#ctx0" brushRef="#br0" timeOffset="1767.42">9798 4317 425 0,'0'0'5'0,"0"0"3"0,-10-12 1 0,6 5 2 15,1-3 1-15,-5-2 0 16,6-1 1-16,-1-4 0 15,3 2-10-15,0 0-3 16,11 2 0-16,-2 1 0 0,3 3 0 16,6 0 0-16,3 5 0 15,-5 1 0-15,5 3 0 16,-7 5 0-16,4 8 0 0,-4 1 0 16,-9 4 0-16,1 4 0 15,-6 3 0-15,0 0 0 16,-6 0 0-16,-4-2 0 15,-2-2 0-15,2 0 0 0,3-7 0 16,1-2 0-16,4-2 0 16,2-10 0-16,5 5 0 15,8-3 0-15,9-2 0 16,3 0 0-16,0-4 0 0,12-4-39 16,0 3-46-16,0 0-3 15</inkml:trace>
  <inkml:trace contextRef="#ctx0" brushRef="#br0" timeOffset="1983.95">10196 4566 484 0,'0'0'4'0,"0"0"1"0,0 0 0 16,0-7 1-16,0 7 1 15,18-14-7-15,-4 4 0 16,6 1 0-16,5 1 0 0,5-1 0 16,0 9-12-16,2-6-73 15,-8 6-2-15</inkml:trace>
  <inkml:trace contextRef="#ctx0" brushRef="#br0" timeOffset="2124.58">10203 4661 411 0,'0'0'6'0,"0"0"2"15,0 0 2-15,0 11 1 16,0-11 0-16,11 2 1 16,3-2 0-16,9 0 0 0,-1-2-8 15,15-3-14-15,-2-3-70 16,9-2-2-16</inkml:trace>
  <inkml:trace contextRef="#ctx0" brushRef="#br0" timeOffset="2617.19">11207 4303 480 0,'0'0'5'0,"0"0"1"16,0 0 2-16,0 0 0 0,0 0-4 16,0 0-4-16,7 12 0 15,-7 5 0-15,0 4 0 16,-3 8 0-16,-1 3 0 0,4 5 0 15,0 3 0-15,0 0 0 16,0-1 0-16,0-6 0 16,0-1 0-16,0-3-6 15,-5-1-80-15,-2-9-3 0</inkml:trace>
  <inkml:trace contextRef="#ctx0" brushRef="#br0" timeOffset="2816.36">10931 4370 432 0,'0'0'6'16,"-2"-9"0"-16,2 1 3 15,0 0 2-15,2-5 0 16,8-2 2-16,5-4-1 0,10 1-1 16,10 1-11-16,7 2 0 15,3 3 0-15,7 2 0 16,7 5 0-16,-4 0 0 15,3 5-50-15,-12 7-35 16,-3 8-3-16</inkml:trace>
  <inkml:trace contextRef="#ctx0" brushRef="#br0" timeOffset="3167.08">11463 4642 444 0,'0'0'4'16,"0"0"2"-16,0 0 1 16,-10 12 0-16,10-12 0 0,-18 18 0 15,5-6 1-15,5 1-1 16,3-1-4-16,1 5 1 16,4-2-2-16,11 1 0 0,4-5-1 15,7-3 1-15,6-3-2 16,6-2 0-16,-4-3 0 15,2-8 0-15,-2-2 0 16,-2-8 0-16,-12-1 0 0,-2-1 0 16,-10-5 0-16,-6 0 0 15,-10 2 0-15,-11 4 0 16,-4 0 0-16,-3 9 0 16,-5 0 0-16,5 8 0 15,-4-1-11-15,11 6-28 0,5-1-45 16,5 2-3-16</inkml:trace>
  <inkml:trace contextRef="#ctx0" brushRef="#br0" timeOffset="3384.1">11747 4023 469 0,'0'0'5'16,"0"0"1"-16,0 0 2 15,0 0-1-15,0 0 1 16,0 0 0-16,7 9-8 16,-5 12 0-16,-2 5 0 15,0 12 0-15,3 4 0 0,4 10-4 16,-2-3-80-16,3 4-2 16</inkml:trace>
  <inkml:trace contextRef="#ctx0" brushRef="#br0" timeOffset="3685.26">12090 4566 511 0,'0'0'0'0,"0"0"0"0,0-6 0 16,0 6 0-16,0 0 0 15,-5-12 0-15,5 12 0 16,-4-10 0-16,4 10 0 0,0 0 0 15,11-4-83-15,-4 1-6 16</inkml:trace>
  <inkml:trace contextRef="#ctx0" brushRef="#br0" timeOffset="4017.35">12670 4307 464 0,'0'0'5'0,"0"0"1"15,0 0 2-15,0 0 0 16,6-4 1-16,-6 4 2 15,7 7-11-15,-2 8 0 16,-3 5 0-16,3 5 0 0,-2 9 0 16,2 6 0-16,0 2 0 15,-2 0 0-15,-1 3 0 16,0-7 0-16,-2-2 0 16,5-1-15-16,-5-6-70 0,0-4-2 15</inkml:trace>
  <inkml:trace contextRef="#ctx0" brushRef="#br0" timeOffset="4233.93">12419 4291 444 0,'0'0'5'0,"0"-7"1"0,0 7 2 15,9-18 1-15,7 5 1 16,9-2 0-16,3 3 1 15,11-5-3-15,4 4-8 16,1 3 0-16,11 6 0 0,-8 1 0 16,3-3-58-16,-6 12-26 15,-4 4-2-15</inkml:trace>
  <inkml:trace contextRef="#ctx0" brushRef="#br0" timeOffset="4434.24">13068 4555 464 0,'0'0'3'15,"0"0"2"-15,-7 8 1 0,7-8 0 16,-10 15 0-16,8-3 0 16,-6 1 0-16,5 1 0 15,1 1-3-15,-1 0-3 16,3 2-10-16,0-17-22 0,8 22-50 15,0-9-4-15</inkml:trace>
  <inkml:trace contextRef="#ctx0" brushRef="#br0" timeOffset="4800.18">13332 4179 475 0,'0'0'5'0,"-5"-13"2"0,2 4 0 16,3-4 2-16,-2-2-1 16,2-1-8-16,0-2 0 15,0-2 0-15,10 8 0 16,-1 2 0-16,7 2 0 0,0 8 0 16,2 0 0-16,5 8 0 15,-4 4 0-15,-1 2 0 16,-4 10 0-16,-3-3 0 15,-9 7 0-15,-2-1 0 0,-9 1 0 16,-4-1 0-16,-5-5 0 16,-4 2 0-16,0-6 0 15,4-1 0-15,1-4 0 16,4-5 0-16,13-8 0 0,0 12 0 16,18-12 0-16,9 0 0 15,13-6 0-15,10-4 0 16,19-5-36-16,3 5-50 15</inkml:trace>
  <inkml:trace contextRef="#ctx0" brushRef="#br0" timeOffset="8967.9">8660 6634 384 0,'0'0'7'0,"0"0"4"16,0 0 3-16,5-12 2 15,-5 12 0-15,0 0 1 0,0 0 0 16,0 0 1-16,8 7-7 16,-8 7-11-16,0 9 0 15,0 4 0-15,0 5 0 0,0 3 0 16,0 2 0-16,0-2 0 15,2 2 0-15,1-4 0 16,-1-4 0-16,1-1-8 16,-3-6-21-16,-18-4-54 0,18-1-4 15</inkml:trace>
  <inkml:trace contextRef="#ctx0" brushRef="#br0" timeOffset="9266.45">8449 6619 368 0,'0'0'6'0,"0"0"3"16,-8 0 2-16,8 0 1 16,0 0 3-16,-9-5-1 15,9 5 2-15,0 0 0 16,0-15-4-16,9 8-3 15,9-6-2-15,5 3-3 0,6 1 0 16,9-4-1-16,1 1 0 16,6 2-1-16,-3 2-2 15,3 1 0-15,-8 7 0 16,-4 0 0-16,-7 7-8 0,-10 1-10 16,-3-8-58-16,-6 17-7 15</inkml:trace>
  <inkml:trace contextRef="#ctx0" brushRef="#br0" timeOffset="9650.14">8894 6898 415 0,'0'0'5'16,"0"0"1"-16,-7 0 2 15,7 0 0-15,-16 4 0 0,9 0 0 16,-5 3 0-16,4 2 0 16,-2-3-5-16,6 7-1 15,4-1-1-15,0-2-1 16,2 2 1-16,11-2-1 0,4-3 1 16,3 0 0-16,4-7 1 15,-1 0-1-15,4-3 1 16,-2-8 0-16,-3 0 1 15,-4-4-1-15,-3-1 1 0,-10-4-1 16,-3 3 1-16,-4-3-1 16,-11 6-1-16,-4-1 0 15,-3 5-1-15,0 2-4 16,-4 4-4-16,1 4-8 0,0 1-22 16,6 5-45-16,7 1-1 15</inkml:trace>
  <inkml:trace contextRef="#ctx0" brushRef="#br0" timeOffset="10019.2">9003 6448 465 0,'0'0'4'0,"0"0"2"0,0-12 1 0,0 4 0 16,0-4 1-16,0-1 1 15,0-1-4-15,8-2-5 16,-3 2 0-16,7 7 0 16,1-1 0-16,1 8 0 0,2 0 0 15,-4 8 0-15,3 6 0 16,-8 6 0-16,-2 3 0 15,-3 2 0-15,-2 1 0 16,0-1 0-16,-2 0 0 0,-3-3 0 16,3-1 0-16,0-7 0 15,2-2 0-15,2 1 0 16,5-8 0-16,10 2 0 16,1-7 0-16,12 3-30 0,2-3-53 15,0 0-3-15</inkml:trace>
  <inkml:trace contextRef="#ctx0" brushRef="#br0" timeOffset="10217.35">9368 6731 449 0,'0'0'7'15,"0"0"2"-15,0 0 1 0,-7-10 0 16,7 10 1-16,10-18-1 15,5 8-5-15,8 1-5 16,4-2 0-16,2-3 0 0,14 2-50 16,-9 6-34-16,-4 1-3 15</inkml:trace>
  <inkml:trace contextRef="#ctx0" brushRef="#br0" timeOffset="10368.59">9287 6894 463 0,'0'0'3'0,"0"0"1"15,0 0 2-15,0 0 1 16,0 0 0-16,19 0 0 0,6-6 1 16,5 0-2-16,13-2-6 15,6-7 0-15,8 5-21 16,-3-3-60-16,9-4-4 16</inkml:trace>
  <inkml:trace contextRef="#ctx0" brushRef="#br0" timeOffset="11900.23">10233 5359 357 0,'0'0'5'0,"0"-13"4"16,0 13 3-16,0-20 1 0,0 7 0 15,-5-4 1-15,-5-3 1 16,-5 3-1-16,-7 0-4 16,-8 4-3-16,-2 3-3 15,-8 8-1-15,-2 2-2 0,-2 0 1 16,1 10-1-16,6 5-1 16,2 2 0-16,10 5-1 15,7 8 0-15,6 1 2 16,7 7 0-16,8 7 1 0,11 4-1 15,4 11 1-15,2 4 1 16,8 11 0-16,-2 5 0 16,-1 3-2-16,3 6 0 15,-6 6 0-15,-5 3 0 16,-4 4 0-16,-1 5-1 0,-7 0 1 16,1 6 1-16,-6-1 0 15,0 4 0-15,-3 6 1 16,-3-6-1-16,-1 0-2 0,5-2 0 15,-5 0 0-15,-1 1 0 16,0-7 0-16,3-4 0 16,1-5 0-16,-1 0 0 15,2-2 0-15,1-5 0 0,2-3 0 16,0-7 0-16,2 0 0 16,1-6 0-16,-1-7 0 15,1 0 0-15,-3-6 0 0,0-4 0 16,0-4 0-16,-3-1 0 15,-4-4 0-15,-1-1 0 16,1-1 0-16,-1-4 0 16,1-3 0-16,-1 2 0 0,1-8 0 15,0-1 0-15,-2-4 0 16,6-2 0-16,-3-4 0 16,-2 1 0-16,4 0 0 15,-6-2 0-15,5 1 0 16,2-2 0-16,-2 2 0 0,3 0 0 15,-1-3 0-15,3-3 0 16,0 2 0-16,0-5 0 16,0-1 0-16,0-4 0 15,0-10 0-15,0 15 0 0,0-15 0 16,0 13 0-16,0-13 0 16,0 9 0-16,0-9 0 15,0 0 0-15,0 8 0 16,0-8 0-16,0 0 0 0,0 0 0 15,0 0 0-15,0 0 0 16,0 0 0-16,0 0 0 16,0 0 0-16,7 7 0 0,4-7 0 15,11 0 0-15,3-2 0 16,14-3 0-16,9-3 0 16,7 1 0-16,12-1 0 15,0 0 0-15,-1-1 0 0,-1 1 0 16,-10 7 0-16,-10-2 0 15,-9 3 0-15,-12 0 0 16,-10 4 0-16,-14-4 0 16,0 17 0-16,-5-11 0 15,-10 4 0-15,3-3 0 0,-2 3 0 16,-2-5 0-16,7 2 0 16,-7-7-16-16,16 0-74 15,-7-14-4-15</inkml:trace>
  <inkml:trace contextRef="#ctx0" brushRef="#br0" timeOffset="13183.92">10556 5782 342 0,'0'0'7'0,"3"-10"3"16,-3 10 4-16,2-18 3 16,-2 9-1-16,-2-4 2 0,-8 3 0 15,-3-1 0-15,-6 7-5 16,-5 4-4-16,-7 4-2 16,-1 10-3-16,-3 6-1 15,0 4 0-15,2 4-1 0,7 1 0 16,1 4-1-16,7-4 0 15,8 0 0-15,8-4 1 16,4-2 1-16,13-6-3 16,12-4 0-16,3-4 0 15,7-3 0-15,6-5 0 0,1-1 0 16,1-1 0-16,-3-5 0 16,-5 2 0-16,-9-4 0 15,-6 2 0-15,-5 5 0 16,-9-6 0-16,-8 7-18 0,0 0-63 15,0 0-4-15</inkml:trace>
  <inkml:trace contextRef="#ctx0" brushRef="#br0" timeOffset="13650.23">10763 5789 430 0,'0'0'6'0,"0"0"2"0,0 0 2 15,0-12 0-15,0 12 1 0,0 0 0 16,-13-3-1-16,1 3 2 16,-4 10-9-16,4 10-3 15,-3 2 0-15,1 3 0 16,4 5 0-16,2-2 0 15,8 1 0-15,2-7 0 0,11-2 0 16,10-8 0-16,-2-1 0 16,9-11 0-16,0 0 0 15,-1-11 0-15,-1-6 0 16,0-3 0-16,-8-7 0 0,-8-3 0 16,-5-7 0-16,-7 5 0 15,-2-3 0-15,-10 5 0 16,-11 2 0-16,-2 9 0 0,0 7 0 15,-5 10 0-15,6 4 0 16,-1 8 0-16,7 7 0 16,9 5 0-16,6 1 0 15,6 2 0-15,11 2 0 0,9-3 0 16,4-4 0-16,10 5 0 16,-4-7-62-16,9-6-22 15,0-5-1-15</inkml:trace>
  <inkml:trace contextRef="#ctx0" brushRef="#br0" timeOffset="13833.88">11297 5816 448 0,'0'0'3'0,"0"0"3"0,0 0 2 0,5 10 0 0,-5-10 0 15,4 20 1-15,-1-5 0 16,3 2 1-16,-2 5-8 15,1-5-2-15,5 11-11 0,-10 17-62 16,13-25-10-16</inkml:trace>
  <inkml:trace contextRef="#ctx0" brushRef="#br0" timeOffset="14166.9">11756 5802 442 0,'0'0'8'16,"0"0"1"-16,0 0 2 0,0 0 1 16,0 0 0-16,0 0 1 15,10-8-9-15,6 3-4 16,3 0 0-16,2-2 0 16,10 2 0-16,1-3 0 15,-2 5 0-15,0-4 0 0,0-8-55 16,-5 12-31-16</inkml:trace>
  <inkml:trace contextRef="#ctx0" brushRef="#br0" timeOffset="14617.03">12315 5641 439 0,'0'0'5'0,"0"0"2"0,5-16 2 16,-5 7 0-16,0-1 1 15,0 0 1-15,-2-2-1 16,-3 1 1-16,-5 4-11 16,-3 5 0-16,-1 2 0 0,-4 2 0 15,1 10 0-15,-1 1 0 16,1 2 0-16,7 2 0 15,5 2 0-15,5 2 0 16,0-4 0-16,15 1 0 16,5 1 0-16,2-4 0 0,8 2 0 15,-2-5 0-15,2 1 0 16,-3-3 0-16,-3 0 0 16,-4-2 0-16,-2-1 0 15,-8 3 0-15,-10-10 0 0,7 12 0 16,-7-12 0-16,-14 12 0 15,-2-4 0-15,-7-3 0 16,-1 0 0-16,-8 0 0 0,-2 0 0 16,3-3 0-1,2-2-10-15,6 0-38 0,5 0-35 16,6 0-4-16</inkml:trace>
  <inkml:trace contextRef="#ctx0" brushRef="#br0" timeOffset="15033.64">12614 5613 487 0,'0'0'5'0,"0"0"1"15,0 0 0-15,0-7 1 16,0 7-7-16,-11 3 0 16,2 1 0-16,-1 8 0 15,-1 8 0-15,-1 2 0 16,3 9 0-16,1-1 0 15,8-1 0-15,0 0 0 0,0-4 0 16,13-2 0-16,3-6 0 16,2-7 0-16,2-8 0 15,2-2 0-15,3-7 0 0,-2-6 0 16,-3-8 0-16,-3-4 0 16,-5-5 0-16,-4-2 0 15,-6-5 0-15,-2 2 0 0,-4 3 0 16,-9 2 0-16,-2 7 0 15,-7 6 0-15,1 7 0 16,0 7 0-16,0 6 0 16,7 12 0-16,1 3 0 0,8 7 0 15,5 1 0-15,10 2 0 16,7 4 0-16,6-7 0 16,6 2 0-16,4-10-17 15,-9-2-67-15,19-5-2 0</inkml:trace>
  <inkml:trace contextRef="#ctx0" brushRef="#br0" timeOffset="15204.96">13148 5603 481 0,'0'0'6'0,"0"0"0"0,0 0 1 16,0 0-1-16,5 8-1 16,-5 2-5-16,0 7 0 15,0 4 0-15,0 2 0 16,2 6 0-16,-2 9 0 15,2 2 0-15,-2 0 0 0,6-6-40 16,-3 9-45-16,-3-9-3 16</inkml:trace>
  <inkml:trace contextRef="#ctx0" brushRef="#br0" timeOffset="16066.97">14017 5611 402 0,'0'0'8'16,"0"0"2"-16,0 0 2 0,0 0 1 16,0-10 0-16,0 10 0 15,-9-3 0-15,-1 3 0 16,-8 8-8-16,4 3-2 0,-5 10-2 16,5 0 0-16,1 2-1 15,6 2 0-15,5 3 0 16,4-4 0-16,13-1 1 0,4-8 0 15,9-1 1-15,5-9-2 16,1-2 0-16,3-3 0 16,-2-8 0-16,-5-1 0 15,-3-11 0-15,-9-1 0 0,-8-5 0 16,-8-2 0-16,-4 1 0 16,-18 2 0-16,-1 1 0 15,-5 6 0-15,-7 8 0 16,8 8 0-16,-4 2-2 15,4 12-23-15,8 10-57 0,10-2-4 16</inkml:trace>
  <inkml:trace contextRef="#ctx0" brushRef="#br0" timeOffset="16716.34">14663 5786 435 0,'0'0'5'0,"0"0"2"0,0 0 1 15,0 0-1-15,0 0 1 0,0 0 0 16,0 0-1-16,3 8 1 16,-3-8-5-16,0 0-1 15,17 10 0-15,-7-10 0 16,8 0 0-16,1-6 1 16,9-3 1-16,1-6-4 0,4-5 0 15,-1-6 0-15,0-7 0 16,-7-7 0-16,-2-4 0 15,-9-6 0-15,-8 0 0 16,-6-4 0-16,-8 4 0 0,-9 2 0 16,-3 5 0-16,1 8 0 15,-6 13 0-15,4 7 0 16,1 13 0-16,1 7 0 0,6 12 0 16,6 12 0-16,2 9 0 15,5 7 0-15,0 4 0 16,12 4 0-16,6 0 0 15,7 2 0-15,2-6 0 0,5-4 0 16,1-8-9-16,1-18-70 16,1 9-7-16</inkml:trace>
  <inkml:trace contextRef="#ctx0" brushRef="#br0" timeOffset="17150.29">15146 5663 414 0,'0'0'6'0,"0"0"1"0,0 0 2 0,0 0-1 0,0 0 0 0,0 0 0 16,0 0 0-16,0 0 0 16,0 0-6-16,0 0-1 0,0 0-2 15,0 0 1-15,0 0 0 16,0 0 0-16,0 0 1 15,0 4-1-15,0-4 1 16,0 0-1-16,0 0 0 0,0 0 0 16,0 0 0-16,0 0 0 15,0 11 0-15,0-11 0 16,0 0 1-16,-5 12 0 16,5-2 0-16,0 0 1 0,-3 2 0 15,1 2 1-15,2 3 0 16,0-6 0-16,2 2 0 15,1-1 0-15,-1-4 0 16,-2-8-1-16,7 14 0 0,-7-14 0 16,10 11-2-16,-10-11 0 15,0 0 0-15,0 0 0 16,0 0-2-16,0 0-12 16,0 0-42-16,0 0-27 15,0-13-1-15</inkml:trace>
  <inkml:trace contextRef="#ctx0" brushRef="#br0" timeOffset="17566.87">15536 5576 409 0,'0'0'6'0,"0"0"2"16,0-8 3-16,0 8 0 15,0-12 2-15,0 12 0 16,-11-9 0-16,2 9 0 0,-3 0-6 15,-1 0-2-15,-2 12-3 16,0 2-2-16,3 6 0 16,1 3 0-16,4 3 0 0,5-1 0 15,2 3 0-15,9-8 0 16,7-3 0-16,4 0 0 16,2-9 0-16,5-1 0 15,-2-7 0-15,5 0 0 0,-5 0-11 16,0-11-50-16,-7 3-23 15,-1-5-2-15</inkml:trace>
  <inkml:trace contextRef="#ctx0" brushRef="#br0" timeOffset="18083.41">15960 5461 442 0,'0'0'6'0,"0"0"0"15,-2-11 2-15,2 11 1 16,-10-10 0-16,10 10 0 0,-18-8 0 16,4 8 0-16,2 3-5 15,-6 9-4-15,0 5 0 16,-1 5 0-16,3 6 0 0,0 5 0 15,4-2 0 1,11 2 0-16,1-2 0 0,1 0 0 16,18-6 0-16,1-6 0 15,2-1 0-15,8-8 0 0,-1-6 0 16,1 0 0-16,-2-8 0 16,-1-9 0-16,1-1 0 15,-8-3 0-15,-3-10 0 16,-5-1 0-16,-4-6 0 0,-8-1 0 15,0-2 0-15,-8 0 0 16,-7 4 0-16,-5 4 0 16,-2 9 0-16,-5 5 0 15,0 8 0-15,-1 4 0 16,3 6 0-16,2 9 0 0,7 3 0 16,6 5 0-16,2 2 0 15,8 0 0-15,8-2 0 16,6 5 0-16,7-5 0 0,3-1 0 15,7-1 0-15,1-11-12 16,-3 1-71-16,9-3-3 16</inkml:trace>
  <inkml:trace contextRef="#ctx0" brushRef="#br0" timeOffset="18267.91">16425 5561 482 0,'0'0'5'0,"0"0"0"16,0 0 1-16,-3 10 1 16,1 3-1-16,-2 1-6 15,1 4 0-15,-2 7 0 16,5 4 0-16,0 1 0 0,0 6 0 16,0 2-75-16,0-3-11 15</inkml:trace>
  <inkml:trace contextRef="#ctx0" brushRef="#br0" timeOffset="20183.75">10564 6794 428 0,'0'0'5'16,"0"0"2"-16,2-9 2 0,-2 9 0 16,0-13 1-16,0 13 0 15,-14-12 0-15,0 7 0 0,0 3-5 16,-4 2-2-16,1 2-2 15,0 6-1-15,2 1-1 16,-1 4 0-16,7 2 0 16,2-1 0-16,4 4 0 0,3-3 0 15,8 2 1-15,3-2-1 16,8 3 2-16,2-9-1 16,4 3 1-16,3 1 0 15,2-3 0-15,-3 0-1 16,-2-2 1-16,-6-1 0 0,1 1-1 15,-7-1 1-15,-13-7 0 16,10 11 0-16,-10-11 1 16,-5 14-2-16,-8-11 0 15,-1 1 0-15,-6-1 0 0,-3 1 0 16,-7-4 0-16,4 0 0 16,-2 0 0-16,2 0 0 15,2 0 0-15,10 0-4 16,-4 0-7-16,8 0-9 0,10 0-20 15,0 0-44-15,0 0 0 16</inkml:trace>
  <inkml:trace contextRef="#ctx0" brushRef="#br0" timeOffset="20750.09">11003 6775 438 0,'0'0'4'0,"0"0"3"0,0-12 3 16,0 12 0-16,-5-10 0 0,5 10 1 15,-12-11-1-15,3 10 1 16,-4 1-11-16,-2 9 0 16,-3 11 0-16,0 4 0 15,4 4 0-15,-4 7 0 0,6 0 0 16,5 1 0-16,5-1 0 16,2-2 0-16,7-9 0 15,5-4 0-15,6-5 0 16,4-5 0-16,2-8 0 0,1-2 0 15,0-7 0-15,3-11 0 16,-5 1 0-16,2-9 0 16,-9-5 0-16,-4-6 0 15,-3-2 0-15,-9-1 0 0,-3-1 0 16,-12 5 0-16,-4 2 0 16,-9 4 0-16,3 12 0 15,-5 6 0-15,0 9 0 16,5 6 0-16,0 7 0 0,11 8 0 15,1 4 0-15,10 4 0 16,3 5 0-16,11-2 0 16,6 3 0-16,10-4 0 15,6-3 0-15,1-9-14 16,3 0-69-16,6-4-3 0</inkml:trace>
  <inkml:trace contextRef="#ctx0" brushRef="#br0" timeOffset="20934.06">11403 6902 456 0,'0'0'6'0,"0"0"0"15,0 0 3-15,-10 7-1 16,10-7 1-16,-7 17 0 0,5-5-1 16,-1 6-8-16,3 4 0 15,0-1 0-15,5 5 0 16,-2-6-3-16,9-5-63 15,-2 7-20-15</inkml:trace>
  <inkml:trace contextRef="#ctx0" brushRef="#br0" timeOffset="21917.27">12149 6760 422 0,'0'0'5'16,"0"0"3"-16,12-7 2 0,-12 7 2 15,10-11 0-15,-10 11 0 16,2-11 1-16,-2 11-1 15,-12-3-7-15,-2 6-5 0,-11 7 0 16,0 9 0-16,-3 3 0 16,3 7 0-16,0 2 0 15,8 1 0-15,8 0 0 16,5-4 0-16,13-1 0 0,10-7 0 16,8-2 0-16,14-7 0 15,1-5-9-15,10-2-32 16,-3-4-43-16,6-4-1 15</inkml:trace>
  <inkml:trace contextRef="#ctx0" brushRef="#br0" timeOffset="22334.04">12534 6691 440 0,'0'0'4'0,"0"0"1"15,-14 0 2-15,0 2 0 16,2 8 1-16,-1 0 0 15,-3 8 0-15,-5 1 0 16,5 3-3-16,3 6-2 0,8 0-1 16,2 1-1-16,6-2 0 15,9-5 0-15,6-2-1 16,4-3 1-16,3-7 1 16,8-4-2-16,-4-6 0 15,1 0 0-15,0-8 0 0,-6-9 0 16,-1-4 0-16,-9-4 0 15,-3-4 0-15,-6-2 0 16,-5-7 0-16,-12 1 0 0,-4 0 0 16,-9 5 0-16,-2 7 0 15,-6 2 0-15,-1 10 0 16,1 12 0-16,6 1 0 16,0 9 0-16,7 8 0 0,10 8 0 15,10 0 0-15,6 5 0 16,10 2 0-16,14-2 0 15,2-1 0-15,11-1-11 16,-1-1-41-16,6-9-33 0,-1-4 1 16</inkml:trace>
  <inkml:trace contextRef="#ctx0" brushRef="#br0" timeOffset="22517.21">13028 6788 449 0,'0'0'5'0,"0"0"1"0,0 0 1 15,-4 2 0-15,-2 8 1 16,4 1 0-16,2 7 1 16,-2 2 0-16,2 8-6 0,0-1-3 15,7 3 0-15,-4-3-10 16,9 0-40-16,-4 1-33 16,1-9-3-16</inkml:trace>
  <inkml:trace contextRef="#ctx0" brushRef="#br0" timeOffset="23251.17">13930 6725 428 0,'0'0'7'0,"0"0"2"16,0-12 2-16,0 12 1 15,0 0 1-15,-2-10-1 0,-8 10 0 16,-2 0-5-16,-1 8-7 15,1 2 0-15,-6 7 0 16,4 0 0-16,1 3 0 16,10 2 0-16,3 0 0 15,5 1 0-15,13-6 0 0,5-2 0 16,6-5 0-16,6-6 0 16,0 0 0-16,2-4 0 15,-3-8 0-15,-6-4 0 16,-6-6 0-16,-5-1 0 0,-8-6 0 15,-9 3 0-15,0-6 0 16,-14 3 0-16,-2 3 0 16,-5 5 0-16,-4 7 0 15,-2 5 0-15,4 5 0 0,2 7-11 16,9 3-44-16,3 5-31 16,7 3-1-16</inkml:trace>
  <inkml:trace contextRef="#ctx0" brushRef="#br0" timeOffset="23700.21">14629 6822 424 0,'0'0'2'16,"0"0"1"-16,0 0 0 0,0 0 0 15,0 0 0-15,-3 6 0 16,3-6 0-16,0 14 1 16,3-4-2-16,3-1 0 15,3 2 1-15,1-4 0 0,10 0 0 16,1-5 1-16,4-2 1 16,3-4 0-16,7-6 1 15,-3-7 0-15,-2-5 1 16,0-6-1-16,-3-7 0 0,-7-2-1 15,-5-5-5-15,-8-8 0 16,-7 1 0-16,-5-1 0 16,-9 1 0-16,-4 4 0 15,-1 8 0-15,-6 10 0 0,-1 10 0 16,6 14 0-16,-2 9 0 16,7 13 0-16,6 13 0 15,4 5 0-15,5 10 0 16,7 3 0-16,7 0 0 0,11 2-3 15,0-8-14-15,8-16-57 16,1 11-10-16</inkml:trace>
  <inkml:trace contextRef="#ctx0" brushRef="#br0" timeOffset="23900.08">15212 6713 451 0,'0'0'1'0,"0"0"0"16,0 0 0-16,0 0 1 16,0 10 0-16,0 1 1 15,3 0 0-15,2 4-1 16,-5 3-2-16,8 4-8 0,-3-5-24 16,0 2-46-16,3-3-2 15</inkml:trace>
  <inkml:trace contextRef="#ctx0" brushRef="#br0" timeOffset="24283.54">15638 6599 442 0,'0'0'4'0,"0"0"2"0,0 0 0 16,-13-10 2-16,13 10 0 15,-15-10 0-15,6 8 0 16,-7 2 0-16,-1 0-4 0,2 2-1 16,0 8-2-16,0 3-2 15,5-1 0-15,3 5 0 16,5 3-1-16,2 0 1 16,12 0 0-16,6-2 0 0,1 1 1 15,3-2 0-15,4-2 0 16,-5 0 0-16,2 0 0 15,-5-2-1-15,-4-2 1 0,-3-3 0 16,-9 2-1-16,-2 0 1 16,0-10 0-16,-18 12 0 15,0-7 0-15,-1 0 1 16,-8-2-1-16,2-1 0 16,-3-2-3-16,3 0-5 0,4-2-20 15,-9-1-53-15,21-4 0 16</inkml:trace>
  <inkml:trace contextRef="#ctx0" brushRef="#br0" timeOffset="24950.4">15936 6597 348 0,'0'0'5'16,"0"0"2"-16,0 0 4 15,0-8 3-15,0 8-1 16,0 0 2-16,0 0 1 0,-3-12 2 16,3 12-5-16,0 0-1 15,0 0-2-15,0 0-1 16,0 0-1-16,0 0-2 0,0 0 0 16,0 0-6-16,0 0 0 15,0 0 0-15,0 0 0 16,0 0 0-16,-5-10 0 15,5 10 0-15,0 0 0 16,0 0 0-16,0 0 0 0,0 0 0 16,0 0 0-16,0 0 0 15,0 0 0-15,0 0 0 16,0 0 0-16,0 0 0 16,-12 2 0-16,12-2 0 15,-12 20 0-15,4-5 0 0,-7 3 0 16,2 3 0-16,-1 4 0 15,2 5 0-15,3 0 0 16,2-3 0-16,2-2 0 16,5-1 0-16,8 0 0 0,1-10 0 15,4-2 0-15,4-5 0 16,6-4 0-16,-3-3 0 16,2-3 0-16,0-9 0 0,-1-2 0 15,-5-7 0-15,0-3 0 16,-7-6 0-16,-1 1 0 15,-5-9 0-15,-3 9 0 0,-6-6 0 16,-6 3 0-16,-2 4 0 16,-4 9 0-16,-5 4 0 15,1 5 0-15,-2 7 0 16,-1 6 0-16,2 8 0 0,4 10 0 16,6 1 0-16,1 6 0 15,7-1 0-15,5 3 0 16,9-3 0-16,12-2 0 15,0 0 0-15,7-13 0 16,11 5-7-16,4 1-76 0,-1-18-4 16</inkml:trace>
  <inkml:trace contextRef="#ctx0" brushRef="#br0" timeOffset="25133.59">16445 6639 498 0,'0'0'3'0,"0"0"1"15,0 0 0-15,-10 2-2 16,3 8-2-16,4 5 0 16,-2 5 0-16,-2 5 0 0,2 9 0 15,2 6 0-15,1 7 0 16,-3-2 0-16,-10 4-82 16,12-1-5-16</inkml:trace>
  <inkml:trace contextRef="#ctx0" brushRef="#br0" timeOffset="27550.19">10727 7733 424 0,'0'0'4'16,"0"0"1"-16,0 0 1 15,0 0 0-15,-12-2 0 0,5 2-1 16,-6 7 1-16,-6 6 0 16,1 4-3-16,1 3-3 15,-1 8 1-15,9 1 0 16,6 4 0 0,6-4 0-16,11-4 0 0,9-3 0 15,11-4 1-15,1-6-1 16,10-8 1-16,0-4-1 15,0-4 0-15,-3-11 1 0,-3-2-1 16,-7-3 0-16,-4-5 1 16,-10-2 0-16,-9-3-1 15,-9-2 0-15,-9 0 0 0,-12 4 0 16,-4 6-1-16,-7 2 0 16,0 8-2-16,-3 2-3 15,3 10-4-15,0 3-5 16,11 9-14-16,21 8-55 15,0-2-1-15</inkml:trace>
  <inkml:trace contextRef="#ctx0" brushRef="#br0" timeOffset="28032.97">12393 7733 423 0,'0'0'5'0,"0"0"3"0,0 0 1 0,0 0 1 16,0 0-1-16,0 0 1 15,0 0-1-15,-8 3 1 0,-2 10-6 16,-5 4-2-16,0 0-2 16,1 7 0-16,1 4 1 15,8 0-1-15,5-1 1 16,5-3-1-16,10 1 1 0,9-7 0 16,6-3 1-16,8-6-1 15,6-6 1-15,4-3-1 16,-1-5 1-16,0-7-2 15,-5-8 0-15,-2-3 0 16,-8-7 0-16,-12-1 0 0,-8-4 0 16,-12-2 0-16,-6 2 0 15,-12 1 0-15,-9 6 0 16,-5 3 0-16,-7 9 0 16,0 6 0-16,4 10-2 15,-2 0-15-15,15 1-54 0,7 16-15 16</inkml:trace>
  <inkml:trace contextRef="#ctx0" brushRef="#br0" timeOffset="28802.99">14010 7672 441 0,'0'0'5'15,"0"0"2"-15,0 0 2 0,7-5-1 16,-7 5 1-16,0 0 0 16,11 5 1-16,-9 5-1 0,-2 7-5 15,0 3-4-15,0 4 0 16,0 1 0-16,0 7 0 15,3-4 0 1,-1-1 0-16,0-2 0 0,3-5 0 16,-2-2 0-16,1-7 0 15,-1-1 0-15,-3-10 0 16,0 0 0-16,0 0 0 0,0 0 0 16,0 0 0-16,0 0 0 15,0 0 0-15,0 0-15 16,0 0-70-16,8-10-2 15</inkml:trace>
  <inkml:trace contextRef="#ctx0" brushRef="#br0" timeOffset="29750.18">15587 7628 415 0,'0'0'6'0,"0"0"2"16,0 0 1-16,-9-15 1 0,9 15 1 15,-12-8 0-15,-1 6 0 16,1 2 0-16,-6 0-5 15,1 12-3-15,2 2-1 16,3 10-1-16,7-3-1 0,1 4-1 16,4 3 1-16,14-6 0 15,8 0 1-15,6-7-1 16,6-2 1-16,11-6 0 16,0-7 0-16,1 0 0 15,0-10 2-15,-4-3-3 0,-8-2 0 16,-6-6 0-16,-14-4 0 15,-11-3 0-15,-11-2 0 16,-11 2 0-16,-13 5 0 0,-4 0 0 16,-6 8 0-16,-2 7 0 15,-1 7 0-15,8 13-13 16,16 5-72-16,0 6-3 16</inkml:trace>
  <inkml:trace contextRef="#ctx0" brushRef="#br0" timeOffset="31116.37">10899 8829 383 0,'0'0'7'0,"0"0"2"0,-2-16 3 16,2 16 1-16,-12-14 2 15,1 7 0-15,-1-1 1 16,-6 3 0-16,1 5-7 0,-5 3-3 16,1 11-2-16,0 3-1 15,3 8-2-15,4 3 1 16,5 5-4-16,9-2 2 15,5-4 2-15,13 1-2 0,7-3 0 16,7-11 0-16,5-4 0 16,5-2 0-16,6-8 0 15,0-8 0-15,-2-4 0 16,0-6 0-16,-12-6 0 16,-4-3 0-16,-11-2 0 0,-8-4 0 15,-15-2 0-15,-10 3 0 16,-16 4 0-16,-7 4 0 15,-6 6 0-15,-1 11 0 0,0 4 0 16,1 6 0-16,8 12 0 16,10 5-3-16,13 10-30 15,12-1-50-15,10-2-3 16</inkml:trace>
  <inkml:trace contextRef="#ctx0" brushRef="#br0" timeOffset="31650.21">12487 8747 426 0,'0'0'6'0,"0"0"1"0,0 0 1 16,-13-10 1-16,4 10 0 15,-4 0 1-15,-2 0 0 16,0 6 0-16,-2 5-5 0,1 4-3 16,4 3 0-16,8 4-1 15,4 2 0-15,4-1 0 16,12-3 0-16,10-5-1 16,10 0 3-16,6-8-3 0,5-2 0 15,5-5 0-15,1-5 0 16,-1-5 0-16,-8-2 0 15,-4-5 0-15,-10-6 0 0,-15-2 0 16,-8 0 0-16,-7-2 0 16,-18 2 0-16,-3 1 0 15,-11 6 0-15,-1 6 0 16,1 7 0-16,-1 5-12 16,0 20-53-16,14-5-20 0,6 3-2 15</inkml:trace>
  <inkml:trace contextRef="#ctx0" brushRef="#br0" timeOffset="32067.06">14090 8749 376 0,'0'0'8'0,"0"0"1"16,-13-6 1-16,6 2 2 0,-5 2 0 15,-1 2 0-15,-2 6 0 16,0-2 1-16,-1 11-8 16,2-1-2-16,7 6-1 0,4 0-1 15,3 2-1-15,10 1 1 16,13-3-1-16,4-5 1 15,10-4 1-15,5-2-1 16,6-9 1-16,2 0 1 0,-4-9 0 16,0-5 2-16,-9-3 0 15,-7-8 0-15,-14-2 0 16,-7-5-2-16,-13 2-3 16,-10 0 0-16,-14 3 0 0,-5 2 0 15,-3 10 0-15,-1 3 0 16,-1 9-8-16,6 3-15 15,2 10-58-15,18 5-4 16</inkml:trace>
  <inkml:trace contextRef="#ctx0" brushRef="#br0" timeOffset="32383.11">15742 8558 439 0,'0'0'7'0,"0"0"4"0,8-14 3 0,-8 14 1 15,7-13-1-15,-7 13-3 0,10-5-11 16,-10 5 0-16,15 12 0 15,-10 11 0-15,0 4 0 16,2 13 0-16,-2 4 0 16,3 9 0-16,-3-4 0 15,-1 6 0-15,-1-3 0 0,2-1-2 16,13-7-84-16,-18-6-2 16</inkml:trace>
  <inkml:trace contextRef="#ctx0" brushRef="#br0" timeOffset="33467.17">16318 5078 362 0,'0'0'6'16,"0"0"0"-16,0 0 1 15,0 0 2-15,0 0-1 0,5-11 1 16,5 10 0-16,8-4 2 15,9 3-5-15,10-4-1 16,8 1-2-16,12 5 1 16,8 0-2-16,4 0 1 15,1 5-2-15,-6 5 0 0,-7 8 0 16,-12 6 0-16,-12 9 0 16,-14 8 0-16,-14 12-1 15,-5 6 3-15,-5 13 0 16,-4 7 1-16,-1 10-1 0,-1 5 1 15,4 9-1-15,5 5 1 16,2 3 1-16,0 6 0 16,2 4 0-16,1 1 0 15,-1 2-1-15,0 2 0 0,1 1-1 16,-3-1-3-16,0 0 0 16,-5 1 0-16,0-4 0 15,-3 1 0-15,-2 0 0 16,-2-5 0-16,3 0 0 0,-2-10 0 15,4 0 0-15,2-2 0 16,3-5 0-16,2-7 0 16,2 2 0-16,3-10 0 0,0-3 0 15,2-2 0-15,-1-8 0 16,-6-2 0-16,2-8 0 16,-2-2 0-16,0-7 0 15,-2-6 0-15,-4-4 0 16,1-3 0-16,0-7 0 0,3-3 0 15,-5-7 0-15,2-6 0 16,-3-1 0-16,3-5 0 16,-2-1 0-16,-1-5 0 15,-2 0 0-15,-5-4 0 0,1 1 0 16,-4 2 0-16,-4-3 0 16,-4 1 0-16,0 1 0 15,-7 2 0-15,-2 1 0 16,-2-3 0-16,-5 3 0 0,-1-1 0 15,1 1 0-15,3-6 0 16,7-2-30-16,4 0-58 16,6-5-3-16</inkml:trace>
  <inkml:trace contextRef="#ctx0" brushRef="#br0" timeOffset="34650.1">17521 4939 385 0,'0'0'5'0,"0"-11"1"16,0 11 0-16,0-17 1 0,0 17 1 16,-12-16-1-16,-6 7 2 15,-2 3-1-15,-4 4-4 16,-6 2-2-16,0 0 0 0,-2 2-1 15,0 10-1-15,-1 3 0 16,6 7-1-16,2 6 0 16,-1 9 0-16,9 5 0 15,5 7 0-15,5 6 0 0,4 8 1 16,6 0 1-16,9 7 1 16,3 4 1-16,7 0-1 15,-2 6 1-15,3 1 0 16,-9 3 0-16,4 3 1 0,-9 3-1 15,1-1 1-15,-4 5 0 16,-6 5 0-16,0-1 0 16,-6 7 1-16,1 1-1 15,-2 6 0-15,0 0-1 16,0-1-1-16,-4 0 0 0,4-4-1 16,0-1 1-16,2 1-1 15,2-3 2-15,0-3-3 16,1 6 0-16,-1-8 0 0,1 1 0 15,-3-4 0-15,3 1 0 16,-3-1 0-16,-2-2 0 16,-2-2 0-16,5-5 0 15,-4 7 0-15,1 0 0 0,-4-2 0 16,4-3 0-16,-2-2 0 16,-4-3 0-16,3-5 0 15,-2-2 0-15,-1-8 0 16,3-9 0-16,1-6 0 0,-4-7 0 15,6-5 0-15,-1-12 0 16,4 2 0-16,-2-7 0 16,1-8 0-16,2 1 0 15,3-4 0-15,-2-1 0 0,0-3 0 16,2-3 0-16,0-7 0 16,-3 12 0-16,3-12 0 15,0 0 0-15,-3 11 0 16,3-11 0-16,0 0 0 0,0 0 0 15,0 0 0 1,0 0 0-16,0 0 0 0,10 0 0 16,1 0 0-16,4-3 0 15,10 1 0-15,2-4 0 0,8 2 0 16,4-4 0-16,6 6 0 16,-3-9 0-16,5 11 0 15,-4 0-71-15,-6 0-18 16</inkml:trace>
  <inkml:trace contextRef="#ctx0" brushRef="#br0" timeOffset="36834.24">24463 4551 242 0,'0'0'8'16,"0"0"4"-16,0 0 3 0,8 0 4 15,-8 0 1-15,0 0 2 16,10 0 0-16,-10 0 3 16,9-6-8-16,-9 6-3 15,20-3-5-15,-2-1-2 0,4 1-1 16,8-1-3-16,7-1 0 16,8 0 0-16,5-3-1 15,2 1 1-15,0-3-1 16,-8 2 0-16,2 2 0 0,-10-3 0 15,-5 4 0-15,-9 1 0 16,-5-1 0-16,-6 5-1 16,-11 0 0-16,12 0-1 0,-12 0 1 15,0 19-1-15,0-4-1 16,0 10 1-16,0 8 0 16,0 6 1-16,0 7 0 15,0 10 0-15,0 0 0 16,0 9 0-16,-3 7 0 15,3 0 1-15,-2 5 0 0,-1 4-2 16,-1 3 3-16,-2 1 0 16,-1 4 1-16,-5 2 1 15,1 1-1-15,1 5 1 0,1-1-1 16,-1-2 1-16,2-2-5 16,-4 2 0-16,5-5 0 15,-2-2 0-15,0-6 0 16,2 2 0-16,-1-10 0 0,-2 2 0 15,0-3 0-15,1-2 0 16,-2 2 0-16,1-3 0 16,3 0 0-16,-1 0 0 15,1 2 0-15,2-5 0 16,-2 3 0-16,4-2 0 0,3 0 0 16,0-1 0-16,3 1 0 15,1 3 0-15,1-2 0 16,2 2 0-16,2 0 0 15,0-1 0-15,1 1 0 0,1-4 0 16,-4 1 0-16,-2-2 0 16,2 0 0-16,-2-6 0 15,-3 2 0-15,-2 2 0 0,0-1 0 16,0-5 0-16,0 1 0 16,-2 0 0-16,2-4 0 15,-3 1 0-15,3-1 0 16,0-1 0-16,3-4 0 0,5 3 0 15,-3-2 0-15,-1 2 0 16,1-4 0-16,0 0 0 16,0 2 0-16,1-6 0 15,-6 1 0-15,0-3 0 16,2 0 0-16,0-4 0 0,1-1 0 16,-1-3 0-16,-2-4 0 15,5 0 0-15,-3-3 0 16,1-5 0-16,-1-5 0 15,1-2 0-15,0-2 0 0,0-1 0 16,-3-4 0-16,0-8 0 16,0 13 0-16,0-13 0 15,0 7 0-15,0-7 0 0,0 0 0 16,0 14 0-16,0-14 0 16,0 0 0-16,0 10 0 15,0-10 0-15,0 0 0 0,2 10 0 16,-2-10 0-16,0 0 0 15,0 0 0-15,0 0 0 16,0 0 0-16,0 0 0 16,0 0 0-16,-5 10 0 15,5-10 0-15,-20 5 0 16,7-5 0-16,-9 5 0 0,-5 0 0 16,-8-1 0-16,-8 2 0 15,-1 1 0-15,-5 0 0 16,4 1 0-16,-1 2 0 0,7-3 0 15,9 3 0 1,0-4-26-16,21-4-63 0,9-2-4 16</inkml:trace>
  <inkml:trace contextRef="#ctx0" brushRef="#br0" timeOffset="39167.07">17555 5276 387 0,'0'0'8'15,"0"0"3"-15,0 0 2 16,0 0 2-16,0 0 1 0,0 0 1 16,0 0 1-16,10 0 0 15,1 0-10-15,3 0-8 16,6 0 0-16,3-3 0 15,8-1 0-15,3-1 0 16,3 0 0-16,-1-2 0 0,-1 2 0 16,-7 0 0-16,-3 2 0 15,-5-2 0-15,-8 5 0 16,-12 0 0-16,0 0 0 0,0 8 0 16,-7 2-13-16,-11 7-67 15,4-10-9 1</inkml:trace>
  <inkml:trace contextRef="#ctx0" brushRef="#br0" timeOffset="39616.78">18261 5103 443 0,'0'0'5'0,"0"-11"2"16,0 3 2-16,-2 0 0 0,-8-5 1 16,0 1 0-16,-2-1 1 15,-6 1-4-15,-4 4-7 16,-3 6 0-16,-2 2 0 0,-3 7 0 16,5 8 0-16,0 3 0 15,5 2 0-15,7-1 0 16,6 6 0-16,7-3 0 15,10 1 0-15,8-2 0 16,7 0 0-16,5-4 0 0,-1 1 0 16,6-1 0-16,-3-3 0 15,-3 2 0-15,0-4 0 16,-4 0 0-16,-9 1 0 16,0-1 0-16,-6-2 0 0,-8 1 0 15,-2-3 0-15,-10 3 0 16,-5-1 0-16,-2-3 0 15,-8-2 0-15,0 0 0 16,-2 0 0-16,-1-5 0 0,3 0 0 16,1 0 0-16,4 0 0 15,0-3 0-15,10 3-20 16,-2 3-62-16,12-3-5 0</inkml:trace>
  <inkml:trace contextRef="#ctx0" brushRef="#br0" timeOffset="40084.44">18473 5130 473 0,'0'0'4'0,"0"0"1"0,0 0 1 0,-8-7-1 16,8 7 1-16,-15 0 0 15,3 5 0-15,-1 5-6 16,1 7 0-16,0 6 0 16,4 2 0-16,-3 1 0 15,7 1 0-15,4 1 0 0,3-6 0 16,6 0 0-16,9-4 0 16,-1-8 0-16,8-6 0 15,0-4 0-15,-2-1 0 0,2-12 0 16,-7-5 0-16,-2-7 0 15,-1-2 0-15,-8-7 0 16,-7-4 0-16,0-1 0 16,-5-1 0-16,-12 6 0 0,-3 4 0 15,-5 7 0-15,0 7 0 16,-5 8 0-16,4 8 0 16,1 9 0-16,4 11 0 15,9 4 0-15,8 4 0 16,6 5 0-16,12 0 0 0,9 1 0 15,7-5 0-15,7-4 0 16,5-1-14-16,-2-4-55 16,7-4-19-16</inkml:trace>
  <inkml:trace contextRef="#ctx0" brushRef="#br0" timeOffset="40567.08">18726 5326 453 0,'0'0'6'0,"0"0"2"0,0 0 2 15,0 0 1-15,-3-10 0 0,3 10 1 16,3-15-12-16,4 5 0 16,4 0 0-16,5 2 0 15,6 1 0-15,4 2 0 0,-1 5 0 16,-1 0 0-16,-4 8 0 15,3 4 0-15,-11 3 0 16,-7 2 0-16,-5 6 0 16,-5-3 0-16,-5 2 0 15,-10 0 0-15,3-5 0 16,0 1 0-16,0-3 0 0,1-1 0 16,14 0 0-16,2-8 0 15,7-1 0-15,13 0 0 16,10-5 0-16,12 0 0 15,3-8 0-15,7 0-85 0,10-3-5 16</inkml:trace>
  <inkml:trace contextRef="#ctx0" brushRef="#br0" timeOffset="41717.44">19919 5109 428 0,'0'0'7'0,"2"-11"2"16,-2 11 1-16,0-14 2 15,0 6 0-15,-2-2 1 16,2 10-1-16,-18-13-4 0,6 13-8 16,-7 0 0-16,1 10 0 15,-5 5 0-15,5 5 0 16,2 7 0-16,3-4 0 15,5 4 0-15,8-3 0 16,5-1 0-16,13-6 0 0,5-4 0 16,9-4 0-16,2-6 0 15,4-3 0-15,-1-3 0 16,-5-9 0-16,-2-3 0 16,-8-2 0-16,-7-5 0 0,-9-1 0 15,-6 1 0-15,-13-3 0 16,-7 5 0-16,-2 3 0 15,-6 2 0-15,3 8 0 0,-5 2 0 16,8 5 0-16,0 5-31 16,2 5-56-16,13-1-2 15</inkml:trace>
  <inkml:trace contextRef="#ctx0" brushRef="#br0" timeOffset="42216.86">20703 5048 412 0,'0'0'7'0,"0"0"1"15,3-14 3-15,-3 14 2 16,0-18 0-16,0 18 0 16,-3-18 1-16,-4 14 0 0,-7 4-8 15,-9 3-6-15,4 9 0 16,-1 2 0-16,-3 11 0 15,-2 3 0-15,2 1 0 16,4 4 0-16,8-1 0 16,7 1 0-16,4-4 0 0,7-2 0 15,11-2 0-15,9-6 0 16,8-1 0-16,3-3 0 16,6-5 0-16,-4-5 0 15,-1 0 0-15,-3-5 0 0,-7 0 0 16,-7 0 0-16,-2-3 0 15,-12-2 0-15,-8 5 0 16,9-7-5-16,-9 7-28 0,0 0-53 16,0 0-2-16</inkml:trace>
  <inkml:trace contextRef="#ctx0" brushRef="#br0" timeOffset="43017.2">21087 5009 433 0,'0'0'6'0,"0"0"2"16,7-15 2-16,-7 15 0 16,0-15 2-16,0 15-1 15,-3-12 0-15,-6 6-1 0,-7 6-10 16,0 11 0-16,-5 6 0 16,-1 3 0-16,-1 9 0 15,4 0 0-15,3 7 0 16,7-4 0-16,6 0 0 0,3-4 0 15,10-1 0-15,8-7 0 16,9-3 0-16,6-7 0 16,-1-7 0-16,2-3 0 15,3-3 0-15,-7-10 0 0,0-1 0 16,-5-11 0-16,-10-6 0 16,-5 0 0-16,-5-4 0 15,-5-1 0-15,-7 0 0 16,-4 4 0-16,-8 7 0 0,-1 6 0 15,-3 8 0-15,2 11 0 16,-5 8 0-16,6 12 0 16,6 2 0-16,3 8 0 0,6 5 0 15,5 2 0-15,8-2 0 16,12 2 0-16,0-13-34 16,8 6-51-16,4-5-3 15</inkml:trace>
  <inkml:trace contextRef="#ctx0" brushRef="#br0" timeOffset="43350.62">21434 5222 465 0,'0'0'5'16,"-9"-11"2"-16,9 11 2 0,-16-16 1 16,9 6-1-16,2-3-3 15,0-2-6-15,5 0 0 16,3 3 0-16,9 2 0 15,6 5 0-15,-2 0 0 0,7 5 0 16,-5 3 0-16,3 7 0 16,-7 5 0-16,-5 4 0 15,-6 3 0-15,-3 3 0 16,-12 3 0-16,-6-1 0 0,-2 0 0 16,0-4 0-16,2-1 0 15,2 0 0-15,3-8 0 16,8 3 0-16,5-11 0 0,15 2 0 15,7-8 0 1,13 0 0-16,7-6 0 0,13 4-3 16,7-8-83-16,12-7-4 15</inkml:trace>
  <inkml:trace contextRef="#ctx0" brushRef="#br0" timeOffset="44883.75">22063 5175 425 0,'0'0'5'0,"0"0"1"0,0 0 1 16,0 0 0-16,0 0 0 15,0 0 0-15,-8 4 1 16,8-4 0-16,5 18-4 16,6-8-1-16,1-3-1 15,3 1 2-15,4-3-1 0,14-5 1 16,1-5 1-16,7-10 1 15,-2-6-6-15,5-4 0 16,-1-8 0-16,-6-7 0 0,-2-2 0 16,-8-7 0-16,-6-1 0 15,-9-2 0-15,-12-1 0 16,0 7 0-16,-8-2 0 16,-9 11 0-16,2 10 0 0,-5 10 0 15,-3 11 0-15,2 12 0 16,0 13 0-16,1 11 0 15,8 13 0-15,5 4 0 0,5 4 0 16,2 3 0-16,12 4 0 16,10-5 0-16,6-8 0 15,4 1 0-15,4-11 0 16,0-11-29-16,6-1-56 16,-2-11-4-16</inkml:trace>
  <inkml:trace contextRef="#ctx0" brushRef="#br0" timeOffset="45467.35">22765 5048 312 0,'0'0'6'0,"0"0"3"0,0 0 3 0,0 0 2 16,-9-10 3-16,9 10 2 15,0 0 1-15,0 0 1 16,-9-10-6-16,9 10-1 16,0 0-4-16,0 0-1 0,0 0-3 15,0 0-2-15,0 0 0 16,0 0-1-16,0 0-1 16,0 0 0-16,0 0 0 0,0 0 0 15,0 0-1-15,0 0 1 16,0 0-1-16,0 0 0 15,-9-2 0-15,9 2 1 16,0 0-2-16,-9-3 0 16,9 3 0-16,0 0 0 0,-12-7 0 15,12 7 0-15,0 0 0 16,-5-12 0-16,5 12 0 16,5-10 0-16,4 5 0 15,3 0 0-15,6 2 0 0,2 3 0 16,0 0 0-16,1 8 0 15,-2 1 0-15,-5 4 0 16,0 4 0-16,-7 3 0 16,-7-1 0-16,-3 5 0 0,-7 0 0 15,-7-1 0-15,-3 0 0 16,-1-2 0-16,0-4 0 16,1 1 0-16,5-6 0 15,2-2 0-15,13-10 0 0,-5 10 0 16,5-10 0-16,16 0 0 15,3-2 0-15,8-3 0 16,6-3 0-16,-1-4 0 16,7 7-17-16,11-8-69 15,-4-2-3-15</inkml:trace>
  <inkml:trace contextRef="#ctx0" brushRef="#br0" timeOffset="45834.2">23485 4878 464 0,'0'0'4'0,"-3"-11"1"0,3 11 2 0,-18-14 0 16,6 6 2-16,-6 3-1 16,-2 3-1-16,-4 2-7 15,-3 7 0-15,4 11 0 0,-2 1 0 16,5 9 0-16,3 4 0 16,10-2 0-16,4 2 0 15,3-2 0-15,12-1 0 16,9-4 0-16,4-4 0 0,7-7 0 15,5-2 0-15,2-5-8 16,7-4-77-16,0-3-2 16</inkml:trace>
  <inkml:trace contextRef="#ctx0" brushRef="#br0" timeOffset="46233.97">23872 4798 471 0,'0'0'5'15,"0"0"2"-15,-12-10 0 0,12 10 1 16,-26-2 0-16,14 2-3 16,-8 10-5-16,-2 3 0 15,5 8 0-15,-8 4 0 16,9 5 0-16,-1 2 0 0,13 3 0 16,1-3 0-16,3-5 0 15,10 0 0-15,8-6 0 16,2-4 0-16,6-8 0 0,4-3 0 15,0-6 0 1,5-6 0-16,-10-12 0 0,2-1 0 16,-2-11 0-16,-8-2 0 15,-4-5 0-15,-8-8 0 16,-5 6 0-16,-2 0 0 16,-14 4 0-16,-1 7 0 0,-10 8 0 15,2 13 0-15,-3 5 0 16,-2 7 0-16,8 9 0 15,5 9 0-15,4 7 0 0,11-1 0 16,2 6 0-16,13-2 0 16,8 3 0-16,2-6-15 15,4-2-72-15,6-2-3 16</inkml:trace>
  <inkml:trace contextRef="#ctx0" brushRef="#br0" timeOffset="46583.86">24304 4954 465 0,'0'0'6'0,"-7"-10"3"0,2 0 0 0,-2-2 2 0,-2 1 0 0,2-3-11 16,2-1 0-16,3-2 0 16,2 3 0-16,10 1 0 0,10 3 0 15,0 2 0-15,4 4 0 16,4 4 0-16,-3 0 0 15,-1 7 0-15,-4 5 0 16,-5 4 0-16,-10 6 0 0,-5 0 0 16,-5 5 0-16,-10 0 0 15,-5 3 0-15,-2-5 0 16,-3-1 0-16,1-1 0 16,4-3 0-16,7 0 0 0,8-6 0 15,5-2 0-15,10-4 0 16,12-3 0-16,16-3 0 15,1-2 0-15,17 6 0 16,3 1-78-16,-2-7-12 0</inkml:trace>
  <inkml:trace contextRef="#ctx0" brushRef="#br0" timeOffset="47753.84">18001 6191 404 0,'0'0'7'0,"0"0"3"0,5-13 2 16,-5 2 2-16,0 3 0 15,-5-3 2-15,-6 4-1 16,-3 2 1-16,-9 3-13 16,-2 9-3-16,-5 5 0 15,0 13 0-15,-2 6 0 0,0 4 0 16,4 3 0-16,9 2 0 15,4 2 0-15,10-5 0 16,5 0 0-16,10-8 0 16,10-4 0-16,12-7 0 0,5-6 0 15,8-5 0-15,0-7-18 16,7-1-65-16,5-10-4 16</inkml:trace>
  <inkml:trace contextRef="#ctx0" brushRef="#br0" timeOffset="48166.99">18445 6209 470 0,'0'0'4'15,"0"0"2"-15,-7-12 0 0,7 12 2 16,-20-5-1-16,8 5 1 16,-4 3-6-16,-3 5-2 15,-1 6 0-15,2 9 0 16,-1-2 0-16,1 7 0 0,8 5 0 15,1-3 0-15,5 2 0 16,4-5 0-16,6-2 0 16,6-5 0-16,6-6 0 15,3 0 0-15,5-10 0 0,-1-4 0 16,0-3 0-16,0-10 0 16,-6-3 0-16,4-6 0 15,-9-6 0-15,-3-6 0 16,-4-4 0-16,-7-2 0 0,0 0 0 15,-10 3 0-15,-5 8 0 16,-4 2 0-16,-2 12 0 16,-1 7 0-16,-1 8 0 15,6 10 0-15,-1 9 0 0,4 6 0 16,9 8 0-16,5 2 0 16,0 4 0-16,10-4 0 15,10 4 0-15,-1-9-40 16,4 1-44-16,9-5-3 0</inkml:trace>
  <inkml:trace contextRef="#ctx0" brushRef="#br0" timeOffset="48499.97">18741 6386 474 0,'0'0'5'0,"-8"-7"2"15,8 7 1-15,-7-15 1 16,4 5-1-16,1-2-8 0,2 2 0 15,0-3 0-15,10 5 0 16,3 4 0-16,6-1 0 16,0 2 0-16,2 3 0 15,-1 5 0-15,-3 2 0 0,-2 6 0 16,-5 5 0-16,-5 4 0 16,-5 0 0-16,-7 3 0 15,-4 0 0-15,-5 2 0 16,0-2 0-16,-1-6 0 0,2 2 0 15,0-7 0-15,7-2 0 16,3-5 0-16,5-7 0 16,11 8 0-16,8-8 0 15,6 0 0-15,10-2 0 16,2-8 0-16,13-5-58 0,5 2-27 16</inkml:trace>
  <inkml:trace contextRef="#ctx0" brushRef="#br0" timeOffset="49184.24">19914 6232 421 0,'0'0'5'0,"0"0"1"0,-11-4 3 0,2 1 0 16,-1 0 2-16,-5 3 0 16,-5 0 1-16,-5 6-1 15,0 4-3-15,0 5-2 16,0 4-4-16,8 6-2 0,0 0 0 16,5 1 0-16,9-1 0 15,3 0 0-15,15-2 0 16,7-8 0-16,8-5 0 15,10-6 0-15,5-4 0 16,-1-2 0-16,6-8 0 0,-8-5 0 16,-1-5 0-16,-7-2 0 15,-10-5 0-15,-11 0 0 16,-6-3 0-16,-7 0 0 16,-12 3 0-16,-2 2 0 0,-4 5 0 15,-2 10 0-15,-5 6 0 16,5 4 0-16,0 4-30 0,-5 11-54 15,16 0-3-15</inkml:trace>
  <inkml:trace contextRef="#ctx0" brushRef="#br0" timeOffset="49620.23">20828 6153 471 0,'0'0'4'0,"0"-10"1"16,0 10 2-16,-3-15 0 16,-4 5 0-16,-3-2 1 15,-3 3-6-15,-3-4-2 16,-5 8 0-16,2-1 0 16,-4 6 0-16,1 6 0 0,-3 4 0 15,8 5 0-15,1 2 0 16,4 3 0-16,5 0 0 15,7 4 0-15,10 0 0 16,7-1 0-16,10-1 0 0,3 2 0 16,2-3 0-16,6-1 0 15,-1 0 0-15,-7 0 0 16,0-6 0-16,-8 2 0 16,-7-2 0-16,-5-1 0 0,-5-1 0 15,-5-2 0-15,-10-2 0 16,-4-1 0-16,-7 0 0 15,-6 0 0-15,-1-2 0 16,-4 1 0-16,2-4 0 0,3-2 0 16,-1 0-7-16,14 0-30 15,14 0-47-15,-13-20-2 16</inkml:trace>
  <inkml:trace contextRef="#ctx0" brushRef="#br0" timeOffset="50033.77">21236 6036 459 0,'0'0'7'0,"0"0"1"0,-6-9 1 15,6 9 0-15,-17 0 0 16,5 0 1-16,-6 9-10 16,-4 9 0-16,3 5 0 15,-2 6 0-15,1 6 0 0,3 2 0 16,7 0 0-16,5 1 0 15,5-5 0-15,0 0 0 16,10-5 0-16,2-6 0 0,6-7 0 16,4-6 0-16,-2-4 0 15,3-5 0-15,-2-9 0 16,4-7 0-16,-7-3 0 16,1-8 0-16,-5-6 0 0,-10-4 0 15,-2 0 0-15,-2 1 0 16,-6-2 0-16,-12 3 0 15,-5 10 0-15,-1 8 0 16,-6 7 0-16,0 8 0 0,5 6 0 16,-2 12 0-16,9 5 0 15,6 7 0-15,7 5 0 16,5 0 0-16,12 5 0 16,4-3 0-16,11 2 0 0,-3 0-58 15,8-7-27-15,9-6-3 16</inkml:trace>
  <inkml:trace contextRef="#ctx0" brushRef="#br0" timeOffset="50383.89">21531 6339 470 0,'0'0'6'0,"0"0"2"0,0 0 2 15,-2-15 0-15,-1 8-3 16,1-3-7-16,2 0 0 15,0-5 0-15,0 0 0 16,9 5 0-16,7 0 0 16,3 3 0-16,1-1 0 15,5 6 0-15,0 2 0 0,-3 5 0 16,-2 4 0-16,-4 4 0 16,-12 8 0-16,-1 0 0 15,-3 4 0-15,-7-1 0 0,-9 1 0 16,2 0 0-16,-2-2 0 15,2-6 0-15,1 1 0 16,3-7 0-16,5 2 0 16,5-13 0-16,12 10 0 0,6-8 0 15,7-2 0-15,12 0 0 16,0-8-29-16,5-4-55 16,13-1-4-16</inkml:trace>
  <inkml:trace contextRef="#ctx0" brushRef="#br0" timeOffset="51000.76">22458 6167 390 0,'0'0'9'0,"0"0"4"15,0 0 2-15,0-11 1 16,0 11 2-16,0 0 0 16,0 0 0-16,-8-5-4 15,8 5-14-15,-9 8 0 0,4 4 0 16,3-2 0-16,-2 1 0 16,4 6 0-16,8-6 0 15,4 1 0-15,6-4 0 0,4-4 0 16,5-4 0-16,6 0 0 15,1-9 0-15,0-9 0 16,-6-2 0-16,2-6 0 16,-2-7 0-16,-6-4 0 15,-6-7 0-15,-7-3 0 0,-4-6 0 16,-5 5 0-16,-2 0 0 16,-5 9 0-16,-4 6 0 15,-4 8 0-15,-2 18 0 16,-3 7 0-16,3 15 0 0,2 15 0 15,2 7 0-15,6 10 0 16,5 5 0-16,2 2 0 16,14 6 0-16,0-8 0 0,12 3 0 15,4-11-22-15,-6-3-63 16,10-6-5-16</inkml:trace>
  <inkml:trace contextRef="#ctx0" brushRef="#br0" timeOffset="51317.28">23025 6173 479 0,'0'0'5'0,"-11"-12"2"0,6 2 2 16,-2 2 0-16,0-4-7 16,2-1-2-16,-1 1 0 15,6-3 0-15,6 5 0 0,6 2 0 16,6 4 0-16,4 4 0 15,-2 0 0-15,2 4 0 16,-5 9 0-16,-4 5 0 16,-8 1 0-16,-5 4 0 15,0 2 0-15,-9-1 0 16,-5-2 0-16,2 3 0 0,2-6 0 16,3-2 0-16,7-6 0 15,0-1 0-15,4-5 0 16,12-5 0-16,3 0 0 0,4-5-8 15,9-5-41-15,11 0-37 16,-4-4-2-16</inkml:trace>
  <inkml:trace contextRef="#ctx0" brushRef="#br0" timeOffset="51666.07">23705 5925 458 0,'0'0'5'15,"0"0"0"-15,-11-9 1 16,5 6 1-16,-9-1 2 15,-3 1-1-15,-3-3 1 0,-2 6-5 16,-1 0-4-16,0 6 0 16,3 4 0-16,-2 2 0 15,8 0 0-15,3 8 0 16,9 0 0-16,3 3 0 0,5-4 0 16,7 3 0-16,11-2 0 15,2 2 0-15,0 1 0 16,5-6 0-16,0 0 0 0,-1-1 0 15,-7 0 0-15,1-6 0 16,-8 0 0-16,0 0 0 16,-15-10 0-16,3 12 0 15,-3-12 0-15,-11 11 0 16,-9-9 0-16,-5 0 0 16,1 4 0-16,-8-6 0 0,-4 2-5 15,1-2-21-15,3-8-56 16,7 6-5-16</inkml:trace>
  <inkml:trace contextRef="#ctx0" brushRef="#br0" timeOffset="52117.06">23959 5913 471 0,'0'0'5'0,"0"0"2"0,-5-13 1 16,5 13 0-16,-7-9 1 15,-6 6-6-15,3 3-3 16,0 3 0-16,-3 9 0 0,-1 8 0 16,-1 4 0-16,0 7 0 15,-3 1 0-15,11 0 0 16,0 3 0-16,4-6 0 16,3-1 0-16,8-9 0 15,4-1 0-15,10-5 0 0,-1-9 0 16,3-1 0-16,3-6 0 15,-2-7 0-15,-2-5 0 16,-1-5 0-16,-7-7 0 0,-2-3 0 16,-1-2 0-16,-7-8 0 15,-3 4 0-15,-2-2 0 16,-5 7 0-16,-7 3 0 16,-3 10 0-16,0 8 0 0,-7 10 0 15,1 6 0-15,2 13 0 16,1 6 0-16,4 7 0 15,8 0 0-15,6 5 0 0,3-2 0 16,12-1 0-16,3-3 0 16,3 1 0-16,5-7-60 15,3-5-28-15,1-6-1 16</inkml:trace>
  <inkml:trace contextRef="#ctx0" brushRef="#br0" timeOffset="52466.89">24344 6097 478 0,'0'0'6'0,"0"0"1"0,0 0 1 15,0 0 2-15,0-13-8 16,0 13-2-16,3-12 0 16,-3 12 0-16,7-20 0 15,0 10 0-15,6 2 0 0,2 1 0 16,2 2 0-16,0 3 0 15,6 2 0-15,-5 0 0 16,3 4 0-16,-3 8 0 16,-8-1 0-16,-1 6 0 0,-6 0 0 15,-3 3 0-15,-3 0 0 16,-6 0 0-16,-3 2 0 16,-6-1 0-16,6-5 0 15,-4 1 0-15,7-2 0 0,2-5 0 16,4 1 0-16,3-11 0 15,12 12 0-15,9-10 0 16,3 0 0-16,14 7 0 0,1-5-68 16,3-7-21-16</inkml:trace>
  <inkml:trace contextRef="#ctx0" brushRef="#br0" timeOffset="53585.11">18211 7468 365 0,'0'0'6'15,"0"0"2"-15,4-12 4 16,-4 12 1-16,0-12 1 16,0 12 1-16,-4-15 1 0,4 15 0 15,-17-7-6-15,4 7-2 16,-1 7-3-16,-1 8-1 16,-2 2-3-16,-1 8 0 15,3 5-1-15,6 3 0 0,1 3 0 16,8-2 0-16,2 1 1 15,16-5-1-15,4-3 1 16,11-7 1-16,6-4 0 16,9-10 0-16,1-6-1 0,6-2 1 15,0-13 0-15,-9-2 2 16,2-10-4-16,-13-6 0 16,-8 2 0-16,-15-9 0 15,-9 1 0-15,-11 1 0 0,-12 3 0 16,-4 6 0-16,-8 6 0 15,0 6 0-15,4 9-5 16,1 6-13-16,9 2-41 16,6 7-26-16,5 6-3 0</inkml:trace>
  <inkml:trace contextRef="#ctx0" brushRef="#br0" timeOffset="53888.01">19841 7404 487 0,'0'0'3'0,"0"0"2"0,11-7 0 15,-11 7 1-15,7-8-1 16,-7 8-5-16,11-3 0 0,-11 3 0 15,12 16 0-15,-10 1 0 16,3 8 0-16,-3 5 0 16,5 2 0-16,-2 3 0 15,1-1 0-15,1 1-4 0,-4-6-40 16,6 1-42-16,-4-7-2 16</inkml:trace>
  <inkml:trace contextRef="#ctx0" brushRef="#br0" timeOffset="54650.16">21452 7350 370 0,'0'0'7'0,"0"0"3"0,0 0 1 15,-16-3 1-15,9 3 2 16,-8 0 0-16,1 0 1 0,-4 3 0 15,-5 7-6-15,4 4-3 16,-1 4-1-16,0 1-3 16,5 6 0-16,5 0-1 15,6 0-1-15,4 0 1 16,2-4 0-16,12 0 0 0,14-4 0 16,6-5 1-16,7-6 0 15,5-4 0-15,2-2 0 16,1-8 0-16,1-7 0 0,-10-3 0 15,-8-7-2-15,-10-6 0 16,-9-4 0-16,-13-1 0 16,-5 0 0-16,-12 0 0 15,-10 6 0-15,-6 2 0 0,1 10 0 16,0 10 0-16,-6 5-7 16,11 6-15-16,2 19-52 15,10-5-12-15</inkml:trace>
  <inkml:trace contextRef="#ctx0" brushRef="#br0" timeOffset="55283.51">23376 7231 403 0,'0'0'4'0,"0"0"4"0,8-13 1 0,-8 13 2 16,4-12 0-16,-4 12 1 15,0-15 0-15,0 15 0 16,-20-10-4-16,2 10-3 0,-2 10-3 16,-2 5 0-16,2 7-1 15,5 8 0-15,6 3 0 16,5 4 0-16,8-4-1 0,8 3 1 16,15-6-1-16,5-3 1 15,9-9-1-15,13-4 1 16,3-7-1-16,3-7 1 15,2-2 0-15,0-13 2 0,-13-5-3 16,-1-7 0-16,-19-8 0 16,-9-2 0-16,-20-3 0 15,-8 1 0-15,-21 2 0 16,-8 7 0-16,-14 7 0 0,-5 7-3 16,1 16-10-16,-4 2-42 15,11 17-30-15,8 4-1 16</inkml:trace>
  <inkml:trace contextRef="#ctx0" brushRef="#br0" timeOffset="56118.64">18510 8726 370 0,'0'0'5'0,"0"0"3"16,0 0 3-16,-12-7 2 0,12 7 1 16,-18 0 1-16,3 0 0 15,0 0 1-15,-4 7-5 16,1 6-2-16,0 2-4 15,4 10-2-15,-2 0-2 16,7 2 0-16,4 0 0 0,5 3 1 16,7-2-1-16,13-6 0 15,3-5 2-15,9-4-1 16,12-6 0-16,4-7 0 16,6 0-2-16,1-10 0 0,-3-8 0 15,-5-1 0-15,-4-10 0 16,-13 1 0-16,-11-5 0 15,-13 4 0-15,-12-4 0 16,-11 8 0-16,-9 3 0 0,-5 8 0 16,-4 4 0-16,3 10 0 15,-3 0-9-15,13 17-25 16,17 4-48-16,2 0-3 0</inkml:trace>
  <inkml:trace contextRef="#ctx0" brushRef="#br0" timeOffset="56533.08">20041 8707 428 0,'0'0'3'0,"-5"-7"2"0,-6 2 1 0,-1 0 2 16,-8 0 2-16,-2 2 0 15,-5 3 1-15,-1 0-1 16,1 8-2-16,-1 3-2 16,6 10 0-16,5 1-6 15,6 6 0-15,11-4 0 0,4 4 0 16,13-6 0-16,8-2 0 16,12-5 0-16,10-5 0 0,5-8 0 15,5-2 0-15,0-5 0 16,-2-7 0-16,-8-8 0 15,-4-5 0-15,-11-5 0 16,-13-2 0-16,-8-5 0 0,-11 0 0 16,-8-1 0-16,-9 6 0 15,-13 6 0-15,-2 8 0 16,-6 5 0-16,1 13 0 16,-3 0-12-16,15 18-31 0,6-1-40 15,8 5-3-15</inkml:trace>
  <inkml:trace contextRef="#ctx0" brushRef="#br0" timeOffset="56950.08">21677 8563 448 0,'0'0'4'0,"0"-9"3"0,-2-1 1 0,2 10 1 16,-9-18 0-16,1 9 1 0,-2 1 0 15,-2 0-4-15,-4 8-6 16,0 8 0-16,-2 5 0 16,0 3 0-16,4 7 0 15,6 2 0-15,4 2 0 0,4-2 0 16,14-3 0-16,11 0 0 15,7-7 0-15,8-2 0 16,7-5 0-16,2-8 0 16,2 0 0-16,-1-13 0 15,-8-4 0-15,-5-6 0 0,-10-7 0 16,-9-2 0-16,-16-5 0 16,-2 0 0-16,-15 0 0 0,-8 7 0 15,-6 3 0-15,-9 7 0 16,1 8 0-16,-2 6 0 15,7 12-5-15,-2 11-63 16,17 3-20-16</inkml:trace>
  <inkml:trace contextRef="#ctx0" brushRef="#br0" timeOffset="57216.86">23678 8336 511 0,'0'0'0'0,"0"-12"0"0,0 1 0 16,0 4 0-16,0 7 0 15,-7-7 0-15,-4 9 0 0,-3 18 0 16,-2 19 0-16,0 14 0 15,-2 18 0-15,-6 17 0 16,3 15 0-16,-1 1 0 16,-3 13-59-16,8-1-31 15</inkml:trace>
  <inkml:trace contextRef="#ctx0" brushRef="#br0" timeOffset="59600.19">8633 12697 454 0,'0'0'4'0,"0"0"2"0,0 0 1 16,8-1 1-16,-8 1 0 15,2 5 1-15,-2 9 0 16,-2 2-3-16,-6 11-6 16,0 5 0-16,-4 3 0 0,-1 6 0 15,1 4 0-15,5 0 0 16,0-4 0-16,-1 2 0 15,3-6 0-15,5-5 0 16,0-2 0-16,0-3 0 0,0-4-12 16,0-6-30-16,0-5-43 15,0-12-3-15</inkml:trace>
  <inkml:trace contextRef="#ctx0" brushRef="#br0" timeOffset="60117.88">8315 12715 260 0,'0'0'6'16,"0"0"3"-16,0 0 4 15,-10 3 2-15,10-3 3 16,0 0 1-16,-10 10 1 0,10-10 4 16,0 0-7-16,-10 5-2 15,10-5-4-15,0 0-2 16,0 0-3-16,0 0-1 16,0 0-2-16,0 0-1 15,-7 10-1-15,7-10 0 0,0 0-1 16,0 10 1-16,0-10-1 15,0 0 0-15,-3 9 1 16,3-9-1-16,0 0 1 16,0 0-1-16,0 0 1 0,0 0 0 15,0 0 1-15,0 0 0 16,8 6 0-16,-8-6 1 16,12 0 0-16,-4 2 0 15,-1-2 0-15,5 0 0 0,1 0 1 16,-6 0-2-16,3 0 1 15,-10 0-1-15,11-2 0 16,-11 2 0-16,0 0-1 0,0 0 0 16,0 0-4-16,0 0-11 15,0 0-65-15,0 0-5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02:45.9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913 9468 270 0,'0'0'7'0,"0"0"2"0,0 0 4 16,0 0 3-16,-9-11 3 15,9 11 1-15,0 0 4 16,-4-8 1-16,4 8-4 16,0 0-4-16,-5-11-3 15,5 11-3-15,0 0-3 0,0 0-1 16,8-2-2-16,5-2-2 16,7 3-1-16,9-4 0 15,4 0 1-15,9 0 0 0,5-3 0 16,5-1 0-16,1 1-1 15,-1 3 0-15,-1-2 0 16,-3-1-2-16,-4 3 0 16,-9 1 0-16,0 1 0 15,-10 0 0-15,-5-2 0 0,-7 5 0 16,-1 0 0-16,-12 0 0 16,7 0 0-16,-7 0 0 15,0 0 0-15,0 0 0 16,-5 0 0-16,5 0 0 0,-14 8 0 15,8-5 0-15,6-3-18 16,-20 12-23-16,20-12-46 16,-14 17 0-16</inkml:trace>
  <inkml:trace contextRef="#ctx0" brushRef="#br0" timeOffset="467.29">1223 9450 330 0,'0'0'7'0,"0"0"4"0,0 0 3 0,6-14 4 16,-6 14 2-16,9-15 0 15,-9 15 1-15,11-13 0 0,-11 13-6 16,17-7-5-16,-17 7-2 16,13 2-3-16,-11 11-2 15,-2 7-1-15,2 1 0 16,-2 10-1-16,0 6 0 0,0 2 1 15,-2 9-2-15,-4-2 0 16,-1 2 0-16,2-4 0 16,-4-1 0-16,1-1 0 15,0-10 0-15,3 0 0 0,-2-7 0 16,2 0 0-16,3-9 0 16,0 0 0-16,-1-7 0 15,3 1-6-15,0-10-2 16,0 12-8-16,0-12-35 15,0 0-35-15,0 0-1 0</inkml:trace>
  <inkml:trace contextRef="#ctx0" brushRef="#br0" timeOffset="1734.83">1594 9916 394 0,'0'0'6'16,"0"0"4"-16,0 0 1 16,0-12 2-16,0 12 0 15,0 0 0-15,-13 0 0 16,13 0 0-16,-14 22-5 0,4 1-5 16,2-1-1-16,-2 3-1 15,5 1-1-15,5 2 0 16,0-2 0-16,7-5 1 0,9-4-1 15,1-5 0-15,8-4 0 16,-1-5 1-16,7-3 0 16,-4-11 0-16,3-6 0 15,-6-2 1-15,-1-6 0 0,-8-5 0 16,-6-2-2-16,-6 0 0 16,-6 2 0-16,-11 2 0 15,-6 3 0-15,-7 6 0 16,-1 7 0-16,-2 6 0 15,5 6-12-15,1 0-18 0,-6 3-54 16,20 2-3-16</inkml:trace>
  <inkml:trace contextRef="#ctx0" brushRef="#br0" timeOffset="2184.39">1902 9245 415 0,'0'0'5'0,"0"-10"3"16,0 10 2-16,0-13 0 15,2 4 1-15,3-1 1 0,0-2 0 16,6-1 1-16,3 1-5 16,4 2-1-16,1 3-7 15,1 1 0-15,8 4 0 16,-9 2 0-16,4 8 0 16,-3 0 0-16,-8 10 0 0,-5 2 0 15,-1 0 0-15,-6 5 0 16,0-5 0-16,-8 5 0 15,3-6 0-15,-5 1 0 16,3-6 0-16,0 2 0 0,1-4 0 16,6-4 0-16,0-8 0 15,3 12 0-15,7-10 0 16,7 1 0-16,3 2-3 16,3-5-21-16,-4 3-58 0,13-1-4 15</inkml:trace>
  <inkml:trace contextRef="#ctx0" brushRef="#br0" timeOffset="2384.17">2265 9701 444 0,'0'0'6'0,"0"0"3"0,0 0 1 15,0 0 0-15,0 0 0 16,10 0 1-16,-1-2 0 15,9-4-11-15,5-4 0 16,7 5 0-16,-1-7-5 0,9 7-37 16,-4 0-43-16,-4 3-2 15</inkml:trace>
  <inkml:trace contextRef="#ctx0" brushRef="#br0" timeOffset="2534.96">2263 9842 449 0,'0'0'3'16,"0"0"1"-16,0 0 1 15,7 7 1-15,2-5 1 16,9 1 1-16,2-3 0 16,9 0-2-16,4-5-9 0,14-5-40 15,3-3-38-15,4-9-3 16</inkml:trace>
  <inkml:trace contextRef="#ctx0" brushRef="#br0" timeOffset="11134.7">3652 7607 342 0,'0'0'7'0,"0"0"3"16,0 0 5-16,0 0 1 15,0 0-1-15,0 0 2 0,4 3 0 16,-4-3 2-16,12 0-7 15,-3 3-3-15,3-3-3 16,2 2-1-16,6-2 0 16,3 3-1-16,7-3 0 0,0 0-2 15,-3 0 1-15,-3 1-2 16,1-1 1-16,-5 0-2 16,-5 0 0-16,-5 3 0 15,-10-3 0-15,0 0 0 0,10 3 0 16,-10-3 0-16,0 0 0 15,0 0 0-15,-5 4 0 16,5-4-4-16,0 0-16 0,-10-4-54 16,10 4-11-16</inkml:trace>
  <inkml:trace contextRef="#ctx0" brushRef="#br0" timeOffset="11967.79">4431 7472 343 0,'0'0'7'0,"0"0"4"15,0-9 4-15,0 9 3 16,0-14 0-16,0 7 1 16,-2-4 1-16,-5-1 0 15,7 12-6-15,-16-10-4 0,4 10-4 16,-8 10-3-16,-3 5-1 15,4 5-2-15,-6 4 0 16,3 4 0-16,2 4-1 16,6 0 0-16,10 1 1 0,4-7 0 15,4 2-1-15,13-8 1 16,8-3 0-16,7-5 1 16,7-5-1-16,3-1 1 15,6-6-4-15,-1 0-7 16,-4-10-26-16,1 3-46 0,-11-6-3 15</inkml:trace>
  <inkml:trace contextRef="#ctx0" brushRef="#br0" timeOffset="12434.83">4822 7385 464 0,'0'0'4'0,"0"0"0"0,0 0 1 16,0 0 0-16,0 0 0 16,-12 1 0-16,4 10 0 15,-4 1 1-15,-1 8-4 0,1 5-1 16,-4 2-1-16,4 5 1 16,4 0-1-16,6 3 0 15,2-8 1-15,8 1-1 16,6-6 0-16,6-5 1 0,3-5 1 15,4-6-2-15,0-6 0 16,3-3 0-16,-3-9 0 16,-2-6 0-16,0-5 0 15,-5-3 0-15,-8-6 0 0,-7-4 0 16,-5 0 0-16,-5-2 0 16,-12 6 0-16,-5 3 0 15,-3 7 0-15,-5 4 0 16,0 8 0-16,0 7 0 0,3 6 0 15,4 9 0-15,11 5 0 16,5 4 0-16,7 3 0 16,3 1 0-16,9 2 0 15,8 1 0-15,7-4 0 0,5 4-5 16,0-9-7-16,6-4-35 16,-1-2-37-16,0-5-1 15</inkml:trace>
  <inkml:trace contextRef="#ctx0" brushRef="#br0" timeOffset="12617.76">5222 7488 439 0,'0'0'3'0,"0"0"1"0,0 0 1 16,-5 11 1-16,2 1 0 16,3 1 1-16,-3 4 0 15,-2 8 0-15,3-1-2 16,0 1-1-16,2 3-4 0,0-4-6 15,0 1-8-15,0-4-40 16,4-3-29-16,4-2-2 16</inkml:trace>
  <inkml:trace contextRef="#ctx0" brushRef="#br0" timeOffset="13051.19">5602 7386 448 0,'0'0'4'16,"0"0"1"-16,0 0 1 0,-15-8 1 16,5 4 0-16,-2 2 1 15,-6 2 0-15,1 0 1 16,-3 0-5-16,-1 6 1 15,5 2-5-15,-2 5 0 16,3-1 0-16,8 4 0 0,-1 1 0 16,8 0 0-16,2 0 0 15,9 1 0-15,3-1 0 16,7 1 0-16,4-4 0 0,2 4 0 16,2-3 0-16,-3-1 0 15,5 1 0-15,-6-4 0 16,-4 0 0-16,-9 3 0 15,-2-4 0-15,-7-2 0 0,-6 0 0 16,-7 0 0-16,-7 1 0 16,-6-1 0-16,-4-3 0 15,-6 2 0-15,4-4-5 16,-1-1-8-16,-3-2-9 16,11-7-59-16,3 5-5 0</inkml:trace>
  <inkml:trace contextRef="#ctx0" brushRef="#br0" timeOffset="13568.46">5848 7378 385 0,'0'0'7'0,"0"0"5"0,0-14 3 16,0 14 1-16,0-10 1 0,0 10 0 16,0 0 0-16,-8-7 0 15,8 7-9-15,-17 10-8 16,2 5 0-16,0 5 0 16,3 7 0-16,-1 3 0 0,-2-1 0 15,11 6 0-15,-1-3 0 16,5-2 0-16,5-2 0 15,4-9 0-15,7-2 0 0,0-7 0 16,5-5 0-16,4-5 0 16,-6-1 0-16,4-13 0 15,-3 0 0-15,-1-8 0 16,-1-3 0-16,-6-4 0 16,-5-7 0-16,-4-1 0 0,-3 3 0 15,-8-1 0-15,-4 2 0 16,-8 6 0-16,-2 8 0 15,0 6 0-15,-3 8 0 16,0 5 0-16,2 7 0 0,9 11 0 16,-2 1 0-16,9 9 0 15,5 1 0-15,2 4 0 16,7-1 0-16,8 0 0 16,5-2 0-16,0-5-3 0,7 2-27 15,8-10-54-15,-8-5-3 16</inkml:trace>
  <inkml:trace contextRef="#ctx0" brushRef="#br0" timeOffset="13973.71">6168 7528 473 0,'0'0'4'0,"0"0"3"0,0 0 1 0,0 0 0 15,0 0 3-15,-7-7-11 16,7 7 0-16,0 0 0 16,-5-8 0-16,5 8 0 0,9-7 0 15,2 4 0-15,3 3 0 16,2 0 0-16,1 0 0 16,1 0 0-16,-2 5 0 15,-4 3 0-15,-3 4 0 0,-5 2 0 16,-4 4 0-16,-4 0 0 15,-6 4 0-15,-5-3 0 16,-6 6 0-16,0-5 0 0,-2 2 0 16,3-4 0-16,3 0 0 15,4-7 0-15,6 3 0 16,7-14 0-16,2 11 0 16,14-8 0-16,3-1 0 15,8-2 0-15,5-5 0 0,9-2-30 16,10-3-57-16,-10 0-3 15</inkml:trace>
  <inkml:trace contextRef="#ctx0" brushRef="#br0" timeOffset="14634.5">5311 7828 430 0,'0'0'8'0,"0"0"0"0,0 0 3 0,10-3 3 0,-10 3 0 16,0 0 1-16,10-1-4 16,-10 1-11-16,0 0 0 15,0 0 0-15,0 0 0 0,0 0 0 16,0 0 0-16,0 0 0 15,0 8 0-15,2 3 0 16,-2-11-39-16,0 10-50 16</inkml:trace>
  <inkml:trace contextRef="#ctx0" brushRef="#br0" timeOffset="20434.59">6618 7528 284 0,'0'0'8'0,"0"0"3"16,0 0 3-16,0 0 3 15,0 0 3-15,0 0 3 16,-7-3 3-16,7 3-1 0,0 0-5 15,0 0-4-15,0 0-3 16,0 0-2-16,0 0-2 16,9 0-2-16,-1 0 0 15,7 0-7-15,8-1 0 16,5 1 0-16,6-3 0 0,5-2 0 16,1 0 0-16,-3 0 0 15,1 0 0-15,-4 0 0 16,-12 0 0-16,-4 2 0 15,-6 3 0-15,-12 0 0 0,13 0 0 16,-13 0 0-16,0 0 0 16,0 0 0-16,0 0 0 15,0 0 0-15,0 0 0 16,-11 3 0-16,11-3 0 16,-9 12-37-16,9-12-51 0,-10 10-6 15</inkml:trace>
  <inkml:trace contextRef="#ctx0" brushRef="#br0" timeOffset="22700.66">7282 7369 403 0,'0'0'5'0,"0"0"4"0,7-15 1 16,-5 8 2-16,3-2 1 16,-2-1 1-16,-1-5-1 15,-2 2 0-15,0 13-4 0,-7-15-4 16,-5 13-2-16,-1 2-1 15,-4 5-2-15,-1 4 0 0,-2 7 0 16,3 1 0-16,4-3 0 16,1 6 0-16,5-2 0 15,7 2 0-15,5-5 0 16,9 2 0-16,6-2 0 16,5-3 0-16,5 1 0 0,0-1 0 15,2 1 0-15,-4-1 0 16,-1-2 0-16,-5 1 0 15,-4-2 0-15,-6 0 0 16,-4 4 0-16,-8-4 0 0,0 1 0 16,-8-2 0-16,-7 2 0 15,-3-3 0-15,-1 1 0 16,-1-1 0-16,0-4-2 16,3 0-3-16,-3-3-3 15,3 0-7-15,4 0-19 0,1-6-50 16,12 6 0-16</inkml:trace>
  <inkml:trace contextRef="#ctx0" brushRef="#br0" timeOffset="23167.91">7657 7300 470 0,'0'0'5'0,"0"0"1"0,0 0 2 15,0-8 0-15,0 8 0 16,0 0-2-16,-7 8-6 0,-2 5 0 16,0 6 0-1,-1 3 0-15,0 9 0 0,0 1 0 16,0 0 0-16,4-3 0 16,6 4 0-16,0-9 0 0,11-2 0 15,1-4 0-15,6-5 0 16,-4-9 0-16,9-4 0 15,-3 0 0-15,4-10 0 16,-1-6 0-16,-5-8 0 16,-1 3 0-16,-4-12 0 0,-6 1 0 15,-5-2 0-15,-2-2 0 16,-7 3 0-16,-6 5 0 16,-1 6 0-16,-11 4 0 15,1 11 0-15,1 7 0 16,3 0 0-16,-1 14 0 0,9 7 0 15,3 1 0-15,9 4 0 16,2 2 0-16,10 2 0 0,6 0 0 16,4-3 0-16,3-4 0 15,5-1 0-15,-2-11-32 16,6 6-52-16,0-10-3 16</inkml:trace>
  <inkml:trace contextRef="#ctx0" brushRef="#br0" timeOffset="23384.46">8168 7422 470 0,'0'0'4'0,"0"0"0"16,0 0 2-16,0 0 1 16,0 16 0-16,0-2 0 15,0 0-1-15,6 6-6 16,-6 5 0-16,2-1 0 0,1 7 0 15,-1-5 0-15,-2 1 0 16,0-3 0-16,2 2-18 16,-2-6-66-16,0-3-3 15</inkml:trace>
  <inkml:trace contextRef="#ctx0" brushRef="#br0" timeOffset="24001.14">8501 7353 405 0,'0'0'7'0,"0"-11"3"0,0 11 3 15,3-14 2 1,-3 3 0-16,0-1 1 0,0 2-1 16,0 10 0-16,-10-10-15 15,-5 10 0-15,0 7 0 0,-5 6 0 16,3 7 0-16,-3 5 0 16,0 4 0-16,5-1 0 15,8 7 0-15,5-5 0 0,4-1 0 16,10-5 0-16,13 0 0 15,2-7 0-15,11-5 0 16,-1-5 0-16,12 0-30 16,1-7-54-16,-7 0-4 15</inkml:trace>
  <inkml:trace contextRef="#ctx0" brushRef="#br0" timeOffset="24417.53">8830 7283 479 0,'0'0'4'0,"0"0"1"16,0 0 1-16,0 0 0 16,0 0 0-16,-11 0-1 15,11 0-5-15,-15 22 0 16,5-5 0-16,3 5 0 0,-1 3 0 16,4 8 0-16,1-1 0 15,3-3 0-15,5-1 0 16,8-6 0-16,9-3 0 15,0-6 0-15,6-5 0 0,-1-5 0 16,3-3 0-16,0-11 0 16,0-3 0-16,-6-9 0 15,-4-4 0-15,-7-5 0 0,-3-6 0 16,-8-4 0-16,-4 5 0 16,-11 0 0-16,-7 5 0 15,-7 7 0-15,0 11 0 16,-6 3 0-16,3 14 0 15,1 12 0-15,4 4 0 0,5 9 0 16,10 1 0-16,10 4 0 16,2 1 0-16,14 1 0 15,6-6 0-15,5 1 0 16,2-5-25-16,10 0-60 16,-2-8-2-16</inkml:trace>
  <inkml:trace contextRef="#ctx0" brushRef="#br0" timeOffset="24734.48">9289 7399 493 0,'0'0'4'0,"0"0"1"16,0 0 2-16,0 0-5 0,-7-7-2 15,7 7 0-15,0-13 0 16,0 13 0-16,17-15 0 15,-2 11 0-15,2 1 0 16,3 0 0-16,2 3 0 0,-2 6 0 16,-2 6 0-16,-6 2 0 15,-5 4 0-15,-1 5 0 16,-6-1 0-16,-8 3 0 0,-2 0 0 16,1 0 0-16,-2-7 0 15,1 6 0-15,6-5 0 16,4-4 0-16,0-5 0 15,9-1 0-15,1-9 0 0,5 3-85 16,10-3-3-16</inkml:trace>
  <inkml:trace contextRef="#ctx0" brushRef="#br0" timeOffset="27200.44">3383 3014 115 0,'0'0'6'0,"0"0"3"16,0 0 3-16,9 0 1 16,-1 0 2-16,7 0 0 0,8 0 0 15,4 6 0-15,10-5-5 16,10 5-2-16,5-6-2 15,18 0-2-15,12 0-1 16,10 0 0-16,10-6-1 0,12 2-1 16,10-3 1-16,3-3-2 15,15 2 1-15,1 1-1 16,9-1 1-16,8 1 0 16,4 0 1-16,6-1 1 0,12-2-1 15,7 3 0-15,-3-4 1 16,9 4-1-16,-4-5 0 15,7 5 0-15,-1-3 0 16,-8 5 0-16,-8-5-1 0,1 10 1 16,4-5-4-16,-18 3 1 15,-5 2-1-15,-7 0-2 16,-4 0 2-16,-11 0-1 16,-5 0 1-16,-17 0-1 15,-16 0-10-15,-16 0-37 0,-6 4-9 16</inkml:trace>
  <inkml:trace contextRef="#ctx0" brushRef="#br0" timeOffset="29517.68">9655 6681 372 0,'0'0'8'0,"0"0"4"15,0 0 1-15,0 0 0 0,0 0 1 16,-3-8-1-16,3 8 1 15,-3 8 0-15,3 4-8 16,3 4-2-16,2 6-6 16,2 7-7-16,5 8-17 15,9 5-54-15,-4 3 0 0</inkml:trace>
  <inkml:trace contextRef="#ctx0" brushRef="#br0" timeOffset="29683.93">9741 7605 375 0,'0'0'6'0,"-5"10"4"0,5 3 0 16,-2-2 1-16,-1 4 1 15,3 5-1-15,-2 0 1 0,2 2-1 16,0 0-7-16,0-4-8 16,5 4-18-16,5 3-56 15,-3 0 0-15</inkml:trace>
  <inkml:trace contextRef="#ctx0" brushRef="#br0" timeOffset="29867.06">9756 8374 317 0,'0'0'7'0,"0"0"0"0,0 11 2 16,0 1 1-16,3 1 1 15,-1 3 2-15,0 2-2 16,1 10-1-16,-3-1-8 0,2 3-11 15,-2 2-14-15,0 6-15 16,3 6-33-16,-3 3-6 16</inkml:trace>
  <inkml:trace contextRef="#ctx0" brushRef="#br0" timeOffset="30035">9773 9157 345 0,'0'0'7'0,"2"17"4"0,4-6 3 15,-3 4 3-15,1 5 1 16,1 5 0-16,0 2 1 15,-3 5 0-15,1-2-7 0,3 7-3 16,-4-5-4-16,1 11-5 16,-1-1-5-16,0 7-8 15,-2-4-28-15,0 6-42 16,3 2 0-16</inkml:trace>
  <inkml:trace contextRef="#ctx0" brushRef="#br0" timeOffset="30167.91">9768 10300 426 0,'0'0'3'0,"-7"18"0"16,2-2 1-16,-2 7-1 0,2 7 0 15,-3 4-2-15,6 7-6 16,-3 3-14-16,-1 0-56 16,6 6-3-16</inkml:trace>
  <inkml:trace contextRef="#ctx0" brushRef="#br0" timeOffset="30334.96">9798 11259 413 0,'0'0'4'0,"0"14"2"0,-2 0 0 16,-1 2 1-16,-2 9 0 16,3 4 0-16,-3 7 0 15,-1-3-6-15,6 9-27 16,0-1-50-16,0-6-3 0</inkml:trace>
  <inkml:trace contextRef="#ctx0" brushRef="#br0" timeOffset="30484.82">9763 12373 403 0,'0'0'-1'0,"-4"16"-4"15,1 1-2-15,1 8-39 16,-1-3-24-16,1 0-4 16</inkml:trace>
  <inkml:trace contextRef="#ctx0" brushRef="#br0" timeOffset="30702.8">9809 12951 505 0,'0'0'4'15,"2"13"-2"-15,1 1-2 16,-1 5 0-16,-2 2 0 0,0 1 0 16,0 3 0-16,2 0 0 15,-2-11 0-15,5 9 0 16,-5-11-70-16,0-12-19 0</inkml:trace>
  <inkml:trace contextRef="#ctx0" brushRef="#br0" timeOffset="36734.33">10651 7360 309 0,'0'0'8'0,"9"-7"6"0,2 1 2 16,1 1 3-16,0 1 4 15,3-2 1-15,-3-4 1 16,4 3 2-16,-9 2-7 0,-7 5-4 16,12-7-6-16,-12 7-10 15,0 0 0-15,-10 12 0 16,1 3 0-16,-4 2 0 16,1 5 0-16,2 8 0 0,2 2 0 15,6-2 0-15,2 0 0 16,10-5 0-16,12-6 0 15,5-1 0-15,5-8 0 16,7-7 0-16,0-3 0 0,-2-9 0 16,3-7 0-1,-11-4 0-15,-4-5 0 0,-7-3 0 16,-8-4 0-16,-10 3 0 16,-12-4 0-16,-11 6 0 15,-7 5 0-15,-4 7 0 0,-7 8 0 16,4 7 0-16,4 4 0 15,4 11 0-15,4 5-64 16,18 2-25-16</inkml:trace>
  <inkml:trace contextRef="#ctx0" brushRef="#br0" timeOffset="37501.37">11957 6775 426 0,'0'0'5'0,"0"0"3"0,3-10 2 0,-3 10 0 0,0 0 0 16,0 0-1-16,0 0 1 15,3 7 0-15,-3 13-6 16,0 2-7-16,5 13-15 0,-5 10-62 16,2 2-3-16</inkml:trace>
  <inkml:trace contextRef="#ctx0" brushRef="#br0" timeOffset="37701.64">12012 7722 404 0,'0'0'4'0,"0"0"3"16,0 14 0-16,0-7 2 0,0 3 0 16,0 3 1-16,0 2-1 15,2 0 1-15,-2 5-5 16,5-4-6-16,-1 5-3 16,1 4-7-16,-3 0-24 15,-2 4-44-15,0 3-2 16</inkml:trace>
  <inkml:trace contextRef="#ctx0" brushRef="#br0" timeOffset="37867.51">12005 8380 391 0,'0'0'6'15,"9"13"2"-15,-4-3 4 0,6 5 1 16,-1 2 1-16,-6 5 0 16,4 5 0-16,2 3 1 15,-5 3-6-15,-3-2-4 16,3 4-6-16,-5-5-7 0,5 9-16 15,3-6-54-15,-1 3 53 16,16 0-58-16,-21 1-6 16</inkml:trace>
  <inkml:trace contextRef="#ctx0" brushRef="#br0" timeOffset="38017.19">12149 9091 374 0,'0'0'7'0,"0"20"4"16,0-5 3-16,0 2 1 15,0 6 2-15,3 4 2 16,-3 8 0-16,0 2 0 15,0 2-6-15,0 3-10 0,0 5-3 16,0 3 0-16,2 4-7 16,1 0-76-16,1-1-2 15</inkml:trace>
  <inkml:trace contextRef="#ctx0" brushRef="#br0" timeOffset="38168.58">12201 10322 478 0,'0'0'3'0,"0"12"1"0,-3 1 0 16,-1 8 1-16,-1 5-1 15,2 4 0-15,-1 9-4 16,1 1-9-16,3-11-58 16,0 21-17-16</inkml:trace>
  <inkml:trace contextRef="#ctx0" brushRef="#br0" timeOffset="38333.98">12194 11314 488 0,'0'0'3'0,"0"17"0"0,-3-2 1 16,-2 3-1-16,1 5 1 16,-1 8 0-16,1 1-2 15,-3 2-4-15,7 6-32 0,0-6-47 16,0 1-5-16</inkml:trace>
  <inkml:trace contextRef="#ctx0" brushRef="#br0" timeOffset="38484.32">12154 12161 492 0,'0'0'2'0,"-5"14"1"15,-1 4 0-15,2 1-1 0,-1 6 0 16,2 7-3-16,-4-2-8 15,7-1-47-15,-2 5-27 16,-1-3-2-16</inkml:trace>
  <inkml:trace contextRef="#ctx0" brushRef="#br0" timeOffset="38617.5">12149 12891 333 0,'0'0'-3'0,"0"0"-17"16,0 12-39-16,0-1-7 0</inkml:trace>
  <inkml:trace contextRef="#ctx0" brushRef="#br0" timeOffset="38789.51">12203 13214 332 0,'0'0'9'0,"3"16"2"15,0 5 5-15,-3-1 2 16,2 2 2-16,3 7 2 0,-2 1-1 16,1 0 0-16,-4-5-11 15,5-4-19-15,11-5-66 16,-16-16-5-16</inkml:trace>
  <inkml:trace contextRef="#ctx0" brushRef="#br0" timeOffset="42133.85">12715 7382 363 0,'0'0'7'16,"0"0"2"-16,0 0 3 0,5-15 2 15,-5 15 2-15,5-13 1 16,-5 13 1-16,0-16 0 15,0 16-5-15,-7-6-3 0,-8 6-4 16,-5 6-1-16,-5 6-2 16,-5 7-3-16,0 6 0 15,1 3 0-15,-4 2 0 16,7 1 0-16,10-1 0 0,3-1 0 16,13-1 0-16,6-6 0 15,13-1 0-15,11-9 0 16,7-5 0-16,8-3 0 15,2-1 0-15,3-3 0 16,-8-4 0-16,4-3 0 0,-12-3 0 16,-2 5-15-16,-11-3-68 15,-4 0-2-15</inkml:trace>
  <inkml:trace contextRef="#ctx0" brushRef="#br0" timeOffset="42617.54">13081 7317 478 0,'0'0'4'16,"0"0"2"-16,0 0 1 0,0 0 0 15,0 0 0-15,0 0-5 16,0 0-2-16,-12 5 0 15,4 11 0-15,-4 6 0 16,-1 3 0-16,3 4 0 0,0 4 0 16,6-2 0-16,4 2 0 15,4-9 0-15,8 1 0 16,9-10 0-16,-5 0 0 16,14-10 0-16,-5-3 0 0,0-2 0 15,0-7 0-15,-3-8 0 16,1-3 0-16,-9-7 0 15,-3 1 0-15,-7-6 0 16,-4 4 0-16,-4-4 0 0,-8 2 0 16,-9 3 0-16,-4 6 0 15,0 9 0-15,1 2 0 16,-1 8 0-16,3 3 0 16,4 9 0-16,11 2 0 0,4 7 0 15,6 1 0-15,10 1 0 16,8 2 0-16,4-3 0 15,8-3 0-15,6 1 0 16,-3-9-30-16,3-3-55 0,1 2-3 16</inkml:trace>
  <inkml:trace contextRef="#ctx0" brushRef="#br0" timeOffset="42817.72">13525 7392 455 0,'0'0'5'0,"0"0"0"0,0 0 2 15,0 0 1-15,0 0 0 16,-5 10 1-16,3 2 0 0,0 5-4 16,2 6-5-16,0 1 0 15,0 6 0-15,0-3 0 16,2 5 0-16,0-4 0 16,6 2 0-16,-8-11-27 0,5 1-57 15,0-2-3-15</inkml:trace>
  <inkml:trace contextRef="#ctx0" brushRef="#br0" timeOffset="43234.64">13893 7367 436 0,'0'0'6'0,"0"0"3"0,0-10 1 16,0 10 1-16,0 0 0 15,-7-10 0-15,-3 7 0 16,-3 3-5-16,-6 6-6 16,-1 4 0-16,-3 2 0 0,1 5 0 15,5 3 0-15,-1 5 0 16,8-3 0-16,0-2 0 16,10 3 0-16,0-4 0 15,12-5 0-15,6 3 0 16,2-9 0-16,5 2 0 0,7-2 0 15,0-8 0-15,3 5-8 16,-3-5-76-16,4 0-2 16</inkml:trace>
  <inkml:trace contextRef="#ctx0" brushRef="#br0" timeOffset="43701.03">14127 7340 499 0,'0'0'4'0,"0"0"1"16,0 0-2-16,0 0-3 15,0 0 0-15,0 0 0 0,-5 13 0 16,-1-2 0-16,-1 4 0 16,2 5 0-16,-2 3 0 15,2 2 0-15,3 0 0 16,2-1 0-16,5 1 0 0,4-8 0 15,7-2 0-15,-2-2 0 16,9-9 0-16,-1-4 0 16,2-3 0-16,1-7 0 15,1-6 0-15,-10-7 0 0,2-4 0 16,-6-3 0-16,-4-4 0 16,-8-1 0-16,0 0 0 15,-10 6 0-15,-5 4 0 16,-3 3 0-16,-3 8 0 0,-4 10 0 15,2 4 0-15,1 3 0 16,2 9 0-16,5 7 0 16,5 4 0-16,6 4 0 15,4 0 0-15,7 3 0 0,11-3 0 16,1-2 0-16,6-3 0 16,2 1 0-16,6-8 0 15,1-3 0-15,-5-5-80 0,7-4-8 16</inkml:trace>
  <inkml:trace contextRef="#ctx0" brushRef="#br0" timeOffset="44084.58">14612 7531 511 0,'0'0'0'0,"0"0"0"0,0 0 0 0,-13-15 0 16,10 5 0-16,-2 0 0 16,3 0 0-16,0-4 0 15,2 0 0-15,4 5 0 16,6 2 0-16,6 1 0 0,0 4 0 16,5 2 0-16,-5 0 0 15,5 10 0-15,-4 4 0 16,-5 2 0-16,-4 3 0 0,-6 4 0 15,-2-4 0-15,-2 6 0 16,-10-3 0-16,-4-1 0 16,2 1 0-16,-4-4 0 15,4-4 0-15,4-2 0 16,1-4 0-16,9-8 0 0,0 9 0 16,11-9 0-16,6 0 0 15,11-2 0-15,-3-5 0 16,14-9-37-16,1 9-51 15</inkml:trace>
  <inkml:trace contextRef="#ctx0" brushRef="#br0" timeOffset="46400.99">15049 7463 358 0,'0'0'8'16,"0"0"4"-16,0 0 3 0,0 0 0 15,0 0 2-15,0-9 1 16,0 9 0-16,0 0 1 15,0 0-5-15,0 0-4 16,12 0-3-16,-3 0-7 0,7 2 0 16,2-2 0-16,3 0 0 15,4 0 0-15,8-2 0 16,-1-3 0-16,-1 3 0 16,2-1 0-16,0-3 0 0,-8 4 0 15,-5 2 0-15,-3 0 0 16,-4 0 0-16,-13 0 0 15,9 0 0-15,-9 0 0 16,0 0 0-16,-4 8 0 0,4-8 0 16,-16 8 0-16,16-8 0 15,-14 9 0-15,-7-7-65 16,21-2-26-16</inkml:trace>
  <inkml:trace contextRef="#ctx0" brushRef="#br0" timeOffset="48750.61">15734 7335 407 0,'0'0'6'0,"0"0"2"0,10-15 1 16,-10 15 2-16,2-15 1 15,-2 5 0-15,0-2 1 0,-2 3 0 16,-8 2-4-16,-4 3-3 16,-4 1-1-16,-2 3-5 15,-2 0 0-15,0 7 0 0,-1 4 0 16,2 2 0-16,5 1 0 16,4 1 0-16,4 3 0 15,8-3 0-15,8 1 0 16,6 0 0-16,9-2 0 0,7-2 0 15,4 1 0-15,1-1 0 16,5-1 0-16,-8-2 0 16,-1 3 0-16,0-2 0 15,-13 0 0-15,-4 3 0 16,-6-1 0-16,-5-1 0 0,-6-3 0 16,-7 5 0-16,-9-1 0 15,1-3 0-15,-10-3 0 16,1 2 0-16,-3-3 0 0,2-5 0 15,2 3-9-15,3-3-6 16,8-13-50-16,3 8-20 16,7-8-1-16</inkml:trace>
  <inkml:trace contextRef="#ctx0" brushRef="#br0" timeOffset="49194.13">15985 7267 468 0,'0'0'4'0,"0"0"2"0,0 0 0 16,0 0 2-16,0 0-1 15,0 0 1-15,-7 7-4 16,0 4-4-16,-4 4 0 0,4 7 0 16,0 0 0-16,-3 6 0 15,2 2 0-15,1-3 0 16,2 0 0-16,5-5 0 15,5 1 0-15,7-8 0 0,3-7 0 16,5-1 0-16,0-7 0 16,2 0 0-16,3-7 0 15,-2-9 0-15,-2-1 0 16,-3-6 0-16,-3-3 0 0,-7-7 0 16,-4 2 0-16,-4 0 0 15,-7 1 0-15,-8 4 0 16,-3 6 0-16,-3 7 0 15,-4 5 0-15,0 8 0 0,4 0 0 16,2 10 0-16,4 5 0 16,5 5 0-16,8 2 0 15,2 1 0-15,4-2 0 16,10 4 0-16,5-4 0 0,1-1 0 16,5-5 0-16,5-5-85 15,5-1-2-15</inkml:trace>
  <inkml:trace contextRef="#ctx0" brushRef="#br0" timeOffset="49384.86">16341 7367 439 0,'0'0'5'0,"0"0"0"16,0 0 2-16,-5 7 1 0,2 4 0 15,3 1 0-15,0 5 0 16,0 3 1-16,0 2-5 15,0 0-1-15,6 3-5 0,-4 0-3 16,5 0-12-16,-7-3-64 16,5-2-3-16</inkml:trace>
  <inkml:trace contextRef="#ctx0" brushRef="#br0" timeOffset="49834.31">16721 7291 462 0,'0'0'4'16,"0"0"1"-16,0-10 1 15,0 10 2-15,-5-14-1 0,5 14 1 16,-18-11 0-16,6 5-5 15,-6 6-3-15,-1 3 0 16,-1 4 0-16,3 7 0 16,-3-3 0-16,3 9 0 0,9 0 0 15,3 2 0-15,2-5 0 16,3 4 0-16,12-4 0 16,4 0 0-16,6-2 0 15,0-2 0-15,3-2 0 0,2-1 0 16,-1 0 0-16,-2 0 0 15,-4-2 0-15,-2-1 0 16,-6 1 0-16,0-1 0 16,-12-7 0-16,3 14 0 15,-3-14 0-15,-15 10 0 0,-2-3 0 16,-1 0 0-16,-9 0 0 16,2-3 0-16,-5 1 0 15,5 1 0-15,-2-4-15 0,10 0-69 16,-5-2-3-16</inkml:trace>
  <inkml:trace contextRef="#ctx0" brushRef="#br0" timeOffset="50261.14">17011 7274 480 0,'0'0'5'16,"0"0"0"-16,0 0 2 0,0 0-1 15,0 0 2-15,-10 1-8 16,10-1 0-16,-19 20 0 16,6-5 0-16,1 7 0 15,1 0 0-15,4 6 0 0,2 1 0 16,5 2 0-16,0-7 0 16,8-2 0-16,5-2 0 15,6-4 0-15,-1-8 0 16,7-5 0-16,-6-3 0 15,4-4 0-15,-5-9 0 0,1-6 0 16,-4-4 0-16,-5-6 0 16,-1-4 0-16,-5-2 0 15,-4 0 0-15,0 1 0 0,-6 7 0 16,-6 2 0-16,-6 3 0 16,-1 10 0-16,1 9 0 15,-2 3 0-15,3 7 0 16,-1 15 0-16,6 2 0 0,5 5 0 15,7 0 0-15,2 8 0 16,6-4 0-16,6 3 0 16,1-6-26-16,10-2-60 0,1-6-3 15</inkml:trace>
  <inkml:trace contextRef="#ctx0" brushRef="#br0" timeOffset="50601.33">17335 7411 479 0,'0'0'5'0,"0"0"2"16,0 0 2-16,0-9 0 15,0 9-7-15,0-10-2 0,0 10 0 16,4-18 0-16,6 11 0 16,3 1 0-16,7 2 0 15,-1 1 0-15,4 3 0 16,-3 3 0-16,-3 7 0 15,-5 1 0-15,-4 5 0 0,-8 1 0 16,0 6 0-16,-13-1 0 16,-2 0 0-16,-2 3 0 15,-2-4 0-15,-1-3 0 16,2 3 0-16,6-6 0 0,2-3 0 16,10-2 0-16,5-5 0 15,15-3 0-15,7 1 0 16,8-3 0-16,7-5 0 0,18-8-34 15,-8 6-53-15,5-6-4 16</inkml:trace>
  <inkml:trace contextRef="#ctx0" brushRef="#br0" timeOffset="51934.7">18070 6943 455 0,'0'0'5'0,"0"0"3"0,0-9 0 16,0 9 1-16,0 0 0 16,0 0 0-16,0 0-1 15,0 0-8-15,0 7 0 16,-6 11 0-16,5 8 0 0,-5 5-11 16,6 6-43-16,0 9-31 15,4 9-2-15</inkml:trace>
  <inkml:trace contextRef="#ctx0" brushRef="#br0" timeOffset="52101.51">18139 7886 362 0,'0'0'9'0,"-2"14"4"0,2-4 0 16,-2-1 1-16,-3 1-1 15,2 3 1-15,1 2-1 16,2 2-1-16,-2-5-15 15,2 3-28-15,9 2-47 16,-6 3-1-16</inkml:trace>
  <inkml:trace contextRef="#ctx0" brushRef="#br0" timeOffset="52267.78">18087 8675 442 0,'0'0'3'0,"0"10"0"16,0 0 2-16,0 0 0 15,0 7 0-15,0 0 1 16,0 3 0-16,3 3-1 16,2 7-6-16,-5-9-11 0,3 9-64 15,1 6-3-15</inkml:trace>
  <inkml:trace contextRef="#ctx0" brushRef="#br0" timeOffset="52434.01">18155 9599 438 0,'0'0'4'0,"0"10"1"16,0 0 1-16,2 2 1 15,-2 6 0-15,0 1 1 0,3 3-1 16,-3 9-2-16,4-2-11 16,-4 11-42-16,5-5-33 15,2 4-2-15</inkml:trace>
  <inkml:trace contextRef="#ctx0" brushRef="#br0" timeOffset="52600.98">18219 10667 488 0,'0'0'4'0,"0"17"1"0,0-2 1 16,0 7 0-16,0 6-4 15,0 4-2-15,-2 7 0 16,2 9 0-16,2-2 0 0,-2-6-4 15,-10 9-81-15,10-4-1 16</inkml:trace>
  <inkml:trace contextRef="#ctx0" brushRef="#br0" timeOffset="52767.61">18223 11762 503 0,'0'0'2'0,"-1"16"2"16,-2 2-2-16,-5 7-2 0,3-3 0 15,-4 11 0-15,-1-1 0 16,-1 7 0-16,-3-6 0 16,9 3-15-16,3-3-70 15,-6-4-2-15</inkml:trace>
  <inkml:trace contextRef="#ctx0" brushRef="#br0" timeOffset="52923.56">18102 12673 511 0,'0'0'0'0,"-7"16"0"0,7-4 0 15,-8 5 0-15,3 0 0 16,0 8-4-16,-2-7-24 16,0 9-53-16,7-5-5 15</inkml:trace>
  <inkml:trace contextRef="#ctx0" brushRef="#br0" timeOffset="53101.05">18095 13436 511 0,'0'8'0'16,"-8"6"0"-16,3 1 0 15,-2 5 0-15,0 1 0 0,2 1 0 16,-3-6 0-16,-2 4-80 15,10-7-11-15</inkml:trace>
  <inkml:trace contextRef="#ctx0" brushRef="#br0" timeOffset="57267.82">18431 7417 334 0,'0'0'4'0,"0"0"3"0,0 0 1 16,0 0 1-16,-9 10 3 0,9-10 1 15,-7 15 0-15,5-8 0 16,2-7-2-16,-3 17-3 16,3-9-1-16,0-8 0 0,10 12 0 15,6-12 0-15,3 0 0 16,3-10 1-16,6-3 0 16,4-3 1-16,0-12 0 15,1-2-2-15,-1-6-4 0,-5-7-3 16,1-7 0-16,-8-7 0 15,-8 1 0-15,-5-6 0 16,-7 2 0-16,0 6 0 16,-7 1 0-16,-5 12 0 15,-3 6 0-15,3 7 0 0,-4 11 0 16,4 8 0-16,-1 9 0 16,1 12 0-16,2 7 0 15,2 14 0-15,3 7 0 16,3 9 0-16,2 9 0 0,2-2 0 15,9 3 0-15,3-1 0 16,4-6 0-16,1-9 0 16,2-3 0-16,1-5 0 0,-2-10-30 15,-18 0-53-15,18-13-5 16</inkml:trace>
  <inkml:trace contextRef="#ctx0" brushRef="#br0" timeOffset="57701.02">18877 7354 459 0,'0'0'5'0,"0"0"2"0,-7-7 2 0,7 7 1 16,-2-17 1-16,2 4-1 15,0-1-10-15,2 2 0 0,8-1 0 16,3 1 0-16,1 2 0 16,4 4 0-16,1-1 0 15,2 7 0-15,-1 3 0 16,-6 4 0-16,-2 7 0 0,-1 0 0 16,-6 2 0-16,-5 7 0 15,-5-3 0-15,-6 0 0 16,-3 2 0-16,-4-2 0 0,-1-3 0 15,0 0 0-15,6-4 0 16,2-6 0-16,11-7 0 16,-7 10 0-16,7-10 0 15,9 0 0-15,7 0 0 0,-2-8 0 16,11 4 0-16,-6-3 0 16,12-2 0-16,-6-2 0 15,8-9-83-15,-4 15-4 16</inkml:trace>
  <inkml:trace contextRef="#ctx0" brushRef="#br0" timeOffset="58134.32">19470 7134 427 0,'0'0'5'0,"0"0"3"0,0 0 2 15,0-12 1-15,0 12 1 0,0-11 0 16,0 11 1-16,-16-1 0 16,3 1-13-16,-1 9 0 15,-9 8 0-15,4 3 0 16,-4 8 0-16,3-1 0 0,3 3 0 16,2-4 0-16,10 2 0 15,5-3 0-15,5-7 0 16,10-2 0-16,7-6 0 0,5-2 0 15,8-2 0-15,0-2 0 16,3-4 0-16,-1 0 0 16,-4-8 0-16,3-12-66 15,-9 13-21-15</inkml:trace>
  <inkml:trace contextRef="#ctx0" brushRef="#br0" timeOffset="58618.72">19772 7119 471 0,'0'0'4'0,"0"0"3"16,0 0 0-16,0-8 2 0,0 8 0 16,0 0-5-16,-10-4-4 15,10 4 0-15,-15 4 0 16,5 12 0-16,-2 4 0 15,-2 5 0-15,6 2 0 0,-2 2 0 16,4 1 0-16,4-3 0 16,2-2 0-16,5-3 0 15,5-7 0-15,7-5 0 16,1-3 0-16,2-4 0 0,-1-3 0 16,4-7 0-16,-3-6 0 15,-3-6 0-15,1-4 0 16,-9-7 0-16,0-4 0 15,-6-4 0-15,-3-2 0 16,0 4 0-16,-9 1 0 0,-6 3 0 16,-2 7 0-16,0 10 0 15,-3 8 0-15,-1 7 0 16,4 3 0-16,2 11 0 16,3 6 0-16,7 2 0 0,3 9 0 15,2-2 0-15,2 2 0 16,10-1 0-16,0-2 0 15,6-6 0-15,0 1 0 16,4-4 0-16,-2 3-60 0,5-12-26 16</inkml:trace>
  <inkml:trace contextRef="#ctx0" brushRef="#br0" timeOffset="58834.62">20090 7203 468 0,'0'0'4'0,"0"0"2"16,0 0 0-16,0 0 1 0,0 0 1 16,3 10 0-16,-3 1-4 15,0 1-4-15,2 5 0 16,-2 1 0-16,0 3 0 16,3-3 0-16,-3 4 0 15,0-7 0-15,2 5-28 0,3-5-56 16,-3-3-4-16</inkml:trace>
  <inkml:trace contextRef="#ctx0" brushRef="#br0" timeOffset="59251.45">20457 7089 347 0,'0'0'8'0,"0"0"6"16,0 0 3-16,3-10 2 15,-3 10 2-15,0 0 1 0,0-10 0 16,0 10 0-16,-5 0-8 15,-7 0-9-15,-3 9-5 16,0 5 0-16,-5 5 0 0,1 4 0 16,-2 2 0-16,7 2 0 15,1 0 0-15,8 1 0 16,5-3 0-16,0-6 0 16,12 1 0-16,6-5 0 15,2-5 0-15,4-2 0 16,4-6 0-16,-1 0 0 0,3-2 0 15,-3-2 0-15,-6-3 0 16,0 2 0-16,-8-9-16 16,-13 12-68-16,12-17-3 0</inkml:trace>
  <inkml:trace contextRef="#ctx0" brushRef="#br0" timeOffset="59863.69">20746 7045 472 0,'0'0'4'16,"0"0"1"-16,0-13 1 15,0 13 1-15,-2-12 1 0,2 12-1 16,-8-14-5-16,8 14-2 15,-10-3 0-15,0 3 0 16,3 13 0-16,-6 1 0 16,1 9 0-16,-3 3 0 0,3 5 0 15,-1 6 0-15,3-3 0 16,3-2 0-16,4 1 0 16,3-5 0-16,5-7 0 15,6-1 0-15,3-7 0 0,3-6 0 16,6-4 0-16,-1-3 0 15,-2-3 0-15,2-7 0 16,1-5 0-16,-5 0 0 16,1-6 0-16,-4-3 0 15,-3-5 0-15,-2-1 0 0,-5-2 0 16,1 0 0-16,-6 2 0 16,0 0 0-16,-6 3 0 15,-4 7 0-15,-2 6 0 16,-6-1 0-16,4 9 0 0,-6 5 0 15,2 1 0-15,3 4 0 16,-2 8 0-16,7 4 0 16,0 0 0-16,6 7 0 0,1 0 0 15,3-2 0-15,0 2 0 16,7-1 0-16,1-3 0 16,7-1 0-16,-1-6 0 15,1-2 0-15,3-2 0 0,0-6 0 16,-2 1 0-16,2-3 0 15,-1 0 0-15,-4-7-22 16,-13 7-63-16,19-10-4 16</inkml:trace>
  <inkml:trace contextRef="#ctx0" brushRef="#br0" timeOffset="60284.64">20999 7332 468 0,'0'0'5'0,"0"0"3"16,0 0 1-16,-2-10 1 16,2 10 1-16,-5-17-11 15,3 7 0-15,2 0 0 16,0-1 0-16,0 0 0 0,0 11 0 15,9-13 0-15,2 9 0 16,4 1 0-16,-3 3 0 16,3 6 0-16,-1 1 0 15,-1 4 0-15,-5 0 0 16,-1 6 0-16,-5 1 0 0,-2 1 0 16,-2-1 0-16,-10 1 0 15,-1 1 0-15,-2-5 0 0,0 0 0 16,1 0 0-16,-1-2 0 15,9-4 0-15,6-9 0 16,0 12 0-16,13-8 0 16,7-4 0-16,7 0 0 15,8 0 0-15,-1 0-35 16,12-6-52-16,5-4-3 0</inkml:trace>
  <inkml:trace contextRef="#ctx0" brushRef="#br0" timeOffset="64084.82">21374 7260 415 0,'0'0'5'15,"0"0"3"-15,0 0 2 16,0 0 1-16,0 0 1 0,0 0 1 16,0 0 0-16,0 0 0 15,0 0-4-15,0 0-7 16,10 3-2-16,-2 0 0 16,7-3 0-16,7 0 0 15,6 0 0-15,4 0 0 0,5-6 0 16,6-1 0-16,-4 3 0 15,1-7 0-15,-5 6 0 16,-3-2 0-16,-10 2 0 16,-4 2 0-16,-6 1 0 0,-12 2 0 15,0 0 0-15,0 0 0 16,0 0 0-16,-2 8 0 16,2-8 0-16,-16 9 0 15,16-9 0-15,-12 13 0 0,12 1-37 16,0-14-53-16</inkml:trace>
  <inkml:trace contextRef="#ctx0" brushRef="#br0" timeOffset="71750.74">21986 7278 316 0,'0'0'6'0,"0"0"0"16,0 0 3-16,-3 7 0 15,3-7 1-15,0 0 2 0,-4 12 0 16,4-12 4-16,0 0-3 15,9 8-2-15,7-8 0 16,1-5 0-16,8-3 1 16,2-9 0-16,5 2-1 0,1-9-1 15,-1-3-2-15,-5-3 0 16,-4-5 0-16,-6-2-8 16,-8-5 0-16,-9-1 0 15,0-4 0-15,-7 3 0 0,-5-1 0 16,-3 8 0-16,-5 2 0 15,5 11 0-15,-2 6 0 16,-1 9 0-16,4 9 0 16,-2 9 0-16,2 16 0 0,1 6 0 15,3 2 0-15,6 12 0 16,1 5 0-16,3 3 0 16,7-2 0-16,8-1 0 0,5-4 0 15,5-3 0-15,-2-9 0 16,3-4 0-16,-1-8 0 15,0-2-7-15,-4-10-9 16,0 3-13-16,-1-3-52 16,-8-10-4-16</inkml:trace>
  <inkml:trace contextRef="#ctx0" brushRef="#br0" timeOffset="72867.7">22413 7263 415 0,'0'0'5'0,"0"0"5"0,0 0 1 16,3-10 2-16,-3 10 1 15,5-12 1-15,-5 12 0 16,7-17-2-16,1 6-13 0,2 4 0 16,-1-2 0-16,7-2 0 15,-2 2 0-15,4 1 0 16,1 2 0-16,-1 6 0 16,0 0 0-16,-1 0 0 0,-2 9 0 15,-5 3 0-15,-4 5 0 16,-3 3 0-16,-3 0 0 15,-5 5 0-15,-7-3 0 16,-5 0 0-16,0 0 0 16,-3-1 0-16,-1-5 0 0,7 0 0 15,-2-4 0-15,12-5 0 16,4-7 0-16,0 13 0 16,4-13 0-16,12 0 0 15,9-3 0-15,-1-2 0 0,8 0 0 16,2 3 0-16,-2-8 0 15,2 7 0-15,-10 3-50 16,4-7-37-16,-5 3-3 16</inkml:trace>
  <inkml:trace contextRef="#ctx0" brushRef="#br0" timeOffset="75000.86">22940 7085 424 0,'0'0'5'15,"0"0"4"-15,0-13-1 16,0 13 2-16,0-15 0 0,0 15 1 16,-7-17 0-16,-2 9 0 15,-2 1-5-15,-1 2-3 16,-6 5-2-16,3 0 1 16,-3 5-2-16,2 5-2 15,3 5 1-15,5 0 0 0,1 5 1 16,5-1-1-16,2 1 1 15,9 3 0-15,8-3 0 16,6 1 0-16,2 0 1 16,2-4-1-16,1-2 1 15,-3 2 0-15,-4-4-1 0,0-1 2 16,-9-3-2-16,-6 2 0 16,-2-1 0-16,-4-10 0 0,-8 15 0 15,-4-8 0-15,-2-4 0 16,-7 1 0-16,1-2-4 15,-3-2-3-15,0 0-3 16,2 0-7-16,5-14-51 0,0 9-16 16</inkml:trace>
  <inkml:trace contextRef="#ctx0" brushRef="#br0" timeOffset="75434.46">23188 7055 453 0,'0'0'6'16,"0"0"1"-16,0-8 2 16,0 8 0-16,0 0 0 0,0 0 0 15,-12-5 0-15,2 5-9 16,0 11 0-16,-4 5 0 16,-4 4 0-16,4 5 0 15,-2 3 0-15,2 2 0 16,5-3 0-16,7-2 0 0,2 0 0 15,11-7 0-15,1-4 0 16,8-4 0-16,2-6 0 16,3-4 0-16,0-3 0 0,2-8 0 15,-4-7 0-15,-2-4 0 16,-5-8 0-16,-2-4 0 16,-9-4 0-16,-3 2 0 15,-2 0 0-15,-9 4 0 0,-8 7 0 16,2 3 0-16,-8 15 0 15,1 4 0-15,2 6 0 16,0 12 0-16,5 6 0 16,6 4 0-16,2 5 0 15,7 5 0-15,12-3 0 0,2-2 0 16,9 2 0-16,-3-9-36 16,-1-4-48-16,11-2-4 15</inkml:trace>
  <inkml:trace contextRef="#ctx0" brushRef="#br0" timeOffset="75618.38">23471 7117 451 0,'0'0'4'0,"0"0"0"16,-2 5 2-16,2-5 0 0,-10 17 1 16,6-4-1-16,1 4 1 15,-3 5 1-15,4 0-4 16,2 1-1-16,0 1-3 0,6 1-5 15,-1-3-7-15,4 1-18 16,9-6-53-16,-6-3-1 16</inkml:trace>
  <inkml:trace contextRef="#ctx0" brushRef="#br0" timeOffset="76451.13">23812 6999 425 0,'0'0'6'0,"0"0"4"0,5-14 1 16,-5 14 2-16,3-11 1 15,-3 11 0-15,2-13 0 0,-2 13-10 16,0 0-4-16,-10 7 0 16,-2 13 0-16,0 5 0 15,-1 2 0-15,1 5 0 0,-1 6 0 16,6-1 0-16,4-3 0 15,3-4 0-15,5-3 0 16,8-2 0-16,1-7 0 16,7-7 0-16,-2-3 0 15,3-5 0-15,1-3 0 16,-4-3 0-16,4-9 0 0,-5-5 0 16,-1-11 0-16,-4-2 0 15,-1-4 0-15,-8-3 0 16,-4-2 0-16,0-1 0 0,-9 5 0 15,-3 6 0-15,-8 5 0 16,-1 12 0-16,-4 10 0 16,-1 4 0-16,1 10 0 15,7 12 0-15,1-1 0 0,4 8 0 16,8 1 0-16,5 5 0 16,5-5 0-16,6-5 0 15,10 3 0-15,-3-10-23 16,-8-2-63-16,25-7-3 0</inkml:trace>
  <inkml:trace contextRef="#ctx0" brushRef="#br0" timeOffset="77567.28">24143 7231 388 0,'0'0'8'0,"0"0"4"15,0 0 3-15,0 0 1 16,-5-7 2-16,5 7 0 0,0 0 2 15,-7-11-4 1,7 11-16-16,0-10 0 0,0 10 0 16,2-12 0-16,-2 12 0 15,17-10 0-15,-4 6 0 16,1-1 0-16,-1 5 0 0,2 0 0 16,-3 0 0-16,3 5 0 15,-5 6 0-15,-5 2 0 16,-5 2 0-16,0 2 0 0,-5 3 0 15,-5-2 0-15,-5 2 0 16,0-6 0-16,1 3 0 16,1-4 0-16,1-4 0 15,4 1 0-15,8-10 0 0,-5 10 0 16,5-10 0-16,13 3 0 16,1-3 0-16,4 0 0 15,1 0 0-15,4-3 0 16,0-1 0-16,2 1 0 0,-6 0 0 15,-1-1 0-15,-4 1 0 16,-3 3 0-16,-11 0 0 16,9-3 0-16,-9 3 0 15,0 0 0-15,0 0 0 16,0 0 0-16,0 0 0 0,-7 3 0 16,7-3 0-16,-10 3 0 15,-5 0-84-15,15-3-8 16</inkml:trace>
  <inkml:trace contextRef="#ctx0" brushRef="#br0" timeOffset="79085.78">7602 2763 82 0,'0'0'1'0,"0"0"3"0,0 0 6 16,0 0 2-16,14-6 0 0,14 6 0 15,6 0 1-15,19 0-1 16,20 10-42-16,18-8-11 15</inkml:trace>
  <inkml:trace contextRef="#ctx0" brushRef="#br0" timeOffset="80800.98">19901 8006 435 0,'0'0'7'0,"0"0"2"16,0 0 3-16,0 0 0 15,8-7 1-15,-8 7 0 16,0 0-3-16,0 0-10 15,7 9 0-15,-7 11 0 16,0 1 0-16,5 4 0 0,-2 4 0 16,1 0 0-16,-1 7 0 15,2-7 0-15,0 0 0 16,0-4 0-16,-3 12-60 16,6-19-26-16</inkml:trace>
  <inkml:trace contextRef="#ctx0" brushRef="#br0" timeOffset="80984.3">19687 8130 431 0,'0'0'7'16,"0"0"-1"-16,0 0 2 16,0 0 1-16,11-5 2 0,1 2 0 15,8-1 0-15,5-1 0 16,7-3-5-16,8 3-6 15,3-2-2-15,15-5-54 16,0 6-27-16,-1 2-3 16</inkml:trace>
  <inkml:trace contextRef="#ctx0" brushRef="#br0" timeOffset="81534.31">20659 8199 395 0,'0'0'5'0,"0"0"1"16,0 0-1-16,0 0 0 0,0 0 1 15,0 0 1-15,-2 5 2 16,2-5-1-16,5 7-3 16,7 1-1-16,3-5 3 15,5-1 0-15,2-2 1 0,8-2 0 16,2-9 0-16,0-3 0 15,3-7-1-15,-2-5-4 16,-4-6-3-16,-6-5 0 16,-6-6 0-16,-9-4 0 0,-8 3 0 15,-3 0 0-15,-9 6 0 16,-6 5 0-16,-4 11 0 16,-3 8 0-16,1 14 0 15,1 10 0-15,3 12 0 0,5 10 0 16,6 8 0-16,8 7 0 15,1 0 0-15,13 5 0 16,6-3 0-16,8-4 0 16,6-3 0-16,5-5 0 0,-1-9 0 15,2-1-38-15,-2-8-46 16,1-4-4-16</inkml:trace>
  <inkml:trace contextRef="#ctx0" brushRef="#br0" timeOffset="81784.85">21208 8147 487 0,'0'0'5'0,"0"0"2"16,0 0 1-16,0 0-4 15,0 0-4-15,0 0 0 0,-4 0 0 16,4 0 0-16,-3 21 0 16,3-4 0-16,0 2 0 15,0 6 0-15,7 0 0 16,-4-3 0-16,11-1-75 0,-3-2-12 16</inkml:trace>
  <inkml:trace contextRef="#ctx0" brushRef="#br0" timeOffset="82300.66">21981 7984 438 0,'0'0'5'0,"0"0"1"15,-7-10 1-15,-4 5 1 16,-3 0 0-16,-9 0 2 0,-2 5 0 16,-5 0 0-16,-2 8-4 15,-3 6-3-15,3 6-3 16,5 7 0-16,2 1 0 0,10 4 0 15,10-2 0-15,5 2 0 16,8-6 0-16,9 2 0 16,7-3 0-16,9-7 0 15,2-3 0-15,7-3 0 16,-7 7-65-16,7-15-20 0</inkml:trace>
  <inkml:trace contextRef="#ctx0" brushRef="#br0" timeOffset="82700.78">22287 7988 442 0,'0'0'6'15,"0"0"1"-15,-16-7 1 16,16 7 1-16,-19 0 0 0,8 0 1 16,-3 5 0-16,-1 6 0 15,3 3-10-15,-4 8 0 16,7 1 0-16,4 2 0 15,2 1 0-15,3-3 0 16,8-2 0-16,5 0 0 0,1-7 0 16,11-3 0-16,-2-7 0 15,3-1 0-15,-1-3 0 16,0-7 0-16,-5-8 0 16,-3-6 0-16,-6-2 0 0,-6-8 0 15,-5 2 0-15,-5-3 0 16,-11-3 0-16,-4 8 0 15,-10 2 0-15,2 10 0 16,-6 7 0-16,2 6 0 0,2 7 0 16,4 13 0-16,8 4 0 15,7 7 0-15,11 1 0 16,9 3 0-16,7-1 0 0,12-5 0 16,7 0 0-16,5-9 0 15,7 1-10-15,3-4-74 16,-4-13-2-16</inkml:trace>
  <inkml:trace contextRef="#ctx0" brushRef="#br0" timeOffset="82884.86">22684 8024 471 0,'0'0'5'0,"0"0"1"0,-4 0 0 0,4 0 2 15,-11 12 0-15,9 3-1 16,-3 5-7-16,1 12 0 15,4 3 0-15,4 9 0 16,3 11 0-16,-2-5 0 0,-5 6-66 16,10-2-22-1</inkml:trace>
  <inkml:trace contextRef="#ctx0" brushRef="#br1" timeOffset="87651.08">3716 9251 374 0,'0'0'1'0,"0"0"-1"16,0 0 0-16,0 0 0 0,17-4 0 16,-2 4-1-16,4-2-3 15,20 2-17-15,6 0-46 16,14 0-4-16</inkml:trace>
  <inkml:trace contextRef="#ctx0" brushRef="#br1" timeOffset="87817.28">5535 9285 412 0,'0'0'1'0,"27"0"-1"16,3 2 0-16,10 0-5 16,17 3-28-16,12 0-39 15,13-3-2-15</inkml:trace>
  <inkml:trace contextRef="#ctx0" brushRef="#br1" timeOffset="87950.96">7462 9247 469 0,'0'0'0'16,"23"-2"0"-16,4 0-4 15,15-1-9-15,8 6-43 16,12-6-23-16,21-5-3 0</inkml:trace>
  <inkml:trace contextRef="#ctx0" brushRef="#br1" timeOffset="88101.19">9349 9138 469 0,'0'0'0'0,"24"0"1"16,12 0-5-16,8 0-7 15,15 3-30-15,13-1-37 0,18-2-2 16</inkml:trace>
  <inkml:trace contextRef="#ctx0" brushRef="#br1" timeOffset="88234.51">10993 9076 410 0,'10'0'1'0,"13"0"1"16,11 0 0-16,14 0-4 15,19 0-10-15,15 3-33 16,13-1-25-16,16-2-3 16</inkml:trace>
  <inkml:trace contextRef="#ctx0" brushRef="#br1" timeOffset="88384.75">12649 9007 336 0,'9'-3'5'0,"9"-1"1"0,9-2 2 16,8 2-1-16,12-6 2 15,15 5-2-15,1-5-4 16,25 0-9-16,-3 2-24 0,0-4-31 16,5 5-11-16</inkml:trace>
  <inkml:trace contextRef="#ctx0" brushRef="#br1" timeOffset="88517.2">14403 8863 254 0,'12'0'5'0,"3"0"3"15,15 0 0-15,7 0 1 16,7 0 0-16,9 0 0 16,7 3-9-16,6-1-31 0,1 1-27 15,9-3-6-15</inkml:trace>
  <inkml:trace contextRef="#ctx0" brushRef="#br1" timeOffset="88673.81">16030 8863 431 0,'0'0'1'15,"15"0"-2"-15,3 0-5 0,14-14-60 16,7 14-6-16</inkml:trace>
  <inkml:trace contextRef="#ctx0" brushRef="#br1" timeOffset="88818.75">17449 8836 447 0,'0'0'-1'16,"17"2"-5"-16,1 3-34 0,12 1-34 15,9-6-2-15</inkml:trace>
  <inkml:trace contextRef="#ctx0" brushRef="#br1" timeOffset="88951.47">18523 8787 480 0,'0'0'0'0,"14"0"-1"15,4 0-2-15,6 0-8 0,14 5-65 16,11-1-3-16</inkml:trace>
  <inkml:trace contextRef="#ctx0" brushRef="#br1" timeOffset="89101.51">19941 8764 479 0,'0'0'0'0,"15"0"0"16,0 3-2-16,12 2-11 15,4 2-63-15,15-4-3 16</inkml:trace>
  <inkml:trace contextRef="#ctx0" brushRef="#br1" timeOffset="89250.51">21372 8726 444 0,'0'0'1'0,"18"0"-1"15,-1 0 0-15,10 0-7 16,3 9-36-16,9-7-33 16,9 0 0-16</inkml:trace>
  <inkml:trace contextRef="#ctx0" brushRef="#br1" timeOffset="89400.69">22421 8680 368 0,'0'0'5'0,"17"-5"1"16,3 5 1-16,5-3 0 0,7 3-1 16,7-2-5-16,16 2-20 15,12-2-46-15,-1 2-7 16</inkml:trace>
  <inkml:trace contextRef="#ctx0" brushRef="#br1" timeOffset="89551.48">23901 8641 398 0,'0'0'6'0,"8"-6"2"0,-8 6 0 15,15-7-1-15,-8 3-3 16,6-2-8-16,4-5-44 16,3 7-20-16,5 0-11 0</inkml:trace>
  <inkml:trace contextRef="#ctx0" brushRef="#br1" timeOffset="89683.92">24975 8534 459 0,'0'0'5'16,"5"-10"0"-16,-5 10 1 16,10-12-3-16,-10 12-12 0,0 0-65 15,20-13-3-15</inkml:trace>
  <inkml:trace contextRef="#ctx0" brushRef="#br1" timeOffset="94518.46">3551 4026 98 0,'0'0'8'0,"0"0"2"0,0 0 2 16,0 0 2-16,0 0 3 16,0 0 0-16,0 6-3 15,0-6 5-15,0 0-6 16,8 3-4-16,5 0-1 0,2 1-3 15,11-1-2-15,8 5 1 16,17-4 0-16,11 2 0 16,11-4-1-16,11 0-1 0,12 1-1 15,9-3 0-15,12-3 0 16,15 1 0-16,6-6 0 16,2 1 0-16,17-1-1 15,4 1 1-15,11 0 0 16,12-4 0-16,0 7 0 0,-3 0-1 15,10-2 0-15,10 4 0 16,-8 2 0-16,-1 0-1 16,7 0 1-16,-7 0 0 15,4 2 0-15,2 4 1 0,-14-2-1 16,-5-1 0-16,-5-2 0 16,1-1 0-16,-21 0 0 15,-8 0 0-15,-20-1 3 0,-16-5 1 16,-16 2 4-16,-14-1 4 15,-26-1-2-15,-16 3 2 16,-14 2-2-16,-16-2-8 16,-8 3-16-16,0 4-47 15,-8 5-6-15</inkml:trace>
  <inkml:trace contextRef="#ctx0" brushRef="#br1" timeOffset="97668.88">3840 9864 393 0,'0'0'7'0,"0"0"3"0,3-10 1 16,-3 0 2-16,0 1 0 15,-3-1 1-15,-2-3 0 16,-5 2 0-16,0 3-6 0,-6 5-3 16,-2 0-3-16,2 3 0 15,-1 7-1-15,-1 0-1 16,2 10 1-16,3 0-1 15,3-5 0-15,5 5-1 0,5 3 1 16,3-5 0-16,6 2 0 16,9 0 0-16,5 1 0 15,3-4 1-15,2-1-1 16,1-1 0-16,-1-2 1 0,-3 2-1 16,-2-2 0-16,-7 0 0 15,-3 1 0-15,-5-1 2 16,-6-1-2-16,-2 1 0 15,-2 0 0-15,-11 1 0 16,1-4 0-16,-9 2 0 0,2-1-2 16,-6-1-1-16,2-2 0 15,-2 0-2-15,1-2-2 16,9-1-5-16,-4-2-16 16,3-2-54-16,16 2-2 0</inkml:trace>
  <inkml:trace contextRef="#ctx0" brushRef="#br1" timeOffset="98117.8">4181 9804 475 0,'0'0'4'0,"0"0"2"0,0 0 1 0,0 0 0 15,0 0-1-15,0 0 0 16,0 8-6-16,0 6 0 15,-13 4 0-15,1 5 0 0,0 4 0 16,-2 0 0-16,7 5 0 16,-2-3 0-16,6 1 0 15,3-5 0-15,7-5 0 16,5-2 0-16,9-9 0 0,1-6 0 16,4-3 0-16,2-5 0 15,2-8 0-15,-5-6 0 16,0-3 0-16,-5-6 0 15,-3-4 0-15,-10 0 0 16,-3-5 0-16,-4 5 0 0,-11 2 0 16,-6 5 0-16,-5 6 0 15,-3 8 0-15,-4 7 0 16,8 4 0-16,-1 9 0 16,4 8 0-16,9 5 0 0,1 3 0 15,8 6 0-15,10-1 0 16,4-1 0-16,7 1 0 15,4-2 0-15,5-2-5 16,-3-8-27-16,8-4-53 0,-6-2-2 16</inkml:trace>
  <inkml:trace contextRef="#ctx0" brushRef="#br1" timeOffset="98300.55">4573 9933 434 0,'0'0'5'0,"0"0"2"16,0 0 0-16,0 0 1 15,-8 8 1-15,8-8 0 16,-5 20 1-16,3-6-1 0,0 1-4 16,2 5-1-16,0 2-2 15,0 3-2-15,0-3-2 16,2 3-5-16,-2-5-10 16,0-20-64-16,10 20-5 15</inkml:trace>
  <inkml:trace contextRef="#ctx0" brushRef="#br1" timeOffset="100384.45">3422 10047 328 0,'0'0'8'0,"0"0"4"0,0 0 2 15,0 0 4-15,0 0 1 16,0 0 0-16,0 0 1 0,0 0 1 16,0 0-8-16,-2-7-2 15,2 7-4-15,0 0-2 16,0 0-1-16,0 0-1 0,0 0 0 16,11 0-1-16,-11 0 0 15,16-3 0-15,0 3-2 16,-2-2 0-16,6 2 0 15,2 0 0-15,-2-3 0 16,0 3 0-16,-3 0 0 0,-1 0 0 16,-2 0 0-16,-3 0 0 15,-11 0 0-15,14 0 0 16,-14 0 0-16,0 0 0 16,9 0 0-16,-9 0 0 0,0 0 0 15,0 0 0-15,0 0 0 16,0 0 0-16,0 0 0 15,0 0 0-15,0 0 0 16,0 0 0-16,0 0-11 0,3 8-74 16,-3-8-3-16</inkml:trace>
  <inkml:trace contextRef="#ctx0" brushRef="#br1" timeOffset="101817.73">4983 9864 378 0,'0'0'7'0,"0"0"3"15,0-10 1-15,0 10 2 16,0-10 1-16,0 10 0 0,-2-12 0 16,2 12 0-16,-8-13-6 15,-2 13-3-15,0 0-3 16,-5 0-1-16,0 6-1 15,1 1-1-15,-4 5 0 16,3 1 0-16,0-1 0 0,3 3 0 16,4 0 0-16,6 2 1 15,2-2-1-15,10 3 1 16,7-4 1-16,3 1-1 0,3-3 1 16,3 4-1-16,2-4 1 15,2 0-1-15,0 1 1 16,-6-3-1-16,-3 2 0 15,-4-2 0-15,-4-1 0 0,-6 4 0 16,-5-3 1-16,-2 0-1 16,-5 2 1-16,-8-2-1 15,-3 2 1-15,-2-4-1 16,-1 0-2-16,-6-1 0 0,2-2-5 16,-2-3-5-16,6 0-14 15,10-2-57-15,-5 0 1 16</inkml:trace>
  <inkml:trace contextRef="#ctx0" brushRef="#br1" timeOffset="102300.96">5231 9887 448 0,'0'0'6'0,"0"0"2"16,8-8 2-16,-8 8 1 15,0 0 1-15,10-12-1 0,-10 12-6 16,0 0-5-16,0 12 0 16,-3 5 0-16,-4 3 0 15,-1 7 0-15,-1 4 0 16,-2 2 0-16,4 3 0 16,5-3 0-16,2-2 0 0,0-4 0 15,12-2 0-15,3-8 0 16,5 0 0-16,4-9 0 15,1-3 0-15,3-5 0 16,-1-2 0-16,-2-9 0 0,3-6 0 16,-7 0 0-16,-3-8 0 15,-6-5 0-15,-7-5 0 16,-2-2 0-16,-6-2 0 0,-4 2 0 16,-10-1 0-16,-1 7 0 15,-4 3 0-15,-2 6 0 16,-2 10 0-16,4 6 0 15,-1 9 0-15,4 12 0 16,4 7 0-16,7 11 0 0,8-1 0 16,0 9 0-16,12 1 0 15,6 1 0-15,2-3 0 16,13 2-29-16,-1-7-57 16,3-9-3-16</inkml:trace>
  <inkml:trace contextRef="#ctx0" brushRef="#br1" timeOffset="102650.96">5719 10065 485 0,'0'0'4'0,"0"0"1"0,0 0 1 15,0 0 1-15,-5-10-3 0,5 10-4 16,0-10 0-16,0 10 0 15,12-8 0-15,0 8 0 16,1 0 0-16,4 0 0 0,1 6 0 16,-1 4 0-16,-3 5 0 15,-1 1 0-15,-5 1 0 16,-6 6 0-16,-2 2 0 16,-4-3 0-16,-9 3 0 0,1 0 0 15,-4-6 0-15,2 2 0 16,1-1 0-16,1-8 0 15,5 2 0-15,7-6 0 16,0-8 0-16,12 13 0 0,3-13 0 16,9 0 0-16,-1-3 0 15,16-7-78-15,-3 0-9 16</inkml:trace>
  <inkml:trace contextRef="#ctx0" brushRef="#br1" timeOffset="108317.8">6186 10015 447 0,'0'0'5'0,"0"0"2"0,0 0 1 16,0-9 1-16,0 9 0 15,0 0 0-15,0 0 0 16,0 0-1-16,7 14-8 16,-5-2 0-16,1 6 0 0,-1 4 0 15,4 0 0-15,-1 1 0 16,1 4 0-16,-3-8-5 16,7 9-24-16,-4-8-55 15,-1-5-3-15</inkml:trace>
  <inkml:trace contextRef="#ctx0" brushRef="#br1" timeOffset="108500.53">6061 10079 430 0,'0'0'4'0,"0"0"2"0,0 0 2 15,5-3 0-15,-5 3 1 16,18-4 0-16,-4 1 1 15,7 2-1-15,-2-5-3 0,8 3-5 16,-2-1-8-16,15-16-73 16,-4 17-4-16</inkml:trace>
  <inkml:trace contextRef="#ctx0" brushRef="#br1" timeOffset="108967.47">6799 9949 439 0,'0'0'5'0,"0"0"3"0,0 0 1 16,3-13 1-16,-3 13 0 15,0 0 1-15,-10-10-1 16,-3 10-1-16,-4 5-9 15,-5 5 0-15,-3 10 0 0,2 0 0 16,0 6 0-16,2 4 0 16,3 1 0-16,11-2 0 15,2-2 0-15,5-4 0 16,7-3 0-16,13-6 0 0,3-2 0 16,7-4 0-16,0-5 0 15,7-3 0-15,-3 0 0 16,1 0-5-16,-5-5-79 15,2-6-2-15</inkml:trace>
  <inkml:trace contextRef="#ctx0" brushRef="#br1" timeOffset="109417.69">7145 9924 502 0,'0'0'2'0,"0"0"1"16,-10 0-1-16,10 0 0 0,-20 7-2 16,8 8 0-16,-1 0 0 15,1 6 0-15,-4 7 0 16,4-1 0-16,5 5 0 16,2-1 0-16,3-5 0 0,2-1 0 15,7-5 0-15,5-3 0 16,6-6 0-16,-1-6 0 15,5-5 0-15,1-5 0 16,2-7 0-16,-1-6 0 0,-1 0 0 16,-5-9 0-16,-6-3 0 15,-5-2 0-15,-5-2 0 16,-4-1 0-16,-8 7 0 16,-4 1 0-16,-8 5 0 0,1 7 0 15,-4 10 0-15,3 5 0 16,2 3 0-16,2 10 0 15,6 6 0-15,5 3 0 16,7 0 0-16,2 6 0 16,8-3 0-16,8 0 0 0,3-3 0 15,7-7 0-15,4 2-17 16,11-7-68-16,-8-5-2 16</inkml:trace>
  <inkml:trace contextRef="#ctx0" brushRef="#br1" timeOffset="109584.29">7457 10025 458 0,'0'0'3'16,"0"0"2"-16,-4 5 1 15,4-5 0-15,-5 17 1 0,5 1 0 16,-3-1 1-16,3 2-1 16,0 6-3-16,3 0-4 15,2-2 0-15,4 4-5 0,-3-10-13 16,-6 3-66-16,10-2-2 15</inkml:trace>
  <inkml:trace contextRef="#ctx0" brushRef="#br1" timeOffset="109983.84">7952 9916 474 0,'0'0'4'16,"0"0"0"-16,-7-8 1 0,7 8 1 15,-21-4 0-15,7 4 0 16,-6 2 0-16,-2 5-6 16,2 11 0-16,-5 2 0 15,0 7 0-15,8 2 0 0,4 4 0 16,2 3 0-16,10-5 0 16,2-1 0-16,12-4 0 15,10-6 0-15,0-4 0 16,9-7 0-16,3-4 0 0,2-5 0 15,8 0-49-15,-3-5-37 16,-5-7-2-16</inkml:trace>
  <inkml:trace contextRef="#ctx0" brushRef="#br1" timeOffset="110417.78">8287 9899 486 0,'0'0'3'0,"0"0"2"16,-9 0 1-16,9 0-1 0,-16 5 1 16,4 3-6-16,0 4 0 15,-5 7 0-15,2 3 0 16,0 6 0-16,-2 4 0 0,6 0 0 16,4 4 0-16,0-5 0 15,7-1 0-15,0-8 0 16,7 1 0-16,5-9 0 15,6-6 0-15,5-5 0 0,-4-3 0 16,8-11 0-16,-2-6 0 16,-2-3 0-16,2-5 0 15,-6-4 0-15,-3-6 0 16,-7-2 0-16,-4-1 0 0,-5 1 0 16,-7 8 0-16,-6-1 0 15,-4 8 0-15,-7 7 0 16,6 8 0-16,-7 7 0 0,5 2 0 15,-3 16 0-15,9-2 0 16,4 9 0-16,4 3 0 16,6-1 0-16,3 3 0 15,7-3 0-15,7 0 0 16,8-5 0-16,-2-7 0 0,2 0-84 16,5-5-5-16</inkml:trace>
  <inkml:trace contextRef="#ctx0" brushRef="#br1" timeOffset="110767.99">8538 10109 503 0,'0'0'4'0,"0"0"0"0,-14 0-4 16,14 0 0-16,-13-5 0 15,13 5 0-15,-5-7 0 16,5 7 0-16,2-10 0 15,11 5 0-15,2-1 0 0,5 5 0 16,-2-2 0-16,1 3 0 16,-3 0 0-16,-4 4 0 15,-5 7 0-15,-2 3 0 16,-5 7 0-16,-10-1 0 0,0 5 0 16,-5 1 0-16,3 2 0 15,-4-6 0-15,2 3 0 16,4-3 0-16,8-5 0 15,2-2 0-15,2-3 0 0,13-3 0 16,10-5 0-16,5-4 0 16,14 0 0-16,-1 0-60 15,8-13-31-15</inkml:trace>
  <inkml:trace contextRef="#ctx0" brushRef="#br1" timeOffset="116956.75">10842 10188 349 0,'0'0'7'0,"0"-9"2"16,0 9 3-16,-5-16 3 0,0 4 1 16,3 3 0-16,-5-7 2 15,1 2 1-15,0 2-6 16,0 5-3-16,6 7-3 15,-18-6-3-15,8 6-1 16,-2 10-1-16,-1 7-2 0,4 6-1 16,-1 3 0-16,4 4 1 15,1 1-1-15,5 1 1 16,9-6 0-16,5 4 1 16,6-8 0-16,8-5 0 0,2-4 0 15,2-8 0-15,2-2 1 16,-1-6 0-16,-3-9 1 15,-1-11-1-15,-7-4-2 0,-2-6 0 16,-13-5 0-16,-7-5 0 16,-2-1 0-16,-10-1 0 15,-8 6 0-15,-8 4 0 16,-4 15 0-16,-3 6 0 0,3 14 0 16,0 4 0-16,2 24 0 15,5-1-15-15,8 15-71 16,11 3-2-16</inkml:trace>
  <inkml:trace contextRef="#ctx0" brushRef="#br1" timeOffset="120050.97">12623 10040 380 0,'0'0'7'0,"0"0"2"15,0-10 2-15,0 10 1 16,0-12 2-16,-5 1 0 16,5 11 1-16,-17-17-1 0,5 13-4 15,-4 4-4-15,0 0-3 16,-5 2 0-16,5 9-2 15,0 0-1-15,4 4 0 16,1 0-1-16,9 7 0 0,2-2 0 16,0-1 1-16,11 4-1 15,5-3 1-15,5-1 0 16,4 1 0-16,5-2 1 16,-1-1-1-16,1-2 1 0,-3 1-1 15,-2-2 1-15,-3 1-1 16,-7-3 1-16,-7 1 0 15,-6-1 0-15,-4 1 0 0,-11-4-1 16,-4 4 1-16,-8-1 1 16,-7-5-1-16,-1 3-1 15,-1-5-2-15,-1 0-3 16,6-5-3-16,3 3-6 16,1-3-23-16,-2-8-47 0,27 8-2 15</inkml:trace>
  <inkml:trace contextRef="#ctx0" brushRef="#br1" timeOffset="120468.04">12920 10040 448 0,'0'0'5'0,"0"0"1"16,0 0 1-16,0 0 0 15,0 0 0-15,-11 0 0 0,1 5 0 16,-5 9 1-16,-2 3-5 15,2 7-2-15,-2 5 0 16,4 1-1-16,1 2 0 0,7 1 1 16,3-4-2-16,2-4 1 15,9-6 0-15,4-4 0 16,2-2 1-16,4-8 0 0,3-5 1 16,-1-2-2-16,-1-11 0 15,-1-5 0-15,-3-5 0 16,-2-8 0-16,-3-4 0 15,-7-4 0-15,-4 2 0 16,0-2 0-16,-10 3 0 0,-5 9 0 16,-2 3 0-16,0 11 0 15,-3 10 0-15,3 6 0 16,1 11 0-16,4 9 0 16,5 4 0-16,1 9 0 15,6 0 0-15,10 2 0 0,3-1 0 16,10-3-8-16,-1-7-12 15,5 1-63-15,2-6-3 16</inkml:trace>
  <inkml:trace contextRef="#ctx0" brushRef="#br1" timeOffset="120650.96">13212 10179 459 0,'0'0'2'0,"0"0"0"0,0 0 1 16,0 9 1-16,0 2 0 15,0 1 0-15,0 5 1 16,0 1 0-16,0 7-2 0,0 1 1 16,3 2-3-16,1-2-7 15,-4 2-10-15,9-3-63 16,-5-5-4-16</inkml:trace>
  <inkml:trace contextRef="#ctx0" brushRef="#br1" timeOffset="120957.01">13720 9996 448 0,'0'0'6'0,"0"0"1"15,0 0 1-15,0 0 0 16,-11-8 1-16,1 8 0 0,-2 5 1 15,-5 2-4-15,-4 11-6 16,1 1 0-16,-2 12 0 16,2-2 0-16,3 8 0 15,4-2 0-15,3 0 0 0,8-1 0 16,2-1 0-16,12-9 0 16,4-1 0-16,6-9 0 15,5-3 0-15,5-4-5 0,1-7-56 16,4-3-25-16,3-7 0 15</inkml:trace>
  <inkml:trace contextRef="#ctx0" brushRef="#br1" timeOffset="121367.9">14015 9971 471 0,'0'0'4'0,"0"0"2"15,0 0 1-15,0 0-1 16,-12 4 1-16,5 7 0 0,-4 3-4 15,1 6-3-15,-3 3 0 16,4 6 0-16,-1 6 0 16,3 2 0-16,1-2 0 15,6-1 0-15,3-4 0 0,7-2 0 16,4-9 0-16,4-6 0 16,5-6 0-16,-1-7 0 15,3 0 0-15,0-13 0 16,-3-6 0-16,-3-9 0 15,-1-4 0-15,-6-7 0 0,-3-1 0 16,-7-2 0-16,-2 0 0 16,-11 7 0-16,-5 3 0 15,-3 9 0-15,-5 9 0 16,0 12 0-16,-4 2 0 0,3 14 0 16,2 9 0-16,11 3 0 15,2 7 0-15,7 4 0 16,3 3 0-16,9 0 0 0,5-6 0 15,11 1 0-15,-2-10-9 16,3-6-75-16,7-1-3 16</inkml:trace>
  <inkml:trace contextRef="#ctx0" brushRef="#br1" timeOffset="121702.53">14380 10149 491 0,'0'0'4'0,"0"0"2"0,-12-7 1 0,12 7-4 16,-8-13-3-16,8 13 0 15,-3-17 0-15,3 6 0 16,11 7 0-16,4-3 0 16,5 1 0-16,-1 4 0 0,4 2 0 15,-3 2 0-15,-1 11 0 16,-6-1 0-16,-3 5 0 15,-8 6 0-15,-2-1 0 16,-5 6 0-16,-7-3 0 0,-1-3 0 16,-1 3 0-16,1-6 0 15,3-2 0-15,1-2 0 16,4-3 0-16,5-3 0 0,9-2 0 16,8-6 0-16,3-1 0 15,8 0 0-15,9-4 0 16,-5-3-49-16,9-5-39 15</inkml:trace>
  <inkml:trace contextRef="#ctx0" brushRef="#br1" timeOffset="122983.9">14939 10003 410 0,'0'0'5'0,"0"0"4"0,0 0 3 16,11-10 1-16,-11 10 1 15,0 0 1-15,12-7-1 16,-12 7 0-16,2 7-9 16,-2 6-5-16,0 6 0 0,-2 1 0 15,-1 7 0-15,1 1 0 16,-1 1 0-16,3 1 0 15,0-6-8-15,3 4-28 16,2-8-48-16,-5-5-3 0</inkml:trace>
  <inkml:trace contextRef="#ctx0" brushRef="#br1" timeOffset="123167.68">14830 10137 415 0,'0'0'5'0,"0"0"3"15,0 0 2-15,0 0 0 16,10-11 1-16,-1 9 1 16,7-5 0-16,3 4-1 0,1-4-4 15,10 7-11-15,-2-7-24 16,4 7-52-16,7-3-4 16</inkml:trace>
  <inkml:trace contextRef="#ctx0" brushRef="#br1" timeOffset="123651.03">15575 9896 385 0,'0'0'5'15,"0"0"1"-15,0 0 2 0,0 0 1 16,-4-8 0-16,4 8 0 15,0 0 0-15,0 0 1 16,-13-6-6-16,13 6-1 16,0 0-2-16,0 0 0 0,0 0-1 15,0 0 0-15,-3 5 1 16,3-5 1-16,0 0 3 16,0 0 0-16,0 0 2 15,0 0-1-15,0 0 1 16,0 0 0-16,0 0-1 0,-9 0 0 15,9 0-6-15,-16-3 0 16,4 3 0-16,-2 0 0 16,-4 0 0-16,0 4 0 0,-4 7 0 15,0 3 0 1,-3 6 0-16,0 5 0 0,8-1 0 16,-1 6 0-16,6-2 0 15,5 1 0-15,7-1 0 0,7-6 0 16,10 1 0-16,6-8 0 15,6-3 0-15,4-2 0 16,4-6 0-16,1 0 0 16,-1-4 0-16,-5 0 0 0,-7-8-26 15,-10 0-57-15,2 0-3 16</inkml:trace>
  <inkml:trace contextRef="#ctx0" brushRef="#br1" timeOffset="124101.28">15752 9936 449 0,'0'0'6'0,"0"0"3"16,0 0 1-16,0 0 0 16,0 0 0-16,0 0 0 15,0 0-3-15,0 13-7 16,0 6 0-16,-6-1 0 0,2 6 0 15,1 3 0-15,3-2 0 16,0 0 0-16,11-3 0 16,1-2 0-16,5-5 0 15,0-5 0-15,4-2 0 0,4-8 0 16,-6 0 0-16,1-11 0 16,-3-1 0-16,1-10 0 15,-4-2 0-15,-6-7 0 16,0-1 0-16,-8-2 0 0,-3 1 0 15,-10 1 0-15,-4 5 0 16,-3 7 0-16,-5 5 0 16,4 8 0-16,-5 7 0 0,6 5 0 15,1 12 0-15,8 3 0 16,7 2 0-16,4 8 0 16,7-4 0-16,6 4 0 15,4-2 0-15,8 0 0 16,5-6 0-16,-1-8-4 15,6-9-69-15,0 3-14 0</inkml:trace>
  <inkml:trace contextRef="#ctx0" brushRef="#br1" timeOffset="124284.43">16192 9988 428 0,'0'0'5'0,"0"0"2"15,0 0 1-15,0 0 2 16,-8 8 0-16,6 3 1 15,-1 2 1-15,0 4-1 0,3 8-4 16,-2 0-5-16,2 2-2 16,2 1 0-16,1-1 0 15,2-3-4-15,5 1-32 0,0-5-47 16,0-5-3-16</inkml:trace>
  <inkml:trace contextRef="#ctx0" brushRef="#br1" timeOffset="124703.08">16714 9857 455 0,'0'0'4'0,"0"0"2"0,-3-10 1 15,3 10 1-15,-11-10 2 16,2 2-1-16,-1 4 1 15,-5-2-8-15,-4 6-2 0,-2 0 0 16,1 7 0-16,1 4 0 16,-1 3 0-16,5 4 0 15,0 1 0-15,10-1 0 16,5 5 0-16,0-3 0 16,10-1 0-16,7-1 0 0,6-1 0 15,4-2 0-15,0-3 0 16,3 1 0-16,0-3 0 15,-5-1 0-15,0-2 0 16,-8 0 0-16,-4-1 0 0,-13-6 0 16,4 15 0-16,-8-11 0 15,-12 4 0-15,-3 0 0 16,-6-1 0-16,-3 1 0 0,-4-3 0 16,2 0 0-16,-2-5 0 15,7 5-18-15,0-3-47 16,11-2-22-16,4-5-1 15</inkml:trace>
  <inkml:trace contextRef="#ctx0" brushRef="#br1" timeOffset="125117.57">16949 9854 461 0,'0'0'6'0,"0"0"2"15,0 0 1-15,0 0 0 16,0 0 0-16,0 0 0 15,-10 5-9-15,3 8 0 16,0 7 0-16,-6 0 0 0,3 6 0 16,1 4 0-16,0-2 0 15,7 4 0-15,2-7 0 16,2-2 0-16,8-2 0 16,5-9 0-16,3-4 0 15,1-3 0-15,2-5 0 0,1-8 0 16,0-6 0-16,1-7 0 15,-4-5 0-15,-4-5 0 16,1-5 0-16,-7-1 0 0,-1 0 0 16,-8-3 0-16,-3 7 0 15,-9 9 0-15,-6 3 0 16,1 12 0-16,-5 9 0 16,-1 2 0-16,4 12 0 0,-1 10 0 15,5 2 0-15,7 7 0 16,6-1 0-16,2 3 0 15,4-4 0-15,7-1 0 16,14-2-37-16,2-3-49 0,0-6-2 16</inkml:trace>
  <inkml:trace contextRef="#ctx0" brushRef="#br1" timeOffset="125433.56">17339 9968 478 0,'0'0'5'0,"0"0"3"0,0 0 1 16,-2-10 2-16,2 10-11 16,-2-12 0-16,2 12 0 0,0-17 0 15,4 9 0-15,6 0 0 16,10 3 0-16,0 3 0 16,5 2 0-16,-1 0 0 15,2 7 0-15,-6 6 0 0,-8 4 0 16,-7 3 0-16,-5 3 0 15,-12 1 0-15,-6 1 0 16,-4 2 0-16,-3-2 0 16,0-3 0-16,0-2 0 15,11-5 0-15,3 0 0 0,11-5 0 16,6-3 0-16,13 0 0 16,6-7 0-16,12 0-81 15,13-4-8-15</inkml:trace>
  <inkml:trace contextRef="#ctx0" brushRef="#br1" timeOffset="129901">18502 10149 357 0,'0'0'5'16,"0"0"4"-16,0 0 0 15,0 0 2-15,0 0 0 16,-9 8 2-16,9-8 0 0,-8 6 0 15,8-6-5-15,-10 18-1 16,8-8-2-16,2 0-1 16,0 5-1-16,2-3-1 15,5 0 0-15,4-2 0 16,3 1 0-16,4-7 0 16,-2 2 0-16,10-6 0 0,-1-6 2 15,2-9 1-15,3-2 0 16,0-5 2-16,0-8-1 0,-4-4-4 15,2-6-2-15,-10-5 0 16,0-5 0-16,-14-1 0 16,-1-4 0-16,-3 11 0 15,-7 0 0-15,-2 6 0 16,-3 8 0-16,-1 8 0 16,-1 15 0-16,2 7 0 0,1 3 0 15,2 16 0-15,-1 8 0 16,4 7 0-16,1 9 0 0,5 2 0 15,0 1 0-15,11 4 0 16,1-6 0-16,6 0 0 16,3-6 0-16,1-1 0 15,-1-14-18-15,3 2-69 0,4-6-2 16</inkml:trace>
  <inkml:trace contextRef="#ctx0" brushRef="#br1" timeOffset="130317.26">19066 10218 491 0,'0'0'4'0,"0"0"1"15,-2-10 0-15,2 10 1 16,-3-15-6-16,3 5 0 15,3-4 0-15,4 2 0 16,8-1 0-16,8 3 0 0,-6 2 0 16,3-1 0-16,-3 9 0 15,-2 0 0-15,0 7 0 16,-5 8 0-16,-5 3 0 0,-5 1 0 16,-5 6 0-16,-3 0 0 15,1-1 0-15,-3 1 0 16,1-3 0-16,-2-1 0 15,4-5 0-15,0-3 0 16,4-3 0-16,3-10 0 0,0 11 0 16,0-11 0-16,15 0 0 15,-2 0 0-15,4-4 0 16,5-6 0-16,6 6-3 16,-5-3-64-16,8-6-20 0</inkml:trace>
  <inkml:trace contextRef="#ctx0" brushRef="#br1" timeOffset="131667.75">19627 9988 431 0,'0'0'4'0,"3"-10"2"0,-3 10 2 16,3-15 1-16,-3 5 2 15,0-2 0-15,-6 2 0 16,-1-5 1-16,-7 7-4 0,-4 4-8 16,-5-1 0-16,2 5 0 15,-7 0 0-15,3 7 0 16,3 3 0-16,2 5 0 15,7 3 0-15,1-2 0 16,10 1 0-16,2 4 0 0,10-4 0 16,10 3 0-16,5-1 0 15,5 1 0-15,4-2 0 16,-4-3 0-16,5 2 0 16,-5-2 0-16,-5 0 0 0,-8-3 0 15,-5 0 0-15,-7-2 0 16,-5 1 0-16,-2-2 0 15,-9-1 0-15,-5-3 0 0,-7-3 0 16,0 1 0-16,-4-1 0 16,3-2 0-16,-4 0 0 15,1 0 0-15,7-2-2 16,-4-3-18-16,11 0-64 0,13 5-3 16</inkml:trace>
  <inkml:trace contextRef="#ctx0" brushRef="#br1" timeOffset="132101.23">19852 9943 449 0,'0'0'5'0,"0"0"3"0,0-10 2 16,0 10 1-16,0 0 0 0,0 0 0 15,0 0-5-15,-11 0-6 16,4 10 0-16,-7 8 0 15,3 2 0-15,-1 6 0 16,0 4 0-16,1 2 0 0,4-4 0 16,2 1 0-16,5-4 0 15,5-7 0-15,7-4 0 16,6-1 0-16,5-8 0 16,-2-5 0-16,7 0 0 0,-6-13 0 15,3-1 0-15,-8-6 0 16,1-5 0-16,-8-7 0 15,-6 0 0-15,-4-3 0 16,-4 4 0-16,-9 0 0 0,-4 9 0 16,-2 0 0-16,-4 11 0 15,0 10 0-15,-2 2 0 16,6 15 0-16,1 4 0 0,9 5 0 16,9 1 0-16,0 6 0 15,9 1 0-15,11-4 0 16,5 1 0-16,3-10 0 15,7 5-16-15,11-11-70 16,-14-1-4-16</inkml:trace>
  <inkml:trace contextRef="#ctx0" brushRef="#br1" timeOffset="132301.09">20236 10072 464 0,'0'0'3'0,"0"0"2"16,0 0 1-16,0 7 1 15,0 4 0-15,0 0 0 16,0 10 1-16,0-1-4 16,0 1-4-16,0 3 0 0,4 2 0 15,3-6 0-15,0 3-5 16,-4-4-54-16,4-4-27 16,0-5-1-16</inkml:trace>
  <inkml:trace contextRef="#ctx0" brushRef="#br1" timeOffset="132617.37">20739 9929 481 0,'0'0'5'16,"0"0"0"-16,0 0 2 0,0-13 0 15,0 13-1-15,-8-4-6 16,-2 4 0-16,-2 0 0 16,-1 6 0-16,-12 9 0 15,6 5 0-15,-9 5 0 0,6 3 0 16,-1 3 0-16,3 1 0 16,8 0 0-16,5-1 0 15,7-4 0-15,7-7 0 16,8-3 0-16,10-5 0 0,-1-7 0 15,9 0 0-15,-6-10-14 16,11-2-72-16,-6-6-2 16</inkml:trace>
  <inkml:trace contextRef="#ctx0" brushRef="#br1" timeOffset="133034.39">20930 9887 446 0,'0'0'7'15,"0"0"1"-15,0 0 2 0,-8-5 1 16,8 5 0-16,0 0 0 16,-15 10-4-16,8 2-7 15,0 5 0-15,-4 5 0 16,4 3 0-16,-2 6 0 0,3-2 0 16,1 0 0-16,3 1 0 15,2-8 0-15,7 3 0 16,3-8 0-16,7-5 0 15,1-1 0-15,5-9 0 0,-2-2 0 16,2-9 0-16,2-4 0 16,-5-9 0-16,-3-6 0 15,-4-4 0-15,2-8 0 16,-8 1 0-16,-5 4 0 0,-2-2 0 16,-7 4 0-16,-5 7 0 15,-6 8 0-15,-6 6 0 16,1 9 0-16,-2 6 0 15,0 12 0-15,5 2 0 0,3 11 0 16,10-2 0-16,1 7 0 16,6-3 0-16,11 1 0 15,8-3 0-15,4-3 0 16,7 3-13-16,10-12-74 0,-6-6-2 16</inkml:trace>
  <inkml:trace contextRef="#ctx0" brushRef="#br1" timeOffset="133383.87">21277 10126 485 0,'0'0'5'0,"0"0"2"16,-9-2 1-16,9 2-2 0,-11-7-6 16,11 7 0-16,-9-8 0 15,9 8 0-15,0-12 0 16,7 2 0-16,6 2 0 15,2 1 0-15,2 0 0 0,8-1 0 16,-8 8 0-16,3 0 0 16,-5 0 0-16,-2 11 0 15,-6 0 0-15,-4 7 0 16,-3-1 0-16,-8 6 0 16,0-1 0-16,-6 2 0 0,-1 4 0 15,-3-6 0-15,6 1 0 16,-3-4 0-16,3-1 0 15,4-4 0-15,5-3 0 0,3-1 0 16,13-6 0-16,7-2 0 16,7 1 0-16,3-3-52 15,5-7-38-15</inkml:trace>
  <inkml:trace contextRef="#ctx0" brushRef="#br1" timeOffset="135767.12">21822 9936 424 0,'0'0'7'0,"0"0"2"16,5-12 3-16,-5 12 0 15,7-11 2-15,-7 11 0 16,7-7 0-16,-7 7-9 16,0 0-5-16,9 10 0 0,-9 7 0 15,2 6 0-15,0-1 0 16,1 7 0-16,-1 1 0 15,3 2 0-15,-3-4 0 16,3-1 0-16,0-7 0 0,-1-5 0 16,0 2-31-16,-4-5-55 15,0-12-3-15</inkml:trace>
  <inkml:trace contextRef="#ctx0" brushRef="#br1" timeOffset="135934.81">21755 10072 417 0,'0'0'3'16,"0"0"2"-16,0 0 4 0,0 0 1 15,10 0 1-15,0 0 0 16,7 0-1-16,3 0-4 16,9 7-21-16,-1-7-60 15,4 0-7-15</inkml:trace>
  <inkml:trace contextRef="#ctx0" brushRef="#br1" timeOffset="138067.87">22319 10047 374 0,'0'0'5'0,"0"0"3"0,0 0 1 16,0 0 0-16,0 0 1 15,-11 0 0-15,11 0 1 16,-7 10 0-16,7-10-4 0,-2 15-3 15,2-15 0-15,0 18 0 16,0-18-1-16,15 7 1 16,-3-7 0-16,4-3 1 15,3-7 1-15,4-2 0 16,2-7 1-16,0-6-1 0,-4-3-2 16,2-7-4-16,-9-6 0 15,-1 1 0-15,-3-7 0 16,-10-3 0-16,0 6 0 0,-10 4 0 15,1 3 0-15,-4 12 0 16,1 8 0-16,-6 10 0 16,3 11 0-16,0 13 0 15,5 11 0-15,3 7 0 16,1 7 0-16,6 5 0 0,6 5 0 16,6-2 0-16,8-1 0 15,0-4-3-15,9-3-82 16,1-2-3-16</inkml:trace>
  <inkml:trace contextRef="#ctx0" brushRef="#br1" timeOffset="138450.6">22759 10045 486 0,'0'0'4'0,"0"0"2"0,-5-15 0 15,5 15 1-15,-3-15-5 0,3 6-2 16,8-1 0-16,1 0 0 16,11 2 0-16,1 4 0 15,0 4 0-15,2 0 0 16,0 7 0-16,-7 5 0 16,0 7 0-16,-9 1 0 0,-5 5 0 15,-2 5 0-15,-9-3 0 16,-1 3 0-16,-3-5 0 15,-1 2 0-15,3-7 0 0,1-3 0 16,6-4 0-16,4-2 0 16,0-11 0-16,9 8 0 15,7-8 0-15,3 0 0 16,8-4 0-16,3-4 0 0,-1 1 0 16,7-6 0-16,-2 6-38 15,-6-3-46-15,-1 0-4 16</inkml:trace>
  <inkml:trace contextRef="#ctx0" brushRef="#br1" timeOffset="142024.85">23303 9879 365 0,'0'0'9'0,"0"-10"3"0,0 10 2 16,2-12 2-16,-2 12 0 16,0-10 0-16,0 10 1 15,-13-5 0-15,4 7-7 16,-8 5-4-16,-1 6-3 0,-5 7-1 16,-2 2-1-16,6 5 0 15,-1 3 0-15,6-3-1 16,9 3 0-16,1-3 1 15,4 1-1-15,9-6 1 16,7-2 0-16,5-3-1 0,4-7-2 16,5 0-2-16,-1-2-9 15,1 9-53-15,5-17-18 16</inkml:trace>
  <inkml:trace contextRef="#ctx0" brushRef="#br1" timeOffset="142484.69">23544 9857 474 0,'0'0'3'0,"0"0"2"16,0 0-1-16,0 0 1 15,0 0 1-15,-10 5-1 0,0 5 1 16,-2 5-3-16,-1-1-3 15,1 9 0-15,-4 2 0 16,7 1 0-16,2 2 0 0,4-1 0 16,3-2 0-16,5-4 0 15,7-3 0-15,6-5 0 16,1-6 0-16,9 1 0 16,-1-8 0-16,-1-5 0 15,1-8 0-15,-2-7 0 0,-1-7 0 16,-7-2 0-16,-5-9 0 15,-3-1 0-15,-5-4 0 16,-4 4 0-16,-13 5 0 16,-1-1 0-16,-6 13 0 0,1 4 0 15,-6 8 0-15,2 10 0 16,0 5 0-16,6 12 0 16,4 1 0-16,6 7 0 15,7 4 0-15,0 1 0 0,11 2 0 16,10 0 0-16,2-5 0 15,7 1 0-15,0-6-12 16,2-2-73-16,3-2-3 0</inkml:trace>
  <inkml:trace contextRef="#ctx0" brushRef="#br1" timeOffset="142684.57">23924 9981 455 0,'0'0'4'0,"0"0"2"15,-12 0 1-15,12 0 0 16,-8 9 1-16,3 1 0 16,0 2 0-16,3 6 0 0,2-1-8 15,0 8 0-15,7-3 0 16,0 1 0-16,1 2-6 16,0-10-26-16,-1 2-51 15,6-3-4-15</inkml:trace>
  <inkml:trace contextRef="#ctx0" brushRef="#br1" timeOffset="143101.22">24297 9810 476 0,'0'0'4'0,"0"0"1"0,0-10 1 16,0 10 0-16,-5-13 1 16,-5 6 0-16,-3 2-7 15,-2-2 0-15,-4 7 0 0,-2 0 0 16,2 7 0-16,-1 5 0 16,0 2 0-16,5 4 0 15,3 5 0-15,9-3 0 0,3 2 0 16,0 0 0-16,15 1 0 15,3-1 0-15,6-2 0 16,1-1 0-16,7-2 0 16,-4 1 0-16,-3-3 0 0,0-2 0 15,-8-4 0-15,-4 1 0 16,-4 0 0-16,-9-10 0 16,-4 12 0-16,-6-9 0 15,-10 1 0-15,-1 2 0 16,-4-4 0-16,1 1 0 0,-5-3-4 15,6 2-24-15,23-2-56 16,-25 0-4-16</inkml:trace>
  <inkml:trace contextRef="#ctx0" brushRef="#br1" timeOffset="143851.07">24488 9807 421 0,'0'0'5'0,"0"0"3"15,5-10 1-15,-5 10 2 0,0 0 1 16,8-12 1-16,-8 12 1 16,0 0-1-16,7-10-8 15,-7 10-5-15,0 0 0 16,0 0 0-16,0 0 0 0,0 0 0 15,0 0 0-15,0 0 0 16,0 0 0-16,0 0 0 16,0 0 0-16,0 0 0 15,0 0 0-15,0 0 0 0,0 0 0 16,0 0 0-16,0 0 0 16,0 0 0-16,0 0 0 15,0 0 0-15,0 0 0 16,0 0 0-16,0 0 0 15,0 0 0-15,0 0 0 0,0 0 0 16,-5 3 0-16,5-3 0 16,-13 15 0-16,6-4 0 15,-3 10 0-15,0-2 0 16,0 9 0-16,0-1 0 0,6 3 0 16,-2 2 0-16,6-5 0 15,0 3 0-15,3-8 0 16,7 0 0-16,-1-5 0 15,7-2 0-15,3-5 0 0,1-2 0 16,1-6 0-16,-2-2 0 16,3 0 0-16,-1-5 0 15,-4-4 0-15,-3-7 0 0,-1-3 0 16,-3-6 0-16,-2-3 0 16,-1-3 0-16,-2-1 0 15,-5-4 0-15,0 5 0 16,-3 0 0-16,-6 2 0 15,-2 7 0-15,-1 4 0 0,-3 4 0 16,0 6 0-16,0 8 0 16,-4 0 0-16,3 5 0 15,2 10 0-15,7-1 0 0,-4 11 0 16,9 0 0-16,-1 0 0 16,3 0 0-16,10-1 0 15,0 1 0-15,5-3 0 16,3-6 0-16,9-16-14 0,8 9-73 15,-10-3-2-15</inkml:trace>
  <inkml:trace contextRef="#ctx0" brushRef="#br1" timeOffset="144233.79">24851 10006 499 0,'0'0'4'0,"0"0"2"16,-12 0-4-16,12 0-2 0,-13-3 0 16,13 3 0-16,-10-10 0 15,10 10 0-15,-2-15 0 16,2 15 0-16,12-15 0 16,1 10 0-16,6 3 0 0,-1-1 0 15,4 3 0-15,-2 5 0 16,-3 2 0-16,-2 6 0 15,-4 5 0-15,-7 1 0 16,-4 3 0-16,-2 0 0 16,-11 3 0-16,-4 0 0 0,-1-2 0 15,1-1 0-15,-3-2 0 16,0-3 0-16,8-4 0 0,5-4 0 16,1 2 0-16,6-11 0 15,13 9 0-15,4-9 0 16,10 0 0-16,5 0 0 15,7-2 0-15,5 2 0 0,-7 0-41 16,3-3-50-16</inkml:trace>
  <inkml:trace contextRef="#ctx0" brushRef="#br1" timeOffset="147219.45">7485 3879 247 0,'0'0'6'0,"0"0"3"16,0 0 0-16,0 0 1 0,0 0 1 15,0 0-1-15,7-2 2 16,-7 2 1-16,16-3-5 16,-2 3-2-16,9-3-1 15,14 3 0-15,8 0 0 0,12 0-1 16,15 0 1-16,10 0-2 15,13 0 0-15,11 0-1 16,6 0 1-16,3 0-1 16,1 0-1-16,-4 0 1 15,-6 0 0-15,-3 0-1 0,-19 0 0 16,-14 3-1-16,-10 0 1 16,-14-1-1-16,-13 1 0 15,-6 2 1-15,-14-3 0 16,-13-2-2-16,10 9-9 0,-10-9-27 15,-3 14-32-15,3-14-4 16</inkml:trace>
  <inkml:trace contextRef="#ctx0" brushRef="#br1" timeOffset="148767.81">20515 10850 404 0,'0'0'5'0,"0"0"1"16,0 0 1-16,0 0 0 15,0 0 0-15,0 0 2 0,0 7-1 16,0 6 1-16,2 1-3 15,-2 11-4-15,5 0 2 16,-2 3 0-16,0 2-4 16,-1-4-8-16,5 7-22 0,5-9-49 15,-6-1-1-15</inkml:trace>
  <inkml:trace contextRef="#ctx0" brushRef="#br1" timeOffset="148950.6">20378 10994 384 0,'0'0'4'0,"0"0"0"15,0 0 1-15,10-7 2 0,6 1-1 16,0 1 2-16,9 0 0 16,5 1-1-16,7-1-7 15,9 2-12-15,-5 3-62 16,10-2-2-16</inkml:trace>
  <inkml:trace contextRef="#ctx0" brushRef="#br1" timeOffset="149400.95">21032 10957 381 0,'0'0'5'16,"0"0"1"-16,-7 5 1 15,7-5 1-15,-18 9-1 16,13 1 0-16,-2 3 2 0,2-1 0 16,2 0-4-16,6 1-1 15,9-1-1-15,3-4 0 16,5-1 1-16,7-4 0 0,0-3-2 16,3-5 2-16,0-5-2 15,-5-10 0-15,0-3 0 16,-6-4 0-16,-6-7 0 0,-3-4 0 15,-8-4 0-15,-2-2-1 16,-7 0 2-16,-6 1 0 16,-4 4 0-16,-3 9 0 15,0 5 0-15,1 10 0 16,-2 8 0-16,2 7-1 0,1 14-1 16,3 8 0-16,5 11 0 15,6 4-1-15,4 6 2 16,2 3-2-16,8 4 0 15,10-3 0-15,7-5 0 0,1-2 0 16,4-5 0-16,5-6 0 16,-5-7 0-16,5 3-16 15,-4-13-65-15,-6 1-5 16</inkml:trace>
  <inkml:trace contextRef="#ctx0" brushRef="#br1" timeOffset="149669.65">21586 10971 470 0,'0'0'3'0,"0"0"0"0,0 0 0 15,0 0 1-15,2 5 0 16,-2-5-1-16,0 20 2 15,0-8 0-15,0 4-1 16,3 3-2-16,-1 2 1 0,0-3-1 16,1 3-2-16,3-4 0 15,-4-2-3-15,3-3-11 16,-3 6-40-16,5-11-30 16,-7-7-1-16</inkml:trace>
  <inkml:trace contextRef="#ctx0" brushRef="#br1" timeOffset="150200.95">22202 10860 407 0,'0'0'5'0,"0"0"2"16,0-15 2-16,-2 5 1 15,-6-1 0-15,-5-6 2 0,1 6-1 16,-5-7 1-16,-7 6-4 15,-2 4-2-15,-1 6-2 16,-3 2-2-16,5 5 0 0,0 2-1 16,8 8-1-16,2 2 0 15,10 1 0-15,5 1-1 16,10 1 1-16,7 3 0 0,9-3 0 16,-1-1 0-16,4 1 1 15,4-2-1-15,-1 1 0 16,-6-1 2-16,-1-6 1 15,-2-2-3-15,-8 2 0 16,-3-1 0-16,-9-2 0 16,-3-1 0-16,0-8 0 0,-18 15 0 15,1-11 0-15,-3 2 0 16,-5-5 0-16,-1 6 0 16,-2-7 0-16,1 1-10 15,-1-1-7-15,6 0-27 0,7-1-41 16,0-6-1-16</inkml:trace>
  <inkml:trace contextRef="#ctx0" brushRef="#br1" timeOffset="150667.9">22471 10799 471 0,'0'0'3'0,"0"0"2"0,0 0 0 15,0 0 0-15,0 0 1 16,0 0-1-16,0 0 0 0,-9 0 1 16,-3 11-6-16,-2 7 0 15,-1 4 0-15,3 3 0 16,-1 7 0-16,1-2 0 16,7-3 0-16,5-2 0 15,2-2 0-15,10-4 0 0,4-9 0 16,0 0 0-16,6-8 0 15,4-2 0-15,-1-5 0 16,2-10 0-16,-5-4 0 16,-2-6 0-16,3-2 0 0,-9-9 0 15,-6-6 0-15,-6 3 0 16,-4 0 0-16,-8 4 0 16,-10 5 0-16,-4 8 0 15,-4 2 0-15,-1 13 0 0,-1 7 0 16,2 14 0-16,6 8 0 15,7 6 0-15,5 6 0 16,10 1 0-16,8 8 0 0,9-2 0 16,9-3 0-16,7-1 0 15,0-9 0-15,6 3-28 16,11-9-54-16,-10-6-4 16</inkml:trace>
  <inkml:trace contextRef="#ctx0" brushRef="#br1" timeOffset="150841.6">23042 10847 438 0,'0'0'3'0,"-5"6"1"0,2 6 2 16,-1 3 0-16,1 6 1 16,1 7 0-16,2 5 1 15,-3 1-5-15,3 9-15 0,10-4-64 16,-5-2-5-16</inkml:trace>
  <inkml:trace contextRef="#ctx0" brushRef="#br1" timeOffset="156667.46">4128 12044 229 0,'0'0'5'0,"0"0"5"0,0 0 8 16,0 0 3-16,11 0 1 16,-11 0 1-16,17 3-1 15,-3-1 2-15,6 1-4 16,10 2-10-16,1-3-18 0,16-2-52 16,6 0-11-16</inkml:trace>
  <inkml:trace contextRef="#ctx0" brushRef="#br1" timeOffset="156834.68">5485 12078 349 0,'0'0'3'0,"22"3"2"16,1 3 3-16,7-4 0 16,9 3 2-16,11-3-2 0,15 3-5 15,9-5-23-15,3 0-46 16,12 0-6-16</inkml:trace>
  <inkml:trace contextRef="#ctx0" brushRef="#br1" timeOffset="156973.03">7282 12032 356 0,'0'0'2'16,"23"0"1"-16,3 0 1 15,11 0 0-15,8 0-4 16,20 0-14-16,15 0-49 0,6 0-5 15</inkml:trace>
  <inkml:trace contextRef="#ctx0" brushRef="#br1" timeOffset="157101.01">9222 11972 335 0,'0'0'1'16,"30"3"0"-16,-3-3-12 0,16 0-51 15,16 0-4-15</inkml:trace>
  <inkml:trace contextRef="#ctx0" brushRef="#br1" timeOffset="157267.71">11125 11915 438 0,'13'0'1'0,"6"0"-1"0,24 0-7 16,1 0-29-16,23 0-38 16,11-7-3-16</inkml:trace>
  <inkml:trace contextRef="#ctx0" brushRef="#br1" timeOffset="157400.96">12979 11839 426 0,'0'0'1'0,"24"0"-1"0,6 0 0 16,5 0-5-16,17 0-23 15,23 0-44-15,0 0-3 16</inkml:trace>
  <inkml:trace contextRef="#ctx0" brushRef="#br1" timeOffset="157534.65">14525 11848 393 0,'7'0'3'0,"11"3"-1"16,14-1 1-16,5 3-3 15,10-2-12-15,15-3-55 16,13 3-3-16</inkml:trace>
  <inkml:trace contextRef="#ctx0" brushRef="#br1" timeOffset="157669.13">15946 11856 406 0,'0'0'3'16,"16"0"1"-16,2 0 1 0,7 0-1 15,5 0-1-15,12 2-5 16,3-2-21-16,12 3-46 16,5-3-6-16</inkml:trace>
  <inkml:trace contextRef="#ctx0" brushRef="#br1" timeOffset="157817.79">17479 11772 438 0,'0'0'1'0,"12"0"3"16,2 0 0-16,11 2 0 16,8-2-3-16,12 4-10 15,4 17-53-15,17-19-12 16</inkml:trace>
  <inkml:trace contextRef="#ctx0" brushRef="#br1" timeOffset="157970.53">19146 11778 443 0,'0'0'1'0,"17"0"1"15,1 4-1-15,9-2-5 16,1 1-18-16,6-1-52 15,24 3-2-15</inkml:trace>
  <inkml:trace contextRef="#ctx0" brushRef="#br1" timeOffset="158117.46">20312 11769 415 0,'0'0'2'15,"19"0"1"-15,1-2 0 0,7 2 0 16,8 0-2-16,9 0-6 15,4 0-12-15,14-5-35 16,3 5-21-16,2 0-6 0</inkml:trace>
  <inkml:trace contextRef="#ctx0" brushRef="#br1" timeOffset="158267.46">21804 11733 323 0,'0'0'7'0,"23"0"2"16,-4-4 2-16,15 4 0 15,5-3 2-15,8 2 1 16,8-2-3-16,11 3-8 16,-1-4-18-16,-3-5-50 0,8 8-7 15</inkml:trace>
  <inkml:trace contextRef="#ctx0" brushRef="#br1" timeOffset="158417.54">23420 11603 442 0,'0'0'3'16,"14"-2"0"-16,4 2 0 15,4 0-1-15,10 0-4 0,4-5-20 16,6 5-52-16,13-3 0 16</inkml:trace>
  <inkml:trace contextRef="#ctx0" brushRef="#br1" timeOffset="158550.76">24809 11476 419 0,'0'0'1'16,"12"0"-2"-16,6 0-22 0,-4 3-48 16,11-3-2-16</inkml:trace>
  <inkml:trace contextRef="#ctx0" brushRef="#br1" timeOffset="165384.6">6414 12711 389 0,'0'0'7'15,"0"0"3"-15,0 0 3 0,0 0 2 16,-5-8 0-16,5 8 0 16,-12-2 0-16,12 2 0 15,-15 2-6-15,3 9-4 16,-1 3-2-16,0 8-3 0,1 8 0 16,-1 2 0-16,6 5 0 15,5 0 0-15,2 3 0 16,2 0 0-16,8-6 0 0,8-1 0 15,4-8 0-15,2-6 0 16,6-6 0-16,3-6 0 16,0-7 0-16,1 0 0 15,-1-13 0-15,-4-6 0 16,-1-6 0-16,-6-9 0 0,0-6 0 16,-10-5 0-16,-6-7 0 15,-6-2 0-15,-13 1 0 16,-10 2 0-16,-3 4 0 0,-12 10 0 15,-2 9 0-15,-1 13 0 16,-5 15 0-16,7 13 0 16,7 17 0-16,27 7-73 15,-8 5-18-15</inkml:trace>
  <inkml:trace contextRef="#ctx0" brushRef="#br1" timeOffset="167200.66">10879 12696 434 0,'0'0'6'0,"0"0"2"0,0 0 3 16,0 0 1-16,0 0 1 15,0 0 0-15,0 0-1 16,0 0-10-16,0 0-2 0,6 10 0 16,-6 5 0-16,0 4 0 15,-4 6 0-15,2 1 0 16,-1 8 0-16,3-5 0 15,0 3 0-15,0-4 0 16,0 1 0-16,3-6 0 0,-1-3 0 16,2-3 0-16,-2-5 0 15,-2-2 0-15,0-10 0 16,0 0 0-16,0 0 0 16,5-7 0-16,-4-11 0 0,3-4 0 15,-2-10 0-15,0-3 0 16,1-7 0-16,-1 0 0 15,1-1 0-15,-3 6 0 16,0 8 0-16,0 2 0 0,0 7 0 16,0 20 0-16,0 0 0 15,-10 7 0-15,10 18 0 16,-2 7 0-16,2 8 0 16,0 4 0-16,0 3 0 0,2 3 0 15,10 2 0-15,4-10-60 16,-7-2-31-16</inkml:trace>
  <inkml:trace contextRef="#ctx0" brushRef="#br1" timeOffset="169284.03">15183 12775 447 0,'0'0'4'0,"0"0"3"16,0-10 1-16,0 10 1 16,0 0 1-16,-12-12 1 15,12 12-1-15,-18-3-5 0,6 3-5 16,-4 10 0-16,0 5 0 16,-2 7 0-16,1 8 0 15,1 2 0-15,2 5 0 16,5 3 0-16,3 2 0 0,6-5 0 15,2 1 0-15,11-7 0 16,6-3 0-16,5-3 0 16,7-10 0-16,4-8 0 15,2-5 0-15,6-2 0 0,-4-9 0 16,1-9 0-16,-8-4 0 16,-2-7 0-16,-8-4 0 15,-6-7 0-15,-14-2 0 0,-4-5 0 16,-14 3 0-16,-11 4 0 15,-3 0 0-15,-9 13 0 16,-3 10 0-16,-8 9 0 16,4 10 0-16,0 9 0 0,13-4-46 15,4 18-44-15</inkml:trace>
  <inkml:trace contextRef="#ctx0" brushRef="#br1" timeOffset="171500.5">21347 12559 370 0,'0'0'7'0,"2"-15"4"16,1 8 2-16,0-5 1 0,-3-4 2 16,3 4 1-16,-3-2 1 15,1-1 0-15,-1 15-6 16,-4-12-4-16,4 12-1 16,-15 4-7-16,5 11 0 0,-5 7 0 15,0 8 0-15,5 5 0 16,0 5 0-16,5-1 0 15,5 3 0-15,8-4 0 16,9-4 0-16,11-5 0 16,3-8 0-16,10-7 0 0,3-8 0 15,3-6 0-15,4-6 0 16,-7-13 0-16,-2-6 0 0,-7-11 0 16,-11-7 0-16,-8-5 0 15,-14-3 0-15,-9-5 0 16,-20 10 0-16,-10 1 0 15,-14 13 0-15,-3 10 0 0,-4 15 0 16,-1 7 0 0,17 19-65-16,2 12-23 0</inkml:trace>
  <inkml:trace contextRef="#ctx0" brushRef="#br1" timeOffset="175450.96">6590 14658 107 0,'0'0'3'0,"0"0"3"0,0-11 4 16,0 11 2-16,0 0 4 15,0 0 2-15,0-8 3 16,0 8 2-16,0 0 1 16,0 0-1-16,0 0-3 0,0 0-2 15,0 0-1-15,0 0-1 16,0 0-1-16,0 0-2 15,0 0 1-15,0 0-1 16,0 0-1-16,0 0-1 0,0 0 0 16,0 0-1-16,0 0-1 15,0 0-2-15,0 0-1 16,-4 0-2-16,4 0 0 16,-12 19-1-16,1-5-1 0,1 5-1 15,3 6 0-15,-4 6 0 16,7 1 0-16,1 0 0 15,3 0-1-15,5 1 1 16,11-5-1-16,3-5 1 0,0-3 0 16,12-5 1-16,1-7 0 15,3-4 0-15,2-4 0 16,3 0 1-16,-3-9 0 16,-8-1 0-16,7-5 1 0,-9-5 0 15,-4 0 0-15,-4-4 2 16,-6-1-6-16,-6-5 0 15,-7-2 0-15,0-3 0 16,-9-4 0-16,-9 1 0 16,-5 1 0-16,-4 5 0 0,-8 0 0 15,1 8 0-15,-3 6 0 16,4 11 0-16,-4 4 0 16,6 6 0-16,3 4 0 15,12 12-42-15,11 1-42 0,5-4-4 16</inkml:trace>
  <inkml:trace contextRef="#ctx0" brushRef="#br1" timeOffset="176402.56">11097 14458 380 0,'0'0'7'0,"0"0"2"0,0 0 1 0,0 0 2 16,-9-6-1-16,9 6 1 15,-15 0 0-15,2 0 0 0,-6 7-5 16,1 11-4-16,-2 2-1 16,3 10-1-16,-3 1 0 15,3 7 1-15,11 1-2 0,4 1 0 16,8-3 0-16,8-2 1 15,14-8-1-15,6-5 0 16,8-7 1-16,6-5-1 16,-2-8 1-16,5-2 0 15,-1-9 1-15,-6-6 0 16,-1-5 1-16,-9-2 0 0,-6-6 1 16,-11-2 0-16,-8-4-1 15,-9-2 2-15,-4-4-5 16,-18-1 0-16,-6 4 0 0,-10 5 0 15,-6 2 0-15,-4 11 0 16,4 4 0-16,5 10 0 16,1 5-9-16,14 10-17 15,24 4-57-15,0 4-3 0</inkml:trace>
  <inkml:trace contextRef="#ctx0" brushRef="#br1" timeOffset="177067.84">15095 14306 340 0,'0'0'8'0,"0"0"5"0,16-13 5 0,-16 13 2 16,10-12 2-16,-10 12 0 15,13-12 0-15,-13 12 0 16,0 0-8-16,0 0-4 15,-16 9-10-15,2 9 0 16,-4 9 0-16,0 0 0 0,4 8 0 16,2 2 0-16,5 0 0 15,7 1 0-15,14-7 0 16,7-3 0-16,13-5 0 0,5-6 0 16,8-9 0-16,3-4 0 15,5-4 0-15,-4-10 0 16,-3-2 0-16,-6-6 0 15,-8-4 0-15,-6-6 0 16,-10-3 0-16,-11-4 0 0,-7-2 0 16,-14-1 0-16,-9 4 0 15,-5 2 0-15,-6 4 0 16,-6 11 0-16,0 7 0 16,3 7 0-16,5 9 0 0,7 8-41 15,13 4-45-15,7-1-3 16</inkml:trace>
  <inkml:trace contextRef="#ctx0" brushRef="#br1" timeOffset="177717.66">21245 13647 453 0,'0'0'5'0,"0"0"2"0,15-13 2 16,-15 13 1-16,13-12 0 15,-13 12 0-15,14-10-3 16,-14 10-7-16,16 7 0 0,-14 15 0 16,1 9 0-16,-3 11 0 15,0 8 0-15,0 4 0 16,0 5 0-16,0 1 0 16,0-1 0-16,4-2 0 15,-1-10 0-15,7-2 0 16,-7-11 0-16,4 1 0 0,-7-10-84 15,5-5-7-15</inkml:trace>
  <inkml:trace contextRef="#ctx0" brushRef="#br1" timeOffset="181219.34">24285 6134 256 0,'0'0'6'15,"0"0"2"-15,0 0 4 16,0 0 3-16,0 0 2 0,0 0 2 15,0 0 0-15,0 0 0 16,0 0-2-16,0 0-4 16,7-8-3-16,2 8-2 15,9-3-2-15,5 1-1 0,12-1-1 16,4-1 1-16,8 1-2 16,3 1 0-16,2-1-1 15,-3 1 0-15,1 2-1 0,-5 2 1 16,-10 6-1-16,-2 4 0 15,-12 0 0-15,-1 6 0 16,-10 1 0-16,1 1-1 16,-4 5 0-16,-5 5 1 15,1-1-1-15,-1 6 0 0,1 3 0 16,-3 3 1-16,2 2-1 16,0 1 0-16,2 4 0 15,3-4 0-15,-2 3-1 0,0-2 1 16,2-6-1-16,0 3 1 15,4-2-1-15,-4 3 0 16,2-10 1-16,2 4 0 16,-2 1-1-16,-1-3 1 15,0 3 0-15,-1-5-1 0,-4 3 1 16,-3-3 0-16,0 0 0 16,0 0 0-16,-3-4 0 15,-1 1 0-15,1-3 0 0,-3 1 0 16,4-4 0-16,2 1 0 15,-3-1 0-15,3 1 0 16,0 0 0-16,0 3-1 16,0-4 1-16,0 3-1 0,-2 1 1 15,2 1 0-15,0 1-1 16,0 3 1-16,0-3 0 16,0 1-1-16,0 1 1 15,0 0 0-15,0 1 0 0,0-4 0 16,0 3 2-16,0 1 0 15,0-4 0-15,0 1 0 16,0 3 0-16,-3-4 1 16,1 3-1-16,0-1 0 15,-1-5-1-15,-1 4 0 16,4-3 0-16,0 2 0 0,-3-1-1 16,3 0 1-16,0-1-1 15,0 1 1-15,0-1 0 16,3-2-1-16,-1 1 1 0,3-1-1 15,-1-3 1-15,1 1-1 16,-2 1 0-16,2 1-1 16,1-2 1-16,-4 2-1 0,0-4 1 15,1 2-1-15,-1 2 1 16,1 0-1-16,-1-5 1 16,-2-1 1-16,5 1-1 15,-5 0 0-15,2 0 0 0,1-4 0 16,-3 5 0-16,2-4 0 15,-2 1 1-15,0 1-1 16,3 1 0-16,-3-3 0 16,0 3 0-16,3 0 1 15,-3 2-1-15,0 2 0 0,2-3 0 16,1 2 0-16,-1 2 0 16,-2-1 0-16,2 3 0 15,1 0 0-15,-3-2-1 16,2 3 1-16,1-3-1 0,-1 4 1 15,3-4-1-15,-2 2 0 16,1 0 1-16,2-2 0 16,-1 0 0-16,-3 0 0 0,0 2 0 15,3-3-1-15,-2-1 1 16,-1 2 0-16,4-3 0 16,-4 3-1-16,1-6 1 15,-1 3 0-15,3-1 0 16,-3-1 0-16,1-1 0 0,-1-1 0 15,-1 2 0-15,-1 0 0 16,4-1 0-16,-4-4 0 16,0 4 0-16,0-2 0 15,0 1 0-15,0 0 0 0,0-1 0 16,3 1 0-16,0-2-1 16,-3 5 1-16,2-1 0 15,1-4 0-15,-1 5 0 0,-2-1-1 16,0 1 1-16,0-1-1 15,0 5 1-15,0-1-1 16,0 1 0-16,0 3 1 16,0-1-1-16,0 1 1 0,0-1-1 15,0 0 1-15,0 0-1 16,0 3 1-16,2 0 0 16,-2 0-1-16,3-4 1 15,-1 5 0-15,0-2 0 0,1 0 1 16,2 2-1-16,-2-1 0 15,2-1 1-15,-3 1-1 16,1-1 0-16,-1 2 0 16,-2-2 0-16,0-2-1 15,0 4 1-15,0-5 0 0,0 1-1 16,0 5 1-16,-2-4 0 16,2-1 0-16,0 4 0 15,0-5 0-15,0 4-1 16,0-3 2-16,0 0-1 0,0 0 2 15,2 3-1-15,-2-5 1 16,3 5 1-16,-3-2-1 16,0-2 0-16,0 2 0 0,0 1 0 15,-3-1-1-15,1 1 0 16,2 1 0-16,-5 0-1 16,3 2 1-16,-1 0 0 15,-3 4 0-15,1 0 1 0,1-2 0 16,-1 6 0-16,-2 3-1 15,-3 2 0-15,7-1 1 16,-7-3-1-16,3 7 0 16,-1 0-1-16,0-4 1 15,4 6-1-15,1-6 1 0,-2 0 0 16,2 3 0-16,3-3 1 16,0 4-1-16,-1-4 0 15,1 4 0-15,0-4 0 16,0 3 0-16,0-3 0 0,-3 6 0 15,0-2 0-15,-2-1-1 16,0 2 1-16,0 0-1 16,1-1 1-16,-1 1-1 0,-1-2 0 15,4 3 2-15,-3-3-2 16,5 3 0-16,0-3 0 16,0 0 0-16,0-2 0 15,0-1 0-15,0 3 0 0,0-2 0 16,0 2 0-16,5 0 0 15,-3 2 0-15,4-2 0 16,-4 3 0-16,3-1 0 16,5 1 0-16,-3-3 0 15,0 0 0-15,-1 0 0 0,3 2 0 16,-6-4 0-16,4 4 0 16,-1 1 0-16,-4-5 0 15,1 5 0-15,-3-4 0 16,2-1 0-16,-2 2 0 0,0-2 0 15,0-3 0-15,2-2 0 16,-2-4 0-16,0 2 0 16,0-4 0-16,0-2 0 15,0-2 0-15,0 0 0 0,0-3 0 16,0-2 0-16,-2-2 0 16,0-1 0-16,2-3 0 15,0 1 0-15,-3-2 0 16,1-1 0-16,-1-3 0 15,0 4 0-15,1-2 0 0,-1-2 0 16,-2-1 0-16,1-3 0 16,1-1 0-16,1 1 0 15,2-10 0-15,-6 13 0 0,6-13 0 16,0 0 0-16,-1 9 0 16,1-9 0-16,0 0 0 15,0 0 0-15,0 0 0 16,0 0 0-16,0 0 0 0,0 0 0 15,0 0 0-15,0 0 0 16,0 0 0-16,0 0 0 16,0 0 0-16,0 0 0 15,0 0 0-15,0 0 0 16,0 0 0-16,0 0 0 0,0 0 0 16,0 0 0-16,0 0 0 15,0 0 0-15,0 0 0 16,0 0 0-16,0 0 0 0,0 0 0 15,-11 9 0-15,11-9 0 16,-17 4 0-16,2-2 0 16,-2 3 0-16,-8 0 0 15,-10 0 0-15,-10 3 0 0,-4-1 0 16,-11 3 0-16,-2-4 0 16,-1 2 0-16,9 1 0 15,9-5 0-15,5 3 0 0,10-7 0 16,14 3 0-16,10-9 0 15,12 2-50-15,13-6-45 16</inkml:trace>
  <inkml:trace contextRef="#ctx0" brushRef="#br1" timeOffset="185523.65">3303 6790 304 0,'0'0'6'0,"0"0"5"15,0-10-1-15,0 10 2 16,-7-10-1-16,-3 7 0 16,-5 1 2-16,-7 0 0 0,-5 4-8 15,-6 5-3-15,-5 6-1 16,-4 2-1-16,-8 4 0 16,4 4 0-16,-2 2-1 0,1 5 1 15,2-1-1-15,3 4 1 16,8 4 1-16,6-1 0 15,5 4 0-15,9 2 2 16,9 3-1-16,5 5 0 16,10-1 0-16,10 6 0 0,-1 1-2 15,11 9 1-15,-5 4-1 16,7 3-1-16,-7 12 1 16,3 8 0-16,-5 10 1 15,-4 2 0-15,-1 7 2 0,-6 3-1 16,1 10 1-16,-4 0 0 15,-2 0 3-15,1 0-2 16,-4 2 1-16,5 2-1 16,-4 2-1-16,-1 1 1 15,-4 2 0-15,5 4-2 0,-5 1-1 16,3 6-1-16,-3 5 1 16,0-3-2-16,0 5 0 0,0 1 0 15,0-4 0-15,0-2-1 16,0-2 3-16,2 1 0 15,0-6 0-15,2 3 0 16,1-6 0-16,-1 0 1 16,1 3-1-16,-2-3 1 0,1 6-3 15,1-9 1-15,1 3-1 16,-4 1 1-16,-2 0 0 16,3-4 0-16,-1 6 0 15,-2-6-1-15,0 1 1 0,0 0 0 16,-2-3-1-16,-1 1 2 15,-1-6-1-15,-2 2 0 16,-1-1 1-16,-1-3 0 0,1-2 0 16,-3-4 0-16,2-4 0 15,1-5 0-15,-4-3-1 16,2-7 0-16,-1-7 0 16,3-3 0-16,1-7 0 0,1-7 0 15,1-3-1-15,1-6 1 16,-2-6 0-16,1-3 0 15,4-5-1-15,-3 0 2 16,1-8-1-16,2 1 0 16,-4-3 0-16,4-6 0 0,0 0 0 15,-2-4 0-15,0 0 0 16,-1-4 0-16,1-2-1 16,-1 1 1-16,-4-2-1 15,2-2 1-15,1-1 0 0,-2-4-1 16,3-3 1-16,-1-3 0 15,4-12 0-15,-4 13 0 16,4-13 0-16,0 0 0 16,0 0 0-16,0 8 0 0,0-8 0 15,0 0 1-15,0 0 0 16,0 0 0-16,0 0 0 16,0 0 1-16,0 0-1 15,-8 4 2-15,8-4 0 0,0 0 0 16,-11 2 0-16,11-2 0 15,0 0 2-15,0 0 3 16,27 10 0-16,23-10-1 16,33-2-7-16,48-8 0 0,55 0 0 15,45-8-71-15,51-14-14 16</inkml:trace>
  <inkml:trace contextRef="#ctx0" brushRef="#br1" timeOffset="187817.79">2245 16674 400 0,'0'0'8'0,"0"-15"2"16,0 5 3-16,0-2 1 0,2-1 2 15,1 6 0-15,-3-4 2 16,2 3-2-16,-2 8-16 16,2 7 0-16,-2 7 0 15,0 11 0-15,-2 7 0 0,-3 5 0 16,0 8 0-16,-3 5 0 15,4 4 0-15,-6-4 0 16,3 2 0-16,-3-3 0 16,-1-1 0-16,4-7 0 0,-5-3 0 15,-1-1 0-15,8-22 0 16,0-1 0-16,1-1 0 16,-4-3-8-16,8-10-72 15,-8 7-10-15</inkml:trace>
  <inkml:trace contextRef="#ctx0" brushRef="#br1" timeOffset="188167.82">1867 16565 352 0,'0'0'5'0,"0"0"3"15,-7-3 5-15,7 3 2 16,0 0 1-16,0 0 0 0,-10-10 2 16,10 10 1-16,0 0-4 15,13-2-3-15,6 2-2 16,8 0-2-16,8 0-4 16,10-2-4-16,9-3 0 0,8-1 0 15,9-1 0-15,0 0 0 16,-1 2 0-16,-3-2 0 15,-2 0 0-15,-11 4 0 16,-6 0 0-16,-14-2 0 0,-6 5 0 16,-11-2 0-16,-5 2 0 15,-12 0 0-15,0 0 0 16,0 5 0-16,-12-3 0 16,4 4-88-16,-6 6-3 0</inkml:trace>
  <inkml:trace contextRef="#ctx0" brushRef="#br1" timeOffset="188686.09">2604 16976 444 0,'0'0'4'0,"0"0"2"16,0 0 0-16,-7-4 1 15,7 4 1-15,-14 0-1 0,4 0 1 16,-5 7 1-16,0 7-5 15,-3 4-1-15,2 4-1 16,3 6-1-16,3 1 1 16,3-1-2-16,4 2 0 15,3-4 0-15,8-3 0 0,6-6 0 16,6-5 0-16,5-4 0 16,5-6 0-16,-2-2 0 15,1-7 0-15,0-5 0 0,-4-6 0 16,0 0 0-16,-7-4 0 15,-6-2 0-15,-5-6 0 16,-7 0 0-16,-2-2 0 16,-12 0 0-16,-7 5 0 0,-1-1 0 15,-2 3 0-15,-6 9 0 16,5 3 0-16,-3 9 0 16,11 4 0-16,-5 0-38 15,22 0-48-15,-11 6-4 16</inkml:trace>
  <inkml:trace contextRef="#ctx0" brushRef="#br1" timeOffset="189134.28">3010 16355 466 0,'0'0'3'0,"0"0"1"0,0-15 1 0,0 5 2 16,5-2 0-16,2-1 1 16,6-2-1-16,-1-2-3 15,6 2-4-15,4 3 0 16,0 3 0-16,3 5 0 0,-2 4 0 15,1 3 0-15,-6 7 0 16,-4 6 0-16,-3 7 0 16,-6 4 0-16,-5 6 0 15,-5 1 0-15,-8-1 0 16,-4 1 0-16,-1-1 0 0,-3-4 0 16,3-1 0-16,0-6 0 15,8 0 0-15,1-3 0 16,6-3 0-16,3-7 0 0,5 1 0 15,7-4 0-15,8-2 0 16,6-4 0-16,3-2 0 16,-5-9-3-16,6 7-83 15,6 0-3-15</inkml:trace>
  <inkml:trace contextRef="#ctx0" brushRef="#br1" timeOffset="189351.11">3537 16892 511 0,'0'0'0'0,"0"0"0"0,0 0 0 15,0 0 0-15,0 0 0 16,-7-5 0-16,7 5 0 15,0 0 0-15,-9-3-41 16,9 3-50-16</inkml:trace>
  <inkml:trace contextRef="#ctx0" brushRef="#br1" timeOffset="190618.38">4337 16149 396 0,'0'0'5'0,"0"-7"2"0,0 7 3 16,0-13 2-16,-2 3-1 15,-6 3 1-15,-2-3 0 16,-5 5 0-16,-2 2-3 16,-3 1-4-16,0 2-3 15,-5 2-1-15,0 8 0 0,3 3-1 16,0 4 0-16,1 3-1 15,9 5 0-15,-1 4-1 16,4 6 1-16,5-1 0 16,4 7 0-16,9 3 0 0,4 0 1 15,-1 9-1-15,3-4 1 16,2 3 1-16,-2 5 1 16,-3 0-1-16,0 5 1 15,-6 3 1-15,-3 2 1 0,-3-1 1 16,-3 6 0-16,-3-35-3 15,2 6-2-15,-1-2 0 16,-2 5 0-16,-1-2 0 16,0 6 0-16,-1-1 0 15,-1 0 0-15,3 1 0 0,-4 2 0 16,1-2 0-16,1-1 0 16,-2 0 0-16,2 3 0 15,1-7 0-15,-2 5 0 16,0-8 0-16,3-3 0 0,7-39 0 15,-7 33 0 1,-1-1 0-16,3-5 0 0,2-2 0 16,3-25 0-16,-4 24 0 15,-4 1 0-15,8-25 0 16,0 0 0-16,0 0 0 16,0 0 0-16,0 0 0 15,0 0 0-15,3 3 0 16,2 2 0-16,-1 0 0 0,54 15 0 15,-29-20 0 1,-3 0-13-16,0 0-58 0,3 0-15 16</inkml:trace>
  <inkml:trace contextRef="#ctx0" brushRef="#br1" timeOffset="191234.61">4737 16302 373 0,'0'0'5'0,"0"0"5"0,0 0 1 16,0 0 2-16,0 0 1 16,-12-4 0-16,12 4 1 0,-15 0 1 15,5 2-6 1,-1 8-3-16,-1 3-3 0,3 4-1 16,1 2-1-16,0 3-1 15,8 3 0-15,0-2-1 16,5-1 1-16,8-2-1 0,4-5 0 15,6-3 1-15,4-6-1 16,3-6 1-16,0 0 0 16,2-8 0-16,-2-7 1 15,-3-5-1-15,-7-5 1 16,-3-2 0-16,-9-5-2 0,-8-3 0 16,-3 5 0-16,-9 1 0 15,-8 4 0-15,-5 8 0 0,-5 9 0 16,-1 8 0-16,2 8 0 15,-1 13-4-15,4 4-12 16,8 11-68-16,3 0-4 16</inkml:trace>
  <inkml:trace contextRef="#ctx0" brushRef="#br1" timeOffset="191717.55">4760 16756 432 0,'0'0'4'0,"0"0"2"15,0 0 1-15,-5-10 1 0,5 10 0 16,-11-3 1-16,2 3 1 16,-4 3-1-16,1 5-3 15,0 6-2-15,1 5-1 16,-1 5-2-16,5-2 1 0,4 3-2 16,6-3 2-16,6 0-2 15,9-5 0-15,1-2 0 16,6-7 0-16,8-6 0 15,-3-2 0-15,4-2 0 0,1-11 0 16,-8-4 0-16,1-3 0 16,-8-2 0-16,-6-3 0 15,-11-2 0-15,-3 2 0 16,-10 3 0-16,-8-1 0 16,-3 6 0-16,-7 7 0 0,-4 2 0 15,0 6 0-15,2 8 0 16,0 0-15-16,10 4-57 15,3 8-15-15</inkml:trace>
  <inkml:trace contextRef="#ctx0" brushRef="#br1" timeOffset="192250.96">4757 17181 454 0,'0'0'4'0,"0"0"2"0,0 0 1 0,-6-2 1 16,6 2 0-16,-12 0 0 16,12 0 1-16,-14 13-2 15,6-1-7-15,8-12 0 0,-7 20 0 16,2-8 0-16,2 1 0 15,3-1 0-15,0 0 0 16,3 1 0-16,4-1 0 0,3 1 0 16,3-4 0-16,3-3 0 15,0 1 0-15,1-7 0 16,-17 0 0-16,43 0 0 16,-14-13 0-16,1-11 0 15,-10-4 0-15,-15 2 0 16,-7-2 0-16,-16 8 0 15,-5 13 0-15,-6 1 0 0,7 9 0 16,7 5-71-16,3-3-16 16</inkml:trace>
  <inkml:trace contextRef="#ctx0" brushRef="#br1" timeOffset="192501.09">4824 17677 511 0,'0'0'0'0,"0"0"0"16,0 0 0-16,0 0 0 16,-2 10 0-16,2-10 0 15,-3 18 0-15,3-6 0 0,0-12 0 16,0 0 0-16,-5 25 0 15,1 0 0-15,0-8-10 16,2 5-56-16,2-22-22 16,0 27-2-16</inkml:trace>
  <inkml:trace contextRef="#ctx0" brushRef="#br1" timeOffset="193169.58">5264 16104 413 0,'0'0'2'16,"0"0"2"-16,0 0 3 16,0 0 1-16,-5-10 2 0,5 10 0 15,0 0 1-15,0 0 1 16,10-2-1-16,3 2-3 16,8 0-2-16,4 0-2 0,7 0-1 15,11 0-1-15,4 0-2 16,2 0 0-16,-1 2 0 15,7 6 0-15,-13 2 0 16,-4 9 0-16,-9 4 0 16,-9 14 0-16,-13 5 0 0,-6 10 0 15,-2 8 0-15,-14 13 0 16,-5 5 0-16,1 6 0 16,-1 5 0-16,-3-2 0 15,4 5 0-15,-1-3 0 0,12-45 0 16,4 6 0-16,-7-2 0 15,6 0 0-15,0-1 0 16,3 5 0-16,2-2 0 0,-2 4 0 16,2-1 0-16,0-2 0 15,0-1 0-15,0 2 0 16,2-2 0-16,-2-3 0 16,0-3 0-16,0 3 0 15,0-4 0-15,0-43 0 16,0 34 0-16,-5 3 0 0,-3-7 0 15,1 0 0-15,-3-11 0 16,-2 4 0-16,12-23 0 16,-26 20 0-16,2 0 0 15,6-11 0-15,-3 0 0 16,-2-5-14-16,3 3-19 16,-5-7-52-16,5 3-1 15</inkml:trace>
  <inkml:trace contextRef="#ctx0" brushRef="#br1" timeOffset="193484.27">6156 16917 502 0,'0'0'0'0,"0"0"1"16,0 0 0-16,12-11-1 15,1 7 1-15,6-6 0 16,4 2 0-16,7 1-3 15,2-2-13-15,-14 1-68 0,26-2-2 16</inkml:trace>
  <inkml:trace contextRef="#ctx0" brushRef="#br1" timeOffset="193634.56">6135 17031 511 0,'0'0'0'0,"9"2"0"0,3-2 0 15,13 0 0-15,7 0 0 16,10-2 0-16,10 2-14 0,27-5-70 16,-8-8-2-16</inkml:trace>
  <inkml:trace contextRef="#ctx0" brushRef="#br1" timeOffset="195033.93">7328 15913 408 0,'0'0'3'0,"0"0"2"15,0-9 1-15,0 9 0 16,-4-12 0-16,4 12 1 0,-21-15 0 16,7 6 0-16,-4 8-2 15,-7 1-2-15,1 0 0 16,-3 10-1-16,-6 1-1 0,6 10 0 16,0 6 0-16,4 3 0 15,6 9-1-15,4 4 1 16,8 8-1-16,5 2 0 15,7 8 0-15,9 1 1 0,1 5-2 16,3 5 1-16,0 5 1 16,-4 2 2-16,-2 3 2 15,-4 4 1-15,-6 3 1 0,-4 6 0 16,-2-49-1 0,-3 7-3-16,0-1-3 0,-3 5 0 15,0 0 0-15,-3 7 0 16,-2-2 0-16,1 2 0 15,-4-4 0-15,0 4 0 0,0-4 0 16,-1-1 0 0,2-2 0-16,1-3 0 15,2-1 0-15,-1-4 0 0,1-2 0 16,12-47 0-16,-11 35 0 16,1 0 0-16,8-12 0 15,-1 2 0-15,3-25 0 16,0 0 0-16,5 6 0 15,5 2 0-15,42 2 0 0,-24-10 0 16,9-5 0-16,45-10 0 16,-33 11 0-16,4-5 0 15,2 4-40-15,2 1-45 16,-2-6-2-16</inkml:trace>
  <inkml:trace contextRef="#ctx0" brushRef="#br1" timeOffset="195634.27">7624 16167 419 0,'0'0'5'0,"0"0"2"16,0 0 3-16,0 0 0 15,0 0 0-15,0 0 0 16,0 0 1-16,5 14 0 0,-2 3-5 15,-3 6-2-15,5 4-2 16,-3 2-1-16,3 6 0 16,-3-2-1-16,6-4 0 15,-5-4 0-15,-1-7-1 0,3-4 0 16,-5-3 1-16,0-11-1 16,0 0 0-16,0 0 1 15,-5-16-1-15,0 2 1 16,1-11 0-16,-2-3 1 0,3-7-1 15,-1-2 2-15,1-2-1 16,3-3 2-16,0 4-1 16,0 4-2-16,5 4 0 15,0 6 0-15,3 6 0 16,4 4 0-16,0 11 0 0,6 3 0 16,0 3 0-16,1 11 0 15,1 5 0-15,-3 4 0 16,-2 7 0-16,-5-1 0 0,-10 4 0 15,0 0 0-15,-7-4-2 16,-11-4-7-16,-1 0-6 16,-6-9-19-16,-12 2-52 15,14-8 0-15</inkml:trace>
  <inkml:trace contextRef="#ctx0" brushRef="#br1" timeOffset="196084.27">7848 16331 475 0,'0'0'4'0,"0"0"2"0,0 0 1 16,-7-7 1-16,7 7 0 16,0-6-5-16,0 6-3 0,0-10 0 15,0 10 0-15,0 0 0 16,9-3 0-16,-1 3 0 15,2 5 0-15,0 3 0 0,-1 1 0 16,2 4 0-16,-6-1 0 16,2 1 0-16,-7-1 0 15,0 0 0-15,-5-2 0 16,5-10 0-16,-15 15 0 16,15-15 0-16,-12 8 0 15,12-8 0-15,0 0 0 0,-10-13 0 16,10 1 0-16,5-4 0 15,5 0 0-15,2-4 0 16,1-1 0-16,-1 5 0 0,1 3 0 16,-4 5 0-16,1 4 0 15,-10 4 0-15,13 17 0 16,-11 3 0-16,-2 2 0 16,0 5 0-16,3 3 0 0,-1 0 0 15,3 0 0-15,0-6-15 16,10-9-65-16,0 5-8 15</inkml:trace>
  <inkml:trace contextRef="#ctx0" brushRef="#br1" timeOffset="196617.47">7644 16746 483 0,'0'0'3'0,"0"0"1"15,0 0 1-15,0 0 0 0,0-10 1 16,0 10-1-16,0 0-5 15,0 7 0-15,0 4 0 16,0 6 0-16,0 2 0 16,2 3 0-16,2 1 0 15,-2 2 0-15,0-5 0 0,1-1 0 16,-1-3 0-16,1-4 0 16,-3-12 0-16,0 10 0 15,0-10 0-15,0 0 0 0,-5-13 0 16,0 1 0-16,-1-8 0 15,1-2 0-15,3-3 0 16,0-5 0-16,-3 5 0 16,5-2 0-16,0 5 0 0,0-1 0 15,7 6 0-15,0 8 0 16,4 1 0-16,1 8 0 16,3 3 0-16,0 7 0 15,3 4 0-15,-9 6 0 16,3 0 0-16,-6 2 0 0,-4 1 0 15,-2-1 0-15,-8 0-13 16,1-2-10-16,-5 4-53 16,-2-10-11-16</inkml:trace>
  <inkml:trace contextRef="#ctx0" brushRef="#br1" timeOffset="197034.26">7890 16783 455 0,'0'0'2'0,"0"0"3"0,0 10 0 16,0-10 1-16,-10 15-1 15,5-5 1-15,-2-1 0 0,3 4 1 16,2-3-3-16,2-10-2 16,0 15 0-16,11-12-1 15,1-1 0-15,1-2 1 16,4-5 0-16,3-2-2 15,-3-3 0-15,-2-1 0 16,0-1 0-16,-2 2 0 0,-6 0 0 16,-2 3 0-16,-5 7 0 15,0-11 0-15,0 11 0 16,0 0 0-16,-7 9 0 0,4 3 0 16,1 3 0-16,2 5 0 15,0 2 0-15,0 0 0 16,5 6 0-16,-1-1 0 15,-1-2 0-15,-1 0 0 0,-2-1 0 16,-2-2 0-16,-8 1 0 16,-5-1 0-16,-4-5-12 15,-4 1-21-15,-2-1-52 16,-12-4 0-16</inkml:trace>
  <inkml:trace contextRef="#ctx0" brushRef="#br1" timeOffset="197617.95">7620 17209 491 0,'0'0'4'0,"0"0"0"0,0 0 0 15,0 0 1-15,0 0-2 16,0 13-3-16,0-13 0 16,0 14 0-16,2-1 0 15,0-1 0-15,1 0 0 16,-3 8 0-16,2-2 0 0,-2 1 0 15,3 1 0-15,-1 3 0 16,-2-4 0-16,3 4 0 16,-3-1 0-16,0-7 0 15,0 0 0-15,0-3 0 0,0-12 0 16,0 10 0-16,0-10 0 16,-3-5 0-16,1-7 0 15,-3-12 0-15,0-19 0 16,3-4 0-16,2 2 0 15,0 0 0-15,7 6 0 0,0 12 0 16,5 6 0-16,6 14 0 16,0 7 0-16,1 0 0 15,1 7 0-15,0 6 0 0,-20-13 0 16,16 18 0-16,-10-8 0 16,-1 2 0-16,-5 3 0 15,0-3 0-15,0 0 0 16,-2 3 0-16,-8 1-2 15,3-2-16-15,-6-2-29 0,1-2-39 16,5 0 0-16</inkml:trace>
  <inkml:trace contextRef="#ctx0" brushRef="#br1" timeOffset="197983.91">7858 17345 469 0,'0'0'5'0,"0"0"2"16,0 0 1-16,0 0 2 16,0 0-1-16,0 0-6 0,0 0-3 15,0 0 0-15,0 0 0 16,0 0 0-16,0 0 0 16,0 0 0-16,6-2 0 15,-6 2 0-15,19-3 0 0,-12 3 0 16,6 0 0-16,-6 0 0 15,3 5 0-15,-2-2 0 16,-8-3 0-16,12 13 0 16,-7-4 0-16,-1-2 0 15,-4 6 0-15,0-3 0 0,-2 0 0 16,-3 4 0-16,0-1 0 16,-2 2 0-16,-1-3 0 15,6 1 0-15,-3-1 0 0,2-2 0 16,3-10 0-16,3 15 0 15,-3-15 0-15,18 7-8 16,-9-4-78-16,7-3-2 16</inkml:trace>
  <inkml:trace contextRef="#ctx0" brushRef="#br1" timeOffset="198323.52">7705 17731 509 0,'0'0'2'0,"0"0"-2"0,0 0 0 0,0 0 0 16,0 0 0-16,-4 13 0 15,4-13 0-15,0 0 0 16,0 0 0-16,0 0 0 16,0 12 0-16,0 1 0 0,2-1-17 15,3 28-51-15,1-15-19 16</inkml:trace>
  <inkml:trace contextRef="#ctx0" brushRef="#br1" timeOffset="199067.01">8176 15958 313 0,'0'0'5'0,"0"0"5"0,0 0 2 16,-2-12 2-16,2 12 1 15,0-13 1-15,0 13-1 16,2-17 2-16,10 10-4 0,6 2-4 16,4 0-3-16,8 2 0 15,2 3-1-15,6 0 0 16,1 3-1-16,1 7-1 0,-6-1 0 15,-1 6-1-15,-8 8 1 16,-5 4 1-16,-6 10-1 16,-6 8 0-16,-5 12 0 15,-3 7 0-15,-8 11 0 16,1 12-1-16,-3 3 1 0,-3 8 0 16,3 0 0-16,1 1 2 15,4 1-5-15,-3-4 0 16,8-46 0-16,-3 2 0 15,1-3 0-15,2 6 0 16,0-3 0-16,0 3 0 0,0-4 0 16,0 4 0-16,0-5 0 15,2 4 0-15,1-5 0 16,-3-2 0-16,5-2 0 16,-2-1 0-16,2-4 0 15,0-3 0-15,-5-37 0 0,2 35 0 16,0-5 0-16,1-5 0 15,-3-3 0-15,0-22 0 16,0 22 0-16,-3 0 0 16,3-22 0-16,0 0 0 15,-9 9 0-15,-4-2 0 16,-29 15 0-16,19-15 0 16,-4 1 0-16,-3 2 0 0,-10 2-79 15,-39 13-8-15</inkml:trace>
  <inkml:trace contextRef="#ctx0" brushRef="#br1" timeOffset="205569.35">19218 6254 213 0,'0'0'1'15,"0"0"1"-15,-12-7 2 16,-4 2-1-16,0 1 1 15,-10-2 0-15,-6-1 1 0,-11 2 3 16,-6 2 3-16,-3 1-2 16,-6 0 0-16,1 2 1 15,-1 0-1-15,-2 2 1 16,5 3-2-16,0 3-3 16,7 2-3-16,2-1-1 0,0 1 0 15,5 5-1-15,1-1 0 16,3 4 0-16,-4 0-1 15,9 2 1-15,2-3 0 16,3 5-1-16,3-2 1 0,4 5-1 16,-1-3 1-16,7 5-1 15,1-2 0-15,3 3-1 16,1 1 0-16,2 3 0 0,1 8 0 16,1-1-1-16,0 4 0 15,5 3 1-15,0 7 0 16,3-2-1-16,1 10 2 15,1-2-1-15,3 0 2 0,0 5-1 16,-4 9 1-16,-1 0 0 16,-1 7 0-16,-2-1 0 15,0 5 0-15,-5 1 0 16,1-2 1-16,-4 5 1 0,4-2-1 16,-5 3 3-16,2-2-1 15,0 5 0-15,2-6 0 16,-5 8 0-16,2 5 0 15,-1 1 0-15,2-6 0 16,-4 5 0-16,1-2-1 0,1 7 0 16,0 0 0-16,0-5 0 15,4 0 0-15,-2-5-1 16,4 0 0-16,3 0-1 0,0 3 1 16,0-8 0-16,5-3 0 15,0 1 0-15,0-5-1 16,2-1 0-16,-5 2 0 15,1-4 0-15,-3 1 1 0,0 1-1 16,-3-2 0-16,-1-1 0 16,-1 0 0-16,0 0 0 15,-2 0 0-15,-1 0-1 16,3 1 1-16,-2-3 1 16,2 1 1-16,0-1 0 0,-1 1 1 15,4-2 1-15,-3-1-1 16,3 0 1-16,-1-2-1 15,1 0 0-15,-1-2 0 16,3 2-3-16,0-1 3 0,0 2-2 16,0 1 0-16,0-2 1 15,0-1 0-15,0 3-1 16,0 6 0-16,0-4 1 0,0 4-1 16,0-3-1-16,0 0 1 15,-2-4-1-15,0 2 0 16,-3-1 1-16,-1 1-1 0,1-6 2 15,0 3-4-15,3 3 4 16,-1-1-2-16,1-1-2 16,2 2 1-16,0-1 1 15,0 6 0-15,0-6 0 16,0 6 1-16,0-4 2 0,2-2-2 16,-2 1 2-16,3-6 0 15,-3-2-1-15,0-5 0 16,0-3-1-16,0-6 0 15,0-4 0-15,0-3-1 16,2-3 0-16,-2 1 0 0,0-6-1 16,3-1 2-16,-1-7-1 15,-2 2 0-15,2-6 0 16,1-1-1-16,0-2 1 0,-3-3-1 16,3-2 0-16,-3-6 1 15,0 1 0-15,0-6 0 16,0-7 1-16,0 9 0 15,0-9 1-15,0 0 0 0,0 0 0 16,0 0 0-16,0 0 1 16,12 0 1-16,0 0 1 15,13-4 1-15,12-7 1 16,15-1 1-16,28-7 0 16,22-1 0-16,32 2-8 0,20 13-56 15,40-16-18-15</inkml:trace>
  <inkml:trace contextRef="#ctx0" brushRef="#br1" timeOffset="-210429.25">18457 7729 24 0,'0'0'1'16,"0"0"3"-16,0 0 2 16,0 0 0-16,16-5 1 0,-16 5 0 15,14-2 1-15,-6 2 2 16,4 0-2-16,6 0-2 16,-4 0-2-16,9 0 1 15,-4 0-1-15,6 0 0 0,-2 0 0 16,4 0-3-16,-1 0 0 15,1 0 0-15,-3 0 1 16,3 0-1-16,-5-3-1 16,9 0 0-16,4 0 1 15,-8 1-1-15,10 0 0 0,-8-1 1 16,9 1-1-16,-8 0 0 16,6 2 1-16,-10-3-1 15,6 3 0-15,-7 0 0 16,-1 0 0-16,2 0 1 0,4 0-2 15,-5 0 1-15,1 0 0 16,5 0 0-16,-6 3-1 16,9-3 1-16,-6 0 0 15,1 0 0-15,1 0 1 0,0 0-1 16,5 0 1-16,-5-3 2 16,2 3-2-16,-5-2 1 15,6 2 1-15,-6-5-1 16,3 5 0-16,-5 0 0 0,0-3 0 15,-3 3 0-15,3 0 1 16,0 0-1-16,-3 0 0 16,6 0 0-16,-7 0-1 0,4 0 1 15,-2 3-1-15,2-3 0 16,0 0-1-16,-1 0 1 16,-4 0 1-16,8 0-2 15,2 0 0-15,-5 0 0 0,7 0 0 16,-2 0-2-16,5 0 2 15,-6 0-1-15,8 0 0 16,-4 0 0-16,-1 0-1 16,0 0 1-16,0 2-1 0,1-2 1 15,-3 3 0-15,-2-3 0 16,1 2 0-16,-2 1 1 16,-2-1-2-16,3-2 2 15,-4 2 0-15,2 1 0 0,0-3 0 16,7 0 0-16,1 0 2 15,1 0-2-15,5-3 0 16,-7 1 0-16,8 2 1 16,-6-2-1-16,7 2 0 15,-9 0 0-15,2 0 0 0,-3 0 0 16,-2 0 0-16,2 0 0 16,-4 2 0-16,2-2 1 15,-3 0-1-15,3 0 0 16,-3 2 0-16,6 1 0 0,1-3 0 15,-2 2 0-15,6-2 0 16,-6 2 0-16,2 1 0 16,-1 0 0-16,4 0 0 15,-7-1 0-15,-5-2 0 0,2 3-1 16,1-3 1-16,-3 2 0 16,0-2 0-16,-1 0 0 15,3 2 0-15,3-2 0 0,-5 0 0 16,7 0 0-16,-4 0 1 15,4 0-1-15,-5 0 0 16,10 0 0-16,-2-2-1 16,-3 2 1-16,6-2 0 15,-9-1 0-15,8 3 0 0,-3-2 0 16,0-1 0-16,-4 3 0 16,-2-6 0-16,4 6 0 15,-2-2 0-15,-1 0 0 0,-1-1 0 16,4 1 0-16,-8 0 0 15,6-1 0-15,-3 1 0 16,1 2 0-16,-5-3 0 16,2 1 0-16,0-1 0 0,-1 3 0 15,3-3 1-15,-2 3-2 16,5-2 1-16,-3 0 0 16,1 2 1-16,-1-3-1 15,6 3 0-15,-8-2 0 16,5 2 0-16,-9 0 0 0,4-3 0 15,0 3 0-15,-6 0 0 16,3 0 0-16,-1-2 0 16,2 2 1-16,-4 0-1 15,4 0 0-15,-1 0 0 0,4 0 0 16,-2-3 0-16,3 3 0 16,3-2-1-16,0 2-1 15,0-3 0-15,-3 3 0 16,5-3 1-16,-4 3-1 0,2 0-1 15,-5 0 2-15,0-2 1 16,-4 2-1-16,4 0 1 16,-2 0 0-16,-1-2 0 0,3 2 0 15,0-3 0-15,-3 3 0 16,3-1 1-16,3-3 0 16,-2 2 2-16,4-1-1 15,-3 2 0-15,6-3 2 16,-3 4 1-16,7-3-1 0,-2 2 1 15,0 1-1-15,0 0 2 16,-6-3-1-16,4 3 2 16,-8 0 0-16,2-3-1 15,-8 3 1-15,2 0 0 0,-7-1 1 16,4 1-1-16,-4 0-2 16,-1 0 1-16,-2 0-2 15,3 0 1-15,-4 0-3 16,0 0 0-16,-10 0-1 0,13 1 1 15,-13-1 1-15,9 3-1 16,-9-3 2-16,0 0 1 16,0 0 4-16,0 0 0 0,0 0 1 15,0 0 1-15,0 0-1 16,0 0-2-16,0 0-2 16,0 0-18-16,0 0-46 15,0 0-9-15</inkml:trace>
  <inkml:trace contextRef="#ctx0" brushRef="#br1" timeOffset="-196128.88">19337 10511 109 0,'0'0'5'0,"0"0"3"0,0 0 0 0,0 0 4 0,0 0 0 16,0 0 1-16,0 0 2 15,-2-10 0-15,2 10-3 0,0 0-5 16,0 0 0-1,7-8-3-15,-7 8-1 0,13-2-2 16,-6 2-1-16,5 0 0 16,4 0-1-16,3-3 1 15,6 3 0-15,2 0 0 0,8 0 0 16,2 0 0-16,4 3-1 16,-2-3-3-16,5 2 1 15,-6-2 0-15,9 0-2 16,-10 0 2-16,-5 0-2 0,6 0 1 15,-5 0 2-15,1 0-1 16,-2 0 2-16,8 0 1 16,1 0 0-16,5 0 0 15,2-2 0-15,-1 2-1 0,5 0-1 16,-3-3-1-16,1 3 0 16,-3 0 0-16,-4-2-1 15,-1 2 1-15,-5 0-1 16,-5 0 1-16,-2 0 2 0,-3 0-1 15,-2 0 2-15,-2-3 0 16,-3 3 2-16,-1 0-2 16,4-2 1-16,0 2-1 0,6-3 1 15,-5 1-1-15,10 0 0 16,-3-1 1-16,5 0-1 16,-2 1 0-16,3-1 0 15,-4 3-1-15,1-1 1 16,-1 1-1-16,-1-4 1 0,0 4-1 15,0-2 1-15,1 2 0 16,-4 0-2-16,4-2 2 16,-4 2-1-16,7 0 1 15,1-3-1-15,-2 3 1 0,2 0 0 16,0-2-1-16,3 2 1 16,-2 0 0-16,3 0 0 15,-6 0 0-15,0 0 0 16,0 0 0-16,-6 0 1 0,4 0-1 15,-3 0 0-15,-3 2 0 16,-2-2 1-16,4 3-1 16,-3-3 0-16,4 0 0 15,-8 0 1-15,8 0-1 0,0 0 0 16,-4 0 0-16,4 0 0 16,-2 0 0-16,1 0 0 15,-6 0 0-15,5 0 0 16,-6-3 0-16,-3 1 0 0,4-1 2 15,0 1-2-15,-2 0 0 16,7-2 0-16,-1 3 0 16,3 1 0-16,2 0 1 15,-2 0-1-15,5 0 0 0,-5 0 0 16,-1 0 0-16,1 0 0 16,-5 0 1-16,-2 0-1 15,2 0 0-15,-1 0 0 16,-4 0 0-16,4 0 0 0,-2 0 1 15,2 0-1-15,-2 0-1 16,3 0 1-16,-2 0 1 16,-1 0-1-16,-1 0 0 0,3 0-1 15,-5 0 1-15,1 0 1 16,1 0-1-16,-5-3 0 16,2 3 0-16,-3-2 0 15,0-1 0-15,-1 3 1 16,7-3-1-16,-7 3 0 0,6-2 0 15,1 2 0-15,0 0 0 16,-1-3 0-16,6 3 0 16,-4 0 0-16,6 0-1 15,-4 0 1-15,3 0-1 0,1 0 1 16,-8 0-1-16,10 0 1 16,-9 0 0-16,9 3-1 15,-6-3 1-15,7 2 1 0,4-2-1 16,3 0 8-16,-1 3 2 15,5-3 2-15,0 3-1 16,0-3-1-16,0 2 1 16,-7-2 0-16,5 3 0 0,-10-3-8 15,2 1-2-15,0 3-1 16,-1-2 1-16,1 0-1 16,-5 1 0-16,3-1 0 15,-6 3 1-15,6-3-1 16,-7 2 0-16,2-3 2 0,2 4-2 15,-5-2 0-15,5 2 1 16,-2-3-1-16,0 1 1 16,-2-3-1-16,4 2-1 15,-3 1 0-15,1-1-3 0,-2 1 1 16,5-3-1-16,-3 2-2 16,2 1 1-16,-3-3 0 15,3 0 1-15,3 3 1 0,-2-3-1 16,-1 0 3-16,-4 0 2 15,1 0 3-15,-6 0 0 16,1 0 0-16,-6 0 3 16,0-3 0-16,-6 0-1 15,3 1 1-15,-10 2-2 0,15-8 0 16,-15 8-1-16,17-7-2 16,-17 7 0-16,16-5 0 15,-16 5 1-15,9-5-1 16,-9 5 2-16,0 0-3 15,0 0 1-15,0 0-7 0,0 0-15 16,12-3-40-16,-12 3-4 16</inkml:trace>
  <inkml:trace contextRef="#ctx0" brushRef="#br1" timeOffset="-191245.81">11809 15359 321 0,'0'0'7'0,"0"0"4"0,0 0 4 15,0-10 3-15,0 10 3 16,0-10-1-16,0 10 1 16,-8-12-1-16,8 12-5 0,-15-13-5 15,2 8-3-15,1 3-3 16,-6-1-2-16,-1 3-1 15,-6 0-1-15,0 5 1 16,2 8-1-16,-1 1 0 0,4 4 0 16,-2 4 0-16,2 3 0 15,7 4 0-15,4 6 0 16,4 2 1-16,5 2-2 16,0 9 1-16,5 1-1 0,4 6 1 15,2 4-1-15,1 8 2 16,0 2-1-16,-1 9 1 15,-4 1-1-15,-5 7 1 16,-2 1 0-16,0 3 2 16,-5 6-2-16,-8-2 1 0,4 1 2 15,-3-1 1-15,-4-1-5 16,4 1 0-16,5-46 0 16,-1 4 0-16,3 0 0 0,-2 8 0 15,-3-9 0-15,2 9 0 16,1-3 0-16,-3 5 0 15,5-3 0-15,-3 6 0 16,1-8 0-16,0 4 0 16,2-4 0-16,-2 1 0 0,-1-4 0 15,3-2 0 1,-2-2 0-16,-1-9 0 0,8-41 0 16,-6 38 0-16,2-4 0 15,1-6 0-15,-2-4 0 16,5-24 0-16,-4 25 0 15,-1 0 0-15,5-25 0 16,0 0 0-16,0 0 0 16,0 0 0-16,0 0 0 0,0 0 0 15,0 0 0-15,0 0 0 16,0 0 0-16,0 0 0 16,2 3 0-16,3-1 0 15,60 5 0-15,-40-7 0 16,9-2 0-16,1-3 0 15,4 5 0-15,41-7 0 0,-38 7-13 16,-1-5-72-16,1-1-2 16</inkml:trace>
  <inkml:trace contextRef="#ctx0" brushRef="#br1" timeOffset="-190495.62">12298 15686 346 0,'0'0'7'16,"0"0"3"-16,-3-15 6 0,3 15 2 0,0-15 1 16,0 7 1-16,0-2 1 15,0 10 1-15,0-11-6 0,0 11-4 16,0 0-8-16,0 0-4 16,0 0 0-16,0 0 0 15,-2 9 0-15,-1 6 0 16,3 5 0-16,-2 2 0 0,2 0 0 15,0 8 0-15,0-1 0 16,0-5 0-16,5 0 0 16,-3-7 0-16,1-2 0 15,-3-5 0-15,0-10 0 16,0 0 0-16,0 0 0 0,1-5 0 16,-1-10 0-16,0-7 0 15,0-9 0-15,0 0 0 16,7-6 0-16,-5-3 0 15,5 0 0-15,-2 3 0 0,2 3 0 16,6 3 0-16,-3 10 0 16,0 1 0-16,3 7 0 15,3 9 0-15,0 1 0 0,1 6 0 16,1 7 0-16,-3 5 0 16,-1 4 0-16,-4 3 0 15,-8 3 0-15,-2 3 0 16,-2-1 0-16,-10-2 0 0,-6 0 0 15,-3-6 0-15,-2-2 0 16,-5 1-3-16,6-3-18 16,0-5-63-16,4-3-5 15</inkml:trace>
  <inkml:trace contextRef="#ctx0" brushRef="#br1" timeOffset="-190012.47">12534 15745 475 0,'0'0'4'0,"0"0"1"16,0 0 2-16,0 0 0 16,0-12 1-16,0 12-3 0,0 0-5 15,10-10 0-15,0 5 0 16,5 5 0-16,-2 0 0 0,1 7 0 15,1 3 0-15,2 3 0 16,-4 1 0-16,-1 1 0 16,-4-1 0-16,-4 4 0 15,-4-5 0-15,-4 2 0 16,-4-8 0-16,-4 1 0 16,4-1 0-16,-2-4 0 0,1-3 0 15,9 0 0-15,-11-10 0 16,11-3 0-16,3-4 0 15,7-6 0-15,2 1 0 0,9 0 0 16,-5 0 0-16,5 1 0 16,-4 7 0-16,0 3 0 15,-4 10 0-15,-6 1 0 16,-2 10 0-16,-5 6 0 0,0 5 0 16,0 4 0-16,0 2 0 15,0 4 0-15,3 0 0 16,0-1 0-16,3-5-6 15,10-23-47-15,-2 23-33 16,2-3-1-16</inkml:trace>
  <inkml:trace contextRef="#ctx0" brushRef="#br1" timeOffset="-189429.13">12320 16359 467 0,'0'0'3'0,"0"0"0"0,0 0 1 15,0 0 1-15,0 0-1 16,-5 10 1-16,5 5 0 16,0 3 1-16,3 2-3 15,2 4-1-15,-1 6-1 0,0-2 0 16,1-2 1-16,-1 2-2 15,-1-6-2-15,-3 0 2 16,0-7 0-16,0-2 0 16,0-6-1-16,0-7 2 0,0 0-2 15,0 0 0-15,-7-18 3 16,4 1-2-16,1-8 0 16,-2-4 0-16,4-7 2 15,0 5-4-15,6-2 4 16,1 3-2-16,1 1 0 0,1 7 0 15,4 3 0-15,-1 8 0 16,6 5 0-16,1 6 0 16,-1 3 0-16,2 5 0 0,-3 6 0 15,-4 7 0-15,-1-1 0 16,-7 1 0-16,-3 4-6 16,-6-2-4-16,-4-1-5 15,-12-6-18-15,-10 1-52 0,11-1 0 16</inkml:trace>
  <inkml:trace contextRef="#ctx0" brushRef="#br1" timeOffset="-188978.8">12611 16483 400 0,'0'0'4'0,"0"0"2"16,0 0 3-16,0 0 0 0,0 10 1 15,0-10 1-15,-8 18-1 16,8-8 1-16,0 2-4 16,0-2-2-16,0-1-2 15,8 1 0-15,2-2-1 0,2-3 0 16,4-3 1-16,0-2 0 16,5 0 1-16,-4-7 0 15,0-1 1-15,-4 1-5 16,-3 0 0-16,-2-4 0 0,-8 11 0 15,6-11 0-15,-6 11 0 16,0 0 0-16,0 0 0 16,0 0 0-16,-2 7 0 15,2 3 0-15,0 5 0 0,0 2 0 16,2 6 0-16,1 2 0 16,3-1 0-16,-2 5 0 15,-4 1 0-15,0 0 0 16,0-3 0-16,-7-3 0 0,-6 0 0 15,-1-5 0-15,-7-1 0 16,-4-8 0-16,0 0 0 16,-1-8-7-16,-4-2-59 15,3 0-21-15,4-5-2 0</inkml:trace>
  <inkml:trace contextRef="#ctx0" brushRef="#br1" timeOffset="-188311.85">12276 17070 482 0,'0'0'3'0,"0"0"1"0,0 0 1 16,0 0 1-16,-11 9 1 15,11-9-3-15,0 19-4 16,0-2 0-16,3 5 0 15,3-4 0-15,-4 0 0 16,0 1 0-16,3 3 0 16,-2 0 0-16,-1 3 0 0,3 0 0 15,-3 2 0-15,1-4 0 16,-2-1 0-16,3 0 0 16,-1-2 0-16,-1-5 0 15,1 0 0-15,-3-5 0 0,0-10 0 16,0 8 0-16,0-14 0 15,-3-19 0-15,1-12 0 16,-1-14 0-16,-2-5 0 16,2-3 0-16,3 4 0 15,0 6 0-15,4 18 0 0,3 3 0 16,2 8 0-16,1 2 0 16,5 6 0-16,0 4 0 15,3 3 0-15,-2 1 0 0,5 4 0 16,-3 2 0-16,-2 5 0 15,-1 6 0-15,-5 2 0 16,-2 5 0-16,-8-3 0 16,-3 4 0-16,-6-2 0 15,-9-2 0-15,-1-1 0 0,-6 1 0 16,-1-6 0-16,-1 3 0 16,0-6 0-16,2-2-18 15,-10-4-66-15,20 1-2 0</inkml:trace>
  <inkml:trace contextRef="#ctx0" brushRef="#br1" timeOffset="-187812.47">12457 17261 436 0,'0'0'6'0,"0"0"4"0,0 0 2 16,0 0 0-16,0 0 1 16,0 0 1-16,0 0-6 15,0 0-8-15,0 0 0 16,0 0 0-16,5 10 0 15,-5-10 0-15,15 5 0 0,-2-5 0 16,-4 0 0-16,6 3 0 16,3-1 0-16,-3 0 0 15,2 1 0-15,-2-1 0 16,0 3 0-16,2-2 0 16,-5 5 0-16,-4-1 0 15,-8-7 0-15,18 12 0 0,-18 1 0 16,0-1 0-16,-5 1 0 15,-4 1 0-15,0-2 0 16,-1 1 0-16,-3 2 0 0,1 0 0 16,0-1 0-16,4-2 0 15,3-1 0-15,3-1 0 16,2 0 0-16,9-3 0 16,2-4 0-16,6-3-82 0,5 0-6 15</inkml:trace>
  <inkml:trace contextRef="#ctx0" brushRef="#br1" timeOffset="-186888.97">13021 15433 340 0,'0'0'9'0,"0"0"3"0,-7-10 2 16,7 10 2-16,0-15-1 15,0 5 2-15,4 3 0 16,9-3 0-16,7 2-6 0,7 1-4 15,10 2-1-15,5 5-1 16,8 0-1-16,5 10 0 16,-3 5-1-16,0 10 0 15,-4 12-2-15,-11 8 0 0,-5 14 0 16,-9 10 0-16,-11 11 0 16,-7 6-1-16,-5 8 1 15,-7 4-1-15,-3 3 2 16,-6 0 1-16,4-5-3 0,2 8 0 15,3-4 0-15,-3-1 0 16,5 2 0-16,3-3 0 16,-1 0 0-16,3-3 0 15,0-51 0-15,0 8 0 16,0-5 0-16,0 3 0 0,0-3 0 16,5 2 0-16,-2-6 0 15,-1 1 0-15,3-2 0 16,0-1 0-16,-3 0 0 0,3 1 0 15,-4-5 0-15,4 3 0 16,-1-6 0-16,-4 3 0 16,3-1 0-16,-3-36 0 15,2 49 0-15,-2-49 0 16,0 20 0-16,0-1 0 16,0-19 0-16,-5 27 0 15,-4-2 0-15,9-25 0 0,-8 23 0 16,-2-4 0-16,10-19 0 15,0 0 0-15,0 0 0 16,-10 10 0-16,2 0 0 16,-1 0 0-16,-3 0 0 15,-4-3 0-15,2-1 0 0,-34 11 0 16,24-12 0-16,-4-4 0 16,1-1 0-16,-3 4 0 15,-5-2 0-15,0-2 0 16,0 0 0-16,1 2-11 15,-3 1-76-15,-26-10-1 16</inkml:trace>
  <inkml:trace contextRef="#ctx0" brushRef="#br1" timeOffset="-186622.35">14111 16493 475 0,'0'0'3'0,"0"0"0"0,0 0 2 15,0 0 2-15,0 0-1 16,3-7 1-16,8 4-2 0,3 3-5 15,9-2 0-15,4 0 0 16,5 2-32-16,1 0-52 16,-4 0-5-16</inkml:trace>
  <inkml:trace contextRef="#ctx0" brushRef="#br1" timeOffset="-186495">14028 16587 478 0,'0'0'1'16,"0"0"0"-16,0 0 2 15,12 8 0-15,8-8 0 16,7 0 1-16,11 0-4 0,8-8-14 16,19-2-65-16,7-2-5 15</inkml:trace>
  <inkml:trace contextRef="#ctx0" brushRef="#br1" timeOffset="-185312.31">15707 15059 429 0,'0'0'6'0,"7"-10"2"15,-7 10 2 1,11-17 1-16,-11 7 0 0,0 0 0 16,0 0 0-16,-13-1 0 15,-7 11-8-15,-9 0-3 0,-4 0 0 16,-7 11 0-16,0 1 0 15,-1 8 0-15,0 5 0 16,2 4 0-16,6 9 0 16,4 4 0-16,12 5 0 0,1 4 0 15,14 10 0-15,2 0 0 16,12 6 0-16,8 2 0 16,5 4 0-16,3 1 0 15,-3 5 0-15,1 5 0 0,-7 0 0 16,-6 6 0-16,-4-1 0 15,-9 2 0-15,-5-2 0 16,-3 11 0-16,-4-6 0 16,2 0 0-16,-3 3 0 0,1-5 0 15,1 4 0-15,2-2 0 16,6-46 0-16,1 3 0 16,-3-4 0-16,-2 8 0 15,-1-8 0-15,3 8 0 16,-5-6 0-16,1 3 0 0,-2-2 0 15,1 1 0-15,1-3 0 16,-7-2 0-16,7-1 0 16,-7-3 0-16,2-2 0 15,14-40 0-15,-13 35 0 16,-15 29 0-16,28-64 0 0,-12 24 0 16,0 0 0-16,12-24 0 15,-13 21 0-15,-1 3 0 16,14-24 0-16,0 0 0 15,0 0 0-15,0 0 0 16,0 0 0-16,-5 11 0 16,-1-1 0-16,1 0 0 0,-2 1 0 15,7-11 0-15,0 0 0 16,0 0 0-16,0 0 0 16,0 0 0-16,0 0 0 15,3 1 0-15,1 2 0 16,54 22 0-16,-38-25 0 15,10 0 0-15,0 2 0 16,9-2 0-16,51 0 0 16,-44 0 0-16,7 0 0 0,-3-2 0 15,-1 2 0-15,-1 0 0 16,2 0 0-16,-11 0 0 16,1 2 0-16,-40-2-70 15,30 2-20-15</inkml:trace>
  <inkml:trace contextRef="#ctx0" brushRef="#br1" timeOffset="-184013.02">15948 15523 349 0,'0'0'8'16,"0"0"4"-16,0 0 3 0,0 0 1 16,0 0 2-16,0 0 2 15,0 0-2-15,0 0 1 16,0 0-6-16,0 1-4 16,0-1-2-16,-2 16-3 0,2-7-1 15,0 4-3-15,0-1 0 16,4-2 0-16,6-1 0 15,3 0 0-15,4-7 0 16,3-2 0-16,8-7 0 16,-1-6 0-16,5-7 0 0,-2-3 0 15,2-3 0-15,-4-12 0 16,-3-2 0-16,-6-1 0 16,-1-3 0-16,-8-4 0 15,-8 3 0-15,-2 1 0 0,-2 4 0 16,-10 8 0-16,-1 5 0 15,-4 7 0-15,1 5 0 16,2 11 0-16,-4 4 0 16,6 9 0-16,-1 9 0 0,6 7 0 15,2 8 0-15,0 5 0 16,5 7 0-16,0-1 0 16,7 3 0-16,5-2 0 0,9-3 0 15,-4-3 0-15,3-6 0 16,5-1 0-16,-3-12 0 15,3 5-13-15,8-6-75 16,-17-8-4-16</inkml:trace>
  <inkml:trace contextRef="#ctx0" brushRef="#br1" timeOffset="-183829.28">16422 15436 478 0,'0'0'2'0,"0"0"1"0,0 0 1 15,0 0 2-15,3 7-1 16,-3-7 1-16,5 15 1 16,0-3-7-16,-2 3 0 15,1 2 0-15,1 1 0 0,6-1 0 16,-4-2-15-16,-7-1-68 16,12 4-3-16</inkml:trace>
  <inkml:trace contextRef="#ctx0" brushRef="#br1" timeOffset="-182029.29">18369 15294 485 0,'0'0'5'0,"0"0"2"0,0 0 2 0,0 0-4 16,0 0-5-16,0 0 0 16,0 8 0-16,-4 2 0 15,-1 7 0-15,3 3 0 16,-3 4 0-16,3 7 0 0,-1 1 0 16,1 2 0-16,2-2 0 15,2 0 0-15,1-8 0 16,-8 0-83-16,5-7-9 0</inkml:trace>
  <inkml:trace contextRef="#ctx0" brushRef="#br1" timeOffset="-181823.91">18087 15412 466 0,'0'0'4'0,"0"0"0"0,0 0 2 15,0 0 1-15,8-1 1 16,2 1 0-16,8-3 0 0,3 1-8 16,9 2 0-16,7 0 0 15,6 0 0-15,4 0 0 16,-2 0 0-16,4-2-43 16,-8 2-41-16,-4 0-4 0</inkml:trace>
  <inkml:trace contextRef="#ctx0" brushRef="#br1" timeOffset="-181346.28">18723 15475 434 0,'0'0'2'16,"0"0"1"-16,0 0 1 16,0 0 1-16,0 0 2 15,0 12 0-15,0-12 1 0,3 15 1 16,-3-15-2-16,15 14 0 16,-3-6-1-16,6-5 0 15,4-3-2-15,3 0-2 16,2-11-2-16,-2 0 0 0,7-7 0 15,-4-4 0-15,-3-10 0 16,-1-3 0-16,-6-4 0 16,-6-6 0-16,-4 0 0 0,-6-4 0 15,-2 4 0-15,-2 3 0 16,-11 5 0-16,1 9 0 16,-1 9 0-16,-4 7 0 15,-1 9 0-15,4 8 0 16,1 17 0-16,3 5 0 0,1 16 0 15,-2-2 0-15,9 12 0 16,2-4 0-16,2 1 0 16,13-1 0-16,-3-6 0 15,6-4 0-15,-1-11 0 0,11-9-72 16,-6 2-17-16</inkml:trace>
  <inkml:trace contextRef="#ctx0" brushRef="#br1" timeOffset="-180929.15">19215 15418 477 0,'0'0'5'0,"0"0"3"0,0 0 1 0,0 0 1 16,-12-10-8-16,12 10-2 16,-10-10 0-16,10 10 0 15,-5-12 0-15,5 12 0 16,5-15 0-16,8 12 0 15,-1-2 0-15,3 3 0 0,4 2 0 16,2 0 0-16,-4 2 0 16,0 6 0-16,-1 0 0 15,-7 4 0-15,-1 3 0 16,-8 0 0-16,0 0 0 0,-10 7 0 16,-3-7 0-16,-4 5 0 15,-1-3 0-15,-1 0 0 16,1-3 0-16,6-1 0 0,-1-5 0 15,13-8 0-15,-2 12 0 16,2-12 0-16,15 5 0 16,2-5 0-16,8-2 0 15,0-3 0-15,7-3 0 16,-2 2 0-16,-2 0 0 0,-1-2 0 16,-8-2 0-16,4 0-41 15,-3 2-49-15,-13 0-1 16</inkml:trace>
  <inkml:trace contextRef="#ctx0" brushRef="#br1" timeOffset="-179645.03">19965 15183 450 0,'0'0'2'0,"0"0"3"15,4-12 2-15,-4 12 2 16,5-13 1-16,-5 13 1 16,0-12 0-16,0 12-5 15,-21-9-6-15,4 13 0 0,-3 9 0 16,-7 1 0-16,-1 5 0 15,-1 6 0-15,4 4 0 16,3 2 0-16,4-1 0 16,13-3 0-16,3 0 0 0,7-4 0 15,9-4 0-15,9-1 0 16,9-4 0-16,3-4 0 16,2-2 0-16,-2-2 0 15,2-5 0-15,-4-1 0 0,-6 3 0 16,-5-3 0-1,-4 0 0-15,-18 0-43 0,0 0-44 16,3-4-1-16</inkml:trace>
  <inkml:trace contextRef="#ctx0" brushRef="#br1" timeOffset="-175211.96">16693 15307 332 0,'0'0'8'0,"0"0"3"0,0 0 4 0,0 0 5 16,0 0 0-16,0 0 1 15,0 0 1-15,3-10 1 16,-3 10-7-16,0 0-3 16,0 0-3-16,0 0-10 15,0 0 0-15,0 0 0 0,0 0 0 16,-8 2 0-16,1 8 0 16,-6 3 0-16,1-1 0 15,-3 8 0-15,0-3 0 0,3 3 0 16,2 0 0-16,5-2 0 15,0-1 0-15,5-1 0 16,3-3 0-16,4-3 0 16,6 0 0-16,-1-3 0 0,6-1 0 15,1-4-6-15,3 3-25 16,6-5-52-16,-3 0-4 16</inkml:trace>
  <inkml:trace contextRef="#ctx0" brushRef="#br1" timeOffset="-174871.92">16845 15381 415 0,'0'0'5'0,"0"0"3"0,0 0 0 16,0 0 2-16,0 0-1 16,-10 7 1-16,10-7 1 0,-10 16-1 15,5-8-4 1,0 6-3-16,0-3-1 0,3 7-1 15,2-3 1-15,2 0-2 16,8-2 1-16,3-6-1 16,4 3 1-16,5-9 1 0,0 3-1 15,4-4 1-15,-4-5 2 16,0-2-4-16,1-3 0 16,-9-3 0-16,-4-2 0 15,-4 0 0-15,-6-4 0 0,-3 4 0 16,-7 2 0-16,-7 1 0 15,-1 7 0-15,-5-3-24 16,-3 8-60-16,6 3-3 16</inkml:trace>
  <inkml:trace contextRef="#ctx0" brushRef="#br1" timeOffset="-174528.8">17109 15379 450 0,'0'0'5'0,"0"0"0"0,0 0 2 16,0 0 0-16,0 0 0 16,0 0 1-16,-8-3 0 15,8 3 0-15,-12 0-5 16,12 0 0-16,-18 3-3 0,18-3 0 16,-10 14 0-16,5-3 0 15,2-4 0-15,3 5 0 16,6 1 0-16,1-1 0 0,6-2 0 15,1 0 0-15,2-1 0 16,1-1 0-16,-2 2 0 16,-1-3 0-16,-1 1 0 15,-3 2 0-15,-10-10 0 0,7 13 0 16,-7-13 0-16,-2 14 0 16,2-14 0-16,-18 12-2 15,4-7-4-15,2 3-7 16,-6-8-12-16,-2 2-57 15,8-2-3-15</inkml:trace>
  <inkml:trace contextRef="#ctx0" brushRef="#br1" timeOffset="-174029.62">17355 15297 453 0,'0'0'5'0,"0"0"1"15,0 0 3-15,0 0 0 16,0 0 2-16,0 0-1 0,0 0-2 16,0 0-8-16,-6 2 0 15,6-2 0-15,-17 19 0 16,8 2 0-16,-5-1 0 0,5 7 0 16,-4-1 0-16,6 5 0 15,-1-4 0-15,6 1 0 16,2-3 0-16,2-8 0 15,6-3 0-15,5-4 0 0,6-2 0 16,1-6 0-16,3-2 0 16,1-2 0-16,1-8 0 15,0-3 0-15,-1-3 0 16,-6-5 0-16,2-6 0 16,-10-4 0-16,-2-5 0 0,-6-3 0 15,-2 1 0-15,-10-1 0 16,-7 2 0-16,-1 7 0 15,-10 5 0-15,1 8 0 16,1 7 0-16,-4 6 0 0,5 4 0 16,2 6 0-16,3 9 0 15,8 5 0-15,5 1 0 16,4 4 0-16,3 3 0 16,7 2 0-16,5-2 0 0,11-1 0 15,5-5 0-15,1 0 0 16,4-8 0-16,4 4 0 15,-10-3-57-15,5-10-31 0</inkml:trace>
  <inkml:trace contextRef="#ctx0" brushRef="#br1" timeOffset="-173809.16">17612 15440 505 0,'0'0'3'0,"0"0"0"0,0 0-3 16,0 0 0-16,3 18 0 16,2-6 0-16,-5 3 0 0,2 5 0 15,1 5 0-15,-1-3 0 16,4 8 0-16,-6-10 0 16,0 5-62-16,2-4-29 15</inkml:trace>
  <inkml:trace contextRef="#ctx0" brushRef="#br1" timeOffset="-172879.27">20249 15327 443 0,'0'0'5'0,"0"0"2"0,0 0 2 0,0 0 0 0,-2-11 0 16,2 11 1-16,-13-2-1 16,3 2 1-16,-5 0-10 15,3 8 0-15,0 6 0 0,-3-1 0 16,7 4 0-16,4 0 0 15,4 1 0-15,4-1 0 16,8-6 0-16,9-3 0 16,1-2 0-16,5-3 0 15,2-3 0-15,-1 0 0 16,-1-6 0-16,-4-4 0 0,-3-2 0 16,-8-2 0-16,-7-2 0 15,-5-1 0-15,-2 2 0 16,-10 2 0-16,-4-1 0 0,-1 9-3 15,-5-5-23 1,-6 10-58-16,10 0-4 0</inkml:trace>
  <inkml:trace contextRef="#ctx0" brushRef="#br1" timeOffset="-172528.9">20674 15289 465 0,'0'0'4'0,"0"0"0"0,-5-5 1 16,5 5 0-16,-15-5 1 16,1 3 0-16,1 2 0 15,-7 0 1-15,0 0-4 0,-2 2-3 16,-1 6 0-16,6 2 0 16,4 2 0-16,8 1 0 15,5 1 0-15,5 2 0 16,11 0 0-16,8-1 0 15,3 0 0-15,3-2 0 0,0 2 0 16,-3-5 0-16,-2 4 0 16,-4-4 0-16,-9 0 0 15,-8 3 0-15,-4-3 0 16,-12-1 0-16,-5 1 0 0,-13 1 0 16,0-4 0-16,-7-3-4 15,0 2-4-15,-6-5-8 16,16-1-48-16,-5 0-19 0,12 0-3 15</inkml:trace>
  <inkml:trace contextRef="#ctx0" brushRef="#br1" timeOffset="-172246.16">21131 14984 499 0,'0'0'3'15,"0"0"1"-15,0 0 1 16,0 0-5-16,0 0 0 16,-10-4 0-16,1 8 0 0,-24 31 0 15,13-2 0 1,-2 8 0-16,-5 9 0 16,1 12 0-16,1 2 0 0,6 1 0 15,4 2 0-15,5 0 0 16,10-5 0-16,2-8 0 15,11-2 0-15,6-7 0 16,6-5 0-16,8-6 0 0,4-2 0 16,-2-7-68-16,10-13-23 15</inkml:trace>
  <inkml:trace contextRef="#ctx0" brushRef="#br1" timeOffset="-171695.5">21531 15187 396 0,'0'0'8'0,"0"0"3"16,0 0 3-16,0 0 2 15,-2-8 0-15,2 8 0 0,0 0 1 16,-11-4 0-16,2 4-17 15,1 10 0-15,-6 5 0 16,1 8 0-16,-2 6 0 16,0 3 0-16,0 2 0 0,6 7 0 15,3-4 0-15,6 0 0 16,0-5 0-16,11-4 0 16,5-5 0-16,5-5 0 15,1-5 0-15,6-6 0 0,-4-3 0 16,6-4 0-16,-8-6 0 15,1-6 0-15,0-4 0 16,-7-8 0-16,-6-6 0 16,-2-4 0-16,-8-6 0 15,-2-2 0-15,-9-3 0 0,-3 5 0 16,-9-2 0-16,0 10 0 16,-3 5 0-16,1 6 0 15,2 11 0-15,-2 10 0 0,5 0 0 16,6 17 0-16,6 1 0 15,4 8 0-15,4 1 0 16,4 3 0-16,8 2 0 16,4-1 0-16,8-3 0 0,3-1 0 15,6-4 0-15,2-3 0 16,-6 0-47-16,7-10-39 16,-2-6-4-16</inkml:trace>
  <inkml:trace contextRef="#ctx0" brushRef="#br1" timeOffset="-171406.77">21802 15343 505 0,'0'0'3'0,"0"0"0"0,0 0-3 16,0 0 0-16,2 9 0 16,3 0 0-16,-2 3 0 15,2 3 0-15,3 3 0 16,-4 6 0-16,3 1 0 0,1 5 0 16,0-3 0-16,-1 1 0 15,0-6 0-15,1 0 0 16,-2-7 0-16,-4-3-81 0,4-7-10 15</inkml:trace>
  <inkml:trace contextRef="#ctx0" brushRef="#br1" timeOffset="-171179.16">22342 15248 511 0,'0'0'0'15,"0"0"0"-15,-6 1 0 16,6-1 0-16,-3 13 0 0,3 2 0 16,-2 2 0-16,0 7 0 15,2 4 0-15,0 2 0 16,2 5 0-16,-2-3 0 16,5 2 0-16,-5-9 0 0,0 3-73 15,0-4-18-15</inkml:trace>
  <inkml:trace contextRef="#ctx0" brushRef="#br1" timeOffset="-171012.99">22192 15406 483 0,'0'0'3'0,"0"0"1"16,0 0 0-16,5-5 1 15,7 0 0-15,6 2 0 0,5-2-3 16,11 3-2-16,1 2-2 15,2 5-54-15,7-5-28 16,2-5-3-16</inkml:trace>
  <inkml:trace contextRef="#ctx0" brushRef="#br1" timeOffset="-170604.16">22793 15190 492 0,'0'0'4'0,"0"0"2"16,0 0 1-16,0 0-5 0,-7-3-2 15,7 3 0-15,-12 13 0 16,1 5 0-16,4 4 0 16,-5 7 0-16,1 4 0 15,2 4 0-15,2 0 0 0,2-1 0 16,5 0 0-16,0-9 0 16,9 0 0-16,3-6 0 15,6-7 0-15,3-4 0 16,0-8 0-16,3-2 0 15,5-5 0-15,-7-6 0 0,0-7 0 16,-4-12 0-16,-4-1 0 16,-1-12 0-16,-8-2 0 15,-5 1 0-15,0-1 0 16,-5 3 0-16,-8 7 0 0,1 6 0 16,-2 9 0-16,-2 12 0 15,2 8 0-15,-2 11 0 16,2 10 0-16,3 6 0 0,3 6 0 15,2 6 0-15,6 3 0 16,0-2 0-16,6 0-8 16,15-3-80-16,-6-8-3 15</inkml:trace>
  <inkml:trace contextRef="#ctx0" brushRef="#br1" timeOffset="-170279.19">23147 15455 493 0,'0'0'5'0,"-9"-9"2"0,9 9-1 16,-9-17-6-16,6 6 0 15,1 4 0-15,0-3 0 16,2-3 0-16,0 13 0 16,12-9 0-16,1 3 0 0,1 6 0 15,1 6 0-15,2-2 0 16,-1 9 0-16,0 2 0 15,-7 7 0-15,-2 0 0 16,-7 3 0-16,-5 3 0 0,-8-2 0 16,-6-1 0-16,1 5 0 15,-2-8 0-15,3 1 0 16,2-3 0-16,7-3 0 16,8-5 0-16,5-2 0 0,11-5 0 15,9 1 0-15,-1-6 0 16,16-3 0-16,0-12 0 15,-1-10-83-15,11 0-6 0</inkml:trace>
  <inkml:trace contextRef="#ctx0" brushRef="#br1" timeOffset="-170012.47">23542 14886 511 0,'0'0'0'0,"0"0"0"16,0 0 0-16,0 0 0 15,0 0 0-15,0 7 0 16,9 10 0-16,8 6 0 16,11 9 0-16,6 11 0 0,9 10 0 15,1 15 0-15,7 3 0 16,-2 8 0-16,-6 1 0 16,-9 7 0-16,-11 0 0 0,-16-4 0 15,-14-1 0-15,-18-3 0 16,-23-2 0-16,-14-8 0 15,-7-2 0-15,-10-8-92 16,-21-9-1-16</inkml:trace>
  <inkml:trace contextRef="#ctx0" brushRef="#br1" timeOffset="-167979">15913 16543 349 0,'0'0'6'0,"0"0"4"0,0 0 2 0,0 0 2 16,0 0 0-16,0 0 0 15,0 0 2-15,-2 9 0 0,0 1-6 16,2 1-2-16,0 1-3 15,0 2-2-15,0 4 0 16,0-4 0-16,7 2 0 16,2-7-1-16,4 2 0 0,4-9 0 15,4-2 2-15,4-10 0 16,4-5-1-16,4-6-1 0,1-4 0 16,3-5 0-16,3-5 0 15,-9-5-2-15,2 1 0 16,-8-3 0-16,-5-1 0 15,-7 1 0-15,-11-2 0 16,-4 7 0-16,-6 2 0 0,-6 5 0 16,-1 5 0-1,-3 6 0-15,6 6 0 0,0 6 0 16,-1 7 0-16,3 5 0 16,3 10 0-16,2 7 0 0,2 7 0 15,0 9 0-15,3 1 0 16,0 6 0-16,6 4 0 15,4-2 0-15,3-2 0 16,6-3 0-16,-2-6 0 0,3 0-11 16,-5-8-18-16,-12-4-56 15,16-10-3-15</inkml:trace>
  <inkml:trace contextRef="#ctx0" brushRef="#br1" timeOffset="-167646.41">16520 16461 458 0,'0'0'3'16,"0"0"2"-16,0 0 2 16,0 0 1-16,4 15-1 0,2-5 2 15,-4 5-1-15,0 2-2 16,-2 2-6-16,3 2 0 16,-1 4 0-16,1-3 0 15,-3-4 0-15,0 1-2 0,0-7-21 16,-12-2-62-16,12-10-3 15</inkml:trace>
  <inkml:trace contextRef="#ctx0" brushRef="#br1" timeOffset="-167178.83">16932 16438 448 0,'0'0'5'15,"0"0"1"-15,0 0 3 0,2-9 1 16,-2 9-1 0,0 0 2-16,0-12-1 0,0 12-7 15,-4-3-3-15,-6 3 0 16,-1 0 0-16,-1 8 0 0,-5 1 0 15,2 2 0-15,0 1 0 16,3 2 0-16,2 1 0 16,7 0 0-16,3-2 0 15,8 2 0-15,4-4 0 16,6 0 0-16,6-1 0 0,1-3 0 16,0 1 0-16,-5-1 0 15,2 0 0-15,-4-4 0 16,-6 5 0-16,-12-8 0 15,10 14 0-15,-10-14 0 0,-2 12 0 16,-11-5 0-16,-2-1 0 16,-7 1 0-16,4-2 0 15,-6 0 0-15,-4-5 0 0,3 0 0 16,3-5-4-16,5 3-5 16,-3-8-9-16,12-3-49 15,8 13-18-15</inkml:trace>
  <inkml:trace contextRef="#ctx0" brushRef="#br1" timeOffset="-166678.92">17153 16498 434 0,'0'0'6'0,"0"0"1"0,0 0 1 16,0 0 0-16,0 0 0 0,0 6 1 16,0-6 0-16,0 17-1 15,0-2-4-15,0-1-2 16,2 4-2-16,-2 1-3 16,5 0-2-16,-5-2-5 0,5 0-17 15,20-5-56-15,-25-5-3 16</inkml:trace>
  <inkml:trace contextRef="#ctx0" brushRef="#br1" timeOffset="-166146.2">17302 16508 350 0,'0'0'4'0,"0"0"0"16,0 0 3-16,0 0 1 0,0 0 2 15,0 0 0-15,0 0 1 16,0 0 0-16,3 10-3 16,-3-10-1-16,2 11 1 15,-2-11-5-15,0 14 1 0,0-5-2 16,0 1 1-16,0-2-1 15,0 5-1-15,0-3 1 16,0-1-1-16,0 1-2 16,0-10 4-16,-2 11-2 15,2-11 1-15,0 0 1 0,0 0 0 16,0 0 1-16,0 0-1 16,0 0 3-16,0-6-2 15,0 6-1-15,2-15 1 16,3 3-1-16,2-1-1 0,4-2-1 15,-2 3 1-15,1-2-2 16,3 4 0-16,-1 0 0 16,-1 2 0-16,-4 5 0 0,2 3 0 15,-9 0 1-15,13 13-1 16,-10-2 1-16,-1 3 0 16,1 1 0-16,-1 2-1 15,-2 1-2-15,0-5-1 16,5 4-5-16,-5-6-8 0,0-11-63 15,12 10-8-15</inkml:trace>
  <inkml:trace contextRef="#ctx0" brushRef="#br1" timeOffset="-165629.3">17677 16369 432 0,'0'0'7'0,"0"0"2"0,0 0 2 16,0 0 0-16,0 0 1 15,0 0 0-15,0 0 1 16,-7 18-9-16,1-3-4 0,5 7 0 16,-10 5 0-16,6 3 0 15,-2 0 0-15,0 2 0 16,5-2 0-16,2-1 0 0,0-7 0 15,2 1 0-15,8-6 0 16,-3-5 0-16,7-4 0 16,2-8 0-16,2 0 0 15,-4-3 0-15,4-4 0 16,1-8 0-16,-4-4 0 16,-3-2 0-16,1-3 0 0,-5-9 0 15,-4 1 0-15,-4-5 0 16,-2 3 0-16,-5-3 0 15,-6 4 0-15,1 3 0 0,-6 5 0 16,-1 9 0-16,-1 8 0 16,3 6 0-16,-1 2 0 15,3 10 0-15,0 6 0 16,8 5 0-16,0-2 0 0,7 6 0 16,0 0 0-16,2-1 0 15,10 1 0-15,0-5 0 16,11-1 0-16,-3-1 0 15,10-2 0-15,-3-10-55 0,5 0-33 16,2-6-3-16</inkml:trace>
  <inkml:trace contextRef="#ctx0" brushRef="#br1" timeOffset="-165446.21">18025 16491 472 0,'0'0'5'0,"0"0"1"15,0 0 1-15,-5 13 0 16,5-6 1-16,0 8-2 0,0-1-6 16,0 8 0-16,0-1 0 15,0 1 0-15,2 3 0 16,1-6 0-16,3 4-15 0,1-8-72 16,0-1-1-1</inkml:trace>
  <inkml:trace contextRef="#ctx0" brushRef="#br1" timeOffset="-165212.47">18523 16305 511 0,'0'0'0'0,"0"0"0"0,-4 5 0 15,4 3 0-15,0 5 0 16,0 5 0-16,4 7 0 16,-2 0 0-16,3 5 0 15,2 2 0-15,-3-2 0 0,4 0 0 16,-4-1-79-16,5-9-10 16</inkml:trace>
  <inkml:trace contextRef="#ctx0" brushRef="#br1" timeOffset="-165007.05">18406 16426 480 0,'0'0'4'0,"0"0"0"16,2-2 0-16,8 0 1 15,5-2 0-15,4 3 1 16,9-2-3-16,4 1-3 15,3-4-9-15,5 4-74 0,7 0-3 16</inkml:trace>
  <inkml:trace contextRef="#ctx0" brushRef="#br1" timeOffset="-164612.79">18912 16436 472 0,'0'0'2'0,"0"0"1"0,0 0 1 16,0 0 0-16,2 12 1 15,-2-12 0-15,11 15 0 16,-4-7 1-16,2-3-1 16,7 2-5-16,4-7 0 0,2 0 0 15,3 0 0-15,5-4 0 16,-2-9 0-16,1-2 0 15,-1-5 0-15,-7-5 0 0,-3-4 0 16,-6-6 0-16,-3-5 0 16,-9-1 0-16,-4-4 0 15,-5 2 0-15,-6 4 0 16,2 4 0-16,-4 9 0 16,-1 9 0-16,2 13 0 0,-2 7 0 15,0 15 0-15,8 11 0 16,3 11 0-16,5 4 0 15,-1 3 0-15,3 3 0 0,8-2 0 16,6 0 0-16,1-10-13 16,-3-4-74-16,13-2-3 15</inkml:trace>
  <inkml:trace contextRef="#ctx0" brushRef="#br1" timeOffset="-164279.08">19353 16488 501 0,'0'0'4'0,"0"0"2"16,-6-9-6-16,6 9 0 15,0-13 0-15,0 13 0 16,6-18 0-16,3 8 0 16,8 3 0-16,3 2 0 15,5 1 0-15,0 0 0 0,3 3 0 16,-7 1 0-16,2 5 0 15,-5 4 0-15,-11 3 0 16,-7 8 0-16,-5 0 0 0,-15 2 0 16,0 3 0-16,-2 3 0 15,-5-3 0-15,4-2 0 16,-2-2 0-16,11-4 0 16,5 1 0-16,9-6 0 0,9-2 0 15,12-5 0-15,15-1 0 16,6-4 0-16,15 0-73 15,8 0-17-15</inkml:trace>
  <inkml:trace contextRef="#ctx0" brushRef="#br1" timeOffset="-163495.36">20095 16345 442 0,'0'0'6'0,"0"-11"3"0,0 1 1 15,0 1 2-15,0-6 1 0,0 2 0 16,0-1-7-16,-5 2-6 15,-4 5 0-15,1 1 0 16,-8 6 0-16,2 0 0 16,-4 7 0-16,1 0 0 15,2 6 0-15,0 5 0 0,2-1 0 16,4 0 0-16,6 4 0 16,3-4 0-16,5 2 0 15,8-4 0-15,9 3 0 16,3-6 0-16,7 1 0 0,-1-1 0 15,3 0 0-15,-2-5 0 16,-5 3 0-16,-2-2 0 16,-10-1 0-16,0 0 0 15,-15-7 0-15,5 16 0 0,-5-16 0 16,-12 12 0-16,-3-8 0 16,-5 2 0-16,0-3 0 15,-10-1 0-15,5-2 0 0,-7 0 0 16,2 0 0-16,0-5 0 15,5-2 0-15,8 0-4 16,-3-6-41-16,8 2-42 16,12 2-3-16</inkml:trace>
  <inkml:trace contextRef="#ctx0" brushRef="#br1" timeOffset="-163262.99">20383 16392 474 0,'0'0'3'0,"0"0"2"0,0 0 2 15,0 0 1-15,-5 12 0 16,5-2-2-16,-2 0-6 0,0 4 0 16,2 4 0-16,0 2 0 15,0-3 0-15,2 1 0 16,3 0 0-16,0-10 0 0,4 1-47 15,2-5-41-15,-11-4-2 16</inkml:trace>
  <inkml:trace contextRef="#ctx0" brushRef="#br1" timeOffset="-162896.15">20528 16372 480 0,'0'0'4'16,"0"0"2"-16,0 0 0 15,-6 7 1-15,6-7 1 0,-7 20-8 16,4-7 0-16,-2 1 0 16,3 3 0-16,0 1 0 15,-1 2 0-15,3-5 0 16,0 0 0-16,3-5 0 16,1-1 0-16,-4-9 0 15,8 13 0-15,-8-13 0 0,10 0 0 16,-10 0 0-16,12-13 0 15,0 4 0-15,1-7 0 16,-1 2 0-16,9-6 0 0,-2 0 0 16,3 0 0-16,1 6 0 15,0 3 0-15,-6 4 0 16,0 7 0-16,-2 3 0 16,-5 9 0-16,-2 3 0 0,-6 7 0 15,0 3 0-15,-2-5 0 16,0 5 0-16,0-3 0 15,5 0-29-15,5-4-58 16,-2-6-2-16</inkml:trace>
  <inkml:trace contextRef="#ctx0" brushRef="#br1" timeOffset="-162597.42">21228 16127 476 0,'0'0'5'0,"0"0"2"16,0 0 1-16,0 0 0 0,-8-3-1 15,1 8-7-15,-5 8 0 16,-1 8 0-16,-5 12 0 16,2 8 0-16,-5 5 0 15,4 8 0-15,-3 3 0 0,3 5 0 16,9 3 0-16,3-3 0 15,5-1 0-15,5-4 0 16,11 3 0-16,6-9 0 16,7-3 0-16,3-14 0 15,9-11-68-15,3-1-22 0</inkml:trace>
  <inkml:trace contextRef="#ctx0" brushRef="#br1" timeOffset="-162045.81">21514 16273 444 0,'0'0'6'0,"0"0"2"15,0 0 1-15,0 0 2 16,0 0-1-16,0 0 2 0,0 0-1 15,-8 14-11-15,-2 1 0 16,1 6 0-16,-4 5 0 16,1 4 0-16,2 5 0 15,2 2 0-15,0 0 0 16,8-4 0-16,0-2 0 0,8 0 0 16,5-9 0-16,1-4 0 15,6-11 0-15,3-6 0 16,-1-1 0-16,0-4 0 0,3-8 0 15,-2-8 0-15,-4-7 0 16,2-4 0-16,-9-2 0 16,-4-5 0-16,-3-6 0 15,-5-1 0-15,0 2 0 0,-11 4 0 16,1 2 0-16,-4 9 0 16,-2 4 0-16,2 9 0 15,-4 5 0-15,4 8 0 16,1 2 0-16,-2 7 0 0,2 8 0 15,4 5 0-15,2 2 0 16,-1 3 0-16,5 7 0 16,3-1 0-16,3 3 0 15,6-2 0-15,9-5 0 16,4-3 0-16,8-1 0 0,0-8 0 16,2-5 0-16,5-1-28 15,1-6-60-15,-5-3-4 16</inkml:trace>
  <inkml:trace contextRef="#ctx0" brushRef="#br1" timeOffset="-161496.2">21944 16372 463 0,'0'0'6'0,"0"0"3"0,0 0 1 15,0 0 1-15,0 0-1 16,0 0-8-16,7 12-2 16,-7 1 0-16,0 2 0 15,0 2 0-15,0 5 0 0,3 3 0 16,-3 3 0-16,4-3 0 15,-4-4 0-15,8 4 0 16,-8-5-48-16,8-9-40 16,1-5-3-16</inkml:trace>
  <inkml:trace contextRef="#ctx0" brushRef="#br1" timeOffset="-161295.5">22264 16302 491 0,'0'0'4'0,"0"0"1"16,0 0 0-16,0 10 1 16,0 1-6-16,0 6 0 0,0 2 0 15,0 9 0-15,0-1 0 16,0 7 0-16,0 1 0 16,0 0 0-16,3-5 0 15,4-1 0-15,-7-8-11 0,-5-2-78 16,5-9-1-16</inkml:trace>
  <inkml:trace contextRef="#ctx0" brushRef="#br1" timeOffset="-161129.27">22140 16436 463 0,'0'0'4'15,"0"0"0"-15,0 0 0 16,10-2 1-16,0-1-1 0,5 3 1 15,5-2-4-15,10 2-15 16,12-5-67-16,-5-1-3 16</inkml:trace>
  <inkml:trace contextRef="#ctx0" brushRef="#br1" timeOffset="-160695.68">22701 16255 482 0,'0'0'3'15,"-9"-1"3"-15,9 1 1 16,-16-3 0-16,16 3-1 0,-19 3-6 16,6 5 0-16,-6 7 0 15,6 8 0-15,1 4 0 16,0 2 0-16,1 7 0 16,4 1 0-16,4-3 0 0,3-1 0 15,8-6 0-15,7 0 0 16,4-9 0-16,2-1 0 15,6-7 0-15,-2-6 0 16,5-4 0-16,-4-1 0 0,-1-12 0 16,-7-7 0-16,-3-2 0 15,-2-10 0-15,-9-3 0 16,-4-10 0-16,-4 3 0 0,-7-2 0 16,-3 4 0-16,-2 3 0 15,2 10 0-15,-4 7 0 16,3 7 0-16,-2 13 0 15,2 8 0-15,6 13 0 16,-4 4 0-16,10 11 0 0,3 0 0 16,0 7 0-16,12-2 0 15,4-3 0-15,13-1-6 16,4-4-82-16,-3-11-3 16</inkml:trace>
  <inkml:trace contextRef="#ctx0" brushRef="#br1" timeOffset="-160346.06">23039 16491 504 0,'0'0'5'0,"-9"-8"-3"0,9 8-2 16,-16-12 0-16,9 2 0 16,7 10 0-16,-14-18 0 0,9 9 0 15,5 9 0-15,5-12 0 16,7 4 0-16,5 6 0 15,3 2 0-15,0 0 0 16,2 0 0-16,0 6 0 0,-2 7 0 16,-4 2 0-16,-14 2 0 15,-2 3 0-15,-10-2 0 16,-10 7 0-16,-2 1 0 16,-8-3 0-16,2 0 0 15,1-4 0-15,4 1 0 0,4-3 0 16,8 1 0-16,9-9 0 15,2-9 0-15,20 16 0 16,5-12 0-16,10-1 0 0,9-3 0 16,6-3 0-16,12-6-20 15,3-4-70-15,-5-7-4 16</inkml:trace>
  <inkml:trace contextRef="#ctx0" brushRef="#br1" timeOffset="-160029.3">23430 16106 511 0,'0'0'0'0,"0"0"0"0,0 0 0 16,0 0 0-16,0 0 0 0,9 13 0 15,7 7 0-15,0 9 0 16,10 9 0-16,1 10 0 16,5 8 0-16,3 8 0 15,-3 5 0-15,3 4 0 0,-13-2 0 16,-8 1 0-16,-7-2 0 16,-10-9 0-16,-15 1 0 15,-16-10 0-15,-11-2 0 16,-18-12 0-16,-6-4-76 0,0-6-17 15</inkml:trace>
  <inkml:trace contextRef="#ctx0" brushRef="#br1" timeOffset="-157979.03">19174 17318 440 0,'0'0'4'0,"0"0"3"16,2-12 4-16,-2 12 1 15,2-20 1-15,-2 10 1 16,0-3-4-16,0 6-10 16,0 7 0-16,-4-7 0 0,4 7 0 15,-11 5 0-15,4 4 0 16,-1 1 0-16,1 3 0 16,-3 7 0-16,2-3 0 15,1 3 0-15,5 2 0 0,-1 3 0 16,3-5 0-16,5 0 0 15,5 2 0-15,5-2 0 16,0 0 0-16,7-3 0 16,1-5 0-16,3-2 0 15,2-7 0-15,2-3 0 0,-4 0 0 16,5-10 0-16,-6-5 0 16,-20 0 0-16,29-31 0 15,-16-4 0-15,-20-5 0 16,-23 8 0-16,-12 0 0 0,-12 12 0 15,1 10 0-15,3 23 0 16,5 2 0-16,6 10 0 16,13-1-19-16,19 2-70 15,2-11-1-15</inkml:trace>
  <inkml:trace contextRef="#ctx0" brushRef="#br1" timeOffset="-156312.34">23663 14670 342 0,'0'0'7'0,"0"0"5"15,0 0 3-15,0 0 1 0,0 0 0 16,0-10 1-16,0 10 0 15,0 0 3-15,0 0-7 16,10 0-3-16,5 2-3 16,10 1-1-16,8 4 0 0,14 1-1 15,7 2-3-15,8-5-2 16,3 5 0-16,0-3 0 16,2 0 0-16,-10 3 0 0,-8-2 0 15,-7-1 0-15,-11 1 0 16,-7-1 0-16,-9-2 0 15,-8 5 0-15,-2 0 0 16,-5 5 0-16,0 2 0 16,-5 3 0-16,-2 10 0 0,0 1 0 15,-1 9 0-15,-2 6 0 16,3 5 0-16,0 3 0 16,4 5 0-16,3 9 0 15,0 0 0-15,3 1 0 16,4 5 0-16,-2 2 0 0,7 1 0 15,-2 2 0-15,0 6 0 16,-3-1 0-16,4-2 0 16,-6 2 0-16,-1 0 0 0,-1-2 0 15,-3 0 0-15,0-8 0 16,-3 0 0-16,-4-2 0 16,0 0 0-16,-4-6 0 0,2 2 0 15,-1-4 0-15,2-8 0 16,1 5 0-16,2-11 0 15,0 1 0-15,3-4 0 16,-1-2 0-16,3-3 0 16,0-2 0-16,0-18 0 0,0 0 0 15,3 3 0-15,-3 0 0 16,0-3 0-16,0 6 0 16,0-2 0-16,0 1 0 15,-3-2 0-15,3 3 0 0,-3-6 0 16,0 3 0-16,1-1 0 15,-3 1 0-15,3-2 0 16,-3 2 0-16,3-4 0 16,-1-1 0-16,-2 3 0 15,3-9 0-15,-1 3 0 0,0 0 0 16,1-9 0-16,-1 3 0 16,3-11 0-16,-4 14 0 15,-1-3 0-15,5-11 0 16,-3 14 0-16,3-14 0 0,0 0 0 15,-2 11 0-15,2-11 0 16,0 0 0-16,0 0 0 16,0 0 0-16,0 0 0 0,0 0 0 15,-2 7 0-15,2-7 0 16,0 0 0-16,0 0 0 16,0 0 0-16,0 0 0 15,0 0 0-15,0 0 0 0,0 0 0 16,-11 1 0-16,4-1 0 15,-5 0 0-15,-4 0 0 16,-6 3 0-16,0-3 0 16,-5 5 0-16,-6-2 0 15,-1-1 0-15,1 6 0 0,-2-1 0 16,2 1 0-16,1-1 0 16,2 0-70-16,6-7-25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24:25.9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13791 559 288 0,'0'0'5'0,"0"0"3"16,0 0 1-16,0 0 3 15,0 0 0-15,0 0 0 16,0 0 0-16,0 0 1 15,0 0-5-15,0 0-2 16,0 5-3-16,-3 1-2 0,-14 51-1 16,10-33 0-16,5 1 0 15,-3 0 0-15,0 19 0 16,3-14-4-16,-2-3-5 16,2 1-7-16,-1-1-11 15,1 3-32-15,2-3-14 0</inkml:trace>
  <inkml:trace contextRef="#ctx0" brushRef="#br0" timeOffset="224.25">13978 527 342 0,'0'0'4'0,"0"0"1"15,0 0 0-15,0 0 0 0,0 0 0 16,0 0 1-16,0 8-1 15,-5 2 1-15,0 1-3 16,-10 29-3-16,5-9 1 16,3-9 0-16,-9 32 1 0,12-21-5 15,-4-4-8-15,4 6-15 16,-5-8-42-16,7 3-5 16</inkml:trace>
  <inkml:trace contextRef="#ctx0" brushRef="#br0" timeOffset="707.81">13607 761 270 0,'0'0'7'0,"0"0"1"16,0 0 3-16,0 0-1 16,0 0 1-16,0 0 2 15,0 0-1-15,0 0 2 16,0 0-5-16,0 4-4 16,0 58 0-16,0-47-1 0,0 5 1 15,5 0-3-15,0-3 0 16,3 5-1-16,-4-5 0 15,4 6 1-15,0-6-1 0,-1 6-1 16,3-5 2-16,0 3-1 16,0-3 1-16,0-1 0 15,0-4 0-15,-1-2 1 16,4-3 0-16,-3-2 0 16,2-6 2-16,4 0-1 0,-4-4 1 15,2-3 0-15,-14 7 0 16,0 0-1-16,28-19 1 15,-5-4-1-15,-1 5-1 16,-2 2-1-16,-1-2-1 0,1 1-6 16,1 2-12-16,-2-3-61 15,1 6 1-15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09:04.739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FFC00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5298 2665 456 0,'0'0'4'0,"0"-10"2"0,0 10 2 15,0-14 2-15,0 4 0 16,-2 2 0-16,2 8-3 16,0 0-7-16,-8 0 0 15,2 12 0-15,0 13 0 0,-4 7 0 16,1 11 0-16,4 4 0 15,-4 3 0-15,5-1 0 16,-1 0 0-16,2-4 0 16,3-3 0-16,-4-2 0 15,1-6 0-15,-2-2 0 0,5-4 0 16,-5-8 0-16,0 3 0 16,-2-15-39-16,7-8-47 15,0 0-4-15</inkml:trace>
  <inkml:trace contextRef="#ctx0" brushRef="#br0" timeOffset="383.6">4717 2721 396 0,'0'0'6'0,"0"0"3"0,0 0 1 16,-10-1 2-16,10 1 0 16,0 0 2-16,-5-13 1 15,5 6 1-15,10-5-6 0,13-1-1 16,7-4-7-16,11 3-2 16,9-7 0-16,10-1 0 15,7 2 0-15,2-3 0 16,7 6 0-16,-5 0 0 0,-1 0 0 15,-6 4 0-15,-4 3 0 16,-13 5 0-16,-7 0 0 16,-5 5 0-16,-13 0 0 15,-7 5 0-15,-5 0 0 0,-10-5 0 16,3 15 0-16,-3-15 0 16,-8 18 0-16,0-6 0 15,-1 0 0-15,4 5 0 16,-5 3-78-16,4-2-10 0</inkml:trace>
  <inkml:trace contextRef="#ctx0" brushRef="#br0" timeOffset="1131.59">5661 3169 399 0,'0'0'6'0,"0"0"3"16,0 0 3-16,0-11 2 15,0 11 0-15,0 0 0 16,-17-10 1-16,7 10-1 15,-2 0-4-15,-4 8-6 16,2 5-4-16,-1 3 0 0,3 6 0 16,1 1 0-16,9 4 0 15,2-2 0-15,5-3 0 16,5-2 0-16,13-5 0 16,-2-6 0-16,9-5 0 0,5-4 0 15,0-8 0-15,0-7 0 16,0-2 0-16,-3-3 0 15,-5-5 0-15,-10-2 0 0,-6 0 0 16,-9 5 0-16,-4-3 0 16,-14 5 0-16,-3 2 0 15,-8 9 0-15,-3 1 0 16,0 5 0-16,3 3 0 0,-1 6 0 16,6 1 0-16,7 5 0 15,2 18-64-15,11-20-22 16,2-10-2-16</inkml:trace>
  <inkml:trace contextRef="#ctx0" brushRef="#br0" timeOffset="1564.57">6073 2514 511 0,'0'0'0'0,"0"0"0"0,3 13 0 16,-3-13 0-16,6 14 0 0,-6-14 0 15,4 13 0-15,1-3 0 16,-5-10-33-16,0 0-53 16,7 0-3-16</inkml:trace>
  <inkml:trace contextRef="#ctx0" brushRef="#br0" timeOffset="2599.61">5990 2326 347 0,'0'0'6'0,"0"-15"3"15,0 3 4-15,2 2 2 16,1-3 2-16,1-1 1 15,-1-2 0-15,-1 4 1 16,-2 12-6-16,12-10-2 0,-12 10-3 16,8 13-1-16,0 16 1 31,-4 6-6-31,-1 10-2 0,-1-3 0 16,1 8 0-16,-1 0 0 15,1-1 0-15,-3-8 0 16,0-11 0-16,0-5 0 0,-3-6 0 15,1-1 0-15,2-8 0 16,0-10 0-16,0 0 0 16,-3-7 0-16,3-11 0 15,0-10 0-15,0-1 0 16,3-11 0-16,-3-4 0 0,0 0 0 16,2-3 0-16,1 1 0 15,-3 10 0-15,0 1 0 16,0 11 0-16,0 1 0 15,0 10 0-15,0 13 0 0,0 0 0 16,0 11 0-16,0 11 0 16,0 5 0-16,0 11 0 15,3-2 0-15,3 14 0 16,2-6 0-16,10 6-15 0,-4-5-71 16,7-1-2-16</inkml:trace>
  <inkml:trace contextRef="#ctx0" brushRef="#br0" timeOffset="3132.02">6561 2926 499 0,'0'0'4'0,"0"0"1"0,0 0-2 15,-8-6-3-15,8 6 0 16,0 0 0-16,-9-10 0 16,9 10 0-16,0 0 0 15,0 0 0-15,0 0 0 0,2 13-49 16,13-9-39-16</inkml:trace>
  <inkml:trace contextRef="#ctx0" brushRef="#br0" timeOffset="3481.88">7381 2641 461 0,'0'0'5'0,"0"0"2"16,0 0 1-16,10-10 1 16,-10 10 0-16,2 4 3 15,-2 12-12-15,2 3 0 16,-2 9 0-16,0 9 0 0,-2 7 0 15,2 6 0-15,0-1 0 16,0 3 0-16,0 0 0 16,5-2 0-16,1-9 0 0,-2 2 0 15,-1-6 0-15,-1-2 0 16,-2-10 0-16,5 0-28 16,0-6-57-16,-5-19-3 15</inkml:trace>
  <inkml:trace contextRef="#ctx0" brushRef="#br0" timeOffset="3825.41">7073 2663 448 0,'0'0'4'15,"0"0"3"-15,-5-12 0 16,5 12 2-16,0-13 0 0,0 13 2 15,7-15 0-15,3 8-6 16,8 2-5-16,9-3 0 16,3 1 0-16,12-1 0 15,8-2 0-15,3 3 0 16,5 0 0-16,7 0 0 0,-8-4 0 16,-2 4 0-16,-3 5 0 15,-10-2 0-15,-10 4 0 16,-4 0 0-16,-8 4 0 0,-10 3 0 15,-1 6 0-15,-6-1 0 16,-3 10 0-16,-3 10-62 16,-4-7-27-16</inkml:trace>
  <inkml:trace contextRef="#ctx0" brushRef="#br0" timeOffset="4090.75">7890 3057 484 0,'0'0'4'0,"0"0"2"16,0 0 1-16,-5 0-1 16,5 0-2-16,-7 7-4 0,7-7 0 15,-10 18 0-15,6-2 0 16,0 5 0-16,2 1 0 15,-1 3 0-15,1 0 0 16,-1-1 0-16,1 3 0 0,2-2 0 16,0-4 0-16,0-7 0 15,0-14-71-15,10 12-16 16</inkml:trace>
  <inkml:trace contextRef="#ctx0" brushRef="#br0" timeOffset="4581.95">8170 2445 456 0,'0'0'4'16,"-4"-10"3"-16,4 10 1 0,-5-20 1 15,1 5 1-15,3 0 1 16,-1-1-5-16,-1-5-6 15,3 4 0-15,5 2 0 16,2-2 0-16,6 7 0 16,4 4 0-16,6 2 0 0,2 1 0 15,2 3 0-15,-3 3 0 16,0 4 0-16,0 6 0 16,-4 4 0-16,-5 0 0 0,-8 8 0 15,-5-6 0-15,-2 11 0 16,-7-2 0-16,-10 1 0 15,-1 1 0-15,-4 0 0 16,0-3 0-16,-1-7 0 0,6 0 0 16,0-5 0-16,9-2 0 15,8-13 0-15,0 8 0 16,8-8 0-16,11 0 0 16,8-4 0-16,6-3 0 0,4 2 0 15,3-8 0-15,-3 3 0 16,3-2 0-16,-8 7 0 15,-2-2 0-15,-10 4 0 16,-2 3 0-16,-18 0 0 0,7 8 0 16,-7 4 0-16,-7-2 0 15,-6 5-64-15,1 2-27 16</inkml:trace>
  <inkml:trace contextRef="#ctx0" brushRef="#br0" timeOffset="7414.24">9756 2244 301 0,'0'0'8'0,"7"-10"5"0,-4 0 2 0,-1-1 2 15,-2-3 3-15,0-3 1 16,0 0 0-16,-9 0 1 0,-6 1-9 16,-6 7-3-16,-8 1-3 15,-3 3-3-15,-3 5-1 16,-8 0-1-16,6 9 0 0,-2-1-1 15,2 7-1-15,2 0 0 16,8 5 0-16,-1 2 1 16,10 3 1-16,11 8 2 15,2 6-1-15,5-2 0 16,10 7 1-16,5 9 0 16,2 5 0-16,6-2 0 15,-3 8-2-15,-3-2-2 0,3 3 0 16,-8-4 0-16,1 6 0 15,-6-3 0-15,-4-1 0 16,-3-4 0-16,0 3 0 16,-7-4 0-16,-9-4 0 15,2 0 0-15,-9-4 0 0,-2-4 0 16,0-3 0-16,0-3 0 16,1-8 0-16,1-3 0 15,3-7 0-15,3-4 0 16,4-4 0-16,13-14 0 0,-9 13 0 15,9-13 0-15,0 0 0 16,15 0 0-16,4 0 0 16,6-5 0-16,8-4 0 15,6-4 0-15,9 2 0 0,4 3 0 16,4-5 0-16,2 5 0 16,-1-2 0-16,0 5 0 15,-10 3 0-15,-2 2 0 16,-8 0 0-16,-10 0 0 0,-8 2 0 15,-7-2 0-15,-12 0-85 16,0 0-2-16</inkml:trace>
  <inkml:trace contextRef="#ctx0" brushRef="#br0" timeOffset="7898.61">10044 2779 458 0,'0'0'2'0,"0"0"1"0,0-12 1 0,0 12 2 15,-12-8 0-15,2 6 1 16,-3 2 0-16,1 0 2 15,-5 12-2-15,0 8-5 16,-1 7-2-16,6 3 0 0,6 5 0 16,1 3 0-16,5-2 0 15,5-3 0-15,11-1 0 16,6-8 0-16,6-6 0 16,6-7 0-16,6-2 0 0,2-9 0 15,3-5 0-15,-1-8 0 16,1-7 0-16,-6-4 0 15,-1-6 0-15,-11-5 0 16,-6-1 0-16,-12-5 0 0,-9 4 0 16,-9 0 0-16,-16 4 0 15,-5 8 0-15,-10 4 0 16,-5 9 0-16,1 9 0 0,-2 3 0 16,5 0 0-16,6 7 0 15,7 8 0-15,3-9-22 16,13 8-63-16,10-2-3 15</inkml:trace>
  <inkml:trace contextRef="#ctx0" brushRef="#br0" timeOffset="8548.37">10487 2115 392 0,'0'0'4'0,"0"0"3"0,0 0 1 0,-13-7 2 16,13 7 0-16,0 0 1 16,0-10 1-16,11 6 0 15,3-2-4-15,13 3-2 0,8-1-1 16,4 0-2-16,9 4-1 15,1 0-1-15,4 0 1 16,-1 0-2-16,-7 6 0 16,0 2 1-16,-10 3-1 0,-10 6 0 15,-4-1 0-15,-10 9 2 16,-9 7 1-16,-2 13 1 16,-5 7 0-16,-6 5 0 15,2 4-4-15,0 9 0 16,4 4 0-16,1 2 0 15,4 1 0-15,4-7 0 16,-2-3 0-16,8-6 0 16,-1 2 0-16,0-7 0 0,0 0 0 15,-2-7 0-15,3-4 0 16,-4-1 0-16,-1-5 0 16,-1-1 0-16,-1-3 0 15,-1-5 0-15,-2-5 0 0,0-1 0 16,-2-4 0-16,-3 0 0 15,-2-3 0-15,-1-3 0 16,-2-1 0-16,-2-3 0 0,-1 0 0 16,-1-5 0-16,-2 3 0 15,-1-2 0-15,-3-3 0 16,0 0 0-16,-8 0 0 16,2-2 0-16,-6 2 0 15,-9-3 0-15,2 0 0 0,-6 0 0 16,0 0 0-16,3 0 0 15,2-3 0-15,3-1 0 16,9-2-50-16,9 4-36 16,1-5 0-16</inkml:trace>
  <inkml:trace contextRef="#ctx0" brushRef="#br0" timeOffset="8965.51">11627 2742 478 0,'0'0'2'16,"0"0"3"-16,5-10 1 0,-5 10 1 15,12-12 0-15,-5 5-1 16,11-4-6-16,2 1 0 16,10 0 0-16,5 1 0 15,2 1 0-15,5-2 0 0,6-7-69 16,-4 17-17-16</inkml:trace>
  <inkml:trace contextRef="#ctx0" brushRef="#br0" timeOffset="9141.95">11619 2856 479 0,'0'0'4'0,"0"0"1"16,-7 10 1-16,7-10 0 15,5 12 1-15,10-4-3 0,4-3-4 16,15 0 0-16,12-3 0 16,9-4 0-16,15 0-12 15,14-4-70-15,-5-4-3 16</inkml:trace>
  <inkml:trace contextRef="#ctx0" brushRef="#br0" timeOffset="10014.64">13416 1984 405 0,'0'0'4'0,"0"-17"1"0,-2 4 2 0,-6 1 0 0,-2-6 0 0,-7 7 0 16,-3-6 1-16,-7 6-1 15,-6 6-3-15,-4 5-2 16,-6 10-1-16,1 5 0 0,6 4-1 16,-2 3 0-16,0 3 0 15,14 5 0-15,4 2 0 16,11 4 0-16,3-3 0 15,6 7 2-15,6 3 2 16,10 4-1-16,5 3 2 0,4 1-1 16,4 4 0-16,-5 7 1 15,-1 2 0-15,0 0-1 16,-6 6-2-16,-7-1-1 0,-5-2 1 16,-5-2 0-16,-2-1 1 15,-9-4-3-15,-4-4 0 16,4-2 0-16,-7-4 0 15,0-6 0-15,-1-2 0 16,-2-4 0-16,0-6 0 0,3-2 0 16,3-7 0-16,-3-1 0 15,6-8 0-15,2-1 0 16,5-3 0-16,5-10 0 0,0 12 0 16,0-12 0-1,15 3 0-15,7-3 0 0,6-3 0 16,11-1 0-16,9-4 0 15,9 1 0-15,8-3 0 16,6-1 0-16,-1 4 0 0,2-2 0 16,-5 0 0-16,-5 5 0 15,-11 2 0-15,-10-1 0 16,-11 3 0-16,-13-2 0 16,-6 2 0-16,-11 0 0 0,-11-3 0 15,-8-10-62-15,-2 4-25 16,2-7 0-16</inkml:trace>
  <inkml:trace contextRef="#ctx0" brushRef="#br0" timeOffset="10615.31">13782 2388 468 0,'0'0'3'16,"0"-11"3"-16,0 11 2 16,0-14 0-16,0 14 1 0,0-12 0 15,0 12-9-15,0 0 0 16,0 5 0-16,0 15 0 16,0 11 0-16,2 7 0 15,1 11 0-15,1 6 0 0,1 2 0 16,2 0 0-16,2-3 0 15,-2-4 0-15,0-10 0 16,-2-3 0-16,0-12 0 0,-3-6 0 16,-2-6 0-16,0-13 0 15,0 0 0-15,-5-7 0 16,-4-16 0-16,-1-7 0 16,-3-12 0-16,-1-8 0 15,-2-7 0-15,4-2 0 16,-1 0 0-16,3-1 0 0,3 6 0 15,2 7 0-15,5 7 0 16,12 8 0-16,2 7 0 16,7 8 0-16,7 1 0 0,4 9 0 15,5 2 0-15,1 5 0 16,3 8 0-16,-1 4 0 16,-5 3 0-16,-5 5 0 15,-8 5 0-15,-9 0 0 0,-10 1 0 16,-6 2 0-16,-14-4 0 15,-11-1 0-15,-6-4 0 16,-4-1 0-16,-9 0 0 0,3-9 0 16,-4 1 0-16,1-7 0 15,9 0 0-15,3-3 0 16,14 0 0-16,3-6-16 16,18 6-68-16,-5-10-2 15</inkml:trace>
  <inkml:trace contextRef="#ctx0" brushRef="#br0" timeOffset="11253.69">14311 1848 427 0,'0'0'5'0,"0"0"1"0,-5-15 1 0,5 15 1 0,0-14 1 0,10 3 0 16,2-1 1-16,13-1 0 16,5 3-4-16,7 0-1 15,10 4-1-15,2-5-1 0,1 4-1 16,1 0-2-16,-5 4 0 15,-3 0 0-15,-8 3 0 16,-5 0 0-16,-11 3 0 16,-4 1 0-16,-8 12 0 15,-4 1 0-15,-6 13 0 0,-4 9 0 16,-3 11 0-16,0 9 0 16,3 11 0-16,0 4 0 15,7 3 0-15,0 4 0 16,7 4 0-16,0-1 0 0,6-5 0 15,4 1 0-15,-2-3 0 16,-3-3 0-16,0-5 0 16,1-2 0-16,-4-5 0 15,3-8 0-15,-5 1 0 0,-2-5 0 16,-5-4 0-16,2-8 0 16,-2 1 0-16,0-6 0 15,-5-4 0-15,0-4 0 0,-5-8 0 16,-2-2 0-16,0-5 0 15,-4 0 0-15,-2-6 0 16,-3 0 0-16,-2-2 0 16,-9-2 0-16,0 0 0 15,-10 0 0-15,-8-2 0 16,2-4 0-16,-6 4 0 0,-1-3 0 16,0 5 0-16,3-2 0 15,17 2-21-15,1 7-66 16,13-3-4-16</inkml:trace>
  <inkml:trace contextRef="#ctx0" brushRef="#br0" timeOffset="17667.15">3597 5073 336 0,'0'0'9'0,"4"-12"5"16,-4 2 3-16,5 0 3 16,0-8 1-16,-3 6 1 15,4-2 0-15,-1-2 1 0,-5 16-9 16,0 0-5-16,0 0-5 15,2 20-4-15,-4 10 0 16,-3 6 0-16,-1 10 0 0,-1 6 0 16,2 2 0-16,3 3 0 15,0-5 0-15,2 0 0 16,0-4 0-16,0-2 0 16,0-9 0-16,0-1 0 0,-3-5 0 15,1-3 0-15,-1-9 0 16,-1-2 0-16,0-4 0 15,4-13-13-15,0 0-73 0,0 0-2 16</inkml:trace>
  <inkml:trace contextRef="#ctx0" brushRef="#br0" timeOffset="18048.79">3194 5063 303 0,'0'0'8'0,"0"0"5"16,3-7 2-16,-3 7 3 15,4-10 2-15,-4 10 1 0,8-18 1 16,2 12 1-16,2-5-7 15,4 1-3-15,8 0-2 16,10-4-3-16,9-2-1 16,9 2-1-16,7-1-1 0,3-3-3 15,6 7-2-15,-3-6 0 16,-3 11 0-16,-11-1 0 16,-3 4 0-16,-16 3 0 15,-7 3 0-15,-10 4 0 0,-7 5 0 16,-8 0 0-16,0 8-3 15,-8 0-10-15,8-20-55 16,-12 30-17-16</inkml:trace>
  <inkml:trace contextRef="#ctx0" brushRef="#br0" timeOffset="18564.57">3979 5517 408 0,'0'0'6'0,"0"0"1"0,0 0 2 16,-7-10-1-16,7 10 2 16,-13-3-1-16,1 3 1 15,-3 0 0-15,2 7-6 0,-4 6-1 16,2 4-1-16,0 3-1 16,2 3 0-16,4 2 0 15,2-3 0-15,7 2 0 16,4-1 1-16,12-6-1 0,3-1 0 15,1-5 0-15,13-8 1 16,-4-3-1-16,6 0 1 16,0-10 0-16,-1-2-1 15,-4-6 2-15,-5-2-1 16,-4-3 0-16,-7-2-2 0,-7 1 0 16,-7 2 0-16,-7-2 0 15,-10 1 0-15,-6 3 0 16,-6 2 0-16,-4 10 0 0,4 0 0 15,-1 5-5-15,5 3-7 16,0 0-14-16,-8 0-57 16,33 0-4-16</inkml:trace>
  <inkml:trace contextRef="#ctx0" brushRef="#br0" timeOffset="18898.81">4310 4784 425 0,'0'0'4'0,"0"0"3"0,0-13 1 0,0 13 1 15,0-12 2-15,0 12-2 16,0 0 1-16,0 0 2 0,0 0-5 16,0 12-3-16,-3 5-1 15,1 11-1-15,2-2-2 16,0 10 0-16,0-3 0 0,2 3 0 16,3-4 0-16,-3-5 0 15,6-2-2-15,-3-3-8 16,3 1-18-16,8-11-56 0,-8-2-3 15</inkml:trace>
  <inkml:trace contextRef="#ctx0" brushRef="#br0" timeOffset="19782.07">4608 4320 358 0,'0'0'7'0,"0"0"2"16,0 0 3-16,0 0 1 0,0 0 1 15,0-13 1-15,0 13 1 16,13-2 0-16,4 0-4 16,0 0-3-16,5-1-2 15,3 0-2-15,5 0 0 0,0 2-2 16,0-5 0-16,0 5-1 15,-3-3 0-15,-3 2-1 16,-3 0 1-16,-6 2-2 0,-3 0 0 16,-5 0 0-16,-7 0 0 15,10 0 0-15,-10 0 0 16,0 0 0-16,0 0 0 16,-3 9 0-16,3-9 0 0,-9 3-2 15,9-3-4-15,-10 4-3 16,10-4-12-16,-10 6-61 15,10-6-4-15</inkml:trace>
  <inkml:trace contextRef="#ctx0" brushRef="#br0" timeOffset="20100.82">5085 4067 441 0,'0'0'5'0,"0"0"2"15,0 0 1-15,7-12 2 16,-7 12-1-16,0 0 1 16,13-5-1-16,-13 5 1 15,5 5-8-15,-3 10-2 16,0 4 0-16,-2 6 0 0,3 7 0 15,-1 4 0-15,1-2 0 16,-3 1 0-16,0-1 0 16,3-2 0-16,-3-4 0 15,3-3 0-15,-3-6 0 0,4 1 0 16,-1-10-3-16,6-10-81 16,-9 0-3-16</inkml:trace>
  <inkml:trace contextRef="#ctx0" brushRef="#br0" timeOffset="21015.46">3222 4734 353 0,'0'0'5'16,"0"0"2"-16,0-15 1 15,0 15 2-15,-11-12 0 16,1 4 1-16,1-2-1 0,-7 5 2 16,0 3-5-16,-7 2-2 15,0 0-2-15,-4 7 0 16,-1 3-2-16,7 2 1 15,-4 9 0-15,4-5-2 0,7 7 1 16,1 2-1-16,6 2 1 16,4 1-1-16,3 6 0 15,3 1 0-15,6 4-1 16,4 3 1-16,-1 5 0 0,4 0 1 16,-4 3-1-16,-3 4-1 15,5 3 3-15,-10-2-1 16,-4 1 1-16,0 5-1 0,-2-5 1 15,-5 4-1-15,-4-3 1 16,-3 1 1-16,2-7-2 16,-4 3 0-16,2-7 1 15,-2-2-1-15,7-3 1 16,-2-5-1-16,4-2 0 0,0-2 0 16,2-9-1-16,3 1 1 15,-1-5-1-15,1-3 0 16,2-2 1-16,0-5 0 15,0-1 0-15,0-9 0 16,12 8 0-16,0-5 0 0,3-3 1 16,8 0-1-16,1-3 1 15,10-2-1-15,2-3 1 16,6 4 0-16,0-4-1 0,3 6 0 16,-1-5-1-16,-1 4-3 15,-6-2-5-15,0 5-19 16,8 0-54-16,-23 0-1 15</inkml:trace>
  <inkml:trace contextRef="#ctx0" brushRef="#br0" timeOffset="21981.91">4327 4620 296 0,'0'0'7'0,"0"0"3"16,0 0 3-16,0 0 0 0,0 0 2 16,0-10 2-16,0 10 1 15,15-7 0-15,2 4-5 16,5 1-5-16,7-4 0 16,4 2-2-16,3 4-1 0,-1 0-1 15,-1 0-1-15,-1 2-2 16,-8 6 1-16,-1 1-2 15,-6 9 1-15,-9 2 0 0,-1 4 0 16,-3 6 1-16,-2 5-1 16,-1 2 0-16,0 5 0 15,-2 0 0-15,3 3 0 16,-1 2 0-16,1-3-1 0,1 3 0 16,2-1 1-16,1 0 0 15,1 2 0-15,-4-2 1 16,9 2-1-16,-3 1 2 15,2 0 0-15,-1-2 1 16,-2 6 0-16,-1-6-1 0,2 4 1 16,-3-3 0-16,-2-1 1 15,-2-5-2-15,1 2-1 16,-1-7 0-16,2 0-2 16,-5-7 0-16,3-2 0 0,-3-3 0 15,2-8 0-15,-2 0 0 16,0-4 0-16,0-3 0 15,-2-1 0-15,2-9 0 16,-8 10 0-16,8-10 0 0,-7 4 0 16,7-4 0-16,-12 6 0 15,12-6 0-15,-13 3 0 16,3-1 0-16,0-2 0 0,-3 3 0 16,-2 0 0-16,0-3 0 15,-1 1 0-15,-9 2 0 16,0 0 0-16,-13 1 0 15,4 2 0-15,-11-2 0 16,3-1 0-16,0 2 0 0,-1-3 0 16,6 3 0-16,7-5 0 15,7 3 0-15,7-3-3 16,0 0-81-16,16 0-2 16</inkml:trace>
  <inkml:trace contextRef="#ctx0" brushRef="#br0" timeOffset="27271.86">6384 4853 447 0,'0'0'4'0,"0"0"2"15,8-8 0-15,-8 8 1 0,0 0 1 16,10 8 0-16,-8 6 0 15,1 5 0-15,-3 6-3 16,0 13-1-16,-3 2-4 16,3 5 0-16,0-1 0 15,0 1 0-15,3-3 0 16,1 0 0-16,1-5 0 0,1-2 0 16,-4-5-3-16,1-1-3 15,-3-8-2-15,0-2-5 16,0-7-18-16,-5 1-54 0,5-13 1 15</inkml:trace>
  <inkml:trace contextRef="#ctx0" brushRef="#br0" timeOffset="27764.59">5443 5298 490 0,'0'0'4'0,"0"0"0"0,0 0 2 15,4-5 1-15,-4 5-7 0,0 0 0 16,0 0 0-16,10-7 0 16,-10 7 0-16,0 0 0 15,0 0 0-15,20 5 0 16,-8-3-82-16,16 1-7 15</inkml:trace>
  <inkml:trace contextRef="#ctx0" brushRef="#br0" timeOffset="28467.04">6078 4863 310 0,'0'0'9'0,"0"0"6"16,0 0 1-16,-2-10 4 15,2 10 1-15,0 0 0 16,-5-11 1-16,5 11 0 0,0 0-8 16,18-7-3-16,-4 2-3 15,14 1-3-15,4 1 0 16,11-4 0-16,4 1-2 16,7 2 1-16,4-4-4 0,1 6 0 15,-5-6 0-15,-4 8 0 16,-8-2 0-16,-6 2 0 15,-12 0 0-15,-4 2 0 16,-10 6 0-16,-10-8 0 16,8 10 0-16,-8-10 0 0,-2 17 0 15,-2-6-5-15,-1-5-21 16,3 9-57-16,0-3-4 16</inkml:trace>
  <inkml:trace contextRef="#ctx0" brushRef="#br0" timeOffset="28931.81">6926 5407 444 0,'0'0'4'0,"0"0"-1"0,-2-7 2 16,2 7 1-16,-10-2-2 0,10 2 3 15,-18 0 0-15,6 7 0 16,-3 3-3-16,3 5 0 16,-1 5-1-16,8 0-1 15,2-1 1-15,3 1-2 0,8-2 0 16,7-1 0-16,8-7 0 15,0 0 0-15,7-6 0 16,0-4 1-16,3 0-2 16,-3-7 0-16,-1-6 0 15,-4 1 0-15,-7-5 0 0,-8 0 0 16,-8-6 0-16,-2 4 0 16,-14-5 0-16,-9 8 0 15,-7 1 0-15,-2 0 0 0,0 9 0 16,-5-2 0-16,5 5-6 15,2 3-8-15,12 3-18 16,2-3-50 0,16 0-5-16</inkml:trace>
  <inkml:trace contextRef="#ctx0" brushRef="#br0" timeOffset="29266">7301 4560 453 0,'0'0'5'0,"0"-9"2"0,0 9 1 16,4-16 0-16,-4 16 1 15,7-12 0-15,-7 12 1 16,0 0-8-16,7 5-2 16,-7 18 0-16,0 4 0 15,5 6 0-15,-3 9 0 16,3 2 0-16,0 0 0 0,3-4 0 16,2 2 0-16,-7-10 0 15,10-5-51-15,-7-5-35 16,-1-4-3-16</inkml:trace>
  <inkml:trace contextRef="#ctx0" brushRef="#br0" timeOffset="30381.14">7903 5224 488 0,'0'0'2'0,"0"0"1"0,0-10 1 16,0 10 0-16,0-7 0 15,0 7 0-15,-5-10-2 16,5 10-2-16,0 0 0 0,0 0 0 16,0 0-20-16,12 0-63 15,-2 2-3-15</inkml:trace>
  <inkml:trace contextRef="#ctx0" brushRef="#br0" timeOffset="30665.74">8668 4932 490 0,'0'0'3'0,"0"0"0"15,0-10 2-15,0 10 0 16,0 0 0-16,-8-8-5 16,8 8 0-16,-12 18 0 15,5 2 0-15,-1 7 0 0,-2 8 0 16,3 7 0-16,4 3 0 16,1 2 0-16,2 0 0 0,0-3 0 15,0 1 0-15,0-8 0 16,0 1-4-16,0-9-37 15,0-4-45-15,0-6-2 16</inkml:trace>
  <inkml:trace contextRef="#ctx0" brushRef="#br0" timeOffset="30998.59">8156 4848 426 0,'0'0'3'0,"0"0"2"0,0 0 1 16,7-10 2-16,4 6 1 16,8-4 2-16,6-2 0 15,10 3 0-15,10-6-2 0,2 1-2 16,15-1-2-16,0 1-5 15,7 0 0-15,-1 1 0 16,-6-2 0-16,-2 4 0 16,-9 4 0-16,-8 0 0 0,-10 3 0 15,-12 2 0-15,-3 2 0 16,-18-2 0-16,5 18-4 16,-10-6-21-16,-5 5-59 15,0 3-3-15</inkml:trace>
  <inkml:trace contextRef="#ctx0" brushRef="#br0" timeOffset="31449.03">9018 5403 470 0,'0'0'2'0,"0"0"5"15,0 0-1-15,0 0 2 16,0 0 0-16,0-11 2 15,0 11-10-15,0 0 0 0,0 0 0 16,0 0 0-16,0 0 0 16,-5 8 0-16,3 5 0 15,2 2 0-15,-2 2 0 16,-2 5 0-16,2 0 0 0,-1 3 0 16,3 0 0-16,0-3 0 15,0 1 0-15,0-1 0 16,3-5 0-16,-1-2 0 15,4-3 0-15,-4-2 0 0,-2-10 0 16,8 10 0-16,-8-10 0 16,0 0 0-16,0 0 0 15,2-3-73-15,-2-5-18 0</inkml:trace>
  <inkml:trace contextRef="#ctx0" brushRef="#br0" timeOffset="31981.49">9331 4635 462 0,'0'0'4'0,"0"-10"1"0,0 10 2 15,5-18 0-15,0 9 1 16,-2-4 0-16,4 1 0 15,3-2-6-15,2 3-2 16,3 4 0-16,6 1 0 16,0 6 0-16,2 0 0 0,-3 10 0 15,-1 5 0-15,-1 3 0 16,-8 4 0-16,-5 6 0 16,-5-2 0-16,-8 4 0 15,-4-3 0-15,-5 3 0 0,-6-3 0 16,4-7 0-16,-2 5 0 15,5-8 0-15,3-2 0 16,3-5 0-16,10-10 0 0,5 12 0 16,15-9 0-16,8-3 0 15,6 0 0-15,5-7 0 16,9 1 0-16,-1 0-34 16,5-3-51-16,0 1-2 0</inkml:trace>
  <inkml:trace contextRef="#ctx0" brushRef="#br0" timeOffset="32664.94">10549 4424 421 0,'0'0'3'0,"0"0"2"0,-13-15 0 0,-1 8 1 16,-4-1 1-16,-10 0 0 15,3 4 0-15,-12 4 1 16,0 0-4-16,3 12 0 16,-1 8-2-16,5 2 0 15,5 10-1-15,5 9 0 0,10 1 0 16,8 5 0-16,4 2 0 16,10 6 0-16,8 0 1 15,3 1-1-15,7 4 0 16,-5 1 1-16,2 2-1 0,-5 1-1 15,-2 3 1-15,-5 2-1 16,-5 0 1-16,-5 1 1 16,-5-3-1-16,0-3 2 0,-7-2-1 15,-4 0 0-15,-1-5 1 16,-3-5-1-16,-2 1-2 16,-1-9 0-16,-3-2 0 15,3-8 0-15,0-1 0 0,1-11 0 16,4-3 0-16,6-6 0 15,2-3 0-15,5-10 0 16,0 0 0-16,0 0 0 16,7 5 0-16,9-5 0 15,5-5 0-15,9 0 0 0,6-3 0 16,3-2 0-16,10 1 0 16,-1-1 0-16,5 2 0 15,-7 1 0-15,-3 0 0 16,-3 1 0-16,-8-2 0 0,-11 7 0 15,-5-9-12-15,-16 10-72 16,13-8-3-16</inkml:trace>
  <inkml:trace contextRef="#ctx0" brushRef="#br0" timeOffset="33098.92">11018 4974 459 0,'0'0'3'0,"0"0"1"0,-4-10 1 0,4 10 0 16,-16-3 1-16,2 3 0 15,-4 11 0-15,1 3 1 16,-1 9-4-16,0 9 0 15,6 3-1-15,4 6 0 16,8-1-2-16,0 2 0 0,16-7 0 16,6-3 0-16,8-7 0 15,7-7 0-15,6-9 0 0,4-6 0 16,3-6 0-16,-1-6 0 16,-1-11 0-16,-2-8 0 15,-5-4 0-15,-14-8 0 16,-12-4 0-16,-11-3 0 15,-8 5 0-15,-19-3 0 0,-9 13 0 16,-15 2 0-16,-4 13 0 16,-1 7 0-16,1 10 0 15,1 0 0-15,8 14-5 16,5-3-37-16,12 1-45 0,12 1-1 16</inkml:trace>
  <inkml:trace contextRef="#ctx0" brushRef="#br0" timeOffset="33714.87">11414 4466 443 0,'0'0'4'0,"0"0"1"0,-9-9 1 0,9 9 2 16,0-13 0-16,6 3 1 0,5-3 0 16,11 3 0-16,7 1-3 15,6 1-2-15,9 0-4 16,6 1 0-16,-1 6 0 16,4 1 0-16,-5 1 0 0,-6 9 0 15,-5 5 0-15,-12 2 0 16,-5 10 0-16,-11 9 0 15,-6 3 0-15,-3 8 0 16,-3 6 0-16,-4 3 0 0,-2 6 0 16,0 6 0-16,5 1 0 15,-1 0 0-15,2 0 0 16,3 3 0-16,0 0 0 16,3-3 0-16,6-2 0 0,0-3 0 15,5-1 0-15,0-4 0 16,4 0 0-16,0-4 0 15,1-3 0-15,2-2 0 16,-5-6 0-16,2 0 0 0,-2-4 0 16,-4-5 0-16,-3-8 0 15,-4-2 0-15,-5-10 0 16,-2-3 0-16,-8-2 0 16,-10-5 0-16,-4-3 0 0,-6-2 0 15,-13 0 0-15,-4 0 0 16,-5 0 0-16,-3 0 0 15,-2 0 0-15,3 3 0 16,4 0 0-16,5-1 0 0,10-2 0 16,7 2 0-16,12 1 0 15,8-3-34-15,8 0-52 16,8 0-3-16</inkml:trace>
  <inkml:trace contextRef="#ctx0" brushRef="#br0" timeOffset="34181.48">12635 5066 488 0,'0'0'3'0,"0"0"1"0,0 0 1 0,-9-7 0 15,9 7 1-15,0 0-6 16,0-13 0-16,0 13 0 15,15-12 0-15,0 4 0 16,12 5 0-16,1-6-20 0,9 4-65 16,5 2-3-16</inkml:trace>
  <inkml:trace contextRef="#ctx0" brushRef="#br0" timeOffset="34348.74">12557 5259 470 0,'0'0'3'15,"0"0"1"-15,0 0 0 16,4 10 1-16,8-10 0 16,11 3 0-16,4-3 0 15,13 0-3-15,5-8-7 0,13 3-17 16,6-5-60-16,5-5-3 16</inkml:trace>
  <inkml:trace contextRef="#ctx0" brushRef="#br0" timeOffset="35164.98">14049 4882 394 0,'0'0'5'0,"0"0"1"0,0 0 2 15,0 0 1-15,0 0 1 16,-2-9 1-16,2 9 1 16,0 0 1-16,-7-10-4 15,7 10-1-15,0 0-1 16,0 0 0-16,0 0-1 0,-10-8 0 16,10 8-6-16,0 0 0 15,0 0 0-15,-2 12 0 16,-1 3 0-16,0 7 0 15,1 8 0-15,2 8 0 0,0 4 0 16,0 5 0-16,0 7 0 16,0-4 0-16,2 2 0 15,6-3 0-15,-5-4 0 16,1-5 0-16,1-6 0 0,-2-2 0 16,-1-7 0-16,0 0 0 15,-2-8 0-15,0-4 0 16,0-3 0-16,-2 0 0 0,2-10 0 15,0 0-65-15,-5-8-24 16</inkml:trace>
  <inkml:trace contextRef="#ctx0" brushRef="#br0" timeOffset="35568.78">13619 4903 399 0,'0'0'5'0,"0"0"3"0,-9-11 2 16,9 11 2-16,-7-12 1 15,7 12 1-15,0-13 1 16,0 13 1-16,19-16-5 0,6 5-3 16,15 5-8-16,12-11 0 15,12 6 0-15,14-7 0 16,7 3 0-16,3 3 0 0,-3-1 0 16,-8 4 0-16,-7 4 0 15,-15 3 0-15,-16 2 0 16,-9 0 0-16,-16 4 0 15,-14-4 0-15,0 23 0 16,-2-11 0-16,-8 5 0 0,-6 4-3 16,3 0-82-16,-4 6-3 15</inkml:trace>
  <inkml:trace contextRef="#ctx0" brushRef="#br0" timeOffset="36065.36">14479 5479 447 0,'0'0'4'0,"0"0"2"0,0 0 0 0,-9-5 2 0,1 5 0 15,-5 0 1-15,1 4 0 16,-5 0 1-16,0 6-6 16,1 2-4-16,2 8 0 15,1 0 0-15,6 0 0 0,2 4 0 16,5-3 0-16,7-2 0 15,9-2 0-15,3-3 0 16,3-8 0-16,8-4 0 16,0-2 0-16,2-4 0 0,-2-4 0 15,-2-5 0-15,-6-6 0 16,-7 2 0-16,-6-5 0 16,-9-3 0-16,-2 0 0 15,-10 2 0-15,-4-2 0 0,-8 9 0 16,2-4 0-16,-3 6 0 15,0 6 0-15,1 5 0 16,1 1 0-16,8 2-5 16,-2 13-73-16,17-13-10 0</inkml:trace>
  <inkml:trace contextRef="#ctx0" brushRef="#br0" timeOffset="36381.87">14966 4694 483 0,'0'0'4'0,"0"0"1"16,0 0 0-16,0 0 0 0,0 0 0 15,0 0-1-15,3 5-4 16,-3 10 0-16,0 10 0 16,0-1 0-16,0 9 0 15,0 1 0-15,0 3 0 0,2-4 0 16,7 1 0-16,-5-7 0 16,8 3-24-16,0-7-61 15,-3-9-3-15</inkml:trace>
  <inkml:trace contextRef="#ctx0" brushRef="#br0" timeOffset="36964.51">15070 4335 438 0,'0'0'5'0,"0"0"0"16,0 0 1-16,6 0 2 15,4-3-1-15,4 1 1 16,7 0 0-16,6-1 1 0,8 1-5 16,12 2-1-16,0-3-1 15,8 3-1-15,-3 0 0 16,0 5 0-16,-7 5-1 15,-5 0 0-15,-8 5 0 0,-7 7 0 16,-5 5 0-16,-10 5 0 16,-3 9 0-16,-7 8-1 15,0 8 2-15,0 4-1 0,-5 6 0 16,-2 3 0-16,2 7 0 16,-1-4 0-16,1 5 1 15,3-4-1-15,2 5 0 16,0-4 2-16,2-4 0 15,5 1-2-15,2-4 0 16,3 1 0-16,1-3 0 0,-1-4 0 16,2-5 0-16,-3 0 0 15,-1-5 0-15,-3-7 0 16,-1 3 0-16,-4-15 0 0,-2 0 0 16,-2-5 0-16,-7-9 0 15,-5 1 0-15,-6-5 0 16,-5 0 0-16,-5-3 0 0,-7-2 0 15,-5-3 0-15,-8 1 0 16,-7-3 0-16,-8-3 0 16,-4-2 0-16,-3 0 0 15,-3-5-2-15,1 5-23 16,7-5-59-16,-6 0-3 0</inkml:trace>
  <inkml:trace contextRef="#ctx0" brushRef="#br0" timeOffset="37783.67">13633 4535 352 0,'0'0'5'0,"0"0"3"0,-4-12 1 0,4 12 2 0,-14-12 1 16,-1 4 0-16,-3 1 1 15,-4 2 0-15,-5 5-3 16,-2 0-3-16,-10 2-1 16,2 6-1-16,-4 0 0 0,-2 1-2 15,6 1 0-15,-3-3-1 16,8 3-1-16,4 4 0 15,3-3-1-15,11-1 1 16,3 8-1-16,11-1 0 0,0 4 0 16,3 4 1-16,7 11 0 15,2-1 1-15,4 6-1 16,1 9 0-16,3 5 0 0,-3 6 1 16,1 6-1-16,-4 8-1 15,1 5 0-15,-7 6 2 16,2 3 0-16,-10 3 0 15,0-3 1-15,-7 0-1 16,4-5 1-16,-5-5 0 0,-4-2 2 16,2-7-5-16,0-11 0 15,3-2 0-15,-4-8 0 16,6-7 0-16,-2-4 0 16,5-4 0-16,-4-9 0 15,5-1 0-15,-5-7 0 0,6-3 0 16,0-3 0-16,0-3 0 15,0-8 0-15,10 10 0 16,2-10 0-16,2 0 0 0,7 0 0 16,4 0 0-16,7-5 0 15,5 0 0-15,4 0 0 16,-2 1 0-16,8 1 0 16,-4-1 0-16,-1 1 0 0,1 0 0 15,-9 3 0-15,-9 0 0 16,-3 0 0-16,-7 0 0 15,0 6-25-15,-2-6-60 16,-13 0-3-16</inkml:trace>
  <inkml:trace contextRef="#ctx0" brushRef="#br0" timeOffset="38415.71">15824 4276 406 0,'0'0'6'0,"0"0"2"16,0 0 3-16,-7-3 1 16,7 3 0-16,0 0 2 0,0 0 0 15,0 0 0-15,7-7-4 16,11 4-6-16,3-1-4 16,12 1 0-16,1-2 0 0,7 0 0 15,1-3 0-15,-1 4 0 16,0-2 0-16,-12 4-4 15,-9-3-79-15,-5 5-3 16</inkml:trace>
  <inkml:trace contextRef="#ctx0" brushRef="#br0" timeOffset="38649.01">16283 4010 481 0,'0'0'5'0,"0"0"0"0,0 0 1 16,10-7 0-16,-10 7 0 15,5 10-4-15,-3 5-2 0,2 5 0 16,-4 5 0-16,0 9 0 16,2 5 0-16,-2 6 0 15,3 0 0-15,-1 3 0 0,0-7 0 16,1 4-9-16,-3-1-75 15,0-10-3-15</inkml:trace>
  <inkml:trace contextRef="#ctx0" brushRef="#br0" timeOffset="39048.98">16668 5140 511 0,'0'0'0'0,"0"0"0"0,-2-10 0 16,2 10 0-16,-3-7 0 15,3 7 0-15,-4-10 0 16,4 10 0-16,0 0 0 15,-5-10 0-15,12 16 0 16,6-5-89-16,6 2-1 0</inkml:trace>
  <inkml:trace contextRef="#ctx0" brushRef="#br0" timeOffset="39948.94">17918 4082 427 0,'0'0'3'0,"0"0"2"0,-7-9 0 0,-3 3 1 15,-7 2 1-15,-3-2-1 16,-8 4 0-16,-9 0 1 16,0 2-3-16,-8 4-2 15,-2 6-1-15,2 5 0 0,-2 2-2 16,8 5 1-16,1 6 0 15,8 2 0-15,8 4-1 16,4 4 1-16,16 2-1 16,2 4 0-16,7 3 1 0,10 3 0 15,7 4 0-15,2 5 0 16,4 1 0-16,2 4 1 16,-4 3-1-16,1 3 1 15,-6-1-1-15,-5 3 1 0,-4-1 0 16,-7 3 0-16,-4-1 0 15,-6-2 2-15,-6 2 1 16,-3-9 0-16,-6-1 0 0,-2-2 1 16,-2-4-1-16,2 0 1 15,2-9-5-15,-1 0 0 16,1-6 0-16,6-5 0 16,-3-1 0-16,5-5 0 15,3-6 0-15,0-3 0 0,1-5 0 16,3-4 0-16,3-3 0 15,3 0 0-15,10-5 0 16,1-3 0-16,11-2 0 16,7-2 0-16,8-3 0 15,8-3 0-15,4 1 0 0,8 0 0 16,-4 2 0-16,4-1 0 16,-3 5 0-16,-3-5 0 0,-5 5 0 15,-7 1 0-15,-13 0 0 16,-1-3 0-16,-11 3 0 15,-4 0 0-15,-13 0 0 16,0 0 0-16,-8-6 0 0,-7 2 0 16,3 4-21-16,12 0-63 15,-25-15-4-15</inkml:trace>
  <inkml:trace contextRef="#ctx0" brushRef="#br0" timeOffset="40532.01">18244 4732 456 0,'0'0'3'0,"0"0"1"0,0 0 1 0,5-13 0 15,-5 13 1-15,0 0-1 16,3 7 2-16,-3 8-1 16,2 7-2-16,-2 11-1 0,5 5-2 15,0 8 0-15,-1 6 0 16,5 0 0-16,-2 2 0 16,2-4-1-16,-4-6 2 15,4-4-2-15,-5-8 0 0,-1-7 0 16,-1-5 0-16,-2-10 0 15,0-10 0-15,0 0 0 16,-9-15 0-16,0-7 0 0,2-14 0 16,-5-2 0-1,1-15 0-15,-1 1 0 0,5-2 0 16,-3-3 0-16,2 5 0 16,6 2 0-16,2 8 0 15,7 7 0-15,9 8 0 16,3 8 0-16,8 1 0 0,8 8 0 15,1 5 0-15,3 5 0 16,-2 0 0-16,-5 15 0 16,-7 0 0-16,-8 4 0 0,-9 9 0 15,-10-1 0-15,-13 1 0 16,-10 0 0-16,-8-5 0 16,-6 2 0-16,-1-4 0 15,-5-4 0-15,3-5-5 0,5-2-7 16,-1-5-12-16,1-3-60 15,18-2-2-15</inkml:trace>
  <inkml:trace contextRef="#ctx0" brushRef="#br0" timeOffset="41231.83">18679 4045 428 0,'0'0'4'0,"0"0"0"0,0 0 2 16,10-13 1-16,1 7 0 15,10-3 0-15,6 2 1 16,15-2 0-16,4 0-3 0,11 1-2 15,-1 0 0-15,4 3-2 16,-3 0 1-16,-2 5-2 16,-11-3 0-16,-6 3 0 15,-14 5-1-15,-8 11 1 0,-9 1-1 16,-5 12 0-16,-2 6 0 16,-7 7 0-16,0 10 1 15,2 10 0-15,-5 5-1 16,7 6 1-16,3 10 0 15,0 1 1-15,7 5-1 0,4 3 2 16,-1-3-1-16,-1 3 0 16,7-1 0-16,-7-6 0 15,2 2 0-15,-4-8 1 0,-7-5 0 16,0-4 0-16,0-6 1 16,0-2-1-16,-5-5 1 15,0 0-1-15,2-8-2 16,3-3 0-16,0 0 0 0,0-6 0 15,0-3 0-15,3-8 0 16,2-1 0-16,3-6 0 16,-4-7 0-16,0-3 0 15,2-2 0-15,-6-10 0 0,6 10 0 16,-6-10 0-16,0 0 0 16,0 0 0-16,0 0 0 15,0 0 0-15,-6 5 0 16,-4-5 0-16,-4 0 0 15,-4 0 0-15,-5 2 0 0,-4-2 0 16,-5 5 0-16,-3-2 0 16,-2 0 0-16,2 1 0 15,3 0 0-15,2 2 0 0,-2-3 0 16,12 9-12-16,20-12-72 16,-17 13-3-16</inkml:trace>
  <inkml:trace contextRef="#ctx0" brushRef="#br0" timeOffset="46731.29">2496 6332 235 0,'0'0'3'0,"0"0"-1"16,0 0 1-16,0 0 0 15,-8 0 1-15,8 0 1 16,0 0 5-16,0 0-2 0,-4 10 1 15,4-10 1-15,-3 17-2 16,3-4 0-16,0 1 1 16,-2 3-2-16,2 1-3 15,0-1 1-15,0 4 0 0,0 0 1 16,2-4-1-16,5 5 1 16,3-5 0-16,1 8 1 15,3-7-2-15,1 7 0 16,2-2-2-16,6-3-1 0,2 4-1 15,-1-4 0-15,1 0 0 16,0 3-1-16,0-4 1 16,3-2-1-16,-1 1 1 0,-3-6 1 15,1 2-1-15,0 0 0 16,5-6 0-16,-3 5 1 16,3-3-1-16,-2 0 0 15,2-2 0-15,2 1 0 0,-5-1 0 16,6-4 1-16,-1 2-1 15,0-6 1-15,5 0-1 16,0 0 1-16,4-6 0 16,-2 0 0-16,1-2-1 15,1-2 1-15,5 0-1 0,-9 0 0 16,0 0 1-16,1-2-1 16,-1 2 0-16,-2-2-1 15,2 2 1-15,0-2 0 16,-3-4 0-16,7 4-1 0,-2-3 1 15,7 1-1-15,-5-4 1 16,4 3 0-16,0 1-1 16,-1 1 1-16,2 1 0 0,-6 0-1 15,3 1 1-15,3 4 0 16,-7 1-1-16,4 5 0 16,-1 1 0-16,0 0 0 15,5 0 1-15,-7 5-2 0,7-1 1 16,-5 4 0-16,0 4-1 15,-1-2 1-15,-2 5-1 16,-7 0 1-16,1 3 0 0,-6-2-1 16,1 4 1-16,-9 2 0 15,1 1 0 1,-2 1 0-16,-4 1 1 0,2 0-1 16,-4-3 0-16,-3 3 0 15,2 0 0-15,-4-2 0 0,0-4 1 16,-2 2-1-16,-2-4 0 15,2-3 1-15,-2 1-1 16,-1-3 0-16,-2-2 1 16,0-10-1-16,3 12 1 0,-3-12 0 15,0 0 1-15,0 10 1 16,0-10 0-16,0 0 1 16,0 0-1-16,2-4 0 15,-2 4 1-15,2-13-1 16,-2 4-1-16,3-1-1 0,-1-3 0 15,3-2-1-15,-3 3 1 16,7-5 0-16,-2 2 0 0,0-5 0 16,3 5 0-16,3-3 0 15,-6-1 0-15,5 2-1 16,6-3 1-16,-6 0 0 16,5 0-1-16,1-1 0 15,6 2 1-15,-1-1-1 0,2 1 0 16,5-3 1-16,0 0-1 15,4 1 0-15,1-1 1 16,5 3-1-16,-2-1 0 16,4 0 1-16,-1 2-1 0,7-2 1 15,-4 5-1-15,4-3 0 16,-1 4 0-16,3-1 0 16,2 3 0-16,0 1 0 15,0-3 0-15,1 4 0 0,-2 3 0 16,1 2 0-16,4-1-1 15,-6 5 1-15,-1 1 0 16,-2 0 0-16,-2 7 0 16,-2-2-1-16,-4 2 1 0,0 0-1 15,-4 6 1-15,0-5 0 16,3-1 0-16,-6 3 0 16,3-2 0-16,-1 1 0 0,-1 1 0 15,1 0 1 1,-1-2-1-16,1-1 0 0,-4 0 0 15,5-2 0-15,-1 0 1 16,0-2-1-16,-2-3 1 16,3 0-1-16,-1 0 1 0,-2-5-1 15,6 0 1-15,-11-1-1 16,3-2 1-16,0-3 0 16,-5 1-1-16,0 0 1 15,-1-2-1-15,-2-1 1 0,1 0 0 16,0-4 1-16,-4 0 0 15,-1 1 1-15,-4-5 0 16,2 4 0-16,-2 0 0 16,1-3 0-16,-3-3 0 0,0 6 0 15,2 0-1-15,-2 0-2 16,-2-1 0-16,1 5 0 16,0 1 0-16,-1 2 0 0,-10 10 0 15,10-12 0-15,-10 12 0 16,0 0 0-16,0 0 0 15,0 0 0-15,0 0 0 16,0 0 0-16,0 0 0 16,0 0 0-16,0 0 0 0,0 0 0 15,0 0 0-15,0 0-6 16,0 0-27-16,0 0-49 16,18 8-4-16</inkml:trace>
  <inkml:trace contextRef="#ctx0" brushRef="#br0" timeOffset="51948.69">4206 6797 169 0,'0'0'7'0,"0"0"5"15,0 0 4-15,4-9 5 0,-4 9 4 16,0 0 2-16,8-16 0 16,-8 16 3-16,4-9-6 15,-4 9-3-15,0 0-4 16,0 0-6-16,0 0-2 0,0 0-3 16,-4 17-1-16,-4 3-4 15,-5 8 0-15,-1 1 0 16,-4 11-1-16,-3 1 0 0,0 5 0 15,-6 0 0-15,2 2 0 16,-3-2 1-16,4-1 0 16,-1-3 0-16,3-3 0 15,1-8 0-15,7-2 2 16,-1-7-3-16,5-1 1 16,3-10-1-16,2-1 0 0,5-10 0 15,-5 15 1-15,5-15 0 16,0 0 0-16,0 0 0 0,0 0-1 15,0 0 0-15,0 0-1 16,0 0-2-16,-2-7-3 16,2 7-9-16,0-10-12 15,-9 7-50-15,9 3-2 0</inkml:trace>
  <inkml:trace contextRef="#ctx0" brushRef="#br0" timeOffset="52431.97">3266 7603 360 0,'0'0'6'0,"0"0"4"0,0 0 2 15,0 0-1-15,5-6 0 16,-5 6 1-16,8 10 0 0,-6 2 1 16,1 4-6-16,-1 8-4 15,-2 1-1-15,0 4 0 16,0 5-1-16,0-7-2 15,0-1-2-15,0-1-4 16,0-5-6-16,0 0-13 0,3 1-51 16,-3-10-5-16</inkml:trace>
  <inkml:trace contextRef="#ctx0" brushRef="#br0" timeOffset="52681.66">3112 7585 353 0,'0'0'8'0,"0"0"3"0,0 0 3 15,0 0 0-15,-10-10 1 16,10 10 1-16,0-12 1 16,5 2 0-16,5-2-7 0,7-1-3 15,6 1-2-15,5-3-2 16,0 2-1-16,6 1 0 15,0 2-3-15,1 5-5 16,-3 2-7-16,0 3-23 0,-9 10-48 16,-6 3 0-16</inkml:trace>
  <inkml:trace contextRef="#ctx0" brushRef="#br0" timeOffset="52914.94">3013 8118 369 0,'0'0'6'16,"0"0"4"-16,0 0 1 16,7 0 2-16,2-3 2 0,9-2 1 15,3-2 1-15,13-5 0 16,3-4-5-16,9-3-3 16,0 1-3-16,4-2-1 15,-3 3-2-15,-2 0-1 0,-5 5-5 16,-8-1-3-16,-7 11-10 15,-11 2-67-15,2 0-3 16</inkml:trace>
  <inkml:trace contextRef="#ctx0" brushRef="#br0" timeOffset="61732.57">8553 8107 391 0,'0'0'7'0,"0"-7"3"15,0 7 3-15,0-12 2 16,0 12 1-16,0-14 1 0,0 14 0 15,0-13-1-15,0 13-7 16,0 0-9-16,0 10 0 16,0 4 0-16,0 8 0 15,0 6 0-15,0 5 0 0,0 3 0 16,3 7 0-16,-3-2 0 16,0 3 0-16,2-2 0 15,-2-3 0-15,0-2 0 16,0-5 0-16,0-2 0 0,0-5 0 15,0-4 0-15,0-1 0 16,-2-7 0-16,2-1 0 16,0-12 0-16,-7 10 0 15,7-10 0-15,0 0 0 0,-11 0 0 16,11 0-15-16,-12-14-18 16,-6 3-52-16,11-1-1 15</inkml:trace>
  <inkml:trace contextRef="#ctx0" brushRef="#br0" timeOffset="62225.6">8174 8095 301 0,'0'0'7'0,"0"0"3"0,0 0 5 16,0 0 1-16,0 0 3 15,-11-10 2-15,11 10 0 16,0 0 0-16,3-10-5 0,-3 10-2 15,17-4-3-15,3-1-2 16,5 0-1-16,13 0 0 16,4-2 0-16,15-1-2 15,5-2-6-15,7 1 0 0,5-5 0 16,-1 5 0-16,-4-2 0 16,-2 2 0-16,-12 4 0 15,-5-2 0-15,-15 4 0 16,-5-2 0-16,-11 5 0 15,-8 0 0-15,-11 0 0 0,9 0 0 16,-9 0 0-16,0 0 0 16,0 0 0-16,-2 5 0 15,2-5 0-15,-5 12 0 16,5-12 0-16,-8 23-9 0,3-6-75 16,0-2-3-16</inkml:trace>
  <inkml:trace contextRef="#ctx0" brushRef="#br0" timeOffset="62649.63">9000 8482 461 0,'0'0'4'0,"0"0"2"15,0 0 1-15,0 0 0 16,0 0 1-16,0 0 0 15,0 0 0-15,0 5-6 16,0 7-2-16,0 1 0 0,0 6 0 16,0 1 0-16,0 7 0 15,0-4 0-15,0 1 0 16,0 0 0-16,0-3 0 0,0-1 0 16,3 0 0-16,-3-8 0 15,2 1 0-15,-2-13-16 16,6 14-27-16,-6-14-41 15,0 0-2-15</inkml:trace>
  <inkml:trace contextRef="#ctx0" brushRef="#br0" timeOffset="63215.85">9344 7886 424 0,'0'0'6'16,"0"0"2"-16,0 0 1 15,-3-14 2-15,3 14 1 16,-5-15 0-16,5 5 1 0,0-2 0 16,0 2-10-16,0 1-3 15,8-1 0-15,4 0 0 16,0 2 0-16,6 3 0 16,0 0 0-16,3 5 0 0,2 0 0 15,2 3 0-15,-8 4 0 16,1 5 0-16,-6 6 0 15,-5 2 0-15,-7 5 0 16,0 5 0 0,-12-1 0-16,0-2 0 15,-6 0 0-15,-2-2 0 16,3 0 0-16,-1-8 0 16,6-7 0-16,12-10 0 0,-7 15 0 15,7-15 0-15,12 7 0 16,8-7 0-16,2 0 0 0,11-4 0 15,2-1 0-15,2-5 0 16,2 5 0-16,-2-3 0 16,-2 1 0-16,-10-1 0 15,-2 4 0-15,-5 4-8 16,8 0-78-16,-26 0-2 16</inkml:trace>
  <inkml:trace contextRef="#ctx0" brushRef="#br0" timeOffset="64096.57">10432 7669 383 0,'0'0'7'0,"3"-10"2"15,-3 10 3-15,6-15 2 16,-6 15 0-16,3-15 1 0,-3 5-1 16,0 1 0-16,0 9-6 15,-22-5-4-15,2 5-2 16,-5 2-2-16,-7 6 0 16,-3 5-1-16,1 2 1 15,-3 1 0-15,-2 4 0 0,12 5-1 16,1 0 1-16,10 2-1 15,7 3 1-15,6 4 0 16,3 3 1-16,12 0 0 16,0 5 0-16,6 1 1 0,0 6 0 15,-1-2 0-15,3 8 1 16,-6-3-1-16,2 5 0 16,-4 3 0-16,-2-3-2 0,-2 2 0 15,-6 0 0-15,2 1 0 16,-4-6 0-16,-2 3 0 15,-2-2 0-15,-4-4 0 16,0-1 0-16,-4-2 0 0,-1-6 0 16,1-3 0-16,0-6 0 15,-1-2 0-15,1-8 0 16,3-3 0-16,-2-6 0 16,6-3 0-16,5-11 0 15,-10 14 0-15,10-14 0 0,0 0 0 16,0 0 0-16,0 0 0 15,0 0 0-15,0 0 0 16,8 5 0-16,6-5 0 0,6 0 0 16,3-5 0-16,7 0 0 15,4 1 0-15,6-4 0 16,5 0 0-16,-1 1 0 16,4 0 0-16,-6 2 0 0,-5-1 0 15,0 4 0-15,-7 0 0 16,-10 2 0-16,-2 0 0 15,-11 0 0-15,-7 0 0 16,0 0 0-16,-7 2 0 0,-1-2 0 16,-9-2-29-16,4-6-55 15,-1 1-2-15</inkml:trace>
  <inkml:trace contextRef="#ctx0" brushRef="#br0" timeOffset="64564.58">10961 8232 449 0,'0'0'4'0,"0"0"1"0,-7-10 2 0,7 10 1 15,-7-13 1-15,7 13-1 16,-13-5 1-16,6 5 0 16,-7 3-6-16,5 12-3 0,-2 7 0 15,-1 6 0-15,5 6 0 16,0 3 0-16,4 5 0 16,3-1 0-16,5-3 0 0,7-3 0 15,6-3 0-15,5-9 0 16,4-5 0-16,8-7 0 15,4-6 0-15,1-5 0 16,0-7 0-16,2-6 0 0,-5-6 0 16,0-6 0-16,-9-7 0 15,-3-3 0-15,-12-7 0 16,-9-3 0-16,-4 1 0 16,-10 1 0-16,-7 4 0 15,-10 4 0-15,-3 8 0 0,-5 5 0 16,-2 7 0-16,-1 5 0 15,3 7 0-15,1 3 0 16,6 0 0-16,7 3-17 16,-2 2-68-16,23-5-2 15</inkml:trace>
  <inkml:trace contextRef="#ctx0" brushRef="#br0" timeOffset="65264.43">11409 7600 428 0,'0'0'4'0,"0"0"2"0,0 0-1 16,0 0 2-16,0 0 0 16,5-10 1-16,3 8 0 15,5-4 1-15,3 2-4 0,6-2-1 16,8 0-1-16,3-3 0 16,4 5-1-16,4-4-1 15,2 4 1-15,-3-2-1 0,-3 3-1 16,-3 3 1-16,-4 0-1 15,-6 6-1-15,-2 5 1 16,-10 6-1-16,-5 7 1 16,-5 4-1-16,-2 7 1 0,0 6 0 15,-5 8 0-15,1 4 1 16,-1 6 1-16,2 0-1 16,3 3 2-16,0 3 0 15,3-1-3-15,6-1 0 0,0-2 0 16,3-2 0-16,-3 2 0 15,4-5 0-15,-1 1 0 16,0-2 0-16,4-6 0 16,-7-2 0-16,4-3 0 15,-5-1 0-15,0-11 0 0,-2 0 0 16,0-4 0-16,-4-4 0 16,-2-4 0-16,0-3 0 15,0-2 0-15,0-1 0 16,-2-3 0-16,-4-1 0 0,0-3 0 15,6-7 0-15,-18 15 0 16,7-8 0-16,-8-1 0 16,1 1 0-16,-7-5 0 0,-7 4 0 15,-4-4 0-15,0 0 0 16,-7 1 0-16,2-3 0 16,-1 0 0-16,1 0 0 15,3-3 0-15,9-1 0 0,4-4-14 16,13 1-68-16,5-6-3 15</inkml:trace>
  <inkml:trace contextRef="#ctx0" brushRef="#br0" timeOffset="65691.89">12665 8143 491 0,'0'0'3'0,"0"0"1"0,0 0 1 0,0 0 1 15,13-11-4-15,-13 11-2 16,20-12 0-16,-5 5 0 0,2 1 0 15,8 4 0-15,2-8-12 16,3 10-72-16,5 0-3 16</inkml:trace>
  <inkml:trace contextRef="#ctx0" brushRef="#br0" timeOffset="65816.89">12621 8308 473 0,'0'0'0'16,"0"0"0"-16,0 0 2 15,-3 10 1-15,3-10 0 16,15 6 1-16,5-6 0 0,10 0-4 16,12 0-12-16,8-3-65 15,7-7-4-15</inkml:trace>
  <inkml:trace contextRef="#ctx0" brushRef="#br0" timeOffset="66615.17">14122 7399 456 0,'0'0'3'0,"0"0"1"16,0-7 1-16,0 7-1 0,-13-10 1 16,-1 6 0-16,-9 0 0 15,-2 4 1-15,-10 0-3 16,-2 5-1-16,3 8 0 16,-9 2-1-16,8 9 0 0,3 6 0 15,4 5-1-15,7 4 1 16,5 11-1-16,9 8 0 15,2 3 0-15,5 6 2 16,5 5 0-16,7 3 1 0,4 1-3 16,0 1 0-16,5 2 0 15,-6 0 0-15,9 0 0 16,-6-2 0-16,-4-2 0 0,-3-1 0 16,-1-2 0-16,-6 0 0 15,-1-3 0-15,-3-3 0 16,-7 2 0-16,-3-6 0 15,-3-4 0-15,-1-2 0 16,-2-7 0-16,-3-6 0 0,3-4 0 16,0-7 0-16,-2-7 0 15,3-5 0-15,5-9 0 16,3 0 0-16,7-11 0 0,-10 10 0 16,10-10 0-16,0 0 0 15,7 0 0-15,5-3 0 16,11-4 0-16,7-4 0 15,7 4 0-15,6-5 0 16,10 2 0-16,5-2 0 0,6 2 0 16,3-2 0-16,-5 2 0 15,0 6 0-15,-7-4 0 16,-7 5 0-16,-13-3-13 0,-8 2-71 16,-13 1-3-16</inkml:trace>
  <inkml:trace contextRef="#ctx0" brushRef="#br0" timeOffset="66931.75">14691 8074 489 0,'0'0'3'0,"0"0"2"0,0-11 1 0,0 11-1 15,0 0-2-15,0 0-3 16,4 11 0-16,-1 8 0 16,-1 8 0-16,-2 8 0 15,4 4 0-15,-4 9 0 0,2 3 0 16,-2-1 0-16,2-3 0 15,-2-2 0-15,3-6 0 16,-3-9 0-16,2 0-21 0,-2-10-65 16,0-6-4-16</inkml:trace>
  <inkml:trace contextRef="#ctx0" brushRef="#br0" timeOffset="67147.88">14298 8016 438 0,'0'0'4'16,"0"0"2"-16,-3-12 2 16,3 12 1-16,9-18 1 0,3 4 0 15,8-1 1-15,12-3-1 16,10 1-5-16,10 5-5 16,6-4 0-16,0 8 0 15,2 4 0-15,0 4 0 0,-3 8-9 16,-14 5-74-16,-6 6-2 15</inkml:trace>
  <inkml:trace contextRef="#ctx0" brushRef="#br0" timeOffset="67579.19">15162 8395 465 0,'0'0'1'0,"0"0"-1"0,0 0 2 16,-12 0 1-16,12 0 1 16,-16 0 0-16,3 8 1 15,1 2 0-15,-2 2 0 16,0 3 0-16,1 5-2 0,6 2-1 15,2-3-1-15,5 6 1 16,0-7-1-16,14-4-1 16,3 0 1-16,9-5-1 0,2-9 2 15,2 0-2-15,2-7 0 16,3-9 0-16,-3 2 0 16,-5-11 0-16,-4-2 0 15,-11-3 0-15,-7-6 0 16,-5 3 0-16,-9 0 0 15,-10 1 0-15,-6 5 0 0,-5 5 0 16,-4 2 0-16,-1 10 0 16,3 3 0-16,2 7-10 15,2 0-33-15,7 0-41 0,10 2-2 16</inkml:trace>
  <inkml:trace contextRef="#ctx0" brushRef="#br0" timeOffset="67850.95">15550 7659 511 0,'0'0'0'0,"0"0"0"0,0 0 0 15,5 10 0-15,-2 3 0 16,1 4 0-16,0 8 0 16,1 2 0-16,2 5 0 15,-2 3 0-15,2 4-7 0,-5-6-17 16,4-1-58-16,-1-5-4 16</inkml:trace>
  <inkml:trace contextRef="#ctx0" brushRef="#br0" timeOffset="68514.69">15682 7136 418 0,'0'0'4'0,"0"0"1"0,0 0 2 16,8-7 0-16,-1 5 2 15,8-3 0-15,3-3 1 16,6 1 0-16,9-1-3 0,1 3-2 16,11 0-1-16,2 1 0 15,2 1-2-15,2 3-1 16,-1 3 0-16,-1 1-1 15,-9 10 0-15,-3 0 0 0,-4 5 0 16,-11 6-1-16,-5 5 1 16,-4 5 0-16,-8 6 0 15,-3 9 0-15,-2 5 0 16,0 7 0-16,-5 3 0 0,0 2 0 16,-3 3 0-16,6 3 2 15,0-1 0-15,-1 0 0 16,3 3 1-16,5-4-3 0,5 4 0 15,2-6 0-15,3 5 0 16,3-4 0-16,-6 0 0 16,3-2 0-16,0-6 0 15,-5 0 0-15,-2-5 0 16,-4-6 0-16,1-1 0 0,0-3 0 16,-3-2 0-16,-2-6 0 15,0 1 0-15,0-8 0 16,0 1 0-16,-4-4 0 15,-6-4 0-15,-4-3 0 0,-2-2 0 16,1-2 0-16,-7-6 0 16,-1 0 0-16,-4-5 0 15,0-1 0-15,-3-4 0 0,0-2 0 16,-5 0 0-16,1-2 0 16,-1-4 0-16,-2-6 0 15,7 7-22-15,10-9-62 16,-8-6-2-16</inkml:trace>
  <inkml:trace contextRef="#ctx0" brushRef="#br0" timeOffset="68950.05">16517 7169 397 0,'0'0'6'16,"0"0"3"-16,0 0 2 0,7-10 2 16,-7 10 0-16,13-12 1 15,-1 7 1-15,1-1-1 16,7-1-5-16,-1 0-4 15,4 7 0-15,4-5-5 16,3 5 0-16,-2 0-7 16,6 0-13-16,13 0-62 0,-21 0-3 15</inkml:trace>
  <inkml:trace contextRef="#ctx0" brushRef="#br0" timeOffset="69131.89">16855 6961 450 0,'0'0'4'0,"0"0"1"16,0 0 0-16,0 0 0 0,0 0 1 15,2 17 0-15,4 4 0 16,1 5 1-16,3 4-4 16,3 9-1-16,-1 3 0 0,0 3-5 15,8 2-7-15,-13 0-69 16,11-2-4-16</inkml:trace>
  <inkml:trace contextRef="#ctx0" brushRef="#br0" timeOffset="69974.39">17822 6946 404 0,'0'0'6'0,"0"0"2"0,1-10 2 16,-1 10 0-16,0-13 0 15,0 13 0-15,-19-12 0 16,0 12 1-16,-9 0-7 16,-10 11-3-16,1 5-1 0,-7 7 0 15,-4 7-1-15,9 4 1 16,-1 6 0-16,13 2 0 16,7 5 0-16,9 0 0 15,11 5 0-15,8-2 0 0,10 7 1 16,4 0 0-16,5 2-1 15,5 3 0-15,1 3 0 16,-1 4 1-16,0 0 1 16,-5 6 0-16,-4-1 1 0,-5 3-1 15,-6-1 1-15,-2 1 0 16,-8 0 0-16,-2 0-1 16,0-5-1-16,-7-3 0 15,-3-2 0-15,1-5 1 0,-4-3-2 16,1-7 0-16,-2-6 0 15,0-3 0-15,4-5 0 16,-3-7 0-16,4-3 0 16,2-3 0-16,-2-9 0 0,5 2 0 15,-2-5 0-15,4-2 0 16,2-3 0-16,0-8 0 16,10 13 0-16,3-13 0 15,1 0 0-15,11 0 0 0,5 0 0 16,7-2 0-16,6-3 0 15,11-3 0-15,6 2 0 16,7-2 0-16,3-1 0 16,-3 5 0-16,-3 0 0 0,-6-2 0 15,-9-1 0-15,-13 3-34 16,-13 0-49-16,-23 4-3 16</inkml:trace>
  <inkml:trace contextRef="#ctx0" brushRef="#br0" timeOffset="70565.62">18418 7560 470 0,'0'0'2'0,"0"0"3"0,0-11 0 16,0 11 2-16,0-11-1 16,0 11 0-16,0 0 0 0,-5 4-2 15,5 20-4-15,0 5 0 16,0 8 0-16,0 8 0 16,5 9 0-16,-1 3 0 15,5 0 0-15,-2-2 0 16,0-8 0-16,0-6 0 0,-2-5 0 15,1-11 0-15,-4-8 0 16,1-2 0-16,-3-15 0 16,0 0 0-16,0 0 0 15,-13-18 0-15,8-4 0 0,-5-11 0 16,1-6 0-16,-2-8 0 16,4-5 0-16,2-2 0 15,3-1 0-15,2 3 0 0,2 4 0 16,8 9 0-16,5 7 0 15,9 5 0-15,4 9 0 16,6 5 0-16,-4 12 0 16,8 1 0-16,-3 1 0 0,-8 16 0 15,-3 0 0-15,-8 7 0 16,-14 4 0-16,-4-2 0 16,-16 4 0-16,-10-2 0 15,-4-3 0-15,-2-3 0 0,-6-3 0 16,-2-6-4-16,4-3-1 15,1-5-5-15,7-5-12 16,-4 0-60-16,17-8-4 16</inkml:trace>
  <inkml:trace contextRef="#ctx0" brushRef="#br0" timeOffset="71215.6">18925 6884 454 0,'0'0'4'0,"0"0"0"0,0 0 1 0,0 0 1 16,5-12 0-16,5 4 0 15,3 1 1-15,6-1 0 16,2 1-4-16,10-3 0 0,4 3-2 15,2 1 1-15,6 4-1 16,-4-4 1-16,3 5-2 16,-7-2 0-16,-3 0 0 15,-8 3 0-15,0 0 0 0,-10 0 0 16,-6 6-2-16,-5 6 2 16,-3 8-1-16,-5 2 0 15,-6 16 0-15,-1 3 1 16,-1 15 0-16,1 8 1 0,-2 7-1 15,1 8 0-15,3 3 1 16,3 9 0-16,1-3-1 16,4 1 2-16,2-3-2 15,0-2 0-15,4-7 0 16,7-2 0-16,-6-3 0 0,7-3 0 16,-1-7 0-16,-2 0 0 15,-1-3 0-15,2-5 0 16,-5 1 0-16,2-5 0 0,-4-3 0 15,-1-8 0-15,-2-4 0 16,2-5 0-16,-2-5 0 16,0-3 0-16,3-5 0 15,-3-1 0-15,0-8 0 0,0-8 0 16,0 14 0-16,0-14 0 16,-7 11 0-16,-8-8 0 15,-3 3 0-15,-2-6 0 16,-8 2 0-16,-4 0 0 0,-7-2 0 15,-1 0 0-15,-5 0 0 16,-4 0 0-16,-1 0 0 16,3 4 0-16,2-4 0 15,8 4-5-15,10-2-79 16,4-2-3-16</inkml:trace>
  <inkml:trace contextRef="#ctx0" brushRef="#br0" timeOffset="73998.55">8009 9540 283 0,'0'0'1'0,"0"0"1"0,0 0 0 16,0 0 2-16,-12 11-1 16,7 0 2-16,-3 1-1 0,1 3 1 15,0 8 0-15,2-2-2 16,0 7 1-16,3 1-2 15,2 5-1-15,2-1 0 0,5 3 1 16,5-3-1-16,6 0 1 16,-1 2 0-16,8-8 2 15,0 1 1-15,3-9 0 16,4 1 1-16,1-5 0 0,8-3 1 16,-4-5 0-16,6-1-1 15,1-6 1-15,1 0-2 16,2-3-1-16,1-4 0 15,-2-4 0-15,4 0-1 16,3-3 0-16,-2 3-1 0,4-2 0 16,3-2-1-16,-3 1 1 15,2-2-1-15,0 4 0 16,2-1 0-16,0 4 0 16,1-3 0-16,-3 4 0 0,1 3 0 15,4 2-1-15,-2 3 1 16,2 0 0-16,-1 3 0 15,2 5-1-15,-3 2 1 16,-3 2-1-16,3 3 1 0,-11 2-1 16,-4 3-1-16,-3 2 1 15,-10 1 0-15,0-1-1 16,-9 0 0-16,-5-2 0 0,-6 3 1 16,-5-4 0-16,0-2-1 15,-1 1 2-15,-6-3-1 16,2-3 0-16,1-2 1 15,-3-10 0-15,0 15 1 16,0-15 2-16,0 0 0 0,0 0 0 16,0 0 0-16,0 0 0 15,0-11 0-15,0 2-1 16,0-6-2-16,2-2 0 16,3-5-1-16,2 1 0 0,4-3 0 15,3-3 0-15,4-2 0 16,-1-2 0-16,8 1 0 15,5-2 0-15,0 0 1 16,4 0-1-16,3 0 0 0,6 0 0 16,2-1 1-16,2 3-1 15,5 1 0-15,0 1 0 16,5 3 0-16,6 4 0 0,-1 1 0 16,0 4 0-16,0 4 0 15,0 2 0-15,-2 3 0 16,-3 4-1-16,-2 3 1 15,-4 0 0-15,-1 7 0 0,-5 2-1 16,2 3 1-16,-5-2-1 16,3 5 1-16,-3 1-1 15,-3 0 1-15,2 1 0 16,-1-2 0-16,-3 2 0 16,2-2 0-16,-1-1 0 0,-3 0 0 15,4-4 0-15,-4-4 1 16,5 0-1-16,0-2 0 15,-3-1 1-15,0-3 0 16,0 0 0-16,1-5 1 0,-5-3 1 16,-1-1 0-16,-5-1 1 15,1-5 0-15,-4 0 0 16,-2-2 0-16,-1-3 0 0,-5 2 0 16,-3 2 0-16,2-2 0 15,-6 1 0-15,0 2 1 16,-4 2-1-16,-3 2-4 15,0 0 0-15,-2 11 0 0,0-13 0 16,0 13 0-16,0 0 0 16,0 0 0-16,0-9 0 15,0 9 0-15,0 0 0 16,0 0 0-16,0 12-5 16,0 1-54-16,8-4-27 0,2-3 0 15</inkml:trace>
  <inkml:trace contextRef="#ctx0" brushRef="#br0" timeOffset="77198.71">13513 9941 164 0,'0'0'2'0,"0"0"2"15,0 17 2-15,3-7 0 0,1 4 4 16,4 3 1-16,7 2 1 16,5-2 3-16,7 1-1 15,2-2 0-15,10-1 0 16,2-2 1-16,14-3-1 0,5-3-1 15,5 1 0-15,1-6-1 16,6-2 0-16,6-5-1 16,1-5 1-16,5 2-2 15,1-3-2-15,2-3 0 0,8-5-1 16,-3 2-2-16,7-3-1 16,2 0-2-16,2 1 1 15,1-1-1-15,-7 0-1 16,2 3 0-16,-5 5-1 0,-4 1 1 15,-8 6-1-15,-6 5 0 16,0 0 0-16,-12 5 0 16,1 7 0-16,-11 4 0 15,-1 4 0-15,-4-1 0 0,-8 3 0 16,-2 6-1-16,-4-1 1 16,-6 4-1-16,-3-3 1 15,-7 5 0-15,-1-7 0 16,-6 4 0-16,1-5 0 0,-6-3 0 15,0 1 1-15,-5-5-1 16,1-4 1-16,-1-4 0 16,-2-10 2-16,0 13 1 15,0-13 0-15,0 0-1 16,0-6 1-16,3-6-1 0,0-6 0 16,2-1 0-16,2-8-3 15,3-3 1-15,8-2-1 16,-2-3 0-16,7-4 1 0,2-4-1 15,7 6 0-15,5-8 1 16,9 3 0-16,0 3-1 16,9-6 0-16,7 0 1 15,8 1-1-15,5 5 1 0,4-4-1 16,3 3 0-16,3 6 0 16,-4 2 0-16,4 4 0 15,-3 3 0-15,-3 9 0 0,1 1 0 16,-1 5 0-16,1 6 0 15,-3 4 0-15,2 0 0 16,1 6 0-16,-6 7 0 16,-1 1 0-16,-1 4-1 15,-3 1 1-15,-2 1 0 0,-5 0 0 16,0 3-1-16,0-4 1 16,0 4 0-16,3-6 0 15,3 0 0-15,-4 1 0 16,6-4 0-16,1-4 1 0,2 0-1 15,-1-5 0-15,-1 0 0 16,-4-3 0-16,4-2 0 16,-9-2 1-16,-5-6-1 15,-5-4 1-15,-2 0 0 0,-8-8 0 16,-2 1 1-16,-8-4 1 16,-2-4 1-16,-8 0 0 15,-2-3 1-15,-9 0 0 16,3 0 0-16,-7 1 0 0,-4 1 0 15,-1 4-2-15,0-1-1 16,1 7-1-16,-3 1-4 16,2 5-9-16,-2 0-30 15,6 4-39-15,4-2-3 16</inkml:trace>
  <inkml:trace contextRef="#ctx0" brushRef="#br0" timeOffset="109797.8">5236 1771 343 0,'0'0'8'0,"0"0"3"0,0 0 4 15,0 0 1-15,0 0 1 0,0 0 0 16,-5-10 1-16,5 10 1 16,0 0-7-16,0 0-4 15,0 0-2-15,0 0-2 16,0 0 0-16,0 0-1 0,8 8-1 15,-8-8 0-15,13 12-1 16,-6-5 1-16,3 3-1 16,0 2 1-16,2 4-2 15,-2-4 0-15,0 0 0 16,2 3 0-16,0-3 0 0,-1 1 0 16,-1-1 0-16,-1-1 0 15,4-4 0-15,-3-3 0 16,0-4 0-16,3-4 0 0,-1-3 0 15,3-11 0-15,-1-7 0 16,7-1 0-16,-14 8 0 16,5-6 0-16,3 3 0 15,0-7 0-15,3-1 0 0,2-1 0 16,-3-5 0-16,8 1 0 16,-8-1 0-16,3 0 0 15,2 1 0-15,-1-1 0 16,-2 3 0-16,3-1 0 0,-7 4 0 15,3 0 0-15,0 1 0 16,-4 4 0-16,1 3 0 16,-5 7 0-16,0-1 0 15,-6 5 0-15,-4 10 0 16,11-13 0-16,-11 13 0 0,0 0 0 16,0 0 0-16,0 0 0 15,0 0 0-15,0 0 0 16,5 10 0-16,-5-10 0 0,2 18 0 15,-2-7-49-15,0 0-41 16,0-4-3-16</inkml:trace>
  <inkml:trace contextRef="#ctx0" brushRef="#br0" timeOffset="115327.71">7746 1751 384 0,'0'0'5'16,"0"0"2"-16,-8-10 3 15,8 10 1-15,0 0 2 16,-5-12-1-16,5 12 2 16,-2-8-1-16,2 8-3 0,0 0-4 15,0 0-1-15,7 0-1 16,-7 0-2-16,18 5 0 16,-8 2 0-16,-2 4 0 15,4 2 0-15,0-1-1 0,1-3 0 16,1 4 0-16,-3-3 0 15,1 5-1-15,-2-5 0 16,0-3 1-16,0 0-1 16,-3-2 0-16,3-2 2 0,-2-3-2 15,1 0 0-15,3-10 0 16,4-5 0-16,2-7 0 16,-1-6 0-16,-2 12 0 15,-1-5 0-15,4-1 0 0,1 0 0 16,6-7 0-16,-2-2 0 15,2 1 0-15,5-2 0 16,-6 0 0-16,3-3 0 16,-1 6 0-16,1-1 0 0,-2-2 0 15,0 2 0-15,-1 6 0 16,-1-7 0-16,-1 6 0 16,-5 3 0-16,-1 5 0 15,-7 2 0-15,2 0 0 0,-11 15 0 16,9-12 0-16,-9 12 0 15,0 0 0-15,0 0 0 16,0 0 0-16,3 5 0 16,-3-5 0-16,0 18-13 0,0-6-76 15,0-2-3-15</inkml:trace>
  <inkml:trace contextRef="#ctx0" brushRef="#br0" timeOffset="118864.72">14820 6617 388 0,'0'0'5'0,"0"0"3"16,2-10 1-16,-2 10 3 16,6-15 1-16,-6 15 0 15,7-15 0-15,-7 15 1 16,0 0-4-16,10 0-3 0,-8 2-2 16,-2 16-2-16,2 2-2 15,-2 2 0-15,0 7 1 16,3 1-1-16,-3 3-1 0,0-1 0 15,-3 2 0-15,1-3 1 16,0-2 0-16,-6-4-1 16,6-5 0-16,0-4-1 15,-1-3-2-15,1-1-4 0,2-12-4 16,0 10-21-16,0-10-50 16,2-10-3-16</inkml:trace>
  <inkml:trace contextRef="#ctx0" brushRef="#br0" timeOffset="119197.92">14950 6617 324 0,'0'0'5'16,"0"0"2"-16,0 0 3 0,0 0 1 16,0 0 4-16,0 0 1 15,7-10 0-15,-7 10 2 16,2-13-5-16,-2 13 1 0,3-8-2 15,-3 8-2-15,0 0 0 16,0 0-2-16,0 0-1 16,0 0-2-16,0 0 0 15,0 0 0-15,0 16-5 16,0 1 0-16,-3 3 0 0,-2 7 0 16,1 3 0-16,0 5 0 15,-1-3 0-15,1 2 0 16,1-3 0-16,1-2 0 15,2-4 0-15,0-5 0 0,0-4 0 16,0 0 0-16,5-4 0 16,-5-12-8-16,4 10-10 15,-4-10-63-15,0 0-4 16</inkml:trace>
  <inkml:trace contextRef="#ctx0" brushRef="#br0" timeOffset="119782.1">14603 6842 347 0,'0'0'10'0,"0"0"5"0,0 0 2 16,0 0 1-16,0 0 2 0,0-10 1 16,0 10 0-16,0 0 1 15,0-10-11-15,0 10-2 16,0 0-9-16,0 0 0 16,9 10 0-16,-2 2 0 0,0 3 0 15,9 3 0-15,-4 3 0 16,2 4 0-16,6 0 0 15,-2 1 0-15,-4 0 0 16,4-1 0-16,-3 0 0 0,0-3 0 16,-3 0 0-16,-5-5 0 15,4 1 0-15,-6-3 0 16,2-5 0-16,-7-10 0 0,7 13 0 16,-7-13 0-16,0 0 0 15,0 0 0-15,11-11 0 16,-9-1 0-16,5-5 0 15,5-3 0-15,4-8 0 16,7 2 0-16,-2-10 0 0,9 3 0 16,5-5 0-16,-1 3 0 15,4 1 0-15,-3 1 0 16,-5 6 0-16,-3 2 0 16,-7 8 0-16,-5 5 0 0,-8 2 0 15,-7 10 0-15,0 0 0 16,7 10 0-16,-7-1 0 15,-4 9-75-15,4 2-17 16</inkml:trace>
  <inkml:trace contextRef="#ctx0" brushRef="#br1" timeOffset="142481.91">1484 13716 411 0,'0'0'6'15,"0"0"3"-15,0 0 3 16,-7-7 0-16,7 7 1 0,0 0 1 16,0 0 0-16,-10 5 0 15,10 14-8-15,-3 6-6 16,3 10 0-16,0 7 0 0,-4 6 0 15,4 8 0 1,-6 1 0-16,4 0 0 0,-3 0 0 16,0-5 0-16,3-7 0 15,-4-6 0-15,5-2-7 16,-8-12-39-16,7-3-41 16,0-9-2-16</inkml:trace>
  <inkml:trace contextRef="#ctx0" brushRef="#br1" timeOffset="142807.92">1122 13780 362 0,'0'0'6'0,"0"0"1"15,0 0 3-15,0 0 0 16,-8-9 1-16,8 9 2 15,0 0 1-15,11-15 2 16,1 7-4-16,5-1-1 16,7-7-1-16,12 4-2 0,1-2 0 15,7-4-2-15,4 1-1 16,1-1-3-16,1 3-2 16,0-2 0-16,-5 7 0 15,-11 1 0-15,1 1 0 16,-8 6 0-16,-4 2 0 0,-6 0-3 15,-4 14-12-15,-8 5-40 16,-3-1-33-16,-2 10 1 0</inkml:trace>
  <inkml:trace contextRef="#ctx0" brushRef="#br1" timeOffset="143265.6">1805 14191 401 0,'0'0'6'0,"0"0"2"16,0 0 2-16,0-12 1 15,0 12 1-15,-10-2 0 16,10 2 1-16,-22-3 0 0,7 3-6 15,0 9-2-15,-5 2-2 16,3 2-1-16,2 4 0 16,-2 3-1-16,9 2-1 15,3 1 1-15,5-4-1 0,0 3 1 16,7-5-1-16,6-4 1 16,4-5-1-16,3-4 0 15,5-4 2-15,0-4-2 0,2-9 0 16,-2-2 0-16,0-4 0 15,-5-6 0-15,-3 0 0 16,-7-5 0-16,-2 1 0 16,-8 0 0-16,-3-2 0 0,-10 4 0 15,-6 2 0-15,1 8 0 16,-7 2 0-16,3 11 0 16,-5-2 0-16,9 6 0 15,-2 0-23-15,6 6-62 16,14-6-3-16</inkml:trace>
  <inkml:trace contextRef="#ctx0" brushRef="#br1" timeOffset="143548.6">2173 13377 470 0,'0'0'4'0,"0"0"1"0,0 0 2 0,0 0-1 16,0 0 1-16,0 0-1 16,0 0 0-16,-2 12-6 15,-4 8 0-15,-1 5 0 16,4 5 0-16,0 7 0 0,1 1 0 15,2 6-6-15,0-2-26 16,8-1-53-16,2 0-3 16</inkml:trace>
  <inkml:trace contextRef="#ctx0" brushRef="#br1" timeOffset="143797.98">2456 13916 508 0,'0'0'3'0,"0"0"-3"16,0 0 0-16,0-7 0 16,0 7 0-16,5-12 0 0,-5 12 0 15,12-14 0-15,1 5 0 16,-1 3 0-16,3 0 0 15,-3-1-17-15,9 2-69 16,-7 5-4-16</inkml:trace>
  <inkml:trace contextRef="#ctx0" brushRef="#br1" timeOffset="143931.67">2393 14089 472 0,'0'0'4'15,"0"0"0"-15,-4 11 0 0,4-11 2 16,0 10 0-16,0-10 0 15,19 0 1-15,7 0-5 16,8-14-2-16,16-2-13 16,24-6-69-16,-7-8-4 0</inkml:trace>
  <inkml:trace contextRef="#ctx0" brushRef="#br1" timeOffset="144965.22">4076 10992 411 0,'0'0'4'0,"0"-14"1"0,0 5 2 0,-8-6-1 0,-1 0 1 0,-7 0 0 0,-8-5 0 16,-8 0 0-16,-8 6-4 16,-5 1-1-16,-7 9-1 15,-5 1 0-15,3 3 0 0,-1 10 0 16,2 6 0-16,3 15 0 15,11 1 1-15,6 16 1 16,5 1 0-16,12 10 0 16,6 11 0-16,10 4 1 15,8 8 0-15,6 5 1 0,11 6-3 16,0 3 1-16,3 8 0 16,-4 14-1-16,1 0 0 15,-5 9-2-15,-8 6 0 0,-5 7 0 16,-1 8 0-16,-6 3 0 15,-6 3 0-15,-1-1 0 16,-3 4 0-16,-3 1 0 16,-3-5 0-16,0 4 0 0,4-4 0 15,-2-2 0-15,-4-2 0 16,2-4 0-16,2-3 0 16,2-3 0-16,-6-5 0 15,6-6 0-15,-1-4 0 16,4-2 0-16,-1-3 0 0,-1-8 0 15,2-5 0-15,-1-6 0 16,2-4 0-16,-2-4 0 16,1-5 0-16,-2-10 0 0,1-1 0 15,1-7 0-15,-2-1 0 16,2-9 0-16,-1-1 0 16,-1-7 0-16,-1-4 0 15,0-2 0-15,2-7 0 0,-5-7 0 16,8-1 0-16,-4-8 0 15,4-4 0-15,2-6 0 16,5-12 0-16,-7 12 0 16,7-12 0-16,0 0 0 0,0 0 0 15,0 0 0-15,0 0 0 16,5 5 0-16,-5-5 0 16,16 0 0-16,-2 0 0 15,13 0 0-15,3-7 0 16,7-1 0-16,12-2 0 0,4-1 0 15,11-3 0-15,-2 3 0 16,9 0 0-16,-4 4 0 16,-5 0 0-16,-3 7 0 0,-12-8 0 15,-17 8-89-15,0 0-3 16</inkml:trace>
  <inkml:trace contextRef="#ctx0" brushRef="#br1" timeOffset="145740.63">4372 11444 394 0,'0'0'6'16,"0"0"2"-16,0-7 2 0,0 7 0 15,-10-11 2-15,10 11 0 16,-18-8 0-16,6 2 1 16,-10 6-5-16,1 3-3 15,-5 8 0-15,-4 7-2 0,0 6 0 16,-3 5 0-16,7 2-2 16,0 7 0-16,6-3 0 15,11 4 0-15,1-7-1 16,8 4 0-16,11-7 0 0,6-7 1 15,7-3 1-15,3-3-2 16,8-7 0-16,0-3 0 16,3-6 0-16,-4 0 0 15,-1-6 0-15,-1-1-4 16,-9-2-28-16,-7-2-51 0,0 4-3 16</inkml:trace>
  <inkml:trace contextRef="#ctx0" brushRef="#br1" timeOffset="146198.51">4675 11450 477 0,'0'0'3'15,"0"0"2"-15,0 0 0 16,0-13 2-16,0 13-1 0,0 0 2 15,-10-3-8-15,0 3 0 16,-5 13 0-16,-4 4 0 16,4 8 0-16,-3 5 0 15,3 2 0-15,0 3 0 0,8 0 0 16,4-3 0-16,3-2 0 16,10-4 0-16,5-10 0 15,5-2 0-15,0-9 0 16,5-5 0-16,-3-1 0 15,3-13 0-15,-5-3 0 0,0-8 0 16,-6-4 0-16,-4-8 0 16,-4-6 0-16,-6-1 0 15,-6-3 0-15,-8 4 0 16,-2 7 0-16,-3 3 0 0,-4 8 0 16,1 14 0-16,3 8 0 15,-2 10 0-15,3 14 0 16,6 5 0-16,8 6 0 15,1 5 0-15,3 3 0 0,7 0 0 16,5-1 0-16,9-2 0 16,4-9-21-16,5-3-64 15,-1-3-4-15</inkml:trace>
  <inkml:trace contextRef="#ctx0" brushRef="#br1" timeOffset="146381.53">5000 11548 483 0,'0'0'5'16,"0"0"0"-16,0 0 1 0,3 8 1 16,0 2-2-16,-1-3-5 15,1 11 0-15,-3 2 0 16,2 4 0-16,-2 3 0 0,2 4 0 16,1 1 0-16,-3-6 0 15,5 5-82-15,2-7-5 16</inkml:trace>
  <inkml:trace contextRef="#ctx0" brushRef="#br1" timeOffset="146764.88">5666 11541 451 0,'0'0'3'0,"0"0"2"16,0 0 1-16,10 3 3 0,-10-3 0 16,22 0 1-16,-1 0 0 15,-2 0-2-15,4 0-8 16,2-3 0-16,2 1 0 16,0 0 0-16,-2-1 0 0,-3 0 0 15,3 3 0-15,-5 8-52 16,-3-8-33-16,3 0-3 15</inkml:trace>
  <inkml:trace contextRef="#ctx0" brushRef="#br1" timeOffset="147215.57">6420 11476 495 0,'0'0'2'16,"0"-8"1"-16,0 8 2 16,2-18-1-16,-2 2-2 0,0 4-2 15,-11-5 0-15,-3 2 0 16,-4 0 0-16,-4 8 0 16,-3 3 0-16,-2 4 0 15,2 1 0-15,2 9 0 0,7 2 0 16,0 4 0-16,8 1 0 15,8 0 0-15,3 4 0 16,9-5 0-16,6 2 0 16,5-1 0-16,2-2 0 0,5 0 0 15,-4-1 0-15,2-1 0 16,-3-1 0-16,-5 1 0 16,-6-1 0-16,2-1 0 15,-12 0 0-15,1 3 0 16,-5-8 0-16,-5 7 0 0,-4-6 0 15,-11 6 0-15,2-6 0 16,-10 3 0-16,-1-5 0 16,-4 3 0-16,1-7-14 0,8-9-49 15,-3 7-23-15,9-6-2 16</inkml:trace>
  <inkml:trace contextRef="#ctx0" brushRef="#br1" timeOffset="147648.59">6717 11340 500 0,'0'0'4'0,"0"0"1"0,0 0-3 16,0 0-2-16,-7-4 0 16,7 4 0-16,-18 7 0 15,4 6 0-15,-2 3 0 0,-1 9 0 16,0 3 0-16,5 5 0 15,2-4 0-15,-1 3 0 16,9-3 0-16,2-1 0 16,10-8 0-16,0-5 0 15,5-5 0-15,5-6 0 0,0-4 0 16,2-4 0-16,-2-6 0 16,0-10 0-16,2-3 0 15,-4-6 0-15,-4-6 0 16,-3-5 0-16,-4 1 0 0,-7-4 0 15,0 4 0-15,-10 2 0 16,-3 9 0-16,-4 6 0 16,0 10 0-16,-4 7 0 15,4 8 0-15,0 14 0 0,2 7 0 16,6 7 0-16,5 5 0 16,2 4 0-16,2 3 0 15,9-2 0-15,7-1 0 16,4-8 0-16,10-7-41 0,0 0-45 15,4-6-2-15</inkml:trace>
  <inkml:trace contextRef="#ctx0" brushRef="#br1" timeOffset="147831.01">7278 11380 509 0,'0'0'2'0,"0"0"-2"0,0 0 0 16,-4 0 0-16,4 0 0 0,-5 20 0 15,2 0 0 1,1 4 0-16,0 8 0 0,-3 6 0 16,2 12-7-16,3-3-76 15,-8 4-2-15</inkml:trace>
  <inkml:trace contextRef="#ctx0" brushRef="#br1" timeOffset="148547.92">4285 12733 436 0,'0'0'5'0,"4"-12"2"0,2 2 2 15,-1-4 1-15,2 0 1 16,-2-1 1-16,0 0 0 15,0-2-3-15,-5 8-9 16,0-2 0-16,-10 9 0 0,-2 2 0 16,-6 7 0-16,-1 3 0 15,1 5 0-15,-5 3 0 16,7 4 0-16,3 3 0 0,3-3 0 16,8 3 0-16,2-3 0 15,9-2 0-15,9-1 0 16,7 1 0-16,1-5 0 0,8 0 0 15,0 2 0-15,1-1 0 16,-3-2 0-16,-7-2 0 16,-1 6 0-16,-6-6 0 15,-8 2 0-15,-8 0 0 16,-2 0 0-16,-9-4 0 0,-6 2 0 16,-12 1 0-16,-1-3 0 15,-7-2 0-15,1-2 0 16,-6-3 0-16,2-3 0 15,4 0-11-15,6-3-9 16,3-1-64-16,13-8-3 0</inkml:trace>
  <inkml:trace contextRef="#ctx0" brushRef="#br1" timeOffset="148997.88">4677 12740 482 0,'0'0'3'0,"0"0"1"0,0 0 1 16,0 0 0-16,0 0 1 15,0 5 0-15,0 8-6 16,-4 1 0-16,-9 5 0 16,3 6 0-16,-4 3 0 0,-2 5 0 15,2-1 0-15,3-2 0 16,4-5 0-16,4-3 0 15,3-8 0-15,8-4 0 16,7-5 0-16,2-5 0 0,6-7 0 16,-1-5 0-16,6-12 0 15,-4 0 0-15,-4-5 0 16,0-8 0-16,-5-6 0 16,-11-1 0-16,-4-4 0 0,-2 4 0 15,-12 9 0-15,-7 3 0 16,-1 5 0-16,-2 9 0 15,-6 9 0-15,5 9 0 16,0 12 0-16,8 5 0 0,6 6 0 16,6 4 0-16,5 5 0 15,8 3 0-15,5-1 0 16,8 1 0-16,4-3 0 16,8-2-7-16,-4-11-77 0,8-1-3 15</inkml:trace>
  <inkml:trace contextRef="#ctx0" brushRef="#br1" timeOffset="149167.06">5073 12800 471 0,'0'0'3'0,"0"0"0"16,0 0 1-16,0 15 1 16,0-3 0-16,0 5 1 0,0 3 0 15,0 5 0-15,2 2-4 16,3 0-4-16,2 2-12 15,-7-1-67-15,5 0-4 16</inkml:trace>
  <inkml:trace contextRef="#ctx0" brushRef="#br1" timeOffset="149581.79">6195 12599 465 0,'0'0'4'16,"0"0"2"-16,0-12 0 0,0 12 2 15,0-13-1-15,0 13 1 16,-14-8-1-16,1 8-7 16,-4 3 0-16,-3 12 0 15,-5 3 0-15,3 8 0 0,2 2 0 16,0 5 0-16,10 0 0 15,5 3 0-15,5-7 0 16,10-1 0-16,8-4 0 16,11-4 0-16,9-5-3 15,-1-7-18-15,-12-1-62 0,30-5-4 16</inkml:trace>
  <inkml:trace contextRef="#ctx0" brushRef="#br1" timeOffset="150048.75">6608 12562 475 0,'0'0'4'15,"0"0"1"-15,0 0 1 16,0 0-1-16,-13-5 1 0,13 5 0 16,-14 5-2-16,1 5-4 15,1 9 0-15,-6 4 0 16,1 7 0-16,2 2 0 15,3 3 0-15,5 1 0 0,2-3 0 16,5-5 0-16,12-4 0 16,6-4 0-16,1-8 0 15,6-7 0-15,0-5 0 0,2 0 0 16,-3-10 0-16,1-8 0 16,-4-1 0-16,-9-12 0 15,-4 0 0-15,-6-8 0 16,-2-1 0-16,-2 0 0 0,-14 1 0 15,2 3 0-15,-4 10 0 16,-4 2 0-16,5 16 0 16,-4 5 0-16,5 6 0 15,0 9 0-15,7 12 0 0,0 4 0 16,9 3 0-16,0 7 0 16,9-1 0-16,5 0 0 15,6-2 0-15,5-5 0 16,5-5 0-16,5-8 0 0,2-7-51 15,5-3-35-15,-2-2-2 16</inkml:trace>
  <inkml:trace contextRef="#ctx0" brushRef="#br1" timeOffset="150197.98">7082 12721 491 0,'0'0'3'0,"0"0"1"0,0 7 1 16,-2 4 0-16,2 0-2 15,-2 7-3-15,2 4 0 0,-3 4 0 16,1 2 0-16,2 10-3 16,12-4-81-16,-10-4-2 15</inkml:trace>
  <inkml:trace contextRef="#ctx0" brushRef="#br1" timeOffset="151497.78">8377 11321 386 0,'0'0'6'0,"0"-10"2"16,0 10 3-16,0-15 1 15,0 8 1-15,-5-4 1 16,-2 2 0-16,-1 2 0 15,-2 7-4-15,-4 0-5 16,-4 14-1-16,1 3-1 0,4 8-2 16,-1 3 0-16,3 6 0 15,6 1-1-15,5 1 0 16,5-3 1-16,8-3 0 0,4-5-1 16,8-6 2-16,0-6-1 15,7-8 0-15,3-5 1 16,-5-3-2-16,4-12 0 0,-4-4 0 15,0-6 0-15,-10-7 0 16,-3 0 0-16,-11-6 0 16,-6 4 0-16,-6 2 0 15,-11 4 0-15,-3 8 0 16,-10 11 0-16,0 7 0 0,-2 6 0 16,2 13-10-16,3 11-9 15,-3 8-62-15,11 10-3 16</inkml:trace>
  <inkml:trace contextRef="#ctx0" brushRef="#br1" timeOffset="151998.39">8354 12591 439 0,'0'0'4'15,"0"0"2"-15,0-9 1 16,0 9 0-16,-4-10 2 15,4 10 0-15,-15-10-1 16,2 7 0-16,-4 3-3 0,2 10-2 16,-2 5-2-16,2 8 0 15,3 4-2-15,1 0 1 16,4 3-1-16,7 0 0 0,7-4 1 16,6-5 0-16,5-5 0 15,3-5 0-15,4-9 0 16,5-2 1-16,0-2 1 15,0-10 0-15,-5-6 0 16,-6-2-2-16,-1-4 0 0,-8-6 0 16,-5 0 0-16,-5 3 0 15,-10-4 0-15,-4 10 0 16,-9 1 0-16,3 10 0 16,-8 10 0-16,4 5-6 0,-3 10-19 15,2 12-59-15,4 10-3 16</inkml:trace>
  <inkml:trace contextRef="#ctx0" brushRef="#br1" timeOffset="152331.92">8432 13827 485 0,'0'0'2'0,"0"0"1"15,0 0 1-15,0 0 0 0,0 8 0 16,0 2 1-16,0 5-1 15,-3 5-4-15,-1 4 0 16,-1 4 0-16,-1 4 0 16,1 2 0-16,3-6-11 0,-15 1-74 15,17 5-2-15</inkml:trace>
  <inkml:trace contextRef="#ctx0" brushRef="#br1" timeOffset="153081.85">4765 13957 388 0,'0'0'6'0,"0"0"3"15,-8-10 1-15,8 10 1 0,-13-10 0 16,1 7 1-16,-1 1 1 16,-4 2 0-16,4 9-5 15,-6 7-3-15,1 4-1 0,-1 6-1 16,4 7-2-16,5-1 0 15,8 5-1-15,2-7 0 16,7 0 0-16,10-6 0 16,8-6 0-16,5-6 0 15,4-9 1-15,7-3 0 16,-2-6 0-16,3-8 2 0,-1-5-1 16,-7-2 0-16,-6-6 1 15,-7 2 0-15,-5-5-3 16,-14-2 0-16,-4 0 0 0,-16 2 0 15,-7 1 0-15,-4 4 0 16,-7 7 0-16,-1 1-3 16,3 14-4-16,1 0-6 15,8 9-36-15,8 9-36 0,4 2 0 16</inkml:trace>
  <inkml:trace contextRef="#ctx0" brushRef="#br1" timeOffset="153568.85">6392 13825 415 0,'0'0'4'0,"0"0"1"0,0 0 1 0,0 0 0 16,0 0 1-16,-6 5-1 15,-1 5 1-15,0 2-1 16,0 6-3-16,-1 2-1 0,3 4-1 15,5 3-1-15,0-2 1 16,10-5 0-16,4 0-1 16,12-5 1-16,-1-8 0 15,9-4 0-15,4-6 0 16,3-7 1-16,0-6 2 0,-2-9 0 16,-2-3 0-16,-7-5 1 15,-7-3 0-15,-11-1 0 16,-12-6-1-16,-7 4 0 15,-16 5-4-15,-9 6 0 16,-10 8 0-16,-6 13 0 0,-3 7-6 16,1 12-12-16,8 11-65 15,5 11-3-15</inkml:trace>
  <inkml:trace contextRef="#ctx0" brushRef="#br1" timeOffset="154365.4">4722 15359 422 0,'0'0'4'0,"0"0"0"16,0 0 0-16,-12 0 1 0,12 0 1 15,-15 4-1-15,2 6 1 16,-4 8-1-16,2 7-2 15,-2 2-2-15,2 5-1 16,5 5 1-16,3 0-1 0,7 1 0 16,2-4 0-16,13-7 0 15,5-4 1-15,5-8-1 16,7-5 2-16,0-10-1 16,8-5 0-16,-3-10 1 15,2-7 1-15,0-5-1 0,-10-7 1 16,-5-1 0-16,-8-3 0 15,-7-7-1-15,-9 3 1 16,-12 2-1-16,-10 6 0 16,-8 4-1-16,-5 8-1 0,-2 6-1 15,0 14-1-15,1 2-3 16,10 13-6-16,3 1-9 16,1 11-62-16,22 7-2 15</inkml:trace>
  <inkml:trace contextRef="#ctx0" brushRef="#br1" timeOffset="154881.75">6581 15291 438 0,'0'0'3'0,"0"0"2"0,0 0 1 16,0 0-1-16,-7-2 1 15,7 2-1-15,-18 8 1 0,6 4-1 16,-8 6-2-16,8 4-2 16,-4 8 0-16,4-1-1 15,4 3 0-15,8 1 0 16,0-6 0-16,13-3 0 0,6-7 0 16,6-4 0-16,7-9 0 15,1-4 1-15,5-4 2 16,-1-9 0-16,-3-4 1 0,-4-5 0 15,-2-5 0-15,-9-5 0 16,-6 0 0-16,-11-6-4 16,-6 1 0-16,-9 0 0 15,-11 3 0-15,-6 6 0 0,-4 9 0 16,-3 6 0-16,0 8 0 16,3 10-11-16,4 5-8 15,-7 12-65-15,30 3-3 16</inkml:trace>
  <inkml:trace contextRef="#ctx0" brushRef="#br1" timeOffset="155398.59">8303 15111 427 0,'0'0'6'0,"0"-10"2"0,0 10 2 0,0-13 2 15,0 13 1-15,0-9-1 16,0 9 1-16,0 0-3 0,-16 0-10 16,4 14 0-16,-1 6 0 15,-1 4 0-15,1 11 0 16,1 1 0-16,5 1 0 16,4 5 0-16,8-7 0 0,7-1 0 15,11-7 0-15,4-6 0 16,3-7 0-16,7-6 0 15,6-5 0-15,-6-6 0 16,5-12 0-16,-7 0 0 0,-3-10 0 16,-7-3 0-16,-7-6 0 15,-11-6 0-15,-7-2 0 16,-16 0 0-16,-10 0 0 0,-10 5 0 16,-3 8 0-16,-5 6 0 15,-4 12 0-15,6 9 0 16,7 0-33-16,8 17-54 15,9 5-4-15</inkml:trace>
  <inkml:trace contextRef="#ctx0" brushRef="#br1" timeOffset="156766.85">9436 11437 387 0,'0'0'2'0,"0"0"1"0,0 0 2 16,0 0 2-16,7 10-1 15,-7-10 1-15,8 15 0 16,-8-15 1-16,12 14-1 0,1-6-1 15,1-3 0 1,6-2 0-16,0-3 1 0,7-8 1 16,0-7 0-16,8-7 0 15,-2-5 0-15,0-11-2 0,-4-1 0 16,-5-8-3-16,-3-7-3 16,-5-4 0-16,-10 2 0 15,-6-7 0-15,-2 6 0 16,-11 6 0-16,-2 8 0 0,-2 9 0 15,0 9 0-15,-6 13 0 16,5 12-2-16,4 12 2 16,-2 13 0-16,9 13 2 15,0 3-2-15,5 8 0 16,2 8 0-16,4 0 0 0,8-3 0 16,4-1 0-16,9-4 0 15,-3-9 0-15,3-2 0 16,0-12-16-16,2-18-53 0,1 10-15 15</inkml:trace>
  <inkml:trace contextRef="#ctx0" brushRef="#br1" timeOffset="156965.6">10012 11219 448 0,'0'0'2'0,"0"0"1"0,0 5 2 16,0 5 1-16,0 2 0 15,0 4 1-15,2 5 0 0,3 2 0 16,-2 2-1-16,2 0-4 16,5-1-6-16,-6-1-9 15,10-23-56-15,-2 19-13 16</inkml:trace>
  <inkml:trace contextRef="#ctx0" brushRef="#br1" timeOffset="157281.82">10577 11068 443 0,'0'0'6'0,"0"0"1"16,0 0 2-16,-6-10 0 15,6 10 0-15,-15-5 0 16,0 5 1-16,-2 5-1 0,-1 5-9 16,-3 4 0-16,-2 10 0 15,5 2 0-15,4 4 0 16,3 2 0-16,6-2 0 16,5-3 0-16,5 0 0 0,8-7 0 15,6-2 0-15,6-3 0 16,5-10-15-16,2-5-68 15,7 0-2-15</inkml:trace>
  <inkml:trace contextRef="#ctx0" brushRef="#br1" timeOffset="157715.92">10892 11046 472 0,'0'0'4'0,"0"0"0"0,-13-5 2 16,3 5 0-16,1 0 0 15,-4 0 1-15,3 7-1 16,-8 6-6-16,4 4 0 16,2 8 0-16,1 2 0 0,4 2 0 15,0 5 0-15,7-3 0 16,0-4 0-16,2 0 0 16,10-9 0-16,4-3 0 15,0-5 0-15,2-5 0 0,1-5 0 16,2-5 0-16,-1-10 0 15,-3-2 0-15,-2-6 0 16,-3-6 0-16,-1-4 0 16,-9-3 0-16,1-4 0 0,-3 2 0 15,-5 1 0-15,-8 8 0 16,-2 4 0-16,-3 7 0 16,2 6 0-16,-7 10 0 0,0 6 0 15,7 9 0-15,0 6 0 16,7 6 0-16,0 3 0 15,7 1 0-15,2 4 0 16,11-4 0-16,5-1 0 16,2-4 0-16,7-1 0 0,-3-11 0 15,8-7-60-15,2 0-26 16,-3-5 0-16</inkml:trace>
  <inkml:trace contextRef="#ctx0" brushRef="#br1" timeOffset="158197.88">11207 11061 363 0,'0'0'2'0,"0"0"4"15,0 0 0-15,0 0 1 0,0 0-1 16,0 0 0-16,0 0-1 16,0 0 1-16,0 0-1 15,0 0-4-15,0 0-1 16,0 0 0-16,0 0 1 0,0 0 0 15,0 0 0-15,0 0 0 16,0 0 1-16,0 0 1 16,0 0 1-16,0 0 3 0,0 0 2 15,0 0 2-15,0 0 1 16,0 0 1-16,0 0 0 16,4 0-1-16,-4 0-4 15,0 0-8-15,0 0 0 16,0 0 0-16,12 12 0 0,-12 4 0 15,0 5 0-15,0 1 0 16,0 5 0-16,0 3 0 0,0 0 0 16,-6-3 0-16,3 3 0 15,0-8 0-15,2-2 0 16,-2-2 0-16,3-7 0 16,0-1 0-16,0-10 0 15,0 8 0-15,0-8 0 16,0 0 0-16,0 0 0 0,0 0 0 15,0-8 0-15,0 8 0 16,0-11 0-16,0 11 0 16,0-13 0-16,0 13 0 0,0 0-62 15,0 0-29-15</inkml:trace>
  <inkml:trace contextRef="#ctx0" brushRef="#br1" timeOffset="159048.5">9593 12722 373 0,'0'0'4'16,"0"0"3"-16,0 0 0 0,-9 9 1 15,9-9 0-15,-2 12 1 0,2-2 1 16,0-1 0-16,0-1-2 15,5 2-1-15,8-6 1 16,1-1-1-16,4-3 0 16,5-3 0-16,3-9 1 15,2-7-1-15,4-6-1 0,-2-6 0 16,-3-5-2-16,-2-6-4 16,-5-5 0-16,-5-9 0 15,-8 4 0-15,-4-4 0 16,-3 4 0-16,-8 5 0 0,-4 4 0 15,-3 10 0-15,-2 5 0 16,1 12 0-16,4 10 0 16,-3 6 0-16,5 12 0 15,1 8 0-15,2 10 0 0,1 7 0 16,3 8 0-16,3 4 0 16,6 3 0-16,4 3 0 15,2-5 0-15,6-4 0 0,1-2 0 16,4-6 0-16,-1-6 0 15,1-7-2-15,-4-8-24 16,6-5-58-16,-7-4-4 16</inkml:trace>
  <inkml:trace contextRef="#ctx0" brushRef="#br1" timeOffset="159231.97">10069 12554 461 0,'0'0'3'0,"0"0"2"15,0 5 1-15,0-5 0 0,0 20 1 16,0-5 0-16,0 5 0 16,0 2 0-16,0 3-5 15,0-3-2-15,5 6-10 16,-5-11-14-16,0 2-58 0,5-1-3 16</inkml:trace>
  <inkml:trace contextRef="#ctx0" brushRef="#br1" timeOffset="159681.29">10603 12426 444 0,'0'0'4'15,"0"0"2"-15,2-12 2 16,-2 12 0-16,-2-13 1 0,2 13 0 15,-17-15 1-15,2 7 0 16,-4 6-7-16,-4 2-3 16,0 0 0-16,2 10 0 15,-2 0 0-15,5 2 0 16,6 2 0-16,5 4 0 16,1 2 0-16,6 0 0 0,8 0 0 15,6-4 0-15,5 5 0 16,0-4 0-16,6 1 0 15,0-3 0-15,0-3 0 16,0 0 0-16,-4-2 0 0,0 0 0 16,-7 0 0-16,-3-3 0 15,-11-7 0-15,6 18 0 16,-6-8 0-16,-6-5 0 0,-12 3 0 16,1 0 0-16,-8 3 0 15,-2-5 0-15,-6 1 0 16,0-3 0-16,2-1 0 15,4-3 0-15,1 0 0 0,6 0-12 16,6 0-42-16,4-3-31 16,10 3-1-16</inkml:trace>
  <inkml:trace contextRef="#ctx0" brushRef="#br1" timeOffset="160331.31">10952 12458 458 0,'0'0'4'0,"0"0"2"0,0-11 2 0,0 11 1 16,0 0 0-16,-3-11-1 15,3 11 1-15,-10 3-9 16,0 5 0-16,-6 13 0 0,4 6 0 16,-2 3 0-16,-1 2 0 15,0 5 0-15,5-3 0 16,5-1 0-16,5-5 0 0,0-3 0 16,9-8 0-16,4-5 0 15,4-5 0-15,1-4 0 16,2-6 0-16,2-7 0 15,-2-5 0-15,3-4 0 16,-9-9 0-16,2-2 0 16,-7-4 0-16,-4-3 0 0,-3-3 0 15,-2 0 0-15,-7 3 0 16,-2 5 0-16,-4 7 0 0,-2 3 0 16,-3 12 0-16,4 5 0 15,-1 5 0-15,0 10 0 16,4 10 0-16,4 2 0 15,2 6 0-15,5 4 0 16,5-1 0-16,11 1 0 0,5-1 0 16,2-6 0-16,12-8-60 15,-1-3-25-15,4-6-1 16</inkml:trace>
  <inkml:trace contextRef="#ctx0" brushRef="#br1" timeOffset="160514.64">11520 12433 462 0,'0'0'3'0,"0"0"2"0,-10 3 1 0,10-3 1 15,-15 17 1-15,5 0 0 16,3 6 1-16,2 0-6 16,1 15-3-16,0 5 0 15,-1-1 0-15,5 10 0 0,0-3-84 16,-2 1-2-16</inkml:trace>
  <inkml:trace contextRef="#ctx0" brushRef="#br1" timeOffset="161209.07">10437 13837 440 0,'0'0'4'0,"0"0"2"0,0-10 2 16,0 10 1-16,-7-9 0 16,7 9 0-16,-21-4 0 15,9 4 1-15,-3 4-3 16,-2 8-7-16,4 8 0 0,-1 0 0 15,3 7 0-15,11 3 0 16,0 0 0-16,7-1 0 16,11-9 0-16,7 2 0 15,0-9 0-15,10-3 0 0,-3-8 0 16,3-2 0-16,-3-10 0 16,-2-5 0-16,-10-7 0 15,-3 0 0-15,-9-10 0 16,-8 2 0-16,-8-5 0 0,-9 3 0 15,-8 2 0-15,-7 8 0 16,0 8 0-16,-3 5 0 16,0 9 0-16,1 10 0 15,9 18-18-15,12 6-67 0,-4 5-1 16</inkml:trace>
  <inkml:trace contextRef="#ctx0" brushRef="#br1" timeOffset="161515.49">10430 14918 511 0,'0'0'0'0,"0"0"0"0,0 0 0 16,0 0 0-16,0 0 0 16,-3 15 0-16,-2-1 0 15,2 9 0-15,-7 6 0 0,3 9 0 16,-6 2 0-16,6 9 0 16,0-3 0-16,2 0 0 15,0-5 0-15,5-11-52 16,0 3-36-16,5-12-3 15</inkml:trace>
  <inkml:trace contextRef="#ctx0" brushRef="#br1" timeOffset="162565.17">11389 10692 306 0,'0'0'4'0,"0"0"1"0,0 0 2 0,9-13 0 15,9 3 1-15,7 0 2 16,7-5 0-16,13 0 3 15,10-2-4-15,7 0-1 16,2 4 0-16,3 1-1 16,-2 2 0-16,-6 7-3 0,-6 3 0 15,-11 3-1-15,-8 9 0 16,-6 9 0-16,-8 11 0 0,-8 15 0 16,-4 14-1-16,-8 13 3 15,-2 19 0-15,-4 13 0 16,-8 16 1-16,4 14-2 15,-3 5 1-15,1 12 1 16,1 4 0-16,4 4-1 0,2 2 0 16,3 6 1-16,2 4-1 15,0 0 1-15,2 4 0 16,3 3-4-16,0 0-2 16,1 1 0-16,-1 5 0 0,-5-4 0 15,0-1 0-15,0-6 0 16,0-2 0-16,-5-3 0 15,-4-10 0-15,2-7 0 16,0-9 0-16,-4-13 0 0,-1-4 0 16,0-13 0-16,-1-13 0 15,4-9 0-15,-3-10 0 16,1-10 0-16,6-13 0 16,-2-9 0-16,2-13 0 0,2-7 0 15,0-9 0-15,3-8 0 16,0-1 0-16,0-12 0 15,0 0 0-15,-4 11 0 16,4-11 0-16,0 0 0 0,0 0 0 16,-10 10 0-16,10-10 0 15,0 0 0-15,-12 7 0 16,12-7 0-16,-15 5 0 0,5-2 0 16,-5-2 0-16,-7-1 0 15,-8 0 0-15,-10 0 0 16,-10-1 0-16,-12-2 0 15,-13 1 0-15,-8 2 0 16,-16 0 0-16,3 9 0 16,-3 9-54-16,7-11-37 0</inkml:trace>
  <inkml:trace contextRef="#ctx0" brushRef="#br1" timeOffset="174069.03">13255 12805 442 0,'0'0'5'0,"0"0"3"16,0 0 1-16,0 0 2 15,0 0 0-15,0 0 0 16,7 4 0-16,-7 6-8 0,0 8-3 16,0 4 0-16,-4 3 0 15,-5 5 0-15,7 4 0 16,-3 7 0-16,0-5 0 16,3-2 0-16,-1-2 0 0,3 1 0 15,0-5 0-15,0-3 0 16,0-4 0-16,0-5 0 15,0-2 0-15,0-2 0 16,0-12 0-16,-3 18-4 0,3-18-31 16,-12 0-51-16,12 0-3 15</inkml:trace>
  <inkml:trace contextRef="#ctx0" brushRef="#br1" timeOffset="174515.1">12867 12864 342 0,'0'0'6'0,"0"0"2"15,0 0 5-15,0 0 2 16,0 0 1-16,0 0 1 16,0 0 1-16,0 0 1 0,0 0-4 15,12-2-3-15,1 2-1 16,4-3-2-16,8-2-2 16,10-5-4-16,8 0-3 0,1-2 0 15,8-1 0-15,6 1 0 16,-7-1 0-16,2 4 0 15,-9-4 0-15,-4 9 0 16,-12-4 0-16,-7 5 0 0,-8 1 0 16,-13 2 0-16,15 0 0 15,-15 0 0-15,0 0 0 16,0 8 0-16,0-8 0 16,-3 15 0-16,-1-8 0 15,4 5 0-15,-5-2 0 0,5 9-11 16,14-3-75-1,-14-4-3-15</inkml:trace>
  <inkml:trace contextRef="#ctx0" brushRef="#br1" timeOffset="175064.68">13563 13236 419 0,'0'0'4'0,"0"0"2"16,0 0 1-16,0 0 1 15,-6-10 1-15,6 10 0 16,-16-3 1-16,5 3 0 16,1 0-4-16,-6 5-1 15,0 6-2-15,2 1-1 0,-2 5-1 16,2-2 0-16,3 4-1 16,4 1 0-16,7-1 0 15,0-1 0-15,7-2 1 16,9-2-1-16,3-6 1 0,8-1 1 15,3-7 0-15,2 0-1 16,-2 0 3-16,2-10-4 16,-6 0 0-16,-1-2 0 0,-8-2 0 15,-7-4 0-15,-5-2 0 16,-5-3 0-16,-5 4 0 16,-8-6 0-16,-4 5 0 15,-3 1 0-15,1 3 0 0,-4 7 0 16,0 1 0-16,7 5 0 15,0 2 0-15,7 1 0 16,-2 0-18-16,11 0-48 16,0 0-21-16,0 0-1 0</inkml:trace>
  <inkml:trace contextRef="#ctx0" brushRef="#br1" timeOffset="175865.38">13762 12686 435 0,'0'0'5'16,"0"0"2"-16,0 0 2 16,0 0 2-16,0 0-1 15,0 0 0-15,7 0 1 0,-7 0 0 16,0 11-9-16,0 3-2 15,0 0 0-15,-3 1 0 16,3 7 0-16,-2 0 0 16,2-1 0-16,0-1 0 15,0-4 0-15,2 2 0 0,1-5 0 16,2 1 0-16,-3-6 0 16,4 1-16-16,-6-9-67 15,5 13-3-15</inkml:trace>
  <inkml:trace contextRef="#ctx0" brushRef="#br1" timeOffset="176632.04">13824 12495 383 0,'0'0'4'0,"0"0"1"16,0 0 1-16,0 0 2 0,9-8 2 15,-9 8 1-15,16-4 1 16,-4 1 1-16,3 1-4 16,2-1 0-16,6 3-1 0,4 0-2 15,0 0-2-15,6 0 0 16,-6 0-1-16,1 0-1 16,-4 3-1-16,-4 2 1 15,0-3-1-15,-10 6 0 16,2 2 1-16,-4 2-1 15,-3 3 0-15,-5 7 1 0,1 0-1 16,3 7 1-16,-4 4-2 16,0 4 0-16,0 1 0 15,0 4 0-15,4 0 0 0,-1 0 0 16,2-1 0-16,0 4 0 16,-5 0 0-16,5-1 0 15,-2 2 0-15,-1-4 0 16,0 5 0-16,1-3 0 0,-1-2 0 15,1 3 0-15,-3-5 0 16,4 0 0-16,1-4 0 16,1 2 0-16,-4-9 0 15,6-1 0-15,-4-3 0 0,4-3 0 16,-6 0 0-16,2-8 0 16,-4 4 0-16,0-6 0 15,-6 2 0-15,-2-3 0 0,-4-1 0 16,2-3 0-16,-5 1 0 15,-2-1 0-15,-3-2 0 16,-5-3 0-16,2-2 0 16,-6 0 0-16,1 0 0 15,-4 0 0-15,0 0 0 0,2-2 0 16,0 0 0-16,-2-1 0 16,7 3 0-16,-7 0-62 15,10 0-27-15,-1 0-1 0</inkml:trace>
  <inkml:trace contextRef="#ctx0" brushRef="#br1" timeOffset="177581.28">12857 12591 428 0,'0'0'3'0,"0"0"0"0,0 0 2 16,2-12 1-16,-2 12 0 0,0 0 0 15,-7-7-1-15,-3 4 1 16,-4 3-2-16,-7 3-2 16,-1 4-2-16,-6-2 0 15,1 5 0-15,0 3-1 0,0 1 1 16,2 1-1-16,2 2 0 16,9 3 0-16,3 4 1 15,4 1 0-15,7 6 0 16,2 0 0-16,9 4 1 15,3 5 0-15,-2-1 0 0,6 4 1 16,3 5-1-16,-7-2 0 16,1 6 0-16,-5 0 0 15,0 5 0-15,-3 0-1 16,-4 0 1-16,-3 2 0 0,0-1 1 16,0-2 0-16,-3 0 0 15,-4-2 0-15,-1-7 1 16,1 2 0-16,-6-5-1 15,4-1 0-15,-3-5 0 0,1-5-1 16,1-6 0-16,-2-2 0 16,6-8 0-16,-1-1-1 15,5-7 1-15,2-9 0 0,0 0 2 16,-3 8-3-16,3-8 0 16,0 0 0-16,0 0 0 15,0 0 0-15,3-5 0 16,-3 5 0-16,9-7 0 15,0 2 0-15,3 2 0 0,6-2 0 16,-2 0 0-16,9 0 0 16,5-1 0-16,5-3 0 15,4 4 0-15,7-2 0 16,-2 3 0-16,4-2 0 0,-2 3 0 16,-5 1 0-16,-4 0 0 15,-7 0 0-15,-5 2 0 16,-11 0 0-16,-4 0 0 0,-10 0 0 15,0 0 0-15,-5 0 0 16,-7 0 0-16,-1 0 0 16,-2-6 0-16,3 4-3 15,2-6-83-15,3-4-3 0</inkml:trace>
  <inkml:trace contextRef="#ctx0" brushRef="#br1" timeOffset="179016.62">14137 12277 314 0,'0'0'9'0,"0"0"3"16,0 0 2-16,0 0 3 0,0 0 3 15,0 0-2-15,0 0 3 16,0 0 1-16,0 0-6 16,0 0-3-16,15-2-2 15,-3 2-2-15,6-3 0 0,1 3-3 16,4-3-6-16,2 0 0 16,-4 2 0-16,0 1 0 15,-1-3 0-15,-6 3 0 16,-3 0 0-16,-11 0 0 0,12 0 0 15,-12 0 0-15,0 0 0 16,0 0 0-16,0 0 0 16,0 0 0-16,0 0 0 15,0 0 0-15,-5 10 0 0,5-10 0 16,-10 3 0-16,10-3 0 16,0 0 0-16,-13 2 0 15,13-2-15-15,-7 14-60 16,7-14-11-16</inkml:trace>
  <inkml:trace contextRef="#ctx0" brushRef="#br1" timeOffset="179357.82">14476 12059 459 0,'0'0'4'0,"0"0"3"16,0 0 2-16,0 0 0 15,12-2 0-15,-12 2 0 16,0 0-4-16,2 7-5 0,0 6 0 16,-2 4 0-16,0 7 0 15,0 1 0-15,0 7 0 16,0 1 0-16,3-1 0 0,-1 3 0 15,1-8 0-15,4 3 0 16,-5-9 0-16,5-3 0 16,-3 0 0-16,3-4 0 15,-5-3 0-15,3-3 0 16,-5-8 0-16,5 11-2 0,-5-11-83 16,0 0-2-16</inkml:trace>
  <inkml:trace contextRef="#ctx0" brushRef="#br1" timeOffset="179765.52">14670 12859 490 0,'0'0'2'0,"0"0"2"0,0 0 1 0,0 0 0 15,9-2 0-15,-9 2-5 16,14-5 0-16,-1 0 0 0,1 2 0 16,7 0 0-16,-2-1 0 15,6 4 0-15,2-5 0 16,-17 5-85-16,13 0-2 15</inkml:trace>
  <inkml:trace contextRef="#ctx0" brushRef="#br1" timeOffset="179917.63">14670 12971 433 0,'0'0'3'0,"0"0"3"0,0 0 1 15,13 5 1-15,2-5 1 16,4 0 0-16,10 0 0 15,8 0-4-15,0-8-13 16,3 1-69-16,7-3-4 0</inkml:trace>
  <inkml:trace contextRef="#ctx0" brushRef="#br1" timeOffset="181647.86">15521 10486 345 0,'0'0'5'0,"0"0"3"15,0-10-1-15,0 10 3 16,-5-14-1-16,-5 3 0 16,-3 2 0-16,-4-1-1 15,-5-5-6-15,-6 5-1 0,-4 0 0 16,-3 2-2-16,1 1 1 15,-1 4 0-15,-1 3 0 16,2 0 1-16,1 5 0 0,8 5-1 16,1 3 0-16,2 1-1 15,6 3 1-15,3 8 1 16,7 3-2-16,4 5 1 16,2 5 0-16,0 5 1 15,2 6 1-15,4 9 1 0,7 4 0 16,-2 4 2-16,-1 12 2 15,-3 0 1-15,1 7 1 16,-1 6 2-16,-2 3-1 16,0 5 0-16,-3 0 1 0,1 5-2 15,-3 0-1-15,0 2-8 16,0 5 0-16,0-3 0 16,2-4 0-16,-2 3 0 0,0 1 0 15,2-3 0-15,-2-1 0 16,4-2 0-16,-4-1 0 15,0-4 0-15,0-1 0 16,0 1 0-16,0-1 0 0,0-2 0 16,0-2 0-16,0-1 0 15,0-1 0-15,0-1 0 16,0 3 0-16,0-3 0 16,0 3 0-16,0-6 0 15,0 6 0-15,2-3 0 0,-2 0 0 16,0 1 0-16,0-2 0 15,3-1 0-15,-3 2 0 16,0-3 0-16,0-6 0 0,2 7 0 16,-2-7 0-16,0-1 0 15,0-5 0-15,0 0 0 16,0-4 0-16,0-1 0 16,0-3 0-16,2-1 0 0,-2-2 0 15,3-1 0-15,-3-4 0 16,0 3 0-16,0-5 0 15,0-2 0-15,0 7 0 16,0 0 0-16,-3-4 0 0,-1-5 0 16,-1 0 0-16,5-5 0 15,-6-5 0-15,4 1 0 16,-3-14 0-16,0-4 0 16,5-2 0-16,-5-6 0 15,3-2 0-15,-1-5 0 16,1-1 0-16,2-9 0 0,-2 10 0 15,2-10 0-15,0 0 0 16,0 0 0-16,-4 10 0 0,4-10 0 16,0 0 0-16,-2 10 0 15,2-10 0-15,0 0 0 16,-3 13 0-16,3-13 0 16,0 0 0-16,-2 8 0 0,2-8 0 15,0 0 0-15,0 0 0 16,0 0 0-16,0 0 0 15,0 0 0-15,0 0 0 16,0 0 0-16,0 0 0 16,0 0 0-16,0 0 0 0,5 0 0 15,-5 0 0-15,15 0 0 16,2-1 0-16,6-5 0 16,9 5 0-16,11-4 0 15,6 2 0-15,11 0 0 0,9 3 0 16,6 0 0-16,-1 3 0 15,-1 2 0-15,-1 2 0 16,-10 0 0-16,-7 1 0 16,-16-2 0-16,-9-2 0 0,-5-1 0 15,-13-2 0-15,-12-1 0 16,0 0 0-16,0 0 0 16,-10 9 0-16,-5-9 0 0,-4 0 0 15,1 0 0-15,-7 0 0 16,13-6 0-16,0 2-76 15,1-11-17-15</inkml:trace>
  <inkml:trace contextRef="#ctx0" brushRef="#br1" timeOffset="183949.59">24518 9864 300 0,'0'0'5'15,"0"0"3"-15,0 0 3 0,-8-7 2 16,8 7 2-16,0 0 4 16,0 0 1-16,-7-10 0 15,7 10-5-15,0 0-2 0,0 0-3 16,7-5-1-16,5 0-3 16,4 5-1-16,1-5-2 15,8-1 0-15,2-1 0 16,8 3 0-16,2-4 0 0,1-2-1 15,-1 3-1-15,-5-1 1 16,3 4-1-16,-10-2 0 16,-8 2-1-16,1 1 0 15,-9 3 0-15,-9 0 0 16,13 7 0-16,-10 3-1 0,-1 2 1 16,-2 9 0-16,2 3 0 15,1 6 0-15,-1 7 0 16,1 8 1-16,-3 4-1 15,7 8 0-15,-1 3 1 0,-2 6 0 16,6 7 0-16,-3-1 1 16,4 1-1-16,-4 2-1 15,3-1 1-15,-5 1 1 0,3-1-1 16,-3 1 0-16,-1 1 2 16,-1 0 0-16,-3-3 0 15,0 6-3-15,0 0 0 16,0 6 0-16,-5-5 0 0,-2 8 0 15,4 1 0-15,0 1 0 16,3 1 0-16,0 1 0 16,6 0 0-16,1-3 0 15,0-1 0-15,3-1 0 16,-3 0 0-16,1-3 0 16,-3-2 0-16,0 2 0 0,-3-2 0 15,3 2 0-15,-2-4 0 16,0 0 0-16,-3-2 0 0,0 4 0 15,2-5 0-15,-2-3 0 16,3 1 0-16,-1-6 0 16,0 0 0-16,1-5 0 15,-1-2 0-15,1-2 0 16,-1-1 0-16,-1-3 0 0,-1 0 0 16,4-1 0-16,-4-2 0 15,0 2 0-15,-4 0 0 16,3 2 0-16,-1-2 0 15,-3-2 0-15,2 4 0 0,1 0 0 16,0-2 0-16,-1-1 0 16,3 4 0-16,-2-7 0 15,-1 2 0-15,0 1 0 16,1-2 0-16,2-2 0 0,-3-1 0 16,3 1 0-16,-2-4 0 15,-1 2 0-15,3-6 0 16,0 3 0-16,-2-1 0 15,2-2 0-15,-2 0 0 0,-1-3 0 16,1 2 0-16,2-4 0 16,-3-3 0-16,0 1 0 15,3 0 0-15,0-2 0 16,-1-2 0-16,1 2 0 0,0-1 0 16,0 0 0-16,0 0 0 15,0 4 0-15,0-5 0 16,0 4 0-16,0-8 0 15,0 8 0-15,0-6 0 16,0 1 0-16,0-3 0 0,0 1 0 16,0-1 0-16,0-2 0 15,0 1 0-15,0-5 0 16,0 3 0-16,0-1 0 0,0 2 0 16,0-4 0-16,0 0 0 15,-3-1 0-15,3 2 0 16,0 0 0-16,-3-2 0 15,3 2 0-15,0-2 0 0,-3-3 0 16,1-2 0-16,0-1 0 16,2-1 0-16,0-5 0 15,0-8 0-15,-5 15 0 16,5-15 0-16,-3 14 0 0,3-14 0 16,-2 12 0-16,2-12 0 15,-5 13 0-15,5-13 0 16,-5 11 0-16,5-11 0 15,0 0 0-15,-3 6 0 0,3-6 0 16,0 0 0-16,0 0 0 16,0 0 0-16,0 0 0 15,0 0 0-15,0 11 0 16,0-11 0-16,0 0 0 0,0 0 0 16,0 0 0-16,0 0 0 15,-14 7 0-15,2-7 0 16,-4 0 0-16,-9 0 0 15,-2 2 0-15,-10-2 0 0,2 0 0 16,-12-2 0-16,4-3 0 16,-6-2-2-16,-1-5-89 15,11-3-3-15</inkml:trace>
  <inkml:trace contextRef="#ctx0" brushRef="#br2" timeOffset="188331.93">4230 11155 308 0,'0'0'6'0,"0"0"3"16,0-12 1-16,0 12 1 16,-3-18 1-16,-2 8 1 15,1-2 1-15,-6-1-1 0,-1 4-5 16,-5-1-2-16,-7 4-3 15,-5 5-1-15,-1 1-1 16,-8 0 0-16,-3 4 0 0,-5 3-1 16,5 3 0-16,1 0 0 15,9 1-1-15,0-2 1 16,10 1-1-16,6 2 1 16,3 1-1-16,6 2 1 0,5 4-1 15,0 6 1-15,5 3 1 16,6 4-1-16,-4 5 1 15,5 3 0-15,1 7 0 16,0 4 0-16,8 9-1 0,-6 2 0 16,0 7 1-16,2 4-1 15,-6 6 1-15,-2 5-1 16,-1 3 0-16,-6 4 1 16,-2 1-1-16,0 0 0 15,-2 2 0-15,-6-3 0 0,1 3 0 16,0 1 1-16,-4-9-1 15,-1 5 0-15,-1-3 1 16,1-2-1-16,3-1 2 0,-4-1-1 16,3-3 1-16,3-6-1 15,0 1 1-15,1-3-1 16,3-4 0-16,1 0 1 16,0-5 0-16,2 1-1 0,-3-6 1 15,1 1 0-15,-1-6 0 16,3 1 1-16,-4 0-1 15,-3-4 0-15,3-1 0 16,2-3 0-16,-3 0-1 16,2-2 0-16,-1-3 1 0,1-3-2 15,1-2 2-15,2 0-1 16,-3-4 0-16,-3-3 0 16,4-1 0-16,0 1 1 15,-3-2-2-15,2-3 1 0,-4 2 0 16,2-5 0-16,3-1-1 15,-4-3 1-15,1-3-1 16,3-2 1-16,-3-1-1 0,5-12 1 16,-2 11 0-16,2-11 0 15,0 0-1-15,-7 11 1 16,7-11 0-16,0 0-1 16,-11 10 1-16,11-10 0 15,-12 7-1-15,12-7 1 0,-12 8-1 16,12-8 0-16,-11 6 1 15,11-6-1-15,0 0 1 16,0 0 0-16,0 0 0 0,-2 8 0 16,2-8 1-16,13 0 0 15,0 0 1-15,11 0 0 16,3 0 1-16,3-2-1 16,7 0 0-16,0-2-1 15,5 0 1-15,1 4-3 0,-3-2 0 16,-6 2 0-16,-6 0 0 15,-6 2 0-15,-2 2 0 16,-7 0 0-16,-13-4 0 16,3 12 0-16,-3-2-10 0,0-10-24 15,-6 7-49-15,6-7-3 16</inkml:trace>
  <inkml:trace contextRef="#ctx0" brushRef="#br2" timeOffset="190026.6">8504 10929 305 0,'0'0'3'0,"0"0"2"16,0 0 1-16,0 0 4 15,-8 5-1-15,8-5 2 0,0 0 0 16,0 0 0-16,0 0-2 15,0 0 1-15,0 0-4 16,10 8 0-16,5-6-1 16,2-2-1-16,11 0 1 0,2 0 1 15,8 0-2-15,3 0 0 16,6-2-1-16,1-1 0 16,-4 1 0-16,-6-3-1 15,-3 2 0-15,-8 3-1 0,-8 0 0 16,-1 0-1-16,-8 3 1 15,-10-3 0-15,12 15 0 16,-6-5-1-16,-1 7 0 16,-3 3 3-16,3 4-1 0,-3 9 1 15,-2 5 0-15,0 5 0 16,-2 9 0-16,-3 3 1 16,3 4-1-16,-1 3 0 15,1 0-2-15,-4 3 0 0,6-1 0 16,-2 3 0-16,-1 2-1 15,-2 1 1-15,3 4 0 16,-3 1 0-16,0 3 0 16,1 0 1-16,1-1-1 0,0 2 0 15,0-3 0-15,3 1 0 16,0-1 0-16,0-1 0 16,0-3 0-16,3 0 0 15,0-3 1-15,-3-2-1 16,3-3 0-16,-1 1 0 0,2 0 0 15,-1-2 0-15,0-3 0 16,-1 2-2-16,-2-3 1 16,2 3 0-16,-2 1 0 0,0-6 0 15,0 2 0-15,0-1 1 16,0 0 0-16,0-5-1 16,0 0 2-16,3-3-1 15,-1 0 0-15,-2-1 0 0,5-4 0 16,-2-3 0-16,0-3 1 15,2 1-2-15,-5-5 0 16,4 1 0-16,-1-7 0 16,-1-2-2-16,-2 0 2 0,3-2-1 15,-1-3 0-15,-2 0 0 16,0-2 2-16,0-4-1 16,0-2 0-16,2-2 0 15,-2 1 0-15,0-13 0 0,0 17 0 16,0-17 0-16,0 0 0 15,0 10 0-15,0-10 0 16,0 0 0-16,0 0 0 16,0 0 0-16,0 0 0 0,0 0 0 15,0 0 0-15,0 0 0 16,0 0 0-16,0 7 0 16,0-7 0-16,0 0 1 15,-2 10-1-15,2-10 0 0,0 8 1 16,0-8-1-16,0 0 0 15,-2 12 0-15,2-12 0 16,0 0 0-16,-3 10 0 16,3-10 0-16,0 0 0 15,0 0 0-15,-2 7 0 0,2-7 0 16,0 0 0-16,0 0 2 16,0 0-2-16,0 0 0 15,0 0 0-15,0 0 0 16,0 0 0-16,0 0 0 0,0 0 0 15,0 0 0-15,0 0 0 16,0 0 0-16,-10 5 0 16,0-5 0-16,-8 3 0 0,-2 2 0 15,-7 1 0-15,-5 5 0 16,-5-1 0-16,-3 2 0 16,3 3 0-16,2-2 0 15,11 1 0-15,8-3-80 0,4-11-10 16</inkml:trace>
  <inkml:trace contextRef="#ctx0" brushRef="#br2" timeOffset="196248.29">15930 10746 370 0,'0'0'7'0,"0"0"3"16,3-15 2-16,-3 15 2 0,0-14 2 16,0 3 0-16,0 1 1 15,-8-2 1-15,-1 4-7 16,-3 1-3-16,-4 2-2 0,-6 5 0 16,-2 0-6-1,-6 3 0-15,0 6 0 0,-2 7 0 16,-6 4 0-16,3 5 0 15,0 2 0-15,8 2 0 16,2 2 0-16,3 0 0 0,12-2 0 16,5 1 0-16,7-2 0 15,11-3 0-15,9-3 0 16,8-8 0-16,8-1 0 0,-1-5 0 16,5-1 0-16,0-7 0 15,-2 0 0-15,-3-3 0 16,-5-1 0-16,-9-2 0 15,-6 2 0-15,-2-2 0 16,-15 6 0-16,10-7 0 0,-10 7 0 16,0 0 0-16,0 0 0 15,0-9 0-15,0 9 0 16,0 0 0-16,0 0 0 16,-3-11 0-16,3 11 0 0,0 0 0 15,-7-22-75-15,7 22-14 16</inkml:trace>
  <inkml:trace contextRef="#ctx0" brushRef="#br2" timeOffset="196956.87">16217 10728 435 0,'0'0'5'0,"0"0"1"0,-3-9 2 0,3 9 0 0,-10-13 1 15,10 13 1-15,-17-7-1 16,4 7 0-16,1 2-3 16,-6 10-3-16,4 6 0 15,-4 4-3-15,3 3 0 0,0 7 0 16,3 1 0-16,5-4 0 15,7 0 0-15,0-1 0 16,7-8 0-16,5 0 0 0,8-8 0 16,2-1 0-16,6-7 0 15,2-4 0-15,0 0 0 16,-1-7 0-16,1-4 0 16,-3-3 0-16,-2-6 0 15,-5 2 0-15,-3-7 0 0,-6-1 0 16,-6-4 0-16,-5-1 0 15,0 3 0-15,-13-5 0 16,-4 8 0-16,-6-2 0 0,-4 8 0 16,-3 4 0-16,0 5 0 15,-5 4 0-15,5 6 0 16,1 3 0-16,4 5 0 16,5 6 0-16,5 4 0 15,8 5 0-15,7-2 0 0,0 5 0 16,12-1 0-16,3 0 0 15,7-7 0-15,6 5 0 16,2-8 0-16,2-5 0 16,1-3 0-16,-1-1 0 0,0-6 0 15,-4 0 0-15,-4-3 0 16,-4-3 0-16,-5-2 0 16,-5 2 0-16,-10 6 0 15,12-10 0-15,-12 10 0 0,0-10 0 16,0 10 0-16,0 0 0 15,0-10 0-15,0 10 0 16,0 0 0-16,-7 0-6 0,7 0-26 16,0 10-54-16,0-10-2 15</inkml:trace>
  <inkml:trace contextRef="#ctx0" brushRef="#br2" timeOffset="197315">16805 10803 484 0,'0'0'4'0,"0"0"2"0,3-10 1 16,-3 10 1-16,0 0-6 0,2-12-2 15,-2 12 0-15,0 0 0 16,0 12 0-16,-2 5 0 16,-1 4 0-16,-1 5 0 0,1 1 0 15,0 8 0-15,-2-3 0 16,5-2 0-16,0-3 0 16,5 1 0-16,1-8 0 15,-4-3 0-15,3-5 0 16,-5-12 0-16,5 15 0 0,-5-15 0 15,0 0 0-15,0 0 0 16,0 0 0-16,7-5 0 16,-7 5-24-16,15-17-64 0,-12 7-2 15</inkml:trace>
  <inkml:trace contextRef="#ctx0" brushRef="#br2" timeOffset="198465.45">15405 12203 369 0,'0'0'5'15,"0"0"2"-15,-11 2 4 0,11-2 0 16,-10 7 0-16,10-7 1 15,-10 8 3-15,10-8 1 16,-3 10-3-16,3-10-1 16,13 7-2-16,4-3 0 0,6 0-1 15,7-2-9-15,2-2 0 16,5 0 0-16,0 0 0 16,4 0 0-16,-7-2 0 0,-4-2 0 15,-5 4 0-15,-8-1 0 16,-4 1 0-16,-13 0 0 15,12 0 0-15,-12 0 0 16,0 0 0-16,0 0 0 0,0 0 0 16,0 0 0-16,0 0 0 15,-7 0 0-15,7 0-6 16,-9 10-81-16,9-10-2 16</inkml:trace>
  <inkml:trace contextRef="#ctx0" brushRef="#br2" timeOffset="198998.25">16224 12084 457 0,'0'0'3'0,"0"0"2"0,0-13 2 15,0 4 1-15,0 0 1 16,-2 0 0-16,-6-3 1 16,-1-1-7-16,-4 6-3 0,-3 4 0 15,-3 2 0-15,-1 1 0 16,-3 1 0-16,2 9 0 16,0 0 0-16,1 5 0 15,6 0 0-15,1 3 0 0,10-4 0 16,3 3 0-16,3 1 0 15,10-3 0-15,7 0 0 16,-1-3 0-16,4 1 0 16,1-1 0-16,2 0 0 0,-5 1 0 15,2-1 0-15,-3-1 0 16,-3 3 0-16,-4-3 0 16,-1 0 0-16,-2 1 0 15,-5 1 0-15,-2-3 0 16,-3 0 0-16,-3 0 0 0,3-10 0 15,-20 12 0-15,5-4 0 16,-4-7 0-16,-6 2 0 16,2 0 0-16,-7-3 0 0,5 0 0 15,-2-6 0-15,5 2 0 16,-1-6 0-16,9 3-4 16,-1-1-52-16,10-4-30 15,5-1-1-15</inkml:trace>
  <inkml:trace contextRef="#ctx0" brushRef="#br2" timeOffset="199498.49">16512 12084 482 0,'0'0'5'0,"0"0"1"0,0 0 1 0,0 0 0 16,-10-7-3-16,10 7-4 15,-12 1 0-15,2 8 0 16,0 5 0-16,-2 3 0 16,-4 8 0-16,9 3 0 15,0 1 0-15,1 1 0 0,6-2 0 16,0-2 0-16,6-3 0 16,6-3 0-16,6-6 0 15,-1-3 0-15,3-10 0 16,2 2 0-16,0-6 0 0,1-4 0 15,-6-7 0-15,3-6 0 16,-7-8 0-16,-1 2 0 16,-7-12 0-16,-5 1 0 15,0 0 0-15,-5-3 0 0,-7 8 0 16,-3-3 0-16,-8 10 0 16,1 5 0-16,-3 10 0 15,-5 6 0-15,3 4 0 16,-1 10 0-16,6 4 0 0,3 8 0 15,1 5 0-15,11 4 0 16,4-1 0-16,8-1 0 16,7 0 0-16,11-4 0 15,2-2 0-15,5-6 0 0,2-2 0 16,2-9 0-16,1-2 0 16,0 0-33-16,-3-5-52 15,3-6-4-15</inkml:trace>
  <inkml:trace contextRef="#ctx0" brushRef="#br2" timeOffset="200531.59">16882 12147 443 0,'0'0'6'0,"0"0"4"15,2-8 2-15,-2 8 2 0,0 0 1 16,10-11-4-16,-10 11-11 16,0 0 0-16,0 0 0 15,8 8 0-15,-8 3 0 16,0 7 0-16,0 2 0 0,3 3 0 15,-1 4 0-15,-2-4 0 16,2 1 0-16,1-2 0 16,-1-2 0-16,1-3 0 0,-3-5 0 15,0 1 0 1,0-3 0-16,0-10 0 0,0 10 0 16,0-10 0-16,0 0 0 15,0 0 0-15,0 0 0 16,0 12-21-16,0-12-69 0,0 0-2 15</inkml:trace>
  <inkml:trace contextRef="#ctx0" brushRef="#br2" timeOffset="202332.51">16217 13375 429 0,'0'0'6'0,"0"0"2"15,2-9 2-15,-2 9 1 16,0-8 1-16,0 8 0 0,-7-6 0 16,-6 6-1-16,-2 6-11 15,-2 5 0-15,-4 9 0 16,5 5 0-16,-2 2 0 15,3 5 0-15,5 3 0 16,10-3 0-16,0-2 0 0,15-3 0 16,5-8 0-16,8-2 0 15,1-9 0-15,6-2 0 16,2-6 0-16,-5-3 0 16,3-7 0-16,-7-8 0 0,-3-1 0 15,-11-10 0-15,-7 0 0 16,-4-9 0-16,-8-5 0 15,-9 1 0-15,-11 3 0 16,-8 2 0-16,1 7 0 0,-3 5 0 16,-4 8 0-16,6 17 0 15,4 3-84-15,6 6-4 16</inkml:trace>
  <inkml:trace contextRef="#ctx0" brushRef="#br2" timeOffset="207448.73">18061 10543 308 0,'0'0'7'0,"0"0"5"15,3-11 2-15,-3 11 3 16,6-14 3-16,-1 4 1 16,-5 1 0-16,0-2 1 15,0 1-6-15,0 10-5 16,-11-15-2-16,-1 10-4 0,-2 3-1 15,-2 2-2-15,2 0-1 16,-4 2 0-16,1 6-1 16,2 0 0-16,3-1 0 0,2 3 0 15,4-2 0-15,6 4 0 16,3 2 1-16,12 1 0 16,8 1 1-16,4 0-1 15,6 2 1-15,4-1-1 0,0 1 0 16,2 0 0-16,-2-4 0 15,-1 1-1-15,-6 0 1 16,-9-1-1-16,-3-2 1 0,-3 1-1 16,-7-2 1-1,-3-2 0-15,-5 3 1 0,-3-4-1 16,-5 2 1-16,-6-3-2 16,-4-1 0-16,-4-2 0 0,-5 2 0 15,-3-6 0-15,-2 0 0 16,-3 0 0-16,3-6 0 15,0 2 0-15,2-7 0 16,7 7 0-16,3-6-14 16,5 2-21-16,15 8-49 0,-2-18-2 15</inkml:trace>
  <inkml:trace contextRef="#ctx0" brushRef="#br2" timeOffset="208032.08">18495 10546 413 0,'0'0'5'0,"0"0"3"15,0 0 1-15,3-11 3 0,-3 11-1 16,0 0 1-16,0-10 0 15,0 10 0-15,-13 0-5 16,1 0-2-16,-4 10-3 16,4 5-2-16,-2 5 0 0,-2 0 0 15,4 5-1-15,4-1 1 16,3 4-1-16,5-3 1 16,5-4 0-16,8-1 0 15,6-2 1-15,4-8-1 0,4-3 1 16,1-4 2-16,4-3-3 15,-2-7 0-15,-4-6 0 16,0-1 0-16,-4-10 0 16,-7-2 0-16,0-2 0 15,-7-2 0-15,-8-2 0 0,0 3 0 16,-13-4 0-16,-4 9 0 16,-8 1 0-16,-2 6 0 15,-5 2 0-15,-3 10 0 16,0 3 0-16,5 2 0 0,1 5 0 15,3 4 0-15,9 6 0 16,6 3 0-16,7-1 0 16,4 2 0-16,10 5 0 0,8-2 0 15,3-5 0-15,9-3 0 16,2-1 0-16,4-3 0 16,4 1 0-16,-6-7 0 15,1-4 0-15,-5 2 0 0,-3-2-5 16,-2 0-18-16,-8 0-60 15,-4-2-3-15</inkml:trace>
  <inkml:trace contextRef="#ctx0" brushRef="#br2" timeOffset="208441.27">18969 10590 461 0,'0'0'5'0,"0"0"2"0,0 0 2 15,10-8 0-15,-10 8 0 16,0 0 0-16,0 0-7 0,0 0-2 16,0 0 0-16,6 18 0 15,-6 0 0-15,2 3 0 16,-2 4 0-16,3 3 0 0,-1 1 0 15,3-4 0-15,-3 0 0 16,3-6 0-16,0-2 0 16,-3-4 0-16,4-2 0 15,-6-11 0-15,0 12 0 0,0-12 0 16,0 0 0-16,0 0 0 16,0 0 0-16,0 0 0 15,0 0 0-15,0 0 0 0,0 0 0 16,7-6 0-16,-7 6 0 15,0 0 0-15,0-9 0 16,0 9 0-16,0 0 0 16,0 0 0-16,0 0-65 15,0 0-26-15</inkml:trace>
  <inkml:trace contextRef="#ctx0" brushRef="#br2" timeOffset="209365.33">18137 11983 446 0,'0'0'5'0,"0"0"1"15,2-13 2-15,-2 13 1 0,-2-12 2 16,2 12-1-16,-18-18 1 16,4 11-6-16,-6 2-5 15,-2 5 0-15,-6 0 0 16,1 7 0-16,-5 8 0 0,2 7 0 16,0 6 0-16,3-2 0 15,4 7 0-15,9-3 0 16,3 4 0-16,11-6 0 15,6-1 0-15,8-8 0 0,11-1 0 16,7-3 0-16,10-8 0 16,4 1 0-16,3-6 0 15,-4-2 0-15,4 0 0 0,-6-2 0 16,-8-3 0-16,-3 2 0 16,-12-4-35-16,-6-1-52 15,-4-2-2-15</inkml:trace>
  <inkml:trace contextRef="#ctx0" brushRef="#br2" timeOffset="209881.04">18487 11955 460 0,'0'0'5'0,"0"0"3"0,0-12 2 15,0 12 1-15,0-10 0 16,0 10-5-16,-12-5-6 15,2 5 0-15,0 5 0 16,-5 9 0-16,0 5 0 0,-2 6 0 16,4 3 0-16,-1 2 0 15,2-1 0-15,3 4 0 16,7-5 0-16,2-2 0 0,5-2 0 16,5-8 0-16,5-3 0 15,3-3 0-15,-2-8 0 16,7-2 0-16,0 0 0 15,-2-8 0-15,-3-4 0 0,2-5 0 16,-8-5 0-16,-2-6 0 16,-6-4 0-16,-4-2 0 15,-4-2 0-15,-4 3 0 16,-6 1 0-16,-3 3 0 0,0 7 0 16,-6 5 0-16,3 6 0 15,-3 10 0-15,4 1 0 16,1 1 0-16,1 10 0 15,4 6 0-15,6 1 0 16,2 4 0-16,5 3 0 16,5-1 0-16,7-1 0 0,5 4 0 15,7-7 0-15,1-1 0 16,1-4 0-16,4-5 0 0,2 1 0 16,-4-7 0-16,6 0 0 15,-9 10-71-15,0-14-18 16</inkml:trace>
  <inkml:trace contextRef="#ctx0" brushRef="#br2" timeOffset="210198.54">19019 12001 506 0,'0'0'3'0,"0"0"-1"15,0 0-2-15,0 0 0 16,5 8 0-16,-5 2 0 0,0 0 0 16,0 10 0-16,0 0 0 15,-5 2 0-15,3 5 0 16,-4 1 0-16,4 1 0 0,2-4 0 16,-3 0 0-16,3-5 0 15,0 0 0-15,0-3 0 16,0-8 0-16,3 4 0 0,-3-13 0 15,2 12 0-15,-2-12 0 16,0 0 0-16,0 0 0 16,11 3-20-16,-2-6-67 15,-6-4-2-15</inkml:trace>
  <inkml:trace contextRef="#ctx0" brushRef="#br2" timeOffset="211798.54">18254 13246 438 0,'0'0'4'0,"0"0"3"15,0 0 1-15,0 0 2 16,7-13 0-16,-7 13 1 0,0 0-1 16,0 0 0-16,-9 0-7 15,-4 6-3-15,1 8 0 16,-4 4 0-16,2 6 0 0,-2 3 0 16,6 3 0-16,3 0 0 15,7 2 0-15,3-5 0 16,9-2 0-16,8-5 0 15,4-5 0-15,7-5 0 0,-1-7 0 16,2-3 0-16,0 0 0 16,-2-9 0-16,0-5 0 15,-5-6 0-15,-8-3 0 16,-4-3 0-16,-3-7 0 0,-10-2 0 16,-3 1 0-16,-10-1 0 15,-6 5 0-15,-6 5 0 16,-6 9 0-16,-3 10 0 15,-3 6 0-15,3 10 0 16,-4 2-11-16,8 13-76 0,11 3-1 16</inkml:trace>
  <inkml:trace contextRef="#ctx0" brushRef="#br2" timeOffset="213531.73">20324 10401 387 0,'0'0'5'0,"0"-9"4"16,0 9 2-16,0-16 1 16,0 8 2-16,-3-3 0 15,-2 1 0-15,-2 0 1 16,-6 5-5-16,1 5-4 15,-3 11-2-15,-2 8-1 0,-3 3-1 16,2 11-1-16,3 1-1 16,3 6 1-16,4 0 0 15,8-1-1-15,3-4 0 16,12-3 0-16,8-5 0 0,4-7 2 16,5-5-2-16,3-8 0 15,2-7 0-15,0-5 0 16,0-7 0-16,-5-10 0 0,-4-6 0 15,-8-6 0-15,-6-3 0 16,-8-7 0-16,-6 3 0 16,-8-4 0-16,-6 4 0 15,-8 6 0-15,-4 7 0 0,-4 6 0 16,-2 13 0-16,0 6 0 16,-1 3 0-16,4 20 0 15,1 0 0-15,11 15-21 16,17 2-64-16,-7 5-2 0</inkml:trace>
  <inkml:trace contextRef="#ctx0" brushRef="#br2" timeOffset="214231.89">20227 11950 428 0,'0'0'5'0,"0"0"0"15,-3-13 2-15,3 13 1 16,-10-9 0-16,0 3 0 0,-2 4 1 16,-6 2 1-16,2 2-5 15,-10 11-1-15,6 5-1 16,-5 5-1-16,8 9 0 15,0-1-1-15,7 7 0 16,8-4-1-16,4-2 1 0,12-3-1 16,10-4 1-16,12-4-1 15,5-9 1-15,3-7-1 16,1-5 2-16,4 0-2 0,-6-13 0 16,-4-4 0-16,-6-5 0 15,-8-8 0-15,-11-5 0 16,-7-2 0-16,-7-3 0 15,-16 0 0-15,-5 5 0 0,-9 2 0 16,-4 8 0-16,-6 7 0 16,1 9 0-16,-2 9 0 15,2 8 0-15,4 3 0 16,8 14-13-16,2 8-70 0,10-4-3 16</inkml:trace>
  <inkml:trace contextRef="#ctx0" brushRef="#br2" timeOffset="-214582.09">20266 13000 453 0,'0'0'4'0,"0"0"2"16,0 0 2-16,0-10 1 15,0 10 0-15,0 0 0 16,0 0 1-16,0 0-7 16,-2 7-3-16,-3 6 0 0,3 7 0 15,-3 5 0-15,0 4 0 16,-2 6 0-16,6 3 0 15,-2 1 0-15,3-5 0 16,0 7 0-16,0-10 0 0,0 0 0 16,0-6 0-16,0-8 0 15,0-3 0-15,0-4 0 16,0-10 0-16,0 10 0 0,0-10 0 16,0 0 0-16,0 0 0 15,0 0 0-15,0 0 0 16,0 0 0-16,0 0 0 0,3-5 0 15,-3 5-55-15,8-10-32 16,-8 10-2-16</inkml:trace>
  <inkml:trace contextRef="#ctx0" brushRef="#br2" timeOffset="-205513.08">16341 14945 363 0,'0'0'9'0,"0"0"2"16,0 0 3-16,0-10 2 16,0 10 1-16,0-13 1 15,0 13 1-15,0-12 0 16,0 12-7-16,0 0-3 0,-13-6-5 16,3 10-4-16,-2 8 0 15,-1 3 0-15,-1 8 0 16,1 3 0-16,1 4 0 0,5 5 0 15,1-3 0-15,6 0 0 16,10 1 0-16,5-8 0 16,7-3 0-16,6-5 0 15,2-2 0-15,4-7 0 0,6-6 0 16,-6-4 0-16,7-6 0 16,-4-9 0-16,-2-4 0 15,-3-4 0-15,-5-6 0 16,-2-4 0-16,-8-2 0 0,-6 0 0 15,-11-1 0-15,-5 6 0 16,-15 0 0-16,-8 8 0 16,1 7 0-16,-5 4 0 15,-3 5 0-15,5 8 0 0,3 0 0 16,4 13 0-16,6-1-26 16,10 2-60-16,7 2-4 15</inkml:trace>
  <inkml:trace contextRef="#ctx0" brushRef="#br2" timeOffset="-204831.12">18047 14856 469 0,'0'0'3'0,"0"0"1"16,0 0-1-16,-7-10 1 15,7 10-1-15,-20-3 1 16,8 3 0-16,-3 5 0 0,-5 8-4 16,5 2 1-16,-2 5-2 15,2 2 1-15,7 3 0 16,8-2 0-16,0 2 0 16,10-2 0-16,13-3 0 0,2-5 1 15,7-5 1-15,7-3 1 16,1-7 1-16,3 0-1 15,-2-12-3-15,-1-3 0 16,-4-8 0-16,-6-2 0 0,-11-4 0 16,-8-6 0-16,-4 1 0 15,-12-1 0-15,-8 0 0 16,-4 3 0-16,-13 3 0 16,-4 8 0-16,-5 7 0 0,0 6 0 15,2 8 0-15,1 5 0 16,5 12 0-16,4 8-45 15,11 0-42-15,8 0-4 16</inkml:trace>
  <inkml:trace contextRef="#ctx0" brushRef="#br2" timeOffset="-203988.16">20075 14662 377 0,'0'0'8'0,"0"0"1"0,0 0 3 0,0-10 2 15,0 10 2-15,0-9 1 16,0 9 0-16,-5-13 1 16,5 13-6-16,-17-5-4 15,5 5-5-15,-4 5-3 16,-3 8 0-16,1 2 0 0,-1 10 0 15,3-6 0-15,2 8 0 16,6 3 0-16,5-3 0 16,3-2 0-16,16-5 0 15,5 0 0-15,4-5 0 0,5-5 0 16,5-6 0-16,-3-1 0 16,6-3 0-16,-3-7 0 15,-3-8 0-15,-4-5 0 16,-8-3 0-16,1-6 0 0,-5-6 0 15,-9-4 0-15,-7-6 0 16,0 0 0-16,-13 1 0 16,-9 4 0-16,-5 6 0 0,-8 11 0 15,-10 8 0-15,-4 15 0 16,-6 10 0-16,3 13 0 16,-6 9-30-16,21 5-56 15,5 7-5-15</inkml:trace>
  <inkml:trace contextRef="#ctx0" brushRef="#br2" timeOffset="-202428.85">23579 14422 416 0,'0'0'6'0,"0"0"2"16,0 0 2-16,0 0 0 15,0 0 1-15,0 0 1 16,0 0 2-16,-3 8 0 15,1 11-4-15,-4 4-10 16,1 7 0-16,5 4 0 0,-2 6 0 16,0 2 0-16,2-2 0 15,2 1 0-15,0-3 0 16,7-6 0-16,-5-5 0 0,-1-5 0 16,-3-4 0-16,2-6 0 15,1-2 0-15,-3-10 0 16,0 0 0-16,0 0 0 15,-5-12 0-15,2-5 0 0,-1-6 0 16,0-11 0-16,-1-1 0 16,3-7 0-16,0-1 0 15,-1-4 0-15,1 6 0 16,2 4 0-16,0 4 0 16,0 8 0-16,0 5 0 0,0 8 0 15,0 12 0-15,0 0 0 16,0 22 0-16,0 10 0 15,0 5 0-15,0 14 0 0,5 3 0 16,-3 8 0-16,5 7 0 16,-1-2-56-16,-1-5-34 15</inkml:trace>
  <inkml:trace contextRef="#ctx0" brushRef="#br2" timeOffset="-198148.22">21340 10119 352 0,'0'0'3'16,"0"0"1"-16,-3-10 0 0,3 10 2 16,-9-9-1-16,-4 6 1 15,-2-4 2-15,-5-1-1 16,-5 5-3-16,-5 0-1 15,-2 2 0-15,-3 1 0 0,-2 0-1 16,-2 4-1-16,-2 4 0 16,4-1-1-16,3 3-1 15,6 0 0-15,1 0 0 16,8 3-1-16,1-1 0 16,8 2 0-16,5 2 0 0,2 4 0 15,3 2 1-15,3 3 0 16,2 10 1-16,2 2 1 15,-2 4 0-15,0 4 0 16,0 5 0-16,1 2 0 0,-6 4 1 16,0 1-1-16,0 0-1 15,0 4 1-15,0 2-1 16,0 2 2-16,0-1 0 0,0 6 0 16,0-4 1-16,-6 4-1 15,3-1 0-15,-2 0 1 16,3-3-1-16,-3-2 0 15,0 1-2-15,1-5 0 0,-2-2 0 16,3 1 0-16,-4-3 0 16,2 2 0-16,-2-8 0 15,2 2 0-15,-5-5 0 16,5-2 1-16,-2-4 1 16,2-3-1-16,-2-1 2 0,6-3-1 15,-2 2 1-15,3-4 1 16,0 0-1-16,0 0 0 15,0-1 1-15,0 2-1 16,4 0 0-16,-4 1 0 0,5-2-1 16,-3-2 0-16,0 0 0 15,1-3 1-15,-1 3-1 16,1-4 0-16,-1 5 0 0,0-4 1 16,-2 2-1-16,0 1 1 15,0 1-1-15,0 1 0 16,0 0 0-16,0-2 0 0,0 2 0 15,-2 0-1-15,0-5 1 16,-1 2-1-16,3 1 0 16,-2 1 0-16,2-2 0 15,0 0 0-15,-3-1 0 16,3 2-1-16,0-3 0 16,0 3 0-16,0-3 1 0,-2 0-1 15,2 0 0-15,-2 2 0 16,-3-1 0-16,5-1 0 15,-1 1 0-15,-2-4 0 16,1 1 0-16,0 0 0 0,-1-5 0 16,1 2 0-16,-1 0 1 15,3 1 0-15,-4 0 0 16,1-1 1-16,-2 2 0 0,2-1-2 16,0 2 0-16,1-4 0 15,0 0 0-15,-1-2 0 16,1-2 0-16,-1 0 0 15,1-1 0-15,2 1 0 0,-2-5 0 16,-1 4 0-16,3-4 0 16,0 1 0-16,-2-5 0 15,2 3 0-15,0-1 0 16,0-1 0-16,-3 4 0 16,3-6 0-16,0 4 0 0,-2-1 0 15,2-4 0-15,-3 4 0 16,3-10 0-16,-3 15 0 15,3-15 0-15,-2 15 0 16,2-15 0-16,-3 8 0 0,3-8 0 16,0 10 0-16,0-10 0 15,-4 15 0-15,4-15 0 16,-3 14 0-16,0-1 0 0,1-3 0 16,2 0 0-16,-2 2 0 15,0 0 0-15,-1 1 0 16,0-1 0-16,0 3 0 0,1-1 0 15,0 3 0-15,-1-6 0 16,1-1 0-16,-1 2 0 16,3-1 0-16,-2-4 0 15,2-7 0-15,-2 12 0 16,2-12 0-16,-3 13 0 16,3-13 0-16,0 9 0 0,0-9 0 15,0 10 0-15,0-10 0 16,-2 13 0-16,2-13 0 15,-3 17 0-15,-2-9 0 0,2 2 0 16,3-1 0-16,-5 2 0 16,3-2 0-16,2-9 0 15,-5 12 0-15,5-12 0 16,0 0 0-16,-5 10 0 0,5-10 0 16,0 0 0-16,0 0 0 15,-2 10 0-15,2-10 0 16,0 0 0-16,-5 10 0 15,5-10 0-15,0 0 0 0,0 0 0 16,-3 11 0-16,3-11 0 16,0 0 0-16,0 0 0 15,10 0 0-15,-5 0 0 16,7 0 0-16,6-6 0 16,2 4 0-16,2-3 0 0,5 0 0 15,1 0 0-15,2 3 0 16,-1 2 0-16,1-3 0 15,-5 3 0-15,0 3 0 0,-8 1 0 16,-1 1 0-16,-7 0 0 16,-9-5 0-16,12 11 0 15,-12-11 0-15,0 9 0 16,0-9-8-16,-2-9-76 0,2 9-3 16</inkml:trace>
  <inkml:trace contextRef="#ctx0" brushRef="#br2" timeOffset="-195847.97">24155 10047 201 0,'0'0'3'15,"0"0"4"-15,0 0 4 16,0 0 5-16,0 0 2 16,10 0 3-16,0 0 1 15,5 0 1-15,4-2-2 0,7 0-3 16,6-1-1-16,5-2-3 15,1 0-3-15,-1 3-3 16,0-6-1-16,0 6-1 0,-5-4-1 16,-2 0-1-16,-7 3-1 15,-3 0-1-15,-3-1 0 16,-5 1 0-16,-1 3-1 16,-11 0 0-16,7 0-1 0,-7 0 0 15,0 0 0-15,5 7 0 16,-3 5 0-16,-2 4 0 15,2 3-1-15,1 6 2 16,0 4-1-16,0 7 0 0,4 1 1 16,-2 5-1-16,-3 3 1 15,3 4 0-15,3-2 0 16,-3 5-1-16,0 1 1 16,-1-2 0-16,-4 4 0 15,3-1-1-15,-3 3 0 0,0 1 1 16,-7 1 0-16,4 0 0 15,-2 0 2-15,0 3 0 16,5-2 1-16,-5-1 0 16,5 1 0-16,-3-1 1 0,3-4-1 15,0-2 0-15,0 0-2 16,-2 2 0-16,2-6-1 16,0 3-1-16,0-5 0 0,0 0 1 15,0-2-1-15,0 0 0 16,0-1-1-16,5-2 1 15,-5-2 0-15,5 0 1 0,-2-1-1 16,-1 1 1-16,1 0-1 16,-1-1 1-16,3 0 0 15,-3 1-1-15,3 0 1 16,-2-3-1-16,-1 3 0 0,-2-3 0 16,5 3 0-16,-5-3 0 15,3 0 0-15,-3-1 0 16,3 2 0-16,-1-1 0 15,0 0 0-15,1 1-1 16,-3 1 1-16,5-2 0 0,-5-2 0 16,4 3 0-16,-1-1 0 15,-3-4 1-15,1 3-1 16,3-4 1-16,-4 3-1 16,3-3 0-16,0-2 0 15,-3 3 1-15,0-2-1 0,2-1 0 16,-2 0-1-16,0-1 1 15,0 3 0-15,0-7 0 16,0 5 0-16,0-3-1 0,0-3 1 16,0 1 0-16,0-4 0 15,0 4 0-15,0-3-1 16,2 0 1-16,1-2 0 16,-3-3 0-16,0 3 0 0,2-3 0 15,1 0 1-15,-1 1-1 16,-2 0 1-16,2-4 0 15,1 1 0-15,2 0-1 16,-5 2 1-16,2-2 0 0,1-3-1 16,0 4 1-16,2-1-1 15,-5-1 1-15,4-2-1 16,-1 1 0-16,-1 2 1 16,1-5-1-16,-1 0 0 0,3 2 1 15,-2-3-1-15,2 2 0 16,-3 2 0-16,0-4 1 15,1 1-1-15,2 2 1 0,0 1-1 16,-3-4 0-16,4 0 1 16,-1-1-1-16,-5-8 0 15,5 17 0-15,-5-17 1 16,2 11-1-16,-2-11 0 16,7 12 0-16,-7-12 0 0,3 13 0 15,-3-13 1-15,2 12-1 16,-2-12 0-16,5 10 0 15,-5-10 0-15,3 11 0 16,-3-11 0-16,0 8 0 0,0-8 2 16,3 11-2-16,-3-11 0 15,0 10 0-15,0-10 0 16,2 7 0-16,-2-7 0 16,5 8 0-16,-5-8 0 0,0 10 0 15,0-10 0-15,0 0 0 16,0 12 0-16,0-12 0 15,0 0 0-15,0 0 0 16,0 0 0-16,0 0 0 0,2 8 0 16,-2-8 0-16,0 0 0 15,0 0 0-15,0 0 0 16,0 0 0-16,0 0 0 16,0 0 0-16,0 0 0 15,0 0 0-15,0 9 0 0,0-9 0 16,0 0 0-16,0 0 0 15,0 0 0-15,0 0 0 16,0 0 0-16,0 0 0 16,-9 11 0-16,-4-4 0 0,1-5 0 15,-11 8 0-15,3-3 0 16,-4 4 0-16,-6-4 0 16,5 3 0-16,-5-2 0 0,7-4 0 15,4 6 0-15,-1-10-25 16,2 0-60-16,18 0-3 15</inkml:trace>
  <inkml:trace contextRef="#ctx0" brushRef="#br3" timeOffset="-188548.6">9568 10664 317 0,'0'0'6'16,"0"0"2"-16,0-13 1 0,0 13 4 16,0-14 2-16,-5 2 2 15,-1 2-1-15,-1 0 0 16,-5 0-5-16,-6 5-1 0,-1 2-5 16,-6 3-1-16,-5 6-3 15,0 1-1-15,-5 5-1 16,1-2 1-16,1 5-1 0,3-3 1 15,3 6-1-15,4-1 0 16,6 0 0-16,0 3 0 16,4 2 0-16,1 1 1 15,4 4-1-15,4 4 0 16,1-5 0-16,3 4 1 0,0 4 0 16,4 1 1-16,7 3 1 15,-2-1 0-15,2 4 0 16,-4 4 1-16,0 2-1 15,-2 5 1-15,-2 1 0 16,-3 3-2-16,0 1 1 0,0 5-2 16,0 2 0-16,0-1 0 15,0-2 0-15,-3 4 0 16,1-4 0-16,-1 7 0 0,1-6 0 16,-3 2 1-16,0 0 0 15,1 1 0-15,-2 0-1 16,3-7 0-16,1 4 0 15,2-5 0-15,0 3 0 0,0-5 0 16,2 1 0-16,4-2-1 16,-1-1 1-16,-3-1 0 15,3-1 0-15,0-1 1 16,2 0-1-16,-4 0 0 0,2-3 0 16,0 0 1-16,0-2-1 15,-3-3 0-15,3-1 0 16,0 2 0-16,-4-2 0 15,6 0 0-15,-7-2 0 16,3 0-1-16,-1 1 1 0,-2-2 0 16,2-4-1-16,1 4 1 15,-1-7 0-15,1 5-1 16,-1-7 1-16,-2 3 1 0,0-5-1 16,2 4 0-16,-2-5 0 15,0 2 1-15,0-1 0 16,0-2 0-16,0 2 0 0,0-2 0 15,-2 2 0-15,0 1 0 16,-1 1 0-16,3-2 0 16,-5 4 0-16,3-7 0 15,0 3 0-15,-1-2 0 16,0 2 0-16,-1-5-1 16,3 0 1-16,-1 3-2 0,-1-3 1 15,1 1-1-15,-1-1 0 16,1 3 1-16,2-3-1 15,-2 0 0-15,-1-2 0 0,3 0 1 16,0 1 1-16,-2-5-1 16,2 2 0-16,-6-1 1 15,6-2-1-15,-2 2 1 16,-3 0-1-16,0-1 1 0,3-4-1 16,-1 3 0-16,-2-5 1 15,3 0-1-15,2-10 0 16,-2 12 0-16,2-12 0 15,0 0 1-15,-3 10-1 0,3-10 0 16,0 0 1-16,0 0-1 16,0 0 0-16,0 0 0 15,0 0 0-15,0 0 0 16,0 0 0-16,0 0 0 16,0 0-1-16,0 0 1 0,0 10-1 15,0-10 2-15,0 0 0 16,5 2 0-16,-5-2 1 15,19 3-1-15,-6-3 2 16,5 0-1-16,6 0 1 0,6-3-1 16,2 1 1-16,5-4 0 15,-1 4 0-15,3 0 0 16,-2-1 0-16,-2 2 0 0,-5 1-1 16,-5 0-2-16,-5 0 0 15,-3 0 0-15,-7 0 0 16,-10 0 0-16,10 0 0 15,-10 0 0-15,0 0 0 0,0 8 0 16,0-8 0-16,-13 11 0 16,1-9 0-16,12-2-10 15,-18 12-75-15,11-12-2 16</inkml:trace>
  <inkml:trace contextRef="#ctx0" brushRef="#br3" timeOffset="-185898.65">11219 10761 203 0,'0'0'2'0,"0"0"6"16,0 0 6-16,8 0 2 15,2 0 3-15,-3 3 0 0,11-3 1 16,-4 4 2-16,4-4-2 16,7 3-4-16,-1 0-2 15,6-3-3-15,0 2-3 16,0 0 0-16,0 1-2 16,4-3 0-16,-4 2-1 0,3-2-1 15,-6 3-1-15,0 0-1 16,-4-2 0-16,-5 2-1 15,-4-3 0-15,-2 3 0 16,-1 0-1-16,-11-3 1 0,12 4 1 16,-12-4 0-16,0 0 2 15,0 0 1-15,0 0 0 16,0 0 1-16,0 0-1 0,0 0 0 16,0 0-1-16,0 0-1 15,0 0-2-15,0 0-1 16,0 11-1-16,0-11-1 15,-5 17 1-15,0-5-1 0,0 7 1 16,1 3 1-16,-2 6 0 16,1 4 1-16,0 2 1 15,1 4 0-15,1 7 0 16,-2-3 0-16,3 5 1 0,-2-3-1 16,2 1 1-16,0 3-2 15,-1-4 0-15,3 0 0 16,-2 1 0-16,2-3 1 15,0 3-2-15,0-6 1 16,0-2-1-16,2 1 1 0,-2-4-1 16,3 1 0-16,-1-3 0 15,-2-3 0-15,0 4 0 16,0-3 1-16,0-1-1 0,0 4 0 16,0-1 0-16,0-3 0 15,0 0 0-15,0 5 0 16,0-5 1-16,0 4-2 0,0-1 1 15,0 0 0-15,0 0 0 16,0-1 0-16,0 0 0 16,2-4 0-16,2 1-1 15,-2 1 1-15,-2-1 0 16,5-1 0-16,-5-3-1 16,5 4 1-16,-3-3 0 0,3-1 0 15,-2 1 0-15,-1-2 0 16,0 3 0-16,2-3 0 15,-2-1 0-15,-2 2 0 16,2 0 0-16,-2-3 0 0,0 4 1 16,0-1-1-16,0 0 0 15,0-2 0-15,3 0 1 16,-3 0-1-16,0 0 2 0,0 3-1 16,2-2 0-16,-2-3 0 15,0 5 0-15,0-4 0 16,0 4 0-16,3-5 0 0,-1 5-1 15,-2-3 1-15,0 3-1 16,0-3 0-16,0 6 0 16,3-4 0-16,-3 1 0 15,2 2 0-15,-2 1 0 16,0-1 0-16,2 3 0 16,1-1 0-16,-1-1 1 0,-2 1-1 15,3-1 0-15,-3-2 0 16,3 5 0-16,-3-5 0 15,2 2 1-15,-2 1-1 16,0-1 0-16,0-1 0 0,0 6 1 16,-2-7 0-16,-1-1-1 15,0 8 2-15,1-7 0 16,-1 4-2-16,1 1 0 0,-3-2 0 16,5-1 0-16,-5 3 0 15,3 0 0-15,-3-2 0 16,3-2 0-16,-4 3 0 15,4-3 0-15,-1 0 0 0,-2 3 0 16,3-5 0-16,0 2 0 16,2-2 0-16,-3 0 0 15,3-1 0-15,0 1 0 16,0-2 0-16,0 2 0 0,0-4 0 16,0-1 0-16,0 3 0 15,3-3 0-15,-1-3 0 16,0-2 0-16,1 2 0 15,-3-5 0-15,2 1 0 16,1-1 0-16,-1-1 0 0,-2-3 0 16,0-8 0-16,2 18 0 15,-2-11 0-15,0-7 0 16,4 16 0-16,-4-16 0 0,0 9 0 16,0-9 0-16,0 11 0 15,0-11 0-15,0 0 0 16,0 0 0-16,0 7 0 15,0-7 0-15,0 0 0 16,0 0 0-16,0 0 0 0,0 0 0 16,0 0 0-16,0 0 0 15,0 0 0-15,0 0 0 16,0 9 0-16,0-9 0 16,-11 0 0-16,-1 3 0 0,-3 3 0 15,-7-2 0-15,-3 1 0 16,-5 2 0-16,-2-2 0 15,0 3 0-15,-1 0 0 16,4-1 0-16,4-2 0 0,4 0 0 16,7-3 0-16,3-2 0 15,11 0 0-15,0 0-10 16,16-2-77-16,-7-8-3 0</inkml:trace>
  <inkml:trace contextRef="#ctx0" brushRef="#br3" timeOffset="-184581.33">11274 11897 225 0,'0'0'6'0,"11"-1"2"16,1-5 0-16,0 2 3 0,10-6 3 16,3-2 1-16,8-6 3 15,6 0 2-15,6-7-4 16,9-2-1-16,6-5 1 0,10-3-1 16,7-4-4-16,5 0-2 15,8-3-2-15,-1-3-2 16,8 0-2-16,-3 0-2 15,3 3 0-15,-7 2-1 16,-1 1 0-16,-4 2 0 0,-6 5 0 16,-4 2 0-16,-13 5-1 15,-8 3 1-15,-14 7 1 16,-5 2 1-16,-13 5 0 16,-7 4 0-16,-15 4-3 0,0 0-1 15,0 0 1-15,0 0-3 16,-5 8-6-16,-2-4-19 15,-6 5-47-15,1-1-1 16</inkml:trace>
  <inkml:trace contextRef="#ctx0" brushRef="#br3" timeOffset="-183664.82">11352 11705 330 0,'0'0'6'0,"0"0"2"0,4-8 4 16,-4 8 3-16,12-4 1 0,-12 4-1 15,13-8 1-15,-13 8 0 16,0 0-6-16,8 0-3 15,-8 10-2-15,0 3-2 16,-3 1-2-16,-2 7 0 16,-3 0-1-16,-1 2 1 0,-3 4 0 15,-1-2 0-15,-2-3-1 16,2-2 1-16,-4-4-1 16,2 1 0-16,3-6 1 15,-4-3-1-15,7-4 1 0,9-4-1 16,-12 6 0-16,12-6-1 15,0 0 1-15,0 0 0 0,0 0 0 16,0 0 0-16,14-6 0 16,2 2 2-16,3 1 0 15,6-5 0-15,0 4 0 16,5 0 0-16,0-2-1 16,0 4 1-16,-3-1-1 0,0 3 0 15,-5 0-1-15,-2 0 1 16,-2 0-1-16,-6 0 1 15,-5 0-1-15,-7 0 0 16,13 5-2-16,-13-5-3 0,0 0-7 16,0 0-11-16,0 0-56 15,0 10-1-15</inkml:trace>
  <inkml:trace contextRef="#ctx0" brushRef="#br3" timeOffset="-182931.2">13118 10855 303 0,'0'0'8'0,"0"0"5"0,2-15 4 16,-2 15 3-16,5-15 3 16,-5 15 0-16,8-15 1 0,-8 15 0 15,5-10-7-15,-5 10-6 16,0 0-3-16,0 15-3 16,-5 2-2-16,-1 8-2 15,2 5-1-15,-1 5 2 0,0 5 0 16,0-1 1-16,5 1-2 15,0-6 2-15,0 1-3 16,5 0 0-16,2-11 0 16,0 1 0-16,4-5 0 0,-4-5 0 15,5-2 0-15,-1-4 0 16,3-4 0-16,-1-2 0 16,4-3 0-16,3 0 0 15,-5-6 0-15,5 2 0 0,-5-6 0 16,5 3 0-16,-8-1 0 15,1 1 0-15,-6-3 0 16,-7 10 0-16,5-14-15 16,-5 0-54-16,0 14-16 0</inkml:trace>
  <inkml:trace contextRef="#ctx0" brushRef="#br3" timeOffset="-182481.3">13003 11036 362 0,'0'0'7'0,"0"0"1"0,0 0 4 15,0 0 2-15,0 0 1 16,0 0 2-16,0 0 0 16,3-12 0-16,-3 12-4 15,0 0-3-15,15-10-2 0,-3 4-2 16,4 4-1-16,0-5-5 16,12 2 0-16,-3-2 0 15,2 1 0-15,3-4 0 16,-2 3 0-16,-2 0 0 0,-6 1 0 15,-4 4 0-15,-4 0 0 16,1-1 0-16,-13 3 0 16,0 0 0-16,0 0 0 15,9 0 0-15,-9 0 0 0,0 0 0 16,0 0 0-16,0 0 0 16,-2 5 0-16,2-5 0 15,-5 13 0-15,3-4 0 0,2-9 0 16,-16 21-79-16,16-10-10 15</inkml:trace>
  <inkml:trace contextRef="#ctx0" brushRef="#br3" timeOffset="-177661.84">15707 10454 267 0,'0'0'5'16,"0"0"3"-16,-5-3 0 0,5 3 1 16,-10-2 0-16,0-1 1 15,-2 1 2-15,-6-4 1 16,-1 2-3-16,-9 2-2 0,1-4-1 15,-10 1 1-15,2 1-1 16,-3-1 0-16,3-3-2 16,-2 5-1-16,3 3-2 15,4 0 0-15,5 0 0 16,0 0-2-16,10 3 0 16,0 2 0-16,1 3 0 0,14-8-1 15,-5 17 0-15,5-5 1 16,0 4 0-16,5 3 1 15,3 3 1-15,6 6 1 16,1 3-1-16,-2 4 0 0,1 5 1 16,0 5 0-16,2 4 0 15,-4 3-1-15,-2 5 1 16,-2 7 2-16,-3 3 0 0,-1 3 0 16,1 1 0-16,-1 6-1 15,0 0 1-15,-1-3-1 16,-3 4-1-16,2-2-2 0,1 1 1 15,-3-3 0-15,2 3 0 16,-2-3 1-16,2 2-1 16,1 2 0-16,2-4 1 15,-5 3 0-15,1 0 0 16,2-3-2-16,1 1 0 0,-4-4 1 16,2 1-1-16,1-1 0 15,-3-3 0-15,0-1 0 16,2-3 0-16,0 1 0 15,3-4 0-15,-2 1-1 16,-1 0 1-16,0-2-1 0,-2-1 0 16,0-2 0-16,0-2 0 15,-2 2-1-15,0-5 1 16,-3 0 0-16,2-2 0 16,1-4 1-16,0-3-1 0,-1 1 1 15,1-4 0-15,2-1 0 16,-4-1 0-16,4-6 0 15,0 0 0-15,0 0 0 0,-3-5-1 16,3 3 1-16,-1-5 0 16,1-1-1-16,0 0 1 15,-3-3-1-15,1 4 1 16,2-5-1-16,0 0 1 0,-3 0-1 16,1-1 1-16,0-1-1 15,-1-1 2-15,3 4-4 16,-2-5 1-16,2-1 1 15,-3 0-1-15,3 2 0 16,0-4 0-16,0 1 1 0,-2-2-1 16,0-1 1-16,2-1 0 15,-4 0 0-15,4 0 0 16,-2 2 1-16,2 0-1 0,-3 1 0 16,1-1 1-16,0 0-1 15,2 1 0-15,-3-3 0 16,1 0 0-16,2-10 0 15,0 10 0-15,0-10 1 0,0 0-1 16,0 0 0-16,0 0 0 16,-3 10 0-16,3-10 0 15,0 0 0-15,0 0 0 16,0 0 1-16,0 0-1 16,0 0 1-16,0 0-1 0,0 0 0 15,0 0 2-15,0 0-2 16,0 0 0-16,0 0 0 15,0 0 0-15,0 0 0 16,0 0 0-16,0 0 0 16,0 0 0-16,0 0 0 0,0 0 0 15,0 0 0-15,0 0 0 16,0 0 0-16,0 0 0 0,0 0 0 16,0 0 0-16,0 0 0 15,0 0 0-15,0 0 0 16,0 0 0-16,0 0 0 0,-9 4 0 15,9-4 0-15,0 0 0 16,0 0 0-16,-9 3 0 16,9-3 0-16,0 0 0 15,0 0 0-15,0 0 0 16,-9 7 0-16,9-7 0 16,0 0 0-16,0 0 0 0,0 0 0 15,0 0 0-15,0 0 0 16,-7 5 0-16,7-5 0 15,0 0 0-15,0 0 0 16,0 0 0-16,-11 7 0 0,11-7 0 16,0 0 0-16,0 0 0 15,0 0 0-15,0 0 0 16,0 0 0-16,0 0 0 0,0 0 0 16,0 0 0-16,0 0 0 15,0 0 0-15,0 0 0 16,8 3 0-16,4-3 0 0,6-3 0 15,4-1 0-15,5 0 0 16,5-5 0-16,9 1 0 16,-4 4 0-16,5-3 0 15,-5 4 0-15,-2-4 0 16,-2 4 0-16,-7 3 0 16,-3-2 0-16,-5 2 0 0,-9-3 0 15,-9 3 0-15,16 0 0 16,-16 0 0-16,0 0 0 15,0 0 0-15,0 0 0 16,0 0 0-16,0 0 0 0,0 0 0 16,-4 10 0-16,4-10 0 15,-9 0-44-15,9 0-45 16,-10 0-1-16</inkml:trace>
  <inkml:trace contextRef="#ctx0" brushRef="#br3" timeOffset="-174932.19">20090 10043 225 0,'0'0'5'16,"0"0"-1"-16,0 0 4 16,0 0 4-16,0 0 2 0,0 0 3 15,0 0 1-15,10-6 2 16,13 4-2-16,-4-3-2 15,11 3 0-15,2-4-3 0,4 2-4 16,6-2-1-16,0 0-3 16,-1 3 0-16,-6 0-2 15,3-1-1-15,-10 1 0 16,1 3-1-16,-9 0 1 16,-5 0-1-16,0 0 0 0,-5 0-1 15,-10 0 0-15,12 7 1 16,-12-7-1-16,7 18-1 15,-4-8 1-15,-1 2 0 16,1 3 1-16,0 5-1 0,-1 2 0 16,1 0 0-16,2 3 0 15,-3 5 1-15,3 0 0 16,-3-1-1-16,3 3 1 16,0-2 0-16,-2 3 0 0,2-4-1 15,0 1 1-15,-3-3 0 16,3 3 0-16,-3-6 0 15,2 7-1-15,-4-6 1 0,4 1-1 16,-1-1 0-16,2-3 0 16,-3 0 0-16,1 2 0 15,-1-3 0-15,3-1 0 16,-3-3 0-16,3 3 0 16,-5-3 0-16,3-2 0 0,-3 3 2 15,0 0-2-15,0-1 0 16,-3 1 0-16,1-2 0 15,-1 4 1-15,-1-4-1 16,1 5 1-16,1 0-1 0,-1-2 0 16,3-2 0-16,-2 5 2 15,0-2 0-15,2 0-1 16,-3 0 1-16,3 0 0 0,0-3-1 16,-3 5 1-16,3-7 0 15,0 3-2-15,0-3 0 16,-4 1 1-16,4 0-1 15,0-2 0-15,-1 4 1 16,-2-3-1-16,3 0 1 0,-2 1-1 16,2 2 1-16,-2 0-1 15,2-4 1-15,-3 4-1 16,3 0 1-16,0-1-1 16,-2-1 1-16,-1-1-1 0,3 3 0 15,-2-3 1-15,2-1-1 16,-2 2 0-16,2-2 1 15,0 1-1-15,0 0 0 16,0 0 0-16,0-3 0 0,0 6 1 16,0-4-1-16,0 1 0 15,0 3-1-15,0 2 1 16,0-1-1-16,0 1 0 0,0-3 0 16,0 4 0-16,0-3 0 15,0 3 0-15,2 0 1 16,-2-5 0-16,0 3 1 15,0 2-1-15,0 1 0 16,0 0 0-16,0-1 0 0,0 1 0 16,0 0 0-16,0 3 0 15,2 0 0-15,-2 0 0 16,3 0 0-16,-3 1 0 16,0 4 0-16,2-3 0 0,-2 5 1 15,0-2-1-15,0 2 0 16,0-2-1-16,-2 0 1 15,2 2 0-15,-3-2-1 16,3 2 1-16,0-5 0 0,0 3-1 16,-2 0 1-16,2-3 0 15,0 3-1-15,0-4 1 16,-2 2 0-16,-1-1-1 0,3 0 1 16,-3 3 0-16,3-5 0 15,-3 0 0-15,3 1 0 16,-2-2 0-16,2 0 0 15,0-1 0-15,0-1 1 16,-2 0 0-16,2 0 0 0,-3 3 0 16,3-2 0-16,-5-2-1 15,3 2 1-15,-3-3 0 16,3 2 0-16,-1-1-1 16,3-2 0-16,0 1 0 0,0-1 0 15,0 0 0-15,0 2 1 16,0-1-1-16,0 2 1 15,0 2-1-15,3 1 1 16,-1-2 0-16,-2 2 0 0,0 2 0 16,0 0 0-16,0 1 0 15,0-2 0-15,0 2-1 16,0-3 1-16,-2 2 0 0,-1-2 0 16,1 0 0-16,-1 0 0 15,0 0 0-15,1-3 0 16,-1 0 0-16,1 0 0 15,0 0 0-15,-1-2-1 0,3-1 1 16,-5 2-1-16,5-1 1 16,0 0 0-16,-4-3-1 15,1-3 1-15,3 4-1 16,-3-3 0-16,0-1 1 16,3-4-1-16,-2 3 0 0,-3-1 0 15,5 0 0-15,-2 1 1 16,2-3-1-16,-3-2 0 15,1 2 0-15,2-1 1 0,-2 1-1 16,2-10 0-16,-3 15 1 16,3-15-1-16,-2 14 0 15,2-14 0-15,-6 13 1 16,6-13-1-16,-3 10 0 0,3-10 0 16,-2 8 0-16,2-8 0 15,-5 10 1-15,5-10-1 16,-2 12 1-16,2-12-1 15,-5 13 1-15,5-13-1 16,-10 14 1-16,10-14 0 0,-8 15 0 16,8-15 0-16,-12 12-1 15,12-12 1-15,-7 13 0 16,7-13-1-16,-5 10 1 16,5-10-1-16,-6 9 0 0,6-9 1 15,-7 16-1-15,7-16 1 16,-7 14-1-16,7-14 1 15,-10 12 0-15,10-12 0 16,-8 15 0-16,8-15-2 0,-5 13 1 16,5-13 0-16,-7 15-1 15,7-15 1-15,-5 12-1 16,5-12 0-16,0 13 0 0,0-13 1 16,0 0 0-16,-4 12 0 15,4-12 1-15,0 0-1 16,0 10 0-16,0-10 0 15,0 0 1-15,0 0-1 16,0 10 1-16,0-10 1 0,0 0 1 16,0 0-1-16,0 0-2 15,-9 2 0-15,9-2 0 16,-19 5 0-16,1-2 0 0,-7 2 0 16,1 2 0-16,-14 1 0 15,-1-1 0-15,-6 3 0 16,0-1 0-16,3-1 0 15,2-3 0-15,5 2 0 0,8-3 0 16,10 0 0-16,-1-4-18 16,18 0-69-16,0-15-3 15</inkml:trace>
  <inkml:trace contextRef="#ctx0" brushRef="#br3" timeOffset="-173931.17">19993 9713 295 0,'0'0'6'0,"0"0"3"0,0 5 4 16,0-5 2-16,0 0 1 0,0 10 4 15,0-10 1-15,0 12 1 16,0-12-6-16,-5 10-3 16,5-10-2-16,0 0-1 0,-5 7 0 15,5-7-2-15,0 0 0 16,15-12-1-16,2-8 0 15,11-6-3-15,4-15-4 16,12-8 0-16,11-6 0 0,7-14 0 16,5 0 0-16,1-5 0 15,2 1 0-15,-6 9 0 16,-7 5 0-16,-10 9 0 16,-9 13 0-16,-11 7 0 15,-7 11 0-15,-13 6 0 0,-7 13 0 16,0 0 0-16,0 0 0 15,-12 7 0-15,-1 3 0 16,-4 5 0-16,2 5 0 0,-5-2 0 16,3-9-79-16,-3 19-9 15</inkml:trace>
  <inkml:trace contextRef="#ctx0" brushRef="#br3" timeOffset="-173447.08">19921 9493 409 0,'0'0'7'0,"0"0"2"0,0 0 1 0,0 0 2 16,0 0-1-16,0 0 0 0,0 0 0 15,0 0 1-15,0 10-7 16,0 5-2-16,-2 4-2 16,-3 1-1-16,-3 7 0 15,-2 6 1-15,3-4 0 0,-3 1-1 16,1 0 0-16,3-5 1 15,-1-9-1-15,-1 5 0 16,3-9 1-16,5-2-1 16,0-10 2-16,10 7-1 15,6-7 2-15,5-4-3 0,12-2 0 16,4-6 0-16,5-3 0 16,5 2 0-16,1-2 0 15,1 4 0-15,-4 1 0 0,-5-2 0 16,-6 3 0-16,-1 5-3 15,-11-4-16-15,-2 4-36 16,-5 1-30-16,-6 3-1 0</inkml:trace>
  <inkml:trace contextRef="#ctx0" brushRef="#br3" timeOffset="-172398.02">20239 8385 407 0,'0'0'6'0,"0"0"3"0,0 0 0 0,0 0 1 15,0 0-1-15,0 0 2 16,10 3 0-16,-10-3 2 16,5 15-7-16,-2-5-1 0,-1 7-1 15,0 3-1-15,3 4 0 16,0 6-1-16,3 3 1 16,-3-2-3-16,2 4 0 15,-2 3 0-15,0-7 0 16,3 2 0-16,-5-9 0 0,4 1 0 15,-2-5 0-15,-3-2 0 16,0-6 0-16,1-4 0 16,-3-8 0-16,0 0 0 15,0 0 0-15,0 0 0 0,0 0 0 16,-10-11 0-16,3-3 0 16,-4-9 0-16,-1-4 0 15,-2-5 0-15,3-5 0 16,2-6 0-16,-1 4 0 0,3-3 0 15,3 5 0-15,4 2 0 16,0 3 0-16,8 5 0 16,2 4 0-16,7 8 0 0,3 0 0 15,1 5 0-15,0 3 0 16,4 7 0-16,0 0 0 16,-2 6 0-16,-6 2 0 15,-2 10 0-15,-5 0 0 0,-5 2 0 16,-5 2 0-16,0 3 0 15,-12-1 0-15,-1-1 0 16,-4-1 0-16,-6-2 0 16,3-3 0-16,-2 0 0 15,2-4 0-15,3-3 0 0,4-3 0 16,4 1 0-16,9-8 0 16,0 11 0-16,0-11 0 15,14 11 0-15,4-4 0 16,4-2 0-16,2 3 0 0,-1-1 0 15,2-2 0-15,3 2 0 16,-6 4 0-16,0-4 0 16,-4 0 0-16,-4 1 0 0,2-1 0 15,-4-3 0-15,-2 5 0 16,-10-9 0-16,15 8 0 16,-15-8 0-16,0 0 0 15,9 6 0-15,-9-6 0 0,0 0 0 16,0 0 0-16,0 0 0 15,0 0 0-15,0 0 0 16,0 0 0-16,0 0 0 16,0 0 0-16,0 0 0 0,0-6 0 15,0 6 0-15,0 0 0 16,-5-17-31-16,5 17-56 16,-4-11-4-16</inkml:trace>
  <inkml:trace contextRef="#ctx0" brushRef="#br3" timeOffset="-166048.8">20505 8053 377 0,'0'0'10'0,"0"0"2"15,7-7 2-15,-7 7 2 0,10-8 1 16,-10 8 1-16,8-10 1 16,-8 10-1-16,0 0-8 15,10 0-10-15,-10 0 0 16,2 13 0-16,-2-1 0 0,5 9 0 16,-5 0 0-16,2 2 0 15,4 2 0-15,-3 0 0 16,1 0 0-16,1-7 0 0,2 3 0 15,-2-6 0 1,1-3 0-16,-4 1 0 0,-2-13-13 16,8 9-32-16,-8-9-40 15,0 0-2-15</inkml:trace>
  <inkml:trace contextRef="#ctx0" brushRef="#br3" timeOffset="-165679.81">20346 8063 399 0,'0'0'5'0,"0"0"3"15,0 0 2-15,0 0 2 16,0 0 1-16,0 0 1 15,0 0 1-15,0 0 0 16,-5-10-4-16,5 10-2 0,10-7-9 16,4 2 0-16,2-3 0 15,3 1 0-15,6-6 0 16,3 4 0-16,0-1 0 16,3 0 0-16,-3 0 0 0,-3 0 0 15,-3 0 0-15,-5 5 0 16,-4 0 0-16,-13 5 0 15,12-5 0-15,-12 5 0 0,0 0 0 16,0 0 0-16,0 5 0 16,0-5-75-16,0 17-13 15</inkml:trace>
  <inkml:trace contextRef="#ctx0" brushRef="#br3" timeOffset="-162480.12">17114 2474 379 0,'0'0'10'15,"0"0"3"-15,0 0 3 16,0-10 2-16,0 10 1 0,0 0 1 15,4-12-1-15,-4 12-2 16,0 0-17-16,3 5 0 16,-3 12 0-16,0 5 0 0,0 6 0 15,0 2 0-15,0 7 0 16,0-1 0-16,2 2 0 16,-2-1 0-16,3-7 0 15,-1-5 0-15,-2 0 0 16,0-5 0-16,0-6 0 0,0-6 0 15,0-8 0-15,0 0 0 16,0 0 0-16,-10-8 0 16,8-12 0-16,0-2 0 15,-1-10 0-15,1-6 0 0,2-6 0 16,0 3 0-16,2-4 0 16,5 8 0-16,1-1 0 15,0 9 0-15,9 1 0 16,0 16 0-16,5-1 0 0,0 9 0 15,4 4 0-15,1 0 0 16,1 7 0-16,-2 0 0 16,-3 6 0-16,-5 4 0 0,-4 3 0 15,-9 2 0-15,-5 3 0 16,-3-5 0-16,-11 0 0 16,-4 2 0-16,-3-2 0 15,-8-5 0-15,0-5 0 16,2 0 0-16,-1-6 0 0,6 2 0 15,5-5 0-15,1 2 0 16,16-3 0-16,0 0 0 16,0 15 0-16,16-10 0 15,3 2 0-15,6 6 0 0,3-1 0 16,1 1 0-16,-1 2 0 16,2-4 0-16,-5 6 0 15,-1-6 0-15,-4 2 0 16,-2-1 0-16,-1-3 0 0,-4-1 0 15,-4 0 0-15,-9-8 0 16,10 8 0-16,-10-8 0 16,0 0 0-16,0 0 0 0,0 0 0 15,0 0 0-15,0 0 0 16,0 0 0-16,-7-8 0 16,7 8 0-16,-12-12-72 15,1-1-17-15</inkml:trace>
  <inkml:trace contextRef="#ctx0" brushRef="#br3" timeOffset="-162047.71">17548 2177 405 0,'0'0'6'0,"0"0"2"0,0 0 1 15,0 0 2-15,0 0 1 16,0 0 0-16,7-10 0 0,-7 10 0 15,0 0-5-15,0 0-3 16,8 8-1-16,-6 2-1 16,-2 1-1-16,4 6 2 15,0 7 1 1,-1 3-4-16,2 0 0 16,-3-2 0-16,3 3 0 15,-3-6 0-15,1-3 0 16,-1-2 0-16,1-4 0 15,-3-13 0-15,0 15 0 16,0-15 0-16,0 0 0 0,0 0 0 16,0 0 0-16,0 0-13 15,-8-3-73-15,6-9-1 0</inkml:trace>
  <inkml:trace contextRef="#ctx0" brushRef="#br3" timeOffset="-161731.12">17332 2148 403 0,'0'0'6'0,"0"0"2"0,5 0 2 15,-5 0 1-15,15-8 2 16,-3 3 0-16,9 0 0 15,-2-2 0-15,6 3-4 0,5-2-4 16,-3-2-1-16,5 4-1 16,-4-2-3-16,-1 2 0 15,-5 4 0-15,1-3 0 16,-8 3 0-16,-1 0 0 0,-4 0 0 16,-3 0 0-16,-7 0-5 15,16 6-11-15,-16-6-23 16,4 14-47-16,-1-2 0 15</inkml:trace>
  <inkml:trace contextRef="#ctx0" brushRef="#br3" timeOffset="-161398.16">17866 2717 511 0,'0'0'0'0,"0"0"0"15,0-10 0-15,0 10 0 16,-2-15 0-16,2 15 0 15,0-17 0-15,0 17 0 16,0-15 0-16,0 15 0 0,0-8 0 16,0 8 0-16,0 0 0 15,0-8 0-15,0 8-68 16,0 0-23-16</inkml:trace>
  <inkml:trace contextRef="#ctx0" brushRef="#br3" timeOffset="-160798.65">18326 2229 398 0,'0'0'7'16,"0"0"3"-16,0 0 3 0,0 0 0 15,0 0 1-15,0 0 0 16,0 0 0-16,0 0 1 15,0 0-7-15,7 13-3 16,-7 4-5-16,0 7 0 16,-5 4 0-16,3 9 0 15,-8 0 0-15,3 10 0 16,-1 3 0-16,0 0 0 16,4-8 0-16,-1 3 0 15,5-6 0-15,0-5 0 0,7-1 0 16,5-12 0-16,1 2 0 15,6-8 0-15,-1-3 0 16,7-6 0-16,-5-1 0 0,4-5 0 16,2 0 0-16,-4-3 0 15,-3-2 0-15,-1 0 0 16,-2-5 0-16,-7 5 0 16,0-5 0-16,-9 10 0 0,8-15 0 15,-8 15 0-15,4-15 0 16,-4 15 0-16,0-10 0 15,0 10 0-15,0 0 0 16,-14-8 0-16,14 8 0 0,-12-1 0 16,12 1-86-16,-13-5-4 15</inkml:trace>
  <inkml:trace contextRef="#ctx0" brushRef="#br3" timeOffset="-160364.77">18181 2504 464 0,'0'0'5'0,"0"0"3"0,0 0 1 0,6-10 2 0,-6 10 0 0,12-10-8 15,-2 5-3-15,4 0 0 16,7 2 0-16,1-4 0 16,3 3 0-16,5 1 0 0,2 0 0 15,0-5 0-15,5 7 0 16,-2-2 0-16,1-1 0 16,-4 1 0-16,-8-2 0 15,-1 2 0-15,-5 1 0 0,-6 0 0 16,-12 2 0-16,13-6 0 15,-13 6 0-15,0 0 0 16,0 0 0-16,0 0 0 16,-9-4 0-16,9 4 0 15,-13 0 0-15,13 0 0 0,-14 4 0 16,14-4 0-16,-12 10 0 16,2-7 0-16,10-3-20 15,-8 15-69-15,8-15-4 16</inkml:trace>
  <inkml:trace contextRef="#ctx0" brushRef="#br3" timeOffset="-159547.87">16192 2807 351 0,'0'0'9'0,"0"0"5"0,-8-5 3 0,8 5 2 15,-15-3 1-15,5 0 1 16,1 3 1-16,-2-2 0 15,11 2-6-15,-7 0-16 0,7 0 0 16,5 0 0-16,15 0 0 16,2 0 0-16,11 0 0 15,4 0 0-15,5 0 0 0,0-2 0 16,5-1 0-16,-2 1 0 16,-5-1 0-16,-5-2 0 15,-11 3 0-15,-4-1 0 16,-5 0 0-16,-5 3 0 15,-10 0 0-15,0 0 0 0,-10 0 0 16,-7 3 0-16,-8 2 0 16,-5-2 0-16,-5 4 0 15,-7-2 0-15,-4 3 0 16,-2-3 0-16,0 2 0 0,6-2 0 16,3 0 0-16,9 0 0 15,5-2 0-15,7-2 0 16,9-1 0-16,9 0 0 15,7 0 0-15,13 0 0 0,10 0 0 16,9 0 0-16,4-4 0 16,-4 4-48-16,31-3-40 15</inkml:trace>
  <inkml:trace contextRef="#ctx0" brushRef="#br3" timeOffset="-151479.78">15592 11393 242 0,'0'0'2'16,"0"0"-2"-16,0 0-1 0,0 0-1 16,6 0 0-16,-6 0 2 15,12 0 0-15,-2-3 2 16,5 0-2-16,8-2 2 15,7 3 4-15,9-3-1 0,8-2 0 16,10 3 0-16,5-4-2 16,9-1 1-16,10 1-1 15,6 0 0-15,7-2 1 16,13 0-1-16,10-3 0 0,4 2 2 16,17-3 0-16,13 0 1 15,11-3 1-15,14 1 0 16,5 2 2-16,3-1-2 15,10 0 0-15,9 2-1 0,-1 1-1 16,-4 2-2-16,4 0-1 16,-11 3 0-16,3-1-2 15,0 1 1-15,-18-1 0 16,-7 1-1-16,-5 0 0 16,1-1 0-16,-19 1 0 0,-12 2 0 15,-15 0 0-15,-17 1 0 16,-18-2 1-16,-16 6 1 0,-19-2 4 15,-17-1-2-15,-11 3-1 16,-9 0 0-16,-12 0 2 16,0 0-2-16,0 0-1 15,-8 5-5-15,1 1-5 0,-5-2 0 16,-1 1 0-16,1 0 0 16,-3 2-2-16,0 1-2 15,2-6-4-15,1 6-8 16,-3-8-29-16,5 3-14 0</inkml:trace>
  <inkml:trace contextRef="#ctx0" brushRef="#br4" timeOffset="-136115.2">20970 10815 318 0,'0'0'5'0,"0"0"0"15,0 0 2-15,0 0 0 16,0 0 1-16,0 0 2 16,0 9 2-16,0-9 1 15,7 8-3-15,-7-8-1 0,15 11 1 16,-5-9 0-16,2 3-1 16,3-5 0-16,0 0 0 15,7-7-1-15,-1-4-1 0,4-3 1 16,1-4 0-16,2-4-2 15,-3-3 1-15,2-4-2 16,-4-3 1-16,-4-3-1 16,-2-3-5-16,-7 4 0 0,-1-1 0 15,-9-2 0-15,0 5 0 16,-9 5 0-16,-1 5 0 16,1 4 0-16,-4 5 0 15,1 11 0-15,2 2 0 0,0 2 0 16,0 14 0-16,3 1 0 15,-1 7 0-15,3 6 0 16,3 3 0-16,-1 2 0 16,3-1 0-16,3 5 0 0,7-4 0 15,2 0 0-15,0-6 0 16,6-1 0-16,-1-6 0 16,0 0-8-16,6-4-14 15,-11 7-59-15,11-13-6 16</inkml:trace>
  <inkml:trace contextRef="#ctx0" brushRef="#br4" timeOffset="-135882.09">21556 10629 475 0,'0'0'2'0,"0"0"1"0,0 0 0 16,5 10 0-16,-3 0 1 16,1 8-1-16,0 2 1 15,2 2 0-15,-3 6-2 0,1-4 0 16,-1 5-3-16,3-4-4 16,-5 0-9-16,0-25-60 15,2 22-10-15</inkml:trace>
  <inkml:trace contextRef="#ctx0" brushRef="#br4" timeOffset="-133731.48">21862 10575 334 0,'0'0'8'0,"0"0"4"16,2-13 4-16,-2 13 2 0,2-9 0 15,-2 9 0-15,3-15 1 16,-3 15 0-16,0-13-9 16,0 13-3-16,-15-1-4 15,2 1-1-15,1 1-1 0,-5 6-1 16,5 4 0-16,-6 2-1 15,1 1 0-15,1 3 1 16,7 1-1-16,-2 2 0 0,7-2 1 16,4-2 0-16,0 1 0 15,10-1 0-15,4-5 1 16,4 3 0-16,3-5 0 16,-2-2 0-16,3-3 0 0,3 0 0 15,-5-2 0-15,2 1 0 16,-6-3 1-16,-4 0-1 15,0 0 1-15,-2 0-1 16,-10 0 1-16,10-3 1 16,-10 3 0-16,0 0-1 0,0 0 1 15,0 0 0-15,0 0-3 16,2-6 0-16,-2 6 0 16,0 0 0-16,0 0 0 15,0 0-4-15,0 0-7 0,-9-11-16 16,2 11-56-16,7 0-3 15</inkml:trace>
  <inkml:trace contextRef="#ctx0" brushRef="#br4" timeOffset="-133148.22">22071 10615 405 0,'0'0'6'0,"0"0"2"16,0 0 2-16,0 0 1 15,0 0-1-15,0 0 1 0,0 0-1 16,0 0 0-16,-8 4-5 15,3 6-3-15,-3 4-2 16,1 0 0-16,2 3 0 16,-3 3 0-16,6 3 0 0,2-7 1 15,0 2-1-15,8-5 0 16,2-3 1-16,7-6-1 16,-2 1 1-16,3-5 0 15,-2-2 1-15,0-5-1 0,-4-6 1 16,0-2 0-16,-1 2 0 15,-7-8-1-15,-1-2 0 16,-3 1 1-16,0-2-1 16,-5 0 0-16,0 5 0 0,-5 1-1 15,2 4 1-15,-5 2-1 16,4 6 2-16,1 2-4 16,-4 4 2-16,4 3-1 15,1 5 0-15,2 5 1 16,0-1-1-16,3 6 0 0,2 1 1 15,0-1-1-15,2 2 1 16,8-3 1-16,1-2-1 16,3-3-1-16,4-1-1 0,1-4-4 15,1-5-10-15,5 3-65 16,-5-5-4-16</inkml:trace>
  <inkml:trace contextRef="#ctx0" brushRef="#br4" timeOffset="-132756.95">22301 10703 477 0,'0'0'3'0,"0"0"-1"0,0 0 2 0,3 9 0 0,-1-2 0 16,-2 5 0-16,0 0 0 15,0 6 0-15,0-1-2 16,0 5 1-16,0-2-3 16,0 3 0-16,0-4 0 15,0-1-2-15,0-4-3 0,2 1-4 16,-2-15-11-16,0 0-49 16,0 0-16-16</inkml:trace>
  <inkml:trace contextRef="#ctx0" brushRef="#br4" timeOffset="-132198.11">22126 10261 442 0,'0'0'5'0,"0"0"3"16,0 0 1-16,0-18 2 0,0 18 0 15,2-15 1-15,-1 5 1 16,5-4-13-16,-3 3 0 16,6 1 0-16,-2 1 0 15,6 2 0-15,-1 3 0 16,1 4 0-16,-3 0 0 0,2 4 0 16,-1 5 0-16,-4 6 0 15,0 2 0-15,-5 3 0 16,-2 2 0-16,0 2 0 15,-2-3 0-15,-5 2 0 0,0-4 0 16,-1-5 0-16,3 3 0 16,-3-9 0-16,8-8 0 15,0 11 0-15,0-11 0 16,10 5 0-16,5-5 0 0,6 0 0 16,5-5 0-16,2 2 0 15,1-2 0-15,3 1 0 16,-4-2 0-16,0 5 0 0,-13-3 0 15,4 4-18-15,-19 0-70 16,0 0-3-16</inkml:trace>
  <inkml:trace contextRef="#ctx0" brushRef="#br4" timeOffset="-127331.29">22786 10575 341 0,'0'0'10'0,"0"0"2"16,0-10 6-16,0 10 1 16,0 0 0-16,2-12 0 15,-2 12 0-15,0 0 0 0,0 0-8 16,0 0-5-16,5 9-2 16,-5 7-3-16,0-1-1 15,0 4 1-15,3 3-1 16,1 1-2-16,0 2-5 15,1-6-7-15,2 1-27 0,-2-3-42 16,-3-2-2-16</inkml:trace>
  <inkml:trace contextRef="#ctx0" brushRef="#br4" timeOffset="-127115.75">22692 10696 392 0,'0'0'5'0,"0"0"1"15,0 0 1-15,0-9-1 16,0 9 1-16,12-11 1 0,3 9-1 16,-1-5 0-16,12 2-12 15,-1 0-17-15,-9 5-54 16,12-3-1-16</inkml:trace>
  <inkml:trace contextRef="#ctx0" brushRef="#br4" timeOffset="-126581.42">23042 10692 375 0,'0'0'5'16,"0"0"3"-16,0 0-1 16,0 0 0-16,0 0 0 0,0 0 1 15,0 0-1-15,8 7 1 16,-8-7-5-16,8 7 0 15,3-7-2-15,4 3 2 16,2-3 0-16,4 0 1 0,-1-3 0 16,1-7 2-16,0-2 0 15,-1-5 0-15,1-1 0 16,-7-6-1-16,-2-6 0 16,-5-3-1-16,-1-4-1 0,-6-2-2 15,0-3 0-15,-6 5-1 16,-1 2 1-16,-3 6-1 15,-1 6 0-15,2 6 0 16,-3 9 0-16,-1 8 0 0,5 5 0 16,-4 13 0-16,4 4 0 15,1 7-1-15,5 6 2 16,2 3-1-16,0-2 0 16,2 1 1-16,11 1-1 15,1-4 0-15,7-6 0 0,4-4-2 16,-6-4-3-16,6-3-6 15,0-4-10-15,-2-1-61 16,1-4-2-16</inkml:trace>
  <inkml:trace contextRef="#ctx0" brushRef="#br4" timeOffset="-126329.95">23474 10612 451 0,'0'0'5'0,"0"0"2"0,0 0 0 0,0 0 0 15,0 0 0-15,0 0 1 16,0 0 0-16,0 10 0 16,0 2-5-16,0 3-3 0,0 0 0 15,0 3 0-15,2 1 0 16,2-1 0-16,1 0-10 15,-3-6-13-15,-2 0-60 16,5 1-4-16</inkml:trace>
  <inkml:trace contextRef="#ctx0" brushRef="#br4" timeOffset="-125597.89">23814 10501 391 0,'0'0'7'0,"0"0"2"0,3-10 2 16,-3 10 1-16,3-13 0 16,-3 13 2-16,0-15-1 15,0 15 0-15,-6-12-6 16,6 12-3-16,-17 0-1 0,8 0-2 15,-4 5-1-15,1 5-1 16,-5 2 0-16,9 1 0 16,-2-1 1-16,4 6-1 0,1-4 1 15,5 1-1-15,3-3 1 16,8 4 0-16,1-4 0 16,0-2 0-16,5 2 0 15,4 1 1-15,-2-4-1 0,1 4 1 16,0-3-1-16,0 0 0 15,-3-1 0-15,-5 2 0 16,-1-4 0-16,-11-7 0 16,10 15-1-16,-10-15 1 0,0 17-1 15,0-17 0-15,-13 12 0 16,3-7-1-16,0-2-1 16,-3 2-1-16,1-3-1 15,-2-2-2-15,-2 0-6 16,9 0-10-16,-8 3-52 0,5-3-6 15</inkml:trace>
  <inkml:trace contextRef="#ctx0" brushRef="#br4" timeOffset="-125081">24051 10474 464 0,'0'0'3'0,"0"0"0"0,0 0 1 0,0 0 0 16,-8-3 0-16,8 3 0 15,-13 10 0-15,4 0-1 16,-1 5-1-16,0 4-2 0,0 6 0 15,0 0 0-15,6 0 0 16,1-3 0-16,3 0 1 16,5-4-1-16,5-6 1 15,5-2 0-15,-1-2 0 0,4-8 0 16,1 0 1-16,-1-3-1 16,-3-4 1-16,3-6-1 15,-4-2 1-15,-3-5-1 16,-4 1 1-16,-2-6-2 0,-3 3 0 15,-2 0 0-15,-2 0 0 16,-8 4 0-16,-3 8 0 16,-1 2 0-16,-2 3 0 15,2 5 0-15,4 5-2 0,-3 3 1 16,6 4-1-16,2 5 2 16,5 4-1-16,0-5 0 15,7 7-3-15,3-5-3 16,3 1-9-16,-1 2-26 0,6-5-41 15,-1-3-2-15</inkml:trace>
  <inkml:trace contextRef="#ctx0" brushRef="#br4" timeOffset="-124881.99">24356 10615 414 0,'0'0'5'0,"0"0"1"0,0 0 1 15,0 0 1-15,0 0 1 16,0 7 0-16,0 3 1 16,-4 2 0-16,1 3-4 15,1 2-2-15,-3 3-1 16,-1-3-2-16,4 7-4 0,-3-10-5 16,5 3-14-16,-3-4-59 15,3-1-1-15</inkml:trace>
  <inkml:trace contextRef="#ctx0" brushRef="#br4" timeOffset="-124222.12">24212 10297 450 0,'0'0'5'0,"0"0"1"16,-5-7 1-16,5 7 1 15,0-9 1-15,0 9 0 16,7-10-1-16,-7 10 1 0,21-8-9 16,-14 6 0-16,5 2 0 15,1 0 0-15,-4 4 0 16,4 5 0-16,-5-1 0 0,-4 5 0 16,-4 2 0-16,0 3 0 15,0-2 0-15,-4 2 0 16,-1-1 0-16,-2-2 0 15,-2 0 0-15,2-3 0 0,2-1 0 16,5-11 0-16,-2 12 0 16,2-12 0-16,10 7 0 15,7-4 0-15,-1-3 0 16,8 0 0-16,-1 0 0 16,6-3 0-16,-4 1 0 0,-1-3 0 15,-6 5 0-15,-8-2 0 16,3 2-30-16,-13 0-56 15,0 0-3-15</inkml:trace>
  <inkml:trace contextRef="#ctx0" brushRef="#br4" timeOffset="-123214.73">21174 10297 300 0,'0'0'5'0,"0"0"5"15,0 0 3-15,0-10 2 16,0 10 1-16,0 0 1 0,0-9 1 16,0 9-2-16,0 0-5 15,-16 3-3-15,16-3-4 16,-16 14-2-16,7 1-1 15,-6 5 1-15,0 4 0 16,1 6 0-16,-1 7 1 0,3 0 0 16,-3 11 1-16,5 2 0 15,2 1 0-15,4 1-1 16,4 1 1-16,0-1-1 0,7 2 0 16,8-2-1-16,9-3 2 15,11-1 0-15,10-7-2 16,10 4-5-16,7-8-9 15,7 1-65-15,8-7-4 0</inkml:trace>
  <inkml:trace contextRef="#ctx0" brushRef="#br4" timeOffset="-121964.86">24347 10122 267 0,'0'0'10'16,"0"0"2"-16,0 0 5 16,0 0 2-16,2-10 1 0,-2 10 1 15,0 0 2-15,10-8 0 16,-10 8-9-16,15-3-2 15,-5 3-5-15,-1 6-2 16,4 1 0-16,2 8-1 0,5 3 0 16,-1 4 0-16,9 5-1 15,-3 3 0-15,2 5 0 16,1 1-1-16,-1 4 0 0,-5 2 0 16,3 0 0-16,-7 3-1 15,-6-3 0-15,-2 3 1 16,-5-3-2-16,-5 0 1 15,0 3 0-15,-5-3 0 16,-8-5 0-16,-1 2 0 0,-2-7 0 16,-6 6 1-16,3-8-1 15,-4-4 0-15,0-5 0 16,4-1 0-16,-1-3 1 16,3-5 1-16,-1 0-2 0,3-6-1 15,3 4-2-15,4-8-4 16,8-2-14-16,-20 22-51 15,20-22-13-15</inkml:trace>
  <inkml:trace contextRef="#ctx0" brushRef="#br4" timeOffset="-117129.79">20795 10719 284 0,'0'0'5'0,"0"0"6"16,0 0 2-16,0 0 4 16,0 0 0-16,0 0 4 0,0 0 0 15,0 0 1-15,0 0-4 16,0 0-3-16,4 2-3 15,-4-2-2-15,17 0-1 16,-5 0-1-16,3 0-1 0,5 0-1 16,-1-2 0-16,-1-4-1 15,4 5-1-15,-4-5-4 16,-3 3 0-16,-3 1 0 0,-2 0 0 16,-10 2 0-16,10-3 0 15,-10 3 0-15,0 0 0 16,0 0 0-16,0 0 0 15,0 0 0-15,0 0 0 16,0 0 0-16,-5 0 0 16,-3 3 0-16,-4-1 0 0,-1 3 0 15,1 1 0-15,-8 1 0 16,1 0 0-16,-1-2 0 16,2-3 0-16,1 3 0 0,2-2 0 15,3-1 0-15,4-2 0 16,8 0 0-16,-10 0 0 15,10 0 0-15,0 0 0 16,0 0 0-16,13 0 0 0,-4 0 0 16,7-2 0-16,-2-1 0 15,6 2 0-15,3-3 0 16,-4-1 0-16,4 3 0 16,-6-3 0-16,-2 3 0 0,0 0 0 15,-5-2 0-15,-10 4 0 16,12-1 0-16,-12 1 0 15,0 0 0-15,0 0 0 16,-14 0 0-16,-2 0 0 0,0 0 0 16,-5 5 0-16,-1-3 0 15,-6 3 0-15,1-1 0 16,5 1 0-16,-3-1 0 16,10-3 0-16,0 4 0 0,3-5 0 15,12 0 0-15,0 0 0 16,0 0 0-16,0 0 0 15,15 3 0-15,3-3 0 16,1 0 0-16,3 0 0 0,8-3 0 16,-2 1 0-16,-1-1 0 15,-8 2 0-15,4-3 0 16,-8 2 0-16,-3-1 0 16,-12 3 0-16,10 0 0 0,-10 0 0 15,0 0 0-15,-10-2 0 16,1 2 0-16,-7 0 0 15,-3 2 0-15,1-2 0 16,-7 5 0-16,0-1 0 0,1-3 0 16,6 4 0-16,1-5 0 15,5 3 0-15,4-3 0 16,8 0 0-16,0 0 0 16,0 0 0-16,17 12-3 0,13-9-83 15,-7-3-2-15</inkml:trace>
  <inkml:trace contextRef="#ctx0" brushRef="#br4" timeOffset="-111955.33">20896 12175 268 0,'0'0'7'0,"0"0"4"15,0 0 5-15,-6 3 3 16,6-3 1-16,0 0 2 0,-8 11 3 15,8-11-1-15,0 0-6 16,0 0-4-16,0 0-3 16,0 0-2-16,0 6-2 15,0-6-1-15,14 5 0 0,-5-2 0 16,3-3-1-16,8 0 2 16,1 0-2-16,3 0 0 15,1 0-5-15,0 0 0 16,-3-3 0-16,-2 3 0 0,-5 0 0 15,-3 0 0-15,-12 0 0 16,15 0 0-16,-15 0 0 16,0 0 0-16,0 0 0 15,0 0 0-15,0 0 0 0,0 0 0 16,0 0 0-16,0 0 0 16,0 0 0-16,0 0 0 15,-10 5 0-15,10-5 0 16,-10 0 0-16,10 0 0 0,-12 0-8 15,12 0-32-15,-15-10-45 16,15 10-3-16</inkml:trace>
  <inkml:trace contextRef="#ctx0" brushRef="#br4" timeOffset="-111481.14">21303 11725 310 0,'0'0'9'0,"0"0"6"0,9-7 2 15,-9 7 3-15,0 0 1 16,13-6-2-16,-13 6 1 16,0 0 1-16,0 6-9 0,-8 5-4 15,-4 11-3-15,0 5-1 16,-6 14 1-16,-2 4 0 15,-2 6 0-15,5 6 0 0,-1 0 0 16,3 8 0-16,2-3-5 16,11 0 0-16,0-1 0 15,4-1 0-15,6-8 0 16,9-3 0-16,3 1 0 0,5-7 0 16,5-7 0-16,0-2 0 15,5-3 0-15,-3-14-19 16,-18 0-64-16,21-7-3 15</inkml:trace>
  <inkml:trace contextRef="#ctx0" brushRef="#br4" timeOffset="-100931.33">21320 12158 309 0,'0'0'8'0,"0"0"3"15,0 0 2-15,0 0 1 0,8 6 4 16,-8-6 0-16,0 0 0 16,9 4 2-16,-9-4-6 15,0 0-2-15,12 3-3 16,-2-3 0-16,1 0-1 0,3 0-1 16,2 0 0-16,4-3-1 15,-1 0-1-15,1 2 0 16,0-2-5-16,0 3 0 15,-2-3 0-15,-2 1 0 0,-5-1 0 16,-1 3 0-16,-10 0 0 16,12 0 0-16,-12 0 0 15,0 0 0-15,0 0 0 16,0 0 0-16,0 0 0 0,0 0 0 16,0 0 0-1,0 0 0-15,0 0 0 0,0 0 0 16,0 0 0-16,0 0 0 15,0 0 0-15,0 0 0 16,0 0 0-16,0 0 0 0,0 0-4 16,-10 12-70-16,10-12-13 15</inkml:trace>
  <inkml:trace contextRef="#ctx0" brushRef="#br4" timeOffset="-100265.02">21606 12208 333 0,'0'0'3'0,"0"0"0"0,0 0 1 16,0 4 3-16,0-4 1 0,0 0 4 15,2 16-1-15,-2-16 3 16,0 0-2-16,15 9 0 15,-15-9 0-15,20 3-1 0,-8-3-1 16,4-3 0-16,-2-4-1 16,4-3-1-16,1-5 0 15,1-1 0-15,1-8-1 16,-5-2-1-16,-3-5-3 16,-1-3-3-16,-2-3 0 0,-4-3 0 15,-4-2 0-15,-2 1 0 16,0-1 0-16,-5 9 0 15,-3 3 0-15,1 5 0 16,0 10 0-16,0 5 0 0,-4 5 0 16,1 5 0-16,-2 8 0 15,2 6 0-15,0 6 0 16,0 7 0-16,2 3 0 16,3 6 0-16,1 0 0 0,4 1 0 15,2 2 0-15,5-1 0 16,4-3 0-16,3-1 0 15,4-3 0-15,-1-5 0 16,1-2 0-16,1-5 0 0,-1-2 0 16,-4-7 0-16,-1 2 0 15,-3-4-10-15,1-1-4 16,-11-7-8-16,0 0-42 0,7 0-22 16,-7 0 1-16</inkml:trace>
  <inkml:trace contextRef="#ctx0" brushRef="#br4" timeOffset="-99765.03">21931 12141 441 0,'0'0'6'0,"0"0"1"0,0 0 0 15,0 0 1-15,0 0 1 16,11 6 0-16,-9 5 0 15,-2-1 1-15,2 5-5 16,1 2-5-16,-3 1 0 16,2 4 0-16,1-3 0 0,-3-1-2 15,2-4-6-15,0 2-7 16,-2-7-22-16,0 2-47 16,0-11 0-16</inkml:trace>
  <inkml:trace contextRef="#ctx0" brushRef="#br4" timeOffset="-92331.2">23601 11866 377 0,'0'0'9'16,"0"0"3"-16,0 0 3 0,10-8 1 16,-10 8 2-16,0 0-1 15,10-2 1-15,-10 2 0 16,0 0-7-16,9 15-11 0,-5 3 0 16,-4 1 0-16,0 6 0 15,2 2 0-15,-2 0 0 16,3 0 0-16,-3-2 0 15,7 2-17-15,-7 3-51 16,2-10-18-16</inkml:trace>
  <inkml:trace contextRef="#ctx0" brushRef="#br4" timeOffset="-92148.87">23535 12000 421 0,'0'0'3'0,"0"0"1"16,0 0 1-16,7-9 1 0,5 5 0 15,6 0 0-15,6 1-4 16,1-5-9-16,9 6-67 16,3-2-2-16</inkml:trace>
  <inkml:trace contextRef="#ctx0" brushRef="#br4" timeOffset="-87181.1">24170 11701 325 0,'0'0'6'0,"0"0"4"16,0 0 3-16,0 0 2 0,7-11 1 16,-7 11 1-16,13 0 0 15,-3 3 2-15,4 5-6 16,7 9-3-16,4 8-2 15,7 8-1-15,2 12-2 0,8 5 0 16,3 12-2-16,0 5 0 16,3 2-2-16,-4 5 0 15,-7 3 0-15,-7 0 0 16,-3-3-1-16,-9 2 0 0,-11-1 0 16,-7-6 1-16,-9-2 0 15,-12-3 0-15,-1-6 0 16,-5-6 1-16,-5-10-1 15,2-5 0-15,-2-5-1 16,7-9-2-16,2 0-8 0,5-15-11 16,-16 3-61-16,24-7-2 15</inkml:trace>
  <inkml:trace contextRef="#ctx0" brushRef="#br4" timeOffset="-80831.92">22575 13640 337 0,'0'0'7'16,"0"0"4"-16,0-7 5 0,0 7 1 15,0 0 1-15,0-14 1 16,0 14 0-16,-10-3 0 16,-1 3-6-16,2 3-5 15,-3 7-3-15,-1 2-2 16,-2 9-1-16,2-1-1 0,4 1 0 16,4 4-1-16,5 0 1 15,5-2 0-15,4-6 1 16,12 4 0-16,6-8-1 15,5-3 1-15,5-2 0 16,0-8 2-16,4 0-4 16,-2-5 0-16,-4-8 0 0,-3-3 0 15,-8-5 0-15,-3-5 0 16,-6-5 0-16,-10 0 0 0,-5-5 0 16,-12 4 0-16,-9 0 0 15,-4 10 0-15,-12 7 0 16,3 8 0-16,-11 7 0 15,3 4 0-15,-18 14-82 0,28 10-6 16</inkml:trace>
  <inkml:trace contextRef="#ctx0" brushRef="#br4" timeOffset="-52681.29">22150 11935 357 0,'0'0'6'0,"0"0"4"0,0 0 2 0,0 0 0 16,0 0 1-16,0-7 1 16,0 7 0-16,0 0 0 15,-15-6-6-15,15 6-3 16,-18 0-2-16,9 8-1 0,-1 2-1 15,-5 5-1-15,3 0 0 16,-1 2 0-16,1 4 0 16,2-5-1-16,2 7 1 15,3-6 0-15,3-3 1 16,2 2-1-16,9-4 1 0,4-2 0 16,2-3 1-16,2 1-1 15,0-6 1-15,3 4 0 16,-3-6-1-16,4 0 0 0,-8 0-1 15,1 0-4-15,-3 0-6 16,1 0-11-16,-12 0-41 16,9 0-19-16</inkml:trace>
  <inkml:trace contextRef="#ctx0" brushRef="#br4" timeOffset="-51631.29">22319 11945 318 0,'0'0'10'0,"0"0"4"16,0 0 1-16,0 0 3 0,0 0 0 15,0 0-1-15,0 0-1 16,0 0 1-16,0 5-10 16,-5 7-3-16,-1 1-3 15,2 3-1-15,-4 2-1 16,4 2 2-16,0 3-1 0,4-4 0 16,0-1 0-16,4-4 1 15,5-1 0-15,-2-6 0 16,4 1 0-16,1-6 1 15,3-2 0-15,0 0 0 0,-2-5 1 16,1-5 0-16,-2-2 0 16,1-3 0-16,-1-2 0 15,-3-4-1-15,-5 0 1 0,1-3-2 16,-2-1 1-16,-3-3-2 16,-3 6 1-16,-2-1 0 15,-5 3-1-15,3 8 0 16,-3 2 0-16,-5 6-1 0,3 4 0 15,2 2 0-15,-3 4 0 16,6 8 0-16,-1 3-1 16,4 0 1-16,0 0 1 15,4 4-1-15,0-4 1 16,11 2-4-16,-2-5-5 0,7 0-13 16,1-2-56-16,1 1-3 15</inkml:trace>
  <inkml:trace contextRef="#ctx0" brushRef="#br4" timeOffset="-51414.7">22595 12012 438 0,'0'0'3'0,"0"0"2"0,0 0 1 15,0 0 1-15,2 12 0 16,1-2 0-16,-3 3 0 15,0 2 0-15,2 1-2 16,-2 4-4-16,2 0-4 0,-2-2-9 16,2 4-20-16,17-5-49 15,-17-3 0-15</inkml:trace>
  <inkml:trace contextRef="#ctx0" brushRef="#br4" timeOffset="-50997.83">22868 11897 426 0,'0'0'4'0,"0"0"1"15,0 0 1-15,0 0 1 16,-4-1-1-16,4 1 1 15,-18 0 0-15,6 1-1 16,-5 5-2-16,6 5-3 0,-7 0 0 16,4 4-1-16,-1 0-1 15,5 2 1-15,3 1 0 16,3-4-1-16,4 1 1 16,0-5 0-16,11 5 0 0,3-6 0 15,4 2 0-15,1-1 1 16,2 0 0-16,4-3-1 15,-5 3 1-15,-1 0-1 16,-1-3 0-16,-6 1 1 0,-3-1-1 16,-9-7 0-16,9 14 0 15,-9-14 0-15,-5 14 0 16,-6-7-2-16,-3-4-2 16,-1 1-4-16,-2-4-8 0,-4 3-17 15,7 0-46-15,-6-3-2 16</inkml:trace>
  <inkml:trace contextRef="#ctx0" brushRef="#br4" timeOffset="-50481.5">23055 11933 400 0,'0'0'8'0,"0"0"1"0,0-8 3 16,0 8-1-16,0 0 1 16,0 0 0-16,-13-7-1 0,13 7 1 15,-15 12-7-15,6-2-3 16,-4 10-2-16,3 0 0 16,3 1 0-16,-5 2 1 15,8 2-1-15,2-5 0 0,2 0 1 16,5-3-1-16,2-5 0 15,4-2 1-15,1-5 0 16,5 1 1-16,-5-6-1 16,6 0 1-16,-3-11-1 0,2 1 1 15,-5-7-1-15,2-3 0 16,-5 1 0-16,-2-6-1 16,-2 0 0-16,-2 0 0 15,-3 0 0-15,-3 0-1 0,-6 8 0 16,-1 3 0-16,-3 1-1 15,-2 6 1-15,-2 7-1 16,5 0 1-16,-1 3-1 0,3 5 0 16,3 5 0-16,2 5 1 15,5-1 0-15,0 3 1 16,7-1 0-16,0 1-1 16,9-2-2-16,-2-3-10 15,6-5-42-15,2 5-26 0,1-8-2 16</inkml:trace>
  <inkml:trace contextRef="#ctx0" brushRef="#br4" timeOffset="-50294.85">23326 12008 431 0,'0'0'3'0,"0"0"3"0,0 8 0 16,-4 0 1-16,4 5 1 0,0 2 0 15,-2 2 0-15,-1 5-1 16,1 1-10-16,2-1-37 16,0 6-40-16,-2-3-1 15</inkml:trace>
  <inkml:trace contextRef="#ctx0" brushRef="#br4" timeOffset="-48948.09">22129 12847 205 0,'0'0'9'0,"0"0"6"0,0 0 3 0,0 0 4 16,0 0 1-16,0 0 3 0,4-8 1 15,-4 8 0-15,0 0-7 16,0 0-6-16,0 8-3 16,0-8-4-16,2 12-1 15,1-5-2-15,1 1 0 0,4 2-1 16,0 0 0-1,4-2 1-15,2-7 1 0,2-1-1 16,1 0 0-16,0-7 0 0,4-3 1 16,4-7-1-16,-4-3 1 15,-1-2 0-15,-3-8-1 16,1 3 0-16,-2-4 0 16,-9-5 0-16,-2 1-1 15,-3 6 0-15,-2-3-1 16,-2 4 1-16,-6 6-3 0,4 2 0 15,-7 5 0-15,11 15 0 16,-15-13 0-16,5 13 0 16,0 3 0-16,1 7 0 0,-2 5-2 15,1 2 0-15,2 6 1 16,2 3 0-16,4 2 0 16,2 2 1-16,4 2-1 15,4-3 1-15,6 4 0 0,4-5 1 16,4-3 0-16,4-4-1 15,-5-3-2-15,7-1-4 16,-8-9-12-16,5 4-63 16,-6-5-4-16</inkml:trace>
  <inkml:trace contextRef="#ctx0" brushRef="#br4" timeOffset="-48681.09">22634 12725 456 0,'0'0'5'0,"0"0"1"16,0 0 1-16,0 0 0 15,12 8 2-15,-12-8 0 0,6 20 0 16,-1-8-6-16,-4 7-3 16,5-1 0-16,-3 7 0 15,1 0 0-15,-1-5 0 16,3 4 0-16,-2-4 0 0,-1-3 0 15,2-2 0-15,-1 1 0 16,-4-16 0-16,8 14-40 16,-8-14-46-16,0 0-3 15</inkml:trace>
  <inkml:trace contextRef="#ctx0" brushRef="#br4" timeOffset="-45215.4">22976 12676 231 0,'0'0'9'0,"0"0"6"0,0 0 5 16,0 0 6-16,3-10 2 15,-3 10 0-15,0 0 5 0,5-10-2 16,-5 10-8-16,0 0-5 16,0 0-5-16,-12-8-5 15,3 11-3-15,-4 4-2 16,1 3-1-16,-4 5-2 0,4 3 1 15,-2 2-2-15,3-2 1 16,2 3 0-16,6-1-1 16,3-3 1-16,3 1 0 15,4-4 0-15,2-4 0 0,7 0 1 16,0-2 0-16,5-6-2 16,-1 3-2-16,-1-5-7 15,2 0-22-15,16-5-50 16,-22 0-1-16</inkml:trace>
  <inkml:trace contextRef="#ctx0" brushRef="#br4" timeOffset="-44718.77">23179 12628 420 0,'0'0'5'0,"0"0"2"15,0 0 1-15,0 0 2 16,0 0-1-16,0 0 0 16,0 0 1-16,0 0-1 15,-11 11-4-15,4 1-2 0,0 3-2 16,-3 2-1-16,0 8 0 16,2-5 0-16,4 5 0 15,-1-3 0-15,5-2 0 16,0 0 1-16,7-3-1 0,4-8 1 15,5-1 0-15,5-3 0 16,0-2 0-16,3-3 0 16,2-5 0-16,-3-6 1 15,-1-1-1-15,-2-2 1 16,-6-6-1-16,-1-3 1 0,-10-4-2 16,-1 0 0-16,-2-2 0 15,-10 4 0-15,0 0 0 16,-5 2 0-16,-2 6 0 15,0 5 0-15,-3 4 0 0,-1 6 0 16,2 2 0-16,1 2-2 16,1 6 1-16,0 2 0 15,7 2 0-15,3 2-1 16,0 2 1-16,7 1 1 0,3 0-1 16,6-1 1-16,5-4 0 15,4 1-1-15,-1-6-3 16,10 0-11-16,-2 4-43 15,-2-10-25-15,7-1-2 0</inkml:trace>
  <inkml:trace contextRef="#ctx0" brushRef="#br4" timeOffset="-44498.14">23492 12722 438 0,'0'0'4'0,"0"0"2"16,0 0 1-16,0 9 1 0,0-9 0 16,2 16 0-16,-2-1 0 15,3 1 0-15,-1 1-4 16,-2-3-3-16,2 6-5 16,-2-5-8-16,3 0-30 0,-1 0-41 15,-2-3-1-15</inkml:trace>
  <inkml:trace contextRef="#ctx0" brushRef="#br4" timeOffset="-44047.83">23797 12603 417 0,'0'0'6'0,"0"0"1"16,-2-9 1-16,2 9 2 0,0 0 0 16,-15-10 0-16,15 10 1 15,-17-2-1-15,4 4-5 16,1 3-2-16,0 5-1 16,-1 2-1-16,1 0-1 0,1 1 0 15,6 2 0-15,3 0 0 16,2 0 0-16,0 1 0 15,7-2 0-15,6 0 0 16,1-4 0-16,7 2 1 0,-1 1-1 16,-1-3 1-16,1 0-1 15,0-3 1-15,-3 1-1 16,-4-1 0-16,0 0 0 16,-13-7 1-16,9 13-1 0,-9-13 1 15,-5 12-1-15,-9-7 0 16,-4 0 0-16,-2 0-2 15,-2 0-1-15,-3-5-3 16,-2 3-5-16,2-3-8 0,2 0-23 16,11 0-41-16,-3-5-2 15</inkml:trace>
  <inkml:trace contextRef="#ctx0" brushRef="#br4" timeOffset="-43581.78">24018 12577 453 0,'0'0'5'0,"0"0"0"0,0 0 1 0,0 0 0 16,0 7 1-16,0-7 0 16,-9 18 0-16,1-6 1 0,-2 5-5 15,-2 0-1-15,-1 6 0 16,1 2-2-16,5 0 0 15,2-3 0-15,-1 0 0 16,6-4 0-16,6-6 0 0,1-2 0 16,5-3 0-16,6-4 0 15,-1-3 0-15,0 0 0 16,0-10 0-16,1 0 0 0,2-5 0 16,-8-5 0-1,-2-5 0-15,1 1 0 0,-6-6 0 16,-5 2 0-16,0-2 0 15,-5 6 0-15,-8 2 0 16,1 7 0-16,-1 3 0 16,-4 6 0-16,-1 6 0 0,1 0 0 15,2 10 0-15,0 5 0 16,2 3 0-16,6 2 0 16,5 0 0-16,2 1 0 0,2 2 0 15,11-3 0-15,2 0 0 16,5-6 0-16,-1-4 0 15,6 2-13-15,-2 3-67 16,2-12-5-16</inkml:trace>
  <inkml:trace contextRef="#ctx0" brushRef="#br4" timeOffset="-43347.12">24354 12683 498 0,'0'0'3'0,"0"0"1"0,0 0 2 0,0 0-6 15,2 13 0-15,-2-13 0 16,3 18 0-16,-3-4 0 16,0 3 0-16,0 3 0 15,-5 5 0-15,-2 4 0 0,-1-7 0 16,0 6-82-16,1 1-8 15</inkml:trace>
  <inkml:trace contextRef="#ctx0" brushRef="#br4" timeOffset="11860.29">20696 6529 415 0,'0'0'5'0,"0"0"1"15,0 0 2-15,0 0 2 16,5 0 2-16,6 0 0 0,5 0 2 15,7 0 0-15,2-1-4 16,12-5-5-16,3 1-5 16,7-2 0-16,0 2 0 15,5 0 0-15,-10 0 0 16,1 0 0-16,-6 3 0 0,-9-2 0 16,-7 4 0-16,-5 0 0 15,-7-4 0-15,-9 4 0 16,0 0 0-16,0 0 0 0,0 0 0 15,0 0 0-15,-4 0 0 16,4 0 0-16,-17 4 0 16,9-4 0-16,-4 0 0 15,4 1 0-15,-5-1 0 16,13 0 0-16,-7-1-32 0,7 1-55 16,0 0-4-16</inkml:trace>
  <inkml:trace contextRef="#ctx0" brushRef="#br4" timeOffset="12396.08">21330 6519 386 0,'0'0'6'0,"0"0"1"0,0 0 2 16,0 0 0-16,0 0 1 15,-2 13 1-15,2-13 0 16,0 12 1-16,0-12-5 0,7 13-1 16,-7-13 1-16,20 7-1 15,-3-7 1-15,1-3 0 16,4-5 0-16,2-10-4 15,6-4-3-15,0-3 0 0,3-13 0 16,-6 1 0-16,0-10 0 16,-2-2 0-16,-8-11 0 15,-4 0 0-15,-8-1 0 16,-5-2 0-16,-9 7 0 16,-9 6 0-16,-3 6 0 0,-5 12 0 15,3 9 0-15,-2 14 0 16,3 9 0-16,-3 7 0 15,8 15 0-15,1 10 0 0,9 5 0 16,5 10 0-16,2 6 0 16,9 1 0-16,4 2 0 15,9-1 0-15,5-2 0 16,3-6 0-16,3-5 0 0,-1-5 0 16,-2-7 0-16,2-5 0 15,-5-11 0-15,1 1-3 16,-8-3-82-16,-3-9-4 0</inkml:trace>
  <inkml:trace contextRef="#ctx0" brushRef="#br4" timeOffset="12585.23">21779 6336 446 0,'0'0'4'0,"0"0"1"0,0 0 1 0,0 0 2 0,0 0 1 15,5 8 0-15,1 4 1 16,-4 1-1-16,6 4-4 15,-4 3-5-15,4 2 0 16,0 0 0-16,1 3 0 0,-2-8-5 16,3 1-18-16,-2 0-59 15,2-10-4-15</inkml:trace>
  <inkml:trace contextRef="#ctx0" brushRef="#br4" timeOffset="12886.73">22188 5638 461 0,'0'0'5'0,"0"0"2"15,0 0 1-15,-11-13 0 0,11 13 0 16,-10 6 1-16,3 8-4 15,-6 11-5-15,1 15 0 16,-6 9 0-16,1 15 0 0,4 9 0 16,1 9 0-16,5 9 0 15,5-1 0-15,2 1 0 16,14-7 0-16,9 0 0 16,9-7 0-16,8-8 0 15,5-4 0-15,6-16 0 16,-14-2-70-16,34-12-19 0</inkml:trace>
  <inkml:trace contextRef="#ctx0" brushRef="#br4" timeOffset="14987.08">22458 6185 394 0,'0'0'6'0,"0"0"3"16,0 0 1-16,0-10 1 15,0 10 1-15,-11-8 1 16,2 7 0-16,-1 1 0 0,-5 0-5 16,-2 7-3-16,0 5-2 15,-1 6 0-15,3 4-2 16,0 3 0-16,3 3 0 15,5-2-1-15,3-1 1 0,4-2-1 16,0-3 1-16,11-6-1 16,6-2 1-16,5-4 0 15,8-5-2-15,3-3-3 16,1-3-7-16,7 3-17 0,10-5-54 16,-16-3-1-16</inkml:trace>
  <inkml:trace contextRef="#ctx0" brushRef="#br4" timeOffset="16168.17">22520 6054 360 0,'0'0'10'0,"-5"-12"4"15,-2 4 2-15,2-2 2 0,0-4 2 16,-1-1-1-16,1-2 1 16,5-4 0-16,0 2-8 15,5-2-10-15,6 4-2 0,6 1 0 16,1 0 0-16,-2 1 0 16,5 5 0-16,-1 6 0 15,-3 1 0-15,1 3 0 16,-6 7 0-16,-4 6 0 15,-3 4 0-15,-5 8 0 0,0 0 0 16,-3 5 0-16,-5-3 0 16,-2-3 0-16,3 1 0 15,0-5 0-15,5-2 0 0,2-6 0 16,0-2 0-16,0-10 0 16,19 5 0-16,-1-5 0 15,1 0 0-15,6-5 0 16,5 2 0-16,-5-2 0 0,5 5-13 15,-1-2-71-15,-6 2-3 16</inkml:trace>
  <inkml:trace contextRef="#ctx0" brushRef="#br4" timeOffset="16701.96">22908 6136 435 0,'0'0'5'0,"0"0"2"0,0 0 0 16,0 0 1-16,0 0 0 15,-7-8 0-15,7 8 0 16,-16 3 0-16,4 7-4 15,3 5-3-15,-5 4 0 0,7 1-1 16,-6 5 0-16,8 2 1 16,5 1-1-16,0-1 1 15,5-5-1-15,6-2 1 0,1-5 0 16,6-2 0-16,1-6 1 16,1-5 2-16,0-2-4 15,0-8 0-15,0-6 0 16,-2-3 0-16,-4-6 0 15,-4-4 0-15,-2-4 0 0,-6 2 0 16,-2 0 0-16,-10 1 0 16,-2 1 0-16,-9 10 0 15,2 2 0-15,-3 5 0 16,-3 5 0-16,2 5 0 0,1 5 0 16,7 7 0-16,3 4 0 15,5-2 0-15,7 5 0 16,2-1 0-16,10 0 0 15,6-4 0-15,6 1 0 0,3-7 0 16,6-1 0-16,-1-4 0 16,4-3 0-16,-2 3-16 15,-6-3-67-15,-4-3-3 16</inkml:trace>
  <inkml:trace contextRef="#ctx0" brushRef="#br4" timeOffset="17460.07">23248 6309 428 0,'0'0'6'0,"0"0"4"15,0 0 1-15,0 0 0 16,10 0 0-16,-10 0 1 0,2 8-1 16,-2-8 0-16,4 17-11 15,-2-7 0-15,0 5 0 16,1 2 0-16,-1 3 0 0,3-3 0 15,0 1 0-15,0-1 0 16,-3-5 0-16,3 6 0 16,-5-18-24-16,3 17-59 15,-3-17-3-15</inkml:trace>
  <inkml:trace contextRef="#ctx0" brushRef="#br4" timeOffset="17768.52">23551 6101 477 0,'0'0'4'0,"0"0"0"0,0 0 2 16,0 0-2-16,0 0 1 15,0 0 0-15,0 10 1 16,3 2-6-16,2 6 0 16,-3 2 0-16,5 7 0 0,1-2-2 15,2 6-15-15,-5 10-49 16,2-15-18-16</inkml:trace>
  <inkml:trace contextRef="#ctx0" brushRef="#br4" timeOffset="17934.93">23497 6238 455 0,'0'0'5'0,"0"0"1"15,0-16 0-15,0 16 1 16,20-13 0-16,-3-1 0 15,8 4 0-15,2-2-4 16,13 5-15-16,-6 8-49 0,7-2-22 16,-2-6-2-16</inkml:trace>
  <inkml:trace contextRef="#ctx0" brushRef="#br4" timeOffset="18336.75">24058 5945 460 0,'0'0'4'0,"0"0"2"15,-12-11 0-15,12 11 1 0,-12-11 0 16,-1 8 0-16,1 3 1 16,-8-3-2-16,2 3-6 15,3 8 0-15,-5 5 0 0,6-1 0 16,1 8 0-16,3 0 0 15,8 0 0-15,2-1 0 16,9 1 0-16,4-2 0 16,6-1 0-16,4-3 0 0,5-1 0 15,-1-3 0-15,3 3 0 16,0-6 0-16,0 0 0 16,-5 1 0-16,-1-3 0 15,-4 1 0-15,-7 2 0 0,-13-8 0 16,12 10 0-16,-12-10 0 15,-10 15 0-15,-5-12 0 16,-5 4 0-16,-2-4 0 16,-3 1 0-16,-5-4-10 15,3 0-16-15,2 0-57 0,-5-2-4 16</inkml:trace>
  <inkml:trace contextRef="#ctx0" brushRef="#br4" timeOffset="18734.81">23977 5584 445 0,'0'0'5'0,"0"0"2"15,0 0 1-15,4-16 0 0,4 7 1 16,4-2 0-16,0 2-1 16,5-1 1-16,-1-5-6 15,4 8-3-15,-3 2 0 0,6 5 0 16,-7 0 0-16,0 7 0 16,-2 6 0-16,-1 4 0 15,-3 3 0-15,-5 5 0 16,-3 2 0-16,-2 0 0 15,0 2 0-15,0 2 0 0,-2-1 0 16,-3-4 0-16,2-3 0 16,3-2 0-16,0-3 0 15,8-3 0-15,2-3 0 16,9-2-11-16,2-7-31 0,3 2-42 16,7-3-2-16</inkml:trace>
  <inkml:trace contextRef="#ctx0" brushRef="#br4" timeOffset="19202.01">24540 5822 453 0,'0'0'6'15,"0"0"1"-15,-7-6 0 16,7 6 1-16,-15 0 0 15,7 6 0-15,-4 1 0 0,-1 5-2 16,1 6-6-16,-1 4 0 16,4 6 0-16,1-2 0 15,4 4 0-15,4 0 0 16,2-1 0-16,8-4 0 16,3-1 0-16,8-6 0 0,2-3 0 15,0-10 0-15,1-2 0 16,3-3 0-16,-2-8 0 15,-2-9 0-15,-6-5 0 16,-4-3 0-16,-4-6 0 0,-6 0 0 16,-3-2 0-16,-10-1 0 15,-5 5 0-15,-8 4 0 16,-1 7 0-16,-1 6 0 0,-3 5 0 16,6 7 0-16,0 4 0 15,7 9 0-15,3 4 0 16,7 5 0-16,5 3 0 0,12 2 0 15,6 0 0-15,3-2 0 16,7 3 0-16,2-9-3 16,7-6-55-16,-2 2-29 15,0-8-1-15</inkml:trace>
  <inkml:trace contextRef="#ctx0" brushRef="#br4" timeOffset="19468.31">24893 6039 498 0,'0'0'5'0,"0"0"0"16,0 0-2-16,0 0-3 15,0 0 0-15,-12 0 0 0,12 0 0 16,-3 15 0-16,3 3 0 15,0-4 0-15,0 6 0 0,0 5 0 16,3 0 0-16,-1-3 0 16,5 3 0-16,-4 4-55 15,2-14-32-15,5-2-2 16</inkml:trace>
  <inkml:trace contextRef="#ctx0" brushRef="#br4" timeOffset="20152.22">25328 6359 511 0,'-8'13'0'0,"-6"8"0"0,-9 7-46 0,-4 10-39 0,-13 8-2 0</inkml:trace>
  <inkml:trace contextRef="#ctx0" brushRef="#br4" timeOffset="21118.06">24699 5385 432 0,'0'0'4'16,"0"-12"3"-16,-2 2 2 0,2 3 1 15,0-3 1-15,0 0 0 16,0 10 1-16,2-13 1 16,8 18-11-16,8 13-2 15,9 14 0-15,8 7 0 0,9 16 0 16,11 9 0-16,4 11 0 15,4 2 0-15,-1 9 0 16,-10-1 0-16,-12 1 0 16,-11-2 0-16,-13-2 0 15,-14-2 0-15,-12-2 0 0,-12-3 0 16,-10-1 0-16,-9-7 0 16,-8-2-63-16,9-4-29 0</inkml:trace>
  <inkml:trace contextRef="#ctx0" brushRef="#br4" timeOffset="22918.74">23052 7310 413 0,'0'0'1'0,"0"0"0"0,0-5 2 15,0-8 0-15,0-1 2 16,5-8 1-16,2-10 2 16,3-11 3-16,5-9 0 0,2-14 1 15,6-19-1-15,2-19 0 16,5-17-1-16,2-18-5 16,3-15-5-16,2-7 0 15,1-10 0-15,1 6 0 0,-4 8 0 16,-3 16 0-16,-5 17 0 15,-4 23 0-15,-6 17 0 16,-4 19 0-16,-3 13 0 0,-6 16 0 16,-1 5 0-16,2 12 0 15,-5 4 0-15,0 5 0 16,0 10 0-16,0 0 0 16,0 0 0-16,0 0 0 15,0 0 0-15,-5 10 0 0,0-3 0 16,0 8 0-16,-2-5-26 15,-4 5-61-15,4-3-4 16</inkml:trace>
  <inkml:trace contextRef="#ctx0" brushRef="#br4" timeOffset="23303.79">23459 5115 439 0,'0'0'5'0,"0"0"1"16,0 0 2-16,3-12 1 15,-3 12 0-15,0 0 1 0,0 0 0 16,-12 6 0-16,-4 10-5 16,2 7-5-16,-9 7 0 15,1 3 0-15,-3 10 0 0,-3-4 0 16,7-4 0-16,0-3 0 16,5-4 0-16,3-6 0 15,5-12 0-15,8-10 0 0,0 0 0 16,8-5 0-16,5-12 0 15,11-11 0-15,-2-6 0 16,10-11 0-16,1-4 0 16,-1-4 0-16,3 2 0 0,-6 5 0 15,-1 5 0-15,-5 8 0 16,-3 12 0-16,-8 8 0 16,-3 10 0-16,-9 3 0 15,13 20 0-15,-8 2 0 16,1 8 0-16,5 1 0 0,5 2 0 15,-2 3 0-15,1-7 0 16,0 0-85-16,7-6-4 16</inkml:trace>
  <inkml:trace contextRef="#ctx0" brushRef="#br4" timeOffset="23569.9">23611 4203 484 0,'0'0'3'0,"0"0"1"15,5-10 1-15,-5 10 0 16,12 0 0-16,-6 10 0 0,3 8-5 15,-1 17 0 1,-1 12 0-16,6 20 0 0,-6 7 0 16,5 17-85-16,11 13-1 15</inkml:trace>
  <inkml:trace contextRef="#ctx0" brushRef="#br4" timeOffset="42796.42">8765 7357 68 0,'0'0'0'0,"0"0"1"0,12 12 0 15,-12-12 5-15,20 13 9 16,-1-6 14-16,4-7 8 16,2 0 6-16,3-17 2 15,11-15 0-15,11-25 0 0,22-27-5 16,27-30-7-16,31-35-16 15,53-27-79-15,49-30-6 16</inkml:trace>
  <inkml:trace contextRef="#ctx0" brushRef="#br4" timeOffset="44637.7">15371 6984 107 0,'0'0'6'0,"0"0"4"16,0 0 5-16,0 8 5 16,0-8 6-16,0 0 6 15,0 0 4-15,0 0 2 16,16-21-3-16,9-19-3 0,17-24 0 16,29-33-5-16,44-32-5 15,89-37-8-15,31-23-24 16,66-20-62-16,70-25-5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15:42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1718 1900 383 0,'0'0'7'0,"0"-10"3"0,0 10 2 16,0-20 2-16,-2 13 1 16,2-4 1-16,0 3 0 15,0 8 1-15,0 0-6 0,0 0-3 16,2 16-6-16,1 14-2 16,1 7 0-16,-1 10 0 15,-1 5 0-15,1 7 0 16,-1-2 0-16,-2 3 0 0,0-8 0 15,0-5 0-15,0 3 0 16,0-16 0-16,0 1 0 16,0-10 0-16,0 1 0 15,0-8 0-15,0-5 0 0,0-13 0 16,0 0 0-16,-12 0-14 16,5-13-75-16,4-6-2 15</inkml:trace>
  <inkml:trace contextRef="#ctx0" brushRef="#br0" timeOffset="366.83">1295 1875 330 0,'0'0'7'0,"0"0"4"15,0 0 2-15,0-10 3 0,0 10 2 16,0 0-1-16,8-10 2 16,-8 10 0-16,15-7-5 15,2 3-4-15,6-5-2 0,9 1-1 16,8 0-2-16,7-5 0 16,10 1 0-16,10-1-2 15,-2-2 1-15,4 0-4 16,4 3 0-16,-11-1 0 0,-2 6 0 15,-11 0 0-15,-7 2 0 16,-12 5 0-16,-8 0 0 16,-9 5 0-16,-8 7 0 15,-5 0-12-15,-5 9-22 16,-7 0-52-16,-3 2-4 0</inkml:trace>
  <inkml:trace contextRef="#ctx0" brushRef="#br0" timeOffset="851.21">2150 2333 418 0,'0'0'6'16,"0"0"1"-16,0 0 1 0,0 0 1 16,-15 11 1-16,8-4 0 15,-3 2 1-15,-3 4 0 16,1-1-6-16,0 5 0 16,2 4-2-16,2-2 0 0,8 3-1 15,0-2 1-15,3 0-3 16,12-5 0-16,2-2 0 15,6-6 0-15,4-5 0 16,3-2 0-16,2-4 0 0,3-9 0 16,-3-4 0-16,-2-2 0 15,-3-2 0-15,-10-4 0 16,-1 3 0-16,-12-4 0 0,-4 1 0 16,-7 0 0-16,-8 2 0 15,-7 1 0-15,-5 5 0 16,-1-1 0-16,-2 8 0 15,3 2 0-15,-3 4 0 0,5 1 0 16,6 3-10-16,3 0-9 16,4 3-29-16,12-3-41 31,0 0-1-31</inkml:trace>
  <inkml:trace contextRef="#ctx0" brushRef="#br0" timeOffset="1191.66">2535 1707 467 0,'0'0'4'0,"0"0"1"0,8-11 1 16,-8 11 0-16,0 0 1 16,0 0-1-16,0 0 1 0,0 0-4 15,0 18-3-15,0 1 0 16,0 9 0-16,0 2 0 16,3 5 0-16,2 2 0 0,2-4 0 15,0 3 0-15,-1-9-5 16,3-2-11-16,-9-2-34 15,8-9-38-15,-8-14-1 16</inkml:trace>
  <inkml:trace contextRef="#ctx0" brushRef="#br0" timeOffset="1633.78">2486 1380 372 0,'0'0'7'0,"0"0"4"0,0 0 1 15,0 0 1-15,0 0 2 16,2-10 0-16,-2 10 1 0,10-7 1 15,-3 2-7-15,6-1-2 16,2 0-3-16,3 0-1 16,-2 1-1-16,5 0 0 15,-1-5-3-15,2 5 0 0,0 1 0 16,-2-2-7-16,5 6-10 16,-8-3-67-16,6 3-5 15</inkml:trace>
  <inkml:trace contextRef="#ctx0" brushRef="#br0" timeOffset="1867.12">2955 1083 464 0,'0'0'3'16,"0"0"0"-16,0 0 1 15,0 0-1-15,0 0 1 16,5 6 0-16,-5 4 0 0,3 4 0 16,1 0-3-16,0 3 0 15,1 3-3-15,-1 5-3 16,4-1-10-16,-4 7-53 0,1-2-19 16</inkml:trace>
  <inkml:trace contextRef="#ctx0" brushRef="#br0" timeOffset="2283.67">3355 1845 448 0,'0'0'4'0,"0"0"1"15,0 0 0-15,5 0 1 0,2-1 0 16,9-5 0-16,1 3 1 16,8-5 0-16,0 1-5 15,6 0-5-15,5-5-10 0,6 5-36 16,-7 4-35-16,0 0-1 15</inkml:trace>
  <inkml:trace contextRef="#ctx0" brushRef="#br0" timeOffset="2449.86">3413 1920 428 0,'0'0'6'0,"0"0"1"0,-5 12 2 16,5-12 0-16,0 10 0 15,0-10 1-15,14 10 0 16,9-8 1-16,7-2-6 0,12 0-6 15,5-10-8-15,18-10-51 16,-2 6-25-16,5-4-1 16</inkml:trace>
  <inkml:trace contextRef="#ctx0" brushRef="#br0" timeOffset="4016.72">4732 305 358 0,'0'0'8'15,"0"0"3"-15,0 0 3 0,0 0 0 16,0 0 1-16,0 0 1 15,0 0 0-15,0 0-1 16,0-6-6-16,0 2-3 16,0-2-3-16,-22-25 0 15,1 21-3-15,0 10 0 16,1-3 1-16,-10 3-1 0,5 0 0 16,-8 3 0-16,-1 1-1 15,4 7 0-15,-2-1 1 16,7 9 0-16,-4-2 0 15,13 8-1-15,-2 3 0 16,6 2 1-16,3 1-1 16,5 7 1-16,4 43-1 0,8-36 1 15,2 7-1-15,5 5 1 16,3 2 0-16,-1 3 0 16,3 10 0-16,-3 0 1 15,11 50 2-15,-3 31 0 16,-8 0 1-16,1 3-1 0,-6-2 1 15,-5-15 0-15,-5-10 1 16,-2-15-3-16,0-18-2 16,-2 1 0-16,2-5 0 15,-5-8 0-15,0-5 0 0,0-5 0 16,1-7 0-16,-2 1 0 16,-1-10 0-16,4-1 0 15,-2-8 0-15,3 1 0 16,-1-6 0-16,3-3 0 15,0-5 0-15,-2 2 0 0,2-3 0 16,0 0 0-16,0-6 0 16,-2 1 0-16,-1 0 0 15,3-5 0-15,-6-1 0 0,6-4 0 16,-4-2 0-16,4 1 0 16,-3-4 0-16,1 0 0 15,-1 2 0-15,3-5 0 16,-2 4 0-16,2-4 0 0,-2 2 0 15,-1-1 0-15,1 2 0 16,-1-3 0-16,1 0 0 16,-1 1 0-16,0-1 0 15,1 4 0-15,-1-4 0 0,1 0 0 16,0 3 0-16,-1-1 0 16,1 2 0-16,-1-4 0 15,3 3 0-15,-2-3 0 16,2-2 0-16,-2-2 0 0,2-8 0 15,0 17 0-15,0-17 0 16,0 0 0-16,0 10 0 16,0-10 0-16,0 0 0 15,0 0 0-15,0 0 0 16,0 0 0-16,0 0 0 0,0 0 0 16,0 0 0-16,0 0 0 15,0 0 0-15,0 0 0 16,0 0 0-16,0 0 0 15,0 0 0-15,0 0 0 0,0 0 0 16,0 0 0-16,0 0 0 16,12 0 0-16,0 0 0 15,8-2 0-15,10-6 0 0,4 1 0 16,12-1 0-16,3-2 0 16,10 0 0-16,4 3 0 15,-1-3 0-15,5 6 0 16,-5-2 0-16,-5 3 0 15,-7 3 0-15,-8 0 0 0,-7 0 0 16,-10 5 0-16,-10-1 0 16,-15-4 0-16,10 11 0 15,-10-11 0-15,-8 16 0 16,1-9 0-16,-3 0 0 0,-5-2 0 16,15-5 0-16,-10 7-72 15,-2-7-20-15</inkml:trace>
  <inkml:trace contextRef="#ctx0" brushRef="#br0" timeOffset="9599.99">5177 624 330 0,'0'0'7'0,"0"0"3"16,0 0 3-16,0 0 3 0,0 0 2 15,0 0-1-15,0 0 1 16,0 0 0-16,0 0-5 15,-8 0-4-15,4 0-3 16,1 0-1-16,-31 0-2 16,20 0-1-16,-32 7 0 15,25-1-1-15,1 1-1 16,-1 0 1-16,0 9-1 0,4-5 0 16,17-11 1-16,-24 25 0 15,1-1 0-15,16-3 1 16,-1-2 0-16,8-19 1 15,5 28-1-15,3-2 0 16,11-13 1-16,1 2-4 0,7-7-2 16,3 2-8-1,2-8-29-15,1 3-45 0,-1-5-1 16</inkml:trace>
  <inkml:trace contextRef="#ctx0" brushRef="#br0" timeOffset="10166.7">5487 619 436 0,'0'0'4'0,"0"0"3"16,0 0 0-16,0 0 1 0,0 0 0 15,0 0 1 1,0 0-1-16,0 0 1 0,0 0-5 16,0 0-2-16,0 0 0 15,-2 0-2-15,-6 0 0 16,6 2 0-16,-43 35 0 16,33-14 0-16,12-23-1 15,-10 25 2-15,2 2 0 0,8-27 0 16,0 25 0-16,0 0 1 15,0-25 0-15,15 22-2 16,0-6 0-16,5-13 0 16,0 3 0-16,-1-9 0 15,4-3 0-15,0-7 0 16,-4-5 0-16,-6-5 0 16,0 4 0-16,-3-3 0 0,-3-3 0 15,-7 5 0-15,-3-3 0 16,3 23 0-16,-22-21 0 15,2-2 0-15,0 18 0 16,0-2 0-16,0 7 0 16,1 0 0-16,19 0 0 15,0 0 0-15,-11 12 0 0,1-2 0 16,1 3 0-16,9 21 0 16,9-9 0-16,-9-25 0 15,28 17-3-15,4 3-51 16,-2-17-32-16,0-1-2 0</inkml:trace>
  <inkml:trace contextRef="#ctx0" brushRef="#br0" timeOffset="10383.74">5815 688 454 0,'0'0'5'0,"0"0"0"15,0 0 1-15,0 0 1 16,0 0 2-16,0 0-1 15,0 0 1-15,0 0-1 16,0 3-8-16,0 2 0 0,0 0 0 16,0 0 0-16,2 30 0 15,-2-24 0-15,0 4 0 16,6 23 0-16,-2-13 0 16,-4-25-30-16,6 22-56 15,-1 0-2-15</inkml:trace>
  <inkml:trace contextRef="#ctx0" brushRef="#br0" timeOffset="11116.92">6682 614 408 0,'0'0'6'15,"0"0"2"-15,0 0 1 16,0 0 2-16,0 0 1 16,0 0-1-16,0 0 1 15,0 0 0-15,0 0-6 0,0 0-2 16,0 0-2-16,0 0-1 16,0 0-1-16,-2 0 1 15,0 0-2-15,-3 0 2 0,-2 0-1 16,1 0 1-16,-18 0-1 15,13 13 1-15,6-3 0 16,-4 22 0-16,9-10 0 16,0-22-1-16,9 20 1 15,3 2 1-15,-12-22-2 16,23 19 0-16,2-1 0 16,-25-18 0-16,23 18 0 0,-2-1 0 15,-21-17 0-15,0 0 0 16,0 0 0-16,6 9 0 15,-1 4 0-15,0-1 0 16,1 1 0-16,-15-8 0 16,-4 2 0-16,-33 13-6 15,25-15-2-15,0-2-9 16,-2-1-48-16,23-2-21 0</inkml:trace>
  <inkml:trace contextRef="#ctx0" brushRef="#br0" timeOffset="11616.73">7016 584 464 0,'0'0'4'0,"0"0"1"16,0 0 2-16,0 0-1 0,0 0 1 15,0 0 0-15,0 0 0 16,0 0-3-16,0 0-4 15,0 3 0-15,-3-1 0 16,1 3 0-16,-22 45 0 16,16-27 0-16,8-23 0 15,-9 27 0-15,2-1 0 0,7-26 0 16,0 25 0-16,0 0 0 16,0-25 0-16,7 20 0 15,9 3 0-15,-16-23 0 16,20 1 0-16,2 6 0 0,-22-7 0 15,25-8 0-15,0-7 0 16,-13-6 0-16,-2 2 0 16,-2-3 0-16,-1-1 0 15,-7 4 0-15,-3-2 0 16,3 21 0-16,-14-27 0 16,-2 2 0-16,16 25 0 15,-25-17 0-15,0 2 0 0,25 15 0 16,-24 0 0-1,2 3 0-15,22-3 0 0,-10 20 0 16,-1-1 0-16,11-19 0 16,9 26 0-16,3 0 0 15,-12-26 0-15,32 15-56 16,0-2-31-16,-2-4-2 16</inkml:trace>
  <inkml:trace contextRef="#ctx0" brushRef="#br0" timeOffset="11833.87">7420 642 451 0,'0'0'4'0,"0"0"2"0,0 0 1 15,0 0 1-15,0 0 1 16,0 0 1-16,0 0 0 0,0 0-4 16,0 4-6-1,0 1 0-15,0 1 0 0,5 28 0 16,-2-22 0-16,-3 1 0 15,2 26 0-15,4-11 0 16,-6-28-33-16,5 25-52 16,-1-1-4-16</inkml:trace>
  <inkml:trace contextRef="#ctx0" brushRef="#br0" timeOffset="12900.73">8703 570 449 0,'0'0'5'0,"0"0"2"15,0 0 1-15,0 0 1 0,0 0 0 16,0 0 1-16,0 0 0 15,0 0-6-15,0 0-4 16,0 0 0-16,0 0 0 16,-5 1 0-16,-1 2 0 15,-40 42 0-15,30-25 0 16,16-20 0-16,-12 28 0 16,3-1 0-16,9-27 0 0,0 26 0 15,2 2 0-15,-2-28 0 16,17 19 0-16,3 2 0 15,3-17 0-15,-4 2 0 16,6-6 0-16,0-8 0 16,0-7 0-16,-3 1 0 15,-5-6 0-15,1-2 0 0,-13 1 0 16,0-4 0-16,-5 25 0 16,-13-24 0-16,-2 2 0 15,-5 14 0-15,1-2-44 16,-6 10-46-16</inkml:trace>
  <inkml:trace contextRef="#ctx0" brushRef="#br0" timeOffset="23099.3">4725 1751 379 0,'0'0'7'16,"0"0"0"-16,0 0 1 16,0 0 3-16,0 0 0 0,-8 0 1 15,8 0 1-15,0 0 0 16,0 0-4-16,0 0-1 15,0 0-1-15,0 0-1 16,10 0 0-16,5 0 0 0,5 0-1 16,-1-2-2-16,6-1-3 15,8-4 0-15,-1 1 0 16,0 2 0-16,-4-4 0 16,-1 6 0-16,-4-3 0 15,-7 3 0-15,-2-1 0 0,-7 3 0 16,-7 0 0-16,0 0 0 15,0 0 0-15,0 0 0 16,5 7 0-16,-5-7 0 16,0 0 0-16,-8 5 0 0,8-5-34 15,0 0-52-15,0 0-4 16</inkml:trace>
  <inkml:trace contextRef="#ctx0" brushRef="#br0" timeOffset="23633.74">5344 1595 405 0,'0'0'5'16,"0"0"1"-16,0 0 1 0,0-9 1 0,0 9 0 16,0 0 1-16,-13-11 0 15,13 11-1-15,-15-6-2 0,7 6-4 16,-4-4 0-16,2 4-1 16,-3 0 0-16,1 0-1 15,0 4 0-15,2 0 0 16,0 0 0-16,10-4 2 0,-15 23 1 15,7-3 0-15,8 2 0 16,11 0-1-16,8-4 1 16,9-1 0-16,-1-2 0 15,-2-3-3-15,-1 1 0 16,-1-3 0-16,-5 2 0 0,1-2 0 16,-8 0 0-16,-4 0 0 15,-5 0 0-15,-2 2 1 16,-9-2-1-16,-4 2 1 0,-4-3-1 15,-6-1 1-15,0 0 0 16,-1-3-1-16,-1-3 0 16,3-2 0-16,-1 0-1 15,4-2-1-15,3 0-2 0,4-3-4 16,2-3-7-16,6-2-37 16,4 10-32-16,0-13-2 15</inkml:trace>
  <inkml:trace contextRef="#ctx0" brushRef="#br0" timeOffset="24143.81">5540 1608 438 0,'0'0'4'0,"0"0"1"0,0 0 2 15,0 0-1-15,0 0 1 16,0 0-1-16,0 0 1 0,-5-6 0 16,5 6-1-16,-13 11-3 15,3 3 0-15,3 4-1 16,0 6 1-16,-2 3-1 16,5 1 0-16,4-3 1 0,2-5-5 15,9-6 4-15,1-3-2 16,3-4 0-16,2-6 0 15,3-1 0-15,-2-4 0 0,8-6 0 16,-5-2 0-16,-4-6 0 16,0-1 0-16,-9 9 0 15,-4-3 0-15,-1-1 0 16,-3-1 0-16,0-1 0 16,-3 0 0-16,-4 3 0 15,-2-2-4-15,-4 3 4 0,-2-1 0 16,0 3-1-1,3 4 0-15,-10 0 0 0,7 1 0 16,-1 5 0-16,2 0 0 16,-4 2 3-16,-1 11-1 0,6 5 1 15,13 1 0-15,14 6 1 16,9-6-3-16,4 2-6 16,4-9-9-16,-5 8-59 15,7-12-11-15</inkml:trace>
  <inkml:trace contextRef="#ctx0" brushRef="#br0" timeOffset="24333.64">5848 1625 407 0,'0'0'4'0,"0"0"-1"0,0 0 2 16,0 0-1-16,0 0 4 15,2 14 1-15,-2-1 0 16,2 4-1-16,-2 6-2 15,3-1 0-15,-1 3-2 0,1 5-5 16,2-5-11-16,-5-25-59 16,15 32-11-16</inkml:trace>
  <inkml:trace contextRef="#ctx0" brushRef="#br0" timeOffset="24917.05">6685 1563 394 0,'0'0'6'0,"0"0"1"16,0 0 2-16,0 0 2 15,0-11 0-15,0 11 0 0,0 0 1 16,-5-7 0-16,5 7-6 15,-12 0-1-15,12 0-3 16,-13 13 2-16,-10 6-1 16,7 2-1-16,-7 6 1 0,6 3-1 15,4 4 0-15,8 1 1 16,8-8-1-16,14-7-1 16,8-8 0-16,4-4-2 15,7-3-2-15,6-3-10 0,-6 13-67 16,8-18-4-16</inkml:trace>
  <inkml:trace contextRef="#ctx0" brushRef="#br0" timeOffset="25383.76">7082 1541 429 0,'0'0'4'16,"0"0"1"-16,0 0 1 0,-4-3 0 15,4 3 1-15,-12 0 0 16,12 0 1-16,-18 7-1 16,0 3-1-16,-1 8-2 15,1 1 0-15,-1 6 0 16,1 3-1-16,11 1 0 0,4 1-1 16,3-5 1-16,10-5-3 15,8-8 1-15,3-2-1 16,0-8 2-16,6-2-2 0,-2-2 0 15,1-8 0-15,-3-5 0 16,-10 2 0-16,-3 4 0 16,-1-3 0-16,-4-6 0 15,-1 3-2-15,-2-5 1 16,-2 3-1-16,0 0 0 16,-8 2 2-16,1-3 0 0,-3 9 0 15,-3-5 0-15,1 3 0 16,0 4-1-16,-1 1 1 15,1 5-1-15,-1 1 0 16,13 0 3-16,-19 8 0 0,8 15 0 16,13 2 0-16,14 2 0 15,11-2-2-15,8-8 0 16,4 1 0-16,-4-16-20 16,-10 1-63-16,12-3-2 0</inkml:trace>
  <inkml:trace contextRef="#ctx0" brushRef="#br0" timeOffset="25584.97">7438 1555 448 0,'0'0'4'0,"0"0"0"0,0 0 1 16,0 0 1-16,-2 8 0 15,2-8 3-15,0 23 0 16,2-4 0-16,1 3-4 0,-1 3 1 15,3 5-6-15,0 0 0 16,2-3-5-16,6-3-36 16,-1-4-44-16,-1-2-2 15</inkml:trace>
  <inkml:trace contextRef="#ctx0" brushRef="#br0" timeOffset="26277.6">8745 1533 408 0,'0'0'4'0,"0"0"3"0,0 0 0 15,-3-5 2-15,3 5 1 16,-9-5 0-16,9 5 1 15,-18 0 0-15,8 0-4 16,0 0-2-16,0 5-2 0,-2 0-1 16,1 3 0-16,11-8 1 15,-24 22 0-15,9-2 0 16,8 2 0-16,7 5 0 16,12-4-3-16,13-7 0 0,5-3 0 15,7-13 0-15,-3 0 0 16,6-2 0-16,-22-1 0 15,2-5 0-15,-7 1 0 16,6-2 0-16,-9-4 0 0,3-2 0 16,-11 1 0-16,1-4 0 15,-3 6 0-15,-5-2 0 16,-8 0 0-16,-2 3 0 16,-2 3 0-16,-3-2-14 15,0 7-71-15,0 1-2 0</inkml:trace>
  <inkml:trace contextRef="#ctx0" brushRef="#br0" timeOffset="29816.95">5331 2457 360 0,'0'0'6'0,"0"0"4"16,-3-12 3-16,3 12 2 15,-7-13 1-15,7 13 2 16,-10-15 0-16,10 15 0 0,-13-10-4 16,6 8-4-16,-2 4-3 15,-4 8-1-15,1 3-6 16,1 3 0-16,4 9 0 16,-1 3 0-16,8 2 0 0,3-1 0 15,9-6 0-15,8-1 0 16,8-6 0-16,-1-4 0 15,5-8 0-15,5-4 0 16,0-9 0-16,1-4 0 0,-5-9 0 16,-1-3 0-16,-8-4 0 15,-1-6 0-15,-8-3 0 16,-10 4 0-16,-5-1 0 0,-10 0 0 16,-8 8 0-16,-4 2 0 15,0 13 0-15,-8 5 0 16,0 7 0-1,5 7-12-15,3 5-18 16,-6 13-51-16,19 2-3 0</inkml:trace>
  <inkml:trace contextRef="#ctx0" brushRef="#br0" timeOffset="30451.26">6882 2410 414 0,'0'0'6'0,"0"0"0"16,0-12 2-16,0 12 0 0,-8-8 0 15,8 8 1-15,-22-2 0 16,9 2 0-16,-4 10-6 16,2 2 0-16,-2 5-2 0,1 1 1 15,7 7-1-15,6-1 0 16,3-1 1-16,10-1-1 15,8-7 1-15,8 0 0 16,2-6 0-16,10-6 0 16,-1-6 0-16,0-4 0 0,0-6 1 15,-5-4 0-15,-4-5-1 16,-8-3-2-16,-8-2 0 16,-10 0 0-16,-2 4 0 15,-12 1 0-15,-10 3 0 16,-3 6 0-16,-3 2 0 0,-2 10 0 15,4 2 0-15,-2 7-7 16,8 8-12-16,0 3-35 16,15 3-30-16,5-1-1 0</inkml:trace>
  <inkml:trace contextRef="#ctx0" brushRef="#br0" timeOffset="30932.8">8775 2291 419 0,'0'0'5'0,"0"0"3"0,9-9 1 16,-9 9 2-16,8-13 2 15,-8 13 0-15,5-12 0 16,-5 12 0-16,0 0-6 0,0 5-7 16,-3 12 0-1,1 3 0-15,-3 4 0 0,5 5 0 16,0 2 0-16,0 3 0 15,7 1 0-15,-7 7-53 16,10-12-33-16</inkml:trace>
  <inkml:trace contextRef="#ctx0" brushRef="#br0" timeOffset="31733.67">5418 3254 319 0,'0'0'8'15,"0"0"4"-15,0 0 3 16,-12-12 3-16,1 10 2 0,-3 2-1 16,-4 0 1-16,1 2 0 15,-6 8-7-15,1 8-4 16,3 1-3-16,1 9-3 15,3 1 0-15,7 1-2 16,8 0 1-16,5-2 0 0,10-2-1 16,10-6 1-16,3-5-1 15,9-5 2-15,5-5-1 16,3-5 0-16,-3-3 0 0,0-9 1 16,-2-1-1-16,-8-6 1 15,-7-3-3-15,-10-6 0 16,-10-1 0-16,-5-1 0 15,-10-3 0-15,-5 4 0 0,-9 1 0 16,-1 6 0-16,-5 10 0 16,5 5 0-16,-3 7-2 15,11 7-10-15,2 3-13 16,5 13-56-16,10 2-3 16</inkml:trace>
  <inkml:trace contextRef="#ctx0" brushRef="#br0" timeOffset="32251.65">6790 3254 342 0,'0'0'7'0,"0"0"5"0,0 0 2 16,-11-12 4-16,2 12-1 15,-1-2 1-15,-4 2 1 0,-4 0-1 16,0 2-6-16,0 10-5 15,4 4-2-15,-2 3-3 16,7 4 0-16,6 2-1 16,3-3-1-16,7 1 1 0,9-4 1 15,5-2 0-15,7-1 0 16,8-9 0-16,1-5 0 16,-4-2 0-16,10-2 0 0,-6-11 0 15,-5-2-2-15,-4-2 0 16,-3-6 0-16,-12-4 0 15,-8 0 0-15,-5-3 0 16,-7 1 0-16,-10 4 0 0,-5 5 0 16,-3 7 0-16,-3 6 0 15,0 7 0-15,-4 3-16 16,8 12-26-16,5 4-41 16,7 3-2-16</inkml:trace>
  <inkml:trace contextRef="#ctx0" brushRef="#br0" timeOffset="32832.62">8712 3181 427 0,'0'0'5'0,"0"0"2"0,0 0 0 16,0 0 2-16,-7-8-1 16,-3 8 1-16,-2 3 0 15,0 5 0-15,-6 3-4 0,-1 7-3 16,8 1-1-16,1 6 0 15,8 0 0-15,2 0 0 16,12 0 0-16,8-3 0 16,10-5 1-16,5-6 0 15,7-4 0-15,2-5 0 0,1-2-2 16,3-9 0-16,-6-7 0 16,-3-4 0-16,-9-5 0 15,-5-4 0-15,-12-3 0 16,-11-1 0-16,-7 0 0 0,-17 0 0 15,-5 8 0-15,-13 3 0 16,2 9 0-16,-4 10 0 16,-6 3-22-16,16 9-62 15,5 7-4-15</inkml:trace>
  <inkml:trace contextRef="#ctx0" brushRef="#br0" timeOffset="36850.08">9952 559 262 0,'0'0'6'15,"0"0"5"-15,0 0 3 16,0 0 3-16,0 0 3 16,0 0 1-16,0 0 3 15,0 0 1-15,0 5-5 16,0 1-2-16,0-2-3 0,-2 2-2 16,2-2-1-16,-5 18-2 15,5-9-2-15,0-3-1 16,0 0-1-16,12-7-4 15,-1 1-2-15,33 7 0 0,-24-11 0 16,5 0 0-16,-1 0 0 16,6 0 0-1,0 0 0-15,0 0 0 0,-1-4 0 16,1 4 0-16,0-2 0 16,-5 0 0-16,0 2 0 15,-4-3 0-15,0 3 0 16,-21 0 0-16,20 0 0 15,1-2 0-15,-21 2 0 16,0 0 0-16,0 0 0 16,0 0 0-16,0 0-11 0,0 0-74 15,0 0-4-15</inkml:trace>
  <inkml:trace contextRef="#ctx0" brushRef="#br0" timeOffset="37586.28">10665 639 336 0,'0'0'6'0,"0"0"2"16,0 0 3-16,0 0 1 15,0 0 2-15,0 0-1 16,0 0 1-16,0 0 2 0,0 5-4 16,0 0-2-16,0-1-2 15,0 1 1-15,0 0 0 16,0 1-1-16,0 3 0 15,3-6-2-15,2-1-1 16,0 1 1-16,57 5-6 16,-34-19 0-16,-3-1 0 0,-4-2 0 15,4-10 0-15,-2 3 0 16,2-10 0 0,-6 2 0-16,2-6 0 0,-5 4 0 15,-5-4 0-15,-1 0 0 16,-8 2 0-16,0 2 0 15,-4 8 0-15,-3-1 0 16,5 24 0-16,-18-24 0 16,-3 3 0-16,21 21 0 0,-23 4 0 15,-2 2 0-15,13 16 0 16,-3 0 0-16,7 6 0 16,1 2 0-16,7 4 0 15,0-2 0-15,7 3 0 16,3 0 0-16,8-5 0 15,0-1 0-15,1-4 0 0,4 2 0 16,-1-9 0-16,2 2 0 16,1-10 0-16,-2 1 0 15,-3-6 0-15,-1 3 0 16,-19-8 0-16,25 0 0 16,-2 0 0-16,-23 0 0 15,0 0 0-15,0 0 0 0,0 0 0 16,0 0 0-16,0 0 0 15,0 0 0-15,0 0 0 16,0 0 0-16,0 0 0 16,0 0-27-16,0 0-60 15,0 0-3-15</inkml:trace>
  <inkml:trace contextRef="#ctx0" brushRef="#br0" timeOffset="37983.72">11327 513 456 0,'0'0'5'0,"0"0"2"0,0 0 1 16,0 0 1-16,0 0-1 15,0 0 2-15,0 0-2 16,0 0-8-16,0 0 0 15,0 0 0-15,0 0 0 16,0 4 0-16,0 2 0 16,-5 45 0-16,2-29 0 0,3-22 0 15,0 25 0-15,0 0 0 16,0-25 0-16,0 30 0 16,0-3 0-16,0-27 0 15,0 20 0-15,5 2 0 16,-5-22 0-16,0 0 0 15,0 0 0-15,0 0 0 0,0 0 0 16,0 0 0-16,0 0 0 16,0 0 0-16,0 0 0 15,0 0-83-15,0 0-7 16</inkml:trace>
  <inkml:trace contextRef="#ctx0" brushRef="#br0" timeOffset="59567.91">10697 1364 293 0,'0'0'9'0,"0"0"3"16,0 0 5-16,4-6 0 15,-4 6 4-15,0 0 1 16,2-13 0-16,-2 13 1 0,0 0-8 16,0 0-4-16,0 0-2 15,-6-7-4-15,6 7-2 16,-12 4-1-16,12-4-1 16,-12 18-1-16,2-7 0 0,2 6 0 15,1 2-1-15,2-2 2 16,3 3-1-16,2 0 0 15,0 2 1-15,2-2 0 16,7-3 0-16,2 1 1 0,4-8 1 16,2 2 0-16,1-6 1 15,2-5 0-15,2-1 1 16,0-9 0-16,-1-7-5 16,-5-1 0-16,0-3 0 15,-7-5 0-15,-4 3 0 0,-2-2 0 16,-3-1 0-16,-5 5 0 15,-5-1 0-15,-3 8 0 16,-1 1-3-16,-7 6-84 16,7 1-2-16</inkml:trace>
  <inkml:trace contextRef="#ctx0" brushRef="#br0" timeOffset="62499.23">10652 2237 343 0,'0'0'6'0,"0"0"3"0,0 0 4 15,0 0 1-15,0 0 0 16,0 0 1-16,-6-10 0 16,6 10 0-16,-18 0-5 0,6 7-3 15,-4 5 0-15,2 6-1 16,-1 4-2-16,3 3 0 15,0 2 0-15,3 4 0 16,9-2 0-16,3-2-1 16,10-6-2-16,4 0 0 0,8-6 0 15,5-5 0-15,4-8 1 16,7-2-1-16,-4 0 0 16,2-12 1-16,-5-6 2 15,-3-1-4-15,-6-3 0 0,-7-11 0 16,-11 3 0-16,-7-2 0 15,-11 0 0-15,-8 2 0 0,-8 6 0 16,-6 6 0-16,-4 7 0 16,-3 7 0-16,5 4 0 15,-3 10-4-15,14 15-7 16,-1 2-42-16,15 1-31 16,10 4 0-16</inkml:trace>
  <inkml:trace contextRef="#ctx0" brushRef="#br0" timeOffset="63483.08">10695 3123 396 0,'0'0'7'0,"0"0"5"16,0 0 1-16,0-12 3 0,0 12 1 15,0-10 1-15,0 10 1 16,0-12-6-16,0 12-13 16,0 0 0-16,0 0 0 15,-5 18 0-15,3 3 0 0,2 7 0 16,0 4 0-16,-3 3 0 16,3 2 0-16,0-1 0 15,0 0 0-15,0-6 0 0,0-3 0 16,3-7 0-16,-1-1 0 15,-2-6 0-15,3-3 0 16,-3-10 0-16,2 9 0 16,-2-9 0-16,0 0 0 0,0 0 0 15,0-17 0 1,-17 8-70-16,17-7-21 0</inkml:trace>
  <inkml:trace contextRef="#ctx0" brushRef="#br0" timeOffset="65069.99">11647 205 316 0,'0'0'8'0,"0"0"2"15,0 0 4-15,0 0 3 16,0 0 2-16,0 0-1 0,0 0 0 16,0 0 3-16,0 3-7 15,-3 2-3-15,1-1-2 16,-1 2-3-16,-1-2 1 16,1 24-1-16,6-19-1 15,4 1 0-15,30 8-2 16,-5-11 1-16,0-4-4 15,-2 0 0-15,3-2 0 16,2 2 0-16,-5 5 0 0,2-3 0 16,-2 7 0-16,0-2 0 15,-6 8 0-15,1-4 0 16,-5 11 0-16,-3 2 0 16,-9 8 0-16,4 47 0 0,-12-28 0 15,0 0 0-15,-4 12 0 16,-2 3 0-16,2 10 0 15,-2-39 0-15,-3 130 0 16,6 4 0-16,1-6 0 16,4 1 0-16,5-13 0 0,-2-8 0 15,5-16 0-15,-7-26 0 16,0 1 0-16,-3 0 0 16,0-11 0-16,0 1 0 15,-6-3 0-15,-1-8 0 0,2-1 0 16,0-6 0-16,-2-5 0 15,2-5 0-15,0-4 0 16,-1-6 0-16,6-5 0 16,-2-4 0-16,-1-6 0 0,1-3 0 15,2-9 0-15,0-7 0 16,0-1 0-16,0-7 0 16,-2 0 0-16,-1-3 0 15,3-3 0-15,0 0 0 16,0-4 0-16,0-7 0 0,0 15 0 15,0-15 0-15,-2 13 0 16,2-13 0-16,-3 12 0 16,3-12 0-16,0 14 0 0,0-3 0 15,0-11 0-15,0 14 0 16,5-1 0-16,-2-1 0 16,-1 1 0-16,0 2 0 15,1 1 0-15,3 2 0 0,-4 2 0 16,3 0 0-16,-3 0 0 15,1 0 0-15,2 2 0 16,-1-3 0-16,-1 3 0 16,-1 2 0-16,6-3 0 15,-3 1 0-15,-2-1 0 0,1-1 0 16,1-4 0-16,0-3 0 16,-3-1 0-16,-2-12 0 15,6 15 0-15,-6-15 0 16,0 0 0-16,0 0 0 0,0 0 0 15,0 0 0-15,-6 5 0 16,6-5 0-16,-19 0 0 16,6 0 0-16,4 0 0 0,-12 0 0 15,4 3 0-15,-8-1 0 16,0 4 0-16,-9 1 0 16,-1 0 0-16,-4 1 0 15,-9 3 0-15,4 4 0 0,-6-2 0 16,5-1 0-16,5 1 0 15,4-4 0-15,12-3 0 16,15 1 0-16,9-7-55 16,0 0-38-16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23:39.98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3013 4890 330 0,'0'0'7'16,"0"0"2"-16,2-17 3 15,-2 9 3-15,0-4 2 16,-2-1 0-16,-7-1-1 16,0-3 1-16,-3 1-7 0,-11 4-2 15,-4 2-4-15,-6 0-1 16,-1 8-2-16,-6 0 0 16,-5 2 0-16,1 2 0 15,-4 2 0-15,6 4 0 0,-1 2 0 16,4 2-1-16,4 4 0 15,5 1-1-15,11 2 0 16,1 3 0-16,9 8 0 0,4 2 0 16,5 6-1-16,10 9 1 15,4 5 1-15,1 10-2 16,6 9 3-16,0 9 0 16,0 8 1-16,-1 9-1 15,-6 7 1-15,-2 6 0 0,-1 6 0 16,-9 3 1-16,1 4-3 15,-1 7 1-15,-2 1 0 16,-2 0-1-16,-1 2 0 16,3-3 0-16,0-2 0 0,0-1 1 15,0-6-1-15,0-4 0 16,0-9 0-16,0 2 0 16,0-11 0-16,0 0 0 15,0-5 1-15,-2-7 1 0,-2 2-1 16,1-5 1-16,-1 0 1 15,-1-2 0-15,1-3 1 16,1 1-2-16,-4-3-1 16,2-3 1-16,-1-5-1 0,-1-2 0 15,5-2 0-15,-1-6-1 16,3-2 0-16,-3-5 2 16,2-2-1-16,1-6 0 15,0 1 0-15,0-3 0 0,0 0 1 16,1-2-2-16,2-1 0 15,-3-2 0-15,3-1 0 16,-1-3 0-16,-2 3 0 16,0-4 0-16,0-3 0 0,0-1 0 15,0-4 0-15,-2-1 0 16,-1-3 0-16,-1-1 0 16,1-1 0-16,-2-5 0 15,0-2 0-15,2-1 0 0,1 0 0 16,2-10 0-16,-5 15 0 15,5-15 0-15,-7 15 0 16,7-15 0-16,-8 12 0 16,8-12 0-16,-8 10 0 0,8-10 0 15,0 0 0-15,-5 11 0 16,5-11 0-16,0 0 0 16,0 0 0-16,0 0 0 0,0 0 0 15,0 0 0-15,16 1 0 16,1-1 0-16,10-4 0 15,5-1 0-15,9-4 0 16,6 2 0-16,5 0 0 0,0 0 0 16,-2 5 0-16,-5-1 0 15,-6 3 0-15,-6 5 0 16,-8 0 0-16,-6 3 0 16,-10 0 0-16,-9-8 0 15,-7 18-84-15,7-18-4 0</inkml:trace>
  <inkml:trace contextRef="#ctx0" brushRef="#br0" timeOffset="1584.27">10097 4753 288 0,'0'0'4'0,"0"0"0"0,2-12 1 15,13 7 3-15,7-2 2 16,5-3 2-16,10 0 0 16,16 0 2-16,4 0-1 15,8-2-2-15,4 2 0 16,-2 0-3-16,-5 2-1 0,0 4-1 15,-12 4-2-15,-8 0 1 16,-10 12-1-16,-7 8 1 16,-9 10-1-16,-11 6 0 15,-3 12 0-15,-2 12-1 0,-2 11 1 16,-5 11-1-16,4 15 0 16,-3 6 2-16,6 11 0 15,0 8 0-15,0 4 1 0,6 6-1 16,1 6 0-16,1 1 0 15,-1 0-1-15,3 1-2 16,0 2 0-16,0 4-1 16,3-2-1-16,1-1 2 15,-1-1-2-15,1-3 1 0,4 1-1 16,-3-8 0-16,0-1 0 16,2-8 2-16,-2-1 0 15,-5-5 1-15,0-4-3 16,0-1 0-16,-5-8 0 0,2-2 0 15,0-11 0-15,2-1 0 16,-2-3 0-16,-1-8 0 16,5-6 0-16,-3-3 0 0,-1-8 0 15,-2-2 0-15,0-6 0 16,0-4 0-16,-3-5 0 16,0-6 0-16,2-4 0 15,-2-2 0-15,-2-7 0 0,5-1 0 16,-3 0 0-16,3-6 0 15,-2 1 0-15,-1 0 0 16,0-5 0-16,3 3 0 0,-5-4 0 16,3-1 0-16,0-1 0 15,-3-5 0-15,0-7 0 16,0 13 0-16,0-13 0 16,0 15 0-16,0-15 0 15,0 0 0-15,-8 12 0 16,8-12 0-16,-10 10 0 0,10-10 0 15,-12 11 0-15,12-11 0 16,-13 16 0-16,4-7 0 16,-3-1 0-16,-1 5 0 0,-4 2 0 15,-1-3 0-15,-5 3 0 16,-5-1 0-16,-1 2 0 16,-8 1 0-16,-3 3 0 15,-1-3 0-15,-5 3 0 0,-4-3 0 16,4 1 0-16,0-4 0 15,2 2 0-15,7-4 0 16,2-5 0-16,9 0 0 0,2-7-11 16,2-1-72-16,12-6-3 15</inkml:trace>
  <inkml:trace contextRef="#ctx0" brushRef="#br0" timeOffset="5417.97">11251 7111 506 0,'0'0'3'0,"0"0"-1"0,12-8-2 0,-12 8 0 16,16-11 0-16,-16 11 0 16,15-13 0-16,-15 13 0 15,10-10 0-15,-10 10 0 16,0 0 0-16,0 0-63 0,0 0-26 15</inkml:trace>
  <inkml:trace contextRef="#ctx0" brushRef="#br0" timeOffset="6451.34">12177 4826 266 0,'0'0'7'0,"-4"-16"3"0,0 4-1 16,-4-5 4-16,-4-1-1 15,-6-2 2-15,-7 3-1 16,-7-2 1-16,0 6-7 15,-8 5-2-15,-2 8-2 0,0 6 0 16,2 11-2-16,-3 6 0 16,6 6-2-16,10 8 0 15,3 7 0-15,4 11 0 16,7 5 0-16,8 5 0 0,5 8-1 16,8 11 3-16,6 9 0 15,4 5 1-15,4 10 2 16,-2 5 1-16,0 6-1 15,-3 10 1-15,1 2 1 16,-6 3 0-16,-1 6-1 0,-2 2 0 16,1 0-1-16,-3 3-1 15,-5 4 1-15,7 0-1 16,-4-3-2-16,-1 3 0 16,1-4 1-16,0 4 1 0,-5-5 1 15,0-5 0-15,0-10 1 16,-2-6 1-16,-6-7-1 15,4 4 1-15,-4-14-1 0,0-12-1 16,3-1 0-16,0-7-1 16,3-8-1-16,0 0-1 15,2-9 0-15,-3-4 0 16,3-6 0-16,-2-5-1 0,-1-1 1 16,1-6-1-16,2-3 0 15,0-4 0-15,-2-8 1 16,2 1-1-16,0-4 0 15,0-2 0-15,-4-2 0 0,4 0 0 16,0-3 0-16,0-2 0 16,0-4 1-16,6 2-1 15,-4-5 0-15,3-3 0 16,-5-10 1-16,7 12-1 0,-7-12 1 16,0 0 0-16,12 0 0 15,-12 0 1-15,18 0-1 16,-6-5 0-16,6 0 0 15,5 0 0-15,7-2-1 0,7 0-1 16,7 0-4-16,-1-6-15 16,8 2-58-16,-1 4-5 15</inkml:trace>
  <inkml:trace contextRef="#ctx0" brushRef="#br0" timeOffset="7300.39">12536 5034 306 0,'0'0'5'16,"0"0"1"-16,0 0 2 0,-14 0 1 16,6 4 1-16,-4 4 1 15,2 5 0-15,-3-1 2 16,-1 8-3-16,4 2-4 16,-1 3 0-16,11-2-1 0,0 2-1 15,8-2-1-15,7-3 1 16,3-5 0-16,3-3 0 15,9-7 2-15,0-5-1 16,2 0 1-16,-2-12 1 0,3-5-1 16,-8-6 1-16,-3-4-2 15,-7-5 0-15,-5-3-1 16,-10 1-1-16,-13 1 0 0,-4 3-2 16,-8 9 0-16,-4 5 0 15,-6 12-1-15,0 4-4 16,0 12-3-16,8 8-8 15,-3 9-22-15,10 6-43 16,8 7-2-16</inkml:trace>
  <inkml:trace contextRef="#ctx0" brushRef="#br0" timeOffset="7967.95">12552 6354 330 0,'0'0'7'0,"0"0"3"15,0-12 4-15,0 12 2 16,0-10 2-16,0 10 0 16,0 0 0-16,-11-8 1 0,4 13-7 15,-5 8-3-15,-1 4-3 16,3 5-3-16,3 6 0 15,2 1-2-15,3-1 0 16,2 1 0-16,7-5-1 0,3 1 1 16,10-8-1-16,2-4 0 15,7-8 1-15,1-5 0 16,2 0 1-16,-2-10 0 16,0-5 2-16,-5-7-1 15,-5-7 1-15,-9-4 0 0,-5-6-1 16,-6 4-3-16,-14-2 0 15,-9 5 0-15,-2 9 0 16,-7 4 0-16,-5 13 0 0,2 6 0 16,1 15-14-16,-1 13-44 15,10 2-25-15,7 4-2 16</inkml:trace>
  <inkml:trace contextRef="#ctx0" brushRef="#br0" timeOffset="8800.53">12573 7538 326 0,'0'0'6'0,"0"0"3"15,0 0 1-15,-12 0 0 16,12 0 2-16,-17 12 0 16,7 4 0-16,-2 3 0 15,0 3-5-15,6 6-3 0,4-2-1 16,2 2-1-16,7-1 0 15,11-7 0-15,4 0-1 16,5-10 2-16,6-2 2 16,-3-8 1-16,1-3 1 0,2-10 1 15,-6-2 0-15,-6-4 0 16,-2-8 1-16,-12-1-2 16,-4-5-2-16,-6 4-1 15,-8 2-1-15,-10 4-1 0,-4 4-2 16,-5 12-1-16,1 7-2 15,-4 7-6-15,6 15-16 16,-1 8-55-16,4 8-4 0</inkml:trace>
  <inkml:trace contextRef="#ctx0" brushRef="#br0" timeOffset="9536.54">12760 8512 458 0,'0'0'2'16,"0"0"2"-16,0 0 2 0,0 0 2 15,0 0 0-15,0 0 0 16,0 0 0-16,-5 10 1 16,0 6-9-16,0 7 0 0,0 7 0 15,-2 7 0-15,1 3 0 16,-1 2 0-16,2-1 0 16,-2 2 0-16,2-4 0 15,3-1 0-15,-4-6 0 0,6-7 0 16,-2-8-11-16,2-5-72 15,0-12-3-15</inkml:trace>
  <inkml:trace contextRef="#ctx0" brushRef="#br0" timeOffset="10517.58">12881 4751 322 0,'0'0'10'0,"0"0"0"0,0 0 2 0,6-8 3 0,-6 8 0 16,20-9 0-16,-3 1 0 15,6-2 1-15,1 3-8 16,11 0-4-16,3 2 1 0,4 2-2 15,5 3-1-15,-3 13 1 16,4 9-1-16,-11 10 1 16,3 16-1-16,-13 10 0 15,-4 17 0-15,-9 11 0 0,-4 16 1 16,-7 15 0-16,-3 6 0 16,0 9 0-16,-3 7 0 15,0 6 0-15,3 4 1 16,0 5 0-16,3 1-1 0,3 7 0 15,0-1-1-15,0 3 1 16,-1-1 0-16,-1 3-2 16,2-2 1-16,-3 1-2 15,-1-5 0-15,5-5 0 16,-2-2 0-16,0-2 0 0,0-2 0 16,0-7 0-16,-2-9 0 15,4-4 0-15,-5-2 0 0,1-9 0 16,-1-6 0-1,1-11 0-15,1-4 0 0,-4-13 0 16,0-8 0-16,0-8 0 16,0-13 0-16,0-8 0 15,0-11 0-15,0-8 0 0,-2-8 0 16,2-7 0-16,-2-5 0 16,2-8 0-16,0 0 0 15,0 0 0-15,0 0 0 16,0 0 0-16,0 0 0 0,0 0 0 15,-8 3 0-15,8-3 0 16,-9 0 0-16,9 0 0 16,-16-4 0-16,4 1 0 0,-3 0 0 15,-4-1 0-15,-4-1 0 16,-4-4 0-16,-3 1 0 16,-5 0 0-16,0-5 0 15,-2 1 0-15,-3-8-23 16,-2-2-60-16,10-5-3 0</inkml:trace>
  <inkml:trace contextRef="#ctx0" brushRef="#br0" timeOffset="10867.85">13865 6782 448 0,'0'0'3'0,"0"0"1"0,0 0 0 16,14-10 0-16,-5 8 0 15,3-5-3-15,6 4-9 16,0 3-34-16,3-3-36 0,0 1-2 16</inkml:trace>
  <inkml:trace contextRef="#ctx0" brushRef="#br0" timeOffset="11000.39">13744 6934 469 0,'0'0'2'0,"0"0"2"0,0 0 1 15,0 0 1-15,18 0 0 16,4-6 0-16,10 1-2 16,5-7-9-16,14-11-54 0,5 9-22 15,4-3-3-15</inkml:trace>
  <inkml:trace contextRef="#ctx0" brushRef="#br0" timeOffset="12267.45">14830 4664 318 0,'0'0'7'0,"3"-11"1"15,-1-3 2-15,-2 4 1 16,-2-4 0-16,-9 2 1 16,-6-3 0-16,-5 3 0 0,-11 6-6 15,-6 3-2-15,-6 3-2 16,-4 9-1-16,-2 5-1 16,5 6 1-16,-2 6 0 15,6 7 0-15,8 5 0 0,0 6 3 16,10 11-1-16,6 4 0 15,9 8 1-15,9 5 2 16,2 9-4-16,10 9 4 16,6 7-1-16,1 4-1 0,4 8 1 15,2 2-1-15,-2 7-1 16,-4 5 1-16,-1 3-1 16,-6 3-1-16,1-1-1 15,-4 3 0-15,-4 5 0 0,2-6-1 16,-1 3 2-16,-1 2-1 15,0-4 1-15,4 0-1 16,-4-1 1-16,3 0-1 0,0-3 0 16,1-9 2-16,-2 1-1 15,-7-7 1-15,0-4 0 16,0-1 1-16,-4-8 0 16,-6 0-1-16,-4-4-3 15,3 1 0-15,-1-2 0 0,1 0 0 16,4-2 0-16,2 2 0 15,-2-5 0-15,7-2 0 16,0 0 0-16,0-8 0 0,3-3 0 16,-1-3 0-16,0-9 0 15,1-7 0-15,-1-8 0 16,3-4 0-16,1-10 0 16,-4-5 0-16,3-8 0 15,-3-5 0-15,1-4 0 0,-1-6 0 16,-2-7 0-16,5 13 0 15,-5-13 0-15,0 0 0 16,0 0 0-16,0 0 0 16,5 10 0-16,-5-10 0 0,0 0 0 15,0 10 0-15,0-10 0 16,0 7 0-16,0-7 0 16,0 0 0-16,0 9 0 15,0-9 0-15,0 0 0 0,8 3 0 16,2-3 0-16,2 0 0 15,5 0 0-15,6-3 0 16,5-2 0-16,4-2 0 0,2 6 0 16,1-8 0-16,0 5 0 15,-5 0 0-15,-8 3 0 16,0-2 0-16,-7 1 0 16,-7 2 0-16,-8 0 0 0,0 0 0 15,0 0-17-15,0 0-67 16,0 0-2-16</inkml:trace>
  <inkml:trace contextRef="#ctx0" brushRef="#br0" timeOffset="13417.25">14914 5036 366 0,'0'0'6'0,"0"0"2"0,0 0 2 16,-12-10 0-16,2 7 2 15,-6 3 0-15,-2 0 2 16,-5 5-1-16,-4 8-4 16,-1 5-2-16,1 1-3 0,2 8 0 15,1 0-2-15,8 2-1 16,4-1 0-16,6 0-1 16,6-1 0-16,9-5 1 15,7-4-3-15,6-4-3 0,7-9-9 16,8 1-29-16,4-4-37 15,2-2-2-15</inkml:trace>
  <inkml:trace contextRef="#ctx0" brushRef="#br0" timeOffset="13836.02">15215 4947 418 0,'0'0'7'16,"0"0"2"-16,-7-13 1 0,7 13 0 15,-18-5 1-15,8 5 1 16,-4 3-1-16,-2 7 1 16,0 5-6-16,0 9-3 0,4 4-1 15,-3 6-2-15,7 1 0 16,4 2 0-16,4-7 0 16,4 3 0-16,8-8 0 15,6-6 0-15,5-5 0 16,3-6 0-16,2-8 0 0,2-2 0 15,0-11 0-15,-5-7 0 16,0-4 0-16,-9-8 0 16,-4-4 0-16,-8-3 0 0,-4 2 0 15,-10 2 0-15,-10 6 0 16,-5 4 0-16,-6 7 0 16,2 8 0-16,-5 10 0 15,4 4 0-15,2 10 0 16,9 5 0-16,6 6 0 0,7 3 0 15,12 1 0-15,10 1 0 16,3 2 0-16,11-2 0 16,6-4-15-16,3-5-35 15,3-6-36-15,3-5-1 0</inkml:trace>
  <inkml:trace contextRef="#ctx0" brushRef="#br0" timeOffset="14001.58">15566 5110 430 0,'0'0'3'0,"0"0"2"0,-8 5 0 0,3 5 1 16,0 0 1-16,3 8-1 15,-3 1 0-15,2 4 0 16,3 4-3-16,0-2-4 0,5 0-10 16,0-6-27-16,5 1-42 15,3-3-1-15</inkml:trace>
  <inkml:trace contextRef="#ctx0" brushRef="#br0" timeOffset="14735.98">16368 4972 416 0,'0'0'7'0,"8"-15"2"16,-4 5 2-16,4-1 1 16,-6-3 0-16,0-4 1 0,1 6 0 15,-3-2 0-15,-7 3-8 16,-5 1-5-16,-6 8 0 15,-1 2 0-15,-2 2 0 16,-1 11 0-16,5-1 0 0,-1 6 0 16,8-1 0-16,6 5 0 15,4 0 0-15,2-2 0 16,12 3 0-16,6-1 0 16,8 0 0-16,4-4 0 0,3-3 0 15,0 2 0-15,-3-2 0 16,0-3 0-16,-9 1 0 15,-3 2 0-15,-8-3 0 16,-12-2 0-16,-2 1 0 0,-16 2-3 16,-7-5-1-16,-4 2-2 15,-7 0-2-15,-3-8-10 16,2 3-21-16,4-5-44 16,-1 0-1-16</inkml:trace>
  <inkml:trace contextRef="#ctx0" brushRef="#br0" timeOffset="15167.53">16758 4865 433 0,'0'0'5'0,"0"0"2"16,-5-8-1-16,5 8 2 15,-19 0 0-15,6 8 0 16,-5 0 1-16,-2 4 0 0,3 6-6 15,-2 3 0-15,1 7-1 16,6-1 0-16,7 0-1 16,5 1 0-16,2-3-1 0,8-6 1 15,10-5 0-15,7-1 0 16,0-9 0-16,3-4 1 16,-3-8-2-16,3-8 0 15,-7-3 0-15,-3-6 0 0,-6-7 0 16,-9 0 0-16,-5-6 0 15,-2 3 0-15,-10 4 0 16,-8-2 0-16,-3 9 0 16,-4 6 0-16,-2 8 0 15,1 10 0-15,3 8 0 0,5 6 0 16,3 11 0-16,9 3 0 16,6 6 0-16,4 3 0 15,11 1 0-15,9-1 0 16,5 0 0-16,5-7-9 0,9-3-37 15,-2-5-38-15,1-7-3 16</inkml:trace>
  <inkml:trace contextRef="#ctx0" brushRef="#br0" timeOffset="15369.11">17220 4932 472 0,'0'0'3'0,"0"0"0"0,0 0 2 15,-8 10-1-15,8 2 1 16,-2 6 0-16,0 7 0 16,2 1 0-16,0 10-3 15,0-4-3-15,0 2-6 16,0-2-19-16,-10 0-56 16,13-2-4-16</inkml:trace>
  <inkml:trace contextRef="#ctx0" brushRef="#br0" timeOffset="15900.58">18052 4878 431 0,'0'0'7'15,"0"0"1"-15,5-8 2 16,-5 8 1-16,4-10 0 0,-4 10 1 16,0 0-1-16,-11-3-1 15,1 6-10-15,1 12 0 16,-2 5 0-16,6 5 0 16,3 2 0-16,2 5 0 15,7-2 0-15,11 2 0 0,8-7 0 16,5-3 0-16,6-5 0 15,5-7 0-15,-1-5 0 0,0-5 0 16,-1-7 0 0,-3-8 0-16,-10-5 0 0,-5-5 0 15,-9-5 0-15,-5-2 0 16,-8-5 0-16,-13 7 0 16,-12 3 0-16,-5 8 0 15,-4 4 0-15,-1 15-13 0,-2 2-72 16,2 13-2-16</inkml:trace>
  <inkml:trace contextRef="#ctx0" brushRef="#br0" timeOffset="16600.91">14599 6673 333 0,'0'0'10'0,"0"0"5"16,0 0 3-16,0 0 2 16,0 0 1-16,4 3 1 15,-4-3 1-15,18 0 1 0,-4 0-10 16,2 0-3-16,1-3-11 15,6 1 0-15,2-1 0 16,-3 1 0-16,6 2 0 16,-4 0 0-16,-2-2 0 0,3 2-15 15,13-3-67-15,-18 1-3 16</inkml:trace>
  <inkml:trace contextRef="#ctx0" brushRef="#br0" timeOffset="16983.95">15134 6485 488 0,'0'0'4'0,"0"0"1"16,0-13 0-16,0 13 2 16,-6-13-5-16,-1 4-2 15,-5 5 0-15,-6-1 0 0,-3 5 0 16,0 1 0-16,-2 10 0 15,1 2 0-15,2 6 0 16,2 1 0-16,9 3 0 16,6-1 0-16,3 0 0 15,12 0 0-15,9-2 0 0,4-3 0 16,5-1 0-16,2 1 0 16,3-8 0-16,-3 4 0 15,-5-6 0-15,-5 6 0 16,-2-6 0-16,-10 5 0 0,-6-2 0 15,-4 0 0-15,-9-2 0 16,-12 2 0-16,5-3 0 16,-12 1 0-16,1-1 0 15,-5-2 0-15,-1-5 0 0,4 4 0 16,-4-4-27-16,3-4-56 16,10-4-3-16</inkml:trace>
  <inkml:trace contextRef="#ctx0" brushRef="#br0" timeOffset="17419.59">15392 6467 438 0,'0'0'5'0,"0"0"3"0,0 0 1 16,-3-8 1-16,3 8 1 16,-13 0 1-16,4 1 0 15,-4 6-6-15,3 10-6 16,-6-1 0-16,0 9 0 0,1 7 0 15,2-3 0-15,4 2 0 16,4 0 0-16,2-3 0 16,3-4 0-16,5-1 0 15,5-8 0-15,8-6 0 0,4-3 0 16,0-4 0-16,1-4 0 16,2-6 0-16,-5-6 0 15,-1-6 0-15,-1-3 0 16,-9-6 0-16,-4-3 0 0,-2-1 0 15,-6 0 0-15,-9 1 0 16,-6 8 0-16,-3 3 0 16,-4 7 0-16,-3 10 0 0,6 4 0 15,-3 9 0-15,5 8 0 16,7 6 0-16,9 4 0 16,4 0 0-16,13 6 0 15,8-4 0-15,7 4 0 16,4-9 0-16,11 1 0 0,-1 9-54 15,8-21-32-15,6-3-2 16</inkml:trace>
  <inkml:trace contextRef="#ctx0" brushRef="#br0" timeOffset="17900.91">16721 6492 444 0,'0'0'6'0,"0"-8"3"0,0 8 1 16,0-18 2-16,-5 5 1 15,3 1 1-15,-9-1-11 16,-1-2-3-16,0 11 0 0,-13 1 0 15,0 3 0-15,-5 10 0 16,0 8 0-16,0 4 0 16,3 6 0-16,5 1 0 15,9 2 0-15,6-1 0 16,7 0 0-16,2-5 0 0,16 0 0 16,4-6 0-16,10-4 0 15,3-7-7-15,3-1-78 16,11-7-2-16</inkml:trace>
  <inkml:trace contextRef="#ctx0" brushRef="#br0" timeOffset="18319.09">17056 6391 468 0,'0'0'6'0,"0"0"1"0,-9-10 0 15,9 10 1-15,-18-5 1 16,6 5-3-16,-6 3-6 15,1 4 0-15,-3 8 0 16,0 7 0-16,3 3 0 0,-1 7 0 16,8-2 0-16,0 4 0 15,7-1 0-15,3-3 0 16,10-3 0-16,3-2 0 0,5-8 0 16,6-7 0-16,-1-3 0 15,4-7 0-15,0 0 0 16,-2-7 0-16,1-8 0 15,-7-5 0-15,1-8 0 0,-10-1 0 16,-3-8 0-16,-6 2 0 16,-1 3 0-16,-8-5 0 15,-9 10 0-15,-1 2 0 16,-7 10 0-16,3 8 0 16,0 7 0-16,-1 2 0 0,3 13 0 15,5 2 0-15,8 6 0 16,7 4 0-16,5 0 0 15,7 2 0-15,11-1 0 16,4-6 0-16,5 3 0 0,1-15 0 16,8 0-73-16,0-2-15 15</inkml:trace>
  <inkml:trace contextRef="#ctx0" brushRef="#br0" timeOffset="18550.05">17404 6492 494 0,'0'0'4'0,"0"0"1"0,0 0 1 15,0 0-4-15,0 15-2 16,5-5 0-16,0 8 0 16,0 7 0-16,0-1 0 0,2 6 0 15,0 4 0-15,2 6 0 16,-4-5 0-16,-1 2 0 15,-4 17-43-15,0-26-45 16</inkml:trace>
  <inkml:trace contextRef="#ctx0" brushRef="#br0" timeOffset="19325.93">18360 6401 458 0,'0'0'5'0,"0"0"2"0,0 0 0 15,0 0 2-15,-7-8 0 16,7 8 0-16,-14 0-2 16,1 3-7-16,-2 7 0 0,0 7 0 15,3 8 0-15,-1 2 0 16,3 5 0-16,5-3 0 15,5 7 0-15,10-4 0 16,3-5 0-16,6-4 0 16,6-6 0-16,5-7 0 0,5-3 0 15,-1-7 0-15,-4-4 0 16,3-9 0-16,-6-4 0 16,-7-8 0-16,-5-2 0 0,-7-8 0 15,-8 0 0-15,-14-2 0 16,-2 2 0-16,-11 6 0 15,-3 7 0-15,-5 9 0 16,-5 3 0-16,-7 10-81 16,12 12-6-16</inkml:trace>
  <inkml:trace contextRef="#ctx0" brushRef="#br0" timeOffset="20200.91">15198 8026 397 0,'0'0'6'0,"-4"-10"3"0,4 10 1 0,-7-15 2 15,7 15 0-15,-12-10 1 16,-1 7 0-16,-1 3 0 16,0 6-5-16,-4 8-3 15,0 6-1-15,1 5-2 0,2 4 0 16,5 7 0-16,3-4-1 15,7 3 1-15,2-6-2 16,10-1 0-16,11-8 0 0,2-3 0 16,7-8 0-16,5-6 0 15,5-3 0-15,1-8 0 16,-1-6 0-16,-3-4 0 16,-5-1 0-16,-9-9 0 15,-4-1 0-15,-14-3 0 16,-7 2 0-16,-9-2 0 0,-11 4 0 15,-4 6 0-15,-6 4 0 16,0 6 0-16,0 12-23 16,3 17-57-16,6-7-4 15</inkml:trace>
  <inkml:trace contextRef="#ctx0" brushRef="#br0" timeOffset="20684.25">16758 7974 455 0,'0'0'4'0,"0"0"2"0,0 0 0 16,-3-13 0-16,3 13-1 15,-9 0 2-15,-3 0-1 16,1 8 0-16,-3 4-3 0,3 6-2 16,-1 1 0-16,5 6 1 15,4 0-1-15,3 6 1 16,5-12-2-16,14 3 0 0,9-2 0 15,7-8 0-15,7-8 0 16,5-4 0-16,3 0 0 16,0-8 0-16,-3-9 0 15,-8-2 0-15,-9-6 0 0,-7-4 0 16,-11 0 0-16,-12-7 0 16,-7 2 0-16,-12 2 0 15,-11 3 0-15,-6 5 0 16,-3 10 0-16,-1 4 0 0,2 10 0 15,4 5-22-15,12 10-61 16,12 5-1-16</inkml:trace>
  <inkml:trace contextRef="#ctx0" brushRef="#br0" timeOffset="21038.04">18448 7647 470 0,'0'0'4'0,"7"-11"2"0,-7 11 2 0,15-17 1 16,-8 8 1-16,1 2-6 15,-8 7-4-15,10-11 0 16,-10 11 0-16,0 26 0 0,0 5 0 16,-2 6 0-16,2 15 0 15,0 3 0-15,0 7 0 16,7 2 0-16,-2-4 0 0,9-13-38 15,-6 8-47-15,0-4-4 16</inkml:trace>
  <inkml:trace contextRef="#ctx0" brushRef="#br0" timeOffset="22017.51">15463 9240 352 0,'0'0'9'0,"0"-10"4"0,0 10 2 0,-5-12 1 16,5 12 0-16,-14-13 1 15,3 8 1-15,-1 4 0 16,-5 1-9-16,0 8-3 0,-3 10-2 15,-1 4-1-15,2 6-1 16,1 1-1-16,6 4 0 16,3 1 0-16,5-4-1 15,8 0 1-15,12-8 0 0,5-1 0 16,8-10 0-16,9-3 0 16,6-6 1-16,-1-2-1 15,3-10 1-15,0-5-2 16,-9-5 0-16,-3-4 0 15,-6-3 0-15,-10-3 0 0,-11-5 0 16,-5 2 0-16,-4 0 0 16,-16 3 0-16,-1 5 0 15,-9 5 0-15,-1 8 0 0,-6 6 0 16,5 6 0-16,-2 0-2 16,9 13-17-16,3-1-25 15,8 6-39-15,9 2-1 16</inkml:trace>
  <inkml:trace contextRef="#ctx0" brushRef="#br0" timeOffset="22467.77">16716 9205 454 0,'0'0'5'0,"0"0"1"0,-2-12 1 16,2 12 0-16,-14-8 1 0,5 5 0 16,-1 3 0-16,-5 0 0 15,0 9-8-15,0 5 0 16,3 6 0-16,5 6 0 15,2-1 0-15,5 6 0 0,7-4 0 16,10 1 0-16,8-7 0 16,10-3 0-16,3-6 0 15,11-7 0-15,1-5 0 16,4-2 0-16,-2-11 0 0,-2-4 0 16,-10-6 0-16,-6-6 0 15,-6-1 0-15,-16-5 0 16,-9-2 0-16,-8 4 0 15,-17 0 0-15,-6 5 0 16,-6 8 0-16,-9 6 0 0,1 9 0 16,-6 5 0-16,11 9-34 15,23 7-50-15,-9 6-2 16</inkml:trace>
  <inkml:trace contextRef="#ctx0" brushRef="#br0" timeOffset="22954.72">18619 9079 431 0,'0'0'4'15,"0"0"1"-15,0 0 1 16,-2-12 1-16,2 12 0 16,-18-5 2-16,9 2 0 0,-7 3 1 15,-3 0-4-15,1 8-1 16,-5 6-1-16,4 4-2 15,4 4 0-15,0 6-1 16,11-2-1-16,0 2 1 16,10-1-1-16,11-2 0 0,5-4 2 15,8-3-2-15,7-5 0 16,3-6 0-16,0-2 0 16,2-5 0-16,-5-7 0 15,-2-8 0-15,-8-7 0 0,-6-2 0 16,-12-7 0-16,-9 2 0 15,-5-6 0-15,-11 5 0 16,-7 0 0-16,-9 10 0 0,-1 3 0 16,-1 5 0-16,4 12-78 15,2 4-8-15</inkml:trace>
  <inkml:trace contextRef="#ctx0" brushRef="#br0" timeOffset="23984.45">19330 5101 405 0,'0'0'6'0,"0"0"4"0,0 0 0 15,0 0 2-15,0 0 1 16,0 0 1-16,7 0 1 16,3 0 1-16,5 0-6 0,10-3-10 15,10 0 0-15,2-1 0 16,11-2 0-16,3-1 0 16,2 2 0-16,-1-2 0 15,-8 4 0-15,-4-1 0 16,-10 1 0-16,-5 0 0 0,-10 1 0 15,-5 2 0-15,-10 0 0 16,0 0 0-16,0 0 0 16,0 0 0-16,0 0 0 0,0 8 0 15,0-8 0-15,0 0 0 16,-12 7 0-16,12-7-84 16,0 0-6-16</inkml:trace>
  <inkml:trace contextRef="#ctx0" brushRef="#br0" timeOffset="24467.85">20112 5022 466 0,'0'0'2'0,"0"0"1"16,0 0 0-16,0 0 1 0,0 0-1 15,0 0 2-15,-5 6-1 16,5-6 2-16,0 13-2 16,0-13-1-16,5 12 1 15,8-9 0-15,-1-3-4 0,11-3 0 16,-1-4 0-16,3-8 0 16,4-7 0-16,1-3 0 15,-2-5 0-15,-1-7 0 16,-2-2 0-16,-6-11 0 0,-1 0 0 15,-11-6 0-15,-2 1 0 16,-5-1 0-16,-9 5 0 16,-6 2 0-16,-5 10 0 15,-3 8 0-15,-2 9 0 0,-1 14 0 16,1 8 0-16,-3 16 0 16,6 14 0-16,2 6 0 15,8 13 0-15,4 7 0 16,8 3 0-16,3 3 0 15,9 3 0-15,10-7 0 0,1 0 0 16,7-6 0-16,-3-10 0 16,10-2 0-16,-5-13-21 15,-2-7-65-15,8-6-2 16</inkml:trace>
  <inkml:trace contextRef="#ctx0" brushRef="#br0" timeOffset="24667.44">20640 4816 469 0,'0'0'5'0,"0"0"0"0,0 0 0 0,0 0 1 15,0 0 1-15,0 14 0 16,4 4 0-16,4 7-7 16,-3 5 0-16,2 6 0 0,0 6 0 15,4 0 0-15,-2 2 0 16,-4 2 0-16,5-2-3 15,-10-2-81-15,6-9-3 0</inkml:trace>
  <inkml:trace contextRef="#ctx0" brushRef="#br0" timeOffset="25818.78">20081 6322 344 0,'0'0'8'0,"0"0"5"0,0 0 6 16,0 0-1-16,0 0 1 16,0 0 1-16,0 0-1 15,0 0 0-15,-6 0-7 16,-6 12-5-16,-1 8-4 16,1 5-1-16,-1 7-1 0,1-1 0 15,5 7 0-15,4-1 0 16,3-1-1-16,5-10 1 15,7 2 0-15,6-12-1 0,4 0 2 16,3-8-2-16,2-7 0 16,3-2 0-16,0-12 0 15,0-2 0-15,-5-7 0 16,-3-8 0-16,-5-8 0 16,-6 4 0-16,-6-8 0 0,-5 2 0 15,-5 3 0-15,-8 3 0 16,-7 6 0-16,-4 6 0 15,-1 9 0-15,-3 12 0 0,-2 1 0 16,5 11 0-16,-2 9-6 16,10-18-66-16,4 31-12 15</inkml:trace>
  <inkml:trace contextRef="#ctx0" brushRef="#br0" timeOffset="27067.56">20001 7771 359 0,'0'0'7'0,"0"0"4"0,0 0 3 0,0-8 0 16,0 8 2-16,0 0-1 15,-8-5 1-15,-2 8-1 16,1 7-5-16,-4 2-4 0,0 8-2 16,1 2-2-16,4 6 0 15,1-1 0-15,5 3 0 16,2-6 0-16,9 1 0 15,9-5 0-15,10-2 0 16,-1-9-1-16,10-4 1 0,0-3 0 16,0-2 1-16,-2-5-3 15,-5-6 0-15,-5-7 0 16,-7-2 0-16,-9 0 0 16,-9-8 0-16,-2 2 0 0,-14-2 0 15,0 3 0-15,-9 3 0 16,-3 5 0-16,1 10 0 15,-7 4 0-15,8 6 0 0,-4 4-13 16,13 10-71-16,4 5-3 16</inkml:trace>
  <inkml:trace contextRef="#ctx0" brushRef="#br0" timeOffset="27501.09">20149 8796 480 0,'0'0'2'0,"0"0"1"16,0-9 2-16,0 9 2 0,0 0 0 15,0-8 0-15,0 8-7 16,-5 8 0-16,3 11 0 15,-3 8 0-15,0 14 0 16,3 3 0-16,-3 6 0 0,-1 4 0 16,4 3 0-16,0-5 0 15,2-5 0-15,0-10 0 16,0-1 0-16,-3-15-14 16,-4-4-71-16,7-17-4 0</inkml:trace>
  <inkml:trace contextRef="#ctx0" brushRef="#br0" timeOffset="28717.66">20562 4364 316 0,'0'0'7'0,"0"0"0"0,0-10 2 15,0 10 1-15,8-12 2 16,1 2 3-16,7-2 1 0,3-1 0 16,6 1-5-16,5 2-3 15,7 3 0-15,3 2-3 16,5 2-1-16,-3 3-2 16,3 6-1-16,-1 3 0 0,-7 11-2 15,-4 7 1-15,-3 5-1 16,-11 11 0-16,4 9 1 15,-11 7 0-15,-1 11 0 16,-7 11 0-16,-4 11 0 16,0 4 1-16,0 14 0 0,0 7 1 15,0 3 3-15,-2 7 1 16,2 3 0-16,0 7 1 16,2-3 0-16,3 10 0 15,2 2 0-15,6 5 0 0,-1-2-4 16,-4 4-2-16,2 1 0 15,0-1 0-15,0-4 0 16,-2-5 0-16,-1-3 1 0,-2-4-2 16,-3-7 0-16,5 0 0 15,2-10 0-15,-2 0 0 16,2-4 0-16,-1-4 0 16,-3-7 0-16,3 0 0 0,-4-8 0 15,1-1 0-15,-2-8 0 16,-3-3 0-16,0-7 0 15,0-4 0-15,-5-7 0 16,0-5 0-16,3-10 0 16,-3 0 0-16,2-13 0 15,0-2 0-15,3-6 0 0,0-6 0 16,0-4 0-16,0-3 0 16,0-3 0-16,3-3 0 15,0-2 0-15,-3 0 0 0,0-10 0 16,2 12 0-16,-2-12 0 15,3 13 0-15,-3-13 0 16,2 12 0-16,-2-12 0 0,2 10 0 16,-2-10 0-16,0 12 0 15,0-12 0-15,0 10 0 16,0-10 0-16,0 0 0 16,0 9 0-16,0-9 0 15,0 0 0-15,-7 8 0 0,7-8 0 16,-18 10 0-16,6-7 0 15,-8 0 0-15,0-2 0 16,-6 2 0-16,-7 2 0 16,-2-5 0-16,-2 3 0 0,-3-3-4 15,5-3-54-15,3 3-28 16,2 0 0-16</inkml:trace>
  <inkml:trace contextRef="#ctx0" brushRef="#br0" timeOffset="29967.42">22080 4330 361 0,'0'0'5'0,"0"-10"3"16,0-3 1-16,-7 4 0 15,-3-5 0-15,-6-4 1 0,-3 0 1 16,-3 1 1-16,-10 7-5 15,-6 0-1-15,-6 10-1 16,2 2-1-16,-4 16-1 16,2 7-1-16,-1 11 0 0,5 8-2 15,11 12 0-15,3 9-1 16,14 6 0-16,8 11 1 16,4 5 0-16,12 4 0 15,10 7 0-15,3 7 2 16,2 5-1-16,0 6 4 0,1 1-1 15,-3 3 0-15,-3 7 0 16,-5-3 0-16,1 5 0 16,-6 2-1-16,1 1 0 0,-3-1-2 15,-6 0-1-15,-4 0 0 16,0-2 0-16,-4-1 0 16,-6-1 1-16,-1-5 1 15,-3-4-1-15,-4 1 1 0,1-2-1 16,0-4 0-16,5-4 1 15,-2-4 0-15,2-4 1 16,3 1-3-16,-2-8 0 16,9-5 0-16,-1-5 0 15,1-2 0-15,-3-3 0 0,3-2 0 16,-1-5 0-16,-1-3 0 16,-5-7 0-16,2 3 0 15,-2-8 0-15,1-3 0 16,3-2 0-16,-5-2 0 0,3-6 0 15,0 1 0-15,1-6 0 16,3-4 0-16,1-2 0 16,2-4 0-16,-3-2 0 0,3-7 0 15,0-2 0-15,0 0 0 16,3-4 0-16,-1-3-2 16,-2-11 1-16,0 14 0 15,0-14 0-15,0 7 1 16,0-7-1-16,0 0 0 0,3 12 1 15,-3-12 0-15,0 0-1 16,0 13 1-16,0-13 0 16,0 0 0-16,6 10 0 15,-6-10 0-15,9 5 0 0,-9-5 1 16,17 5-1-16,-2-2 1 16,8-3 0-16,4 1 0 15,11-1 1-15,6 0 0 16,11 0-2-16,2 0 0 0,5 0 0 15,-2 0 0-15,-1 0 0 16,-9 0 0-16,-8 0 0 16,-12-4-4-16,-8 4-14 0,-14 0-27 15,-8 0-38-15,-11-5-1 16</inkml:trace>
  <inkml:trace contextRef="#ctx0" brushRef="#br0" timeOffset="30867.54">22540 4642 447 0,'0'0'5'0,"0"0"1"16,-5-7 0-16,5 7 1 0,-10-6 0 15,10 6 0-15,-8 6 0 16,1 6 0-16,5 8-4 16,-1 7-1-16,3 5 0 15,5 5-1-15,2 3 0 0,1-3 0 16,0 1 1 0,1-6-2-16,3-6 0 0,-3-3 0 15,-2-3 0-15,-2-8 0 16,-5-12 0-16,0 7 0 15,0-7 0-15,-8-4 0 0,-1-9 0 16,-4-7 0-16,-2-5 0 16,2-7 0-16,-3-5 0 15,0-4 0-15,6-7 0 0,1 2 0 16,3-2 0-16,6 3 0 16,2 4 0-16,11 9 0 15,4 4 0-15,8 8 0 0,5 11 0 16,5 3 0-16,3 9 0 15,-3 12 0-15,-1 5 0 16,-2 6 0-16,-9 5 0 16,-6 0 0-16,-6 4 0 15,-11 0 0-15,0-5-5 0,-16 0-2 16,-2-1-12-16,-12-4-25 16,4-3-39-16,-1-4-2 15</inkml:trace>
  <inkml:trace contextRef="#ctx0" brushRef="#br0" timeOffset="31351.5">22905 4878 445 0,'0'0'6'0,"0"0"1"0,0 0 2 15,0-11 1-15,0 11 1 16,0-12 0-16,0 12-1 0,0-10-8 16,0 10-2-16,10-7 0 15,-1 7 0-15,7 0 0 16,-2 4 0-16,2 5 0 0,2 0 0 16,-1 4 0-16,-8 0 0 15,2 4 0-15,-9-6 0 16,-2 7 0-16,-2-3 0 15,-9-5 0-15,2 0 0 16,-3-3 0-16,-2-2 0 0,5-5 0 16,2 0 0-16,7 0 0 15,-11-18 0-15,11 1 0 16,6-3 0-16,6-1 0 16,2-4 0-16,4 0 0 0,0 2 0 15,-1 2 0-15,-2 3 0 16,0 11 0-16,-6 4 0 15,-9 3 0-15,13 15 0 0,-10 5 0 16,1 4 0-16,1 9 0 16,0-3 0-16,6 6 0 15,-2-3-8-15,9 1-28 16,4 1-47-16,0-3-4 16</inkml:trace>
  <inkml:trace contextRef="#ctx0" brushRef="#br0" timeOffset="32067.77">22538 5920 426 0,'0'0'6'0,"0"0"2"15,4-14 2-15,-4 14 1 16,0-15 1-16,0 5 0 0,0 10 0 16,5-13 0-16,-5 13-10 15,0 8-2-15,0 7 0 16,0 10 0-16,0 1 0 15,0 10 0-15,3-3 0 16,1 3 0-16,5-6 0 0,-5-1 0 16,4-7 0-16,-4-7 0 15,-1-2 0-15,-3-13 0 16,0 0 0-16,0 0 0 16,0 0 0-16,-5-15 0 15,0-8 0-15,-2-4 0 0,0-3 0 16,1-4 0-16,4-3 0 15,2 0 0-15,0 0 0 16,8 2 0-16,6 5 0 0,9 8 0 16,2 2 0-16,1 9 0 15,8 7 0-15,0 7 0 16,-4 6 0-16,0 8 0 0,-6 6 0 16,-5-1 0-16,-6 6 0 15,-7-4 0-15,-6 1 0 16,-8-3 0-16,-9 1 0 15,-6-3 0-15,-6-6-2 16,-1 6-14-16,-7-10-15 0,2 3-52 16,8-7-4-16</inkml:trace>
  <inkml:trace contextRef="#ctx0" brushRef="#br0" timeOffset="32500.56">22993 5938 392 0,'0'0'3'16,"0"0"2"-16,0 0 1 0,-11 12 1 15,11-12 0-15,-7 17 0 16,2-4 0-16,2-1 1 16,3 3-3-16,0-2-1 0,8-4 0 15,5-2-1-15,6 1 1 16,6-8 2-16,0-2 0 15,2-6 0-15,1-4 0 16,-2-3 1-16,-1-2-1 16,-7-3 0-16,-3 3 0 0,-7-1-6 15,-3 6 0-15,-3 2 0 16,-2 10 0-16,0 0 0 16,0 0 0-16,0 4 0 15,0 14 0-15,5 4 0 16,0 3 0-16,4 4 0 0,2 4 0 15,-1-4 0-15,3 4 0 16,-4-3 0-16,1 0 0 16,-5-5 0-16,-5 1 0 0,0 1 0 15,-12-4-5-15,-4-1 1 16,-3 0-2-16,-11-1-3 16,-5-1-9-16,-6-18-50 15,-2 17-15-15</inkml:trace>
  <inkml:trace contextRef="#ctx0" brushRef="#br0" timeOffset="33184.3">22498 7129 483 0,'0'0'3'16,"0"0"-1"-16,0 0 1 15,0 0 0-15,3 13 0 0,1 1-1 16,1 7 2-16,0 5-1 16,0 4-2-16,0 4-1 15,5 4 1-15,-3-1-1 16,5 0 1-16,-3-2-1 0,0-5 0 15,-2-6 2-15,-2-6-2 16,-1-1 0-16,-4-17 0 16,0 10 0-16,0-10 0 15,-13-12 0-15,3-6 0 0,-3-4 0 16,1-5 0-16,0-8 0 16,-1-4 0-16,3-8 0 15,3 1 0-15,1-3 0 0,4 3 0 16,2 1 0-16,8 7 0 15,7 4 0-15,0 7 0 16,4 12 0-16,6 1 0 16,0 7 0-16,3 7 0 15,-3 14 0-15,-1 2 0 0,-2 4 0 16,-4 7 0-16,-8 1 0 16,-5 2 0-16,-5-1 0 15,-3 1 0-15,-9-3 0 16,-6-4 0-16,-4 1 0 0,-2-6 0 15,-4-1-10-15,-2-2-14 16,3-3-59-16,4-2-3 16</inkml:trace>
  <inkml:trace contextRef="#ctx0" brushRef="#br0" timeOffset="33617.58">22817 7449 476 0,'0'0'4'0,"0"0"2"0,-11-2 0 16,11 2 1-16,0 0 0 15,-13-5-2-15,13 5-5 16,0 0 0-16,16-13 0 15,-2 11 0-15,11-3 0 0,0 0 0 16,5 2 0-16,2 0 0 16,-4 3 0-16,-1 0 0 15,-5 6 0-15,-7 1 0 0,-10 3 0 16,-5 3 0-16,-2 1 0 16,-10 3 0-16,-4 4 0 15,-7 1 0-15,2-2 0 16,-4 5 0-16,-3-3 0 0,6 0 0 15,3-4 0-15,3-2 0 16,6-1 0-16,6-2 0 16,11-6 0-16,10-4 0 15,10-3 0-15,10 0 0 0,8-3 0 16,6-4 0-16,5 2-38 16,1-3-48-16,-7 2-3 15</inkml:trace>
  <inkml:trace contextRef="#ctx0" brushRef="#br0" timeOffset="34000.08">22858 8472 511 0,'0'0'0'0,"0"0"0"15,0 0 0-15,0 12 0 0,0 1 0 16,0 7 0-16,0 4 0 16,0 7 0-16,-3 8 0 15,1 3 0-15,-3 0 0 0,5 6 0 16,-2-9-15-16,2-2-66 16,0-5-3-16</inkml:trace>
  <inkml:trace contextRef="#ctx0" brushRef="#br0" timeOffset="35154.08">23462 4392 246 0,'0'0'1'0,"0"0"5"16,0 0 3-16,9 2 2 15,5 3 4-15,7 0 1 16,8 2 1-16,15-1 0 0,5-4 0 16,11 3-3-16,4-2-5 15,1-1-1-15,-2-2-2 16,-5 3-3-16,-7 1-1 16,-14 7 0-16,-5 1-1 0,-14 13 0 15,-6 7 0-15,-7 12 1 16,-5 11-1-16,0 14 1 15,-3 13 0-15,-2 9 1 16,3 13 0-16,-1 11-2 0,3 4 4 16,3 7 1-16,2 6 0 15,10 6 1-15,-3 0-1 16,6 9 1-16,-5 6 0 16,6 2 0-16,-4 3-3 0,-2 0-2 15,-4 6 0-15,1-3 0 16,-5-1 0-16,3-3 0 15,-3-2-1-15,0 0 2 0,-1-7 2 16,1-1 2 0,3-8 0-16,-6-1 0 0,4-7-7 15,1-7 0-15,0-8 0 16,4-4 0-16,1-6 0 0,0-12 0 16,3-7 0-16,0-7 0 15,0-9 0-15,2-4 0 16,-2-12 0-16,0-9 0 15,-5-6 0-15,0-5 0 16,-1-10 0-16,-3-6 0 0,-1-4 0 16,-3-5 0-16,1 1 0 15,-3-11 0-15,0 7 0 16,0-7 0-16,0 0 0 0,0 0 0 16,0 0 0-16,0 0 0 15,0 0 0-15,0 0 0 16,0 0 0-16,0 0 0 15,0 0 0-15,0 0 0 0,0 0 0 16,0 0 0-16,0 0 0 16,-7 7 0-16,-4-4 0 15,-1-1 0-15,-6-2 0 16,-3 5 0-16,-12-3 0 0,-7 3 0 16,-10 0 0-16,-2 3 0 15,-7-3 0-15,1 4 0 16,-6 3-37-16,14-4-48 15,8 0-3-15</inkml:trace>
  <inkml:trace contextRef="#ctx0" brushRef="#br0" timeOffset="57236.11">2826 5259 289 0,'0'0'8'16,"0"0"2"-16,0 0 1 16,0 0 2-16,0 0 1 0,0 0 0 15,-4 5 3-15,4-5 1 16,0 0-6-16,0 0-1 15,0 0-1-15,0 12 1 0,0-12 0 16,0 0 0-16,14 10-1 16,1-5 0-16,2-5-1 15,3 2-2-15,6-2 0 16,6-2-2-16,0 0-2 0,0-3-3 16,3 0 0-16,-5-2 0 15,-3 4 0-15,-8-2 0 16,-1 2 0-16,-6 3 0 15,-12 0 0-15,11 0 0 0,-11 0 0 16,0 0 0-16,0 0 0 16,-11 3 0-16,11-3 0 15,-17 2 0-15,8 4 0 16,-2-6-3-16,11 0-42 16,-7 1-41-16,7-1-3 0</inkml:trace>
  <inkml:trace contextRef="#ctx0" brushRef="#br0" timeOffset="57801.11">3450 5153 398 0,'0'0'6'0,"0"-13"2"0,0 13 2 15,0-15 1-15,0 3 1 16,-3-3 1-16,-1 2 0 16,-6 1 1-16,-3 5-7 0,-1 0-1 15,-2 7-3-15,-7 0 0 16,4 2-2-16,-1 4 0 15,-3 5-1-15,7 3 0 16,2 3 0-16,5-3 0 0,4 1 0 16,5 2 0-16,5-2 0 15,10 0 1-15,5-1-1 16,1-2 1-16,8-1 0 16,3 1-1-16,0-2 2 15,0 0-2-15,1 0 0 0,-4 2 0 16,-3-2 0-16,-4 0 0 15,-7 0 0-15,-6 0 0 16,-3 2 0-16,-6-2 0 0,0 0 0 16,-11 1 0-16,-6 0 0 15,-3-3 0-15,0 2 0 16,-6-3 0-16,-2-2 0 16,3-2 0-16,-2-1 0 0,4-2 0 15,0 0 0-15,4-5 0 16,6 3-7-16,0-8-10 15,9 0-40-15,4 10-29 16,0-12 0-16</inkml:trace>
  <inkml:trace contextRef="#ctx0" brushRef="#br0" timeOffset="58267.71">3701 5115 464 0,'0'0'5'16,"0"0"1"-16,0-12 2 16,0 12 0-16,0-12 1 0,0 12 0 15,0 0-7-15,-9-3-2 16,1 7 0-16,1 14 0 16,-2 4 0-16,2 7 0 15,0 5 0-15,5-2 0 0,2 2 0 16,0-2 0-16,9 1 0 15,3-8 0-15,4-6 0 16,4-4 0-16,-1-8 0 16,4-1 0-16,-1-6 0 15,2-8 0-15,-3-4 0 0,-1-7 0 16,-7-6 0-16,6-6 0 16,-12 0 0-16,-4-7 0 15,-3-1 0-15,-3 1 0 16,-6 4 0-16,-9 3 0 0,1 6 0 15,-6 11 0-15,-2 7 0 16,5 7 0-16,-2 2 0 16,2 11 0-16,2 7 0 0,9 4 0 15,2 3 0-15,7 2 0 16,2 5 0-16,10-5 0 16,8 1 0-16,3 0 0 15,4-11 0-15,8-13-79 0,-3 11-10 16</inkml:trace>
  <inkml:trace contextRef="#ctx0" brushRef="#br0" timeOffset="58650.73">4031 5313 469 0,'0'0'4'0,"0"0"2"16,0 0 1-16,-2-10 1 15,2 10 0-15,0-12 1 0,0 12-9 16,10-15 0-16,0 5 0 16,7 3 0-16,1 2 0 15,3 3 0-15,2-1 0 0,0 3 0 16,-1 5 0-16,-2 2 0 16,-3 5 0-16,-9 4 0 15,-4-2 0-15,-1 4 0 16,-6 3 0-16,-6 0 0 0,-7 0 0 15,0 0 0-15,-5-6 0 16,0 1 0-16,0 1 0 16,4-6 0-16,2-1 0 15,2-2 0-15,13-8 0 16,-5 7 0-16,13-7 0 0,7 0 0 16,8 0 0-16,7-3 0 15,7-4 0-15,4 6 0 16,2 1-69-16,6-6-20 15</inkml:trace>
  <inkml:trace contextRef="#ctx0" brushRef="#br0" timeOffset="59286.43">4909 5148 397 0,'0'0'7'0,"0"0"1"0,0-13 2 15,0 13 2-15,-11-10 0 16,11 10 0-16,-16-5 1 0,2 5-1 16,0 10-5-16,-1 2-3 15,5 6-1-15,0 1-2 16,1 5 0-16,8 0 0 16,6-2 0-16,8 1 0 15,3-6-1-15,12-3 1 0,4-4 0 16,3-5 1-16,5-2-1 15,0-3 1-15,-3-5 0 16,0-8-2-16,-7-1 0 0,-8-6 0 16,-6-5 0-16,-9-5 0 15,-7 2 0-15,-5 2 0 16,-10 1 0-16,-7 5 0 0,-5 8 0 16,-1 4 0-16,-4 8 0 15,5 6 0-15,1 8 0 16,4-1-5-16,12 7-17 15,5-1-61-15,5-1-4 16</inkml:trace>
  <inkml:trace contextRef="#ctx0" brushRef="#br0" timeOffset="59800.92">5733 5130 419 0,'0'0'6'0,"0"0"1"0,13-13 3 15,-10 5 0-15,-1-3 1 0,-2 1 1 16,0 0 0-16,-2-1 0 15,-9 5-5-15,-4 6-2 16,-5 2-5-16,-1 8 0 16,-3 5 0-16,2 7 0 0,0 3 0 15,2 1 0-15,5 2 0 16,5 0 0-16,8-1 0 16,4-2 0-16,9-3 0 15,13-4 0-15,6-4 0 0,5-1 0 16,4-3 0-16,4-8 0 15,1-2 0-15,4 3-15 16,-4-3-68-16,-1-5-2 16</inkml:trace>
  <inkml:trace contextRef="#ctx0" brushRef="#br0" timeOffset="60284.41">6206 5095 457 0,'0'0'5'16,"0"0"1"-16,0-7 1 15,0 7 1-15,-8-10-1 0,8 10 1 16,-15-7 0-16,6 7-3 16,-4 2-5-16,-4 9 0 15,-1 3 0-15,-2 8 0 0,5 0 0 16,0 6 0-16,3-1 0 15,2 0 0-15,5-2 0 16,5-2 0-16,0-6 0 16,9-3 0-16,6-4 0 0,6-2 0 15,-1-8 0-15,4 0 0 16,6-5 0-16,-5-8 0 16,-1-4 0-16,0-5 0 15,-8-3 0-15,-5-7 0 16,-6 0 0-16,-5-3 0 0,-7 5 0 15,-6 1 0-15,-8 7 0 16,-5 6 0-16,1 7 0 16,-5 9 0-16,7 4 0 15,-2 9 0-15,8 2 0 0,2 7 0 16,8 5 0-16,7-2 0 16,2 2 0-16,14 3 0 15,0-5 0-15,12 0 0 16,4-3 0-16,0-10-25 0,14 0-59 15,-4 1-3-15</inkml:trace>
  <inkml:trace contextRef="#ctx0" brushRef="#br0" timeOffset="60684.18">6606 5185 483 0,'0'0'4'0,"-13"-6"2"15,13 6 0-15,-12-9 2 0,12 9-4 16,-11-15-4-16,11 15 0 16,-5-17 0-16,5 17 0 15,11-10 0-15,3 7 0 16,7 1 0-16,-4 2 0 0,8 2 0 16,0 3 0-16,0 5 0 15,-9 3 0-15,2 1 0 16,-6 4 0-16,-9 0 0 15,-3 1 0-15,-6 3 0 0,-7-2 0 16,-10 2 0-16,-2-5 0 16,0 1 0-16,-5-1 0 15,6-2 0-15,4-5 0 16,2 3 0-16,6-4 0 16,12-9 0-16,0 0 0 0,12 7 0 15,7-7 0-15,10 0 0 16,3-4 0-16,7 0 0 15,7-2 0-15,-7-5-22 0,5 7-66 16,2 0-2-16</inkml:trace>
  <inkml:trace contextRef="#ctx0" brushRef="#br0" timeOffset="69584.23">3185 6369 398 0,'0'0'8'0,"4"-10"2"0,-4 10 3 16,5-12 1-16,-5 12 1 15,0-15 0-15,0 15 0 16,0-13 1-16,-13 11-9 0,1 2-7 16,-6 2 0-16,-1 8 0 15,-1 5 0-15,-5 2 0 16,3 6 0-16,-3 2 0 16,2 0 0-16,3 1 0 15,6 2 0-15,4-6 0 0,10 3 0 16,0-6 0-16,17-4 0 15,3-2 0-15,15-1 0 16,1-7 0-16,10 0 0 0,-1-7-26 16,-16-1-57-16,21-2-3 15</inkml:trace>
  <inkml:trace contextRef="#ctx0" brushRef="#br0" timeOffset="70029.48">3512 6339 465 0,'0'0'4'16,"0"0"2"-16,-3-12 1 0,3 12 0 15,-7-8 1-15,7 8 0 16,-18-2-2-16,9 2-6 16,-3 10 0-16,-1 5 0 15,-2 7 0-15,2 5 0 0,1 3 0 16,2 2 0-16,5 3 0 15,5-6 0-15,0-2 0 16,5-4 0-16,10-4 0 16,3-6 0-16,-1-5 0 0,5-6 0 15,1-4 0-15,-1-8 0 16,0-8 0-16,-2 0 0 16,-5-8 0-16,-2-9 0 15,-6 2 0-15,0 0 0 16,-7-3 0-16,-4 4 0 0,-6 8 0 15,-5 1 0-15,-6 11 0 16,2 4 0-16,1 8 0 16,-1 3 0-16,1 12 0 0,9 0 0 15,0 7 0-15,9 3 0 16,0 2 0-16,11 1 0 16,3 1 0-16,9-7-14 0,-11 0-69 15,18-1-2-15</inkml:trace>
  <inkml:trace contextRef="#ctx0" brushRef="#br0" timeOffset="70385.75">3806 6500 499 0,'0'0'3'0,"0"0"1"0,0 0 1 16,-7-10-5-16,7 10 0 0,0-20 0 15,7 10 0-15,2 0 0 16,7 1 0-16,0-1 0 16,7 5 0-16,-4 2 0 15,6 3 0-15,-4 5 0 0,-5 8 0 16,0 2 0-16,-9 4 0 16,-5 1 0-16,-2 2 0 15,-4 3 0-15,-6 0 0 16,-5-3 0-16,0 0 0 0,-3-2 0 15,2-4 0-15,2 1 0 16,2-8 0-16,3-1 0 16,9-8 0-16,0 0 0 15,9 10 0-15,8-10 0 0,6-3 0 16,7-1 0-16,4-7 0 16,14 9-12-16,-1-8-73 15,5-3-2-15</inkml:trace>
  <inkml:trace contextRef="#ctx0" brushRef="#br0" timeOffset="70888.8">4886 6401 434 0,'0'0'6'0,"0"0"1"0,0 0 2 0,0 0 0 16,0 0 0-16,0 0 0 16,0 0-1-16,-7 12 1 15,1-2-5-15,1 5-3 0,3 3-1 16,2-2 0-16,2 7 0 16,12-8 1-16,0 3-1 15,11-4 1-15,2-3 0 16,8-7 0-16,0-4 1 0,-1-4-2 15,1-7 0-15,-3-6 0 16,-4-1 0-16,-8-5 0 16,-7-5 0-16,-6 0 0 15,-7 3 0-15,-10 3 0 0,-5 0 0 16,-5 7 0-16,-5 7 0 16,3 8 0-16,-3 0-3 15,7 12-30-15,6 4-50 16,10 1-3-16</inkml:trace>
  <inkml:trace contextRef="#ctx0" brushRef="#br0" timeOffset="71317.8">5924 6317 457 0,'0'0'4'15,"0"0"1"-15,-7-13 1 16,-3 6 0-16,-5-4 1 0,-2 4 0 16,-8 0 1-16,0 0 0 15,-2 2-5-15,-1 2-3 16,4 3 0-16,1 8 0 0,6-1 0 16,5 6 0-1,7 1 0-15,5 1 0 0,2 0 0 16,13 0 0-16,5 2 0 0,3-2 0 15,6 2 0-15,4-4 0 16,-1 4 0-16,0-4 0 16,-4 1 0-16,-1-1 0 15,-8-1 0-15,-3 1 0 0,-7-4 0 16,-4 1 0-16,-5-10 0 16,-12 15 0-16,-6-9 0 15,1 1 0-15,-10-6 0 16,0 3 0-16,-6-2 0 15,1-2 0-15,5 0 0 16,4 0 0-16,-1-7-9 0,16 1-74 16,8 6-2-16</inkml:trace>
  <inkml:trace contextRef="#ctx0" brushRef="#br0" timeOffset="71767.55">6315 6257 487 0,'0'0'4'0,"0"0"2"16,0 0 0-16,0 0 2 15,-3-10-8-15,3 10 0 16,-14 0 0-16,3 3 0 16,-3 4 0-16,1 8 0 0,-2 5 0 15,6 5 0-15,-4 5 0 16,7-1 0-16,4 1 0 15,2-2 0-15,8-2 0 0,1-6 0 16,9-3 0-16,0-7 0 16,4-2 0-16,3-8 0 15,-3-5 0-15,1-5 0 16,-4-6 0-16,1-8 0 16,-5-5 0-16,-5-1 0 0,-7-2 0 15,-2-3 0-15,-2 3 0 16,-6 2 0-16,-9 5 0 15,-2 6 0-15,2 6 0 16,-5 8 0-16,0 5 0 0,3 7 0 16,0 8 0-16,6 6 0 15,5 5 0-15,7 4 0 16,0 0 0-16,5 3 0 16,12-2 0-16,3 0 0 0,7-6 0 15,7-14-52-15,1 7-34 16,3-9-3-16</inkml:trace>
  <inkml:trace contextRef="#ctx0" brushRef="#br0" timeOffset="72135.48">6767 6393 454 0,'0'0'7'0,"-9"-7"2"0,9 7 2 0,-13-13 2 16,13 13 0-16,-15-14-9 15,7 7-4-15,3-3 0 16,5 10 0-16,2-18 0 16,12 13 0-16,2 3 0 0,5-4 0 15,1 6 0-15,2 0 0 16,1 3 0-16,-2 5 0 16,0 2 0-16,-11 5 0 15,-3 2 0-15,-5 3 0 0,-4 2 0 16,-13 0 0-16,-2 0 0 15,-5 0 0-15,-3 1 0 16,2-3 0-16,0-3 0 0,1 1 0 16,6-7 0-16,1 0 0 15,10-1 0-15,3-10 0 16,13 12 0-16,7-12 0 16,12 0 0-16,6 0 0 15,9-2 0-15,10-13-43 0,5 5-44 16</inkml:trace>
  <inkml:trace contextRef="#ctx0" brushRef="#br0" timeOffset="80217.56">3484 7553 396 0,'0'0'6'0,"0"0"1"15,0 0 2-15,0 0 0 16,-12-4 0-16,3 4 1 0,-4 0 0 16,-4 7 0-16,-3 4-5 15,2 7-2-15,-1 4-1 16,1 3-1-16,3 2 0 15,7 3-1-15,6 0 0 0,4-2 0 16,9-4 1 0,6-4-1-16,10-4 1 0,1-5 0 15,6-4 0-15,3-7 2 16,1-1 0-16,-3-13 0 16,-3-3 1-16,-2-2 0 0,-11-12-1 15,-1 1 1-15,-11-4-1 16,-7-1-1-16,-9 4-2 15,-7 3 0-15,-8 9 0 16,-6 3 0-16,0 11 0 0,1 5-5 16,1 5-8-16,7 15-22 15,8-2-49-15,4 1-2 16</inkml:trace>
  <inkml:trace contextRef="#ctx0" brushRef="#br0" timeOffset="80734.2">5047 7542 425 0,'0'0'7'0,"0"0"3"0,0-7 1 16,0 7 0-16,0 0 0 0,0 0 0 15,0 0 1-15,0 0 1 16,10 18-13-16,-10 1 0 15,3 4 0-15,2 4 0 16,-2 4 0-16,2-5 0 0,2 4 0 16,0-6 0-16,4 1-17 15,-7 10-57-15,8-21-11 32</inkml:trace>
  <inkml:trace contextRef="#ctx0" brushRef="#br0" timeOffset="81267.67">6466 7538 438 0,'0'0'4'0,"0"0"2"16,0-7 0-16,0 7 1 15,0 0 1-15,-12-10-1 16,2 10 0-16,-2 0 1 0,-4 4-5 16,2 9-1-16,-2 5-1 15,4 4 0-15,0 3-1 16,7 1 0-16,2 4 0 16,6-3 1-16,10-4-1 15,7-1 1-15,4-6-1 16,6-5 1-16,4-6 0 0,4-5 1 15,-1-5-1-15,-3-4 2 16,2-9 0-16,-6-4-3 16,-5-8 0-16,-9 0 0 0,-7-6 0 15,-9 1 0-15,-3-1 0 16,-12 7 0-16,-10 7 0 16,-5 7 0-16,0 11 0 15,-7 4-7-15,5 2-61 0,-3 17-17 16</inkml:trace>
  <inkml:trace contextRef="#ctx0" brushRef="#br0" timeOffset="82033.13">3619 8821 401 0,'0'0'5'16,"0"0"3"-16,0-12 2 15,0 12 0-15,-8-13 1 16,8 13 0-16,-17-9 0 0,4 9 0 15,4 1-4-15,-8 10-3 16,1 6-2-16,4 3 0 16,2 5-1-16,2 2 0 0,8-2-1 15,0 2 1-15,12-2 0 16,6-5 0-16,7-4 0 16,5-3 0-16,7-5 0 15,0-8 0-15,0 0 1 16,4-8 0-16,-2-5-1 0,-4-3 1 15,-8-6 0-15,-2-6-2 16,-10-1 0-16,-4-3 0 16,-11-4 0-16,-5 4 0 0,-11 5 0 15,-10 2 0-15,0 8 0 16,-6 5 0-16,-1 6 0 16,3 6-4-16,5 7-8 15,1 10-19-15,2-1-50 16,19 4-4-16</inkml:trace>
  <inkml:trace contextRef="#ctx0" brushRef="#br0" timeOffset="82517.89">5023 8700 404 0,'0'0'5'0,"0"0"2"16,0 0 0-16,-10-7 2 0,0 7 0 15,0 0 0-15,-2 0 0 16,-1 2-1-16,-2 8-3 16,3 4-3-16,4 2 0 15,6 3-2-15,2 6 0 0,4-5 1 16,7 2 0-16,6-5 0 16,5 1 1-16,6-8 0 15,2-2 0-15,2-6 1 16,5-2 1-16,-2-8 0 15,-3-4 0-15,-5-3 0 0,-2-2-1 16,-7-6 1-16,-8-2-4 16,-10 0 0-16,-2-1 0 15,-14 1 0-15,-6 3 0 0,-3 4 0 16,-4 8 0-16,-4 9-7 16,-1 1-9-16,6 1-33 15,3 14-34-15,7 0-2 16</inkml:trace>
  <inkml:trace contextRef="#ctx0" brushRef="#br0" timeOffset="83034.42">6546 8678 412 0,'0'0'6'0,"0"0"3"0,3-10 3 0,-3 10 2 16,0 0 0-16,2-13 1 16,-2 13-1-16,0 0 1 15,-13 0-15-15,-1 2 0 16,2 13 0-16,-6 3 0 16,0 2 0-16,3 5 0 0,3 2 0 15,4-1 0-15,8-1 0 16,5 3 0-16,10-6 0 15,6-3 0-15,5-5 0 0,4-4 0 16,2-6 0-16,4-4 0 16,-1-4 0-16,-1-9 0 15,-6-4 0-15,-7-6 0 0,-5-1 0 16,-10-4 0-16,-6-1 0 16,-9 0 0-16,-9 5 0 15,-7 5 0-15,-3 9 0 16,-10 2 0-16,5 8-32 15,1 11-52-15,4-3-3 0</inkml:trace>
  <inkml:trace contextRef="#ctx0" brushRef="#br0" timeOffset="84019.3">7766 5428 373 0,'0'0'4'0,"0"0"3"0,0 0-1 15,0 0 1-15,0 0 1 16,0 0 1-16,-5 4 1 0,5-4 0 16,0 10-2-16,0-10-1 15,5 11 1-15,3-10-1 16,6 2 1-16,6-3-1 15,8-4 0-15,0-7 0 0,8-6-1 16,1-3 0-16,3-7 0 16,-3-9-6-16,3-5 0 15,-7-6 0-15,-6-4 0 16,-5-7 0-16,-12-3 0 0,-7 0 0 16,-3 2 0-16,-11 6 0 15,-8 9 0-15,-4 11 0 16,-4 12 0-16,-3 14 0 15,0 7 0-15,3 20 0 0,3 11 0 16,6 15 0-16,2 0 0 16,8 9 0-16,8 2 0 15,6 2 0-15,12-4 0 0,5-1 0 16,4-10 0-16,5 1 0 16,0-12 0-16,3 0-10 15,-7-4-53-15,6-14-23 16,-4-7 0-16</inkml:trace>
  <inkml:trace contextRef="#ctx0" brushRef="#br0" timeOffset="84700.54">9043 5120 413 0,'0'0'4'0,"3"-10"3"15,-3 1 0-15,0-4 2 16,-5 3 1-16,-6-2 0 16,-1 2 0-16,-6 0 1 15,-3 7-4-15,-9 3-3 0,0 10 0 16,0 4-2-16,5 11 0 16,0 0-1-16,5 6-1 15,8 0 1-15,12-1 0 16,0-3-1-16,12-2 1 0,8-2 0 15,8-4 0-15,6-4-2 16,1-5-1-16,8-2-6 16,-6-8-21-16,2 0-51 0,4 0-5 15</inkml:trace>
  <inkml:trace contextRef="#ctx0" brushRef="#br0" timeOffset="85367.05">9323 5135 418 0,'0'0'6'0,"0"0"1"16,0-10 3-16,0 10 0 15,-1-10 2-15,1 10-1 16,-11-6 1-16,1 6-1 15,-2 1-4-15,-3 9-3 0,3 2-1 16,-5 9-3-16,6 1 0 16,2 6 0-16,1-4 0 15,5 1 0-15,3-1 0 16,8-2 0-16,4-7 0 0,6-2 0 16,1-8 0-16,6-2 0 15,1-3 0-15,1-6 0 16,-5-6 0-16,3-6 0 0,-5 1 0 15,0-8 0-15,-8-2 0 16,0-5 0-16,-7 0 0 16,-5-1 0-16,0 6 0 15,-7-2 0-15,-5 6 0 16,-6 4 0-16,-6 7 0 0,1 4 0 16,-2 5 0-16,-5 3 0 15,10 5 0-15,-4 2 0 16,6 8 0-16,3 3 0 15,5 2 0-15,3-1 0 0,7 6 0 16,0-3 0-16,2 1 0 16,8 1 0-16,8-4 0 15,-1 0 0-15,5-5 0 0,3-3 0 16,3-4 0-16,-1-3 0 16,3-2 0-16,0-2 0 15,0-1 0-15,-3-1 0 16,-5-2 0-16,0-5 0 0,-7 6 0 15,-2-5 0-15,-13 7 0 16,12-8 0-16,-12 8 0 16,0 0 0-16,-5-5 0 15,5 5 0-15,-13 0 0 16,13 0 0-16,-14 0-12 0,4 0-10 16,0-3-59-16,10 3-4 15</inkml:trace>
  <inkml:trace contextRef="#ctx0" brushRef="#br0" timeOffset="94202.31">8298 5338 394 0,'0'0'6'15,"0"0"3"-15,0 0 2 0,0 0 2 16,0 0 2-16,0 0 0 16,0 0 1-16,0 0 1 15,0-10-6-15,0 10-7 16,5-10-4-16,4 5 0 0,3 1 0 16,4-2 0-16,-2 4 0 15,2-1 0-15,1 3 0 16,-2 0 0-16,-3 5 0 15,-4 5 0-15,-1 0 0 0,-7 8 0 16,0-3 0-16,-7 5 0 16,-6-4 0-16,-2 5 0 15,-2-4 0-15,-3-2 0 16,1 1 0-16,-3-3 0 0,9-3 0 16,0 0 0-16,6-5 0 15,7-5 0-15,-3 10 0 16,3-10 0-16,18 2 0 15,0-2 0-15,11 0 0 0,3 0 0 16,0-7 0-16,16 7-27 16,-4-5-57-16,4 0-5 15</inkml:trace>
  <inkml:trace contextRef="#ctx0" brushRef="#br0" timeOffset="95184.24">9744 5296 433 0,'0'0'6'0,"0"0"2"16,-8-10 2-16,8 10 1 0,-2-13 1 16,2 4 0-16,0-1 1 15,4 0-7-15,7 0-6 16,1 0 0-16,6 3 0 16,-4 1 0-16,2 4 0 15,-2 2 0-15,-2 2 0 0,1 11 0 16,-8-1 0-16,0 4 0 15,-5 4 0-15,-3-1 0 16,-4 3 0-16,-6 1 0 16,1-3 0-16,-5-3 0 0,4-2 0 15,1-3 0-15,-1 1 0 16,13-13 0-16,-5 12 0 16,5-12 0-16,12 3 0 15,6-3 0-15,7 0 0 0,5 0 0 16,4 0 0-16,4-5 0 15,-1 5 0-15,-10 5-46 16,3-5-41-16</inkml:trace>
  <inkml:trace contextRef="#ctx0" brushRef="#br0" timeOffset="95833.81">8049 6416 379 0,'0'0'4'0,"0"0"1"0,0 0 2 16,-12 7 2-16,12-7 0 15,-13 11 2-15,3-3-1 16,3 3 1-16,-3 2-3 0,5-1-2 16,0 0-1-16,2-2-2 15,3 0 1-15,0-10 0 16,16 15 1-16,-2-12 1 16,4-3 0-16,2-6 1 0,3-6 0 15,6-6-2-15,-2-8-5 16,-2-4 0-16,2-8 0 15,-4-4 0-15,-6-5 0 16,1-8 0-16,-11 1 0 16,-5 0 0-16,-2 5 0 0,0 4 0 15,-7 10 0-15,-6 8 0 16,1 9 0-16,0 11 0 16,-3 12 0-16,0 11 0 15,2 8 0-15,6 10 0 0,0 3 0 16,4 10 0-16,3 0 0 15,3 6 0-15,9-6 0 16,3 2 0-16,2-4 0 16,6-3 0-16,2-12-32 0,2-1-53 15,0-7-3-15</inkml:trace>
  <inkml:trace contextRef="#ctx0" brushRef="#br0" timeOffset="96183.89">8464 6446 454 0,'0'0'7'0,"0"0"2"0,-7-15 1 15,7 15 1-15,-2-13 0 16,2 4-2-16,0-4-9 16,4 1 0-16,8 1 0 15,1 4 0-15,2 2 0 0,5 0 0 16,-3 5 0-16,3 5 0 15,-2 7 0-15,-6 1 0 16,-5 7 0-16,-2 0 0 16,-5 4 0-16,0 1 0 15,-5 0 0-15,-4 0 0 0,-5-6 0 16,2 1 0-16,0-5 0 16,2 0 0-16,10-15 0 15,-12 13 0-15,12-13 0 16,0 0 0-16,12 0 0 0,3-3 0 15,10-4 0-15,-3 7-69 16,13-13-16-16</inkml:trace>
  <inkml:trace contextRef="#ctx0" brushRef="#br0" timeOffset="96600.89">9289 6167 460 0,'0'0'4'0,"-10"-6"1"16,10 6 2-16,-20-8 0 15,6 1 0-15,1 2 1 0,-7 2 1 16,-2-1-5-16,-4 4-4 16,2 0 0-16,1 9 0 15,4 1 0-15,-1 8 0 16,4-4 0-16,7 4 0 15,6 1 0-15,3 3 0 0,8-1 0 16,7-1 0-16,7-1 0 16,3-1 0-16,5-1 0 15,-1 0 0-15,4 0 0 16,-3-4 0-16,-3 2 0 0,-4-3 0 16,-7-2 0-16,-2 1 0 15,-10-4 0-15,-4-7 0 16,-7 15 0-16,-8-8 0 0,-7-3 0 15,-3 1 0-15,-2 3 0 16,-3-4 0-16,-3-4 0 16,4 1 0-16,1-1 0 15,6 0 0-15,-1-1-19 0,-1-3-64 16,24 4-3-16</inkml:trace>
  <inkml:trace contextRef="#ctx0" brushRef="#br0" timeOffset="97100.72">9527 6260 439 0,'0'0'6'16,"0"0"2"-16,-2-10 2 15,2 10 1-15,-8-12 1 0,8 12 0 16,-9-16 1-16,9 16-13 16,-18-5 0-16,4 5 0 15,1 11 0-15,-2 3 0 16,6 5 0-16,-5 6 0 0,5 3 0 16,6 0 0-16,1-1 0 15,2 0 0-15,10-5 0 16,5-2 0-16,2-8 0 15,6-3 0-15,2-9 0 0,-4 0 0 16,7-9 0-16,-3-5 0 16,-3-6 0-16,-2-3 0 15,-5-6 0-15,-3-6 0 0,-7-2 0 16,-2-1 0-16,-3 4 0 16,-8 2 0-16,-2 5 0 15,-5 4 0-15,-2 8 0 16,-5 10 0-16,-1 5 0 0,6 10 0 15,-3 8 0-15,8 7 0 16,2-1 0-16,7 9 0 16,3-1 0-16,8 2 0 15,9-1 0-15,1-6-12 16,1 0-72-16,6-5-2 16</inkml:trace>
  <inkml:trace contextRef="#ctx0" brushRef="#br0" timeOffset="97468.59">9890 6369 481 0,'0'0'5'16,"0"0"2"-16,0 0 1 16,-2-10 2-16,2 10-10 0,0-12 0 15,2 1 0-15,6 2 0 16,4-1 0-16,5 0 0 15,1 2 0-15,5-2 0 16,-2 7 0-16,-3 3 0 0,0 0 0 16,-6 11 0-16,-8 3 0 15,-4 4 0-15,-4 5 0 16,-8 1 0-16,-6 3 0 0,-2 1 0 16,-2 1 0-16,0-4 0 15,1-3 0-15,0-1 0 16,8-5 0-16,3-3 0 15,8-1 0-15,2-12 0 16,12 13 0-16,8-9 0 0,6-4 0 16,8 0 0-16,3-4 0 15,4-9-43-15,5 8-45 16</inkml:trace>
  <inkml:trace contextRef="#ctx0" brushRef="#br0" timeOffset="98217.59">8976 7310 408 0,'0'0'7'0,"0"0"3"0,0 0 3 0,-3-7-1 16,3 7 2-16,-12-8 0 15,12 8 1-15,-17 0 0 16,6 0-12-16,-1 8-3 16,-3 2 0-16,-2 5 0 15,2 4 0-15,3 6 0 0,-1 5 0 16,3-1 0-16,8 3 0 15,2 1 0-15,5-4 0 16,8-1 0-16,8-6 0 16,4-5 0-16,7-6 0 0,3-4 0 15,2-7 0-15,4 0 0 16,-4-10 0-16,-3-5 0 16,-1-4 0-16,-8-9 0 15,-7 1 0-15,-11-8 0 0,-7 1 0 16,-5-1 0-16,-13 0 0 15,-7 5 0-15,-7 8 0 16,-3 7 0-16,-4 5 0 0,-2 10 0 16,4 5 0-16,2 12 0 15,8 8 0-15,0 11-47 16,15-7-42-16</inkml:trace>
  <inkml:trace contextRef="#ctx0" brushRef="#br0" timeOffset="98749.9">9076 8447 482 0,'0'0'3'0,"0"0"4"0,4-7 1 0,-4 7 3 15,3-10-11-15,-3 10 0 16,0 0 0-16,5-12 0 15,-5 12 0-15,0 0 0 16,0 14 0-16,-3 4 0 0,3 4 0 16,-2 5 0-16,-1 3 0 15,3 7 0-15,0 0 0 16,0 5 0-16,0-9 0 16,10 1 0-16,-5-3-90 15,-5-10-1-15</inkml:trace>
  <inkml:trace contextRef="#ctx0" brushRef="#br1" timeOffset="109034.18">4061 11075 438 0,'0'0'4'16,"0"0"0"-16,0 0 1 0,0 0 0 15,-9 3 1-15,9-3 0 16,-5 15 0-16,1-5 0 15,4-1-3-15,4 7-1 16,3-1 0-16,3-3 0 16,5-5 0-16,4 0 1 0,4-7 0 15,4-4 0-15,6-11 1 16,4-5 0-16,-4-10-1 16,3-5-3-16,-1-6 0 15,-6-9 0-15,-1-5 0 16,-8-7 0-16,-9 4 0 0,-7-4 0 15,-4 1 0-15,-8 10 0 0,-4 6 0 16,-6 11 0-16,1 6 0 16,-3 18 0-16,3 10 0 15,2 16 0-15,6 13 0 16,0 8 0-16,9 10 0 16,6 8 0-16,6 2 0 15,6 1 0-15,6 5-13 16,-1-1-53-16,9-13-19 0,3-6-3 15</inkml:trace>
  <inkml:trace contextRef="#ctx0" brushRef="#br1" timeOffset="109384.48">4673 10918 456 0,'0'0'5'16,"0"0"2"-16,-10-17 0 0,10 17 2 15,-6-19-1-15,6 7 1 16,0-1 1-16,0 1-10 16,8 2 0-16,7 3 0 0,3 4 0 15,-4 3 0-15,3 3 0 16,1 9 0-16,-3 5 0 16,-3 2 0-16,-5 6 0 15,-7 6 0-15,0 1 0 0,-7-2 0 16,-2 0 0-16,-7-3 0 15,2-3 0-15,-2-1 0 16,7-6 0-16,-1-4 0 0,2-4 0 16,8-9 0-16,0 0 0 15,10 0 0-15,2-2 0 16,9-8 0-16,4 0 0 16,2-5-10-16,5 0-75 15,5 1-1-15</inkml:trace>
  <inkml:trace contextRef="#ctx0" brushRef="#br1" timeOffset="109750.8">5340 10768 474 0,'0'0'3'0,"0"0"2"0,0-10 0 0,0 10 0 15,-9-7 0-15,9 7 1 16,-17-2-1-16,4 2-2 0,-2 12-3 15,-2 10 0-15,-3 5 0 16,2 6 0-16,6 8 0 16,-3-1 0-16,10 0 0 0,5-1 0 15,0-6 0-15,12-4 0 16,8-9 0-16,6 1 0 16,5-12-6-16,7-14-66 15,1 7-15-15</inkml:trace>
  <inkml:trace contextRef="#ctx0" brushRef="#br1" timeOffset="110186.86">5723 10741 463 0,'0'0'3'0,"0"0"1"15,0 0 1-15,-9 0-1 16,9 0 1-16,-16 5-1 15,7 5 1-15,-4 5 0 0,-5 4-3 16,4 6-1-16,2 5 0 16,-1 1-1-16,3 5 0 15,5-4 0-15,5-2 1 16,0-5 1-16,7-6-1 0,6-1 0 16,4-11 1-16,3-4 0 15,3-3-2-15,-1-7 0 16,-2-6 0-16,-2-7 0 0,-4-5 0 15,-2-7 0-15,-1-3 0 16,-9-4 0-16,-2-1 0 16,-2 5 0-16,-9-1 0 15,-1 10 0-15,-2 7 0 16,-4 3 0-16,-2 16 0 0,3 6 0 16,4 11 0-16,1 6 0 15,5 6 0-15,4 3 0 16,3 5 0-16,7 0 0 15,5-3-11-15,13-8-42 0,0 6-33 16,5-9 2-16</inkml:trace>
  <inkml:trace contextRef="#ctx0" brushRef="#br1" timeOffset="110534.47">6096 10897 483 0,'0'0'4'0,"0"0"1"0,-14-15 2 0,14 15 0 0,-13-12-2 0,8 2-5 16,-1 0 0-16,2 0 0 15,4 1 0-15,3-2 0 16,6 5 0-16,7-2 0 0,-2 2 0 16,9 2 0-16,-7 4 0 15,5 3 0-15,-1 4 0 16,-8 11 0-16,-2-2 0 15,-5 12 0-15,-5-3 0 0,-10 4 0 16,-2 0 0-16,-8 1 0 16,-6 1 0-16,5-2 0 15,1-5 0-15,-1-4 0 16,6 1 0-16,6-7 0 16,9-4 0-16,0-10 0 0,20 7 0 15,2-7 0-15,11 0 0 16,1-9 0-16,14-4-49 15,-1 5-39-15</inkml:trace>
  <inkml:trace contextRef="#ctx0" brushRef="#br1" timeOffset="115017.58">4243 12433 358 0,'0'0'7'0,"0"0"0"16,0 0 2-16,0 0 2 16,0 0 0-16,-3 7 1 15,3-7-1-15,-2 18 2 16,-1-8-6-16,3 0-2 16,0-1-1-16,8 1 0 0,0-2 0 15,6-5 0-15,1-3 1 16,7-5 0-16,3-8 1 15,3-5 0-15,7-7 1 0,-6-4-1 16,6-6 1-16,-8-2-5 16,1-7-2-16,-6-3 0 15,-5-3 0-15,-7-4 0 16,-8-1 0-16,-2 6 0 0,-4-4 0 16,-6 9 0-16,-3 4 0 15,1 8 0-15,0 7 0 16,-1 11 0-16,3 12 0 15,-3 4 0-15,4 15 0 0,4 10 0 16,0 12 0-16,5 5 0 16,0 9 0-16,0 5 0 15,10-2 0-15,5 1 0 16,2-6 0-16,3-3 0 0,-1-9 0 16,9-3 0-16,-6-9-19 15,-6-4-67-15,4-4-3 16</inkml:trace>
  <inkml:trace contextRef="#ctx0" brushRef="#br1" timeOffset="115368.89">4769 12353 453 0,'0'0'5'0,"0"0"1"0,0 0 2 15,3-12 1-15,-3 12 0 16,9-17 1-16,2 5 1 0,-1 2-11 16,7-3 0-16,-2 6 0 15,3 0 0-15,1 7 0 16,-2 0 0-16,1 2 0 0,-1 10 0 16,-7 3 0-16,1 3 0 15,-7 4 0-15,-1 3 0 16,-3-1 0-16,-5 4 0 15,-6-2 0-15,2 2 0 16,-1-3 0-16,-3-9 0 0,4 5 0 16,3-6 0-16,4-5 0 15,2-10 0-15,5 10 0 16,10-10 0-16,5 0 0 16,2-10-24-16,-2 0-58 15,15-5-4-15</inkml:trace>
  <inkml:trace contextRef="#ctx0" brushRef="#br1" timeOffset="115867.56">5768 12175 475 0,'0'0'3'0,"0"-10"2"16,0 10 0-16,-10-18 0 16,3 10 2-16,-6-3-1 15,-2 1-1-15,-5 3-5 16,-1 2 0-16,-4 5 0 0,0 10 0 15,2 0 0-15,4 5 0 16,1 2 0-16,11 3 0 16,4-1 0-16,6 4 0 0,11-3 0 15,11-2 0-15,5-1 0 16,5-1 0-16,-1 0 0 16,2-1 0-16,1 0 0 15,-7-3 0-15,0-2 0 0,-14 2 0 16,-3 3 0-16,-5-3 0 15,-8 4 0-15,-5-4 0 16,-13 2 0-16,-7 2 0 0,-5-2 0 16,-4-1 0-16,-4-1 0 15,-3-2 0-15,3-3-10 16,0-4-16-16,1-3-57 16,17 0-3-16</inkml:trace>
  <inkml:trace contextRef="#ctx0" brushRef="#br1" timeOffset="116317.45">6121 12168 462 0,'0'0'4'0,"0"0"2"16,0 0 2-16,3-10 0 15,-3 10 1-15,0 0 0 16,0 0-4-16,-14 3-5 0,2 7 0 15,0 9 0-15,-3 3 0 16,-2 7 0-16,2 5 0 16,-2-2 0-16,6 2 0 15,7-4 0-15,1-5 0 0,3-3 0 16,10-7 0-16,5-5 0 16,5-6 0-16,0-4 0 15,5 0 0-15,0-8 0 16,0-9 0-16,-1-2 0 0,-2-8 0 15,-4-5 0-15,-1-3 0 16,-6-5 0-16,-6-4 0 16,-5-3 0-16,-5 5 0 0,-8 2 0 15,-4 6 0-15,-3 6 0 16,-3 10 0-16,1 11 0 16,-3 7 0-16,5 13 0 15,0 9 0-15,5 8 0 0,6 2 0 16,6 9 0-16,3 1 0 15,8-1 0-15,8-5 0 16,7 2 0-16,0 2-66 16,9-15-20-16</inkml:trace>
  <inkml:trace contextRef="#ctx0" brushRef="#br1" timeOffset="116684.38">6553 12344 479 0,'0'0'5'0,"0"0"2"16,-13-3 0-16,13 3 2 15,-9-9-5-15,9 9-4 16,-10-20 0-16,10 10 0 0,0-1 0 16,7 4 0-16,5-2 0 15,4 3 0-15,-2-1 0 16,3 7 0-16,2 0 0 0,-5 3 0 15,-2 7 0-15,-1-1 0 16,-6 11 0-16,-5 0 0 16,0 8 0-16,-10-4 0 15,-5 8 0-15,-2-1 0 0,-3-2 0 16,-3-2 0-16,4-6 0 16,1 4 0-16,6-4 0 15,6-9 0-15,6-2 0 16,8-7 0-16,9-1 0 15,8-2 0-15,7-2 0 0,3-8 0 16,9-13-77-16,-1 13-10 16</inkml:trace>
  <inkml:trace contextRef="#ctx0" brushRef="#br1" timeOffset="117368.89">5190 13441 432 0,'0'0'4'0,"0"0"2"16,0 0 0-16,0 0 1 15,-11 0 0-15,1 5 0 16,-2 7 0-16,-5 3 1 15,-1 8-5-15,1 2 0 0,-1 4-1 16,4 1 0-16,4 5-1 16,7-6 1-16,6-1 0 15,11-6 0-15,11-7 0 0,5-5 0 16,10-8 0-16,5-2 0 16,-1-10 0-16,-2-7-2 15,-1 0 0-15,-9-10 0 16,-2-1 0-16,-16-1 0 0,-4-4 0 15,-10-2 0-15,-7 3 0 16,-10 3 0-16,-11 6 0 16,-2 6 0-16,-7 9 0 15,2 8 0-15,-5 8 0 16,3 12 0-16,5 2 0 16,12 5-63-16,1 10-25 0,5 3-1 15</inkml:trace>
  <inkml:trace contextRef="#ctx0" brushRef="#br1" timeOffset="119367.57">8312 12515 478 0,'0'0'3'0,"0"0"1"15,0 0 1-15,0 0 0 16,0 0 1-16,0-7 0 16,0 7-2-16,12-11-4 15,-1 7 0-15,4 1 0 0,0-4 0 16,10 7 0-16,-1-3-26 16,-4 3-56-16,10 5-4 15</inkml:trace>
  <inkml:trace contextRef="#ctx0" brushRef="#br1" timeOffset="119500.89">8211 12762 434 0,'0'0'4'0,"0"0"1"15,0 8 1-15,0-8 2 16,10 8 0-16,12-8 1 0,10 0-1 16,15 0-7-16,6 6-66 15,16-15-14-15</inkml:trace>
  <inkml:trace contextRef="#ctx0" brushRef="#br1" timeOffset="130300.88">10626 10806 399 0,'0'0'6'0,"0"0"3"0,4-16 2 16,1 7 2-16,-1-1 1 15,-2-3 1-15,0 1 1 16,1 3 0-16,-1 0-7 0,-2 9-6 16,0 0-3-16,-2 5 0 15,-1 15 0-15,1 5 0 16,0 11 0-16,2 0 0 15,0 8 0-15,0-1 0 0,2-4 0 16,0-1 0-16,6-6 0 16,-1-5 0-16,-2-5 0 15,0-5 0-15,0-7 0 0,-5-10 0 16,3 13 0-16,-3-13 0 16,0 0 0-16,-3-13 0 15,-2 1 0-15,-3-8 0 16,0-2 0-16,-1-7 0 0,1-7 0 15,3 0 0-15,3-5 0 16,2-3 0-16,0 2 0 16,5 5 0-16,3-2 0 15,3 12 0-15,2-1 0 16,3 8 0-16,0 7 0 0,2 6 0 16,0 5 0-16,1 2 0 15,1 2 0-15,1 8 0 16,-4 7 0-16,0 0 0 15,-5 7 0-15,0-5 0 0,-3 6 0 16,-7 0 0-16,-2-6 0 16,-7 1 0-16,-11 0 0 15,-2-9 0-15,-4 3 0 0,-6-4 0 16,0-3 0-16,-2-2 0 16,-1-3 0-16,6 2 0 15,4-4 0-15,5 0 0 0,4 0 0 16,14 0-10-16,-13 0-30 15,13 0-47-15,16 4-1 16</inkml:trace>
  <inkml:trace contextRef="#ctx0" brushRef="#br1" timeOffset="131084.39">10919 10989 400 0,'0'0'7'0,"0"0"2"0,0 0 2 0,-10-11 1 16,10 11 1-16,0-7 0 15,0 7 2-15,2-14-1 16,9 8-6-16,1 4-3 0,3 0-1 16,2 2-4-16,3 0 0 15,-3 7 0-15,1 6 0 16,-4 1 0-16,-1 1 0 15,-3 3 0-15,-3 1 0 0,-3-1 0 16,-4 2 0-16,-9-6 0 16,0 4 0-16,-7-1 0 15,2-5 0-15,-4-1 0 16,1-4 0-16,-1 0 0 16,6-5 0-16,3 1 0 0,9-3 0 15,-8-11 0-15,10 3 0 16,6-7 0-16,4-6 0 15,8 3 0-15,-3-6 0 0,1 5 0 16,1-1 0-16,-2 6 0 16,2 1 0-16,-9 3 0 15,-1 5 0-15,-9 5 0 16,13 0 0-16,-13 0 0 16,10 19 0-16,-8-6 0 0,3 7 0 15,0 0 0-15,0-1 0 16,3 4 0-16,-1-6 0 15,0 0 0-15,9-2 0 0,-2-3 0 16,6-2 0-16,1-3 0 16,0-1 0-16,-2-1-37 15,7-3-47-15,0-2-3 16</inkml:trace>
  <inkml:trace contextRef="#ctx0" brushRef="#br1" timeOffset="132604.95">11779 10803 447 0,'0'0'4'0,"0"0"1"16,-2-14 1-16,2 14 0 15,-16-15 1-15,7 9 1 16,-7 2-1-16,-3 1 0 0,-9 6-3 16,1 9-2-16,-3 8 0 15,0 4-1-15,3 6 0 0,2 2-1 16,4 4 0-16,10-7 2 15,8 2 0-15,3-3-2 16,7-6 0-16,14-2 0 16,6-4 0-16,3-7 0 15,7 0 0-15,0-2 0 16,8-3-35-16,-3-4-48 16,0 0-2-16</inkml:trace>
  <inkml:trace contextRef="#ctx0" brushRef="#br1" timeOffset="133051.54">12069 10814 440 0,'0'0'5'0,"0"0"2"16,-2-11 2-16,2 11-1 16,-12-4 1-16,1 4 0 0,-1 0 0 15,-3 4 0-15,0 8-5 16,-2 5-2-16,2 8-2 15,0 0 0-15,3 5 0 0,5-3 0 16,4 5 0-16,3-4 0 16,5-6 0-16,9-2 0 15,7-5 0-15,1-6 0 0,2-3 0 16,4-6 0 0,-1 0 0-16,-2-13 0 0,0 1 0 15,-6-8 0-15,-3-3 0 16,-4-4 0-16,-6-7 0 15,-4 1 0-15,-2-6 0 0,-10 6 0 16,-5 3 0-16,-8 6 0 16,-2 5 0-16,0 8 0 15,-4 9 0-15,5 4 0 16,-4 9 0-16,8 8 0 0,5 4 0 16,7 3 0-16,6 4 0 15,7 1 0-15,10-2 0 16,5-2 0-16,10-2 0 15,0-5 0-15,9-2-5 16,-6 3-65-16,9-13-14 0</inkml:trace>
  <inkml:trace contextRef="#ctx0" brushRef="#br1" timeOffset="133254.38">12485 10868 449 0,'0'0'4'0,"0"0"0"0,0 0 3 16,-4 4 1-16,2 8 0 0,0 4 1 16,-1 3 0-16,1 6 0 15,2 5-5-15,-3-1-4 16,3 9 0-16,0-6 0 16,0 5 0-16,0-4-83 15,5-7-1-15</inkml:trace>
  <inkml:trace contextRef="#ctx0" brushRef="#br1" timeOffset="135502.64">13061 10828 464 0,'0'0'3'0,"0"0"1"0,0 0 0 16,8-3 0-16,-8 3 1 0,14 7 0 16,-7 6 1-16,1 10 0 15,-3-1-3-15,0 7-1 16,0 6-1-16,0 0-5 16,2 2-15-16,-2-2-61 0,1-6-3 15</inkml:trace>
  <inkml:trace contextRef="#ctx0" brushRef="#br1" timeOffset="135683.93">12947 10981 453 0,'0'0'4'16,"0"0"0"-16,0 0 1 0,2-14 1 15,6 9-1-15,8-6 1 16,9 4 0-16,5 0-2 15,5-4-8-15,13 9-27 16,4 0-49-16,0-1-2 16</inkml:trace>
  <inkml:trace contextRef="#ctx0" brushRef="#br1" timeOffset="136134.23">13711 10774 455 0,'0'0'4'0,"0"0"3"15,-7 0 0-15,7 0 0 16,-12 0 1-16,12 0 0 16,-10 16 0-16,2-3-1 0,4 4-7 15,1 3 0-15,3 8 0 16,0-2 0-16,3 2 0 16,4-1 0-16,0-2 0 15,-1-3 0-15,1-4 0 16,0-1 0-16,-5-7 0 0,-2-10 0 15,0 0 0-15,0 0 0 16,-4-2 0-16,-3-13 0 16,-6-6 0-16,1-6 0 0,-4-5 0 15,4-3 0-15,3-4 0 16,1 1 0-16,5 2 0 16,3 1 0-16,3 5 0 15,9 8 0-15,9 2 0 0,3 10 0 16,5 5 0-16,4 5 0 15,2 5 0-15,2 8 0 16,-4 1 0-16,-3 8 0 16,-11 3 0-16,-4 0 0 15,-8 3 0-15,-7-2 0 0,-12-1 0 16,-5-2 0-16,-3-2-4 16,0-3-38-16,-3 0-43 15,-2-8-2-15</inkml:trace>
  <inkml:trace contextRef="#ctx0" brushRef="#br1" timeOffset="136600.43">14020 10919 417 0,'0'0'4'0,"0"0"2"15,0 0 1-15,-5 13 1 16,0-6 0-16,0 3 0 0,3 5 0 15,-3-1 2-15,5 2-4 16,1-2-1-16,8-1-1 16,0-1 0-16,7-6 0 0,3-4 0 15,6-2 1-15,0-2-2 16,-2-11-3-16,2 1 0 16,-4-3 0-16,-3 0 0 15,-6-2 0-15,-1-1 0 16,-7 6 0-16,-4 1 0 0,0 11 0 15,3-8 0-15,-3 8 0 16,0 0 0-16,2 11 0 16,1 7 0-16,4 2 0 0,4 0 0 15,-2 5 0-15,3 2 0 16,1 2 0-16,2-2 0 16,2 3 0-16,-5-5 0 15,-2 4 0-15,-2-4 0 0,-5-3 0 16,-3-2 0-16,-8-2 0 15,-9-4 0-15,-6-1 0 16,-5-6 0-16,-4-2 0 16,-5-2 0-16,-1-3 0 15,2 0 0-15,4 0-13 0,16-10-71 16,-6-3-3-16</inkml:trace>
  <inkml:trace contextRef="#ctx0" brushRef="#br1" timeOffset="137017.67">14785 10738 491 0,'0'0'3'0,"0"0"1"0,0-10 1 15,0 10 1-15,-12-11-4 16,5 3-2-16,-6 0 0 0,1 3 0 15,-1 1 0-15,-2 4 0 16,0 4 0-16,3 6 0 16,-4 3 0-16,7 1 0 15,2 6 0-15,4 1 0 16,3 1 0-16,5-3 0 0,9 3 0 16,7 1 0-16,1-3 0 15,6 0 0-15,4-1 0 16,-2-1 0-16,-3-4 0 15,-3 2 0-15,-2-5 0 0,-6 0 0 16,-4-1 0-16,-12-10 0 16,3 13 0-16,-10-9 0 15,-5 1 0-15,-13 0 0 16,-1-3 0-16,1 1 0 0,-7-3 0 16,2 0 0-16,0-7-23 15,-2 1-63-15,14-4-3 16</inkml:trace>
  <inkml:trace contextRef="#ctx0" brushRef="#br1" timeOffset="137419.37">15116 10694 490 0,'0'0'4'0,"0"0"1"16,0 0 0-16,0 0 0 15,-7-2-3-15,7 2-2 16,-18 14 0-16,8 1 0 15,-1 7 0-15,2 3 0 0,-1 3 0 16,3 1 0-16,7-1 0 16,0-1 0-16,5-3 0 15,7-4 0-15,3-7 0 16,2-6 0-16,6-2 0 16,-5-5 0-16,6-7 0 0,-4-9 0 15,-4-1 0-15,2-12 0 16,-6 2 0-16,-6-11 0 15,-3 1 0-15,-6-3 0 0,-7 3 0 16,-7 3 0-16,-3 6 0 16,-3 7 0-16,-3 6 0 15,3 7 0-15,-2 8 0 16,5 12 0-16,5 7 0 16,6 6 0-16,9 6 0 0,0 0 0 15,14 2 0-15,4-1 0 16,6-4 0-16,6-3 0 15,8-1-25-15,4-9-60 0,-8-3-3 16</inkml:trace>
  <inkml:trace contextRef="#ctx0" brushRef="#br1" timeOffset="137618.18">15530 10737 462 0,'0'0'4'0,"0"0"1"0,0 0 1 15,0 6 1-15,-2 4 1 16,2 3 1-16,0 7 1 0,-3 1-10 16,3 12 0-16,0-1 0 15,0 5 0-15,3 3 0 16,-3-2 0-16,6 8 0 16,1-8-83-16,-7-9-4 15</inkml:trace>
  <inkml:trace contextRef="#ctx0" brushRef="#br1" timeOffset="139850.64">16020 10825 390 0,'0'0'6'0,"0"0"3"0,0 0 2 16,0 0 1-16,0 0 1 15,0 0 1-15,0 0 1 16,0 0-1-16,0 0-4 0,0 0-3 16,0 0-2-16,0 0 0 15,8 0-5-15,-8 0 0 16,17 3 0-16,-2 0 0 15,2-3 0-15,8 0 0 16,5 0 0-16,5 0 0 0,3 0 0 16,4 0 0-16,-1-3 0 15,-1 3 0-15,3-3 0 16,-9 3 0-16,-4 0 0 16,-2 0 0-16,-11 0 0 0,-2 0 0 15,-3 0 0-15,-12 0 0 16,10 0 0-16,-10 0 0 15,0 0 0-15,0 0 0 16,0 0 0-16,0 0 0 0,-5 0 0 16,5 0 0-16,-12 3 0 15,12-3 0-15,-16 3-4 16,2-3-84-16,14 0-2 0</inkml:trace>
  <inkml:trace contextRef="#ctx0" brushRef="#br1" timeOffset="140784.19">16999 10820 275 0,'0'0'7'0,"0"0"1"0,0 0 5 15,0 8 0-15,0-8 3 16,0 9 2-16,0-9 3 16,12 10 2-16,1-4-5 0,-1-6-2 15,8 0-1-15,1-8-1 16,3-5-1-16,1-4-2 15,0-5-2-15,0-5-1 16,-6-6-1-16,-2-4-1 0,-4-5-6 16,-7-3 0-16,-6-4 0 15,-3-5 0-15,-10 4 0 16,-4-2 0-16,-3 7 0 16,-3 6 0-16,1 6 0 0,3 9 0 15,-4 11 0-15,3 13 0 16,2 6 0-16,6 13 0 15,2 9 0-15,3 9 0 0,7 5 0 16,2 5 0-16,8 5 0 16,7-2 0-16,4-1 0 15,8 0 0-15,2-6 0 16,6-3 0-16,-2-9 0 16,-1 0 0-16,1-6 0 0,-5-9 0 15,-3-6 0-15,-4 0-25 16,1-2-58-16,-9-8-4 15</inkml:trace>
  <inkml:trace contextRef="#ctx0" brushRef="#br1" timeOffset="141084.07">17546 10647 481 0,'0'0'3'0,"0"0"1"0,0 0 0 0,0 0 1 15,0 0-1-15,0 4 1 16,-5 9 0-16,5 2-5 16,0 5 0-16,-2 2 0 0,2 3 0 15,0 3 0-15,0-2 0 16,0 2 0-16,2-6 0 15,-2 0 0-15,5-4 0 16,-3 1 0-16,3-6 0 16,-5-3 0-16,2 2-17 0,8-7-67 15,-10-5-3-15</inkml:trace>
  <inkml:trace contextRef="#ctx0" brushRef="#br1" timeOffset="147050.51">10228 12456 368 0,'0'0'8'15,"0"0"3"-15,0 0 2 16,0 0 2-16,0 0 1 15,0 0 0-15,0 0 1 0,5 0 1 16,-5 0-7-16,18-3-3 16,-6 0-2-16,7 0-2 0,7 2-4 15,-1-5 0-15,10 5 0 16,-3-2 0-16,0-2 0 16,0 5 0-16,1-3 0 15,-11 3 0-15,0 0 0 0,-4 0 0 16,-9 0-2-16,4 0-34 15,-13 0-47-15,0 0-3 16</inkml:trace>
  <inkml:trace contextRef="#ctx0" brushRef="#br1" timeOffset="147568.57">10934 12252 476 0,'0'0'4'16,"0"0"2"-16,0 0 0 15,0 0 1-15,0 0-1 0,0 0 0 16,0 6-6-16,-3 5 0 16,3 7 0-16,0 4 0 15,0 6 0-15,0 4 0 16,0 2 0-16,3 3 0 15,4-2 0-15,-1-2 0 0,-1-4 0 16,-1-4 0-16,1-5 0 16,-2-3 0-16,-1-5 0 15,-2-12 0-15,0 8 0 0,0-8 0 16,-12-10 0-16,5-2 0 16,-4-11 0-16,2-1 0 15,-7-11 0-15,4-2 0 16,5-5 0-16,-4-3 0 0,6 0 0 15,3 1 0-15,2 0 0 16,2 6 0-16,9 3 0 16,1 8 0-16,6 5 0 0,4 4 0 15,3 8 0-15,-3 5 0 16,3 5 0-16,-1 11 0 16,-3 3 0-16,-4 5 0 15,-5 9 0-15,-4 0 0 16,-8 4 0-16,0-2 0 0,-8-1 0 15,-4-1 0-15,-1 2 0 16,-8-11-9-16,5 3-32 16,2-4-42-16,-2-7-3 15</inkml:trace>
  <inkml:trace contextRef="#ctx0" brushRef="#br1" timeOffset="148084.01">11145 12470 469 0,'0'0'4'0,"0"0"2"0,0 0 1 16,5-10 1-16,-5 10 0 15,9-10 1-15,2 6-9 16,-4-3 0-16,3 1 0 0,5 4 0 15,-3 2 0-15,1 0 0 16,-1 5 0-16,0 2 0 16,-1 6 0-16,-4-1 0 15,-2 3 0-15,-5-1 0 16,0-2 0-16,0 4 0 0,-11-4 0 16,5-2 0-16,-7 0 0 15,13-10 0-15,-12 9 0 16,12-9 0-16,-13 0 0 15,13 0 0-15,0-14 0 0,0-1 0 16,8-6 0-16,2 0 0 16,2-2 0-16,6-2 0 15,-4 6 0-15,4-1 0 16,0 5 0-16,-4 8 0 0,-2 2 0 16,1 5 0-16,-5 5 0 15,-4 7 0-15,1 6 0 16,1-1 0-16,-4 3 0 0,6 2 0 15,-6 3 0-15,5-9 0 16,-2 2 0-16,8 2-23 16,15-8-60-16,-16-4-3 15</inkml:trace>
  <inkml:trace contextRef="#ctx0" brushRef="#br1" timeOffset="148486.9">11816 12291 457 0,'0'0'5'0,"-5"-7"2"0,5 7 1 16,-13-9 0-16,6 0 1 16,-2 8-1-16,-5-2 1 0,0 3-9 15,0 0 0-15,3 7 0 16,1 3 0-16,0 0 0 15,0 5 0-15,5-3 0 0,5 6 0 16,3-3 0-16,4 0 0 16,6-1 0-16,1 4 0 15,4 0 0-15,4-4 0 16,1 1 0-16,-1 0 0 0,3-1 0 16,-6 1 0-16,-1-2 0 15,-6-4 0-15,-5 7 0 16,-7-7 0-16,0-2 0 15,-4 4 0-15,-11-1 0 0,-7-3 0 16,-3 1 0-16,-3-3 0 16,-4 0 0-16,1-1 0 15,2-4 0-15,3 3-2 16,3-3-14-16,10-7-35 0,1-1-33 16,7-2-2-16</inkml:trace>
  <inkml:trace contextRef="#ctx0" brushRef="#br1" timeOffset="148934.04">12067 12289 479 0,'0'0'5'16,"0"0"1"-16,0-12 2 15,0 12 0-15,-5-11-3 0,5 11-5 16,-10 0 0-16,2 6 0 15,-4 9 0-15,3 5 0 16,-7 7 0-16,7 1 0 0,-2 6 0 16,1-2 0-16,6 0 0 15,4 1 0-15,4-10 0 16,4 1 0-16,7-7 0 0,-1-8 0 16,9-3 0-16,-5-6 0 15,4 0 0-15,-5-10 0 16,-2-5 0-16,-2-5 0 15,-4-2 0-15,-4-8 0 0,-5 1 0 16,0-3 0-16,-7-1 0 16,-3 4 0-16,-5-1 0 15,1 10 0-15,-7 2 0 16,4 6 0-16,0 9 0 16,1 6 0-16,2 7 0 15,4 10 0-15,4 2 0 0,10 6 0 16,5 1 0-16,1 4 0 15,10-1 0-15,-3-6 0 16,15-1-30-16,-4-6-56 0,3-1-2 16</inkml:trace>
  <inkml:trace contextRef="#ctx0" brushRef="#br1" timeOffset="149120.57">12469 12383 449 0,'0'0'3'0,"0"0"1"0,-4 20 2 0,1-7 1 16,3 7 0-16,0 4 0 0,0 11 1 15,0 3-1-15,3 1-4 16,-1-2-9-16,8-7-73 16,-6 7-4-16</inkml:trace>
  <inkml:trace contextRef="#ctx0" brushRef="#br1" timeOffset="150300.64">15690 6757 321 0,'0'0'9'15,"0"0"5"-15,0 0 3 16,0 0 3-16,0 0 3 0,2-10-1 16,-2 10 2-16,0 0 0 15,0 0-9-15,0 0-4 16,0 0-4-16,0 0-3 16,0 0-4-16,8 6 0 0,-8 1 0 15,2 8 0-15,3 0 0 16,-3 5 0-16,1-1 0 15,-1 1 0-15,4 0 0 16,-4-3 0-16,1-5 0 0,-3 1 0 16,2-6 0-16,-2-7 0 15,0 0 0-15,5 10 0 16,-5-10 0-16,0 0 0 16,0 0 0-16,0 0 0 0,0 0 0 15,0 0 0-15,0 0 0 16,0 0 0-16,0-5-16 15,0 5-67-15,0 0-2 16</inkml:trace>
  <inkml:trace contextRef="#ctx0" brushRef="#br1" timeOffset="152602.1">13141 12284 455 0,'0'0'4'0,"0"0"2"16,9-9 2-16,-9 9 0 0,0 0 0 15,10-9 0-15,-10 9 1 16,6 9-4-16,-6 5-5 15,0 4 0-15,0 7 0 16,0-4 0-16,-3 9 0 0,0-2 0 16,3 0 0-16,0-3-6 15,0-4-36-15,0 2-43 16,0-9-1-16</inkml:trace>
  <inkml:trace contextRef="#ctx0" brushRef="#br1" timeOffset="152767.57">12982 12386 428 0,'0'0'5'0,"0"0"0"16,-3-8 1-16,3 8 0 15,7-12 1-15,3 5 1 16,6 0 0-16,8-1 0 16,5 3-7-16,7-2-9 0,8-9-46 15,6 14-25-15,-1-3-3 16</inkml:trace>
  <inkml:trace contextRef="#ctx0" brushRef="#br1" timeOffset="153236.75">13759 12136 463 0,'0'0'5'0,"0"0"1"15,0 0 0-15,0 0-1 16,0 0 2-16,-9 7-1 0,5 6 0 15,4 3 1-15,0 7-7 16,0 4 0-16,0 6 0 16,4-1 0-16,3 3 0 0,-2-4 0 15,2 2 0-15,-2-5 0 16,0-6 0-16,-2-2 0 16,-1-6 0-16,-2-1 0 0,0-13 0 15,0 0 0-15,-10 0 0 16,-2-8 0-16,0-9 0 15,-4-2 0-15,-1-12 0 16,-1-4 0-16,3-1 0 0,1-7 0 16,6-1 0-16,0 2 0 15,6-1 0-15,2 6 0 16,10 3 0-16,2 6 0 16,9 9 0-16,1 4 0 15,5 9 0-15,5 6 0 0,-2 6 0 16,2 14 0-16,-2 2 0 15,-7 5 0-15,-3 5 0 16,-8 6 0-16,-10-4 0 0,-7-2 0 16,-7 3 0-16,-8-8 0 15,0 1-6-15,-10-9-29 16,-5 1-48-16,11-8-4 16</inkml:trace>
  <inkml:trace contextRef="#ctx0" brushRef="#br1" timeOffset="153717.45">14015 12371 412 0,'0'0'3'0,"0"0"1"0,-3 12 1 15,3-12 0-15,0 15 1 16,0-5 1-16,0 0 1 0,3 0 0 15,7-2-2-15,2-4-1 16,5-1 1-16,1-3-1 16,2 0 0-16,2-4 0 0,-2-7 0 15,0 1 1-15,-5-2 0 16,-2-3-2-16,-4 2-4 16,-4 4 0-16,-2-1 0 15,-3 10 0-15,0-10 0 0,0 10 0 16,0 0 0-16,0 10 0 15,0 2 0-15,2 6 0 16,3 1 0-16,3 6 0 16,-1 2 0-16,5 3 0 15,1 0 0-15,-3 2 0 0,-1 0 0 16,-4-2 0-16,1 0 0 16,-6-6 0-16,-6 4 0 15,-3-6 0-15,-6-5 0 16,-10-2 0-16,3-3 0 0,-8-4 0 15,-2-6 0-15,1-2 0 16,-1 0 0-16,3-4 0 16,-1-9-4-16,11 3-36 0,13-7-44 15,-4 0-4-15</inkml:trace>
  <inkml:trace contextRef="#ctx0" brushRef="#br1" timeOffset="154135.57">14773 12208 421 0,'0'0'7'16,"0"0"3"-16,0-13 0 0,0 13 2 15,-7-17 1-15,1 7 0 16,-1 0 1-16,-5 3-3 16,-4 2-11-16,-3 5 0 15,-1 5 0-15,-8 12 0 16,3 8 0-16,-2 2 0 0,5 3 0 15,4 4 0-15,4 1 0 16,6-2 0-16,8-4 0 16,6-2 0-16,10-4 0 15,7-7 0-15,5 1 0 0,4-9 0 16,2-2 0-16,-1-6 0 16,6 0 0-16,-7-3-31 15,3-4-53-15,-3-5-3 16</inkml:trace>
  <inkml:trace contextRef="#ctx0" brushRef="#br1" timeOffset="154601.7">15026 12171 443 0,'0'0'7'0,"0"0"2"0,0 0 1 15,0 0 2-15,0 0 0 16,0 0 0-16,-9 0-6 0,9 0-6 15,-18 12 0-15,11 5 0 16,-5 3 0-16,1 5 0 16,1 2 0-16,5 3 0 15,3 0 0-15,2-3 0 0,7-3 0 16,5-4 0-16,9-5 0 16,1-7 0-16,2-3 0 15,4-5 0-15,-3-5 0 16,0-7 0-16,0-6 0 15,-8-7 0-15,-2-2 0 0,-5-8 0 16,-3-2 0-16,-5-2 0 16,-2-1 0-16,-9 0 0 15,-3 5 0-15,-6 4 0 0,-1 6 0 16,-6 7 0-16,-1 6 0 16,-1 12 0-16,0 5 0 15,4 10 0-15,4 7 0 16,6 2 0-16,3 9 0 0,10 1 0 15,2-2 0-15,14 1 0 16,3-4 0-16,9-1 0 16,4-8 0-16,2 0 0 15,1-10 0-15,6 2-7 0,3-8-78 16,-13-4-2-16</inkml:trace>
  <inkml:trace contextRef="#ctx0" brushRef="#br1" timeOffset="154850.64">15421 12275 494 0,'0'0'5'0,"0"0"2"16,0 0-2-16,0 0-5 15,0 0 0-15,0 0 0 16,0 0 0-16,0 12 0 15,3 5 0-15,-1 1 0 0,1 12 0 16,-1 4 0-16,0 8 0 16,-2 5 0-16,3 3 0 15,-6-1 0-15,-4 0-85 16,7-4-7-16</inkml:trace>
  <inkml:trace contextRef="#ctx0" brushRef="#br1" timeOffset="161369.82">12506 13514 434 0,'0'0'4'16,"0"0"2"-16,0-9 2 0,0 9 1 15,3-9 2-15,-3 9 0 16,0 0 0-16,5-7 0 16,-5 7-5-16,0 4-6 15,3 11 0-15,0 2 0 16,-3 10 0-16,4 1 0 0,-1 7 0 15,2-3 0-15,-1 3 0 16,-1-3 0-16,2-5 0 0,0-4 0 16,-2-7 0-16,2 0 0 15,-5-7 0-15,0-9 0 16,0 0 0-16,-5 6 0 16,-3-12 0-16,-2-6 0 15,-4-3 0-15,0-10 0 16,0-7 0-16,-1 0 0 0,5-10 0 15,2-3 0-15,4 1 0 16,4 0 0-16,0 1 0 16,10 6 0-16,6 2 0 0,2 8 0 15,7 7 0-15,5 5 0 16,0 8 0-16,-3 4 0 16,1 3 0-16,-2 10 0 15,-5 3 0-15,-6 3 0 0,-8 9 0 16,-7-2 0-16,-2 2 0 15,-9 0 0-15,-6 2 0 16,-3-7 0-16,-5-1 0 16,1-2 0-16,-1-2 0 0,2-7 0 15,6-1 0-15,0-1-17 16,17-6-22-16,-7 10-48 16,7-10-2-16</inkml:trace>
  <inkml:trace contextRef="#ctx0" brushRef="#br1" timeOffset="162017.42">12920 13615 418 0,'0'0'5'0,"0"0"2"0,0 0 2 0,-16 0 2 16,7 0 0-16,1 0 2 15,-2-3 0-15,0 0 0 0,0 3-2 16,10 0-11-16,-15 0 0 16,15 0 0-16,0 0 0 15,5-4 0-15,7 1 0 16,3-2 0-16,6 1 0 15,4-2 0-15,-1 2 0 0,3 1 0 16,-2 0 0-16,-5 3 0 16,-3 0 0-16,-4 0 0 15,-13 0 0-15,7 13 0 0,-7-3 0 16,-7-1 0-16,-8 7 0 16,0-4 0-16,-5 3 0 15,-3 5 0-15,2-6 0 16,-2 3 0-16,1-4 0 0,5 2 0 15,1-3 0-15,7-2 0 16,1 1 0-16,8-11 0 16,0 12 0-16,8-8 0 15,6-1 0-15,6-3 0 0,3 0 0 16,4-3 0-16,6-4 0 16,-1 2 0-16,3-2 0 15,-8-1 0-15,5 3 0 16,-10 0 0-16,1 3 0 15,-10 2 0-15,-2-2 0 0,-11 2 0 16,8 0 0-16,-8 0 0 16,0 0 0-16,0 0 0 15,0 0 0-15,0 0 0 0,0 0 0 16,0 0 0-16,-5 2 0 16,5-2 0-16,-10 5 0 15,10-5-35-15,0 0-56 0</inkml:trace>
  <inkml:trace contextRef="#ctx0" brushRef="#br1" timeOffset="169249.89">4165 10243 374 0,'0'0'6'0,"0"-10"2"15,0 10 2-15,-5-15 0 16,1 1 1-16,-6 1 0 16,-3-2-1-16,-2 2 0 15,-11 1-5-15,2 10-3 0,-8 2-2 16,-5 5-1-16,-5 10 0 16,-5 9-1-16,2 7 1 15,2 2-1-15,6 7 1 0,7 6 0 16,8-2-1-16,12 6 2 15,10 1-1-15,0 4 0 16,18 2 1-16,1 5-1 16,4 7 2-16,4 6-1 15,-4 6 2-15,-5 8 0 0,3 10 1 16,-9 10 0-16,-9 5-1 16,-1 10 1-16,-2 5 0 15,-5 5 1-15,-7 2-2 16,5-2-1-16,-7-2 1 15,8-1-1-15,1 0 0 0,-2-8 1 16,1 2-1-16,1-7 0 16,1 1-1-16,1-5 0 15,-2-3 0-15,-2-6 0 16,-1-1 1-16,3-10-2 0,-2-4 1 16,0-6 0-16,-2-4 1 15,2-5 0-15,0-2 0 16,-3-7 0-16,2-6 0 0,1-3 0 15,0-6-2-15,0-3 0 16,-2-5 0-16,5-10-1 16,-5-3 1-16,6-3-1 15,-5-4 0-15,0-6 1 0,3-4 0 16,-2-4 1-16,7-9-1 16,-9 15 1-16,9-15-1 15,-12 10 1-15,12-10 0 16,0 0-1-16,-9 5 1 15,9-5 0-15,0 0 0 0,0 0 1 16,0 0 0-16,0 0 2 16,9 2 0-16,10-2 2 15,11 0 1-15,16-2 2 0,25-5 0 16,23-4 0-16,33-3-8 16,27 7-30-16,22-9-52 15,15 4-3-15</inkml:trace>
  <inkml:trace contextRef="#ctx0" brushRef="#br1" timeOffset="170500.52">6461 10250 305 0,'0'0'6'0,"0"0"2"16,0 0 5-16,-9-12 0 0,9 12 2 16,-11-7 2-16,11 7-1 15,0-10 0-15,0 10-6 16,18-15-2-16,5 10-4 15,9 0-1-15,10 0-1 0,13 1 0 16,7 4-2-16,5 0 0 16,0 6 1-16,-3 7-1 15,-4 2-1-15,-8 7 1 0,-12 9 0 16,-8 5 1-16,-9 8-1 16,-14 11 1-16,-6 10 0 15,-3 7 1-15,-5 8-1 16,-5 11 1-16,-5 6 1 15,0 7 0-15,-5 2 0 0,1 7 2 16,0 3 0-16,2 3 0 16,3 1 1-16,2 2 0 15,-1-2-1-15,6-1 0 16,4-2-1-16,1-3-1 16,2-3 1-16,0-2-2 0,5-5 1 15,2-3 0-15,0 1-3 16,1-10 0-16,-1 0 0 15,-2-5 0-15,2-3 0 0,-4-3 0 16,-1 1 0-16,-2-3 0 16,-2-4 0-16,-5 0 0 15,-1-5 0-15,1 0 0 16,-4-3 0-16,4-5 0 0,-2-5 0 16,4 0 0-16,-4-5 0 15,7-5 0-15,0 0 0 16,0-7 0-16,2 2 0 0,0-9 0 15,0-2 0-15,0-6 0 16,2-3 0-16,2-2 0 16,-1-5 0-16,1-3 0 15,0-4 0-15,-1 2 0 16,-3-10 0-16,5 13 0 16,-5-13 0-16,0 0 0 0,0 0 0 15,7 7 0-15,-7-7 0 16,0 0 0-16,0 0 0 15,0 0 0-15,-12 0 0 0,12 0 0 16,-20 0 0-16,8-6 0 16,-9 5 0-16,-6-5 0 15,-5 3 0-15,-10-1 0 16,-4 0 0-16,0 3 0 0,-4-4 0 16,8-8-51-16,5 11-35 15,5-6-2-15</inkml:trace>
  <inkml:trace contextRef="#ctx0" brushRef="#br1" timeOffset="171517.43">10382 10320 371 0,'0'0'4'0,"0"-8"1"16,0 8 2-16,-10-12-1 16,-2 5 0-16,-8 1-1 0,-2 1 1 15,-14 5-1-15,-5 8-3 16,-9 9-1-16,-5 10-1 15,-2 7-1-15,-3 7 1 0,6 12 0 16,-1 9-1-16,8 4 2 16,7 11 0-16,10 2 0 15,8 7 3-15,10 8 1 16,9-4 1-16,3 9 0 0,12 0 0 16,4 1 0-16,0 4-2 15,7-1 1-15,-3 9-2 16,-3-1-1-16,-4 6 0 15,-1-2-1-15,-9 5 0 0,-3 2 1 16,0-1 0-16,-8-2 0 16,-1 2 0-16,-7-4-1 15,4-1 0-15,-3-2 1 16,1-3-1-16,-2-1 0 16,2-6-1-16,-2-1 0 0,-1-9 1 15,2 1 0-15,-2-4 0 16,-3-4 1-16,6-5-1 15,-2-5 1-15,2-5-1 0,-2-8 0 16,4-8 0-16,-1-6-1 16,1-6 0-16,-3-6 0 15,3-6 0-15,0-7 0 16,1-5 1-16,1-5 0 0,-2-3-1 16,4 1 1-16,-2-6-1 15,3 1 0-15,7-8 1 16,-17 11-1-16,17-11 0 15,-15 13 0-15,15-13 0 0,-15 17 0 16,10-9 0-16,0 2 0 16,3 0 0-16,-1 0 0 15,3-1 1-15,10 1 0 16,10 0 1-16,10-5 0 16,17 4 1-16,22-8 0 0,29-2-23 15,31 1-61-15,27 0-3 16</inkml:trace>
  <inkml:trace contextRef="#ctx0" brushRef="#br1" timeOffset="172751.35">17817 10107 299 0,'0'0'6'0,"0"0"2"0,0 0 2 15,-11-10-2-15,11 10 2 0,0 0 0 16,9-13 4-16,5 5-1 16,13 4-3-16,10-6-3 15,9 3 0-15,8-1 0 16,0 6-1-16,6-3-1 16,-5 5-2-16,-2 0 0 0,-7 7-1 15,-11 11 0-15,-8 7 1 16,-6 9 2-16,-9 13 0 15,-10 13 0-15,-2 12 1 16,-2 14 0-16,-8 13 0 0,-6 10-1 16,2 11 2-16,-6 6-1 15,5 2 0-15,-2 7 0 16,2 1 0-16,0 0 0 0,3 0-3 16,5 0-3-16,-2 3 0 15,5-3 0-15,1 3 0 16,3-6 0-16,0 7 0 15,3-5 0-15,1 2 0 0,1-3 0 16,3 0 0-16,-4-3 0 16,2 2 0-16,-1-6 0 15,0-4 0-15,-3-9 0 16,4 0 0-16,1-10 0 16,-5-6 0-16,6-10 0 0,-4-11 0 15,1-8 0-15,1-4 0 16,-4-8 0-16,1-7 0 15,-3-6 0-15,0-12 0 0,0 1 0 16,0-9 0-16,-3-4 0 16,3-3 0-16,-2-4 0 15,0-7 0-15,2-6 0 16,-4 14 0-16,4-14 0 16,0 0 0-16,0 0 0 0,-7 10 0 15,7-10 0-15,0 0 0 16,0 0 0-16,-12 0 0 15,12 0 0-15,-18 0 0 0,4-3 0 16,-9-1 0-16,-7-2 0 16,-12-1 0-16,-10 2 0 15,-17-2 0-15,-16 4 0 16,-7 3 0-16,-7 0 0 0,-6 5 0 16,6 7-4-16,2 3-84 15,7 0-2-15</inkml:trace>
  <inkml:trace contextRef="#ctx0" brushRef="#br1" timeOffset="176485.51">18711 10582 296 0,'0'0'4'16,"0"0"1"-16,0 0 1 15,0 0 0-15,0 0 3 0,0 0 1 16,8 0 0-16,1 0 1 16,4 0-3-16,9 3 0 15,3-3 0-15,10 2 0 16,10-2-1-16,6 0-1 0,11 0 0 16,11 0-2-16,12-2 0 15,7 2 0-15,9-5-1 16,8 5-1-16,6-2-1 15,7-1 0-15,-1 3 0 0,8-3-1 16,0 3 1-16,-4 0-1 16,-4 0 0-16,1 0 0 15,-10 0 0-15,-9 0 0 16,-2 0 0-16,-19 0 0 0,-7 0 0 16,-18 0 1-16,-8 0 3 15,-19 0 1-15,-7 0 2 16,-9 0-1-16,-14 0 1 15,8-2 0-15,-8 2 0 0,0 0-2 16,-5-2-2-16,5 2-2 16,-10 0-1-16,10 0-2 15,-14 0-3-15,14 0-3 16,-9 2-6-16,9-2-15 0,0 8-51 16,0-8-2-16</inkml:trace>
  <inkml:trace contextRef="#ctx0" brushRef="#br1" timeOffset="176767.47">21457 10307 414 0,'0'0'4'0,"0"0"2"0,0 0 1 15,0 0 1-15,9-4 0 16,-9 4-1-16,3 7 2 0,-3 3-1 16,0 4-2-16,-5 9-3 15,3-1-2-15,-3 6 1 16,0 2-2-16,3-1-3 0,-4-4-9 16,6-3-34-16,0 0-35 15,3-7-2-15</inkml:trace>
  <inkml:trace contextRef="#ctx0" brushRef="#br1" timeOffset="177167.41">21563 10109 371 0,'0'0'3'0,"-9"-2"0"0,-3 2 1 15,-4 0 2-15,-9 0-1 16,-5 7 2-16,-5 8 1 15,-6 7-1-15,1 8-1 16,0 13-1-16,5 7 0 16,3 6-1-16,9 6-2 0,6 2 0 15,7-2-2-15,10 0 1 16,8-5 0-16,11-7-1 16,4-6 1-16,14-11-1 15,8-4 1-15,7-12 1 16,5-9-1-16,3-6 1 0,2-7-1 15,-3-10 1-15,1-11 0 16,-3-5 0-16,-6-11 0 0,-12-2 2 16,-9-13-1-16,-7 0 0 15,-16-8 1-15,-7 1 0 16,-16 1 0-16,-11 9-1 16,-8 6 0-16,-9 12-1 0,-11 11 0 15,-5 16-3-15,-7 9-3 16,2 14-10-16,-3 26-58 15,8-5-11-15</inkml:trace>
  <inkml:trace contextRef="#ctx0" brushRef="#br1" timeOffset="178184.15">18328 12381 377 0,'0'0'3'0,"0"0"2"0,0 0 1 0,0 0 1 0,11 0 0 15,-11 0 2-15,14-3 0 16,4 3 0-16,1-2-1 16,11 2-2-16,5-3-1 0,15 1-1 15,10-3-1-15,14-2 1 16,18 0-2-16,13-1 1 16,12-4-1-16,19-1 0 15,11-2 0-15,9 0-1 0,4 3 1 16,5 0-2-16,-3 2 1 15,0 0 0-15,-6 2-1 16,-9 1 0-16,-10 2 1 0,-9 0-1 16,-16 0 0-16,-13 2 0 15,-19-1 2-15,-15 1 2 16,-16-2 0-16,-16 2 2 16,-11 1-1-16,-12-3 0 15,-10 5 1-15,0 0-6 16,0 0 0-16,-8-7 0 0,8 7-5 15,-12-2-13-15,12 2-31 16,-7-3-35-16,7 3-1 16</inkml:trace>
  <inkml:trace contextRef="#ctx0" brushRef="#br1" timeOffset="178604.41">21506 12044 440 0,'0'0'5'15,"0"0"1"-15,0-12 1 0,0 12 3 16,-3-16 0-16,3 8 1 16,0-6-1-16,0 3 2 15,6-7-12-15,2 6 0 16,4-1 0-16,1 6 0 0,3-1 0 15,2 8 0-15,1 0 0 16,2 0 0-16,-3 8 0 16,-6 6 0-16,-8 4 0 0,-1 1 0 15,-6 6 0-15,-9-2 0 16,-6 4 0-16,-7 1 0 16,-1-4 0-16,1-2 0 15,-2-2 0-15,1-5 0 0,6-2 0 16,3-5 0-16,7-2 0 15,10-6 0-15,0 0 0 16,6 0 0-16,10-2 0 16,5-6 0-16,6-2 0 15,1-1-6-15,-1-7-4 0,8 0-15 16,-5 8-54-16,-4-17-5 16</inkml:trace>
  <inkml:trace contextRef="#ctx0" brushRef="#br1" timeOffset="178967.51">21643 11729 386 0,'0'0'4'0,"-15"0"1"0,0 0 1 16,-7 4 2-16,-8 6 1 15,-7 1 0-15,-5 9 2 0,-6 7 0 16,2 11-3-16,0 4-2 16,7 7 0-16,9 4-2 15,10 1 0-15,10 0-2 16,10 2-1-16,10-6 1 0,14-2-1 15,11-6 0-15,8-7 0 16,9-5 0-16,10-6 0 16,2-9 0-16,4-3 0 0,2-9 0 15,-4-3 0-15,-3-8 1 16,-6-12-1-16,-8-5 1 16,-6-6 1-16,-16-9-1 15,-8-7 1-15,-14-7-1 16,-5-6 0-16,-17 1 1 0,-12-2-3 15,-16 5 0-15,-7 8 0 16,-5 12 0-16,-10 12-3 16,2 13-6-16,-8 11-22 15,7 15-50-15,6 15-3 16</inkml:trace>
  <inkml:trace contextRef="#ctx0" brushRef="#br1" timeOffset="179700.51">18549 13736 380 0,'0'0'4'15,"0"0"-1"-15,0 0 3 16,0 0 1-16,6 3 2 0,6-1 1 16,8-2 1-16,10 2 0 15,14-2-2-15,16 3 0 16,9-3-3-16,16 0-1 16,19-5-2-16,15-3-1 0,16 2-1 15,9-5 0-15,15 2-1 16,5-1 1-16,6 2-1 15,5-2 0-15,2 0 0 0,-11 3 0 16,-5-3 0-16,-11 5-1 16,-19-2 1-16,-12 1 0 15,-18 1 0-15,-18 1 0 16,-23-2 2-16,-10 3 2 0,-18 2 0 16,-9-5 0-16,-13 5 0 15,-10 1 1-15,0 0-1 16,0 0-1-16,0 0-2 15,0 0-3-15,0 0-2 16,-10 0-6-16,10 0-15 0,-13 7-58 16,13-7-3-16</inkml:trace>
  <inkml:trace contextRef="#ctx0" brushRef="#br1" timeOffset="180252.88">21512 13461 432 0,'0'0'4'0,"0"0"1"0,0-9 2 16,0 9 0-16,0-13 0 15,0 13 1-15,6-15 0 16,2 5-1-16,4 3-3 0,4-1-2 16,-1 6 0-16,9-1-2 15,1 3 0-15,3 3 0 16,-6 2 0-16,0 2 0 16,-2 3 0-16,-5 3-1 15,-7-4-1-15,-8 3 1 0,-4 3-1 16,-10 0 1-16,-5-2-1 15,-6-1 1-15,2 1 0 16,-5-4 1-16,9 1-1 16,-1 0 1-16,7 0-1 0,13-10 1 15,-10 12 0-15,10-12 1 16,11 13-1-16,6-5 1 16,1-1 1-16,-2 1-1 0,7-1 0 15,-3 0 0-15,-3 0 0 16,-1 1-1-16,-7 2 1 15,1 0 0-15,-10-10 0 16,2 15 0-16,-2-15 0 16,-9 12 0-16,-9-7-1 0,-1-3 1 15,-9 4-3-15,-7-6 0 16,-4 0-4-16,-1 0-4 16,-5 0-9-16,0 2-43 15,3-4-21-15,10-4-3 0</inkml:trace>
  <inkml:trace contextRef="#ctx0" brushRef="#br1" timeOffset="180717.56">21568 13107 403 0,'0'0'2'0,"0"0"1"0,-17-10 1 15,2 7 2-15,-4 0 1 16,-14 3 1-16,-4 3 0 16,-6 12 2-16,-9 10-2 0,-2 7-1 15,-1 13 0-15,3 8-2 16,7 8-1-16,5 3-1 16,13 5 0-16,7-2 0 15,15 3 0-15,5-3 0 0,20-6 0 16,7-1 0-16,14-8 0 15,5-4 0-15,11-9-1 16,10-4-2-16,5-14 0 16,6-5 0-16,4-8 0 15,-3-8 0-15,-2-16 0 0,-5-6 0 16,-8-13 0-16,-4-11 0 16,-7-12 0-16,-14-9 0 15,-11-12 0-15,-8-7 0 16,-15-6 0-16,-5-5 0 0,-18 5 0 15,-17 6 0-15,-11 12 0 16,-16 12 0-16,-14 15 0 16,-8 16 0-16,-2 22 0 0,-6 12 0 15,9 16-59-15,1 25-28 16</inkml:trace>
  <inkml:trace contextRef="#ctx0" brushRef="#br2" timeOffset="191950.87">4215 11499 130 0,'0'0'11'0,"0"0"0"16,0 0 4-16,0 0 4 15,0 0 0-15,-9 0 0 16,9 0-1-16,0 0 3 16,0 0-7-16,0 0-1 15,0 0 0-15,7 0-3 0,7 0 2 16,6 2-2-16,8-2 2 15,7 0-3-15,14 0-2 16,9 0-1-16,11 0-2 0,5 0-2 16,14-2-1-16,-4 2 1 15,13 0-2-15,2 0 2 16,3 0-1-16,-3 0-1 16,6 2 2-16,-4 1-4 0,4 0 2 15,4-1-1-15,-6-2 0 16,-6 3 0-16,-6-3 0 15,-7 0-1-15,-9 0 1 0,-8 0 1 16,-14 0 0-16,-11 0 1 16,-15 0 3-16,-4 0 3 15,-9 0-1-15,-14 0 2 16,11 0-1-16,-11 0 1 16,0 0-1-16,0 0 0 0,0 0-3 15,0 0-2-15,-6-8-1 16,6 8 1-16,0 0-2 15,-10-5 0-15,10 5-6 16,0 0-4-16,0 0-15 0,0 5-48 16,0-5-2-16</inkml:trace>
  <inkml:trace contextRef="#ctx0" brushRef="#br2" timeOffset="193500.47">10832 11459 277 0,'0'0'1'15,"0"0"-2"-15,0 0-1 16,0 0 2-16,12-5-1 16,1 5 1-16,4 0 0 15,6 0 1-15,7 0-1 0,4 0 2 16,3 5-1-16,9-2 0 15,0-1 0-15,7 3 0 16,-3-2 0-16,6 1-1 0,10-1 1 16,0 5 0-16,6-6-1 15,2 3 1-15,4 0 0 16,6 0-1-16,9 0 1 16,-2-2-1-16,4-1 0 0,2-2 0 15,2 3 0-15,2-1 0 16,9 0 0-16,-6-2 0 15,-1 3 0-15,1 1 0 16,-5-4 0-16,8 6 1 0,2-3-1 16,-2-1 0-16,0-2 0 15,2 2 0-15,0-2 0 16,5 0 0-16,6 0 0 16,-8 0 1-16,2 0 0 15,3 0 1-15,-7 0-2 0,1 0 0 16,6-2 1-16,-11 2 1 15,2 0-1-15,-2 0-1 16,-1 0 1-16,1-2-1 0,4-1 1 16,-4 3-1-16,-1-3 1 15,7 3-1-15,-7-3 1 16,6 3-1-16,6 0 1 16,-8 0-1-16,0 0 0 0,1 0 0 15,-4 0 0-15,2 0 0 16,3 0 0-16,-6 3-1 15,-6 0 1-15,3 0 1 0,-3 1 1 16,3-1 0-16,5 1 1 16,-10 1 1-16,-5 0 1 15,2 1 2-15,-7-2-1 16,-2 1 0-16,1-2 1 16,-13-1 0-16,-6 1 1 0,-5-1 0 15,-7-2 1-15,-8 0 0 16,-10 0 1-16,-8 0 0 15,-5 0 0-15,-10 0 0 16,-4 0-2-16,-10 0 1 0,10 0-2 16,-10 0 0-16,0 0-2 15,0 0-1-15,0 0-2 16,0 0-1-16,0 0-4 16,0 0-8-16,-13 8-39 0,-3-6-26 15,-5-2-4-15</inkml:trace>
  <inkml:trace contextRef="#ctx0" brushRef="#br2" timeOffset="200867.96">4516 12844 144 0,'0'0'5'0,"0"0"3"16,-5 5 2-16,5-5 2 16,0 0-1-16,0 0 1 15,0 10 1-15,0-10 3 16,0 0-5-16,20 7-1 15,-3-4-4-15,13 5 1 0,10-3-1 16,7 4 2-16,23-4-3 16,1 2-2-16,21-1 0 15,10-1-1-15,8-5-1 0,2 2 1 16,1-2-1-16,7 0 2 16,-8 0 0-16,5 0 2 15,-15-2 0-15,-3-1 2 16,-8 1 1-16,-3 2-1 0,-14-3-1 15,-6 3 0-15,-8 0-2 16,-14 0-1-16,-6 0-1 16,-13 0-1-16,-7 0 0 15,-5 3-1-15,-15-3-2 16,10 2-3-16,-10-2-8 0,0 10-35 16,0-10-20-16</inkml:trace>
  <inkml:trace contextRef="#ctx0" brushRef="#br2" timeOffset="201934.33">10600 12939 292 0,'0'0'0'0,"0"0"-4"15,16 0 2-15,-9 0 0 16,16 0 0-16,7 0-1 15,7 0-1-15,13 0 1 0,4 0 2 16,14 2 1-16,3-2-1 16,12 2 0-16,11 1 1 15,5-1-1-15,12 1 2 16,6-1-1-16,18 1 0 0,9 2 0 16,12-2 0-16,11-1 0 15,6 3 0-15,7-4 0 16,8 5-1-16,9-1-1 15,-3 2 1-15,-6 0 0 0,6-4-1 16,3 3 0-16,-8-2 1 16,-8 1 0-16,1-5 2 15,-7 3 2-15,-5-3-2 16,-11 0 1-16,-5 0 0 0,-12 0 1 16,-11 0-1-16,-7 0 0 15,-16 4 1-15,-20 2-2 16,-10-1 0-16,-14-1-2 15,-16 2-11-15,-16 1-13 0,-15-4-35 16,-7 2-3-16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28:53.497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2454 2644 385 0,'0'0'6'16,"0"0"5"-16,0 0 1 15,0 0 1-15,0 0 0 0,0 0 0 16,-3 8 1-16,-1 5 0 16,-2 4-5-16,1 8-6 15,0 0-1-15,0 6 0 16,1-2-2-16,1 0 0 0,-3-1-4 16,6-1-7-16,-2-2-13 15,-3-6-57-15,5-1-1 0</inkml:trace>
  <inkml:trace contextRef="#ctx0" brushRef="#br0" timeOffset="452.1">2447 2376 390 0,'0'0'4'0,"-11"-7"2"0,-1 1 1 16,-8 1 1-16,-3-1 1 15,-7 6 1-15,-4 0 1 0,-8 14 1 16,-3 8-4-16,0 17 0 16,3 11-2-16,-1 10-1 15,6 9 1-15,7 5-3 16,5 5 0-16,10 1 0 16,11 0-1-16,4-4-1 0,15-4 0 15,12-6 0-15,5-5 0 16,10-10 0-16,11-7 1 15,6-12-1-15,1-7 1 0,2-17-2 16,7-10 0-16,-4-16 0 16,-3-14 0-16,-2-13 0 15,-10-10 0-15,-6-3 0 16,-6-15 0-16,-8-10 0 0,-16-9 0 16,-6-2 0-16,-8-1 0 15,-10 1 0-15,-13 8 0 16,-6 5 0-16,-6 12 0 15,-9 18 0-15,-2 16 0 16,2 15 0-16,-4 11 0 0,7 9-3 16,1 0-1-16,10 17-7 15,3-2-15-15,-1 7-56 16,24 6-3-16</inkml:trace>
  <inkml:trace contextRef="#ctx0" brushRef="#br0" timeOffset="866.67">2896 2102 447 0,'0'0'3'0,"-5"-8"1"0,5 8 0 15,-7-18 2-15,4 5-1 16,1-4 1-16,2-3 0 16,2-2-1-16,10 0-1 0,6 4-3 15,6 0 1-15,4 10-1 16,6 2-1-16,-2 6 0 16,-2 10 0-16,0 10-1 15,-7 9 1-15,-8 1 1 0,-3 10-2 16,-7 0 2-16,-5 1 0 15,-7 5 3 1,-9-5-1-16,7-4 0 16,-1-4 1-16,5-6-2 15,5-5-2-15,5-7 0 16,14-9 0-16,15-6 0 16,10-6 0-16,6-1 0 0,4-5-4 15,10-4-79-15,2 9-2 16</inkml:trace>
  <inkml:trace contextRef="#ctx0" brushRef="#br0" timeOffset="1234.73">3989 2641 447 0,'0'0'5'0,"0"-10"4"16,0 10 1-16,0-12 1 15,0 12 0-15,-2-11-1 16,2 11-2-16,-6 8-8 16,6 14 0-16,-5 5 0 0,5 10 0 15,-2 3 0-15,2 2 0 16,0 6 0-16,0-4 0 16,2-4-20-16,1-6-64 15,7-2-2-15</inkml:trace>
  <inkml:trace contextRef="#ctx0" brushRef="#br0" timeOffset="1416.2">3735 2878 459 0,'0'0'5'0,"0"0"0"16,0 0 0-16,0 0 1 15,0 0 0-15,11-7 0 16,10 2 0-16,15-3 1 0,11-4-4 15,17-1-3-15,14-4-6 16,19-3-25-16,7 3-49 16,3-5-4-16</inkml:trace>
  <inkml:trace contextRef="#ctx0" brushRef="#br0" timeOffset="2133.14">5460 2655 466 0,'0'0'5'0,"-5"-11"2"0,0 0 0 15,2 4 2-15,-1-6 0 0,1-2-1 16,3-2-8-16,3 0 0 16,9 4 0-16,6-1 0 15,1 4 0-15,11 2 0 0,0 3 0 16,-3 5 0-16,0 7 0 16,-1 5 0-16,-9 6 0 15,-8 5 0-15,-6 9 0 16,-6-3 0-16,-9 5 0 15,-5 1 0-15,-3-4 0 0,-2 1 0 16,-3-10 0-16,3 3 0 16,4-7 0-16,3-6 0 15,11-3 0-15,4-9 0 16,9 0 0-16,11-2 0 16,10-10 0-16,10-6 0 0,2-1 0 15,8-9 0-15,5-1-13 16,-1-9-30-16,-9-4-42 15,5-4-3-15</inkml:trace>
  <inkml:trace contextRef="#ctx0" brushRef="#br0" timeOffset="2532.92">5870 2098 285 0,'0'0'10'0,"-8"-10"3"16,-11 3 5-16,-13 2 1 16,-11 2 2-16,-11 1 3 0,-14 2-2 15,-11 10 1-15,-11 11-8 16,1 15-2-16,-5 11-1 15,6 12-2-15,10 8-1 16,10 16-1-16,11 7 1 0,14 4-9 16,14 5 0-16,17-2 0 15,12-2 0-15,16-4 0 16,17-7 0-16,12-9 0 16,10-10 0-16,9-17 0 0,13-9 0 15,10-11 0-15,10-18 0 16,-3-10 0-16,9-20 0 15,-2-15 0-15,1-14 0 16,-8-12 0-16,-5-14 0 0,-7-12 0 16,-16-9 0-16,-9-11 0 15,-21-2 0-15,-12-3 0 16,-22 0 0-16,-18 12 0 16,-16 6 0-16,-17 7 0 0,-11 23 0 15,-12 9 0-15,-2 17 0 16,-6 14 0-16,8 11 0 15,7 11-12-15,13 10-21 16,33 9-53-16,-11 5-2 0</inkml:trace>
  <inkml:trace contextRef="#ctx0" brushRef="#br0" timeOffset="2933.27">6397 1655 439 0,'0'0'2'0,"0"0"2"0,0 0 0 15,-5-13 0-15,5 13 2 16,0-17-1-16,0 17 0 0,12-15 1 15,-2 5-2-15,3 2-2 16,4 4 0-16,3-1-1 16,3 5-1-16,-4 0 1 15,6 0 1-15,12 9 0 0,-5 14 1 16,-9 14-1-16,-18 3 0 16,-8 7 0-16,-16 2 0 15,-11-7-1-15,7-5-1 16,5-8 0-16,18-4 1 0,11-8 0 15,26-11 0-15,28-6 0 16,22-14 1-16,35-3-12 16,25-11-70-16,26-5-3 15</inkml:trace>
  <inkml:trace contextRef="#ctx0" brushRef="#br0" timeOffset="22800.09">1097 4810 373 0,'0'0'5'16,"0"0"2"-16,0 0 0 15,0 0 1-15,-10 6 0 16,10-6 2-16,-10 14-1 0,5-6 2 16,3 2-5-16,-1-3 0 15,3-7-1-15,8 12 0 16,4-12 0-16,10-2 1 0,3-10-1 16,10-6 0-16,4-8 0 15,4-10 0-15,1-5-1 16,2-12-1-16,-2-11 1 15,-7-9-1-15,1-3-1 16,-14-4 2-16,-6 1-4 16,-8 8 0-16,-10 6 0 0,-8 11 0 15,-7 15 0-15,-10 14 0 16,1 17 0-16,-4 13 0 16,-2 12 0-16,3 15 0 0,5 11 0 15,5 8 0-15,7 4 0 16,4 10 0-16,6 0 0 15,8-2 0-15,9-6 0 0,6 0-9 16,2-12-7-16,10-22-49 16,-1 8-21-16</inkml:trace>
  <inkml:trace contextRef="#ctx0" brushRef="#br0" timeOffset="23200.03">1723 4625 465 0,'0'0'3'0,"0"0"1"15,0 0 1-15,-7-8 1 16,7 8 0-16,0-17 0 16,0 5 1-16,7 0-1 15,8-4-3-15,5-2-3 0,4 7 0 16,4 1 0-16,2 5 0 15,-5 2 0-15,-1 3 0 16,-4 10 0-16,-4 8 0 0,-11 4 0 16,-5 3 0-16,-8 4 0 15,-5 3 0-15,-12 1 0 16,1 1 0-16,-9-2 0 16,1-2 0-16,2-2 0 15,6-6 0-15,4-2 0 0,8-8 0 16,6-2 0-16,6-10 0 15,15 3 0-15,10-3 0 16,3-10 0-16,9-2 0 16,5-1-6-16,5-5-20 0,-7 1-57 15,12 0-4-15</inkml:trace>
  <inkml:trace contextRef="#ctx0" brushRef="#br0" timeOffset="23723.01">2560 4585 418 0,'0'0'5'0,"0"0"1"15,0-15 3-15,0 15-2 16,-17-15 2-16,2 8 1 16,-4 1 0-16,-6 6-1 15,-8 6-3-15,1 12-3 16,-3 4 0-16,6 5-2 0,1 5 1 15,6 3 0-15,9-3-1 16,8 1 0-16,7-9 1 16,16-2-1-16,12-6 1 0,7-8-1 15,13-2 0-15,5-6-4 16,1-7-5-16,13-6-33 16,-1-4-43-16,-8-8-2 15</inkml:trace>
  <inkml:trace contextRef="#ctx0" brushRef="#br0" timeOffset="24467.09">2663 4253 422 0,'0'0'5'0,"0"0"2"0,-4-12 2 0,2 5 2 16,-1-6 0-16,1-1 0 15,2-2 2-15,5-4-1 0,3 1-4 16,4 1-6-16,8 1-2 16,2 3 0-16,3 3 0 15,2 7 0-15,-1 4 0 16,-1 1 0-16,-9 13 0 0,2 3 0 16,-11 5 0-16,-4 5 0 15,-6 5 0-15,-9 1 0 16,-5-1 0-16,0 0 0 15,-1-5 0-15,0 1 0 0,8-10 0 16,2 0 0-16,8-3 0 16,6-5 0-16,9-7 0 15,7-1 0-15,1-2 0 0,11 0-17 16,-4 0-39-16,3 0-29 16,1 0-2-16</inkml:trace>
  <inkml:trace contextRef="#ctx0" brushRef="#br0" timeOffset="24983.95">3213 4444 395 0,'0'0'6'0,"0"0"3"16,0-15 1-16,0 15 1 0,-7-12 0 16,7 12 1-16,-14-13-1 15,-2 13 1-15,3 0-7 16,-6 15-2-16,0 2-1 0,-1 13-2 16,-1 0 0-16,2 8 0 15,6 1-1-15,6-2 0 16,2 2 2-16,5-4-1 15,7-5 1-15,5-5 0 0,9-7 0 16,6-12 0-16,3-1 0 16,2-5 1-16,0-9-1 15,-2-7 1-15,2-5 0 16,-4-7 0-16,-5-5-1 16,-7-3 2-16,-7-4-1 15,-7 0 0-15,-2 1 1 0,-15 6-3 16,-2 4 0-16,-8 6 0 15,-5 13 0-15,-2 8 0 16,2 2 0-16,0 12-3 0,7 11 2 16,5 1 0-16,9 1 1 15,6 5-1-15,8 0 0 16,11-1 0-16,9-4-3 0,7 3-3 16,3-10-8-16,11-18-55 15,0 8-14-15</inkml:trace>
  <inkml:trace contextRef="#ctx0" brushRef="#br0" timeOffset="25368.93">3576 4654 433 0,'0'0'7'0,"-9"0"1"0,9 0 2 15,-16-7 1-15,16 7 1 16,-12-12-1-16,10 5 1 15,0-4-5-15,2 11-7 16,12-17 0-16,10 9 0 16,-2 4 0-16,4 1 0 0,3 0 0 15,-1 6 0-15,-1 4 0 16,-7 6 0-16,-4 5 0 16,-9 1 0-16,-5 3 0 15,-5 3 0-15,-13 0 0 0,-1 2 0 16,-8-5 0-16,2 1 0 15,0-3 0-15,1-3 0 16,8-5 0-16,4-2 0 16,12-10 0-16,0 0 0 0,17 6 0 15,10-9 0-15,10-7 0 16,11 0 0-16,5-5 0 16,11 5 0-16,-2-7-17 0,5 7-69 15,-2 2-4-15</inkml:trace>
  <inkml:trace contextRef="#ctx0" brushRef="#br0" timeOffset="26699.42">1718 3973 430 0,'0'0'5'0,"0"0"2"0,-12-7 1 16,12 7 2-16,-10-10 1 16,10 10 0-16,-5-15 0 15,5 6 1-15,2 0-6 16,11 0-6-16,2-1 0 0,2 0 0 16,5 3 0-16,0 4 0 15,1 3 0-15,-3 3 0 0,-3 6 0 16,-5 9 0-16,-6 4 0 15,-6 3 0-15,-3 5 0 16,-7-4 0-16,-3 5 0 16,-1-1 0-16,-1-5 0 15,-3-7 0-15,6 0 0 16,5-5 0-16,7-13 0 0,0 10 0 16,7-10 0-16,18-3 0 15,0-7 0-15,10 0 0 16,5-5 0-16,-1 0 0 0,-2-2 0 15,4 4 0-15,-7 4 0 16,-11-1 0-16,3 5 0 16,-13 3 0-16,2 2 0 15,-15 0-10-15,13 2-78 0,-13-2-2 16</inkml:trace>
  <inkml:trace contextRef="#ctx0" brushRef="#br0" timeOffset="31767.13">4827 4484 345 0,'0'0'8'0,"0"0"4"0,0 0 2 15,0 0 3-15,0 0 1 16,-5-2 1-16,5 2 1 16,0 0 0-16,0 0-6 15,0 0-5-15,0 0-2 0,12-6-2 16,6 3-2-16,6 2-3 16,6-3 0-16,8 0 0 15,-1 1-3-15,7 3-18 0,-4 0-61 16,0 0-4-16</inkml:trace>
  <inkml:trace contextRef="#ctx0" brushRef="#br0" timeOffset="31933.4">4827 4636 433 0,'0'0'5'0,"0"0"2"16,12 0 2-16,5 0 1 15,9-4 0-15,8-5 0 16,10 1 0-16,14-2-1 0,-3-7-13 16,19 5-76-16,-4 2-3 15</inkml:trace>
  <inkml:trace contextRef="#ctx0" brushRef="#br0" timeOffset="34883.01">6009 4320 449 0,'0'0'5'0,"0"-13"2"16,0 13 2-16,-2-9 1 15,2 9-1-15,-3-10 1 16,3 10 2-16,-9 0-12 16,6 13 0-16,-2 9 0 15,2 5 0-15,0 5 0 0,3 7 0 16,0 4 0-16,3 2 0 16,5-1 0-16,2-7 0 15,-3 1 0-15,4-9 0 16,1-4 0-16,-5-5 0 0,-5-11 0 15,-2-9 0-15,0 0 0 16,0 0 0-16,0-17 0 16,-5-10 0-16,-4-8 0 15,-4-9 0-15,3-9 0 0,-2 0 0 16,1-8 0-16,2 1 0 16,2 2 0-16,4 6 0 15,3 8 0-15,5 6 0 0,7 8 0 16,8 8 0-16,8 8 0 15,2 3 0-15,7 11 0 16,0 4 0-16,0 7 0 16,-2 11 0-16,-6 1 0 0,-8 9 0 15,-12 0 0-15,-5 3 0 16,-10 2 0-16,-6-2 0 16,-11-4 0-16,-4 1-3 15,-3-7-9-15,6-2-20 16,4 0-52-16,-6-12-1 0</inkml:trace>
  <inkml:trace contextRef="#ctx0" brushRef="#br0" timeOffset="35400.01">6335 4595 449 0,'0'0'6'0,"0"0"0"0,-7-10 3 0,7 10-1 0,-4-15 2 0,4 5-1 0,4-2 1 16,5-1-6-16,6 6-4 15,3 2 0-15,4 3 0 16,0 2 0-16,3 5 0 15,-3 4 0-15,-1 7 0 0,-9 3 0 16,-5-1 0-16,-7 5 0 16,0 1 0-16,-10-2 0 15,-3-5 0-15,-4 3 0 0,-3-7 0 16,6-4 0-16,1-3 0 16,1-5 0-16,12-1 0 15,-7-7 0-15,7-5 0 16,7-6 0-16,7-1 0 0,2-6 0 15,4 3 0-15,-1 0 0 16,1 0 0-16,-3 6 0 16,-1 1 0-16,-2 8 0 15,-3 7 0-15,-11 0 0 0,12 13 0 16,-8 2 0-16,-1 4 0 16,-1 1 0-16,2 3 0 15,0-4 0-15,4 1-2 16,-1-5-9-16,8 0-26 15,13-8-47-15,-11-4-1 0</inkml:trace>
  <inkml:trace contextRef="#ctx0" brushRef="#br0" timeOffset="35750.23">6666 4134 459 0,'0'0'4'0,"-4"-10"2"0,2 0 1 15,-1-1 1-15,3-4 0 16,0-3 1-16,3 1 1 16,10-6-10-16,1 6 0 15,9 5 0-15,2 3 0 16,2 9 0-16,-3 3 0 0,1 11 0 16,-4 5 0-16,-5 8 0 15,-2 0 0-15,-10 8 0 16,-4 0 0-16,-2-1 0 15,-8 1 0-15,-3-3 0 0,0-1 0 16,1-5 0-16,3-1 0 16,-1-7 0-16,8-4 0 15,2-3 0-15,9-7 0 16,9-2 0-16,6-2 0 0,12-5 0 16,-2-7 0-16,13 5-36 15,3-5-48-15,3-1-3 16</inkml:trace>
  <inkml:trace contextRef="#ctx0" brushRef="#br0" timeOffset="36394.99">7584 4350 429 0,'0'0'5'0,"0"-8"2"15,0 8 1-15,-10-14 1 16,-4 9 1-16,-1-1 0 16,-8 2 1-16,-1 4 0 15,-9 4-4-15,0 11-3 0,1 6-4 16,0 8 0-16,4 3 0 15,7 2 0-15,5 2 0 16,9-2 0-16,7-4 0 16,7 0 0-16,14-10 0 0,6-1 0 15,9-7 0-15,5-2 0 16,9-7 0-16,0 0 0 16,-1-3 0-16,1 0 0 15,-8-6 0-15,-3 3 0 0,-9-1 0 16,-7 1 0-16,-10-1 0 15,-13 4 0-15,0 0 0 16,0 0 0-16,0 0 0 16,-6 0 0-16,-5 0 0 0,5 0 0 15,-7 3 0-15,6-2 0 16,7-1 0-16,-12 6 0 16,12-6 0-16,-14 4 0 0,14-4 0 15,0 0-17-15,-6-3-70 16,6 3-2-16</inkml:trace>
  <inkml:trace contextRef="#ctx0" brushRef="#br0" timeOffset="37383.11">7779 4099 405 0,'0'0'6'15,"0"0"3"-15,0-14 3 16,0 2 2-16,4 2 1 0,1-11 0 15,0 2 1-15,8-3 0 16,-3 2-13-16,6 0-3 16,0 0 0-16,4 7 0 15,-1 3 0-15,-1 8 0 0,-1 2 0 16,-2 10 0-16,-5 5 0 16,-5 7 0-16,-5 6 0 15,0 4 0-15,-5 0 0 16,-7 1 0-16,-1-1 0 0,1-3 0 15,-3-1 0-15,5-7 0 16,0-3 0-16,6-6 0 16,4-12 0-16,4 10 0 0,11-10 0 15,7-2 0-15,8-6 0 16,3-2 0-16,6-1 0 16,-1 0 0-16,-3-1 0 15,2 7 0-15,-17 17-65 16,4-12-22-16</inkml:trace>
  <inkml:trace contextRef="#ctx0" brushRef="#br0" timeOffset="37933.1">8357 4259 452 0,'0'0'4'0,"0"0"0"0,-3-13 2 16,3 13 0-16,-14-12 0 0,2 6 0 16,-6 6 1-16,0 0-1 15,-3 10-3-15,-4 8-1 16,-3 11 0-16,5 1-2 15,2 5 1-15,3 4-1 0,6 1 0 16,6 3 0-16,6-9 0 16,6-2 0-16,6-7 0 15,11-6 1-15,4-6 1 16,2-5 1-16,7-8-3 16,-4-5 0-16,3-8 0 0,-6-5 0 15,-2-7 0-15,-7-1 0 16,-5-8 0-16,-7-1 0 15,-6-3 0-15,-2-4 0 0,-12 10 0 16,-6 0 0-16,-7 7 0 16,-5 7 0-16,-8 9 0 15,7 6 0-15,-6 6 0 16,5 12 0-16,7 3 0 0,4 3 0 16,12 4 0-16,9-1 0 15,7 4 0-15,16-3 0 16,4-3 0-16,13-4 0 15,0-4 0-15,7-3 0 0,2-5 0 16,-4-6-10-16,-15 0-74 16,12 0-3-16</inkml:trace>
  <inkml:trace contextRef="#ctx0" brushRef="#br0" timeOffset="38300.24">8662 4384 463 0,'0'0'6'0,"0"0"2"0,0 0 2 16,0-10 1-16,0 10 2 16,0 0-13-16,0 0 0 15,0 0 0-15,11 5 0 0,-11 10 0 16,0 5 0-16,0 2 0 15,0 10 0-15,0 1 0 0,0 1 0 16,0 4 0-16,0-6 0 16,0-1 0-16,0-6 0 15,0 3 0-15,2-10 0 16,1-6 0-16,-1 1 0 16,-2-13 0-16,5 9 0 0,-5-9 0 15,0 0 0-15,1-5 0 16,-1 5 0-16,0-14 0 15,0 14 0-15,0-18 0 16,0 18 0-16,-8-22 0 16,8 22-91-16,-7-15-1 0</inkml:trace>
  <inkml:trace contextRef="#ctx0" brushRef="#br0" timeOffset="43150.39">9510 4295 476 0,'0'0'4'0,"0"0"2"16,5-4 1-16,-5 4 0 15,0 0 0-15,0 0-3 16,0 0-4-16,5 14 0 0,-5 4 0 16,-5 1 0-16,5 3 0 15,-3 8 0-15,3 0 0 16,0 5 0-16,3-8 0 15,7-4-62-15,-5 2-25 0,3-4-2 16</inkml:trace>
  <inkml:trace contextRef="#ctx0" brushRef="#br0" timeOffset="43333.05">9252 4448 452 0,'0'0'4'0,"0"0"1"16,0 0 0-16,0 0 1 15,5-12 1-15,9 8 0 16,11-4 0-16,10-2 1 16,10 0-4-16,7 0-2 0,10 0-4 15,-2-7-11-15,7-5-57 16,-3 12-13-16</inkml:trace>
  <inkml:trace contextRef="#ctx0" brushRef="#br0" timeOffset="43816.96">9997 4198 452 0,'0'0'6'0,"0"0"2"15,0 0 1-15,0 0 0 16,0 0 1-16,0 11 0 16,0 1-3-16,5 3-7 0,-2 2 0 15,1 10 0-15,4 0 0 16,0 8 0-16,-1-3 0 15,0 3 0-15,3-3 0 16,-2 0 0-16,-3-7 0 16,0-2 0-16,-3-6 0 15,1-4 0-15,-3-13 0 0,0 0 0 16,0 0 0-16,-10-17 0 16,0-8 0-16,-1-6 0 15,0-8 0-15,-2-4 0 16,1-3 0-16,2-3 0 0,2 1 0 15,3 4 0-15,5 4 0 16,0 3 0-16,13 8 0 16,4 1 0-16,8 13 0 0,2 3 0 15,3 4 0-15,5 8 0 16,-3 2 0-16,-2 9 0 16,-3 6 0-16,-6 2 0 15,-7 6 0-15,-7 3 0 0,-7-4 0 16,-7 3 0-16,-13 1 0 15,-4-6 0-15,-4-2 0 16,-6 1 0-16,-2-7 0 16,6 1-12-16,-2-3-72 15,8-2-2-15</inkml:trace>
  <inkml:trace contextRef="#ctx0" brushRef="#br0" timeOffset="45051.17">10278 4484 426 0,'0'0'5'0,"0"0"2"15,0-11 1-15,0 11 1 16,0-9 1-16,0 9-1 0,0 0 1 16,0 0-1-16,0 0-3 15,0 12-4-15,10 3-1 16,-3 3-1-16,6-1 0 15,4-1 0-15,1 2 0 0,7-5 0 16,0-8 0-16,1-1 1 16,2-4 0-16,-3-6 1 15,-4-4 0-15,-3-8 1 16,-5-2-3-16,-6 1 0 0,-2 1 0 16,-5 0 0-16,0 4 0 15,-5 3 0-15,5 11 0 16,-9-1 0-16,9 1 0 15,-8 17 0-15,8 3 0 0,3 5 0 16,4 1 0-16,5 9 0 16,1-5 0-16,2 2 0 15,0-3 0-15,-5 4 0 16,-1-8 0-16,-4-1 0 0,-5-1 0 16,0-5 0-16,-17-1 0 15,-3-5 0-15,-8-2 0 16,-4-5 0-16,-7-3 0 15,-3-2 0-15,-1 0-14 0,1-10-28 16,5-4-43-16,7-6-2 16</inkml:trace>
  <inkml:trace contextRef="#ctx0" brushRef="#br0" timeOffset="45436.36">10616 4045 427 0,'0'0'6'0,"0"0"2"16,-7-13 1-16,7 13 0 16,-6-15 2-16,6 7 0 0,0-6 0 15,0 3 1-15,8-2-5 16,4 3-7-16,6 0 0 15,1 5 0-15,6 0 0 16,-4 5 0-16,0 5 0 0,-1 8 0 16,-2 1 0-16,-6 5 0 15,-2 2 0-15,-4 8 0 16,-6-4 0-16,0 4 0 16,-9-1 0-16,5-3 0 15,-6-1 0-15,5-4 0 16,-3-2 0-16,8-8 0 0,0 0 0 15,15-5 0-15,6-5 0 16,3 0 0-16,10-2 0 0,8-6 0 16,8 3-38-16,-2-5-45 15,2 2-3-15</inkml:trace>
  <inkml:trace contextRef="#ctx0" brushRef="#br0" timeOffset="47033.36">12090 4193 342 0,'0'0'7'0,"0"0"4"15,2-11 5-15,-2 11 2 16,0-13 0-16,0 13 2 0,0-15 1 16,0 15 1-16,-5-12-8 15,5 12-3-15,-15 4-3 16,5 7-5-16,-5 5-3 16,3 7 0-16,-4 7 0 0,4 4 0 15,-2 4 0-15,6 0 0 16,0 4 0-16,8-3 0 15,4-5 0-15,10-3 0 16,5-7 0-16,4-4 0 0,2-11 0 16,7-2 0-16,-2-7 0 15,3-1 0-15,-4-12 0 16,1-6 0-16,-2-6 0 16,-7-5 0-16,2-7 0 0,-8-6 0 15,-5-1 0-15,-8-2 0 16,-2 0 0-16,-9 1 0 15,-7 9 0-15,-6 3 0 16,-5 5 0-16,-3 14 0 0,-2 5 0 16,2 9 0-16,0 2 0 15,3 12 0-15,4 10 0 16,11 2 0-16,4 4 0 16,8 2 0-16,3 3 0 0,14-4 0 15,8 3 0-15,0-10 0 16,10 1 0-16,0-11 0 15,7 4-8-15,8-11-77 0,-11-2-1 16</inkml:trace>
  <inkml:trace contextRef="#ctx0" brushRef="#br0" timeOffset="52183.93">11329 4139 353 0,'0'0'8'0,"0"0"6"0,14-15 1 0,-5 5 2 15,0 3 0-15,-4-5 1 16,-3-1 1-16,-2 1 0 15,0 12-8-15,-19-13-4 16,-3 13-2-16,-6 0-2 16,-2 8-1-16,3 5-1 0,-4 1 1 15,2 7-2-15,4-2 0 16,8 3 0-16,4 1 0 16,8 1 0-16,8-2 0 15,10 1 0-15,6-3 0 0,11 2 0 16,8-3 0-16,0 4 0 15,5-3 0-15,3-3 0 16,-5 2 0-16,1-1 0 0,-6-1 0 16,-6 1 0-16,-11 0 0 15,-6-7 0-15,-8 3 0 16,-5-3 0-16,-11 2 0 16,-13-1 0-16,-6-2 0 15,-4-3 0-15,-9-1 0 0,-1-2 0 16,-2-1 0-16,2-3 0 15,5 0 0-15,9-6 0 16,2-2-13-16,13 2-19 16,15-6-51-16,0-6-3 0</inkml:trace>
  <inkml:trace contextRef="#ctx0" brushRef="#br0" timeOffset="52632.6">11497 3898 435 0,'0'0'6'0,"-4"-9"3"16,1 2 1-16,-2-4 2 0,1-1 0 15,1-5 2-15,1-1-1 16,2-2-13-16,0 1 0 16,5 4 0-16,7 2 0 15,8 1 0-15,-4 5 0 0,7 4 0 16,-2 3 0-16,-1 7 0 16,-3 8 0-16,-2 3 0 15,-5 7 0-15,-6 3 0 16,-4 3 0-16,-7 2 0 0,-8 1 0 15,-2-1 0-15,-3-4 0 16,3-1 0-16,-1-6 0 16,6-5 0-16,6-5 0 15,6-4 0-15,13-5 0 0,12-3 0 16,10-3 0-16,9-5 0 16,11-2 0-16,2-2 0 15,3-1 0-15,-3-6 0 16,-3 9-69-16,-8 2-20 0</inkml:trace>
  <inkml:trace contextRef="#ctx0" brushRef="#br0" timeOffset="61650.25">12539 4498 398 0,'0'0'8'0,"8"-10"2"16,-3 4 4-16,4-4 1 15,-1-1 2-15,2 1 1 16,-3-2 1-16,3 2-7 0,-10 10-12 16,13-10 0-16,-13 10 0 15,0 8 0-15,-3 6 0 16,0 6 0-16,-2 3 0 15,-2 6 0-15,5 3 0 16,-3 3 0-16,0-4 0 0,5 3 0 16,0-7 0-16,0 0 0 15,0-7 0-15,0 0 0 16,0-6 0-16,3-6 0 16,-3-8 0-16,4 10 0 0,-4-10 0 15,0 0 0-15,10 0 0 16,-10 0 0-16,15-23-28 15,-15 23-62-15</inkml:trace>
  <inkml:trace contextRef="#ctx0" brushRef="#br0" timeOffset="73200.11">13215 4218 426 0,'0'0'6'0,"0"-7"2"0,0 7 3 16,13-18 1-16,-6 11 1 16,-7 7 0-16,12-17 0 15,-12 17-4-15,11 0-9 16,-9 10 0-16,-2 7 0 0,0 10 0 15,2 3 0-15,-2 5 0 16,3 5 0-16,-1-1 0 16,1 3 0-16,1-4 0 15,-1-7-23-15,-8 0-61 0,5-6-5 16</inkml:trace>
  <inkml:trace contextRef="#ctx0" brushRef="#br0" timeOffset="73399.69">13001 4424 397 0,'0'0'7'15,"0"0"3"-15,-5-7 0 16,5 7 2-16,0-15 1 0,5 5 0 16,8-3 0-16,4 1 1 15,10-1-8-15,5 4-2 16,11-1-2-16,4 0-7 15,8 5-17-15,14 2-58 16,-12-1-4-16</inkml:trace>
  <inkml:trace contextRef="#ctx0" brushRef="#br0" timeOffset="73850.28">13642 4409 413 0,'0'0'5'0,"0"0"0"15,0 0 2-15,-9 0-1 16,9 0 1-16,0 0 1 16,-8 12 0-16,8-12 1 0,0 11-4 15,8-7-1-15,8-1-1 16,5-3 1-16,4 0-1 15,4-7 1-15,9-6-2 16,-1-4 1-16,0-6-1 0,1-6 1 16,-8-6-1-16,-1-4-1 15,-9-6 1-15,-11-4 0 16,-5 1-1-16,-8 3 1 16,-5 4-2-16,-11 3 0 15,-5 13 0-15,0 8 0 0,-5 8 0 16,3 9 0-16,0 14 0 15,7 8 0-15,3 6 0 16,7 12 0-16,4 0 0 16,10 3-2-16,8 4 2 0,5-2 0 15,10 2 0-15,6-4-2 16,9-10-3-16,0 5-10 16,-3 10-64-16,9-27-5 0</inkml:trace>
  <inkml:trace contextRef="#ctx0" brushRef="#br0" timeOffset="74082.82">14236 4364 456 0,'0'0'4'15,"0"0"0"-15,0 0 2 16,0 0-1-16,-10 15 1 0,10-5 0 15,0 3-1-15,2 4 2 16,8 0-5-16,1 6 0 16,1 2-3-16,-3-8-4 15,9 8-11-15,-8 9-60 0,5-16-8 16</inkml:trace>
  <inkml:trace contextRef="#ctx0" brushRef="#br0" timeOffset="74499.84">14422 3688 475 0,'0'0'4'0,"0"0"1"0,0-15 0 15,0 6 1-15,0-4 1 16,6 1-1-16,6-4-3 16,2 2-3-16,6 1 0 15,3 4 0-15,5 4 0 16,-3 5 0-16,3 0 0 16,-3 10 0-16,-4 10 0 0,-3 2 0 15,-6 5 0-15,-5 5 0 16,-7 1 0-16,0 1 0 15,-5 1 0-15,-2-1 0 0,-7-4 0 16,3-5 0-16,1-2 0 16,4-4 0-16,4-7 0 15,2-12 0-15,18 10 0 0,9-10 0 16,10-5 0-16,9-4 0 16,7-4 0-16,14 8 0 15,13-7-73-15,-8-3-14 16</inkml:trace>
  <inkml:trace contextRef="#ctx0" brushRef="#br0" timeOffset="85483.27">15178 4266 368 0,'0'0'9'0,"2"-10"4"16,-2 10 2-16,7-13 1 0,-2 6 3 16,1-3 0-16,-6 10 1 15,12-17 1-15,-12 17-10 16,10 0-11-16,-10 0 0 15,0 12 0-15,0 3 0 0,0 2 0 16,2 8 0-16,-2 2 0 16,2 3 0-16,4-1 0 15,-1 3 0-15,-2-4 0 16,4-1 0-16,-6-5-4 0,-1-22-75 16,12 13-9-16</inkml:trace>
  <inkml:trace contextRef="#ctx0" brushRef="#br0" timeOffset="85700.14">14952 4436 407 0,'0'0'6'16,"0"0"2"-16,0 0 1 0,0-9 2 15,0 9 1-15,7-10 1 16,3 2-1-16,5-2 1 15,2 3-5-15,8-1-3 16,3 2-2-16,5-1-2 0,3 3-3 16,7 1-8-16,-6-1-21 15,5 4-50-15,1 0-4 16</inkml:trace>
  <inkml:trace contextRef="#ctx0" brushRef="#br0" timeOffset="86216.68">15575 4307 469 0,'0'0'3'0,"0"0"2"15,0-12 1-15,0 12 1 16,-2-17 0-16,2 2 1 0,2-2-2 16,6-1-6-16,3 1 0 15,8 2 0-15,6 3 0 16,2 1 0-16,3 7 0 16,0 4 0-16,-1 2 0 15,-1 11 0-15,-6 1 0 0,-5 6 0 16,-5 3 0-16,-7 3 0 15,-5 2 0-15,-2 2 0 16,-13-2 0-16,-2 1 0 0,-3-4 0 16,-2 0 0-1,-1-3 0-15,0-4 0 0,4-6 0 16,4 0 0-16,8-2 0 16,7-10 0-16,0 10 0 15,9-10 0-15,11 0 0 0,8-7 0 16,7-1 0-16,2-2 0 15,8 1 0-15,2 0 0 16,0 0 0-16,-2 2 0 16,-8-3 0-16,-2 7 0 0,-5-2 0 15,-8 5 0-15,-10-3 0 16,-4 3-40-16,-8 0-45 16,0 0-4-16</inkml:trace>
  <inkml:trace contextRef="#ctx0" brushRef="#br0" timeOffset="87083.34">16530 4134 460 0,'0'0'4'0,"0"0"3"0,0-10 0 15,0 10 2-15,0 0-1 0,0 0 1 16,-13-4-2-16,10 8-7 16,1 14 0-16,-3 2 0 15,5 9 0-15,0 6 0 0,0 2 0 16,2 1 0-16,6 3 0 15,-1-5 0-15,3-3 0 16,-2-3 0-16,-1-3 0 16,-1-7 0-16,1-7 0 15,-5-3 0-15,-2-10 0 0,0 0 0 16,0 0 0-16,-9-23 0 16,3-1 0-16,-4-8 0 15,3-8 0-15,-5-4 0 16,-1-9 0-16,6 4 0 0,2-1 0 15,0 6 0-15,5 1 0 16,0 9 0-16,5 7 0 16,7 5 0-16,3 5 0 15,5 3 0-15,5 11 0 0,0 3 0 16,2 3 0-16,3 8 0 16,-3 6 0-16,-5 8 0 15,-4 0 0-15,-6 5 0 16,-10-1 0-16,-2-2 0 0,-9 5 0 15,-9-7 0 1,-2 0 0-16,-4-6 0 0,-1 1 0 16,0-5 0-16,3 3-6 0,2-11-36 15,2-2-44-15,6 0-2 16</inkml:trace>
  <inkml:trace contextRef="#ctx0" brushRef="#br0" timeOffset="87600.99">16783 4386 480 0,'0'0'4'0,"0"0"2"0,-3-8 1 16,3 8 0-16,-2-17 0 15,2 9-7-15,5-3 0 0,2-1 0 16,6-1 0-16,0 3 0 16,9 4 0-16,0 0 0 15,5 6 0-15,-5 0 0 16,1 8 0-16,-6 4 0 0,-2 3 0 16,-7 5 0-16,-5-3 0 15,-3 5 0-15,-6 0 0 16,-6-1 0-16,-3-5 0 15,-2 2 0-15,-3-6 0 0,2-6 0 16,-1-2 0-16,6-4 0 16,3 0 0-16,7-10 0 15,3-7 0-15,5-3 0 16,11-2 0-16,3-3 0 16,6-2 0-16,2 2 0 0,-1 3 0 15,1 3 0-15,-3 6 0 16,-4 5 0-16,-2 8 0 15,-6 0 0-15,-2 12 0 0,-2 3 0 16,-1 6 0-16,3 1 0 16,0 2 0-16,2 1 0 15,3-3 0-15,0 5 0 0,2-7 0 16,8 0 0-16,-3-10-7 16,1 1-78-16,7-7-3 15</inkml:trace>
  <inkml:trace contextRef="#ctx0" brushRef="#br0" timeOffset="88150.91">17464 4124 468 0,'0'0'4'0,"0"0"3"0,0 0 0 16,2-7 2-16,-2 7-1 0,0 0 0 16,11-3-8-16,-11 3 0 15,7 10 0-15,0 8 0 16,-2 4 0-16,2 7 0 16,1 6 0-16,2 7 0 15,-3-5 0-15,1 6 0 0,2-7 0 16,-5-1 0-16,-1-5 0 15,-1-5 0-15,-3-10 0 16,0-3 0-16,0-12 0 16,0 0 0-16,-7 0 0 0,-1-15 0 15,-2-5 0-15,0-9 0 16,1-6 0-16,-4-8 0 16,1 2 0-16,2-9 0 15,-1 3 0-15,7 1 0 0,-1 1 0 16,5 5 0-16,5 5 0 15,4 8 0-15,9 6 0 16,7 7 0-16,5 4 0 0,0 9 0 16,0 2 0-16,2 12 0 15,-2 5 0-15,-5 6 0 16,-8 6 0-16,-8 3 0 16,-5 1 0-16,-4-2 0 15,-13 2 0-15,-4-1 0 0,-6-10 0 16,0 3 0-16,-4-8 0 15,5 4-36-15,5-7-50 16,-1-5-3-16</inkml:trace>
  <inkml:trace contextRef="#ctx0" brushRef="#br0" timeOffset="88618.18">17822 4340 424 0,'0'0'5'0,"0"0"2"0,-16 5 0 0,16-5 2 0,-14 12 0 0,9-2 0 15,0 2 1-15,2 3 0 0,3-2-4 16,10-1-2-16,5-2-1 16,4-5 0-16,10-3 0 15,0-2-1-15,4-4-2 16,1-7 0-16,-4-3 0 0,2-4 0 15,-7-4 0-15,-3 5 0 16,-6-3 0-16,-7 5 0 16,-6 3 0-16,-3 12 0 0,0 0 0 15,0 0 0-15,0 12 0 16,0 5 0-16,2 5 0 16,6 6 0-16,-1 4 0 15,5 1 0-15,4 2 0 16,-2-1 0-16,2-5 0 0,-2 4 0 15,-7-6 0-15,4 0 0 16,-11-5 0-16,-2-2 0 16,-14-5 0-16,-6 0 0 15,-11-5 0-15,-4-2 0 0,-7-1 0 16,-4-4 0-16,2-1-5 16,-7-2-55-16,11-2-28 15,10-7 0-15</inkml:trace>
  <inkml:trace contextRef="#ctx0" brushRef="#br0" timeOffset="89369.36">18636 4209 427 0,'0'0'5'15,"0"0"1"-15,-2-11 2 0,2 11 1 16,-17-9 0-16,2 6 0 16,-2 1 1-16,-6 2 0 15,-4 5-5-15,-3 9-1 16,2 4-2-16,1 2 0 15,4 6-1-15,6-1 0 0,5 6-1 16,9-4 0-16,3 1 0 16,13-7 1-16,12-1 1 15,5-3-2-15,9-5 0 16,6-1-2-16,1-6-5 0,8 3-16 16,8-8-59-16,-18 0-3 15</inkml:trace>
  <inkml:trace contextRef="#ctx0" brushRef="#br0" timeOffset="90316.69">19029 4226 349 0,'0'0'9'0,"0"0"6"15,0-13 2-15,0 13 2 16,0-12 0-16,0 12 1 16,-5-10 0-16,5 10 0 0,-9 0-8 15,9 0-6-15,-18 20-1 16,8 0-5-16,0 2 0 15,2 5 0-15,1 0 0 16,5 2 0-16,2-1 0 0,2-3 0 16,8-5 0-16,5-2 0 15,4-9 0-15,4 2 0 16,2-10 0-16,0-1 0 16,5-1 0-16,-8-7 0 15,3-4 0-15,-7-6 0 0,-4-7 0 16,-3-2 0-16,-2-5 0 15,-9-2 0-15,0-1 0 16,-7 5 0-16,-8 0 0 0,-2 5 0 16,-4 6 0-16,-4 6 0 15,0 8 0-15,-2 5 0 16,8 8 0-16,-2 2 0 0,7 7 0 16,6 3 0-16,5 2 0 15,6 3 0-15,7-2 0 16,10-2 0-16,7 0 0 15,3-2 0-15,2-4 0 16,5-2 0-16,4-7 0 16,-4-3-9-16,2-7-74 0,-2 4-4 15</inkml:trace>
  <inkml:trace contextRef="#ctx0" brushRef="#br0" timeOffset="90633.11">19558 4342 484 0,'0'0'3'0,"0"0"2"0,0 0 0 16,0 0 0-16,0 0 1 16,0 8-3-16,0-1-3 0,-2 7 0 15,-2 4 0-15,4 4 0 16,0-1 0-16,0 6 0 16,0-2 0-16,0-3 0 15,4 0 0-15,-2-8-47 16,5 3-38-16,2-6-2 0</inkml:trace>
  <inkml:trace contextRef="#ctx0" brushRef="#br0" timeOffset="91167.07">20025 4196 447 0,'0'0'4'0,"2"-12"2"15,0 5 2-15,-2-4 1 16,0-1 0-16,0 0 1 15,-4-1 0-15,-1 1-2 0,-7 2-8 16,-3 6 0-16,-2 0 0 16,-6 4 0-16,1 5 0 15,0 5 0-15,2 3 0 0,1 2 0 16,8 2 0-16,1 3 0 16,10-1 0-16,3 1 0 15,9 3 0-15,8-5 0 16,8 1 0-16,4-2 0 0,2 3 0 15,3-3 0-15,1-1 0 16,-6-4 0-16,-2-1 0 16,-5 2 0-16,-5-3 0 15,-10 3 0-15,-6-6 0 16,-6 0 0-16,-8 4 0 0,-8-4 0 16,-1 1 0-16,-8-4 0 15,-1-1 0-15,-4-3 0 16,-3 0 0-16,6 0 0 15,-1 0 0-15,2-6-3 0,8 6-25 16,8-7-56-16,5 0-2 16</inkml:trace>
  <inkml:trace contextRef="#ctx0" brushRef="#br0" timeOffset="91636.47">20324 4162 467 0,'0'0'4'0,"0"0"3"0,0 0 1 16,-3-8-1-16,3 8 1 15,0 0 0-15,-9-2-6 16,9 2-2-16,-11 10 0 0,4 1 0 16,4 9 0-16,-1 0 0 15,4 5 0-15,0-3 0 16,2 6 0-16,3-3 0 15,7-3 0-15,3-4 0 0,0-4 0 16,5-3 0-16,0-7 0 16,-1-4 0-16,4-4 0 15,-3-7 0-15,-1-6 0 16,-1-5 0-16,2-5 0 0,-8-7 0 16,-4 1 0-16,-6-5 0 15,-2 1 0-15,-7 5 0 16,-5 0 0-16,-11 7 0 15,5 5 0-15,-8 8 0 16,1 6 0-16,2 6 0 0,1 3 0 16,0 12 0-16,7 2 0 15,3 11 0-15,6 1 0 16,6 4 0-16,6 1 0 0,6 1 0 16,8-2 0-16,7-7 0 15,8 2 0-15,2-9 0 16,5 2 0-16,-5 0-72 15,8-13-15-15</inkml:trace>
  <inkml:trace contextRef="#ctx0" brushRef="#br0" timeOffset="91866.97">20841 4248 491 0,'0'0'3'16,"0"0"2"-16,0 0 0 0,0 0 2 16,0 0-7-16,7 8 0 15,0 3 0-15,1 7 0 16,-1 4 0-16,3 11 0 16,-3 5 0-16,4 3 0 15,-6-1 0-15,4-6-39 0,-9 14-49 16</inkml:trace>
  <inkml:trace contextRef="#ctx0" brushRef="#br0" timeOffset="101534.84">21198 4221 311 0,'0'0'8'0,"0"0"5"15,0 0 0-15,0 0 4 16,0 0 2-16,0 0 3 16,0 0 0-16,-10 0 1 0,10 0-8 15,0 0-2-15,0 0-1 16,0 0-2-16,0 13-2 16,0-13-3-16,20 4-5 15,-3-1 0-15,6-3 0 16,6 0 0-16,6-3 0 0,5-1 0 15,3-2 0-15,1-1 0 16,-4 2 0-16,-5-2 0 16,-5 1 0-16,-8 1 0 0,-5 3 0 15,-5-1 0-15,-12 3 0 16,0 0 0-16,0 0 0 16,0 0 0-16,0 0 0 15,-9 0 0-15,-1 3 0 0,10-3 0 16,-15 7 0-16,15-7 0 15,-15 8 0-15,15-8 0 16,-2 10-78-16,2-10-12 16</inkml:trace>
  <inkml:trace contextRef="#ctx0" brushRef="#br0" timeOffset="102253.1">21817 4075 408 0,'0'0'6'0,"0"0"4"16,-3-10 2-16,3 10 1 15,0-17 2-15,0 4 0 16,3-2 1-16,5-2 0 15,-1 2-16-15,2 0 0 0,4 1 0 16,-1 1 0-16,4 3 0 16,1 2 0-16,3 3 0 15,5 5 0-15,-6 0 0 0,4 5 0 16,-3 5 0-16,-3 8 0 16,-2-1 0-16,-7 8 0 15,-4 3 0-15,-4 1 0 16,-7 1 0-16,-8-1 0 0,-4 3 0 15,-2-1 0-15,-1-5 0 16,-2-1 0-16,1-5 0 16,3-2 0-16,3-4 0 15,4-3 0-15,6-1 0 0,7-10 0 16,0 0 0-16,9 6 0 16,7-6 0-16,6 0 0 15,7 0 0-15,1-4 0 16,6-1 0-16,-4-1 0 15,3 5 0-15,-3-2 0 0,-2 0 0 16,-9 3 0-16,2 0 0 16,-8 0 0-16,-3 0 0 15,-12 0 0-15,10 3 0 0,-10-3 0 16,0 0 0-16,0 10 0 16,0-10 0-16,0 0 0 15,-8 7 0-15,8-7-5 16,-16 0-82-16,16 0-2 0</inkml:trace>
  <inkml:trace contextRef="#ctx0" brushRef="#br0" timeOffset="103283.34">22505 3978 350 0,'0'0'8'0,"0"0"5"0,0 0 3 15,0-7 1-15,0 7 1 16,0 0 1-16,0 0 1 16,0-10 1-16,0 10-8 15,0 0-4-15,-4 15-2 0,1 1-7 16,1 5 0-16,-2 8 0 15,4-1 0-15,0 6 0 16,0 1 0-16,9 3 0 0,-5-4 0 16,8-4 0-16,-1 2 0 15,-1-7 0-15,-6 0 0 16,4-6 0-16,0-4 0 16,-6-2 0-16,-2-13 0 0,3 9 0 15,-3-9 0-15,0-9 0 16,-5-7 0-16,1-3 0 15,-3-11 0-15,-2-2 0 16,1-7 0-16,-2-4 0 0,3-4 0 16,-3-1 0-16,5 5 0 15,-1-4 0-15,1 7 0 16,5 2 0-16,3 4 0 16,5 4 0-16,4 5 0 0,3 6 0 15,5 9 0-15,2 0 0 16,8 10 0-16,-5 0 0 15,3 13 0-15,-7 2 0 16,4 6 0-16,-7 4 0 0,-6 3 0 16,-7 2 0-16,-5-3 0 15,0-1 0-15,-10-1 0 16,-3 3 0-16,-3-9 0 16,-7-1 0-16,0-1 0 0,-1-5 0 15,-3 1 0-15,-3-6 0 16,7 3 0-16,1-5-8 15,5 0-77-15,1 0-3 16</inkml:trace>
  <inkml:trace contextRef="#ctx0" brushRef="#br0" timeOffset="103783.17">22796 4243 417 0,'0'0'4'0,"0"0"1"0,-12 0 0 16,12 0 0-16,-8 3 0 16,8-3 1-16,-4 13 0 15,4-13 1-15,2 17-3 0,8-8-1 16,4-3 1-16,4-2 0 15,2-1 0-15,4-3 0 16,-4 0 1-16,3-7 1 16,-4-6 0-16,-1 1 0 0,-6-6-1 15,-1 4-5-15,-7-2 0 16,1 1 0-16,-2 5 0 16,-3 10 0-16,0-9 0 15,0 9 0-15,0 5 0 16,0 7 0-16,4 3 0 0,10 7 0 15,-2 3 0-15,3 3 0 16,2 1 0-16,1 1 0 16,-6 2 0-16,5-3 0 0,-9-1 0 15,-1-1 0-15,-5-5 0 16,-4 3 0-16,-10-7 0 16,-8-1 0-16,-3 1 0 15,-7-8 0-15,-5-1 0 16,-2-2 0-16,-2-4 0 0,2-3 0 15,7 3-5-15,3 2-68 16,4-8-14-16</inkml:trace>
  <inkml:trace contextRef="#ctx0" brushRef="#br0" timeOffset="104482.97">23266 4266 372 0,'0'0'5'0,"0"0"4"15,0 0 0-15,0 0 1 16,0 0 1-16,0 0 0 15,0 0 0-15,-8 7 1 0,8-7-5 16,0 7-3-16,0-7 0 16,0 12-1-16,0-12 0 15,13 15 1-15,-4-9 0 16,3-6 1-16,1 0 1 0,4 0-1 16,3-10 2-16,1-1-1 15,-4-3-3-15,0-8-3 16,4 0 0-16,-9-9 0 15,-3-3 0-15,-4-8 0 0,-5-3 0 16,0-5 0-16,-10 3 0 16,1 0 0-16,-9 5 0 15,1 5 0-15,-5 6 0 16,4 7 0-16,-2 10 0 0,7 6 0 16,-1 3 0-16,1 5 0 15,8 13 0-15,-4 4 0 16,9 8 0-16,0 7 0 15,4 6 0-15,1 3 0 0,5 8 0 16,0 1 0-16,5-4 0 16,3-2 0-16,-1-5 0 15,3-1 0-15,0-6 0 0,3-6 0 16,-4-8 0-16,3 0 0 16,-1-8-12-16,-9-3-74 15,2-4-2-15</inkml:trace>
  <inkml:trace contextRef="#ctx0" brushRef="#br0" timeOffset="104708.95">23683 4146 473 0,'0'0'4'0,"0"0"2"0,0 0 0 0,5 6 1 16,-5-6 1-16,6 14-1 15,1 2-7-15,-3-2 0 16,1 6 0-16,0 5 0 0,2 0 0 16,-1 0 0-16,-3 1 0 15,4 5-9-15,13-9-76 16,-15-3-3-16</inkml:trace>
  <inkml:trace contextRef="#ctx0" brushRef="#br0" timeOffset="109399.79">24143 4001 424 0,'0'0'4'0,"0"0"1"16,-3-13 1-16,3 13 0 16,-12-15 2-16,4 8-1 15,-4-3 2-15,-6 2 0 0,4 3-4 16,-2 3-1-16,-5 2-1 15,5 0 0-15,2 5-2 16,-4 5 0-16,8 0 0 0,0 2 0 16,7 2-1-16,3 0 1 15,9 3 0-15,5 0 0 16,6-2 0-16,3 3 1 16,6 1-1-16,1-2 0 15,2 1 1-15,1-1-2 0,-3-2 1 16,-4 3 0-16,-1-4-1 15,-7-2 2-15,-3 1-2 16,-2-1 0-16,-9-2 0 0,-1-2 0 16,-3 2 0-16,-13-3 0 15,-2 0 0-15,-2-1 0 16,-7-2 0-16,1 0 0 16,-5-3 0-16,-1-1 0 15,4 0 0-15,0-5-3 0,5 1-9 16,5-5-12-16,0 1-59 15,11-3-2-15</inkml:trace>
  <inkml:trace contextRef="#ctx0" brushRef="#br0" timeOffset="109900.15">24471 3926 446 0,'0'0'6'0,"0"0"2"15,0 0 1-15,2-12 1 16,-2 12 0-16,0 0 1 16,0 0 0-16,-13 0-11 15,4 12 0-15,-1 5 0 0,-5 8 0 16,5 2 0-16,0 6 0 16,5 2 0-16,0-2 0 15,5 0 0-15,10-3 0 16,2-5 0-16,9-2 0 0,0-9 0 15,7-7 0-15,-3-1 0 16,2-6 0-16,1-6 0 16,-1-6 0-16,-5-8 0 0,-4-5 0 15,-3-7 0-15,-3-8 0 16,-7 4 0-16,-5-10 0 16,-5 5 0-16,-7 3 0 15,-8 4 0-15,-3 7 0 0,-4 9 0 16,-3 5 0-16,5 9 0 15,-2 4 0-15,5 12 0 16,1 3 0-16,12 5 0 16,2 7 0-16,7-2 0 15,0 7 0-15,12-4 0 0,6 1 0 16,3-6 0-16,4-1 0 16,5-2 0-16,0-8 0 15,5 1 0-15,-6-1-55 16,4-7-32-16,-1-5-2 0</inkml:trace>
  <inkml:trace contextRef="#ctx0" brushRef="#br0" timeOffset="110216.82">24950 4060 501 0,'0'0'4'0,"0"0"2"16,0 0-6-16,0 0 0 0,0 0 0 16,0 0 0-16,0 0 0 15,0 0 0-15,0 5 0 16,-3 8 0-16,1 5 0 16,-1 3 0-16,-1 6 0 0,1 2 0 15,-1 1 0-15,4 1 0 16,-3-2 0-16,3-7 0 15,0 3 0-15,0-5 0 0,0-5 0 16,0-7 0-16,0-8 0 16,0 8 0-16,0-8 0 15,0 0 0-15,0 0 0 0,5-13 0 16,-5 0-70-16,0 1-22 16</inkml:trace>
  <inkml:trace contextRef="#ctx0" brushRef="#br0" timeOffset="112984.62">15334 5884 312 0,'0'0'6'0,"0"0"4"0,0 0 3 16,0 0 2-16,-9 2 3 16,9-2 1-16,0 0 0 15,0 0 1-15,0 0-5 16,-11 2-4-16,11-2-1 0,0 0-3 16,0 0 0-16,0 0-2 15,0 0 1-15,0 0-1 16,0 0 1-16,8 4 1 15,4-4-7-15,6 0 0 0,6 0 0 16,12 0 0-16,3 0 0 16,6-4 0-16,7 2 0 15,3-3 0-15,2 2 0 16,-1-2 0-16,-5 3 0 16,-6-1 0-16,-3 1 0 0,-10 2 0 15,-5 0 0-15,-12 0 0 16,-2 0 0-16,-13 0 0 15,12 0 0-15,-12 0 0 16,0 0 0-16,0 0 0 0,-5 2 0 16,5-2 0-16,-12 3 0 15,12-3 0-15,-13 2 0 16,13-2 0-16,-10 5 0 16,10-5 0-16,0 0 0 0,-9 8-81 15,9-8-9-15</inkml:trace>
  <inkml:trace contextRef="#ctx0" brushRef="#br0" timeOffset="114450.02">16380 5725 383 0,'0'0'6'0,"0"0"4"16,0 0 2-16,0 0 2 0,-4-14 2 16,4 14 0-16,0-13 2 15,0 0 1-15,7-2-6 16,0 4-9-16,6-6-4 15,0 0 0-15,4 3 0 16,2 1 0-16,4 1 0 0,2 2 0 16,-1 5 0-16,4 0 0 15,2 5 0-15,-3 0 0 16,-2 7 0-16,-3 11 0 16,-2 0 0-16,-5-2 0 15,-6 12 0-15,-3-1 0 0,-6 3 0 16,-3 2 0-16,-7 0 0 15,-4-2 0-15,-9 0 0 16,1-3 0-16,-6-2 0 16,1-2 0-16,-3-7 0 0,1-1 0 15,4 0 0-15,5-5 0 16,-1 0 0-16,7-5 0 0,7 0 0 16,7-5 0-16,0 0 0 15,0 0 0-15,5 0 0 16,7 0 0-16,10-3 0 15,3-1 0-15,2 1 0 16,8-2 0-16,-2 0 0 0,-1 0 0 16,-2 2 0-16,-3 1 0 15,-2-3 0-15,-5 5 0 16,-5-3 0-16,-5 3 0 16,-3 0 0-16,-7 0 0 15,13 0 0-15,-13 0 0 0,0 0 0 16,0 0 0-16,0 0 0 15,0 0 0-15,0 0 0 16,0 0 0-16,0 0 0 0,0 0 0 16,0 0 0-16,0 0 0 15,0 0-17-15,0 0-71 16,0 0-3-16</inkml:trace>
  <inkml:trace contextRef="#ctx0" brushRef="#br0" timeOffset="120766.9">17126 5556 397 0,'0'0'7'0,"0"-8"3"0,0 8 3 15,-3-14 2-15,1 7 2 16,2-3 0-16,-3 0 1 15,3 0-1-15,0 10-17 16,0 0 0-16,0 12 0 0,-2 8 0 16,2 5 0-16,-2 9 0 15,2 3 0-15,0 5 0 16,0 2 0-16,2 2 0 0,3-9 0 16,2 3 0-16,-1-11 0 15,3 0 0-15,-4-5 0 16,0-6 0-16,0-10 0 15,-5-8 0-15,0 0 0 16,0 0 0-16,0-12 0 0,0-8 0 16,-5-9 0-16,-2-6 0 15,0-9 0-15,1-4 0 16,-1-3 0-16,-1 1 0 16,6 0 0-16,-3 3 0 0,5 10 0 15,0 2 0-15,7 11 0 16,8 0 0-16,0 13 0 15,8 1 0-15,1 8 0 16,1 2 0-16,5 4 0 0,-3 9 0 16,-2 4 0-16,-4 6 0 15,-7 1 0-15,-7 4 0 16,-4 1 0-16,-3 1 0 16,-10-2 0-16,-8-2 0 0,-7-1 0 15,1-5 0-15,-1 3 0 16,-2-11-19-16,-1 2-65 15,9-4-3-15</inkml:trace>
  <inkml:trace contextRef="#ctx0" brushRef="#br0" timeOffset="121302.28">17385 5789 480 0,'0'0'5'0,"0"0"0"0,0 0 2 15,2-7 0-15,-2 7 0 16,12-13-7-16,0 8 0 16,6-2 0-16,0 3 0 0,1 0 0 15,6 4 0-15,-2 4 0 16,-1 4 0-16,-3 5 0 15,-3 2 0-15,-9 0 0 16,-2 4 0-16,-5-1 0 16,-7-3 0-16,-4 0 0 0,-3 0 0 15,-4-5 0-15,-1-6 0 16,1 2 0-16,3-6 0 16,2 0 0-16,6-3 0 0,2-8 0 15,5-3 0-15,5-3 0 16,7-3 0-16,6-5 0 15,5-2 0-15,2 5 0 16,5-6 0-16,-4 9 0 16,1 2 0-16,-4 4 0 0,-5 5 0 15,-4 8 0-15,-7 3 0 16,2 10 0-16,-9 4 0 16,0 3 0-16,-3 6 0 0,0-1 0 15,3 5 0-15,0-5 0 16,0 0 0-16,11-3 0 15,1-4 0-15,5-7 0 16,3-5-7-16,-20-6-76 0,35 5-3 16</inkml:trace>
  <inkml:trace contextRef="#ctx0" brushRef="#br0" timeOffset="121916.85">18018 5863 452 0,'0'0'6'0,"0"0"1"0,0 0 1 16,0 0-1-16,0 0 0 16,0 0 1-16,0 8-1 15,0-8 2-15,0 13-9 16,0-13 0-16,7 14 0 0,1-3 0 15,4-4 0-15,4-6 0 16,3-1 0-16,1 0 0 16,5-7 0-16,-1-7 0 0,1-4 0 15,0-9 0-15,-7-5 0 16,-4-8 0-16,-1-4 0 16,-8-6 0-16,-5-7 0 15,-2 5 0-15,-11-2 0 0,-4 4 0 16,-3 6 0-16,-3 6 0 15,-2 8 0-15,-1 12 0 16,3 7 0-16,3 11 0 16,-3 5 0-16,9 12 0 15,2 8 0-15,8 10 0 0,4 5 0 16,4 4 0-16,10 6 0 16,5 1 0-16,10-4 0 15,-3 0 0-15,7-4 0 16,2-4 0-16,1-7 0 0,2-4 0 15,-8-9 0-15,5-1 0 16,-8-11 0-16,2-12-77 16,-5 5-9-16</inkml:trace>
  <inkml:trace contextRef="#ctx0" brushRef="#br0" timeOffset="122199.82">18587 5782 493 0,'0'0'5'0,"0"0"1"0,5-13 1 0,-5 13-7 16,5-10 0-16,-5 10 0 15,0 0 0-15,7 0 0 16,-2 10 0-16,-3 7 0 0,2 6 0 15,-2 4 0-15,0 0 0 16,3 6 0-16,-2-6 0 16,-1 5 0-16,5-2 0 15,-7-12 0-15,0 1-73 16,3-7-17-16</inkml:trace>
  <inkml:trace contextRef="#ctx0" brushRef="#br0" timeOffset="125316.33">19277 5561 407 0,'0'0'5'0,"0"0"2"0,0-13 0 16,0 13 3-16,-12-14 0 15,-1 7 1-15,-1-1 1 16,-4 0 1-16,-1 8-5 0,-6 0-1 16,0 3-2-16,-3 10-1 15,3 1-1-15,-2 1-1 16,8 10-2-16,1-3 0 0,6 3 0 16,7 2 0-16,5-2 0 15,0 2 0-15,17-5 0 16,6 2 0-16,9-10 0 15,5-2 0-15,6-2 0 16,3-5 0-16,4-2 0 16,0-3-17-16,-3 0-64 0,0-5-3 15</inkml:trace>
  <inkml:trace contextRef="#ctx0" brushRef="#br0" timeOffset="125782.96">19687 5529 421 0,'0'0'5'0,"0"0"3"0,0 0 1 15,-12-2 1-15,5 2 1 16,-6 0 0-16,-2 4 1 16,0 6 1-16,-7 3-6 15,2 6-3-15,2 4-4 0,5-2 0 16,7 10 0-16,1-1 0 15,5-3 0-15,5 0 0 16,10 0 0-16,5-7 0 16,5-2 0-16,5-6 0 0,0-7 0 15,-1-5 0-15,4-3 0 16,-6-11 0-16,-3-4 0 16,-4-7 0-16,-4-4 0 15,-7-6 0-15,-4-2 0 0,-5 0 0 16,-9 2 0-16,-9 1 0 15,-2 4 0-15,-7 7 0 16,-3 8 0-16,-2 10 0 16,-4 3 0-16,4 4 0 0,2 6 0 15,9 7 0-15,8 2 0 16,4 5 0-16,9 3 0 16,9 2 0-16,8-4 0 15,6 4 0-15,6-2 0 0,7-3 0 16,-2-4 0-16,6-6 0 15,-3-2 0-15,3-3-10 16,-3-4-73-16,-5-3-3 0</inkml:trace>
  <inkml:trace contextRef="#ctx0" brushRef="#br0" timeOffset="126183.94">20103 5628 457 0,'0'0'5'0,"0"0"2"0,0 0 3 16,0 0 0-16,9-3 0 16,-9 3 2-16,0 0-12 15,11 13 0-15,-9-3 0 16,-2 7 0-16,0 6 0 0,0 0 0 15,3 8 0-15,-3 1 0 16,2 0 0-16,-2-2 0 16,2 0 0-16,1-4 0 0,-1-2 0 15,1-6 0-15,-1-2 0 16,3-6 0-16,-5-10 0 16,8 10 0-16,-8-10 0 15,0 0 0-15,7 0 0 16,-7 0 0-16,5-15 0 0,-5 15 0 15,0-17 0-15,0 17 0 16,0-18 0-16,0 18 0 16,0 0-42-16,-2-10-48 0</inkml:trace>
  <inkml:trace contextRef="#ctx0" brushRef="#br0" timeOffset="135332.78">1408 8105 362 0,'0'0'7'0,"0"0"2"16,0 0 3-16,0 0 1 15,-3 8 0-15,3-8 1 0,0 17 1 16,0-4-1-16,0 4-4 16,0-2-4-16,0 3-2 15,5-2-1-15,5-1-1 16,4-2 0-16,4-8 0 16,5-5 0-16,4 0 1 0,5-13 0 15,3-12 1-15,2-4-1 16,0-11 0-16,1-4-1 15,-3-11 1-15,-5-9-3 16,-3-11 0-16,-5-4 0 0,-9-3 0 16,-11 3 0-16,-4 4 0 15,-14 11 0-15,-3 7 0 16,-1 13 0-16,-5 19 0 16,0 12 0-16,1 13 0 0,1 13 0 15,10 12 0-15,1 14 0 16,10 6 0-16,2 7 0 15,0 10 0-15,12 0 0 0,3-1 0 16,3 0 0 0,8-5 0-16,2-7 0 0,2-9-9 15,7 0-14-15,-7-13-60 16,8-2-3-16</inkml:trace>
  <inkml:trace contextRef="#ctx0" brushRef="#br0" timeOffset="135716.57">2068 8013 423 0,'0'0'7'0,"0"0"3"16,-12-7 0-16,12 7 2 15,-7-15 1-15,3 3 0 0,4 0 0 16,0-1-3-16,9 1-10 15,3-2 0-15,6 4 0 16,1-1 0-16,3 7 0 16,1-2 0-16,0 6 0 0,-6 6 0 15,-2 5 0-15,-5 7 0 16,-6 4 0-16,-4 3 0 16,-2 2 0-16,-12 3 0 15,-2-3 0-15,-1 5 0 0,-3-9 0 16,2-1 0-16,1-2 0 15,4-5 0-15,4-8 0 16,9-7 0-16,0 0 0 0,0 0 0 16,9-3 0-16,9-11 0 15,7-4 0-15,0-7-12 16,-13-2-75-16,23-11-2 16</inkml:trace>
  <inkml:trace contextRef="#ctx0" brushRef="#br0" timeOffset="136083.22">2297 7382 446 0,'0'0'4'16,"0"0"2"-16,-10-15 1 16,5 8 1-16,-2-6 2 15,-1 1 0-15,6-3 0 16,2-2 0-16,0-1-10 0,7 4 0 15,10 3 0-15,3 1 0 16,3 3 0-16,0 5 0 16,1 2 0-16,-2 9 0 0,-1 4 0 15,-5 5 0-15,-5 4 0 16,-6 7 0-16,-5-1 0 16,0 4 0-16,-13-2 0 15,1 2 0-15,-4-5 0 0,-1-2 0 16,5-3 0-16,2-8 0 15,7-3 0-15,3-11 0 16,13 7 0-16,7-7 0 0,12-10 0 16,8-2 0-16,2-1 0 15,11 1 0-15,-4-8-33 16,3 5-52-16,-3 0-3 16</inkml:trace>
  <inkml:trace contextRef="#ctx0" brushRef="#br0" timeOffset="137032.99">3204 7704 404 0,'0'0'6'0,"0"0"2"0,2-18 2 16,-2 9 2-16,0-7 1 16,-5 2 0-16,-2-1 1 15,-6 1 0-15,-5-1-6 0,-3 4-2 16,-7 9-3-16,-5 2-3 15,-1 2 0-15,2 11 0 16,2 1 0-16,0 3 0 16,10 4 0-16,6-1 0 15,11 2 0-15,3-2 0 0,17-3 0 16,8 3 0-16,10-2 0 16,5-4 0-16,5 4 0 15,2-6 0-15,0 2 0 16,-8-1 0-16,2-1 0 0,-9 1 0 15,-9-1 0 1,-10 0 0-16,-5-2 0 16,-8 0 0-16,-12 0 0 0,-3 0 0 15,-9-2 0-15,-6-1 0 16,-6-2 0-16,2-2 0 16,-6-1 0-16,6-2 0 0,-1 0 0 15,8-2 0-15,-1-3-2 16,8-5-15-16,10-4-37 15,8-3-32-15,2-1-2 16</inkml:trace>
  <inkml:trace contextRef="#ctx0" brushRef="#br0" timeOffset="137432.89">3406 7468 462 0,'0'0'4'0,"0"0"2"15,-11-14 1-15,11 14 1 16,-12-20 1-16,5 10 0 16,2-5-3-16,-1 0-6 15,6 3 0-15,2-3 0 16,11 2 0-16,2 3 0 0,3 4 0 15,4 0 0-15,0 4 0 16,2 2 0-16,0 5 0 16,-4 4 0-16,-6 7 0 0,-4 6 0 15,-4 3 0-15,-6 4 0 16,-4 1 0-16,-8 0 0 16,3-1 0-16,-4 2 0 15,1-5 0-15,2-3 0 16,-1-3 0-16,11-6 0 0,0 1 0 15,5-5 0-15,11-2 0 16,0-6 0-16,12 6-28 16,4-8-57-16,0 0-4 0</inkml:trace>
  <inkml:trace contextRef="#ctx0" brushRef="#br0" timeOffset="137918.62">3976 7557 469 0,'0'0'5'16,"0"0"2"-16,-2-12 0 15,2 12 2-15,-10-10-1 0,10 10-2 16,-15-3-6-16,5 3 0 16,1 13 0-16,-7 9 0 15,0 6 0-15,0 6 0 16,-3 9 0-16,1 1 0 15,4 3 0-15,1 0 0 0,5-4 0 16,6-3 0-16,2-9 0 16,10-3 0-16,5-11 0 15,2-2 0-15,8-11 0 0,0-4 0 16,5-4 0-16,-1-8 0 16,1-8 0-16,-2-8 0 15,-2-6 0-15,-3-9 0 0,-5-4 0 16,-6-4 0-16,-3-1 0 15,-9-1 0-15,-2 4 0 16,-9 3 0-16,-2 5 0 16,-7 9 0-16,-3 12 0 15,-3 8 0-15,3 4 0 0,0 8 0 16,6 11 0-16,0 8 0 16,4 8 0-16,8 5 0 15,3 6 0-15,2 2 0 16,9 1 0-16,4-1 0 15,6 0 0-15,4-11 0 0,7-4-51 16,0 0-35-16,2-10-3 16</inkml:trace>
  <inkml:trace contextRef="#ctx0" brushRef="#br0" timeOffset="138299.91">4265 7832 495 0,'0'0'3'0,"0"0"1"16,0 0 1-16,0 0-1 15,-8-8-4-15,8 8 0 16,0-18 0-16,6 8 0 16,4-3 0-16,6 4 0 0,9-2 0 15,3 1 0-15,2 6 0 16,-3 2 0-16,3 2 0 15,-3 6 0-15,-10 7 0 0,-4 4 0 16,-10 7 0-16,-3 4 0 16,-8 2 0-16,-7-1 0 15,-8 1 0-15,-3 3 0 16,3-6 0-16,-4 0 0 16,4-5 0-16,6-4 0 0,2-1 0 15,10-4 0-15,5-3 0 16,5-6 0-16,15-4 0 15,7 0 0-15,8-4 0 0,12-2 0 16,10-5-86-16,3-7-4 16</inkml:trace>
  <inkml:trace contextRef="#ctx0" brushRef="#br0" timeOffset="138617.18">5356 7654 482 0,'0'0'3'0,"0"0"1"16,0 0 0-16,7-10 2 15,-7 10-1-15,15-9 2 16,0 3-7-16,3 2 0 16,7-2 0-16,7 5 0 15,-1-4-18-15,5 2-66 0,3 3-2 16</inkml:trace>
  <inkml:trace contextRef="#ctx0" brushRef="#br0" timeOffset="138751.01">5356 7828 461 0,'0'0'4'0,"0"0"1"16,0 0 0-16,12 7 1 16,3-7 1-16,13 0-2 15,6-3-8-15,19-1-73 0,11-8-6 16</inkml:trace>
  <inkml:trace contextRef="#ctx0" brushRef="#br0" timeOffset="145033.32">6260 7372 459 0,'0'0'4'0,"0"0"2"16,0 0-1-16,0 0 1 0,0 0 0 16,2 6 0-16,-2 5 0 15,0 4 0-15,-2 8-4 16,-1 6-1-16,1 3-1 16,2 5 0-16,0 4 0 0,0-4 0 15,5-1 0-15,1-3 0 16,-3-1 0-16,3-7 0 15,-1-5 0-15,-3-3-1 16,1-9 1-16,-3-8 0 0,0 0-1 16,0 0 1-16,-5-16 0 15,0-6 0-15,-2-5 1 16,-1-10-1-16,1-6 1 16,-3-4 0-16,5-3 0 15,3-4 1-15,-2 3-2 0,4 2 0 16,4 3 0-16,5 5 0 15,6 8 0-15,3 3 0 16,7 11 0-16,2 7 0 0,3 3 0 16,0 9 0-16,0 3 0 15,-4 9 0-15,-3 9 0 16,-5 1 0-16,-9 3 0 16,-4 4 0-16,-5 1 0 0,-2-3 0 15,-10 1 0-15,-9-4 0 16,-1-4-6-16,-2 0-2 15,-4-6-5-15,6-1-11 16,-4-3-59-16,6-5-1 0</inkml:trace>
  <inkml:trace contextRef="#ctx0" brushRef="#br0" timeOffset="145783.32">6623 7622 446 0,'0'0'5'0,"0"0"3"0,0 0 1 15,0-7 0-15,0 7 2 16,2-12 0-16,-2 12 1 0,13-15-12 16,-3 7 0-16,2 0 0 15,6 6 0-15,2 2 0 16,-3 0 0-16,5 8 0 15,-1 4 0-15,-7 3 0 16,0 5 0-16,-8-1 0 16,-3 6 0-16,-3-2 0 0,-5-2 0 15,-8-1 0-15,-2 0 0 16,-2-5 0-16,0-7 0 16,1-1 0-16,2-4 0 0,3-3 0 15,11 0 0-15,-7-23 0 16,12 7 0-16,8-9 0 15,1-3 0-15,9 1 0 0,0-1 0 16,1 2 0-16,1 3 0 16,-5 5 0-16,-3 9 0 15,1 3 0-15,-6 6 0 16,-4 9 0-16,-3 3 0 0,-1 5 0 16,1 6 0-16,-2-2 0 15,3 4 0-15,5-3 0 16,-3 1 0-16,3-5 0 15,5-7-7-15,3 0-35 0,2-4-43 16,-1-7-2-16</inkml:trace>
  <inkml:trace contextRef="#ctx0" brushRef="#br0" timeOffset="146166.82">7066 7103 414 0,'0'0'8'0,"0"0"4"16,-9-9 1-16,9 9 2 0,-4-15 0 15,1 5 1-15,1-2 0 16,2 0-14-16,0-3-2 16,9 5 0-16,4 3 0 15,2 0 0-15,3 4 0 0,1 3 0 16,-1 7 0-16,0 5 0 15,1 8 0-15,-4 3 0 16,-3 1 0-16,-5 4 0 0,-2 2 0 16,-5 0 0-16,0-1 0 15,-5-4 0-15,1-3 0 16,-6-4 0-16,3-6 0 16,1 0 0-16,6-12 0 15,-2 10 0-15,6-10 0 0,12-2 0 16,9-6 0-16,7-2 0 15,3 0 0-15,7 1 0 16,3-7 0-16,-3 7-83 0,0 4-5 16</inkml:trace>
  <inkml:trace contextRef="#ctx0" brushRef="#br0" timeOffset="149516.13">7811 7486 429 0,'0'0'6'16,"0"-18"2"-16,0 6 1 0,0 0 1 15,0-5 2-15,-5-1-1 16,-8 1 1-16,1-1 0 15,-6 8-10-15,-4 6-2 0,-2 4 0 16,-6 7 0-16,2 4 0 16,6 5 0-16,-3-1 0 15,8 7 0-15,4 1 0 16,8-1 0-16,5 1 0 16,13-4 0-16,9-5 0 15,5 4 0-15,10-2 0 0,6-4 0 16,-1-2 0-16,1-1 0 15,-1-1 0-15,-10 0 0 0,-2 1 0 16,-10-2 0-16,-8 0 0 16,-10 4 0-16,-4-4 0 15,-10 0 0-15,-11 1 0 16,-4 0 0-16,-5-3 0 16,-6-3 0-16,-2 0 0 0,-2-2 0 15,5 0-9-15,0-9-32 16,7-4-44-16,10-2-2 15</inkml:trace>
  <inkml:trace contextRef="#ctx0" brushRef="#br0" timeOffset="149900.09">7922 7134 478 0,'0'0'4'16,"0"0"1"-16,0 0 0 16,-10-15 1-16,10 15 0 0,0-16 1 15,3 2-7-15,4 0 0 16,11-1 0-16,5 5 0 16,1 0 0-16,5 8 0 0,1 2 0 15,-2 2 0-15,-3 13 0 16,-5 5 0-16,-6 4 0 15,-9 6 0-15,-5 4 0 16,0 2 0-16,-9-7 0 0,-6 3 0 16,0-1 0-16,3-5 0 15,-1-5 0-15,5-2 0 16,6-7 0-16,2 4 0 16,5-7 0-16,13-4 0 15,3-2 0-15,12 2 0 0,-4-5 0 16,14-5-80-16,-1 5-7 15</inkml:trace>
  <inkml:trace contextRef="#ctx0" brushRef="#br0" timeOffset="150383.32">8628 7379 460 0,'0'0'5'0,"-3"-10"2"15,3 10 3-15,-9-15-1 16,9 15 2-16,-16-14-2 16,9 9-9-16,-2 2 0 15,-1 3 0-15,-8 8 0 0,6 6 0 16,-3 11 0-16,-3 3 0 16,1 7 0-16,2-1 0 15,3 6 0-15,2-3 0 16,5 2 0-16,5-6 0 0,0-4 0 15,12-4 0-15,-1-5 0 16,10-8 0-16,2-4 0 16,2-8 0-16,5 0 0 0,-6-13 0 15,6-4 0-15,-5-8 0 16,-5-4 0-16,-3-6 0 16,-6-5 0-16,-11 1 0 15,-3-4 0-15,-15 3 0 0,-4 4 0 16,-8 8 0-16,-5 4 0 15,0 12 0-15,-2 2 0 16,5 10 0-16,5 2 0 16,4 8 0-16,11 4 0 0,10 6 0 15,2 3 0-15,12 2 0 16,8 0 0-16,10 0 0 16,4-1 0-16,6 1 0 15,2-8 0-15,8 5 0 16,-13-2-80-16,13-10-7 0</inkml:trace>
  <inkml:trace contextRef="#ctx0" brushRef="#br0" timeOffset="150716.9">9071 7501 469 0,'0'0'5'0,"0"0"2"0,0 0 1 16,0 0 1-16,5-8 0 16,-5 8-5-16,0 0-4 15,0 0 0-15,0 0 0 0,0 0 0 16,0 0 0-16,-3 18 0 16,-2-1 0-16,-1 4 0 15,2 5 0-15,-1 6 0 16,2 4 0-16,1-2 0 15,2-2 0-15,0 0 0 0,0-2 0 16,0-8 0-16,2 1 0 16,1-9 0-16,-3-3 0 15,0-11 0-15,0 0-13 0,0 0-74 16,0 0-2-16</inkml:trace>
  <inkml:trace contextRef="#ctx0" brushRef="#br0" timeOffset="153650.01">9791 7402 372 0,'0'0'8'16,"0"0"6"-16,0-10 2 0,0 10 2 16,0-13 1-16,0 13 1 15,0-10 0-15,0 10 1 16,0 0-18-16,-3 13-3 0,3 4 0 16,0 6 0-16,0 4 0 15,0 2 0-15,0 6 0 16,0 1 0-16,0-5-6 15,5-1-79-15,0-1-2 16</inkml:trace>
  <inkml:trace contextRef="#ctx0" brushRef="#br0" timeOffset="153816.42">9607 7535 443 0,'0'0'5'0,"0"0"1"16,0 0 0-16,0 0 0 15,0 0 1-15,12-11 1 16,11 8-1-16,6-2-1 0,19 0-13 16,-4 5-42-16,19-8-32 15,1 4-2-15</inkml:trace>
  <inkml:trace contextRef="#ctx0" brushRef="#br0" timeOffset="154266.67">10481 7402 459 0,'0'0'3'16,"0"0"2"-16,0 0 2 16,-7 5 0-16,7-5 1 0,-7 17 1 15,2 1 0-15,0 1-5 16,5 8-4-16,-6 6 0 16,6 3 0-16,0 7 0 15,4 0 0-15,-2 0 0 0,3 0 0 16,-5-4 0-16,2 0 0 15,-2-5 0-15,0-7 0 16,-2-9 0-16,-3-7 0 16,5-11 0-16,-18 0 0 0,6-11 0 15,2-10 0-15,-2-14 0 16,2-9 0-16,-3-6 0 16,3-7 0-16,6-4 0 15,1-4 0-15,3 5 0 16,0 3 0-16,5 6 0 0,7 6 0 15,6 10 0-15,1 8 0 16,11 7 0-16,0 5 0 16,2 10 0-16,0 5 0 0,2 8 0 15,-6 6 0-15,-5 7 0 16,-8 1 0-16,-10 7 0 16,-5-1 0-16,-9 4 0 15,-9-5 0-15,-5 3 0 0,-7-3-50 16,5-2-36-16,1-8-2 15</inkml:trace>
  <inkml:trace contextRef="#ctx0" brushRef="#br0" timeOffset="154801.26">10782 7605 481 0,'0'0'2'0,"0"0"0"15,0 0 1-15,0 0-1 16,-5 8 0-16,0 1 0 0,5 4 0 15,-2 1 1-15,2 4-3 16,2-1 0-16,8 1 0 16,3-1 1-16,6-7-1 15,4-3 1-15,4-7 0 0,2 0 1 16,0-12 0-16,-2-3 0 16,-3-5 1-16,-1 0-3 15,-5-2 0-15,-4 3 0 16,-7 1 0-16,-1 5 0 0,-6 13 0 15,0 0 0-15,0 0 0 16,3 16 0-16,-1 6 0 16,3 4 0-16,0 7 0 0,2 0 0 15,1 6 0-15,-1-5 0 16,-2 1 0-16,-3-2 0 16,-2-4 0-16,0-4 0 15,-7-5 0-15,-8-5 0 16,-4-3 0-16,-4-5 0 0,-7-7 0 15,-5 0 0-15,3-4 0 16,-3-4-5-16,-3-12-21 16,1-2-57-16,12-6-4 0</inkml:trace>
  <inkml:trace contextRef="#ctx0" brushRef="#br0" timeOffset="155166.06">11115 7047 451 0,'0'0'4'0,"0"0"3"0,0-9 1 15,0 9 1-15,-2-13 1 16,2 4 0-16,0-4 0 0,0 1-8 16,7-1-2-16,6 3 0 15,4 3 0-15,3 2 0 16,8 2 0-16,-1 3 0 0,-1 0 0 15,-1 10 0-15,-4 5 0 16,-7 6 0-16,-6 2 0 16,-8 5 0-16,-2 1 0 15,-9 3 0-15,-3 1 0 0,-2-5 0 16,0-1 0-16,0-8 0 16,7 1 0-16,6-5 0 15,3-5 0-15,10-6 0 16,11 0 0-16,10-1 0 15,6-3 0-15,9 0 0 0,12 0-86 16,-5-8-1-16</inkml:trace>
  <inkml:trace contextRef="#ctx0" brushRef="#br0" timeOffset="155849.99">11826 7444 469 0,'0'0'5'15,"0"-10"1"-15,0 10 1 0,0-12 1 16,0 12 0-16,-10-15 0 16,0 10-8-16,-7 0 0 15,-4 7 0-15,0 8 0 16,-7 8 0-16,3 4 0 0,0 5 0 16,5 5 0-16,6 1 0 15,6 1 0-15,8-2 0 16,5-3 0-16,12-6 0 15,8-3 0-15,7-5 0 16,5-5 0-16,6-5 0 0,2-5 0 16,2 0 0-16,-7-3 0 15,-1-1 0-15,-9-1 0 16,-5-3 0-16,-5 5 0 0,-8-4 0 16,-12 7 0-16,8-5 0 15,-8 5 0-15,0 0 0 16,0 0 0-16,-8-7 0 15,8 7 0-15,-12-3 0 0,12 3 0 16,-15 0 0-16,15 0 0 16,-10 3 0-16,10-3 0 15,0 0 0-15,-9 5 0 16,9-5 0-16,0 0 0 0,0 0-40 16,0 0-47-16,0 0-4 15</inkml:trace>
  <inkml:trace contextRef="#ctx0" brushRef="#br0" timeOffset="156466.48">11876 7060 450 0,'0'0'4'0,"0"-10"3"0,0 10 1 16,0-18 2-16,0 6 1 0,2-2 0 15,3-4-1-15,2-2-10 16,3 3 0-16,5 0 0 15,10 5 0-15,3 1 0 16,-1 4 0-16,8 5 0 0,-3 2 0 16,0 7 0-16,-7 7 0 15,-1 6 0-15,-8 5 0 16,-6 6 0-16,-10 0 0 16,0 4 0-16,-10-1 0 15,0-1 0-15,-8-4 0 0,6-2 0 16,-3-6 0-16,5-4 0 15,3-5 0-15,7-12 0 16,3 15 0-16,6-15 0 0,14 0 0 16,4 0 0-16,6-4 0 15,1-2 0-15,3-1 0 16,5 4-31-16,-1 1-55 0,-7 2-3 16</inkml:trace>
  <inkml:trace contextRef="#ctx0" brushRef="#br0" timeOffset="157116.73">12730 7369 448 0,'0'0'3'0,"0"0"3"0,0-9 0 0,0 9 1 16,-12-6 1-16,-3 6-1 16,2 0 1-16,-7 10 0 0,-1 8-3 15,-5 7-3-15,4 4 1 16,0 7-3-16,4 5 0 16,6-1 0-16,4 2 0 0,8-2 0 15,3-3 0-15,12-7 0 16,5-3 0-16,4-7 0 15,1-6 0-15,8-3 0 16,-4-9 0-16,1-2 0 0,-5-10 0 16,5-5 0-16,-10-5 0 15,0-9 0-15,-5-6 0 16,-8-4 0-16,-2-7 0 16,-5 2 0-16,-5-1 0 15,-10 6 0-15,-4 2 0 0,-9 9 0 16,-4 8 0-16,2 8 0 15,-2 9 0-15,2 3 0 16,2 15 0-16,8 5 0 0,8 2 0 16,7 9 0-16,10-5 0 15,7 7 0-15,11-2 0 16,12 3 0-16,2-8 0 16,5 0 0-16,5-9 0 0,10-13-73 15,-4 10-14-15</inkml:trace>
  <inkml:trace contextRef="#ctx0" brushRef="#br0" timeOffset="157333.22">13249 7524 470 0,'0'0'3'0,"0"0"0"0,0 0 3 16,0 11 0-16,0-1 1 15,0 8 0-15,0 7 0 16,0 5-5-16,0 9-2 16,0 6 0-16,0 9 0 15,0 8-8-15,11-2-75 16,-11-6-3-16</inkml:trace>
  <inkml:trace contextRef="#ctx0" brushRef="#br0" timeOffset="162935.84">13953 7508 368 0,'0'0'6'16,"0"0"4"-16,0 0 1 16,0 0 3-16,-6-9 1 0,6 9 2 15,0 0 0-15,0 0 1 16,-6-6-6-16,6 6-3 16,0 0 0-16,0 0-4 15,2 3-5-15,10-3 0 0,6 3 0 16,7-3 0-16,10 2 0 15,6-2 0-15,12 0 0 16,9-5 0-16,3 0 0 16,1-3 0-16,1 1 0 0,-5-1 0 15,-7 1 0-15,-9 2 0 16,-9 1 0-16,-12-1 0 16,-8 5 0-16,-17 0 0 15,0 0 0-15,0 0 0 16,0 0 0-16,0 0 0 0,-10 0 0 15,-1 0 0-15,2 2 0 16,1 1 0-16,4 6 0 16,4-9-58-16,0 0-34 0</inkml:trace>
  <inkml:trace contextRef="#ctx0" brushRef="#br0" timeOffset="167267.2">15210 7313 385 0,'0'0'6'16,"0"0"3"-16,-7-10 2 16,7 10 2-16,-11-18 2 0,9 11 0 15,-3-4 1-15,5-3 0 16,0 2-6-16,7 2-2 16,9-3-3-16,0 4-3 0,6-1-2 15,4 2 0-15,-1 5 0 16,3 1 0-16,-3 2 0 15,-4 5 0-15,0 7 0 16,-5 1 0-16,-5 7 0 0,-6 2 0 16,-3 1 0-16,-2 1 0 15,-9 6 0-15,-7-4 0 16,-5 5 0-16,-5-4 0 16,0 3 0-16,-2-5 0 15,0-3 0-15,1-2 0 16,6-4 0-16,5-6 0 0,6 1 0 15,10-11 0-15,2 13 0 16,18-13 0-16,2 0 0 16,11 0 0-16,4-6 0 0,8-1 0 15,2-1 0-15,3 1 0 16,-8 1 0-16,3 5 0 16,-8-5 0-16,-7 6 0 15,-5 0 0-15,-8 6 0 0,0 1-14 16,-14 4-70-16,-3-11-2 15</inkml:trace>
  <inkml:trace contextRef="#ctx0" brushRef="#br0" timeOffset="167816.98">16179 7161 457 0,'0'0'4'0,"0"0"1"16,0 0-1-16,0 0 1 15,0 0 0-15,0 0 0 16,3 11 0-16,2 8 1 0,0 6-4 15,-1 5-1-15,4 7 1 16,2 0-1-16,0 3 0 16,0-3 0-16,-3-3-1 15,6-4 1-15,-6-5-1 0,-2-3 1 16,0-6 1-16,-2-9 1 16,-3-7-3-16,0 0 0 15,-8-10 0-15,-2-12 0 16,-2-5 0-16,-1-9 0 0,1-3 0 15,-2-8 0-15,8-3 0 16,1 0 0-16,5 1 0 16,0 4 0-16,10 6 0 0,8 7 0 15,1 4 0-15,8 9 0 16,1 6 0-16,4 5 0 16,0 8 0-16,0 5 0 15,-2 11 0-15,-5 6 0 16,-4 3 0-16,-9 7 0 0,-8 5 0 15,-4 0 0-15,-7-2 0 16,-7-1 0-16,-9-2 0 16,-1-7-9-16,3-2-34 0,2-3-41 15,-4-6-2-15</inkml:trace>
  <inkml:trace contextRef="#ctx0" brushRef="#br0" timeOffset="168269.2">16599 7357 479 0,'0'0'5'15,"0"0"1"-15,-2-10 1 0,2 10 1 16,0-9-2-16,0 9-6 16,0-10 0-16,0 10 0 15,17-6 0-15,-5 6 0 16,0 8 0-16,4 2 0 0,-4 3 0 15,1 3 0-15,-4 4 0 16,-4 0 0-16,-5 2 0 16,0-1 0-16,-10-5 0 15,1-1 0-15,-4-2 0 16,-1-3 0-16,1-5 0 0,3-5 0 16,10 0 0-16,-12-12 0 15,12-4 0-15,0-1 0 16,10-5 0-16,2-3 0 15,3 3 0-15,2-3 0 0,0 6 0 16,-2 1 0-16,3 8 0 16,-6 5 0-16,1 5 0 15,-6 0 0-15,0 12 0 0,4 3 0 16,-6 2 0-16,7 4 0 16,-5-2 0-16,6 4 0 15,0-3 0-15,4-4 0 0,5-1-38 16,10 0-46-16,-5-7-4 15</inkml:trace>
  <inkml:trace contextRef="#ctx0" brushRef="#br0" timeOffset="168750.1">17332 7089 479 0,'0'0'5'16,"0"0"0"-16,0 0 2 15,0 0 0-15,-5-10-1 16,5 10-4-16,0 7-2 0,0 6 0 16,0 7 0-16,3 8 0 15,4 4 0-15,0 7 0 16,4 6 0-16,-4-3 0 16,5 0 0-16,-4 0 0 0,-1-9 0 15,-2 1 0-15,-2-9 0 16,-3-3 0-16,0-9 0 15,0-13 0-15,-12 8 0 0,1-11 0 16,1-12 0-16,-2-5 0 16,-1-8 0-16,4-6 0 15,-4-4 0-15,3-8 0 0,0 1 0 16,6 0 0 0,-2-4 0-16,6 4 0 0,0 0 0 15,3 12 0-15,9 0 0 16,5 10 0-16,6 7 0 15,6 6 0-15,4 10 0 0,1 3 0 16,-1 11 0-16,-1 5 0 16,-5 12 0-16,-6 0 0 15,-9 7 0-15,-10-3 0 16,-4 1 0-16,-10-1 0 16,-6-2 0-16,-1-4 0 0,-4-7 0 15,3 3-28-15,8-8-56 16,-6-2-4-16</inkml:trace>
  <inkml:trace contextRef="#ctx0" brushRef="#br0" timeOffset="169183.08">17680 7342 393 0,'0'0'4'0,"0"0"1"0,0 0 2 15,-3 12 0-15,3-12 1 0,0 15 2 16,3-2 1-16,1-6 2 16,7 1-4-16,1-3 0 15,6 0-2-15,1-5 1 16,4 0-1-16,2-8 0 16,-2-2-1-16,-2-5-6 0,2 1 0 15,-9-2 0-15,-1 2 0 16,-1 1 0-16,-7 1 0 15,-5 12 0-15,0 0 0 16,0 0 0-16,11 5 0 0,-9 13 0 16,0-2 0-16,1 9 0 15,4 3 0-15,1 2 0 16,2 4 0-16,0-2 0 16,-6 3 0-16,1-3 0 15,1 0 0-15,-6-5 0 0,0-2 0 16,-8 0 0-16,-7-8 0 15,-10-1 0-15,-2-5 0 16,-8 0 0-16,-7-6 0 0,-3 2 0 16,-4-7-41-16,4 0-44 15,5 0-3-15</inkml:trace>
  <inkml:trace contextRef="#ctx0" brushRef="#br0" timeOffset="176266.43">18604 7231 353 0,'0'0'7'0,"7"-10"5"0,1 2 3 0,2-4 2 0,-5-1 1 0,2-1 2 16,-1-4 0-16,-6 1 0 15,0 5-7-15,-16 4-3 16,-4 3-4-16,-6 5-6 15,-6 10 0-15,-4 5 0 0,-1 5 0 16,-5 5 0-16,7 4 0 16,1 1 0-16,4 2 0 15,10-2 0-15,4 0 0 0,14-4 0 16,4 2 0-16,16-10 0 16,7-1 0-16,11-3 0 15,7 0 0-15,7-10 0 16,5 3-4-16,-4-7-32 15,7 0-46-15,-3-5-4 0</inkml:trace>
  <inkml:trace contextRef="#ctx0" brushRef="#br0" timeOffset="176726.95">18974 7206 453 0,'0'0'5'0,"0"0"0"15,0 0 2-15,-9-7 0 16,9 7 0-16,-21 0 0 0,7 2 0 16,-2 8 1-16,0 3-5 15,-5 4-1-15,4 2-2 16,2 4 0-16,3-1 0 16,6 3 0-16,6-2 0 0,4-4 0 15,10-2 0-15,4-4 0 16,6-4 0-16,3-3 0 15,3-6 0-15,3-3 0 0,-4-7 0 16,-1-2 0-16,-5-11 0 16,-9-2 0-16,-1-4 0 15,-6-3 0-15,-7-2 0 16,-14-2 0-16,-4 4 0 16,-7 5 0-16,-7 2 0 15,-1 10 0-15,-1 8 0 0,4 4 0 16,0 3 0-16,7 13 0 15,7 2 0-15,13 7 0 16,3 1 0-16,12 3 0 0,11-1 0 16,9 3 0-16,3-3 0 15,9-3 0-15,1-3-4 16,0 12-60-16,7-23-22 0,-4 0-1 16</inkml:trace>
  <inkml:trace contextRef="#ctx0" brushRef="#br0" timeOffset="176900.18">19377 7236 441 0,'0'0'4'0,"0"0"1"0,-8 7 1 0,4 6 2 0,1-2 0 16,-4 7 0-16,1 4 0 16,1 6 1-16,1-2-4 0,1 5-1 15,3-4-2-15,0 3-4 16,5-3-4-16,-3-2-9 15,11-5-66-15,-1-6-2 16</inkml:trace>
  <inkml:trace contextRef="#ctx0" brushRef="#br0" timeOffset="177532.9">20041 7139 434 0,'0'0'5'0,"0"0"2"0,2-10 1 0,-2 10 1 0,0-15 1 15,-2 5 0-15,-3 3 0 16,5 7 0-16,-21-12-4 0,7 9-4 16,-1 3-2-16,-2 7 0 15,-6 3 0-15,5 5 0 16,6 3 0-16,-3 2 0 16,5 0 0-16,10 5 0 15,0-6 0-15,10 3 0 0,10 0 0 16,3-4 0-16,9-1 0 15,0 1 0-15,8-3 0 16,-3-1 0-16,1-2 0 16,-6 1 0-16,-5-1 0 0,-7-2 0 15,-5-2 0-15,-8 2 0 16,-7-10 0-16,-4 12 0 16,-14-7 0-16,-7 0 0 15,-5 0 0-15,-5-3 0 0,-4-2 0 16,-5 2-2-16,5-2-10 15,5 0-11-15,2 9-57 16,9-12-6-16</inkml:trace>
  <inkml:trace contextRef="#ctx0" brushRef="#br0" timeOffset="177985.74">20443 7147 453 0,'0'0'5'15,"0"0"2"-15,0 0 1 16,0 0 0-16,0 0 1 16,-5 0 0-16,-8 7-1 15,-1 2-4-15,-9 9-4 0,3 4 0 16,-2 1 0-16,2 7 0 16,6-3 0-16,-2 3 0 15,11-3 0-15,5-3 0 0,5-2 0 16,8-6 0-16,6-1 0 15,4-8 0-15,4-2 0 16,3-5 0-16,0-2 0 16,-2-8 0-16,1-5 0 15,-7-5 0-15,-4-9 0 0,-4-4 0 16,-5-4 0-16,-8-8 0 16,-2 6 0-16,-15-1 0 15,-1 3 0-15,-8 7 0 16,-5 7 0-16,-2 9 0 0,-2 6 0 15,1 8 0-15,3 8 0 16,5 6 0-16,3 9 0 16,12 4 0-16,8 6 0 15,7 1 0-15,9 1 0 0,11 2 0 16,5-3 0-16,9-1 0 16,2-8 0-16,10-6-45 15,-5 1-41-15,0-7-2 0</inkml:trace>
  <inkml:trace contextRef="#ctx0" brushRef="#br0" timeOffset="178182.38">20873 7233 460 0,'0'0'5'0,"0"0"0"0,0 0 2 0,-3 8 1 15,1 1 1-15,0 7 0 16,2 3-1-16,0 9-8 15,0 3 0-15,0 14 0 0,0-3 0 16,4 13 0-16,4-3-84 16,-4 2-3-16</inkml:trace>
  <inkml:trace contextRef="#ctx0" brushRef="#br0" timeOffset="188550.13">555 8975 189 0,'0'0'6'0,"0"0"3"0,5 5 6 0,-5-5 0 0,20 10 5 16,-5-6-1-16,12 2 3 15,11-2-1-15,4-1-4 16,18 4-4-16,4-7-3 0,14 5-4 16,16-2 0-16,8-1-2 15,6 0-1-15,12 4-1 16,9-4 1-16,3-2 1 16,17 5-1-16,13-5 1 0,11 0 0 15,13 0 0-15,21-2-1 16,11-3 1-16,19-3 0 15,11-2-1-15,18 0-1 16,10-1 0-16,14-6 0 0,11 1 0 16,15-4 0-16,7-2 0 15,15 0-1-15,12 0 1 16,45-6-1-16,-22 3 0 16,2-4 0-16,7 4 0 15,13-3-1-15,3 4 1 0,49 2-1 16,-27-1 0-16,-29 3-1 15,66 1 0-15,-15 4-2 16,6 0 1-16,-4 2-1 0,4 3-1 16,-34-2 0-16,31 4 0 15,27 4 1-15,-52-1 1 16,20 0 0-16,2 5 0 16,1-6 1-16,-1 6 1 15,0-4 2-15,-4 1-1 0,-19 1 1 16,26-3 0-16,2 3 1 15,-7 2-1-15,2 0-1 16,0 2 0-16,-9 5-2 0,-3 3-1 16,7-2-1-16,-29 4-2 15,-21 1 0-15,-12-1 2 16,-17-2-1-16,-15-3 1 0,-17-3 2 16,-13 2 2-16,-50-1 1 15,12-5 3-15,-16-2 0 16,-13-3 1-16,-29-5 1 15,-19-3-1-15,-26 1-1 0,-21-6-1 16,-26 7-10-16,-26-5-64 16,-14 2-3-16</inkml:trace>
  <inkml:trace contextRef="#ctx0" brushRef="#br1" timeOffset="193350.09">3160 8291 339 0,'0'0'5'0,"0"0"2"0,0 0 1 16,0 0 4-16,0 0 2 16,-14 0 0-16,14 0 0 15,0 0 1-15,-7 0-2 0,7 0-2 16,7 2-1-16,14 2-2 15,9 0-1-15,13-2-2 16,20 3 1-16,17 0-1 16,18-2-2-16,13 2 0 15,8-2-1-15,5-3 0 0,3 0 1 16,-5 0-1-16,-9-6 1 16,-10 4-3-16,-16-3 0 15,-13 0 0-15,-12 0 0 0,-9 3 0 16,-19 2 0-16,-8-2 0 15,-10 2 0-15,-5 0 0 16,-11 0 0-16,0 0 0 16,0 4 0-16,0-4 0 0,-15 7 0 15,5-4 0-15,-1 2 0 16,2-5 0-16,9 0 0 16,0 0-81-16,-10 0-7 15</inkml:trace>
  <inkml:trace contextRef="#ctx0" brushRef="#br1" timeOffset="194150.12">2355 5209 333 0,'0'0'5'0,"0"0"1"0,0 0 2 16,0 0 0-16,0 0 3 15,0 0 2-15,0 0 0 0,12 0 2 16,13 0-5-16,19 0 0 16,16 0-2-16,15-2 1 15,19-2-1-15,12 0-2 0,16 0-2 16,7-5 1-16,6 2-1 15,-3 0 0-15,-3 0 0 16,-8 2-1-16,-6 0 0 16,-16 0 0-16,-14 0 0 15,-13 2-1-15,-13 1 0 0,-15 2-1 16,-14 0 1-16,-7 0-1 16,-10 0 1-16,-13 0-1 15,0 0 1-15,0 5 0 16,-11 0-7-16,2 5-12 0,18 0-65 15,-13-2-3-15</inkml:trace>
  <inkml:trace contextRef="#ctx0" brushRef="#br1" timeOffset="198249.88">1164 10271 389 0,'0'0'4'0,"0"0"1"0,0 0 1 0,0 0 1 0,-12 4 0 15,12-4 1-15,-6 15-1 16,4-5 1-16,-1 0-3 16,3 2-1-16,5 0-1 15,6-3 0-15,3-2 1 0,7-7 0 16,6 0 0-16,3-7 1 15,4-11 1-15,6-10-1 16,2-4 1-16,5-7 0 16,-2-8 0-16,0-6-1 15,-6-5-1-15,-4-4-4 0,-5-3 0 16,-10-4 0-16,-3 1 0 16,-17 4 0-16,0 2 0 15,-12 8 0-15,-5 6 0 16,-1 15 0-16,-2 5 0 0,-4 16 0 15,1 12 0-15,3 9 0 16,0 19 0-16,6 11 0 16,2 13 0-16,6 5 0 0,6 8 0 15,3 1 0-15,9-1 0 16,11-3 0-16,4-8 0 16,3-4 0-16,2-6 0 15,3-6 0-15,-3-8-10 0,3-25-63 16,-3 16-15-16</inkml:trace>
  <inkml:trace contextRef="#ctx0" brushRef="#br1" timeOffset="198750.34">1785 10163 472 0,'0'0'4'0,"0"0"1"0,2-9 1 0,3-1 1 16,0-2 0-16,3-1 1 16,2 1-6-16,2-2-2 15,3 0 0-15,3 4 0 0,1 6 0 16,-1 4 0-16,1 0 0 16,-3 10 0-16,-7 5 0 15,-4 4 0-15,-2 9 0 16,-6-2 0-16,-6 7 0 15,-6-1 0-15,-3 3 0 0,3-5 0 16,-4-3 0-16,3-4 0 16,4-4 0-16,3-5 0 15,9-14 0-15,-3 11 0 0,3-11 0 16,17-3 0-16,-1-6 0 16,10-4 0-16,-1-12-23 15,5 0-65-15,0 0-1 16</inkml:trace>
  <inkml:trace contextRef="#ctx0" brushRef="#br1" timeOffset="199086.2">2024 9678 450 0,'0'0'4'15,"0"0"2"-15,0-12 1 16,0 4 2-16,0-1 0 15,0-3 0-15,5-1 1 0,4-2-3 16,-2 0-7-16,9 5 0 16,-3 5 0-16,6 5 0 15,-7 0 0-15,6 13 0 0,-6 4 0 16,1 3 0-16,-6 7 0 16,-4 0 0-16,-3 5 0 15,-3 0 0-15,-4 1 0 16,-6-3 0-16,3-3 0 15,-2-2 0-15,2-5 0 0,3-6 0 16,4-4 0-16,3-10 0 16,7 7 0-16,6-7 0 15,9-7 0-15,3 0 0 16,3-8-5-16,6-2-80 0,3-1-2 16</inkml:trace>
  <inkml:trace contextRef="#ctx0" brushRef="#br1" timeOffset="199366.33">2737 9468 468 0,'0'0'6'16,"0"0"0"-16,0 0 1 0,-10-8 0 16,10 8 1-16,-16 10-1 15,5 8-5-15,-5 9-2 16,-3 12 0-16,-1 11 0 15,-3 14 0-15,-2 8 0 0,1 10 0 16,-1 4 0-16,2 6 0 16,7 1 0-16,5-7 0 15,9-4 0-15,2-6 0 16,17-9 0-16,8-8 0 16,10-9 0-16,12-7-3 15,22-14-82-15,-3-14-3 0</inkml:trace>
  <inkml:trace contextRef="#ctx0" brushRef="#br1" timeOffset="200101.4">2988 9859 451 0,'0'0'5'0,"0"-12"1"0,0 4 2 15,0-2 0-15,0-1 1 16,-5 0 0-16,-2 1 0 16,-4 0-3-16,-1 8-6 15,-2 2 0-15,-4 2 0 0,-3 5 0 16,5 9 0-16,2 0 0 15,3 5 0-15,-1-1 0 16,8 1 0-16,4 3 0 16,8-5 0-16,4-1 0 0,9-2 0 15,6 0 0-15,3-4 0 16,2-2 0-16,3 2 0 16,0-2 0-16,-6 0 0 15,-1-2 0-15,-7-1 0 16,-5 5 0-16,-9-2 0 0,-5 0 0 15,-6 1 0-15,-11-3 0 16,-5 3 0-16,-10 1 0 0,0-4 0 16,-7-1 0-16,-6-2 0 15,6 0 0-15,0-3-5 16,5-2-4-16,5 0-8 16,4-4-27-16,11-4-42 15,12 8 1-15</inkml:trace>
  <inkml:trace contextRef="#ctx0" brushRef="#br1" timeOffset="201317.08">3077 9592 410 0,'0'0'6'0,"0"0"2"0,0-13 3 0,0 13 1 0,0-15 0 15,0 1 2 1,4 1-1-16,8-2 1 0,0 0-5 15,4 3-7-15,5-1-2 16,6 6 0-16,1 2 0 0,-3 5 0 16,0 5 0-16,-6 8 0 15,-1 4 0-15,-9 4 0 16,-4 7 0-16,-5 0 0 16,-7 3 0-16,-5 0 0 0,-4-1 0 15,2-5 0-15,1 0 0 16,1-9 0-16,1 1 0 15,7-4 0-15,4-13 0 16,10 12 0-16,2-12 0 0,11 0 0 16,-2-4-15-16,13-19-65 15,-4 18-5-15</inkml:trace>
  <inkml:trace contextRef="#ctx0" brushRef="#br1" timeOffset="201866.65">3622 9750 443 0,'0'0'4'0,"0"0"1"0,0 0 1 16,-5 0 0-16,5 0 1 0,-18 7 0 16,8 4 0-16,-3 3 0 15,-4 5-4-15,-3 9-1 16,6 5-1-16,-2 4-1 16,2 0 0-16,0 2 0 15,8 1 0-15,1-5-1 0,3-1 1 16,2-4 0-16,7-5 1 15,2-7 0-15,9-6 0 16,-1-5 1-16,3-7-1 16,3-2 1-16,0-10 1 0,-2-6 0 15,2-4-3-15,0-7 0 16,-7-7 0-16,0 1 0 16,-8-5 0-16,-2-1 0 0,-6-1 0 15,-2 2 0-15,-8 7 0 16,-8 1 0-16,2 10 0 15,-5 3 0-15,3 9 0 16,-3 7 0-16,1 8 0 16,-1 10 0-16,7 5 0 0,2 4 0 15,4 9 0-15,5-1 0 16,3 3 0-16,5 2 0 16,8-7 0-16,4 2 0 15,6-7-12-15,6-3-72 0,4-3-3 16</inkml:trace>
  <inkml:trace contextRef="#ctx0" brushRef="#br1" timeOffset="202250.08">3797 10082 478 0,'0'0'4'0,"0"0"2"0,0 0 1 16,0 0 1-16,0 0 0 0,0-13-8 16,0 13 0-16,9-14 0 15,-2 4 0-15,0 5 0 16,6-3 0-16,1 6 0 16,2 0 0-16,-2 2 0 15,-2 2 0-15,1 5 0 16,-5 6 0-16,-4 5 0 0,-6 1 0 15,-8 1 0-15,1 2 0 16,-7 3 0-16,2-3 0 16,-4 1 0-16,4-4 0 0,1-1 0 15,5-4 0-15,1-3 0 16,7-11 0-16,0 13 0 16,12-13 0-16,6 0 0 15,0-11 0-15,15 4-24 0,2-6-61 16,5-6-4-16</inkml:trace>
  <inkml:trace contextRef="#ctx0" brushRef="#br1" timeOffset="202502.01">4394 9896 492 0,'0'0'5'0,"0"0"0"16,0 0 1-16,0 0-3 16,0 0-3-16,0 0 0 0,0 0 0 15,-4 10 0-15,1 10 0 16,0 5 0-16,0-1 0 16,1 8 0-16,-1 4 0 15,-1-4 0-15,4 2-24 16,-3-4-61-16,1-6-4 0</inkml:trace>
  <inkml:trace contextRef="#ctx0" brushRef="#br1" timeOffset="202683.07">4255 9988 459 0,'0'0'3'15,"0"0"-1"-15,0 0 1 16,0 0 0-16,10-10 0 15,5 7 0-15,7 2-1 0,8-5-4 16,10 6-25-16,2 0-52 16,5-3-2-16</inkml:trace>
  <inkml:trace contextRef="#ctx0" brushRef="#br1" timeOffset="203050.96">4906 9826 467 0,'0'0'4'15,"0"0"2"-15,-3-8 2 0,3 8-1 16,-7-11 1-16,7 11 0 16,-14-3-5-16,-2 3-3 15,2 14 0-15,-4 3 0 16,-2 5 0-16,0 8 0 16,3 1 0-16,5 4 0 0,2 0 0 15,6-1 0-15,4-3 0 16,9-2 0-16,8-7 0 15,8-2 0-15,7-7 0 0,2-8 0 16,9-5-85-16,-1 0-1 16</inkml:trace>
  <inkml:trace contextRef="#ctx0" brushRef="#br1" timeOffset="203422.9">4985 9560 487 0,'0'0'4'0,"0"0"2"0,-9-10 1 16,9 10 0-16,-7-15-7 15,6 5 0-15,-2-3 0 16,3 1 0-16,4 0 0 15,8 4 0-15,2-2 0 16,6 5 0-16,-2 5 0 0,1 0 0 16,-1 5 0-16,-3 10 0 15,-5 0 0-15,-3 7 0 16,-7 0 0-16,0 6 0 16,-2-3 0-16,-3 2 0 0,-1-2 0 15,2-3 0-15,-4-3 0 16,6-2 0-16,2 0 0 15,2-6 0-15,10 1 0 16,-1-2 0-16,8 5 0 0,-1-7-80 16,10-1-8-16</inkml:trace>
  <inkml:trace contextRef="#ctx0" brushRef="#br1" timeOffset="203866.74">5430 9706 502 0,'0'0'4'0,"0"0"1"16,0 0-5-16,0 0 0 0,0 0 0 15,-7 5 0-15,2 8 0 16,-2 3 0-16,-4 4 0 16,-1 13 0-16,-2 0 0 15,-2 13 0-15,2 3 0 0,1 1 0 16,5-1 0-16,4-1 0 15,4-4 0-15,4-7 0 16,6-7 0-16,5-8 0 16,5-12 0-16,7-8 0 0,-2-7 0 15,5-12 0-15,-5-11 0 16,3-3 0-16,-9-11 0 16,-1-5 0-16,-6-6 0 15,-7 1 0-15,-5 1 0 0,-5 1 0 16,-7 3 0-16,-3 7 0 15,-3 11 0-15,0 4 0 16,2 10 0-16,-2 12 0 16,1 3 0-16,2 15 0 0,3 7 0 15,4 8 0-15,3 5 0 16,5 4 0-16,0 4 0 16,8 3 0-16,1-5-3 0,-1-2-84 15,14 1-1-15</inkml:trace>
  <inkml:trace contextRef="#ctx0" brushRef="#br1" timeOffset="204185.83">5786 10082 483 0,'0'0'5'0,"-16"-6"1"0,7 2 1 0,1 1 3 15,-6-4-10-15,6 0 0 0,-2-3 0 16,0 0 0-16,10 0 0 15,3 0 0-15,9-2 0 16,0 5 0-16,6-1 0 16,-4 2 0-16,6 5 0 0,-2 1 0 15,-3 5 0-15,-11 9 0 16,2 4 0-16,-6 1 0 16,-10 6 0-16,-2 6 0 15,-6-2 0-15,6 0 0 16,-4-1 0-16,12-6 0 0,-1-2 0 15,5-5 0-15,5-5 0 16,10-7 0-16,7-3 0 16,3-6 0-16,14-6 0 0,-2-8-78 15,4-4-12-15</inkml:trace>
  <inkml:trace contextRef="#ctx0" brushRef="#br1" timeOffset="204449.86">6170 9371 461 0,'0'0'3'0,"0"0"1"16,-2-8 2-16,2 8 1 15,0-9 1-15,0 9 0 0,13 0 0 16,1 9-2-16,6 11-6 16,6 10 0-16,1 13 0 15,3 8 0-15,4 11 0 16,-1 10 0-16,-3 5 0 0,-5 5 0 15,-6 2 0-15,-9-3 0 16,-10 1 0-16,-10-3 0 16,-7-1 0-16,-15-4 0 15,-9-9 0-15,-1-19-65 16,-8 14-22-16</inkml:trace>
  <inkml:trace contextRef="#ctx0" brushRef="#br1" timeOffset="205633.09">3341 10959 322 0,'0'0'4'0,"0"0"1"15,0 0 1-15,0-12 1 16,2 2 1-16,6-5 1 0,1-6 1 15,4-5 2-15,9-9-4 16,1-6 0-16,6-15-2 16,5-3 1-16,10-10-3 15,3-11 1-15,5-11-1 16,8-6-1-16,4-7-1 0,3-2 1 16,2-3-2-16,-2-6 1 15,1 9 0-15,-3 5-1 16,-5 4 1-16,-11 10-1 0,-7 11 1 15,-4 11 1-15,-13 8 0 16,-1 9 0-16,-7 17 1 16,-7 4 0-16,-2 8 0 15,-3 5-1-15,-5 14-2 0,5-11-1 16,-5 11 0-16,0 0-1 16,0 0-3-16,5 7-2 15,-5 3-5-15,0-2-10 16,0-8-44-16,0 16-12 0</inkml:trace>
  <inkml:trace contextRef="#ctx0" brushRef="#br1" timeOffset="206216.65">4098 9324 322 0,'0'0'5'0,"0"0"2"0,0 0 4 0,0 0 1 16,7 0 4-16,-7 0 2 15,21-17 1-15,-3 4 1 16,-2-6-5-16,9 1-1 16,5-4-3-16,0 0-2 15,-2 0-2-15,1 5-2 0,-4-1-1 16,-5 8-1-16,-5 0-1 16,-3 5 0-16,-5 2-1 15,-7 3 0-15,13 10 0 16,-10 3-1-16,-1 4 1 0,3 3-1 15,-3 5 1-15,2 0 0 16,0 2 0-16,1 0-1 16,0-5 2-16,2 2-6 15,1-6-3-15,0 0-9 16,-6-4-65-16,5-3-3 0</inkml:trace>
  <inkml:trace contextRef="#ctx0" brushRef="#br1" timeOffset="206816.65">4531 8759 393 0,'0'0'8'0,"0"0"3"0,0 0 3 16,2-15 3-16,-2 15 1 15,2-12 1-15,-2 12 0 0,0-13-7 16,0 13-12-16,0 0 0 16,0 7 0-16,6 11 0 15,-3 5 0-15,4 6 0 0,0 4 0 16,4 6 0-16,3-1 0 16,-2-1 0-16,1-5 0 15,-1 0 0-15,4-5 0 16,-7-2 0-16,-2-3 0 0,1-7 0 15,-3 0 0-15,3-2 0 16,-8-13 0-16,4 14 0 16,-4-14 0-16,0 0-80 15,0 0-12-15</inkml:trace>
  <inkml:trace contextRef="#ctx0" brushRef="#br1" timeOffset="208533.43">6894 9707 384 0,'0'0'7'0,"0"0"4"0,0 0 1 16,0 0 2-16,0 0 1 16,0 0 1-16,0 0 1 0,5 8-1 15,-5-8-6 1,17 0-3-16,2 0-5 0,-1 0-2 15,10 0-5-15,-3 0-18 16,5-9-53-16,0 9-8 0</inkml:trace>
  <inkml:trace contextRef="#ctx0" brushRef="#br1" timeOffset="208683.13">6827 9913 426 0,'0'0'6'0,"0"0"1"16,-7 11 2-16,7-11 1 0,0 14 1 15,0-14 0-15,19 11 1 16,6-9-1-16,12-4-13 16,20-4-76-16,10-1-4 15</inkml:trace>
  <inkml:trace contextRef="#ctx0" brushRef="#br1" timeOffset="210652.69">7684 9554 446 0,'0'0'5'0,"0"0"1"0,0 0 0 15,0 0 1-15,0 0 0 16,-2 10 1-16,2 5 0 16,0 7 0-16,2 10-5 15,3 3-1-15,0 4 0 0,4 1-1 16,0 6 1-16,-2-4-2 15,0-5 0-15,-2-5 0 0,0-5-2 16,0-5 4-16,-2-7-2 16,-3-5 0-16,0-10 0 15,-6 0 0-15,-1-13 0 16,0-3 0-16,-3-12 0 16,-3-5 0-16,3-8 0 0,1-6 0 15,3-6 0-15,4-4 0 16,2 4 0-16,2-2 0 15,6 5 0-15,4 6 0 16,6 6 0-16,-1 12 0 16,8 5 0-16,-2 11 0 0,2 10 0 15,-1 6 0-15,1 13 0 16,-7 6 0-16,-4 7 0 16,-1 3 0-16,-11 2 0 15,-2 3 0-15,-10-3 0 0,-5-5 0 16,-2 0 0-16,-5-9-9 15,2-13-54-15,-3 4-22 16,0-2-2-16</inkml:trace>
  <inkml:trace contextRef="#ctx0" brushRef="#br1" timeOffset="212116.65">8027 9884 432 0,'0'0'6'0,"0"0"2"0,0-12 3 0,0 12 0 16,0-15 1-16,7 5 1 15,3 0 0-15,3-1-8 16,1 3-5-16,4 2 0 0,1 4 0 16,6-1 0-16,-4 3 0 15,-1 11 0-15,1-3 0 16,-3 10 0-16,-6 0 0 16,-2 4 0-16,-4-2 0 15,-6 5 0-15,-6-1 0 0,-8-2 0 16,-4 2 0-16,-9-5 0 15,5-5 0-15,-6-1 0 0,6-3 0 16,2-6 0-16,7-4 0 16,13 0 0-16,-5-14 0 15,8-3 0-15,15-8 0 16,3-3 0-16,9 2 0 16,0-7 0-16,0 4 0 0,0-1 0 15,-3 8 0-15,-4 5 0 16,-6 6 0-16,-7 4 0 15,-10 7 0-15,7 7 0 16,-7 5 0-16,0 8 0 0,0 0 0 16,0 5 0-16,0-3 0 15,0 5 0-15,3-2 0 16,4-2 0-16,9-5 0 16,0-5 0-16,7-5 0 15,2-6 0-15,12-9-54 0,-2 2-33 16</inkml:trace>
  <inkml:trace contextRef="#ctx0" brushRef="#br1" timeOffset="213482.48">8253 9338 418 0,'0'0'6'0,"0"0"2"0,7-12 2 0,-7 12 1 0,15-14 1 15,-5 1 1-15,3 1 0 16,1 0 0-16,2-1-6 15,-2 6-7-15,1 3 0 0,0 4 0 16,0 6 0-16,-2 6 0 16,1 8 0-16,-3 3 0 15,-4 3 0-15,0 7 0 16,-5-3 0-16,-2 1 0 16,-2 0 0-16,-5-4 0 15,0-2 0-15,-4-5 0 0,-1-4 0 16,4-3 0-16,-2-3 0 15,10-10 0-15,0 0 0 16,6 0 0-16,8-5 0 0,7-4 0 16,0-4 0-16,7-2 0 15,-1 1 0-15,5 1 0 16,-7-2 0-16,3 7-29 0,-8 4-55 16,-5 0-3-16</inkml:trace>
  <inkml:trace contextRef="#ctx0" brushRef="#br1" timeOffset="213833.87">9234 9076 463 0,'0'0'4'0,"0"0"1"0,0 0 2 0,0 0-1 15,0 0 0-15,-7 0 0 16,-3 18 0-16,-5 12 0 16,-3 9-4-16,-2 16-2 15,-2 16 0-15,-3 14 0 0,3 11 0 16,3 6 0-16,3 4 0 15,9 1 0-15,7-4 0 16,9-3 0-16,12-6 0 0,11-13 0 16,10-6 0-16,13-10 0 15,7-17 0-15,-2-10-84 16,22-10-2-16</inkml:trace>
  <inkml:trace contextRef="#ctx0" brushRef="#br1" timeOffset="214550.2">9699 9544 434 0,'0'0'5'0,"2"-9"1"0,1 0 2 0,-3-2 2 0,-3 1 0 15,-4-2 0-15,0-1 0 16,-9 1 0-16,-6 4-4 16,0 8-4-16,-8 0-2 0,1 14 0 15,3 0 0-15,1 5 0 16,6 4 0-16,6 1 0 16,6 4 0-16,7-1 0 15,10-3 0-15,10-1 0 16,2-1 0-16,11-1 0 0,-1-2 0 15,5-2 0-15,0-2 0 16,-5 0 0-16,-2-2 0 16,-5-4 0-16,-8 1 0 0,-4 3 0 15,-8-4 0-15,-5 1 0 16,-10 0 0-16,-5 0 0 16,-7 0 0-16,-5-2 0 0,-5-1 0 15,-7 1 0-15,2-3 0 16,0-4 0-16,5-1-4 15,2 0-4-15,2 0-5 16,11-1-28-16,5-4-43 16,12 5 0-16</inkml:trace>
  <inkml:trace contextRef="#ctx0" brushRef="#br1" timeOffset="-214363.57">9781 9379 450 0,'0'0'5'0,"0"0"2"0,-6-13 2 0,6 13 1 16,-2-17 0-16,2 5 1 0,0-1-2 15,6 1-9-15,1-1 0 16,7 1 0-16,2 1 0 16,3 7 0-16,1 1 0 15,3 3 0-15,-6 6 0 16,3 6 0-16,-2 5 0 0,-11 1 0 15,-2 4 0-15,-3 3 0 16,-2-1 0-16,-2 4 0 16,-9 0 0-16,4-2 0 0,-5-4 0 15,2-1 0-15,3-4 0 16,4-2 0-16,3-5 0 16,3-1 0-16,9-2 0 15,5-7 0-15,6 8-9 16,9-5-76-16,0-1-2 0</inkml:trace>
  <inkml:trace contextRef="#ctx0" brushRef="#br1" timeOffset="-213929.98">10303 9485 480 0,'0'0'4'15,"0"0"1"-15,-13-5 1 0,3 5-1 16,3 2 1-16,-6 6-1 15,-1 7-5-15,-4 2 0 16,1 11 0-16,2 4 0 16,0-1 0-16,5 10 0 15,2-2 0-15,6-1 0 0,2-9 0 16,0-2 0-16,7-2 0 16,9-11 0-16,-2 2 0 15,4-14 0-15,-1-2 0 16,3 0 0-16,-2-15 0 15,1 1 0-15,-1-11 0 0,-4-5 0 16,-2-2 0-16,-1-8 0 16,-4-2 0-16,-7-3 0 15,-5 6 0-15,-4-1 0 0,-7 8 0 16,-5 7 0-16,-4 9 0 16,2 5 0-16,-7 11 0 15,7 8 0-15,2 9 0 16,3 5 0-16,8 8 0 0,6 2 0 15,4 0 0-15,4 2 0 16,13 2 0-16,4-7 0 16,8-1 0-16,1-10 0 15,7-2-85-15,0-6-2 0</inkml:trace>
  <inkml:trace contextRef="#ctx0" brushRef="#br1" timeOffset="-213746.74">10564 9641 451 0,'0'0'5'0,"0"0"0"0,0 0 2 0,-10 3 0 16,10-3 0-16,-5 17 1 15,-1-2 0-15,4 5 1 16,2 5-5-16,0-1-4 0,0 6 0 16,2-4 0-16,7 5-14 15,-7 16-60-15,8-22-11 16</inkml:trace>
  <inkml:trace contextRef="#ctx0" brushRef="#br1" timeOffset="-213546.81">10872 9567 494 0,'0'0'4'0,"0"0"1"15,0 0 0-15,0 0-2 16,0 0-3-16,2 15 0 15,0-3 0-15,-2 7 0 16,0 5 0-16,3 2 0 0,-1 7 0 16,2 2 0-16,-4-4 0 15,4 4-11-15,-4 12-71 16,0-27-5-16</inkml:trace>
  <inkml:trace contextRef="#ctx0" brushRef="#br1" timeOffset="-213380.26">10810 9649 447 0,'0'0'5'0,"0"0"1"16,0 0 1-16,0-12 0 0,0 12 1 15,9-11-1-15,2 4 1 16,6 1-1-16,5 2-6 16,10 4-13-16,3 0-68 15,6 0-2-15</inkml:trace>
  <inkml:trace contextRef="#ctx0" brushRef="#br1" timeOffset="-213125.66">11473 9470 453 0,'0'0'6'0,"0"0"2"0,0 0 1 16,-4-7 2-16,4 7-1 15,-21 0 1-15,8 0-8 16,-6 11-3-16,-6 5 0 0,2 6 0 15,-2 10 0-15,1 3 0 16,2 7 0-16,4 0 0 16,6 1 0-16,5-2 0 15,7-3 0-15,2-5 0 16,10-4 0-16,11-9 0 0,9-5 0 16,5-5 0-16,2-8 0 15,12 0-2-15,6-4-83 16,-10-13-3-16</inkml:trace>
  <inkml:trace contextRef="#ctx0" brushRef="#br1" timeOffset="-212644.69">11595 9294 347 0,'0'0'8'0,"0"0"6"0,-2-9 4 0,2 9 1 0,-8-17 2 15,3 4 2-15,0 1 1 0,0-6 0 16,5-2-11-16,0 3-13 16,5 0 0-16,9 2 0 15,2 2 0-15,4 3 0 0,2 5 0 16,0 1 0-16,3 6 0 16,-2 5 0-16,-6 6 0 15,-2 7 0-15,-10 2 0 16,-5 5 0-16,-2 1 0 15,-7 4 0-15,-3-6 0 0,-2 2 0 16,-4-3 0-16,6-5 0 16,4-3 0-16,6 0 0 15,2-7 0-15,8 0 0 16,6-6 0-16,9 2 0 0,-2 2-40 16,7-5-45-16,4-2-4 15</inkml:trace>
  <inkml:trace contextRef="#ctx0" brushRef="#br1" timeOffset="-212195.63">12173 9421 483 0,'0'0'4'0,"0"0"0"15,-12-3 1-15,12 3 0 16,-14 8 1-16,3 4-2 15,-3 3-4-15,-2 10 0 0,2 4 0 16,-4 7 0-16,1 0 0 16,4 4 0-16,1 2 0 15,8-2 0-15,1-6 0 16,3-4 0-16,7-8 0 0,5-5 0 16,6-3 0-16,7-13 0 15,-1-2 0-15,1-10 0 16,0-6 0-16,-4-5 0 15,0-9 0-15,-8 0 0 16,-1-9 0-16,-9-2 0 0,-3 2 0 16,-3 0 0-16,-6 6 0 15,-7 2 0-15,-1 7 0 16,0 8 0-16,-5 7 0 0,2 10 0 16,2 5 0-16,3 10 0 15,8 7 0-15,1 5 0 16,6 4 0-16,9 7 0 15,7-3 0-15,5-3 0 0,11 3 0 16,3-8-80-16,4-5-8 16</inkml:trace>
  <inkml:trace contextRef="#ctx0" brushRef="#br1" timeOffset="-212030.14">12579 9624 478 0,'0'0'3'0,"0"0"0"0,-13 9 2 15,4 2 0-15,1 3 0 16,-2 4 1-16,5 5 0 0,-2 2-6 16,4 1 0-16,3 2 0 15,8-5 0-15,1 2-3 16,-1-4-31-16,12-6-49 16,-3-10-3-16</inkml:trace>
  <inkml:trace contextRef="#ctx0" brushRef="#br1" timeOffset="-211760.32">12727 9138 478 0,'0'0'4'16,"-4"-10"2"-16,4 10 1 16,-5-10 0-16,5 10 0 15,0 0-5-15,9 0-2 16,7 10 0-16,11 13 0 0,6 14 0 15,1 7 0-15,6 11 0 16,0 12 0-16,-3 10 0 16,-2 2 0-16,-12 5 0 0,-7 5 0 15,-8 3 0-15,-8-5 0 16,-8 0 0-16,-8-6 0 16,-10-4 0-16,-3-5-30 0,-1-5-56 15,-7-10-2-15</inkml:trace>
  <inkml:trace contextRef="#ctx0" brushRef="#br1" timeOffset="-210446.45">13587 9322 469 0,'0'0'3'0,"0"0"1"0,0 0 1 0,0 0 0 0,0 0 1 16,0 10 0-16,3 2 0 15,-1 6 1-15,1 3-7 16,0 4 0-16,4 7 0 15,-2-2 0-15,4 3-3 0,-3-10-23 16,-3 5-55-16,2-3-4 16</inkml:trace>
  <inkml:trace contextRef="#ctx0" brushRef="#br1" timeOffset="-210278.52">13446 9518 456 0,'0'0'5'15,"0"0"1"-15,-5-8 1 16,5 8 1-16,0-15-1 0,10 8 1 16,4-3 0-16,9 2-2 15,9 3-6-15,5-4-15 16,1 3-66-16,12 5-2 16</inkml:trace>
  <inkml:trace contextRef="#ctx0" brushRef="#br1" timeOffset="-209828.49">14194 9324 466 0,'0'0'5'0,"0"0"1"15,-5-2 1-15,5 2 1 16,-10 4 0-16,5 8 1 16,0 6-7-16,2 5-2 15,1 4 0-15,2 10 0 0,2 2 0 16,6 5 0-16,0-1 0 15,1 0 0-15,-1-4 0 16,1-4 0-16,-3-6 0 0,-4-7 0 16,1-2 0-16,-3-7 0 15,0-13 0-15,0 0 0 16,-7 2 0-16,-6-12 0 16,3-9 0-16,0-6 0 15,-5-12 0-15,3-6 0 0,-1-6 0 16,3-5 0-16,6-3 0 15,4-3 0-15,0 4 0 16,2-2 0-16,10 11 0 0,7 5 0 16,5 8 0-16,2 9 0 15,4 5 0-15,0 12 0 16,-3 6 0-16,3 7 0 16,-10 13 0-16,-5 7 0 15,-9 4 0-15,-6 3 0 0,-9 5 0 16,-5 3 0-16,-6-6 0 15,-3 1 0-15,4 2-15 16,-1-6-70-16,3-10-3 0</inkml:trace>
  <inkml:trace contextRef="#ctx0" brushRef="#br1" timeOffset="-209344.89">14488 9599 489 0,'0'0'3'0,"0"0"1"0,0 0 1 0,0 0 0 16,0 0 0-16,0 0-5 15,0 0 0-15,-12 13 0 0,12-4 0 16,0 3 0-16,0 1 0 15,8-1 0-15,3-2 0 16,3-2 0-16,4-3 0 16,-1-5 0-16,10 0 0 0,-7-7 0 15,6-6 0-15,-8-2 0 16,1-5 0-16,-3 3 0 16,0 2 0-16,-9 0 0 15,-2 5 0-15,-5 10 0 0,0 0 0 16,0 0 0-16,8 5 0 15,-6 13 0-15,3 2 0 16,-1 5 0-16,4 4 0 0,-3 1 0 16,1 5 0-16,-4-6 0 15,1 4 0-15,-3-7 0 16,-5-1 0-16,-6-5 0 16,-6 0 0-16,0-5 0 15,-11-2 0-15,-2-7 0 16,-4 0 0-16,-3-6 0 0,2 0 0 15,-4-6-56-15,0-8-29 16,10-8-2-16</inkml:trace>
  <inkml:trace contextRef="#ctx0" brushRef="#br1" timeOffset="-208996.49">14912 9004 488 0,'0'0'4'0,"0"0"2"0,-5-10 2 16,5 10-3-16,-10-9-5 15,10 9 0-15,-5-10 0 0,5 10 0 16,5-12 0-16,7 6 0 16,7 4 0-16,7 0 0 15,0 2 0-15,-2 2 0 16,3 8 0-16,-4 5 0 0,-9 6 0 15,-6 4 0-15,-5 8 0 16,-6-4 0-16,-7 7 0 16,-5-3 0-16,-3 1 0 0,-1-5 0 15,4 1 0-15,0-5 0 16,5-3 0-16,2-7 0 16,8-1 0-16,8-3 0 15,7-2 0-15,4-6 0 0,11-8-51 16,2 5-36-16</inkml:trace>
  <inkml:trace contextRef="#ctx0" brushRef="#br1" timeOffset="-208713.47">15746 9026 476 0,'0'0'5'0,"0"0"3"16,-4-12 1-16,4 12 0 15,-10-2-5-15,-2 2-4 0,-4 10 0 16,0 15 0-16,-5 9 0 16,-6 16 0-16,0 10 0 15,-8 14 0-15,5 12 0 0,-2 6 0 16,0 2 0-16,9-2 0 16,6 3 0-16,6-9 0 15,11-9 0-15,5-8 0 16,20-13 0-16,5-13 0 0,15-4 0 15,2-11-36-15,13-16-52 16,2-12-2-16</inkml:trace>
  <inkml:trace contextRef="#ctx0" brushRef="#br1" timeOffset="-207246.46">15888 9411 430 0,'0'0'6'0,"5"-10"2"15,-5 10 1-15,3-18 2 0,-1 9 2 16,-2-3-1-16,0-4 1 16,0 4-4-16,-7 2-9 15,-3 5 0-15,-5 5 0 16,-2 0 0-16,-1 7 0 0,-5 4 0 15,7 3 0-15,-2 6 0 16,6-3 0-16,4 3 0 16,8 3 0-16,8-1 0 15,6-1 0-15,11-2 0 0,10 0 0 16,0-1 0-16,5-1 0 16,-1-2 0-16,-6-3 0 15,-3-2 0-15,-3 0 0 16,-9 0 0-16,-9-2 0 0,-9-8 0 15,-2 12 0-15,-13-7 0 16,-7-1 0-16,-5 1 0 16,-3 1 0-16,-8-4 0 15,1 3 0-15,-5-5 0 0,5 3 0 16,7-1 0-16,-3-2 0 16,13 2 0-16,0-2-16 15,13 0-13-15,7 0-54 16,5 0-2-16</inkml:trace>
  <inkml:trace contextRef="#ctx0" brushRef="#br1" timeOffset="-206846.67">16042 9218 474 0,'0'0'4'0,"0"-11"2"0,0 3 1 0,0-6 2 0,0 3 0 16,0-6-7-16,0 3-2 16,4-3 0-16,2 4 0 15,5 1 0-15,1 5 0 16,3 4 0-16,2 0 0 0,0 6 0 15,-2 7 0-15,3 7 0 16,-4 3 0-16,-6 5 0 16,0 3 0-16,-8 1 0 15,-5 2 0-15,-3 3 0 0,-7-7 0 16,0-1 0 0,1-1 0-16,-2-2 0 0,7-6 0 15,4-2 0-15,5-2 0 16,9-6 0-16,6 1 0 15,13-1-26-15,4-3-58 0,1-4-3 16</inkml:trace>
  <inkml:trace contextRef="#ctx0" brushRef="#br1" timeOffset="-206446.51">16475 9301 473 0,'0'0'3'15,"0"0"2"-15,0 0 1 16,-7 0 0-16,7 0 1 15,-23 16 0-15,13-4-3 0,-5 8-4 16,3 2 0-16,-6 6 0 16,8 4 0-16,3-3 0 15,5 4 0-15,2-4 0 16,2 0 0-16,8-6 0 0,5-3 0 16,3-5 0-16,1-3 0 15,6-9 0-15,-3-3 0 16,-2-3 0-16,-2-9 0 15,-1-5 0-15,-5-8 0 0,-4-5 0 16,-6-4 0-16,-2-4 0 16,-10-1 0-16,-5-1 0 15,-5 5 0-15,-4 6 0 16,-3 4 0-16,-1 10 0 16,1 5 0-16,2 10 0 0,5 7 0 15,5 11 0-15,8 4 0 16,7 3 0-16,12 5 0 15,6-1 0-15,3 4 0 0,15-1 0 16,-1-10-35-16,9 0-48 16,-2-4-4-16</inkml:trace>
  <inkml:trace contextRef="#ctx0" brushRef="#br1" timeOffset="-206263.88">16842 9424 455 0,'0'0'4'0,"0"0"1"0,-9 0 1 15,9 0 1-15,-13 12 0 16,6-2 1-16,-1 4 0 0,1 8 0 16,-1 1-5-16,6 4-3 15,-1 3 0-15,3 2 0 16,5-7-3-16,8 5-21 0,9-8-58 16,-7-5-3-1</inkml:trace>
  <inkml:trace contextRef="#ctx0" brushRef="#br1" timeOffset="-206080.2">17114 9374 489 0,'0'0'4'0,"0"0"1"16,0 0 1-16,0 0-1 16,0 0-3-16,0 0-2 15,-3 9 0-15,3 7 0 16,0 6 0-16,7 7 0 0,1 1 0 15,0 8 0-15,1-2 0 16,3 4-18-16,6-8-66 16,-13-2-2-16</inkml:trace>
  <inkml:trace contextRef="#ctx0" brushRef="#br1" timeOffset="-205946.75">17081 9540 435 0,'0'0'3'0,"0"0"-1"0,8-10 1 15,4 5 0-15,3-2 0 16,10 1-9-16,-3 4-66 16,13-8-1-16</inkml:trace>
  <inkml:trace contextRef="#ctx0" brushRef="#br1" timeOffset="-205679.55">17762 9334 490 0,'0'0'3'0,"-13"0"0"16,1 0 2-16,-6 3 0 15,-1 4 0-15,-6 5-5 0,-3 6 0 16,1 4 0-16,-5 8 0 16,9 1 0-16,-1 7 0 15,11-1 0-15,6-2 0 16,4 2 0-16,6-4 0 15,12-4 0-15,9-7 0 0,4-4 0 16,11-3 0-16,-2-15-10 16,6 0-75-16,5-8-2 15</inkml:trace>
  <inkml:trace contextRef="#ctx0" brushRef="#br1" timeOffset="-205327.55">17797 9282 492 0,'0'0'4'0,"-5"-13"2"16,5 13 3-16,-10-18-9 0,7 7 0 16,3-9 0-16,0 0 0 15,0 2 0-15,10-1 0 16,2 5 0-16,9-2 0 15,1 7 0-15,2 1 0 0,-1 8 0 16,2 0 0-16,-5 8 0 16,-3 6 0-16,-7 1 0 15,-8 7 0-15,-2 2 0 16,-7 2 0-16,-3 0 0 0,-8 2 0 16,4-3 0-16,-1-5 0 15,3 2 0-15,2-5 0 16,8-1 0-16,2-4 0 15,7-4 0-15,10-1 0 16,0-5 0-16,16-7-52 0,-3 5-35 16</inkml:trace>
  <inkml:trace contextRef="#ctx0" brushRef="#br1" timeOffset="-204897">18321 9332 496 0,'0'0'3'16,"0"0"1"-16,-14 0-1 0,14 0 2 16,-16 10-5-16,4 4 0 15,-1 9 0-15,-4-1 0 16,2 13 0-16,3 3 0 16,1 0 0-16,2 4 0 15,1-2 0-15,6 3 0 0,2-12 0 16,0 0 0-16,10-6 0 15,5-12 0-15,2-3 0 16,5-7 0-16,3-3 0 0,-3-10 0 16,5-6 0-16,-4-12 0 15,0-5 0-15,-11-6 0 16,-2-3 0-16,-5-3 0 16,-5 1 0-16,-2 0 0 0,-11 6 0 15,-4 6 0-15,-8 9 0 16,5 5 0-16,-8 12 0 15,9 6 0-15,-4 5 0 16,3 9 0-16,7 9 0 0,7 4 0 16,6 4 0-16,6 5 0 15,7-1 0-15,7-1 0 16,8-2 0-16,2-4 0 16,7-13-67-16,5 4-21 15</inkml:trace>
  <inkml:trace contextRef="#ctx0" brushRef="#br1" timeOffset="-204713.3">18679 9582 488 0,'0'0'3'0,"0"0"0"0,-11 10 1 16,4-1 1-16,2 7 1 16,1 0-4-16,-1 7-2 0,1 2 0 15,4 1 0-15,0 4 0 16,0-2 0-16,9 0 0 15,-5-6-8-15,-8-2-76 16,11-8-2-16</inkml:trace>
  <inkml:trace contextRef="#ctx0" brushRef="#br1" timeOffset="-204430.08">18917 9091 504 0,'0'0'3'16,"0"0"1"-16,-10-4-4 16,10 4 0-16,0 0 0 0,3 9 0 15,6 8 0-15,7 8 0 16,11 15 0-16,-2 4 0 16,12 16 0-16,0 9 0 15,-2 6 0-15,-3 6 0 0,-2 4 0 16,-12 4 0-16,-13 2 0 15,-5-1 0-15,-21 1 0 16,-13-1 0-16,-13 1 0 16,-15-1-31-16,-2-9-56 0,-4-7-4 15</inkml:trace>
  <inkml:trace contextRef="#ctx0" brushRef="#br1" timeOffset="-202146.69">19648 9396 492 0,'0'0'3'0,"0"0"1"0,0 0 0 0,0 0 1 15,0 0-2-15,0 5-3 0,0 10 0 16,0 0 0-16,0 7 0 16,0 5 0-16,0 5 0 15,0 0 0-15,2 3 0 16,5-2 0-16,-1-12-23 0,1 7-61 16,1-8-4-16</inkml:trace>
  <inkml:trace contextRef="#ctx0" brushRef="#br1" timeOffset="-201964.09">19439 9557 446 0,'0'0'5'16,"0"0"1"-16,0 0 1 0,2-10 0 16,9 6 0-16,3-4 0 15,6-1 1-15,5 1-1 16,10-3-6-16,7 9-7 15,6-8-22-15,3 10-52 16,4 0-3-16</inkml:trace>
  <inkml:trace contextRef="#ctx0" brushRef="#br1" timeOffset="-201546.88">20053 9567 474 0,'0'0'3'0,"0"0"0"16,0 0 1-16,-15 12 0 16,15-12 0-16,-9 18 0 0,9-6 1 15,0 0 1-15,7 0-2 16,5-4-4-16,8 2 0 16,2-5 0-16,5-5 0 15,0-2 0-15,3-8 0 0,-2-5 0 16,-1-5 0-16,-7-7 0 15,-3-5 0-15,-4-6 0 16,-8-4 0-16,-2-2 0 16,-6-1 0-16,-4-2 0 0,-6 7 0 15,-4 3 0-15,2 8 0 16,0 8 0-16,-3 14 0 16,4 7 0-16,1 15 0 15,3 13 0-15,6 5 0 0,4 15 0 16,2 2 0-16,8 4 0 15,5 3 0-15,7-5 0 16,3-5 0-16,7-2 0 16,-2-11 0-16,7-9-42 0,-3 0-43 15,1-13-3-15</inkml:trace>
  <inkml:trace contextRef="#ctx0" brushRef="#br1" timeOffset="-201363.48">20587 9495 485 0,'0'0'3'0,"0"0"1"16,0 5 1-16,0-5 1 0,-8 18-1 15,8-4-2-15,-2 5-3 16,2 4 0-16,0 2 0 16,0 2 0-16,5-2 0 15,3 2 0-15,-1-4 0 16,5-18-65-16,1 13-21 0</inkml:trace>
  <inkml:trace contextRef="#ctx0" brushRef="#br1" timeOffset="-200995.77">20721 9136 486 0,'0'0'5'0,"-7"-15"1"16,-4 2 2-16,7-1-2 0,-4-1-6 15,1-2 0-15,2-1 0 16,-3 0 0-16,8 6 0 16,13 2 0-16,4 6 0 15,6 1 0-15,4 3 0 0,1 3 0 16,1 4 0-16,-1 8 0 16,-4 5 0-16,-9 1 0 15,-5 7 0-15,-10 2 0 16,-3 2 0-16,-6 0 0 0,-7 1 0 15,-3-4 0-15,-1 0 0 16,1-4 0-16,3-4 0 16,4-5 0-16,6-3 0 15,6-13 0-15,14 11 0 0,11-11 0 16,9-6 0-16,10-1 0 16,16-5 0-16,2-1 0 15,8 3 0-15,-8-5 0 16,-5 5-54-16,-2 3-35 0</inkml:trace>
  <inkml:trace contextRef="#ctx0" brushRef="#br1" timeOffset="-199196.4">19151 6560 255 0,'0'0'9'0,"7"-7"5"0,-7 7 4 0,18-13 3 16,-13 2 5-16,-5 11 1 15,14-14 2-15,-14 14-3 16,16-10-6-16,-16 10-6 0,-21 14-4 16,-4 14-4-16,-14 14-3 15,-16 12-1-15,-10 20 0 16,-16 16 0-16,-21 14 2 16,-12 15 0-16,-14 5 0 15,-3 7 0-15,2 1 0 16,-5 0 1-16,2-9-3 0,5-9-2 15,10-3 0-15,16 30 0 16,6-47 0 0,13-15 0-16,20-9 0 0,13-13 0 15,14-13 0-15,35-44 0 0,-30 36 0 16,17-14 0-16,6-40 0 16,7 18 0-16,0 0 0 15,5 0 0-15,-5 0 0 0,13-7 0 16,-6-3 0-16,0-2 0 15,0 4 0-15,4-7 0 16,1-9-51-16,0 9-26 0,1-3-4 16</inkml:trace>
  <inkml:trace contextRef="#ctx0" brushRef="#br1" timeOffset="-196263.71">18748 3546 312 0,'0'0'5'0,"0"0"5"0,0-14 2 15,0 14 3-15,3-15 2 16,-3 15 2-16,0-15-2 16,0 15 1-16,0 0-5 15,-16 5-4-15,2 26-2 0,-11 10-2 16,-12 19-2-16,-3 14 0 16,-12 16 0-16,-10 11 1 15,-5 8 0-15,-2 2-1 16,-7-1 0-16,5-8 0 0,1-2-2 15,3-8 2-15,2-10-2 16,10-8 0-16,8-7 0 16,6-9 0-16,5-12 1 15,12-6-2-15,4-7 1 0,5-9-4 16,7-7-4-16,8 3-12 16,8-12-62-16,-8-8-2 15</inkml:trace>
  <inkml:trace contextRef="#ctx0" brushRef="#br1" timeOffset="-187230.09">21499 9587 312 0,'0'0'9'0,"0"0"2"0,0 0 3 0,0 0 3 16,0 0 4-16,-10 0 0 0,10 0 0 15,0 0 1-15,0 0-6 16,0 0-5-16,0 0-2 16,0 0-2-16,-5 7 0 15,5-7-2-15,0 0 1 16,12 10-4-16,4-7-2 16,1-3 0-16,8 0 0 0,4 0 0 15,4-3 0-15,4-2 0 16,0 0 0-16,1 3 0 15,-3-6 0-15,-6 6 0 0,-7-1 0 16,-2 0 0-16,-8 1 0 16,-1 2 0-16,-11 0 0 15,0 0 0-15,0 0 0 0,0 0 0 16,0 0 0-16,0 0 0 16,0 0 0-16,0 0 0 15,0 0 0-15,0 0 0 0,0 0 0 16,-13-7-14-16,13 7-74 15,-10 0-3-15</inkml:trace>
  <inkml:trace contextRef="#ctx0" brushRef="#br1" timeOffset="-186479.8">22060 9450 353 0,'0'0'9'0,"0"0"5"0,0 0 3 0,-2-10 1 16,2 10 2-16,0-14 1 15,0 6 2-15,0-4 0 0,2-3-10 16,9 5-13-16,-7-5 0 16,8 3 0-16,1-4 0 15,4 7 0-15,4-1 0 16,-1 3 0-16,1 2 0 15,2 2 0-15,-3 3 0 0,-1 8 0 16,-3 2 0-16,-2 6 0 16,-3 5 0-16,-6 3 0 15,-4 1 0-15,-1 3 0 16,-1 1 0-16,-10 1 0 0,-6-3 0 16,2 1 0-16,-2-2 0 15,-6-3 0-15,3-1 0 16,3-5 0-16,0-1 0 15,5-7 0-15,2-1 0 0,10-8 0 16,-8 10 0-16,8-10 0 16,13 0 0-16,-1 0 0 15,8-5 0-15,-1 0 0 16,6 2 0-16,3-4 0 0,2 2 0 16,-1 3 0-16,1-3 0 15,0 2 0-15,0 1 0 16,-3 2 0-16,-6-6-6 15,0 6-82-15,-1 0-3 0</inkml:trace>
  <inkml:trace contextRef="#ctx0" brushRef="#br1" timeOffset="-185947.55">22754 9275 482 0,'0'0'4'0,"0"0"2"0,-3-10 2 0,3 10 0 0,0 0-5 16,0 0-3-16,-9-5 0 15,5 10 0-15,4 15 0 16,-2-1 0-16,2 11 0 0,0 5 0 16,2 4 0-16,2 3 0 15,1 1 0-15,2-1 0 16,-2-3 0-16,-1-4 0 15,1-7 0-15,1-4 0 0,-4-4 0 16,-2-8 0-16,0-12 0 16,0 0 0-16,-8-3 0 15,1-9 0-15,0-10 0 16,-3-5 0-16,-1-8 0 16,2-8 0-16,-1-3 0 15,4-3 0-15,2-4 0 0,4 4 0 16,0 2 0-16,4 2 0 15,9 5 0-15,-1 9 0 16,6 6 0-16,-1 8 0 0,6 4 0 16,2 13 0-16,0 0 0 15,0 7 0-15,-3 7 0 16,-2 7 0-16,-6 4 0 16,-3 2 0-16,-6 5 0 0,-5-2 0 15,-14 0 0-15,3-3 0 16,-10 0 0-16,2-4 0 15,-1-1 0-15,-3-5 0 16,6 5-11-16,15-7-76 0,-13-5-1 16</inkml:trace>
  <inkml:trace contextRef="#ctx0" brushRef="#br1" timeOffset="-185480.24">23005 9525 430 0,'0'0'4'0,"0"0"2"0,-10 1 0 0,10-1 1 0,0 0 0 16,-7 14 1-16,7-14 1 16,0 14 0-16,0-14-3 15,14 10-1-15,2-5-1 0,-2-5 0 16,6 0 0-16,-1-2-2 15,6-3-2-15,-4-6 0 16,-4 0 0-16,-2-3 0 0,-5 0 0 16,-1 5 0-16,-3-1 0 15,-6 10 0-15,2-11 0 16,-2 11 0-16,0 0 0 16,0 15 0-16,0 0 0 0,0 5 0 15,0 2 0-15,0 8 0 16,8-1 0-16,1 9 0 15,-2-3 0-15,6 3 0 16,-5-5 0-16,1 3 0 0,-5-4 0 16,1-3 0-16,-5-1 0 15,-5-9 0-15,-8-4 0 16,-4 0 0-16,-3-5 0 16,-8-2 0-16,1-6 0 15,-8-2 0-15,-1 0 0 0,3-5-30 16,1-5-54-16,4-2-4 15</inkml:trace>
  <inkml:trace contextRef="#ctx0" brushRef="#br1" timeOffset="-185044.56">23485 9550 462 0,'0'0'3'0,"0"0"0"16,0 0 0-16,-5 7 2 16,5-7-1-16,-11 17 1 0,9-7 0 15,-3 5 0-15,5-1-2 16,0 2 0-16,5-4 0 16,2 1 0-16,8-9 1 15,2 1-4-15,6-5 0 0,-1-9 0 16,3-8 0-16,3-7 0 15,-2-2 0-15,-3-11 0 16,2-6 0-16,-9-8 0 16,0-4 0-16,-9-8 0 15,-4 1 0-15,-6 6 0 0,-6 2 0 16,-5 6 0-16,-2 11 0 16,-2 7 0-16,1 13 0 15,-3 15 0-15,8 12 0 16,-3 11 0-16,6 10 0 0,6 11 0 15,0 7 0-15,3 4 0 16,0 3 0-16,10 1 0 16,3-2 0-16,1-4 0 0,7-1 0 15,-2-13-4-15,-6-5-82 16,8-4-2-16</inkml:trace>
  <inkml:trace contextRef="#ctx0" brushRef="#br1" timeOffset="-184828.36">23977 9457 461 0,'0'0'3'0,"0"0"1"0,0 0 1 15,-6 11 2-15,1-1 0 16,2 2 0-16,1 5 0 16,2 6 1-16,-2 1-6 15,2-2-2-15,0 3 0 16,0 0 0-16,2-5 0 0,-2-3 0 15,5 1-14-15,3-9-69 16,-8-9-2-16</inkml:trace>
  <inkml:trace contextRef="#ctx0" brushRef="#br1" timeOffset="-184380.09">24361 9366 480 0,'0'0'4'0,"0"-10"2"0,0 10 0 15,0-18 2-15,0 9-1 16,-2 2-7-16,-5-3 0 15,-1-1 0-15,-2 9 0 0,-2 0 0 16,-1 2 0-16,-4 7 0 16,7 3 0-16,-3 5 0 15,6 5 0-15,5 0 0 0,4 2 0 16,8 3 0-16,10-1 0 16,0 4 0-16,4-6 0 15,4 3 0-15,1-5 0 16,-4-1 0-16,-2-1 0 0,-4-1 0 15,-6-5 0-15,-5 4 0 16,-8-7 0-16,-3 2 0 16,-11-2 0-16,1-1 0 15,-8-1 0-15,-3-5 0 0,2 3 0 16,-3-5 0-16,2 3 0 16,1-6-2-16,0-2-84 15,9-2-2-15</inkml:trace>
  <inkml:trace contextRef="#ctx0" brushRef="#br1" timeOffset="-183945.71">24697 9322 482 0,'0'0'5'0,"0"0"0"0,0 0 2 15,0 0-1-15,-5-8 0 16,5 8-6-16,-13 10 0 15,3 0 0-15,1 10 0 0,-1 5 0 16,-1-1 0-16,2 9 0 16,2-1 0-16,4-3 0 15,0 0 0-15,3-4 0 16,10-4 0-16,2-4 0 0,4-7 0 16,1-5 0-16,3-5 0 15,0 0 0-15,2-10 0 16,0-8 0-16,-1-1 0 15,-7-12 0-15,4 0 0 0,-9-7 0 16,-4-3 0-16,-5-1 0 16,0 2 0-16,-9 5 0 15,-9 4 0-15,-1 6 0 16,1 4 0-16,-5 12 0 0,4 3 0 16,1 6 0-16,4 11 0 15,1 6 0-15,8 5 0 16,5 6 0-16,0 1 0 15,7 3 0-15,11 3 0 16,-1-8 0-16,8 5 0 0,-3-12 0 16,-7 2-82-16,15-4-7 15</inkml:trace>
  <inkml:trace contextRef="#ctx0" brushRef="#br1" timeOffset="-183729.95">25156 9431 504 0,'0'0'3'0,"0"0"1"0,0 0-4 0,0 0 0 15,0 0 0-15,-2 15 0 16,2-1 0-16,0 6 0 0,-2 10 0 16,2 7 0-16,-5 3 0 15,-1 6 0-15,4 11 0 16,2-7-73-16,-15-3-18 15</inkml:trace>
  <inkml:trace contextRef="#ctx0" brushRef="#br1" timeOffset="-182461.8">19873 11064 398 0,'0'0'6'0,"0"0"2"16,0 0 2-16,-7 0 3 15,7 0 0-15,-9 0 2 0,9 0 0 16,-10 0 1-16,10 0-5 16,0 0-5-16,0 0-6 15,7 1 0-15,9 2 0 16,8-3 0-16,10 0 0 0,7 0 0 15,5 0 0-15,12 0 0 16,-1-3 0-16,2 2 0 16,-1-5 0-16,-9 4 0 0,-9-1 0 15,-5 3 0-15,-11-2 0 16,-6 2 0-16,-11 0 0 16,-7 0 0-16,0 0 0 15,0 0 0-15,-7 2 0 0,7-2 0 16,-18 5 0-16,18-5 0 15,-17 6 0-15,-5-2-78 16,22-4-12-16</inkml:trace>
  <inkml:trace contextRef="#ctx0" brushRef="#br1" timeOffset="-182013.88">20896 11073 459 0,'0'0'5'16,"-9"-8"2"-16,4-1 1 0,5-1 0 16,-2-5 1-16,2-2 0 15,0-1-3-15,5 0-6 16,6 4 0-16,3-1 0 0,6 5 0 15,-1 5 0-15,6 3 0 16,-2 2 0-16,2 5 0 16,-6 7 0-16,-1 6 0 0,-3 2 0 15,-7 1 0-15,-3 7 0 16,-5 1 0-16,-5 1 0 16,-8-3 0-16,-4 1 0 15,-6-2 0-15,1-3 0 16,-3-3 0-16,1-5 0 0,3-3 0 15,4-2 0-15,4-2 0 16,13-8 0-16,0 0 0 16,0 0 0-16,18 2 0 0,2-2 0 15,9-2 0-15,7-6 0 16,8 5 0-16,1-6-12 16,10 2-74-16,2-4-4 15</inkml:trace>
  <inkml:trace contextRef="#ctx0" brushRef="#br1" timeOffset="-181546.75">21536 10974 488 0,'0'0'3'0,"0"0"1"16,0 0 0-16,0 0 1 0,0 0 0 16,-5 10-3-16,5 2-2 15,-2 4 0-15,2 8 0 16,0 4 0-16,0 6 0 15,4 5 0-15,-4 3 0 0,5 3 0 16,1-3 0-16,-4 0 0 16,1-4 0-16,-3-4 0 15,0-6 0-15,0-6 0 0,-3-8 0 16,3-14 0-16,-13 10 0 16,1-13 0-16,3-5 0 15,-4-13 0-15,-2-6 0 16,2-4 0-16,-4-12 0 15,2-5 0-15,1-3 0 0,3-3 0 16,9-4 0-16,-1 4 0 16,3 1 0-16,13 1 0 15,1 10 0-15,9 5 0 16,0 10 0-16,9 6 0 0,-2 7 0 16,2 10 0-16,0 4 0 15,1 8 0-15,-6 9 0 16,-5 2 0-16,-4 6 0 15,-9 1 0-15,-9 7 0 0,-2-3 0 16,-10-5 0-16,-6 2 0 16,-7-4 0-16,1-1 0 15,-4-10-9-15,1 8-75 0,2-10-2 16</inkml:trace>
  <inkml:trace contextRef="#ctx0" brushRef="#br1" timeOffset="-181029.78">21775 11184 459 0,'0'0'6'0,"0"0"3"0,-10-5 0 0,10 5 2 16,-2-10 0-16,2 10-5 15,-5-12-6-15,5 12 0 16,0-7 0-16,0 7 0 0,14-5 0 16,-4 5 0-16,3 0 0 15,1 6 0-15,2 5 0 16,-2 2 0-16,-3 1 0 16,-4 4 0-16,-7-1 0 0,0 1 0 15,-11 2 0-15,-1-6 0 16,-2-1 0-16,-2-4 0 15,0-1 0-15,0-3 0 0,4-5 0 16,1 0 0-16,11 0 0 16,-7-18 0-16,7 3 0 15,7-1 0-15,4-4 0 16,6 0 0-16,3-3 0 0,0 3 0 16,4 3 0-16,-1 5 0 15,-3 2 0-15,-3 5 0 16,-1 5 0-16,-7 2 0 15,1 8 0-15,0 2 0 16,-5 4 0-16,0 3 0 0,2 4 0 16,-1-6 0-16,4 2 0 15,-1-1 0-15,7 0 0 16,-7-9 0-16,6 1-79 0,3-2-9 16</inkml:trace>
  <inkml:trace contextRef="#ctx0" brushRef="#br1" timeOffset="-180595.3">22197 11179 488 0,'0'0'1'0,"0"0"0"0,0 0 1 0,0 0 0 15,0 0 1-15,-5 8 0 16,5-8 0-16,0 17 1 15,3-9 0-15,4 2-4 16,0-3 0-16,9-2 0 16,0-5 0-16,5 0 0 0,5-8 0 15,0-4 0-15,2-8 0 16,-5-5 0-16,5-4 0 16,-8-5 0-16,-3-7 0 0,-4-6 0 15,-9-2 0-15,-4-2 0 16,0-2 0-16,-11 2 0 15,-2 8 0-15,-4 5 0 16,-1 6 0-16,2 15 0 16,-2 9 0-16,-3 14 0 0,7 13 0 15,1 11 0-15,6 5 0 16,4 13 0-16,3 3 0 16,0 2 0-16,12 0 0 0,6 0 0 15,7-2 0-15,0-4 0 16,8-1 0-16,-6-7 0 15,8-4-24-15,-3-6-61 16,-5-9-4-16</inkml:trace>
  <inkml:trace contextRef="#ctx0" brushRef="#br1" timeOffset="-180394.74">22749 11103 446 0,'0'0'4'0,"0"0"0"16,-5 0 2-16,5 0 1 15,-11 9 0-15,9 7 2 16,0 1-1-16,2 6 1 16,0 3-3-16,2 4-1 15,9-1-5-15,-4 5 0 0,7-5-8 16,-3-6-30-16,1-2-43 16,2-3-4-16</inkml:trace>
  <inkml:trace contextRef="#ctx0" brushRef="#br1" timeOffset="-179879.58">23368 11008 458 0,'0'0'3'0,"0"-9"2"0,0 9 1 0,-3-15 1 15,-2 7 1-15,-5-1-1 16,-2-1 1-16,-4 7 1 0,-3 3-9 16,-1 3 0-16,-5 9 0 15,3 6 0-15,-1 3 0 16,8 4 0-16,5 0 0 0,6 2 0 15,4 0 0-15,12-2 0 16,9-5 0-16,8-2 0 16,3-4 0-16,7-4 0 0,4 0 0 15,-3-5 0-15,6 0 0 16,-7-5 0-16,-5 0 0 16,-6 0-9-16,-19-2-76 15,7 2-4-15</inkml:trace>
  <inkml:trace contextRef="#ctx0" brushRef="#br1" timeOffset="-179244.36">23735 10971 426 0,'0'0'6'0,"0"0"2"0,0 0 2 0,3-9 2 0,-3 9 0 0,0-13 0 15,0 13 1-15,0-7-1 0,0 7-12 16,-16 2 0-16,7 8 0 16,-6 10 0-16,2 0 0 15,1 4 0-15,-1 6 0 0,4 0 0 16,1 2 0-16,8-2 0 16,0-5 0-16,12-3 0 15,4-2 0-15,5-8 0 0,4-2 0 16,3-7 0-16,2-1 0 15,0-4 0-15,-3-6 0 16,1-7 0-16,-8-5 0 16,-1-7 0-16,-6-3 0 15,-3-2 0-15,-8-4 0 0,-2-4 0 16,-5 5 0-16,-8-3 0 16,-4 9 0-16,0 1 0 15,-8 9 0-15,0 4 0 16,0 10 0-16,0 5 0 15,3 2 0-15,0 11 0 0,7 7 0 16,3 2 0-16,3 3 0 16,7 2 0-16,2-2 0 15,11 2 0-15,5-4 0 0,5-4 0 16,6-4 0-16,1 1 0 16,6-7 0-16,-1-1 0 15,-4-4 0-15,4 1 0 16,-6-5-81-16,-5 0-8 0</inkml:trace>
  <inkml:trace contextRef="#ctx0" brushRef="#br1" timeOffset="-178896.34">24152 11056 496 0,'0'0'4'0,"0"0"2"0,0 0-1 0,0 0-5 16,11 0 0-16,-11 0 0 15,0 0 0-15,9 15 0 16,-9-4 0-16,0 10 0 15,0-2 0-15,0 9 0 0,0 1 0 16,-2 4 0-16,0-1 0 16,-3-3 0-16,0-1 0 15,-1-3 0-15,4-4 0 16,2 0 0-16,-7-9 0 0,7 5 0 16,0-17-56-16,0 11-36 15</inkml:trace>
  <inkml:trace contextRef="#ctx0" brushRef="#br1" timeOffset="-176528.67">10318 10654 214 0,'0'0'7'0,"0"0"3"0,0 0 4 0,0 0 4 16,0 0 1-16,-10 0 2 15,10 0 2-15,0 0 0 16,0 0-4-16,-11-3-2 16,11 3-5-16,0-7-2 0,0-3-3 15,6-2-1-15,1-7-1 16,5-4 0-16,0-8 0 15,11-10-2-15,2-11 1 0,10-5 0 16,5-10 1-16,7-12-1 16,5-7 0-16,3-13 0 15,7-8-1-15,3-3 0 16,2-1 0-16,-5 4-1 0,0 9 0 16,-7 12-1-16,-9 8 0 15,-5 21 0-15,-11 12-1 16,-6 16 1-16,-9 7 0 15,-5 9 0-15,-10 13-1 0,5-10 1 16,-5 10-1-16,0 0 0 16,0 0 0-16,-5 5-2 15,5-5-3-15,-10 15-6 16,0-5-11-16,10-10-34 0,-15 20-24 16,10-10-4-16</inkml:trace>
  <inkml:trace contextRef="#ctx0" brushRef="#br1" timeOffset="-176096.89">10970 9193 312 0,'0'0'6'0,"0"0"3"0,0 0 3 15,0 0 1-15,0-11 3 16,0 11 2-16,11-8 1 0,-1-3 0 16,4 1-5-1,4 0-3-15,7-5-2 0,5 0-3 16,2-2-1-16,1 2-1 15,-6 3-2-15,1 2-1 16,-7 5 2-16,-5 2-1 0,-7 3 0 16,-4 8 1-16,-5 7-1 15,-5 2 0-15,-2 5 0 16,-3 1 0-16,-3 2-2 16,4-1 0-16,2-2-1 15,-2-1-4-15,7-2-3 0,0-6-9 16,2-1-20-16,13-8-43 15,-13-4-2-15</inkml:trace>
  <inkml:trace contextRef="#ctx0" brushRef="#br1" timeOffset="-175796.58">11227 8743 402 0,'0'0'6'0,"0"0"3"16,0 0 2-16,3-11 2 15,-3 11 0-15,0 0 0 0,0 0 0 16,0 0 1-16,0 7-7 15,2 11-2-15,-2 7-2 16,0 5-1-16,3 1-2 16,1 8 0-16,1-3-5 0,11 6-19 15,9-5-55-15,-11-8-5 16</inkml:trace>
  <inkml:trace contextRef="#ctx0" brushRef="#br1" timeOffset="-174813.44">16167 10281 307 0,'0'0'6'0,"0"0"5"0,0 0 1 16,0 0 2-16,0 0 1 15,0 0 3-15,-3-10-1 16,3 2 0-16,7-5-5 16,6-4-3-16,4-3-3 0,6-10-1 15,9-4 0-15,8-8-1 16,5-8-1-16,9-7 0 16,5-5 0-16,9-7 0 0,7-7 0 15,2-6 0-15,2-8 0 16,1 4-1-16,1 0 0 15,-3 3 1-15,-11 4-1 16,-5 12-1-16,-10 10 1 16,-10 15-1-16,-12 5 0 15,-5 12 1-15,-11 5 0 0,-4 5 0 16,-2 5 0-16,-8 10 0 16,5-10-1-16,-5 10 0 15,0 0 0-15,0 0-1 16,0 0 0-16,0 0-2 0,0 0-1 15,0 0-3-15,5-10-7 16,-5 10-7-16,0 0-23 16,0 0-38-16,0 0-2 0</inkml:trace>
  <inkml:trace contextRef="#ctx0" brushRef="#br1" timeOffset="-174460.24">17146 8916 420 0,'0'0'5'0,"0"0"1"0,0 0 1 15,0 0 0-15,2-9 1 16,-2 9 0-16,20-16 1 15,-5 7 0-15,10 1-4 0,0-5-2 16,5 3 0-16,1 0-1 16,2 5-1-16,-5 0-1 15,-1 3 1-15,-5 2-1 16,-4 7 2-16,-9 3-1 0,-4 5 1 16,-3 5 0-16,-4-1-1 15,-3 5 1-15,-2-1 0 16,0 2-3-16,-1-3-3 0,0-4-8 15,6-4-14-15,2 4-53 16,0-11-4-16</inkml:trace>
  <inkml:trace contextRef="#ctx0" brushRef="#br1" timeOffset="-174213.44">17764 8504 479 0,'0'0'4'0,"0"0"2"0,0 0 0 0,0 0-1 16,3 8 1-16,-3 4-1 15,0 2-5-15,0 9 0 16,-3 2 0-16,1 13 0 15,0-5-15-15,-19 15-67 0,21-2-1 16</inkml:trace>
  <inkml:trace contextRef="#ctx0" brushRef="#br2" timeOffset="-169880.09">3339 13409 356 0,'0'0'4'0,"0"0"1"0,-6 10 2 16,6-10 2-16,-3 17 1 16,3-7 0-16,0 5 1 15,0 2 0-15,0-2-3 0,5 3 0 16,3-7-1-16,4 0 0 16,0-5 0-16,6-5 0 15,3-2 0-15,0-13 1 16,4-3-1-16,7-8 0 0,1-6 0 15,1-7-1-15,2-10-4 16,-1-3-2-16,-3-6 0 16,3-10 0-16,-10-2 0 15,0-3 0-15,-11 3 0 0,-7-1 0 16,-2 8 0-16,-5 8 0 16,-5 6 0-16,-7 15 0 15,-3 10 0-15,0 8 0 16,-2 15 0-16,0 13 0 0,-1 13 0 15,-1 17 0-15,3 4 0 16,4 7 0-16,2 13 0 16,5-3 0-16,5 4 0 15,7-4 0-15,8-5 0 0,6-7 0 16,3-5 0-16,3-5 0 16,3-6 0-16,-3-10 0 15,3-1-45-15,0-7-43 16,-5-6-1-16</inkml:trace>
  <inkml:trace contextRef="#ctx0" brushRef="#br2" timeOffset="-169460.64">3951 13379 446 0,'0'0'5'0,"0"0"2"0,0 0 2 0,0 0 1 16,0 0 1-16,-9-7 1 16,9 7-1-16,0-13-11 15,0 6 0-15,0-4 0 0,7 3 0 16,6 0 0-16,1 1 0 16,7-1 0-16,-5 3 0 15,5 5 0-15,-1 0 0 16,-3 10 0-16,-2 2 0 15,-9 5 0-15,-2 5 0 0,-4 3 0 16,-4 0 0-16,-7 3 0 16,-4-1 0-16,-2 0 0 15,-3-4 0-15,0 2 0 0,3-6 0 16,1-7 0-16,7 4 0 16,9-16 0-16,-5 9 0 15,5-9 0-15,10-2 0 16,5-8 0-16,7-5 0 0,5 0 0 15,1-9 0-15,11-7-54 16,2 4-34-16,-4-7-2 16</inkml:trace>
  <inkml:trace contextRef="#ctx0" brushRef="#br2" timeOffset="-169064.34">4409 12602 463 0,'0'0'5'16,"-5"-11"0"-16,0-8 10 15,0 6-7 1,5-5 1-16,-2 2-3 0,2-4-6 16,2 2 0-16,3 3 0 15,5 1 0-15,0 3 0 16,10 10 0-16,-3 1 0 15,3 1 0-15,0 16 0 0,-2 2 0 16,-1 6 0-16,-4 7 0 16,-6 5 0-16,-7 2 0 15,-3 6 0-15,-7-5 0 16,-2 2 0-16,-3-5 0 0,0-8 0 16,3-4 0-16,4-2 0 15,3-11 0-15,10-4 0 16,8-3 0-16,9-5 0 15,8-4 0-15,2-2 0 0,10-2 0 16,-2-7 0-16,7 5-81 16,-2 0-7-16</inkml:trace>
  <inkml:trace contextRef="#ctx0" brushRef="#br2" timeOffset="-168579.54">5323 13157 419 0,'0'0'5'0,"0"0"1"0,0 0 3 16,0 0 0-16,0 0 1 0,0 0 1 15,8-5 0-15,5 0 1 16,1 2-5-16,6-2-3 15,8 3-4-15,2-6-8 16,2 6-21-16,15-3-52 0,-20 2-5 16</inkml:trace>
  <inkml:trace contextRef="#ctx0" brushRef="#br2" timeOffset="-168429.69">5368 13305 391 0,'0'0'4'0,"0"0"2"15,8 3 0-15,2-3 1 16,7 0 0-16,5-6-1 0,10 4-9 16,3 4-47-16,13-7-23 15</inkml:trace>
  <inkml:trace contextRef="#ctx0" brushRef="#br2" timeOffset="-167912.87">6174 12943 453 0,'0'0'5'16,"0"0"1"-16,0 0 2 15,0 0 0-15,0 0 0 0,7-4 0 16,-7 8 1-16,0 11-3 15,0 8-6-15,-7 4 0 16,1 8 0-16,3 5 0 16,-1 1 0-16,4 1 0 0,0-2 0 15,0-3 0-15,4-5 0 16,1-7 0-16,1-3 0 16,-1-7 0-16,-5-15 0 15,2 10 0-15,-2-10 0 16,0-20 0-16,-7 1 0 0,-1-11 0 15,-2-8 0-15,1-8 0 16,-5-4 0-16,10-10 0 16,-6-2 0-16,8-2 0 0,2-3 0 15,0 5 0-15,7 5 0 16,2 7 0-16,9 9 0 16,5 8 0-16,-1 12 0 15,7 8 0-15,-1 13 0 0,-3 7 0 16,2 13 0-16,-4 10 0 15,-6 5 0-15,-7 6 0 16,-5 7 0-16,-5-4 0 16,-5 3 0-16,-8-7 0 15,-3 5-13-15,-9 6-64 0,2-18-9 16</inkml:trace>
  <inkml:trace contextRef="#ctx0" brushRef="#br2" timeOffset="-167446.77">6434 13139 511 0,'0'0'0'15,"0"0"0"-15,0 0 0 0,7-7 0 16,-7 7 0-16,11-10 0 0,-11 10 0 15,14-6 0-15,-4 6 0 16,1 0 0-16,1 3 0 16,1 7 0-16,-6 0 0 15,2 3 0-15,-4 1 0 16,-3 1 0-16,-2 2 0 0,-7-1 0 16,-2 0 0-16,-4-3 0 15,1-1 0-15,-4-3 0 16,2-5 0-16,4-4 0 0,10 0 0 15,-13-7 0-15,13-8 0 16,3-3 0-16,10-2 0 16,-1-5 0-16,6-1 0 15,-2 3 0-15,0 3 0 0,0 3 0 16,-2 4 0-16,-2 9 0 16,-3 4 0-16,-3 7 0 15,-4 8 0-15,1 2 0 16,2 3 0-16,-1 2 0 0,1 6 0 15,6-6 0-15,-1 0 0 16,2 0 0-16,3-9-14 16,8-13-60-16,1 3-13 15</inkml:trace>
  <inkml:trace contextRef="#ctx0" brushRef="#br2" timeOffset="-167094.75">6857 12614 453 0,'0'0'6'0,"-5"-12"2"0,-3-1 1 0,8 1 1 15,-5-6 0-15,5 0 0 0,0-1-5 16,0 2-5-16,5 5 0 16,10 2 0-16,4 5 0 15,4 2 0-15,2 6 0 16,2 9 0-16,-1 6 0 0,-5 4 0 15,-1 7 0-15,-4 6 0 16,-9 2 0-16,-7 5 0 16,-2-1 0-16,-3-2 0 15,-8-2 0-15,3-2 0 0,1-6 0 16,0-1 0-16,5-7 0 16,4-5 0-16,4-2 0 15,7-4 0-15,6 0 0 16,3-7 0-16,17-3-57 15,0 0-29-15,11 0-2 0</inkml:trace>
  <inkml:trace contextRef="#ctx0" brushRef="#br2" timeOffset="-166813.45">7763 12923 472 0,'0'0'4'0,"0"0"1"0,-6-12 0 0,6 12 1 0,0 0 0 15,-3 8 0-15,-2 1-1 16,2 9-3-16,3 8-2 15,-2 2 0-15,2 7 0 0,0-1-6 16,10 1-17-16,-3 2-60 16,0-7-4-16</inkml:trace>
  <inkml:trace contextRef="#ctx0" brushRef="#br2" timeOffset="-166646.68">7570 13018 477 0,'0'0'3'0,"0"0"-1"16,0 0 1-16,7-10 0 0,6 5-1 16,9-1 1-16,5-1 0 15,10 3-2-15,6-4-7 16,12 8-12-16,-1-2-62 16,8-2-3-16</inkml:trace>
  <inkml:trace contextRef="#ctx0" brushRef="#br2" timeOffset="-166213.53">8246 12862 454 0,'0'0'6'16,"0"0"1"-16,-16-3 1 0,16 3 1 15,-14 0-1-15,14 0 1 16,-13 10 1-16,3 5-10 16,3 4 0-16,7 4 0 0,0 9 0 15,0 3 0-15,7 5 0 16,3-4 0-16,-2 7 0 15,4-8 0-15,0-1 0 16,-4-4 0-16,-3-8 0 0,0-4 0 16,-5-8 0-16,0-10 0 15,-5 0 0-15,-5-6 0 16,-3-9 0-16,4-9 0 16,-4-6 0-16,-2-7 0 15,1-5 0-15,3-6 0 0,4-3 0 16,5 1 0-16,2-2 0 15,0 5 0-15,7 4 0 16,8 5 0-16,4 5 0 0,2 10 0 16,4 9 0-16,2 9 0 15,3 5 0-15,-6 8 0 16,6 6 0-16,-7 11 0 16,-6 5 0-16,-5 6 0 15,-7 5 0-15,-5-2 0 0,-2 4 0 16,-11-4 0-16,-4 1 0 15,-3-3 0-15,3-2-7 16,1-3-78-16,2-7-3 0</inkml:trace>
  <inkml:trace contextRef="#ctx0" brushRef="#br2" timeOffset="-165786.22">8531 13094 469 0,'0'0'2'0,"0"0"-1"0,0 0 1 16,0 0 0-16,-5 6 0 16,5-6 0-16,-5 12 1 0,5-2 0 15,0 2-1-15,0-2 0 16,8-2 1-16,4-1 0 16,0-5 0-16,9-2 1 0,-2 0-1 15,4-8 2-15,2-1-5 16,-1-6 0-16,-3 0 0 15,-2 3 0-15,-2 0 0 16,-6 2 0-16,-11 10 0 16,9-14 0-16,-9 14 0 15,0 0 0-15,0 18 0 0,0 0 0 16,0 7 0-16,0 5 0 16,0 4 0-16,0 3 0 15,-2 3 0-15,0 0 0 16,-3-1 0-16,-6-2 0 0,-1-2 0 15,0-8 0-15,-8-2 0 16,0-3 0-16,-5-7 0 16,-5-2 0-16,3-6 0 0,-5-7 0 15,-1 0-3-15,4-7-15 16,2-13-53-16,1 5-16 16</inkml:trace>
  <inkml:trace contextRef="#ctx0" brushRef="#br2" timeOffset="-165413.45">8988 12225 475 0,'0'0'4'0,"0"0"1"0,0 0 1 16,-7-10 2-16,7 10-1 0,0 0-1 15,-2-10-6-15,2 10 0 16,5-10 0-16,9 8 0 16,4 2 0-16,2 0 0 15,4 0 0-15,1 7 0 0,0 5 0 16,-2 4 0-16,-4 3 0 16,-8 3 0-16,-4 0 0 15,-5 6 0-15,-2-1 0 16,-8-2 0-16,1-5 0 0,-3 3 0 15,3-6 0-15,0-2 0 16,4-3 0-16,3-12 0 16,8 12 0-16,6-10 0 15,9-2 0-15,9 0 0 0,-2-4 0 16,-5 1-81-16,24-6-6 16</inkml:trace>
  <inkml:trace contextRef="#ctx0" brushRef="#br2" timeOffset="-164011.96">9622 12961 486 0,'0'0'3'0,"0"0"2"0,3-10 1 0,-3 10 1 15,0 0-3-15,0 0-4 16,0 0 0-16,0 10 0 16,-3 7 0-16,0 5 0 0,-2 6 0 15,0 3 0-15,3 1 0 16,0 4 0-16,-1-10-2 16,3-13-76-16,0 12-10 15</inkml:trace>
  <inkml:trace contextRef="#ctx0" brushRef="#br2" timeOffset="-163828.58">9347 13080 448 0,'0'0'5'0,"0"0"2"0,0 0 1 16,0 0 0-16,0-11 1 15,0 11-1-15,14-11 1 16,4 6 0-16,6-3-9 15,9 6 0-15,4-6-14 0,12-9-56 16,-1 14-14-16</inkml:trace>
  <inkml:trace contextRef="#ctx0" brushRef="#br2" timeOffset="-163446.58">9972 13008 462 0,'0'0'3'15,"0"0"2"-15,0 0-1 0,-9 4 1 16,9-4 1-16,-11 8-1 16,11-8 0-16,-7 15 1 15,7-15-3-15,0 15-1 16,0-15 0-16,20 8 1 0,-3-8-3 16,3 0 0-16,10-11 0 15,0-3 0-15,0-9 0 16,1-1 0-16,0-6 0 15,-4-5 0-15,-8 0 0 0,-3-4 0 16,-9-3 0-16,-4-1 0 16,-6 3 0-16,-6 4 0 15,-9 1 0-15,-1 7 0 16,-4 8 0-16,0 11 0 0,1 9 0 16,0 13 0-16,4 14 0 15,4 7 0-15,5 13 0 16,7 3 0-16,2 1 0 15,11 5 0-15,3-5 0 0,9-3 0 16,-1-9 0-16,7 1-16 16,-4 0-54-16,5-18-16 15</inkml:trace>
  <inkml:trace contextRef="#ctx0" brushRef="#br2" timeOffset="-163246.83">10417 12986 452 0,'0'0'4'0,"0"0"1"16,-8 0 0-16,8 0 2 0,-7 11-1 16,0 0 1-16,1 3 1 15,1 7-1-15,3-2-4 16,2 3-1-16,0 3-3 0,2-2-6 16,7-2-13-16,-2 12-58 15,2-21-7-15</inkml:trace>
  <inkml:trace contextRef="#ctx0" brushRef="#br2" timeOffset="-162864.33">10598 12431 476 0,'0'0'5'15,"0"0"2"-15,0 0 0 16,-2-10 2-16,2 10-2 16,-3-10-7-16,3 10 0 0,3-18 0 15,4 6 0-15,11 4 0 16,2 1 0-16,-1 3 0 16,9 4 0-16,-3 0 0 15,-4 7 0-15,2 10 0 0,-5 3 0 16,-9 5 0-16,-6 4 0 15,-3 4 0-15,-7 1 0 16,-8 1 0-16,0 0 0 0,-2-4 0 16,-1-3 0-16,6-6 0 15,2-3 0-15,5-5 0 16,5-4 0-16,0-10 0 16,22 1 0-16,1-1 0 0,7-8 0 15,7 0 0-15,-2-12 0 16,-1 7-83-16,6-2-5 15</inkml:trace>
  <inkml:trace contextRef="#ctx0" brushRef="#br2" timeOffset="-161784.02">11095 13000 441 0,'0'0'4'0,"0"0"1"0,0 0 2 15,0 0 0-15,0 0 1 0,0 0 0 16,0 0 1-16,0 0 1 15,15 0-3-15,-3 0-2 16,9 0-5-16,4 3 0 0,5-3 0 16,4 0 0-16,6 0 0 15,-3-3 0-15,3 0 0 16,-5-1 0-16,-3 1 0 16,-7 2 0-16,-3-2 0 15,-7 0 0-15,-5 1 0 0,-10 2 0 16,9 0 0-16,-9 0 0 15,0 0 0-15,0 0 0 0,0 0 0 16,0 0 0-16,-7 0 0 16,7 0 0-16,-9 8 0 15,1-8-13-15,-12 4-74 16,20-4-2-16</inkml:trace>
  <inkml:trace contextRef="#ctx0" brushRef="#br2" timeOffset="-161080.06">12005 12812 468 0,'0'0'4'0,"0"0"2"0,0-12 1 0,0 12 1 0,0-16 1 16,5 4 0-16,-1 0-9 15,10-3 0-15,-2 3 0 0,3 0 0 16,4 2 0-16,1 0 0 15,-3 6 0-15,6 4 0 16,-3 0 0-16,-1 11 0 16,-6 3 0-16,-3 4 0 0,-8 4 0 15,-2 6 0-15,-4-2 0 16,-11 5 0-16,-5-4 0 16,-5 1 0-16,-3-2 0 15,1-3 0-15,-3-2 0 0,6-3 0 16,4-5 0-16,4-1 0 15,7-5 0-15,9-7 0 16,0 0 0-16,15 8 0 0,7-8 0 16,5-2 0-16,6-4 0 15,1-1 0-15,9 0 0 16,-6 2 0-16,0-1 0 16,-5-1 0-16,-2 6 0 15,-7 1 0-15,-5-3 0 0,-4 0 0 16,-14 3 0-16,10 0 0 15,-10 0 0-15,0 0 0 16,0 10-18-16,0-10-68 16,0 0-3-16</inkml:trace>
  <inkml:trace contextRef="#ctx0" brushRef="#br2" timeOffset="-159596.02">12631 12923 337 0,'0'0'7'0,"0"0"5"0,0 0 4 16,0 0 1-16,0 0 0 0,0 0 2 16,0 0-1-16,0 0 1 15,0 0-7-15,0 0-4 16,0 5-3-16,0-5-2 16,4 11 0-16,-4-11-1 15,14 9 1-15,-5-6 0 0,1-3 1 16,8 0-1-16,-1-10 0 15,7-5-3-15,0-2 0 16,7-10 0-16,-1-3 0 16,-5-7 0-16,5-6 0 0,-10-4 0 15,-3-2 0-15,-7-6 0 16,-7-2 0-16,-6 2 0 16,-7 4 0-16,-4 7 0 0,-2 3 0 15,-1 12 0-15,-5 4 0 16,4 15 0-16,1 8 0 15,-3 9 0-15,-3 13 0 16,6 10 0-16,2 7 0 0,1 8 0 16,4 4 0-1,4 3 0-15,6 3 0 0,3-6 0 16,10-3 0-16,3-4 0 16,7-3 0-16,2-9 0 15,3-6 0-15,-1-7 0 0,0-4 0 16,-3-1 0-16,-3-8-29 15,-1-4-58-15,-6 0-3 16</inkml:trace>
  <inkml:trace contextRef="#ctx0" brushRef="#br2" timeOffset="-159380.05">13090 12703 491 0,'0'0'3'0,"0"0"0"0,0 0 2 15,0 8 0-15,0 2-1 16,0 2-4-16,3 8 0 16,-1-1 0-16,-2 6 0 0,0 3 0 15,0-1 0-15,3-1 0 16,-3-1 0-16,5 0 0 16,-5-7 0-16,5-8-83 15,2 2-5-15</inkml:trace>
  <inkml:trace contextRef="#ctx0" brushRef="#br2" timeOffset="-159030.1">13816 12052 431 0,'0'0'7'0,"0"0"1"16,-4-11 2-16,4 11 1 15,-21-4 0-15,6 4 2 0,-7 12-1 16,-8 10-4-16,-2 13-8 16,-6 15 0-16,-1 12 0 15,-3 14 0-15,2 16 0 16,0 7 0-16,10 7 0 15,8 0 0-15,5 2 0 0,12-2 0 16,10-7 0-16,15-7 0 16,14-11 0-16,16-9 0 15,12-12 0-15,6-13 0 0,6-10-72 16,8-9-17-16</inkml:trace>
  <inkml:trace contextRef="#ctx0" brushRef="#br2" timeOffset="-157096.61">13947 12544 444 0,'0'0'5'0,"0"0"3"0,0 0 1 15,0 0 1-15,0-7 1 16,0 7-1-16,0 0 0 0,0 0-6 16,6 15-4-16,-2 5 0 15,-1 5 0-15,5 5 0 16,-3 4 0-16,2 2 0 16,3 2 0-16,-2-1 0 15,2-4 0-15,-6-6 0 16,-1-2 0-16,2-10 0 0,-3-1 0 15,-2-4 0-15,0-10 0 16,0 0 0-16,0 0 0 16,-7-10 0-16,0-7 0 0,-3-3 0 15,2-4 0-15,-2-6 0 16,0-7 0-16,6 0 0 16,-2-8 0-16,6 3 0 15,0-3 0-15,6 6 0 0,3 1 0 16,6 6 0-16,3 8 0 15,-1 4 0-15,5 6 0 16,1 10 0-16,-6 4 0 16,2 0 0-16,0 13 0 0,-10 3 0 15,1 9 0-15,-2 0 0 16,-8 5 0-16,0 2 0 16,-8 0 0-16,-4 0 0 15,0-4 0-15,-9-1 0 16,4-4 0-16,2 1-18 0,10-6-67 15,-10-6-2-15</inkml:trace>
  <inkml:trace contextRef="#ctx0" brushRef="#br2" timeOffset="-156580">14224 12775 475 0,'0'0'4'0,"0"0"3"0,0-5 1 0,0 5 1 15,2-12-1-15,-2 12-8 0,10-18 0 16,-4 9 0-16,6 3 0 16,-3 2 0-16,7 1 0 15,-4 3 0-15,5 3 0 16,-5 4 0-16,1 4 0 0,-1 5 0 15,-7 1 0-15,-2 1 0 16,-3 0 0-16,-3 1 0 16,-4-2 0-16,-3-2 0 0,-3 0 0 15,1-3 0-15,-3-4 0 16,3 0 0-16,1-8 0 16,11 0 0-16,-12-6 0 15,10-1 0-15,4-10 0 16,8 2 0-16,5-8 0 0,6-2 0 15,0 3 0-15,4 0 0 16,0 2 0-16,-1 3 0 16,-3 4 0-16,-4 6 0 15,-5 7 0-15,-1 3 0 0,-4 7 0 16,-4 4 0-16,-1 4 0 16,0 4 0-16,3-2 0 15,-2 7 0-15,3-5 0 16,3 0 0-16,3-2 0 0,1-3 0 15,6-1 0-15,-3-4-45 16,11-7-41-16,-5-5-2 16</inkml:trace>
  <inkml:trace contextRef="#ctx0" brushRef="#br2" timeOffset="-156168.47">15141 12599 450 0,'0'0'5'0,"0"0"2"0,-7-10 0 0,7 10 2 16,-16-7 0-16,4 4 0 15,-8 3 1-15,0 5-5 0,-4 10-5 16,-1 7 0-16,0 3 0 16,-1 5 0-16,6 5 0 15,6 1 0-15,9 0 0 16,5-3 0-16,1-2 0 0,15-6 0 15,4-3 0-15,8-7 0 16,9-1 0-16,-3-9 0 16,7 3 0-16,-4-3-54 15,5-5-32-15,-5-10-2 0</inkml:trace>
  <inkml:trace contextRef="#ctx0" brushRef="#br2" timeOffset="-155629.39">15493 12653 446 0,'0'0'5'0,"0"0"2"15,0 0 1-15,0 0 1 16,0-9 0-16,0 9 1 15,-7-3 1-15,7 3-5 0,-16 0-6 16,4 10 0-16,-2 3 0 16,1 4 0-16,-1 3 0 15,1 7 0-15,3 3 0 0,0-4 0 16,6 5 0-16,4-5 0 16,0-1 0-16,9-5 0 15,6-3 0-15,2-6 0 16,4-6 0-16,5-3 0 15,-1-4 0-15,3-8 0 0,-1-5 0 16,-4-5 0-16,-2-2 0 16,-3-8 0-16,-3-5 0 15,-7-5 0-15,-6 1 0 0,-2-3 0 16,-13-1 0-16,-1 7 0 16,-9 3 0-16,-2 6 0 15,-1 9 0-15,-8 12 0 16,2 6 0-16,0 5 0 15,8 9 0-15,1 8 0 0,8 6 0 16,8 2 0-16,4 2 0 16,6 0 0-16,14-2 0 15,3-1 0-15,7-7 0 16,5-1 0-16,1-6 0 0,5-3 0 16,-6-10-37-16,5 1-49 15,-2-3-3-15</inkml:trace>
  <inkml:trace contextRef="#ctx0" brushRef="#br2" timeOffset="-155412.89">15881 12676 487 0,'0'0'4'0,"0"0"0"0,0 0 2 0,0 0 1 0,-2 13-4 15,2-5-3-15,0 9 0 16,0-3 0-16,0 11 0 0,2 0 0 15,1 2 0-15,1 0 0 16,1 0 0-16,-2-2 0 16,5 0 0-16,-3-8 0 15,2 3-7-15,10-5-79 16,-7-10-3-16</inkml:trace>
  <inkml:trace contextRef="#ctx0" brushRef="#br2" timeOffset="-154794.98">16497 12607 445 0,'0'0'6'0,"0"0"2"0,0-10 3 0,0 10 0 0,0 0 1 15,0 0-1-15,0 0-4 16,0 0-7-16,-7 22 0 15,4-2 0-15,0 7 0 16,1 4 0-16,2 3 0 0,0 0 0 16,5 3-9-16,3-5-76 15,-3-4-2-15</inkml:trace>
  <inkml:trace contextRef="#ctx0" brushRef="#br2" timeOffset="-154628.31">16279 12728 445 0,'0'0'5'0,"0"0"1"0,0 0 0 15,4-3 1-15,6 3 1 16,3-4-1-16,6 1 1 16,7 0-2-16,3-1-8 15,11 4-15-15,8-3-62 16,-2 1-5-16</inkml:trace>
  <inkml:trace contextRef="#ctx0" brushRef="#br2" timeOffset="-154161.61">16944 12544 462 0,'0'0'5'0,"0"0"2"0,0 0 1 16,0 0 1-16,0 0 0 15,-5-3 2-15,5 3-11 16,-5 13 0-16,5 2 0 0,0 7 0 15,0 6 0-15,3 4 0 16,2 3 0-16,2 0 0 16,-1 2 0-16,1-4 0 0,-2-2 0 15,0-4 0-15,-3-10 0 16,-2 1 0-16,0-8 0 16,0-10 0-16,-10 2 0 15,1-7 0-15,-2-9 0 16,1-6 0-16,-4-5 0 15,-1-10 0-15,3-2 0 0,-4-5 0 16,9-3 0-16,0-1 0 16,7-2 0-16,0 2 0 15,7-2 0-15,7 9 0 0,4 7 0 16,2 4 0-16,7 11 0 16,-1 4 0-16,3 10 0 15,3 3 0-15,-7 13 0 16,3 7 0-16,-6 8 0 0,-5-2 0 15,-11 9 0-15,1-1 0 16,-9 4 0-16,-9-3 0 16,-3-1 0-16,-9-2 0 15,-2-7 0-15,3 3-16 0,-8-11-40 16,5-2-30-16,3-3 0 16</inkml:trace>
  <inkml:trace contextRef="#ctx0" brushRef="#br2" timeOffset="-153695.46">17143 12745 375 0,'0'0'4'0,"0"0"3"0,0 0 1 16,0 0 1-16,3 13 3 15,-3-13 1-15,5 10 0 16,-5-10 1-16,14 7-4 15,1-7-1-15,3 0-2 0,4 0-1 16,3-7-2-16,2-3-1 16,3-5 0-16,0 0 0 15,0-2 0-15,-5-1 0 16,-3 3 2-16,-5 3-5 0,-2-1 0 16,-15 13 0-16,11-7 0 15,-11 7 0-15,0 12 0 16,-3 6 0-16,1 3 0 15,-1 7 0-15,3 5 0 0,3 4 0 16,3 5 0-16,7-2 0 16,2 4 0-16,0-1 0 15,0-4 0-15,-5-2 0 16,2-5 0-16,-9-2 0 0,-6-5 0 16,-9-5 0-16,-11-3 0 15,-9-3 0-15,-5-3 0 16,-5-6 0-16,-8-5 0 15,-3 0 0-15,7-3-4 0,3-2-13 16,3 0-43-16,13-10-25 16,8-4-2-16</inkml:trace>
  <inkml:trace contextRef="#ctx0" brushRef="#br2" timeOffset="-153264.05">17861 12597 457 0,'0'0'4'0,"0"0"2"0,7-15 1 0,-4 5 2 16,3 2 1-16,-4-4 0 16,0 0-2-16,-2-3-8 0,-2 5 0 15,2 10 0-15,-20-10 0 16,5 10 0-16,0 0 0 15,-3 3 0-15,4 5 0 0,-1 3 0 16,4 3 0-16,4 2 0 16,5-1 0-16,2 4 0 15,7 1 0-15,6 0 0 16,6 0 0-16,3 2 0 16,2-2 0-16,-3 1 0 15,2-4 0-15,-5-3 0 0,-6 3 0 16,0-4 0-16,-6-1 0 15,-6-4 0-15,-3 2 0 0,-7-6 0 16,-5 3 0-16,-5-1 0 16,-3-3 0-16,-1-1 0 15,-3 0 0-15,-3-2 0 16,3 0 0-16,-1 0 0 16,3-7 0-16,5 7-20 0,10-6-65 15,-3-1-4-15</inkml:trace>
  <inkml:trace contextRef="#ctx0" brushRef="#br2" timeOffset="-149680.33">18289 12515 409 0,'0'0'7'0,"0"-7"1"0,0 7 3 16,-10-13 1-16,10 13 1 0,-11-15 1 15,11 15 1-15,-14-12 0 16,14 12-8-16,-15 7-7 16,7 8 0-16,-1 4 0 15,-2 9 0-15,-1 1 0 0,0 7 0 16,-1 3 0-16,3-2 0 15,6 0 0-15,1-5 0 16,3 1 0-16,5-8 0 16,4-5 0-16,7-4 0 15,3-5 0-15,4-6 0 0,0-5 0 16,2 0 0-16,-4-10 0 16,4-8 0-16,-4-3 0 15,0-7 0-15,-8-9 0 16,-1 0 0-16,-7-8 0 0,-2 0 0 15,-3 1 0-15,-3 2 0 16,-7 5 0-16,-2 2 0 16,-5 8 0-16,-4 10 0 0,2 6 0 15,-4 6 0-15,1 5 0 16,0 10 0-16,2 3 0 16,2 6 0-16,6 6 0 0,7 0 0 15,3 0 0-15,2 4 0 16,7-1 0-16,11-3 0 15,6-3 0-15,3-2 0 16,3-8 0-16,7 3 0 0,-3-13-7 16,3 3-77-16,0-2-2 15</inkml:trace>
  <inkml:trace contextRef="#ctx0" brushRef="#br2" timeOffset="-149428.89">18664 12614 473 0,'0'0'4'0,"0"0"2"0,0 0 0 0,0 0 1 16,0 0 1-16,0 0-1 15,0 9-7-15,0 4 0 16,0 4 0-16,0 6 0 0,2-2 0 15,0 7 0-15,1-3 0 16,-1 0 0-16,2-3 0 16,-2-3 0-16,5 6-15 0,-2-9-70 15,-2-7-3-15</inkml:trace>
  <inkml:trace contextRef="#ctx0" brushRef="#br2" timeOffset="-149080.2">18917 11970 481 0,'0'0'4'0,"-3"-10"1"16,3 10 1-16,0-10 1 15,0 10 1-15,0 0-8 16,11-5 0-16,-1 15 0 0,10 15 0 15,-1 11 0-15,9 12 0 16,4 9 0-16,5 7 0 16,-1 9 0-16,-2 6 0 15,-4-2 0-15,-6 2 0 16,-6-3 0-16,-11 1 0 0,-7-2 0 16,-14-1 0-16,-14-5 0 15,-9-2 0-15,-13-2 0 16,-7-3 0-16,-3-8 0 15,-2 3 0-15,0-12-18 0,11 2-71 16,3-8-3-16</inkml:trace>
  <inkml:trace contextRef="#ctx0" brushRef="#br2" timeOffset="-119746.77">3875 14737 403 0,'0'0'6'0,"0"0"2"0,0 0 3 0,0 0 0 15,0 0 1-15,0 0 0 16,0 0 1-16,-3 10 0 0,-1 7-5 16,-1 12-3-16,-3 5-2 15,3 5-1-15,0 8-1 16,0 0 0-16,3 2-1 0,-1-1 2 16,3-9-2-16,0-2 0 15,-2-8 0-15,2-4 0 16,-2-7 0-16,-2-8 0 15,4-10 0-15,-7 0 0 16,2-13 0-16,-2-9 0 0,2-7 0 16,-5-9 0-16,2-9 0 15,4-5 0-15,1-4 0 16,1-2 0-16,2 1 0 16,0 3 0-16,2 6 0 15,10 6 0-15,8 8 0 0,1 9 0 16,-1 10 0-16,11 5 0 15,-3 10 0-15,4 3 0 16,-2 9 0-16,-1 5 0 0,-6 11 0 16,-4-1 0-16,-6 4 0 15,-8 0 0-15,-5 1 0 16,-5 1 0-16,-8-6 0 16,-3 3-5-16,-10-11-8 0,1 6-16 15,8-8-55-15,-5-2-3 16</inkml:trace>
  <inkml:trace contextRef="#ctx0" brushRef="#br2" timeOffset="-119262.97">4092 15004 444 0,'0'0'6'0,"0"0"2"0,0 0 2 0,0 0 0 15,0 0 2-15,0 0 0 16,0-5-3-16,0 5-9 16,0 0 0-16,9-5 0 0,-9 5 0 15,20 0 0-15,-11 5 0 16,5 4 0-16,0-1 0 16,-2 3 0-16,-1 1 0 0,-4 1 0 15,-5 1 0-15,-2 1 0 16,-7 0 0-16,-3 0 0 15,-3-5 0-15,-1 0 0 16,-2-4 0-16,2-2 0 16,-1-2 0-16,5-2 0 15,10 0 0-15,-10-17 0 0,10-1 0 16,10-2 0-16,4 0 0 16,4 1 0-16,0-3 0 15,1 4 0-15,4 3 0 16,-3 5 0-16,-3 9 0 0,-2 1 0 15,-3 8 0-15,-4 5 0 16,-4 5 0-16,2 3 0 16,-1 4 0-16,-2 0 0 0,1-2 0 15,4-2 0-15,0 0 0 16,4 0 0-16,2-7-6 16,6 1-24-16,20-5-54 15,-17-8-3-15</inkml:trace>
  <inkml:trace contextRef="#ctx0" brushRef="#br2" timeOffset="-118980.02">4769 14827 436 0,'0'0'5'0,"0"0"1"0,0 0 2 16,-4-11 1-16,4 11 0 15,-14-2 0-15,2 2 1 0,0 2 0 16,-5 11-5-16,-4 4-1 16,-3 8-4-16,4 4 0 15,-4 8 0-15,9-2 0 0,4 5 0 16,6-3 0-16,5-2 0 16,7-6 0-16,11-5 0 15,7 0-4-15,5-10-3 16,7 1-18-16,18-10-58 0,-15-5-3 15</inkml:trace>
  <inkml:trace contextRef="#ctx0" brushRef="#br2" timeOffset="-118511.77">5063 14833 468 0,'0'0'3'15,"0"0"1"-15,0 0 1 16,0 0 0-16,0 0 1 0,0 0-1 16,-11 8 1-16,2 7 0 15,-4 5-3-15,1 8-3 16,-6 1 0-16,3 8 0 0,3 1 0 16,2-3 0-16,7 1 0 15,3-4 0-15,9-6 0 16,7-2 0-16,7-10 0 0,5-9 0 15,1-2 0-15,4-7 0 16,-3-10 0-16,2-5 0 16,-8-9 0-16,-2-6 0 15,-6-1 0-15,-7-6 0 16,-9-5 0-16,-4-1 0 16,-14 8 0-16,-4-4 0 15,-5 14 0-15,-8 2 0 0,-1 9 0 16,-1 11 0-16,5 7 0 15,2 7 0-15,5 8 0 16,6 10 0-16,8 3 0 0,9 3 0 16,4 4 0-16,11-1 0 15,8 1 0-15,7-3 0 16,8-2 0-16,1-5 0 16,3-10-9-16,7-13-61 0,-7 6-16 15</inkml:trace>
  <inkml:trace contextRef="#ctx0" brushRef="#br2" timeOffset="-118296.91">5406 14990 488 0,'0'0'1'0,"0"0"2"0,0 0 0 15,0 14 1-15,2-2 1 0,1 4-1 16,-1 1-1-16,3 2-3 15,-3 6 0-15,-2 3 0 16,5-3 0-16,-5 4 0 16,2-2 0-16,-2-6-18 0,3 1-66 15,3-5-4-15</inkml:trace>
  <inkml:trace contextRef="#ctx0" brushRef="#br2" timeOffset="-118046.65">5870 14861 490 0,'0'0'2'0,"0"0"1"0,0 0 1 15,0 0 0-15,0 0 0 16,0 0 0-16,0 0-4 15,8 19 0-15,-6 1 0 0,-2 7 0 16,5 4 0-16,-3 1 0 16,6 2 0-16,-4-1 0 15,9-4-43-15,-3 1-42 0,-2-10-5 16</inkml:trace>
  <inkml:trace contextRef="#ctx0" brushRef="#br2" timeOffset="-117896.65">5711 14940 453 0,'0'0'2'0,"0"0"0"16,0 0 0-16,3-5 0 15,11 3 0-15,4 2 0 16,10 0-1-16,4-6-10 0,10-8-68 16,5 14-2-16</inkml:trace>
  <inkml:trace contextRef="#ctx0" brushRef="#br2" timeOffset="-117446.98">6232 14739 477 0,'0'0'3'0,"0"0"0"16,-15 2 1-16,15-2-1 16,-9 18 1-16,7-5 0 0,-1 6 1 15,3 4-1-15,0 6-2 16,5 4 0-16,7 1-2 15,4 1 0-15,-4 0 0 16,2-1 0-16,2 1 0 0,-4-10 0 16,-2-3 0-16,0-7-2 15,-5-3 1-15,-5-12 0 16,0 0 0-16,0 0 1 16,-5-7 0-16,-2-11 1 15,-4-3 0-15,4-7 0 0,-3-9 1 16,3-3-2-16,-1-5 0 15,5 1 0-15,3-3 0 16,0 4 0-16,9 2 0 0,0 4 0 16,6 9 0-16,7 3 0 15,1 10 0-15,4 8 0 16,1 7 0-16,-2 10 0 16,-1 10 0-16,-2 5 0 0,-3 4 0 15,-10 6 0-15,-8 5 0 16,-4-3 0-16,-14 3 0 15,-5-6-5-15,-4 1-9 16,-10-6-29-16,8-4-41 0,1-5-3 16</inkml:trace>
  <inkml:trace contextRef="#ctx0" brushRef="#br2" timeOffset="-117014.08">6535 14930 426 0,'0'0'2'0,"0"0"0"0,-2 10 1 0,2-10 0 0,-2 15 2 15,2-4-1-15,0 3 1 16,2-3 1-16,3 6-1 16,6-9 1-16,1-2-1 0,8-1 1 15,2-5-1-15,0 0 2 16,6-8-1-16,-1-2 0 15,-4-2 1-15,-2-1-5 16,1 1-2-16,-8 2 0 16,-4 0 0-16,-10 10 0 15,12-12 0-15,-12 12 0 0,0 0 0 16,4 12 0-16,0 1 0 16,-4 5 0-16,5 1 0 15,2 6 0-15,-2 2 0 16,2-2 0-16,-1 4 0 0,1-1 0 15,-6-2 0-15,-1-3 0 16,-1 0 0-16,-6-4 0 16,-11-1 0-16,-7-1 0 0,-6-7 0 15,-3 1 0-15,-3-7 0 16,-2 0 0-16,-2-4-15 16,11-4-33-16,3 0-39 15,5-10-1-15</inkml:trace>
  <inkml:trace contextRef="#ctx0" brushRef="#br2" timeOffset="-116246.89">5840 14796 285 0,'0'0'8'0,"0"0"4"0,0-10 5 0,0 10 2 0,0-14 2 15,0 14 5-15,0-13-1 16,0 13 1-16,0-10-7 16,0 10-4-16,0 0-5 0,0 0-2 15,0 0-3-15,0 10-2 16,3 5-2-16,2 7-1 15,-3 3 0-15,0 2 0 0,6 5 1 16,-6 1 0-16,1-1-1 16,2 0 1-16,0-5-1 15,-2-2-1-15,-3-2-1 16,2-7-1-16,3 0-3 0,-5-4-4 16,2-2-6-16,-2-10-15 15,-9 7-52-15,9-7-1 16</inkml:trace>
  <inkml:trace contextRef="#ctx0" brushRef="#br2" timeOffset="-115913.45">5657 14900 374 0,'0'0'5'15,"0"0"4"-15,0 0 0 16,9-4 3-16,-9 4 1 0,20-6 3 16,-5 4-2-16,5 0 2 15,3-1-4-15,7-1-2 16,2 4-3-16,5-7-1 15,0 6-2-15,0-2 0 0,-5 1-4 16,0-1 0-16,-9 3 0 16,0 0 0-16,-9 0 0 15,-6 0-8-15,-8 0-11 16,9 23-61-16,-9-23-7 16</inkml:trace>
  <inkml:trace contextRef="#ctx0" brushRef="#br2" timeOffset="-115046.56">7485 14708 413 0,'0'0'6'0,"5"-11"2"0,-5 11 3 0,10-17 1 0,-7 5 1 15,-3-4 2-15,0-1-1 16,-3 3 1-16,-7-2-11 16,-7 4-4-16,-3 5 0 0,-5 2 0 15,-3 5 0-15,2 0 0 16,-4 8 0-16,5 4 0 16,0 5 0-16,5 0 0 15,5 6 0-15,10-1 0 0,5 0 0 16,8 3 0-16,12 0 0 15,10-5 0-15,2-1 0 16,10 1 0-16,2-4 0 16,1 0 0-16,2-3 0 15,-9-1 0-15,-6-1 0 0,-8 0 0 16,-6-1 0-16,-13-2 0 16,-5 2 0-16,-5-3 0 15,-15 3 0-15,-8-2 0 16,-4-4 0-16,-7 4 0 0,-5-3 0 15,-2-3 0-15,2 1 0 16,3-3 0-16,4 0 0 16,12 0 0-16,1 0-20 0,14-18-61 15,10 18-6-15</inkml:trace>
  <inkml:trace contextRef="#ctx0" brushRef="#br2" timeOffset="-114563.84">7878 14705 482 0,'0'0'4'0,"0"0"1"0,0-8 1 0,0 8 2 0,0 0-2 16,2-7-6-16,-2 7 0 15,0 0 0-15,-7 1 0 16,-2 13 0-16,0 3 0 15,-3 5 0-15,-1 3 0 0,3 5 0 16,1 0 0-16,4-1 0 16,5 1 0-16,2-8 0 15,10 1 0-15,4-6 0 0,1-5 0 16,5-4 0-16,3-6 0 16,-3-2 0-16,5-7 0 15,-4-3 0-15,0-10 0 0,-4-2 0 16,-4-8 0-16,-3-5 0 15,-4-4 0-15,-8-6 0 16,0 0 0-16,-15 3 0 16,1 4 0-16,-6 3 0 15,-3 7 0-15,-2 8 0 16,1 7 0-16,-1 11 0 0,7 4 0 16,-3 11 0-16,10 7 0 15,1 8 0-15,5 1 0 16,5 6 0-16,5 2 0 15,7-1 0-15,8 0 0 0,5-4 0 16,10-8 0-16,-3-3 0 16,13-7-55-16,-5-3-32 15,0-7-3-15</inkml:trace>
  <inkml:trace contextRef="#ctx0" brushRef="#br2" timeOffset="-114346.86">8335 14779 467 0,'0'0'2'0,"0"0"1"0,0 0 0 0,-7 7 2 0,3 3 1 0,2 3 0 15,2 1 2-15,-2 6-1 16,2 5-3-16,0 3-4 16,2 3 0-16,0 4 0 15,4-3 0-15,-1 3 0 0,0-3 0 16,-3-5 0-16,8 6-21 15,1-11-64-15,-2-3-3 16</inkml:trace>
  <inkml:trace contextRef="#ctx0" brushRef="#br2" timeOffset="-112845.75">9354 14821 390 0,'0'0'6'0,"0"0"2"0,0 0 3 16,0 0 1-16,0 0 0 15,5 0 2-15,-5 0 1 0,20-3 0 16,-6 3-5-16,9-2-3 16,4 2-1-16,3-2-1 15,7-1-5-15,0-2-2 16,3 5-10-16,-5-7-18 0,-13 4-52 15,5 3-4-15</inkml:trace>
  <inkml:trace contextRef="#ctx0" brushRef="#br2" timeOffset="-112713.81">9433 14900 394 0,'0'0'5'0,"0"0"2"0,0 0 3 15,0 0 2-15,15 10 0 16,8-10 0-16,4 0 0 15,10 5-13-15,12-5-71 0,6-5-6 16</inkml:trace>
  <inkml:trace contextRef="#ctx0" brushRef="#br2" timeOffset="-107213.41">11009 14433 456 0,'0'0'3'0,"0"0"1"0,0 0 1 0,0 0 0 0,0 0 0 16,-6 11 1-16,4 4 0 15,-1 10 0-15,3 2-3 16,0 8-1-16,0 5 0 16,0 4-1-16,0 3 0 0,5-2-1 15,-5-5 0-15,6 0-1 16,-4-11-1-16,3-2 0 15,-5-6-1-15,0-7 1 0,0-14 0 16,0 11-1-16,0-11 1 16,-5-11 1-16,-3-6 0 15,-2-11 1-15,3-4 0 16,-9-7 2-16,5-5-1 16,-1-6 2-16,1-8 0 15,2-1 0-15,1 2 1 0,2 6-1 16,6-2 0-16,4 12 0 15,8 3-3-15,6 10 0 0,-1 8 0 16,10 8 0 0,5 10 0-16,1 2 0 0,1 9 0 15,3 9 0-15,-7 7 0 16,0 5 0-16,-6 1 0 0,-3 4 0 16,-14 0 0-16,-4 0 0 15,-3-3 0-15,-12-3 0 16,-8-6 0-16,-3 2-4 15,-7-11-13-15,6-14-54 16,-8 13-14-16</inkml:trace>
  <inkml:trace contextRef="#ctx0" brushRef="#br2" timeOffset="-106713.46">11269 14672 472 0,'0'0'4'0,"0"0"0"0,0 0 2 0,0 0 0 16,7-7 1-16,-7 7 0 15,11-5-2-15,-1 3-5 0,-1 2 0 16,4 0 0-16,2 0 0 15,0 2 0-15,-3 6 0 16,0-1 0-16,1 3 0 16,-8 0 0-16,0 4 0 15,-5-1 0-15,0 4 0 0,-7-2 0 16,-1-3 0-16,-3-1 0 16,2-2 0-16,9-9 0 15,-14 7 0-15,14-7 0 16,-11-4 0-16,11 4 0 0,3-20 0 15,7 5 0-15,2-5 0 16,0 2 0-16,4 1 0 16,0 3 0-16,0 1 0 0,-6 3 0 15,3 6 0-15,-13 4 0 16,12 0 0-16,-5 10 0 16,-1 2 0-16,1-1 0 15,0 6-2-15,3-1 1 0,5 1-3 16,-5-1-4-16,8-1-16 15,1-3-58-15,3-5-3 16</inkml:trace>
  <inkml:trace contextRef="#ctx0" brushRef="#br2" timeOffset="-106346.7">11806 14269 464 0,'0'0'4'0,"0"0"2"0,-3-10 1 0,3 10 1 16,-2-13 0-16,2 13 1 15,-3-12-4-15,3 12-5 0,0-12 0 16,11 9 0-16,1 3 0 16,8 0 0-16,-1 8 0 15,2 4 0-15,1 2 0 0,0 10 0 16,-2 0 0-16,-5 5 0 15,-5 1 0-15,-7 3 0 16,-3 1 0-16,-5-2 0 16,-6 0 0-16,-1-5 0 15,0 1 0-15,-1-3 0 16,6-5 0-16,0-3 0 0,4-3 0 16,3-3 0-16,12-5 0 15,0-5 0-15,13-1 0 16,0 0 0-16,5-5 0 15,3 0-79-15,4-4-8 0</inkml:trace>
  <inkml:trace contextRef="#ctx0" brushRef="#br2" timeOffset="-106096.92">12601 14621 484 0,'0'0'3'0,"0"0"2"0,0 0 1 16,0 0-1-16,0 0 0 16,0 0-2-16,-5 0-3 0,5 9 0 15,0 11 0-15,0 5 0 16,0-1 0-16,0 6 0 15,5 7-11-15,-5 6-72 16,0-16-4-16</inkml:trace>
  <inkml:trace contextRef="#ctx0" brushRef="#br2" timeOffset="-105913.54">12360 14708 466 0,'0'0'2'0,"0"0"1"16,13-9 2-16,1 7 0 0,9-4 1 16,7 5-1-16,11-4-1 15,2-5-8-15,15-20-69 16,-1 25-9-16</inkml:trace>
  <inkml:trace contextRef="#ctx0" brushRef="#br2" timeOffset="-105414.34">13155 14528 486 0,'0'0'3'15,"0"0"2"-15,0 0 1 0,0 0 0 16,0 0-1-16,-10 3-5 16,10-3 0-16,-4 17 0 15,4-1 0-15,0 6 0 0,0 7 0 16,0-1 0-1,0 9 0-15,4-5 0 0,4 3 0 16,-4-3 0-16,2-2 0 16,-1-6 0-16,-3-6 0 15,1-1 0-15,-3-17 0 0,0 12 0 16,0-12 0-16,-3-4 0 16,-1-9 0-16,-5-9 0 15,5-1 0-15,-6-9 0 16,3-5 0-16,-2-4 0 0,5-7 0 15,1 2 0-15,3-4 0 16,0 2 0-16,5 4 0 16,3 5 0-16,4 6 0 15,6 8 0-15,1 10 0 0,4 5 0 16,0 7 0-16,-2 6 0 16,4 12 0-16,0 5 0 15,-4 5 0-15,-7 5 0 0,-4 4 0 16,-5-1 0-16,-5 3 0 15,-5-3 0-15,-7-4 0 16,-10-1 0-16,2-3 0 16,-5-3 0-16,-3-11-4 15,6 0-55-15,-1 2-28 0,1-6-1 16</inkml:trace>
  <inkml:trace contextRef="#ctx0" brushRef="#br2" timeOffset="-104929.64">13441 14709 468 0,'0'0'3'0,"0"0"1"0,0 0 2 0,0 0 0 0,0 13 0 15,0-1 1-15,0 1 0 16,0-1-3-16,8 3-4 15,-1 0 0-15,6 0 0 0,4-5 0 16,3-3 0-16,4-5 0 16,3-2 0-16,1 0 0 15,2-7 0-15,-5-3 0 16,-3 0 0-16,0-2 0 0,-7 0 0 16,-3 2 0-16,-3 0 0 15,-9 10 0-15,4-13 0 16,-4 13 0-16,0 0 0 15,0 13 0-15,0-1 0 16,5 8 0-16,-2 2 0 0,1 3 0 16,4 2 0-16,-2 3 0 15,1 0 0-15,-5-1 0 16,-2-2 0-16,0-2 0 0,-5 0 0 16,-8-6 0-16,-4-1 0 15,-3-8 0-15,-5 0 0 16,-5-3 0-16,0-4 0 15,-7-3 0-15,2 0 0 0,4-5 0 16,-2-2 0-16,3-6-3 16,13-6-50-16,0-4-33 15,10-7-1-15</inkml:trace>
  <inkml:trace contextRef="#ctx0" brushRef="#br2" timeOffset="-104530">13933 14187 467 0,'0'0'4'0,"0"0"2"0,0 0 1 16,0-10 2-16,0 10 1 15,0-15-2-15,0 15-8 0,8-17 0 16,-6 7 0-16,-2 10 0 15,17-13 0-15,-2 11 0 16,2 2 0-16,3 0 0 0,1 0 0 16,-2 10 0-16,1 1 0 15,-5 6 0-15,-3 2 0 16,-5 8 0-16,-2-2 0 16,-5 7 0-16,-5-2 0 15,-9 2 0-15,1-5 0 0,1 3 0 16,-3-5 0-16,3-6 0 15,5-3 0-15,4-2 0 16,3-14 0-16,7 12 0 16,10-9 0-16,6-3 0 0,4 0 0 15,6-5 0-15,1-7-8 16,7 1-78-16,-4 3-3 16</inkml:trace>
  <inkml:trace contextRef="#ctx0" brushRef="#br2" timeOffset="-103777.85">14708 14504 457 0,'0'0'5'0,"0"0"1"15,5-13 2-15,-5 13 1 16,0 0 0-16,10-4 0 15,-10 4-1-15,11 17-8 16,-4 6 0-16,-2 6 0 0,-1 4 0 16,4 7 0-16,2-1 0 15,0 2 0-15,-3-1 0 0,-5-10-11 16,-6 0-74-16,4-8-3 16</inkml:trace>
  <inkml:trace contextRef="#ctx0" brushRef="#br2" timeOffset="-103588.89">14500 14665 468 0,'0'0'3'0,"0"0"1"16,4-5 1-16,6 3 2 0,5-4-1 15,6 1 1-15,7 1 0 16,6 1-3-16,5-4-4 15,8 7 0-15,-2-3-41 16,7 3-42-16,2 0-3 0</inkml:trace>
  <inkml:trace contextRef="#ctx0" brushRef="#br2" timeOffset="-103163.67">15178 14650 453 0,'0'0'2'16,"0"0"1"-16,0 0 0 0,0 0 2 16,5 8 0-16,-5-8 1 15,7 12 0-15,3-5 0 16,2 1-1-16,0-3 1 16,9-4-3-16,4-1 0 0,0 0 0 15,7-8-1-15,0-7-2 16,1-6 0-16,-1-5 0 15,-5-6 0-15,-4-5 0 0,-10-8 0 16,-4-3 0-16,-9-3 0 16,-3-4 0-16,-9 5 0 15,-6 6 0-15,-3 7 0 16,-4 9 0-16,0 11 0 16,0 9 0-16,4 16 0 15,0 12 0-15,3 10 0 0,6 12 0 16,5 3 0-16,3 9 0 15,8 0 0-15,5 6 0 16,6-6 0-16,5 1 0 0,2-3 0 16,6-5 0-16,2-8 0 15,-4-6 0-15,6-18-68 16,-6 10-21-16</inkml:trace>
  <inkml:trace contextRef="#ctx0" brushRef="#br2" timeOffset="-102961.08">15709 14605 484 0,'0'0'2'0,"0"0"0"0,0 0 1 0,-7 16 1 0,7-7 1 16,-2 6 0-16,2 5 1 15,0 5-6-15,2-3 0 16,3 7 0-16,0-1 0 0,3-1 0 15,4 4-11-15,-2-12-72 16,2-2-2-16</inkml:trace>
  <inkml:trace contextRef="#ctx0" brushRef="#br2" timeOffset="-102546.84">15913 14096 490 0,'0'0'4'16,"0"0"1"-16,0 0 1 15,0-13 0-15,0 13-6 16,0-11 0-16,0 11 0 16,3-11 0-16,-3 11 0 0,17-8 0 15,-2 8 0-15,5 0 0 16,0 2 0-16,0 8 0 15,5 5 0-15,-6 5 0 0,1 0 0 16,-5 5 0-16,-5-1 0 16,-7 6 0-16,-3-2 0 15,-3 1 0-15,-7-7 0 16,-5 3 0-16,-5 0 0 0,1-7 0 16,1 0 0-16,4-5 0 15,1-3 0-15,13-10 0 16,-8 10 0-16,8-10 0 15,18 3 0-15,6-3 0 0,4 0 0 16,9-3 0-16,3-4 0 16,4 7 0-16,-10 0-45 15,8-3-43-15,-6-4-2 16</inkml:trace>
  <inkml:trace contextRef="#ctx0" brushRef="#br2" timeOffset="-101763.9">16522 14552 396 0,'0'0'8'0,"0"0"2"0,0 0 3 0,0 0 2 0,0 0 1 15,0 0 2-15,0 0 0 16,0 0-1-16,12 0-17 0,3 0 0 16,5 0 0-16,10 0 0 15,7-6 0-15,8 1 0 16,8 0 0-16,11 0 0 16,-2 1 0-16,0-5 0 15,-2 7 0-15,-4-3 0 0,-10 3 0 16,-9 2 0-16,-7-2 0 15,-16 2 0-15,-1 0 0 16,-13 0 0-16,0 0 0 0,0 0 0 16,-10 2 0-16,0 0 0 15,0 3 0-15,1-5 0 16,9 0 0-16,-18 12-33 16,18-12-56-16,0 0-3 15</inkml:trace>
  <inkml:trace contextRef="#ctx0" brushRef="#br2" timeOffset="-101296.39">17355 14521 394 0,'0'0'2'0,"0"0"2"16,0 0 2-16,0 0 1 0,-6 13 2 15,6-13 1-15,0 12 1 16,0-12 1-16,8 15 0 16,4-8-2-16,4-4 0 0,3-1-1 15,6-2-2-15,2-7 1 16,3-7-8-16,5-7 0 16,-3-6 0-16,3-8 0 0,-3-4 0 15,-7-8 0-15,-2-6 0 16,-7-4 0-16,-5-4 0 15,-11-2 0-15,-2 4 0 16,-11 0 0-16,-7 5 0 16,-2 6 0-16,-4 13 0 15,-1 6 0-15,0 14 0 0,-1 12 0 16,7 11 0-16,-4 14 0 16,7 13 0-16,5 10 0 15,7 4 0-15,0 9 0 16,6 3 0-16,11 1 0 0,3-3 0 15,11-4 0-15,0-1 0 16,7-7 0-16,3-2 0 16,0-8 0-16,2 0 0 0,-5-2-84 15,6-15-3-15</inkml:trace>
  <inkml:trace contextRef="#ctx0" brushRef="#br2" timeOffset="-100762.89">17926 14458 467 0,'0'0'5'0,"0"0"1"0,0 0 3 0,-8-9 0 0,8 9 1 15,-7-8-5-15,7 8-5 16,-8-11 0-16,8 11 0 15,0-15 0-15,0 15 0 0,8-10 0 16,-1 5 0-16,3 0 0 16,6 5 0-16,-2 0 0 15,1 0 0-15,2 0 0 0,1 7 0 16,-6 1 0-16,3-2 0 16,-5 5 0-16,-3 2 0 15,-4 5 0-15,-3-2 0 16,-10 1 0-16,-2 3 0 15,-6-3 0-15,1 3 0 0,-3-2 0 16,0-1 0-16,6-4 0 16,-2-1 0-16,6-2 0 15,10-10 0-15,-2 12 0 16,2-12 0-16,12 5 0 16,6-5 0-16,1 0 0 0,6 0 0 15,-2 0 0-15,4-2 0 16,1-1 0-16,-6-2 0 15,-5 2 0-15,1 2 0 0,-8 1 0 16,-1-3 0-16,-9 3 0 16,0 0 0-16,0 0 0 15,0 0 0-15,0 0 0 0,0 0 0 16,-7-4-41-16,7 4-48 16,-12-9-2-16</inkml:trace>
  <inkml:trace contextRef="#ctx0" brushRef="#br2" timeOffset="-100180.6">18167 13877 433 0,'0'0'6'0,"-3"-7"2"0,3 7 2 16,-2-15 2-16,-3 3 1 15,5-4 1-15,-2 3 1 16,2-8-15-16,0 6 0 0,5-2 0 16,4 2 0-16,7 0 0 15,3 3 0-15,-1 2 0 16,4 4 0-16,0 6 0 15,3 0 0-15,-7 4 0 16,-1 8 0-16,-4 5 0 16,-8 5 0-16,-5 6 0 0,0 0 0 15,-14 3 0-15,0 1 0 16,-6 0 0-16,1-4 0 16,1-4 0-16,-2-1 0 15,4-9 0-15,4 2 0 0,7-7 0 16,5-9 0-16,0 0 0 15,11 10 0-15,3-10 0 16,9 0 0-16,4 0 0 0,3-2 0 16,3-1 0-16,4 1 0 15,-5 2 0-15,-2-3 0 16,-3 3 0-16,-4 0 0 16,-9 0 0-16,2 0 0 0,-9 0 0 15,-7 0 0-15,0 0 0 16,0 0 0-16,2 5 0 15,-2-5 0-15,0 0 0 16,-2 13 0-16,2-13 0 0,0 0-15 16,-5 12-74-16,5-12-4 15</inkml:trace>
  <inkml:trace contextRef="#ctx0" brushRef="#br2" timeOffset="-98445.77">10663 15418 229 0,'10'0'5'0,"0"0"5"0,13 0 5 0,5 0 1 16,15 0 2-16,7 0 1 15,10-2-1-15,12-2 0 0,4 4-4 16,11-1-4-16,10 1-5 16,6 0-2-16,8 0-2 15,8 1 1-15,14 3-1 0,8-4 0 16,13 2 0-16,6-2-1 15,11 3 1-15,5-3 0 16,15 2-1-16,10-2 1 16,3 0 0-16,8 0 0 15,11 0 0-15,9 0-1 16,8-5 1-16,12-1-1 0,1 0 0 16,10-4 0-16,10-3 0 15,5 1-1-15,0 2 1 16,3-5 0-16,-5 5-1 15,0 1 1-15,-10-2 1 0,-13 4-1 16,-9-3 1-16,-10 2 0 16,-18 0 2-16,-13 2 1 15,-24-2 1-15,-15-2 1 0,-20 3 1 16,-17 0 0-16,-30 2 1 16,-17 0 0-16,-25 0 0 15,-16 2-2-15,-16 1-1 16,-14 0-1-16,-9 2-2 15,-5 0-3-15,-4 0-11 0,-11 0-40 16,-5 2-27-16,-5-2-2 16</inkml:trace>
  <inkml:trace contextRef="#ctx0" brushRef="#br2" timeOffset="-96227.58">13687 15879 440 0,'0'0'5'0,"0"0"1"0,0 0 0 0,0 0 2 15,5-11 1-15,-5 11 1 0,12-14 0 16,-2 7 1-16,3-1-5 15,4 0-6-15,3 4 0 16,3 1 0-16,6 3 0 16,-1 3 0-16,2 4 0 0,-4 3 0 15,-1 8 0-15,-5 1 0 16,-3 2 0-16,-9 6 0 16,-8 0 0-16,-4 3 0 15,-15-1 0-15,-8 4 0 16,-7-1 0-16,-6 0 0 0,-7-2 0 15,-2-5 0-15,-2-4 0 16,10-1 0-16,2-5 0 16,10-5 0-16,7-2 0 0,11-6 0 15,11-2 0-15,9-2 0 16,12-2 0-16,11-4 0 16,9-3 0-16,5 1 0 15,12 0 0-15,4 3 0 0,0-3 0 16,5 8-23-16,6-4-62 15,-22 1-3-15</inkml:trace>
  <inkml:trace contextRef="#ctx0" brushRef="#br2" timeOffset="-95661.43">14224 16109 443 0,'0'0'3'0,"0"0"0"15,0 0-1-15,0 0 2 0,-8 0-1 16,8 0 2-16,0 0-1 16,-2 13 1-16,2-13-1 15,2 12-1-15,-2-12 2 16,20 13-1-16,-2-13 0 15,-2 0 1-15,5-4 1 0,4-5-1 16,0-6-2-16,-4-2-3 16,2-8 0-16,0 0 0 15,-11-7 0-15,3-5 0 16,-5-5 0-16,-8-7 0 16,-2 1 0-16,-2-1 0 0,-8 4 0 15,-5 3 0-15,3 7 0 16,-6 8 0-16,3 10 0 15,-3 15 0-15,2 4 0 0,-2 12 0 16,3 11 0-16,2 8 0 16,6 1 0-16,0 8 0 15,5 3 0-15,2 0 0 16,7-3 0-16,11 0 0 0,1-7 0 16,6-3 0-16,5-5 0 15,2-5 0-15,3-2 0 16,-6-8 0-16,4-2 0 15,-3-5 0-15,-9 0 0 0,3-2 0 16,-7-3 0-16,-10 0 0 16,4 0 0-16,-11 0 0 15,7 0 0-15,-7 0-29 16,-5-5-58-16,5 5-3 0</inkml:trace>
  <inkml:trace contextRef="#ctx0" brushRef="#br2" timeOffset="-95363.47">14805 15968 481 0,'0'0'4'0,"0"0"3"0,0 0 2 0,0 0-1 0,0 0-6 16,-5-6-2-16,5 6 0 0,0 11 0 16,0 3 0-16,0 9 0 15,0 2 0-15,-2 5 0 16,2 2 0-16,0 2 0 16,0 2 0-16,0-5 0 15,0 1 0-15,2-7 0 0,-4-3-83 16,7-1-9-16</inkml:trace>
  <inkml:trace contextRef="#ctx0" brushRef="#br2" timeOffset="-63096.79">8546 2821 397 0,'0'0'6'0,"3"-13"2"0,-3 1 3 15,0 0 1-15,-3-1 1 16,-5-4 1-16,-4 2 0 0,-3 1 1 16,-7 6-5-16,-3 6-3 15,-7 2-3-15,2 10-4 16,-5 10 0-16,3 6 0 15,0 5 0-15,7 6 0 16,5 0 0-16,5 0 0 0,13 2 0 16,7-3 0-16,11-7 0 15,9-4 0-15,10-3 0 16,6-13 0-16,3-3 0 16,4-6 0-16,-7-12 0 0,1-9 0 15,-1-1 0-15,-14-6 0 16,-3-3 0-16,-8 1 0 15,-7 3 0-15,-9 5 0 0,0 2 0 16,-9 7 0-16,-4 9 0 16,1 4 0-16,2 2 0 15,2 13 0-15,8 0 0 0,0 6 0 16,6 4 0-16,8 5 0 16,4-2 0-16,6 1 0 15,1-4 0-15,7 3 0 16,-2-8-18-16,12 0-68 15,1-6-3-15</inkml:trace>
  <inkml:trace contextRef="#ctx0" brushRef="#br2" timeOffset="-62596.62">9527 2700 407 0,'0'0'5'0,"0"0"4"0,0-12 1 0,0 12 2 0,-10-13 0 0,-2 8 1 15,-3 0 1-15,-10 5 0 16,-1 5-5-16,-9 7-3 0,2 13-6 16,0 3 0-16,1 6 0 15,2 4 0-15,9-1 0 16,5 2 0-16,11-2 0 16,5-2 0-16,11-5 0 0,13-5 0 15,11-6 0-15,8-4 0 16,3-7 0-16,9-1-22 15,12-7-60-15,-10-2-3 16</inkml:trace>
  <inkml:trace contextRef="#ctx0" brushRef="#br2" timeOffset="-62263.59">9773 2856 395 0,'0'0'7'0,"0"0"1"15,-17 2 2-15,8 3 1 16,-4 3 0-16,2 2 0 16,-3 0 0-16,-1 5 2 15,8-1-7-15,7-1-2 0,0 2-1 16,12-3-1-16,8-2 1 16,5-3-1-16,4-5 1 15,1-2-1-15,10 0 0 16,-5-6 0-16,2-4 0 0,-9-3 1 15,-3-2-3-15,-9-1 0 16,-5-1 0-16,-11 3 0 16,-6 2 0-16,-8-1 0 0,-11 8 0 15,2 5 0-15,-12 0 0 16,8 5-13-16,1 5-28 16,3 3-43-16,7 2-3 15</inkml:trace>
  <inkml:trace contextRef="#ctx0" brushRef="#br2" timeOffset="-61913.53">10290 2808 395 0,'0'0'8'0,"0"0"2"16,0-6 2-16,0 6 1 0,-5-13 0 16,5 13 1-16,-20-12 0 15,8 6 1-15,-11 4-8 16,4 2-2-16,-6 0-2 15,5 5-1-15,1 5-2 0,1 5 0 16,6 0 0-16,4 3 0 16,8-1 0-16,5 3 0 15,10-3 0-15,7-1 0 16,4 1 0-16,0-3 0 0,6 1-2 16,-4-3 1-16,-1-2 1 15,-7-1 1-15,-3 2-1 16,-10-1 2-16,-3-3-2 0,-8 3 0 15,-8-3 0-15,-7 1 0 16,-8-1 0-16,-1-2 0 16,-4-3-6-16,0 1-2 15,-1-3-7-15,11 0-21 16,22 0-47-16,-18-7-1 0</inkml:trace>
  <inkml:trace contextRef="#ctx0" brushRef="#br2" timeOffset="-61478.45">10706 2651 438 0,'0'0'5'0,"0"0"3"15,0 0 1-15,0 0 1 16,-9 0 1-16,-3 4 0 16,-2 6 0-16,-5 2-3 0,2 9-8 15,-2 1 0-15,-1 10 0 16,5 0 0-16,2 0 0 15,6 5 0-15,7-4 0 16,0-3 0-16,7-6 0 0,9-1 0 16,3-11 0-16,4-2 0 15,6-10 0-15,1-3 0 16,-2-9 0-16,-1-8 0 0,1-3 0 16,-7-10 0-16,-3-5 0 15,-6-2 0-15,-8-5 0 16,-4-1 0-16,-12 1 0 15,-4 3 0-15,-4 5 0 16,-8 10 0-16,-1 7 0 0,-1 10 0 16,-6 10 0-16,7 13 0 15,6 8 0-15,9 9 0 16,5 7 0-16,9 3 0 0,9 4 0 16,10-2 0-16,17-1 0 15,8-7 0-15,4-4 0 16,8-5 0-16,2-10 0 15,8-5-71-15,2-6-18 16</inkml:trace>
  <inkml:trace contextRef="#ctx0" brushRef="#br2" timeOffset="-61213.52">11478 2692 498 0,'0'0'4'0,"0"0"1"0,0 0-1 0,0 0-4 0,0 0 0 16,0 0 0-16,5 15 0 16,-3-2 0-16,3 12 0 15,-2-1 0-15,5 3 0 0,-1 6 0 16,-2-1 0-16,0-2 0 15,-1-1 0-15,-4-4-29 16,3-5-56-16,-3-6-5 0</inkml:trace>
  <inkml:trace contextRef="#ctx0" brushRef="#br2" timeOffset="-61047.4">11339 2816 448 0,'0'0'6'15,"0"0"2"-15,0 0 1 16,0 0 1-16,0-9 0 0,4 6 0 15,12 1 0-15,6-4-10 16,11 4 0-16,6 0 0 16,16 2 0-16,2-8-15 15,10 8-67-15,3-2-2 0</inkml:trace>
  <inkml:trace contextRef="#ctx0" brushRef="#br2" timeOffset="-60363.46">12318 2425 403 0,'0'0'8'0,"0"-20"2"0,0 5 3 15,0 1 2-15,0-2 1 16,0-3 0-16,0 1 0 15,0 6-2-15,0 12-14 0,0 0 0 16,-3 20 0-16,-1 7 0 16,4 10 0-16,0 10 0 15,2 7 0-15,5 7 0 16,4-2 0-16,1 2 0 0,0-9 0 16,3 1 0-1,-8-11 0-15,1-8 0 0,-4-6 0 16,-4-8 0-16,0-7 0 0,0-13 0 15,-16 7 0-15,6-13 0 16,-3-6 0-16,1-8 0 16,1-10 0-16,2-2 0 15,6-5 0-15,-1-3 0 0,4 1 0 16,4 2 0-16,8 5 0 16,9 4 0-16,4 9 0 15,5 6 0-15,4 13 0 16,8 0 0-16,1 13 0 15,-4 6 0-15,1 3 0 0,-6 6 0 16,-6 1 0-16,-13 0 0 16,-7-1 0-16,-11 2 0 15,-12-5 0-15,-4-3 0 16,-14 1 0-16,-1-9 0 16,-7-4 0-16,-1 0 0 0,5-5 0 15,0-2 0-15,5-3 0 16,4-5 0-16,13-3-83 15,5 3-5-15</inkml:trace>
  <inkml:trace contextRef="#ctx0" brushRef="#br2" timeOffset="-59896.87">13215 2537 466 0,'0'0'5'0,"4"-13"2"0,-4 13 0 0,0-22 2 0,0 12 0 16,-7-8-1-16,-2 4-8 15,-4-1 0-15,-4 2 0 16,-3 8 0-16,-3 1 0 16,1 4 0-16,-5 7 0 15,7 3 0-15,0 4 0 0,7 9 0 16,3 2 0-16,8 2 0 15,7 2 0-15,10-1 0 16,10 2 0-16,7-2 0 0,2-2 0 16,5-4 0-16,0-1 0 15,-2-5 0-15,-5 1 0 16,-2 0 0-16,-10-6 0 16,-3 2 0-16,-12-4 0 0,-5 2 0 15,-10-2 0-15,-9-1 0 16,-8 0 0-16,-8-4 0 15,-5 1 0-15,-5-2 0 16,-5-1 0-16,-1-2 0 0,10 0 0 16,4 0 0-16,0-2 0 15,12-1 0-15,5-5 0 16,20 8-3-16,0 0-84 16,5-12-1-16</inkml:trace>
  <inkml:trace contextRef="#ctx0" brushRef="#br2" timeOffset="-59679.89">13468 2578 447 0,'0'0'6'0,"0"0"5"0,6-9 1 0,-6 9 1 0,4-11 1 16,-4 11-6-16,0 0-8 15,8 3 0-15,-8 10 0 0,0 9 0 16,0 5 0-16,2 2 0 15,-2 7 0-15,2 1 0 16,3-3 0-16,-2-1 0 16,3-9 0-16,3 1 0 0,1-10-83 15,0-8-6-15</inkml:trace>
  <inkml:trace contextRef="#ctx0" brushRef="#br2" timeOffset="-59294.94">13724 2613 455 0,'0'0'6'0,"0"0"2"0,-2-10 0 16,2 10 1-16,0 0 1 16,-11-2 0-16,11 2-5 15,-2 7-5-15,2 8 0 0,0 3 0 16,2 1 0-16,4 6 0 16,-1 0 0-16,-3-3 0 15,3-2 0-15,-2-3 0 0,1-2 0 16,-4-7 0-16,0-8 0 15,0 0 0-15,0 0 0 16,14-18 0-16,-10 1 0 16,4-8 0-16,1-3 0 15,7-6 0-15,0-1 0 0,5 3 0 16,16-22 0 0,-19 34 0-16,-4 10 0 15,1 8 0-15,-5 2 0 16,0 16 0-16,-2 2 0 0,-3 5 0 15,-3 6 0-15,0 1 0 16,3 2 0-16,-2-2 0 16,4 0 0-16,-1-6 0 15,1-2 0-15,7-29-16 0,2 17-69 16,1-2-2-16</inkml:trace>
  <inkml:trace contextRef="#ctx0" brushRef="#br2" timeOffset="-58813.74">14405 2425 435 0,'0'0'8'0,"0"0"2"0,0-10 2 0,0 10 1 0,0 0-1 0,0 0 1 16,-13 0-5-16,6 10-8 15,0 10 0-15,-9 9 0 16,4 6 0-16,0 7 0 15,-1 5 0-15,1 3 0 0,5 0 0 16,5-6 0-16,2-2 0 16,4-5 0-16,11-9 0 15,3-6 0-15,7-7 0 16,5-7 0-16,2-8 0 0,5-3 0 16,0-12 0-16,-2-8 0 15,2-9 0-15,-8-7 0 16,-1-8 0-16,-8-8 0 15,-5-2 0-15,-7 0 0 0,-8 0 0 16,-6 5 0-16,-8 8 0 16,-7 7 0-16,-9 12 0 15,1 7 0-15,-8 11 0 16,2 7 0-16,3 10 0 0,-1 12 0 16,8 3 0-16,9 9 0 15,5 6 0-15,11 2 0 16,2 5 0-16,16-2 0 15,5-5 0-15,9-1 0 0,8-9 0 16,1-10 0-16,9-1 0 16,1-12-55-16,-2-7-35 15</inkml:trace>
  <inkml:trace contextRef="#ctx0" brushRef="#br2" timeOffset="-58580.27">15123 2611 511 0,'0'0'0'0,"0"0"0"16,0 0 0-16,7 0 0 0,-7 0 0 15,23-8 0-15,-5 6 0 16,5-8 0-16,7 5 0 15,9 5 0-15,-5-10 0 0,-6 8-53 16,9-1-35-16</inkml:trace>
  <inkml:trace contextRef="#ctx0" brushRef="#br2" timeOffset="-58446.86">15134 2717 511 0,'0'0'0'15,"0"0"0"-15,-13 4 0 0,13-4 0 16,-3 14 0-16,3-14 0 15,12 7 0-15,8 0 0 16,13-2 0-16,6-5-3 16,14 0-82-16,13-5-3 0</inkml:trace>
  <inkml:trace contextRef="#ctx0" brushRef="#br2" timeOffset="-56780.55">16072 2410 424 0,'0'0'7'0,"3"-10"3"0,-3 10 2 16,2-17 3-16,-2 4 1 16,0 6 1-16,0 0-7 0,0 7-10 15,0 0 0-15,0 4 0 16,-5 16 0-16,5 10 0 15,-2 2 0-15,2 8 0 0,0 5 0 16,5-3 0-16,-1 0 0 16,4-5 0-16,0-3 0 15,-6-1 0-15,1-10 0 16,-1-7 0-16,-2-3 0 0,0-13 0 16,-5 2 0-16,-2-12 0 15,-1-10 0-15,3-12 0 0,0-10 0 16,3-4 0-1,-1-9 0-15,3-7 0 0,3 2 0 16,4 3 0-16,6 3 0 16,4 12 0-16,0 2 0 15,3 10 0-15,7 7 0 16,1 15 0-16,2 2 0 0,-3 6 0 16,0 13 0-16,-4 6 0 15,-4 6 0-15,-3 5 0 16,-9 2 0-16,-4 8 0 15,-8-5 0-15,-8 2 0 0,-7-8 0 16,-2 3 0-16,-8-4 0 16,-2-6 0-16,-1-2 0 15,4-6 0-15,-4-6 0 0,11 0 0 16,5-6 0-16,4-2 0 16,13 0 0-16,0 0 0 15,11-5 0-15,8 5 0 0,6 0 0 16,7 5 0-16,3 5 0 15,2 0 0-15,1 5 0 16,-1 1 0-16,-7 2 0 16,2 0 0-16,-7 1 0 15,-3 1 0-15,-2-2 0 16,-2-3 0-16,-1 2 0 16,-4-5 0-16,-1-2 0 0,-3-2 0 15,-9-8 0-15,13 7 0 16,-13-7 0-16,0 0 0 15,10 5 0-15,-10-5 0 0,0 0 0 16,0 0 0-16,0 0 0 16,0 0 0-16,5-7 0 15,-5 7 0-15,0-10 0 0,0 10 0 16,13-8-81-16,-13 8-11 16</inkml:trace>
  <inkml:trace contextRef="#ctx0" brushRef="#br2" timeOffset="-55879.84">17287 2410 373 0,'0'0'8'0,"0"0"5"0,0-12 1 0,0 12 1 16,-5-15 1-16,-5 5 2 0,1 0 0 16,-9 5 0-16,-2-1-7 15,-4 6-4-15,-4 4-7 16,-4 9 0-16,2 6 0 16,-4 6 0-16,4 2 0 0,2 4 0 15,3 5 0-15,5 1 0 16,8-5 0-16,12 0 0 15,0-2 0-15,17-3 0 16,8-10 0-16,7 1 0 0,3-5 0 16,10-9 0-16,-3-1 0 15,3-3 0-15,-3 0 0 16,-7 0 0-16,-6-5 0 16,-1-3 0-16,-10 1 0 0,-2 5 0 15,-16 2-81-15,11-16-6 16</inkml:trace>
  <inkml:trace contextRef="#ctx0" brushRef="#br2" timeOffset="-55479.92">17612 2509 445 0,'0'0'5'16,"0"0"3"-16,0-15 2 15,0 15 1-15,-4-10 0 16,4 10 1-16,-15-10-3 16,7 10-9-16,-4 0 0 0,-3 8 0 15,3 4 0-15,2 6 0 16,2 2 0-16,3 2 0 16,5-2 0-16,10 0 0 15,5-1 0-15,8-6 0 16,-1-6 0-16,10-5 0 0,0-2 0 15,-2-8 0-15,2-3 0 16,-4-4 0-16,-8-8 0 16,-2 3 0-16,-9-1 0 0,-6-2 0 15,-3 3 0-15,-10 0 0 16,-8 9 0-16,-2 0 0 16,-6 5 0-16,-2 6 0 0,3 0 0 15,-2 11-16-15,9-5-52 16,8 2-20-16,5 5-1 15</inkml:trace>
  <inkml:trace contextRef="#ctx0" brushRef="#br2" timeOffset="-55113.63">18082 2417 455 0,'0'0'4'0,"0"0"2"0,0 0 1 15,0-7 1-15,0 7 1 16,-7-10-1-16,-4 8 2 15,-1-1-6-15,-7-2-4 0,1 5 0 16,1 0 0-16,-3 8 0 16,2 1 0-16,4 4 0 15,1 2 0-15,10 0 0 0,3 2 0 16,3-2 0-16,15 2 0 16,2 3 0-16,4-2 0 15,6-4 0-15,2 1 0 0,-2-3 0 16,0 4 0-1,-5-4 0-15,-5-2 0 0,-3-3 0 16,-4 3 0-16,-13-10 0 16,0 15 0-16,-5-11 0 15,-15 4 0-15,0-3 0 0,-8 0 0 16,2 0 0-16,-10-3 0 16,1 1 0-16,3-3 0 15,2 2-7-15,3 1-54 16,10-3-25-16,4 0 0 15</inkml:trace>
  <inkml:trace contextRef="#ctx0" brushRef="#br2" timeOffset="-54713.45">18782 2108 467 0,'0'0'3'0,"0"0"0"0,0 0 0 0,0 0 0 0,-11 0 0 16,-4 5 1-16,-6 9-1 15,-3 9 3-15,-3 9 0 0,-8 18 0 16,3 9-2 0,0 6-4-16,4 6 0 15,8-2 0-15,8 1 0 0,12-3 0 16,0-2 0-16,16-17 0 16,10-10 0-16,9-1 0 15,2-9 0-15,8-6 0 16,2-5 0-16,3-7 0 0,2 2 0 15,-10-9-13-15,6 0-74 16,-9-3-2-16</inkml:trace>
  <inkml:trace contextRef="#ctx0" brushRef="#br2" timeOffset="-53645.89">19183 2321 403 0,'0'0'7'0,"0"0"2"0,0 0 3 0,0 0 1 0,-2-13 1 15,2 13 1-15,-7-9 0 16,7 9 1-16,-14-3-9 15,14 3-7-15,-16 10 0 16,0 5 0-16,4 8 0 0,-1 3 0 16,-4 6 0-16,2 8 0 15,3 2 0-15,5 1 0 16,4-1 0-16,3 0 0 16,3-5 0-16,6-8 0 15,7 1 0-15,5-12 0 0,4-4 0 16,3-7 0-16,-1-1 0 15,6-6 0-15,-4-6 0 16,1-5 0-16,0-7 0 0,-2-9 0 16,-1-5 0-16,-10-5 0 15,1-8 0-15,-9 1 0 16,-4-6 0-16,-5 3 0 0,0 2 0 16,-11 7 0-16,-3 5 0 15,-3 5 0-15,-5 11 0 16,-3 2 0-16,0 8 0 15,-2 1 0-15,0 4 0 16,4 2 0-16,-7 5 0 0,7 8 0 16,4-1 0-16,-1 8 0 15,6-3 0-15,1 3 0 16,3 1 0-16,8 3 0 16,2-5 0-16,9 6 0 15,9-7 0-15,-1-2 0 0,8 0 0 16,2-7 0-16,8 0 0 15,0-5 0-15,2-2 0 16,-5-2 0-16,4 0 0 0,-8-2 0 16,-3-2 0-16,-2 0 0 15,-8 2 0-15,-5-6 0 16,-10 8 0-16,12-4 0 0,-12 4 0 16,0 0 0-16,0-10 0 15,0 10 0-15,0 0 0 16,-12-6 0-16,12 6 0 15,-13 0 0-15,13 0 0 16,-17 0 0-16,17 0 0 16,-15 6 0-16,5-3 0 0,10-3 0 15,-12 8 0-15,12-8 0 16,-10 13-14-16,0-9-76 16,10-4-2-16</inkml:trace>
  <inkml:trace contextRef="#ctx0" brushRef="#br2" timeOffset="-52863.91">19755 2499 420 0,'0'0'6'0,"0"0"2"0,0 0 1 0,0 0 2 0,0 0 0 15,0 0 2-15,10 0 0 16,-1 0 1-16,6 0-8 16,5-3-6-16,7 1 0 0,3 2 0 15,5-2 0-15,3 2 0 16,1-4 0-16,-4 0 0 16,0-1 0-16,-8 3 0 15,-2-1 0-15,-10 3 0 16,0-3 0-16,-8 2 0 0,-7 1 0 15,0 0 0-15,0 0 0 16,10 0 0-16,-10 0 0 16,0 0 0-16,0 0 0 15,0 0 0-15,0 0 0 0,0 0 0 16,-7 1 0-16,7-1 0 16,0 0 0-16,-3 11 0 15,3-11 0-15,-2 10 0 16,2-10-50-16,-5 10-39 0,5-10-2 15</inkml:trace>
  <inkml:trace contextRef="#ctx0" brushRef="#br2" timeOffset="-51912.84">20853 2338 370 0,'0'0'7'0,"0"0"5"0,-8-10 1 0,8 10 3 0,-2-12 0 16,2 12 2-16,-2-10 0 16,2 10 1-16,0 0-8 15,-3-10-3-15,3 10-5 16,-5 5-3-16,0 7 0 0,-3 6 0 15,-4 2 0-15,-1-1 0 16,-6 9 0-16,1 1 0 16,-7-6 0-16,4 1 0 15,-7 1 0-15,1-3 0 16,-1-2 0-16,3-7 0 0,-5-1 0 16,5 0 0-16,1-7 0 15,2 0 0-15,4-2 0 16,-4-3 0-16,9-3 0 15,4-4 0-15,-1 0 0 0,2-3 0 16,5 0 0-16,-1-3 0 16,1-1 0-16,3-1 0 15,0-3 0-15,5 6 0 0,0-6 0 16,3 0 0-16,-1 4 0 16,3-1 0-16,-1 3 0 15,0-3 0-15,0 5 0 16,1 0 0-16,-10 10 0 0,15-10 0 15,-15 10 0-15,12-4 0 16,-12 4 0-16,13 0 0 16,-1 2 0-16,0 6 0 15,4 2 0-15,4 2 0 16,-1 5 0-16,6 1 0 0,3-1 0 16,6 3 0-16,-1 2 0 15,1-2 0-15,6 2 0 16,-5-5 0-16,2 0 0 15,-4 1 0-15,-1 0 0 0,-8-1 0 16,-1-7 0-16,-3 0 0 16,-8 3 0-16,1-6 0 15,-6 0 0-15,-7-7 0 0,10 11 0 16,-10-11 0-16,0 0 0 16,0 0 0-16,10 4 0 15,-10-4 0-15,0 0 0 16,0 0 0-16,0 0 0 15,0-4 0-15,0 4 0 0,0 0 0 16,0-11 0-16,0 11 0 16,0 0 0-16,-7-14 0 15,7 14 0-15,0 0 0 16,-13-13-72-16,13 13-20 0</inkml:trace>
  <inkml:trace contextRef="#ctx0" brushRef="#br2" timeOffset="-51446.35">21154 2069 412 0,'0'0'6'0,"-3"-11"1"0,3 11 3 0,-2-14 1 0,2 14 2 0,0-16 0 15,0 7-1-15,0 9 1 16,5-8-5-16,2 8-2 16,8 10-6-16,4 10 0 0,6 10 0 15,5 4 0-15,10 18 0 16,3 5 0-1,-2 8 0-15,2 7 0 16,-3 0 0-16,-10-1 0 0,-5 1 0 16,-11-3 0-16,-14-6 0 15,-8-9 0-15,-11-2 0 16,-9-10 0-16,-2-5 0 16,-9-4 0-16,-4-5 0 0,-1-5 0 15,2-5 0-15,2-3 0 16,2-2 0-16,11-5 0 15,1 3 0-15,10-4 0 0,2-4 0 16,14-3 0-16,-9 7-8 16,9-7-82-16,6-3-4 15</inkml:trace>
  <inkml:trace contextRef="#ctx0" brushRef="#br2" timeOffset="-47963.47">8812 1096 452 0,'0'0'4'0,"0"0"2"0,0-8 1 0,0 8 1 15,0-11 0-15,0 11 0 16,0 0 0-16,0 0 0 0,0 0-6 16,-8 6-2-16,6 0 0 15,0 7 0-15,2 4 0 16,0 1 0-16,0 2 0 16,0 5 0-16,0 0 0 15,0 4 0-15,0 1 0 0,0-1 0 16,0 3 0-16,0-4 0 15,-3-3 0-15,3-3 0 16,0-7 0-16,-3-8 0 0,3-7 0 16,0 0 0-16,-10-10 0 15,8-5 0-15,-3-10 0 16,0-3 0-16,3-1 0 0,2 29 0 16,-3-34 0-16,3-33 0 15,0 67 0-15,10-64 0 16,3 31 0-16,1 9 0 15,1 2 0-15,5 4 0 16,0 8 0-16,3 5 0 0,-4 5 0 16,1 2 0-16,-3 11 0 15,-2 2 0-15,0 3 0 16,-4 3 0-16,-6 2 0 16,-5-1 0-16,0 3 0 15,-5-5 0-15,-6 2 0 0,-4-2 0 16,-2 0 0-16,2-5 0 15,0-1 0-15,-2-2 0 16,4-1 0-16,6-4 0 0,7-7 0 16,-7 15 0-16,7-15 0 15,7 11 0-15,6-2 0 16,4-4 0-16,1 2 0 16,3-3 0-16,4 5 0 15,0 0 0-15,3 1 0 0,-3-2 0 16,2 2 0-16,-3 0-4 15,-1-5-20-15,-8 4-61 16,5-1-4-16</inkml:trace>
  <inkml:trace contextRef="#ctx0" brushRef="#br2" timeOffset="-47728.72">9363 1233 462 0,'0'0'5'0,"0"0"1"0,0 0 2 15,0 0 0-15,0 0 1 0,10-10 0 16,-10 10-5-16,13-2-4 16,-13 2 0-16,18-2 0 15,-4 2 0-15,1-3 0 0,3 3-20 16,7 0-66-16,-9 0-3 15</inkml:trace>
  <inkml:trace contextRef="#ctx0" brushRef="#br2" timeOffset="-47563.43">9347 1370 425 0,'0'0'5'0,"0"0"3"0,0 0 1 15,0 0 3-15,4 1 0 16,-4-1 2-16,20 0 0 15,-5 0-2-15,2 0-12 0,3-1 0 16,5-2 0-16,3 0 0 16,-1 2-12-16,-5-2-74 15,10 1-3-15</inkml:trace>
  <inkml:trace contextRef="#ctx0" brushRef="#br2" timeOffset="-46612.25">9756 1503 443 0,'0'0'4'0,"0"0"2"0,0 0-1 16,0 0 1-16,0 0-1 15,0 0 2-15,5 5-1 16,-5-5 1-16,10 15-4 0,-10-15 1 16,22 28 0-1,1-6 0-15,2 3 0 0,7 2-1 16,0 0-3-16,6-8 0 16,-4-1 0-16,-4-11 0 15,0-7 0-15,-5 0 0 16,0-12 0-16,-15 2 0 0,2-1 0 15,-7-6 0-15,3-4 0 16,-7-9 0-16,5-4 0 16,-6-6 0-16,0-5 0 15,-6-4 0-15,2-7 0 0,-4 5 0 16,-4-6 0-16,2 1 0 16,0-5 0-16,-5 7 0 15,3-5 0-15,-3 4 0 16,3 3 0-16,-1 5 0 15,1 2 0-15,12 45 0 0,-11-32 0 16,2-3 0-16,1 13 0 16,1 3 0-16,7 19 0 15,0 0 0-15,0 0 0 16,0 0 0-16,0 0 0 16,0 0 0-16,0 0 0 15,0-6 0-15,5 5 0 16,57-17 0-16,-37 18 0 15,12 0 0-15,53 0 0 0,-31-3 0 16,6 1 0-16,9-3 0 16,8 5 0-16,10-5 0 15,7 2 0-15,11-4 0 16,10 0 0-16,4-1 0 16,0-2 0-16,5 5 0 15,-2-2 0-15,-3 1 0 0,-2 2 0 16,-8-4 0-16,-10 6 0 15,-2-3 0-15,-13 3 0 16,-4-1 0-16,-13-4 0 16,-10 4 0-16,-5-2 0 15,-12 3 0-15,-45 2 0 0,28-3 0 16,1 3 0 0,-29 0 0-16,0 0 0 0,10 0 0 15,0 0 0-15,0 0-10 16,3 0-58-16,-13 0-20 15</inkml:trace>
  <inkml:trace contextRef="#ctx0" brushRef="#br2" timeOffset="-45830.26">10623 1213 347 0,'0'0'8'0,"0"0"5"0,0-10 2 0,0 10 2 15,0-12 0-15,0 12 1 16,0-12 0-16,0 12 1 15,-2-15-8-15,2 15-3 16,-12-10-4-16,1 8-1 0,-1-1-2 16,-3 3 0-16,0 0 0 15,-5 0-1-15,3 5-1 16,-3 3 1-16,0 1-1 16,3 2 1-16,2 3 0 15,0-3 0-15,5 1 1 0,7-3 0 16,3 1 0-16,0-10 1 15,8 13 0-15,4-13 0 16,6 0 1-16,-3 0-3 0,5-5 0 16,-1-3 0-16,1 1 0 15,3-3 0-15,-4 0 0 16,-1 0 0-16,0 3 0 16,-4 0 0-16,-2 2 0 15,-1 2 0-15,-11 3 0 0,12 0 0 16,-12 0 0-16,7 10 0 15,-7-10-8-15,8 12-9 16,4-5-49-16,-4 1-20 16</inkml:trace>
  <inkml:trace contextRef="#ctx0" brushRef="#br2" timeOffset="-45463.79">10768 948 427 0,'0'0'6'0,"0"0"3"0,0 0 1 0,0 0 2 16,0 0 0-16,0 0 0 16,0 0 0-16,0 0-1 15,0 0-11-15,-5-4 0 16,-1-2 0-16,4 1 0 16,-3 0 0-16,2 1 0 15,21-21 0-15,-8 25 0 0,2 2 0 16,3 9 0-16,-3 1 0 15,1 0 0-15,-1 3 0 16,-2 5 0-16,1-3 0 16,-4 3 0-16,-2 2 0 0,-3 0 0 15,-2-1 0-15,0 1 0 16,0-4 0-16,0-1 0 16,0-3 0-16,2-1 0 15,3-4 0-15,3-1 0 0,2-3 0 16,2-2 0-16,6-3-5 15,-4 1-62-15,7-1-19 16</inkml:trace>
  <inkml:trace contextRef="#ctx0" brushRef="#br2" timeOffset="-45227.71">11257 1077 489 0,'0'0'4'0,"0"0"1"0,0 0 0 16,0 0 1-16,0 0-4 16,0 0-2-16,0 0 0 15,0 6 0-15,0-6 0 0,3 16 0 16,-3-2 0-16,2-3 0 16,-1 7 0-16,5-1 0 15,-1 3 0-15,0-3 0 16,1 6-9-16,-4-1-46 0,3 0-33 15,0-2-2-15</inkml:trace>
  <inkml:trace contextRef="#ctx0" brushRef="#br2" timeOffset="-45064.42">11152 1233 469 0,'0'0'3'0,"0"0"1"0,0 0 0 15,0 0 1-15,0 0-1 16,0 0 1-16,13-10 0 15,-1 6 0-15,9 1-4 16,-2 0-6-16,3-2-8 0,8 4-41 16,-2-3-31-16,2 0-1 15</inkml:trace>
  <inkml:trace contextRef="#ctx0" brushRef="#br2" timeOffset="-44596.88">11651 1073 433 0,'0'0'6'0,"0"0"2"15,0 0 3-15,-7-6-1 16,7 6 1-16,0 0 0 16,0 0-1-16,-9 0 1 0,9 0-11 15,-3 16 0-15,3-7 0 16,0 4 0-16,0-1 0 16,5 3 0-16,-3 2 0 15,3 3 0-15,0 0 0 0,1-1 0 16,1 1 0-16,-2 0 0 15,2 1 0-15,-4-4 0 16,1-2 0-16,0-5 0 16,-2-1 0-16,-2-9 0 0,0 0 0 15,0 0 0-15,0 0 0 16,-2-5 0-16,-2-5 0 16,2-5 0-16,2 2 0 15,0-1 0-15,0-1 0 0,6-2 0 16,3 5 0-16,3-4 0 15,4 7 0-15,-2-2 0 16,4 7 0-16,-1-1 0 0,1 2 0 16,-4 3 0-16,2 3 0 15,-2 2 0-15,-3 3 0 16,-4 1 0-16,-5 2 0 16,-2 1 0-16,0 0 0 15,-7-2 0-15,-6 2 0 0,-4-2 0 16,-1 0-7-16,-1-3-46 15,1-1-35-15,0-4-1 16</inkml:trace>
  <inkml:trace contextRef="#ctx0" brushRef="#br2" timeOffset="-44163.64">11973 951 450 0,'0'0'6'0,"0"0"1"0,0 0 3 15,0 0 1-15,0 0 0 0,0 0 1 16,0 0-8-16,0 0-4 16,0 0 0-16,0 0 0 15,0 0 0-15,0 0 0 16,2-5 0-16,-2 1 0 16,2-2 0-16,-2 2 0 15,0-2 0-15,18-12 0 16,31 11 0-16,-36 10 0 0,-1 5 0 15,0 1 0-15,-3 3 0 16,-5 3 0-16,1 0 0 16,-5 3 0-16,0-1 0 0,0 4 0 15,-5-2 0-15,5 1 0 16,-4-3 0-16,4 0 0 16,0-4 0-16,0 1 0 15,0-14 0-15,12 15 0 16,3-10 0-16,2-2 0 0,6-3 0 15,2 2 0-15,-1-2 0 16,5-2 0-16,-1-1 0 16,2 1 0-16,-3-1 0 0,-2 1-36 15,-5 0-53-15,-3-1-5 16</inkml:trace>
  <inkml:trace contextRef="#ctx0" brushRef="#br2" timeOffset="-42245.94">14008 933 388 0,'0'0'6'0,"0"0"4"0,0 0 2 0,0 0 2 16,0 0 0-16,0 0 2 0,0 0 1 15,0 0-1 1,0 0-6-16,12-21-2 0,-12 21-8 16,-5 14 0-16,2-2 0 15,-6 3 0-15,-2 3 0 16,-3-1 0-16,-2 8 0 15,-5 2 0-15,-4 0 0 0,-3 1 0 16,1 1 0-16,-6 1 0 16,-1-1 0-16,2 1 0 15,-6-5 0-15,6-5 0 0,0-5 0 16,1-8 0-16,2-1 0 16,4-6 0-16,3-6 0 15,2-4 0-15,10-7 0 16,0 0 0-16,5-6 0 0,5 23 0 15,3-47 0-15,-3 47 0 16,17-49 0-16,-17 49 0 16,32-44 0-16,-10 26 0 15,-1 5 0-15,5 4 0 16,-6 6 0-16,10 3 0 0,-5 3 0 16,3 6 0-16,-3 7 0 15,0 1 0-15,5 3 0 16,-6 4 0-16,3-1 0 15,-2 1 0-15,3 1 0 0,-1 0 0 16,-2-3 0-16,-1 1 0 16,-1-7 0-16,-1 2 0 15,-1-2 0-15,-2-4 0 16,-1 0 0-16,-4-7 0 0,2 1 0 16,-9-2 0-16,5-2 0 15,-12-2-18-15,10-2-68 16,-10 2-4-16</inkml:trace>
  <inkml:trace contextRef="#ctx0" brushRef="#br2" timeOffset="-41913.68">14550 1083 488 0,'0'0'4'0,"0"0"1"0,0 0 2 0,0 0 0 0,0 0-7 16,0 0 0-16,0-13 0 15,0 13 0-15,0 0 0 16,12-7 0-16,-3 4 0 16,2 1 0-16,3 2 0 0,-2-3 0 15,-12 3-75-15,36-13-14 16</inkml:trace>
  <inkml:trace contextRef="#ctx0" brushRef="#br2" timeOffset="-41779.6">14582 1191 411 0,'0'0'4'16,"0"0"3"-16,0 0 1 16,0 0 0-16,0 0 1 15,7 0 1-15,3 0-1 16,3 0-5-16,4 0-23 0,10-4-58 16,0 0-5-16</inkml:trace>
  <inkml:trace contextRef="#ctx0" brushRef="#br2" timeOffset="-41413.01">15380 790 484 0,'0'0'4'0,"0"0"2"0,0 0 1 15,0 0 1-15,0 0-6 16,0 0-2-16,0 0 0 16,0 0 0-16,0 0 0 15,0 0 0-15,0 0 0 16,0 15 0-16,4 1 0 15,-1 9 0-15,2-2 0 0,-1 4 0 16,4 5 0-16,-4 1 0 16,5 1 0-16,-2 7 0 15,0-7 0-15,0 5-19 16,-1-9-68-16,1 2-4 0</inkml:trace>
  <inkml:trace contextRef="#ctx0" brushRef="#br2" timeOffset="-40696.59">15300 1124 428 0,'0'0'7'16,"0"0"2"-16,0 0 1 0,0 0 0 16,-10-10 0-16,10 10 1 15,0 0-1-15,2-7 0 16,8 2-6-16,2-1-4 0,6 5-4 16,4-2-4-16,4-1-4 15,-1-1-5-15,8-1-3 16,3 4-1-16,1-3 1 15,2 2 8-15,1-4 7 16,3 2 7-16,-6-2 8 0,0-1 6 16,-37 8 4-16,32-4 1 15,0-6-1-15,-11 4-4 16,11-3-4-16,-32 9-8 16,2-10-4-16,-2 10 0 15,-18 0 0-15,4 1 0 0,-4 5 0 16,-1 2 0-16,-1 2 0 15,-1 0 0-15,5 4 0 16,0-1 0-16,7 1 0 16,1 1 0-16,4-2 0 0,4 1 0 15,0-6 0-15,7 2 0 16,5-8 0-16,1-2 0 16,1-5 0-16,-14 5 0 15,35-17 0-15,-35 17 0 0,0 0 0 16,23-18 0-16,14-14 0 15,-27 20 0-15,0 2 0 16,-10 10 0-16,14-12 0 16,-14 12 0-16,0 0 0 0,9 0 0 15,-9 0 0-15,7 12 0 16,-2 1 0-16,-1 2 0 16,-1-3 0-16,5 2 0 15,-1-4 0-15,0 0 0 16,-7-10 0-16,21 13 0 0,-14-13 0 15,5-2 0-15,-12 2 0 16,0 0 0-16,0 0 0 16,13-11 0-16,-4-1 0 15,1 0 0-15,35-41 0 0,-37 41 0 16,4 1 0-16,-2 5 0 16,0-2 0-16,-3 8 0 15,4 0 0-15,-2 0 0 16,1 11 0-16,-2-1 0 0,2 4 0 15,-1 4 0-15,2-3 0 16,-1-3-20-16,-3-5-61 16,6 6-8-16</inkml:trace>
  <inkml:trace contextRef="#ctx0" brushRef="#br2" timeOffset="-40462.99">16054 879 485 0,'0'0'4'0,"0"0"2"0,0 0 1 0,0 0 0 15,0 0-5-15,0 0-2 0,0 0 0 16,0 0 0-16,0 0 0 16,0 0 0-16,0 0 0 15,0-2 0-15,6-1 0 16,-1 3 0-16,52-17 0 15,-29 12-32-15,-28 5-56 16,26-3-3-16</inkml:trace>
  <inkml:trace contextRef="#ctx0" brushRef="#br2" timeOffset="-40213.99">16392 609 502 0,'0'0'3'0,"0"0"0"16,0 0 0-16,0 0-3 0,0 0 0 15,0 0 0-15,0 0 0 16,0 0 0-16,3 5 0 16,-3 2 0-16,15 41 0 15,-9-23 0-15,0-6 0 16,-3 1 0-16,5-1 0 15,-1 2-35-15,-2-2-51 0,0 3-3 16</inkml:trace>
  <inkml:trace contextRef="#ctx0" brushRef="#br2" timeOffset="-39596.68">16946 444 433 0,'0'0'7'0,"0"0"2"16,0 0 1-16,0 0 1 16,0 0-1-16,0 0 0 0,0 0 1 15,0 0-1-15,0 0-10 16,0 0 0-16,-2 4 0 15,-3 4 0-15,-50 107 0 16,41-69 0-16,1 4 0 0,1 2 0 16,0 6 0-16,-1 7 0 15,3 5 0-15,3 4 0 16,2-2 0-16,2 2 0 16,11 40 0-16,20 7 0 15,16-27 0-15,-19-59 0 16,5 0 0-16,2-14-14 0,5 2-72 15,2-15-2-15</inkml:trace>
  <inkml:trace contextRef="#ctx0" brushRef="#br2" timeOffset="-39063.94">17349 444 471 0,'0'0'4'0,"0"0"1"16,0 0 0-16,0 0 0 16,0 0-1-16,0 0 1 15,0 0 0-15,0 0 0 16,0 0-3-16,0 1-2 15,0 5 0-15,-14 53 0 0,11-39 0 16,1 5 0-16,-1 0 0 16,3-1 0-16,-2 3 0 15,2-1 0-15,0 0 0 16,0-3 0-16,0 1 0 16,0-3 0-16,0-2 0 0,0-19 0 15,0 0 0 1,0 0 0-16,0 0 0 0,0 0 0 15,0 0 0-15,0 0 0 16,0 0 0-16,0 0 0 16,0 0 0-16,0 0 0 15,0-5 0-15,2 1 0 16,1-2 0-16,-1 2 0 0,21-20 0 16,-11 16 0-1,0 0 0-15,1 3 0 0,-6 5 0 16,5 2 0-16,-1 6 0 15,-4-5 0-15,-7 8 0 16,0 3 0-16,0-6 0 16,0 3-25-16,-12-1-52 0,-1 0-10 15</inkml:trace>
  <inkml:trace contextRef="#ctx0" brushRef="#br2" timeOffset="-38745.47">17066 1050 456 0,'0'0'3'0,"0"0"2"0,0 0 0 0,0 0 1 15,0 0 1-15,0 0 1 16,0 0 0-16,8 2 1 0,4-2-5 15,3 0-4-15,10 0 0 16,0 0 0-16,7 0 0 16,3-2 0-16,2 2 0 0,1-5 0 15,4 2 0-15,-3 1 0 16,4 0 0-16,-1 0 0 16,-3-1 0-16,-1 0-14 15,-5 0-73-15,-7 3-2 0</inkml:trace>
  <inkml:trace contextRef="#ctx0" brushRef="#br2" timeOffset="-38313.87">17453 1320 442 0,'0'0'5'0,"0"0"1"0,0-5 1 16,0 5 1-16,-6-10 1 16,6 10 0-16,-16-10-1 15,16 10 1-15,-17-7-5 0,4 7-2 16,1-2 0-16,-3 2-2 16,3 0-2-16,-1 0 2 15,1 4-1-15,0 1 0 16,4 2 1-16,8-7-1 15,-12 18 2-15,9-8-1 0,3-10 1 16,5 15 0-16,5-14 1 16,0 5-2-16,2-3 0 15,4-3 0-15,0 0 0 16,0-5 0-16,-2 1 0 0,4-2 0 16,-3 1 0-16,0-3 0 15,0 1 0-15,-6 4 0 16,2 1 0-16,-2 2 0 15,-9 0 0-15,16 2 0 0,-16-2 0 16,14 16 0-16,-4-7-13 16,0-1-36-16,5 0-39 15,-2-3 0-15</inkml:trace>
  <inkml:trace contextRef="#ctx0" brushRef="#br2" timeOffset="-37996.74">17792 535 506 0,'0'0'5'0,"0"0"-5"0,0 0 0 16,0 0 0-16,0 0 0 16,0 0 0-16,0 0 0 15,0 0 0-15,0 0 0 16,0 0 0-16,0 0 0 15,0 3 0-15,47 65 0 16,-27-32 0-16,0 3 0 0,-3 6 0 16,3 6 0-16,-3 11 0 15,-2 0 0-15,-5 13 0 16,-3 41 0-16,-7 28 0 16,-14-10 0-16,-26-18 0 0,-5-19-36 15,-17-17-51-15,2-24-3 16</inkml:trace>
  <inkml:trace contextRef="#ctx0" brushRef="#br2" timeOffset="-34363.81">7666 2377 332 0,'0'0'7'0,"0"0"4"0,0 0 1 0,0-8 2 16,0 8 0-16,0 0 0 15,0 14 1-15,0 10 0 16,3 14-5-16,4 11-4 0,-1 14-2 15,-1 7-1-15,2 13 0 16,0 6-1-16,0 3 0 16,-1-4 0-16,-3 2-1 0,-1-1 0 15,-2-5 0-15,-2-5 1 16,-3-4 0-16,-6-11 0 16,4-4-1-16,-3-13-1 15,2-7-3-15,-2-10-5 16,3-10-14-16,-6-11-56 15,13-9-1-15</inkml:trace>
  <inkml:trace contextRef="#ctx0" brushRef="#br2" timeOffset="-32446.79">7510 2303 138 0,'0'0'6'0,"0"0"4"0,0 0 2 0,0 0 1 16,5-9-3-16</inkml:trace>
  <inkml:trace contextRef="#ctx0" brushRef="#br2" timeOffset="-31813.91">9458 2108 264 0,'10'-3'1'0,"23"3"-1"15,11-4 0-15,20 4 0 16,8-6 0-16,22 5 0 15,13-5 1-15,18-1-1 0,4 2 0 16,-5 0 1-16,-2-3-1 16,5 3 0-16,5-2 1 15,-1 0-1-15,-4 1 0 16,4 0 1-16,-2 0 0 0,-1 4-1 16,1-3 1-16,-5 2-1 15,-7 1 1-15,3-1-1 16,0 0 1-16,-3 3-1 15,-4-1 1-15,1-2-1 0,-5 0 0 16,3-4 0-16,5 0 0 16,-6-3 0-16,-3-3 0 15,3-2 1-15,1 0 2 16,-3 2-1-16,3-1 0 0,-8 2 1 16,-1 2 1-16,-7-2-1 15,-1 6 2-15,-1 6-2 16,-4-2-1-16,-6 2 0 15,-2-2 0-15,-5 2-1 0,-3 0 0 16,-3 0 0-16,-7 0 0 16,-2-3 0-16,-2 1 0 15,-4 2 0-15,-1-3 0 16,-2 0 1-16,2 3 0 16,-2-2 1-16,5 2-1 0,-1-2-1 15,-5 2 1-15,6 0-1 16,-7 0 0-16,4 0 1 15,-2 0-1-15,2 4-2 0,-9-1-10 16,-3 2-16-16,5 8-37 16,-12-1-5-16</inkml:trace>
  <inkml:trace contextRef="#ctx0" brushRef="#br2" timeOffset="-30977.87">7448 2296 203 0,'0'0'7'0,"0"0"4"0,0 0 4 0,-10-7 1 15,10 0-1-15,0 7 1 16,0-18 1-16,10 11-1 15,7-4-3-15,8 7-6 16,5-6-4-16,10 2 1 0,9 3 1 16,11 0-1-16,4-2 0 15,9-1 0-15,6 1-1 16,8 0 2-16,10-1-2 16,0-2 0-16,8 3 0 15,6-3-2-15,6 2 1 0,2-2-1 16,8-2 1-16,2 0 0 15,0-1 0-15,3 3 0 0,-3 1 1 16,-5 2 0-16,0-1 0 16,-4 3 0-16,-11 0 0 15,-7 5 0-15,-5 0-1 16,-5-3 0-16,-10 3 0 16,-5 0 0-16,-8 3 0 0,-11 2-3 15,-4-3-7-15,-9 3-24 16,0 5-41-16,-14-7-5 15</inkml:trace>
  <inkml:trace contextRef="#ctx0" brushRef="#br2" timeOffset="-29446.86">15118 1827 156 0,'0'0'6'0,"0"0"3"0,3-7 2 0,10 3 3 0,1-2 1 0,6 4 2 15,2 0-2-15,12 2 1 16,7 0-4-16,1 0-3 16,10 4-3-16,6 5-2 15,1-8 1-15,15 5-3 16,9-2 1-16,6-4 0 15,8 0-1-15,12 0 1 0,3-3 0 16,10 2-1-16,7-5 1 16,2 2-1-16,-1-4 2 15,6 6-2-15,1-3 0 0,0 2-1 16,2 3 1-16,3 0-1 16,-6 0 1-16,3 0-1 15,3 0 0-15,-3 0-1 16,1-2 1-16,-2 0-1 0,2 2 0 15,-1-6 0-15,-8 1 0 16,6 0 1-16,-3 0-1 16,-5 1 0-16,-1-2 1 15,-2 1 0-15,-2 0 0 0,-2 1 0 16,5-1 1-16,-1 2-1 16,-1 1 1-16,6-1-1 15,2-1 0-15,5 1 0 16,-4-2 0-16,1 2 0 15,1-2 0-15,-7 3 0 0,-2-3 1 16,-6 0-1-16,-6 3 1 16,-3-4 0-16,-1 4 0 15,-6 0 0-15,-1 2 0 16,-7-5 1-16,-3 2-2 0,-2-2 0 16,-7 3 1-16,-7-4-1 15,-11 4 2-15,-8-3 0 0,-7 0 2 16,-30 3-4-16,3 0 1 15,-4-1 1-15,0-3-1 16,-5 5 1-16,0-2-1 16,-2-1 0-16,-2 1-1 15,1 0 2-15,-5 1-1 16,-8 2-1-16,16-3 0 0,-6 3 1 16,-10 0 0-16,12 8-1 15,-9 3 0-15,-3 7 0 16,0 7 0-16,0 7 0 15,0 10-1-15,0 14-2 0,2 2 1 16,0 14 0-16,-2 3 3 16,0 9 2-16,0 3 1 15,0 9 0-15,-2-7 1 16,-3 2 0-16,0-4 0 16,1-7-2-16,-5-3-1 0,2-13-3 15,0-7 1-15,0-10-1 16,0-7 0-16,-2-8 1 15,2-8 0-15,-2-1 0 0,0-8-5 16,4 2-13-16,-2 11-45 16,-2-19-14-16</inkml:trace>
  <inkml:trace contextRef="#ctx0" brushRef="#br2" timeOffset="-27464.39">7338 3795 219 0,'0'0'3'0,"0"0"2"0,11-13 1 0,-3 8 2 15,11-5 3-15,0 3 2 16,11-5 3-16,2 2 2 16,11-1-3-16,2 1 1 15,10 3-1-15,7 3-2 16,5-1-1-16,10 0-2 0,7 2-3 15,5 1-2-15,14-1-1 16,-2-1-1-16,14 1-1 16,-1 0 0-16,7-2 0 0,6 0-1 15,0 1 2-15,7-1 1 16,0 3-1-16,6-2 1 16,1 2 0-16,3 2-1 0,3 0 1 15,1 0-1-15,10 0-1 16,-4 0 0-16,5-3-1 15,-3 1 0-15,3-1 0 16,0-1 0-16,2-1 0 0,-1 0 0 16,1-1 1-16,-2 2-1 15,0-3 0-15,-2 2 0 16,1-6 0-16,-4 4 1 16,4 0-1-16,-7-1 0 15,0 1 1-15,3 0-1 16,-6-1 0-16,8 1 1 0,0 0 1 15,0-2-1-15,1 3 1 16,3-4-1-16,-1 2 0 16,-1-2 0-16,4 0 0 0,-3 2-1 15,-3-1-1-15,2 1 0 16,-4 0 0-16,2 2 1 16,-2 1-1-16,3 2 0 15,-3 0 0-15,0 2 0 0,0-2 1 16,5 0-1-16,-5 1 0 15,0-1 0-15,-3 1 0 16,1-1 0-16,-6 1 0 0,-2-1 0 16,-4 1 0-16,-2 0 0 15,-6-1 0-15,-2 0 0 16,-4 1-1-16,1-3 1 16,-3 3 0-16,-2-3 0 15,0 0 0-15,0-3 0 16,-3 3 0-16,3 0 0 0,-9 3 1 15,1-3-1-15,-3 0 0 16,-2 3 0-16,-4-2 0 16,-4 2 0-16,-2 0 0 0,-4 0 0 15,1-3 0-15,-1 5 0 16,-1-3 0-16,-4 3 0 16,2-2 0-16,-9 2 0 15,5 0-1-15,-3 0 2 0,-6 2-2 16,-1-2 1-16,-2 0 0 15,-1 0 1-15,-3 0-1 16,-3 0 0-16,-3 0 1 16,0 0-1-16,-1-2 0 0,-3 2 0 15,0 0 0-15,-5 0 0 16,2 2 0-16,1 1 0 16,0 2 0-16,-3-1 0 15,0 2 0-15,1-1 0 16,-2 0 1-16,-1-1-1 0,-3-1 0 15,-2-1 1-15,0 0-1 16,-3 1 0-16,0-3 0 16,-2 0 1-16,-1 2-2 0,-1 2 2 15,1-4-1-15,-1 2 0 16,2-2 0-16,-3 0 0 16,-4 2 1-16,1 1-1 15,-5-3 0-15,1 0 0 0,-2 0 1 16,-3 0-1-16,-3-3 1 15,-2 1 0-15,-2 0 0 16,-2-2 1-16,2 2-1 16,0-3 0-16,-4 3 0 0,3-3 0 15,1 3 0-15,-4-3-1 16,4 2 1-16,0 1-1 16,-6-2 0-16,0 4 1 15,-5-2 0-15,-1 0 1 16,-2 0-1-16,1-1 2 0,-10 3-1 15,13-5 0-15,-13 5 1 16,10-10-3-16,-10 10 0 16,9-12 0-16,-9 12 0 0,11-16 0 15,-1 8 0-15,-6-5 0 16,7-2 0-16,-1-3 0 16,-4-4 0-16,5 3 0 15,-3-9 0-15,1 3 0 0,-2 0 0 16,-2-4 0-16,6 6 0 15,-11 23-52-15,17-14-33 16</inkml:trace>
  <inkml:trace contextRef="#ctx0" brushRef="#br1" timeOffset="4303.25">8586 17169 451 0,'0'0'6'0,"0"0"2"0,0 0 3 16,0-10 1-16,0 10 1 16,0 0-3-16,0-7-10 0,0 7 0 15,0 0 0-15,-5 7 0 16,3 1 0-16,-1 4 0 15,-5 6 0-15,1-1 0 0,2 5 0 16,-2 5 0-16,-1-2 0 16,3 5 0-16,2 0 0 15,1 2 0-15,0-2 0 16,2 2 0-16,0-5 0 0,4 3 0 16,4-5 0-16,0-1 0 15,4-1 0-15,3-8 0 16,0-6 0-16,3-3 0 15,-2-6 0-15,5-8 0 16,-5-4 0-16,2-8 0 0,3-17 0 16,0-20 0-16,-5-5 0 15,-12 0 0-15,-4 2 0 16,-2 1 0-16,-13 8 0 0,0 15 0 16,-3 11 0-16,1 8 0 15,2 2 0-15,-4 3 0 16,1 5 0-16,1 4 0 15,4 3 0-15,-1 4 0 16,-4 9 0-16,3 4 0 0,2 3 0 16,4 5 0-16,-4 3 0 15,10-14 0-15,1 1 0 16,2 0 0-16,0 2 0 16,0-1 0-16,8 1 0 15,2-5 0-15,-1 0 0 0,7 1 0 16,3-3 0-16,-1-3 0 15,2 3 0-15,4-7 0 16,1 1 0-16,-2-4 0 16,4 3 0-16,-4-3 0 0,-9 0 0 15,11-3 0-15,-5 2 0 16,-3-5 0-16,1 1 0 16,12-5 0-16,-30 10 0 15,15-12 0-15,-15 12 0 0,0 0 0 16,0 0 0-16,0 0 0 15,0 0 0-15,-5-5 0 16,5 5 0-16,-10 0 0 16,10 0-59-16,-10 2-35 15</inkml:trace>
  <inkml:trace contextRef="#ctx0" brushRef="#br1" timeOffset="4737.1">9011 17524 487 0,'0'0'5'0,"0"0"3"0,0 0 1 0,0 0-7 15,0 0-2-15,0 0 0 16,0 0 0-16,0 0 0 16,0 12 0-16,0-2 0 15,2 0 0-15,-2 2 0 0,0 3 0 16,0-3 0-16,0 4 0 15,0 3 0-15,0 1 0 16,0 0 0-16,0-3 0 0,-2 1 0 16,2 1 0-16,0-1 0 15,0-6 0-15,0 1 0 16,0-4 0-16,0-9 0 16,0 0-44-16,5 5-46 0,-5-5-2 15</inkml:trace>
  <inkml:trace contextRef="#ctx0" brushRef="#br1" timeOffset="9656.01">13120 16672 487 0,'0'0'3'0,"0"0"2"0,0 0-1 0,0 0 2 0,0 0 0 16,5 7-6-16,-3 6 0 16,1 4 0-16,0 10 0 15,2 0 0-15,0 11 0 16,0-2 0-16,2 1 0 0,1 1 0 16,-1-3 0-16,-2-6 0 15,-3-1 0-15,-2-9 0 16,0-1 0-16,0-8 0 0,0-10 0 15,-9 7 0-15,9-7 0 16,-15-7 0-16,3-11 0 16,4 1 0-16,-5-11 0 0,6-4 0 15,-3-5 0-15,2-2 0 16,3-4 0-16,1 4 0 16,4-3 0-16,0 7 0 0,12 3 0 15,1 7 0-15,6 5 0 16,6 6 0-16,2 7 0 15,6 3 0-15,-1 8 0 16,-5 4 0-16,3 8 0 16,-7 1 0-16,-6 3 0 15,-7 5 0-15,-7-3 0 0,-8 1 0 16,-11-1 0-16,-3 0 0 16,-3-5 0-16,-8-2 0 15,2 0 0-15,1-2 0 16,-1-6 0-16,12 2-17 0,-2-2-69 15,8-4-4-15</inkml:trace>
  <inkml:trace contextRef="#ctx0" brushRef="#br1" timeOffset="10186.51">13409 16890 482 0,'0'0'3'0,"0"0"2"0,-13-6 2 0,13 6 0 16,-9-10 0-16,9 10-7 0,-5-12 0 16,5 12 0-16,9-7 0 15,3 4 0-15,11 3 0 16,-3 3 0-16,3 7 0 15,3-1 0-15,-3 7 0 0,-3 0 0 16,-5 2 0-16,-8 2 0 16,-1-3 0-16,-6-2 0 15,-9 1 0-15,-3-4 0 16,-5 0 0-16,0-5 0 0,1-1 0 16,-1-4 0-16,2-2 0 15,3 0 0-15,7-10 0 16,5-5 0-16,3 2 0 15,9-4 0-15,5-3 0 0,3 1 0 16,2-1 0-16,1 2 0 16,0 3 0-16,-7 4 0 15,2 3 0-15,-3 3 0 16,-15 5 0-16,14 5 0 16,-8 4 0-16,-4 4 0 0,1 4 0 15,2-2 0-15,-3 5 0 16,0-3 0-16,7 1 0 15,-5-4 0-15,4-1 0 0,-8-13 0 16,20 17-3-16,-11-9-84 16,3-8-3-16</inkml:trace>
  <inkml:trace contextRef="#ctx0" brushRef="#br1" timeOffset="10619.84">13762 16605 487 0,'0'0'3'0,"0"0"2"0,-5-7 0 16,5 7 1-16,-3-11-1 15,3 11-5-15,0-17 0 16,8 9 0-16,4 1 0 0,5 2 0 16,4 3 0-16,0 0 0 15,2 2 0-15,0 0 0 16,-4 6 0-16,-1 4 0 16,-4 5 0-16,-3 6 0 15,-9-2 0-15,-2 1 0 0,-7 7 0 16,-1-4 0-16,-7 1 0 15,0-2 0-15,-2-4 0 16,7 2 0-16,0-5 0 16,5-3 0-16,5-12 0 0,7 13 0 15,9-12 0-15,0-1 0 16,12 0 0-16,2-4 0 16,7 1 0-16,-5-4-29 15,8-1-58-15,-5 1-4 0</inkml:trace>
  <inkml:trace contextRef="#ctx0" brushRef="#br1" timeOffset="10903.01">14458 16786 511 0,'0'0'0'0,"0"0"0"0,0 0 0 0,0 0 0 0,0 0 0 16,0 0 0-16,9 7 0 16,-6 5 0-16,-1 4 0 15,2 6 0-15,2 0 0 16,0 5 0-16,-6-2 0 0,7 5-8 15,10-9-79-15,-17-1-2 16</inkml:trace>
  <inkml:trace contextRef="#ctx0" brushRef="#br1" timeOffset="11069.81">14261 16884 482 0,'0'0'4'16,"0"0"0"-16,0 0 1 15,0 0 0-15,13-10 0 0,1 6 1 16,6 2-6-16,5-6 0 16,10 3 0-16,9 2-16 15,23 1-68-15,-17-5-2 16</inkml:trace>
  <inkml:trace contextRef="#ctx0" brushRef="#br1" timeOffset="11537.02">14820 16692 480 0,'0'0'5'16,"0"0"1"-16,0 0 1 0,0 0 0 15,0 0-1-15,0 12-6 16,2 1 0-16,-2 1 0 16,2 6 0-16,-2 2 0 0,6 6 0 15,-3 1 0-15,1 1 0 16,4-3 0-16,-1 1 0 15,1-6 0-15,-1-5 0 16,-2 1 0-16,-2-11 0 0,-3-7 0 16,1 9 0-16,-1-9 0 15,-4-2 0-15,-1-8 0 16,-2-5 0-16,-1-7 0 16,1-2 0-16,4-4 0 0,1-7 0 15,2 1 0-15,2 2 0 16,8 0 0-16,3-1 0 15,1 9 0-15,4 3 0 16,1 4 0-16,2 7 0 0,-1 8 0 16,3 2 0-16,-2 0 0 15,-1 9 0-15,-3 2 0 16,-4 6 0-16,-6 0 0 16,-4 3 0-16,-3 0 0 0,-7 0 0 15,-12 2 0-15,3 0 0 16,-7 0 0-16,-2-4 0 15,4-1 0-15,-2-5-27 16,-2 1-60-16,15-8-3 16</inkml:trace>
  <inkml:trace contextRef="#ctx0" brushRef="#br1" timeOffset="11969.79">15224 16827 451 0,'0'0'5'0,"0"0"1"0,0 0 2 0,-4 16 0 0,4-16 0 16,-5 17 1-16,2-9 0 0,3 1-2 15,0 1-7-15,0-10 0 16,10 15 0-16,1-13 0 16,2-2 0-16,6 0 0 15,-2-5 0-15,3-2 0 16,0-4 0-16,-3 0 0 0,1 1 0 15,-6 0 0-15,-1 0 0 16,-2 3 0-16,-9 7 0 16,10-8 0-16,-10 8 0 0,0 0 0 15,5 10 0-15,-5 3 0 16,8 1 0-16,-3 1 0 16,-1 6 0-16,1 0 0 15,2 2 0-15,-2-1 0 16,-1 0 0-16,-2-2 0 0,-2 0 0 15,0-3 0-15,-8-2 0 16,-4-3 0-16,-7-2 0 16,1-4 0-16,-7-2 0 0,-3-4 0 15,1 0 0-15,-1-3 0 16,1-9-21-16,-5-5-66 16,15-3-3-16</inkml:trace>
  <inkml:trace contextRef="#ctx0" brushRef="#br1" timeOffset="12336.5">15566 16491 497 0,'0'0'4'0,"0"0"1"0,0 0 0 0,0 0-5 15,0 0 0-15,0 0 0 16,7-8 0-16,-7 8 0 15,14-2 0-15,0 2 0 0,0-2 0 16,1 2 0-16,1 0 0 16,3 4 0-16,-5 6 0 15,-1 1 0-15,-3 1 0 16,-5 2 0-16,-5 6 0 0,0 0 0 16,-5 0 0-16,-2 2 0 15,0-3 0-15,-2 2 0 16,0-4 0-16,4 1 0 15,0-4 0-15,5-2 0 16,0-2 0-16,0-10 0 0,22 13 0 16,-4-8 0-16,2-5 0 15,10 5-13-15,16-5-74 16,-13-8-2-16</inkml:trace>
  <inkml:trace contextRef="#ctx0" brushRef="#br1" timeOffset="12653.26">16162 16726 502 0,'0'0'3'0,"0"0"1"0,0 0-2 0,0 0-2 15,0 0 0-15,0 0 0 16,-5 12 0-16,5 4 0 16,5 3 0-16,0 9 0 15,2-2 0-15,-2 9 0 0,0 1 0 16,-2-7 0-16,2 3-4 15,4-5-83-15,-9-7-3 0</inkml:trace>
  <inkml:trace contextRef="#ctx0" brushRef="#br1" timeOffset="12819.87">15973 16858 471 0,'0'0'5'16,"0"0"0"-16,0 0 1 0,0-10 0 15,0 10 0-15,19-13 0 16,-1 8 0-16,10 0-6 16,1-2-8-16,9 4-75 15,7 0-3-15</inkml:trace>
  <inkml:trace contextRef="#ctx0" brushRef="#br1" timeOffset="13219.8">16383 16840 462 0,'0'0'3'15,"0"0"1"-15,0 0 1 16,7 8 0-16,-7-8 0 16,18 14 0-16,-6-6 0 0,1-1 1 15,4 0-4-15,1-4 1 16,1 0-1-16,1-3 2 15,5-6-4-15,0-5 0 0,3-4 0 16,-1-6 0-16,-3-4 0 16,-4-7 0-16,-2-2 0 15,-6-3 0-15,-2-8 0 16,-10 0 0-16,0 1 0 0,-13 5 0 16,1 1 0-16,-5 13 0 15,-1 3 0-15,-1 13 0 16,1 9 0-16,-2 12 0 15,3 13 0-15,4 7 0 0,3 7 0 16,8 9 0-16,2 1 0 16,5 3 0-16,10 0 0 15,3-2 0-15,11-1 0 16,-7-18-4-16,-7 3-82 16,20-12-3-16</inkml:trace>
  <inkml:trace contextRef="#ctx0" brushRef="#br1" timeOffset="13402.1">16900 16787 470 0,'0'0'5'15,"0"0"0"-15,0 0 1 16,-6 6 0-16,6 5 1 16,-1 0 0-16,1 4-2 15,0 5-5-15,1 4 0 0,5 0 0 16,1-3 0-16,-2-1-9 15,3-3-74-15,4-1-4 0</inkml:trace>
  <inkml:trace contextRef="#ctx0" brushRef="#br1" timeOffset="13767.44">17084 16397 496 0,'0'0'4'16,"0"0"1"-16,-5-13 1 16,5 13-6-16,0-12 0 0,0 12 0 15,0-16 0-15,0 16 0 16,7-16 0-16,5 10 0 16,6 6 0-16,-1 0 0 15,3 0 0-15,0 6 0 16,-1 6 0-16,-1 3 0 0,-3 5 0 15,-7 2 0-15,-3 3 0 16,-5 2 0-16,-3 0 0 16,-7-3 0-16,-3 1 0 0,4-4 0 15,-4-2 0-15,6-6 0 16,2-1 0-16,5-2 0 16,0-10 0-16,20 5 0 15,0-5 0-15,7 0 0 16,5 0 0-16,10 0 0 0,3-8-82 15,-5 1-8-15</inkml:trace>
  <inkml:trace contextRef="#ctx0" brushRef="#br1" timeOffset="14369.85">17404 16843 495 0,'0'0'2'0,"0"0"1"0,0 0 1 0,7 0 1 0,-7 0-3 16,18 0-2-16,0 0 0 15,-1 0 0-15,5 0 0 16,8 0 0-16,5 0 0 16,2 0 0-16,0 0 0 0,10-3-36 15,-5-2-50-15,1-5-4 16</inkml:trace>
  <inkml:trace contextRef="#ctx0" brushRef="#br1" timeOffset="14803.16">17981 16763 478 0,'0'0'3'0,"0"0"0"15,0 0 1-15,0 0 0 16,0 13 1-16,0-13 1 0,9 14-1 16,-9-14-2-16,18 14-3 15,-8-10 0-15,7 0 0 16,5-4 0-16,3-1 0 16,0-6 0-16,5-10 0 15,4 3 0-15,-1-8 0 0,-1-8 0 16,-2-2 0-16,-10-3 0 15,-3-4 0-15,-4-6 0 16,-10 4 0-16,-8-5 0 0,-6 5 0 16,-6 5 0-16,2 7 0 15,-7 7 0-15,4 9 0 16,-2 11 0-16,6 10 0 16,-2 9 0-16,6 12 0 15,3 6 0-15,5 7 0 0,2 5 0 16,5 0 0-16,7 0 0 15,11-5 0-15,2-3 0 16,0-3 0-16,9-4-18 0,10-10-70 16,-9-7-1-16</inkml:trace>
  <inkml:trace contextRef="#ctx0" brushRef="#br1" timeOffset="15219.84">18470 16713 440 0,'0'0'6'0,"0"0"1"0,0 0 2 0,-9-4 0 16,9 4 2-16,-4-12 0 16,4 12 0-16,4-13-4 15,5 5-7-15,1 6 0 16,-1-5 0-16,7 4 0 0,-2 1 0 15,2 2 0-15,2 0 0 16,1 0 0-16,-4 5 0 16,2 0 0-16,-4 4 0 15,-1 2 0-15,-5 1 0 0,-4 2 0 16,-3 1 0-16,-5 3 0 16,-10-3 0-16,0 2 0 15,-2-2 0-15,-1-1 0 16,-2-3 0-16,6-1 0 15,4 0 0-15,-3-5 0 0,13-5 0 16,0 0 0-16,0 0 0 16,18 7 0-16,-4-7 0 15,9-3 0-15,2-1 0 0,-2-4 0 16,9 1 0-16,-11-3-82 16,2-2-8-16</inkml:trace>
  <inkml:trace contextRef="#ctx0" brushRef="#br1" timeOffset="15619.91">18709 16201 490 0,'0'0'4'0,"0"-10"1"0,0 10 0 0,0-14 2 0,5 0-7 16,2 3 0-16,3 1 0 16,3-3 0-16,3 6 0 15,5 2 0-15,-1 2 0 16,-1 3 0-16,4 8 0 0,-3 4 0 16,-6 8 0-16,2 3 0 15,-9 1 0-15,-7 4 0 16,0 1 0-16,-5-2 0 15,-8 0 0-15,1-2 0 0,-3-3 0 16,3-2 0-16,2-5 0 16,4-3 0-16,4-1 0 15,2-2 0-15,13-4 0 16,6 0 0-16,9 1 0 0,6-6 0 16,21-4-45-16,0 4-42 15,7-7-3-15</inkml:trace>
  <inkml:trace contextRef="#ctx0" brushRef="#br1" timeOffset="16836.43">13101 17320 288 0,'0'0'7'0,"0"0"1"0,0 0 2 0,0 0 3 16,0 0 2-16,0 0 0 15,0 0 4-15,0 0 1 16,0 0-6-16,0-9-2 16,0 9-2-16,0 0-2 0,0 0-1 15,0 0-1-15,7 0-2 16,-7 0-2-16,15 0 0 15,0 0-1-15,4 2 0 0,6 1 0 16,5-1 0-16,10 0-1 16,10 1 1-16,5 0-1 15,14 1-1-15,9-1 1 16,13 0 0-16,11-2-1 16,15 2 1-16,10-3-1 15,14 3-2-15,10-1 0 0,14-2-1 16,11 0-2-16,10 0 0 15,8 0-1-15,12 0-1 16,5 0 0-16,10-5-1 0,-69 2 2 16,308-8-1-16,-20-4 2 15,-16-3-2-15,-31-2 4 16,-39 1 1-16,-44-6 3 16,-37 5 3-16,-67 3 0 15,-17-1 4-15,-17 6 0 0,-14-2 0 16,-16 3-1-16,-20 1 0 15,-15 3-2-15,-23-1 3 16,-22 4 0-16,-17 1-2 0,-13 0 0 16,-17 1-3-16,-15 2-5 15,0 0-13-15,0 0-57 16,-9 5-4-16</inkml:trace>
  <inkml:trace contextRef="#ctx0" brushRef="#br1" timeOffset="17788.95">14162 17673 405 0,'0'0'8'0,"0"0"2"0,0 0 3 16,0 0 0-16,0-8 3 16,0 8-1-16,2-10 2 0,-2 10-3 15,2-7-14-15,-2 7 0 16,13-13 0-16,-13 13 0 15,20-10 0-15,-7 5 0 0,1 3 0 16,6-4 0-16,-1 5 0 16,2 1 0-16,-1 0 0 15,2 0 0-15,-5 7 0 16,0 4 0-16,-1-3 0 0,-4 7 0 16,-6 3 0-16,-4 1 0 15,-2-19 0-15,-2 17 0 16,-4 6 0-16,-9-3 0 15,-3 3 0-15,-3 1 0 16,-4-2 0-16,-3-2 0 16,1 0 0-16,-1-2 0 0,-1 1 0 15,6-6 0-15,-1-1 0 16,24-12 0-16,0 0 0 16,0 0 0-16,0 0 0 15,0 0 0-15,10 5 0 16,-1 0 0-16,51 0 0 15,20-7 0-15,-36-4-7 0,0 4-79 16,2-3-3 0</inkml:trace>
  <inkml:trace contextRef="#ctx0" brushRef="#br1" timeOffset="18535.81">14787 17886 396 0,'0'0'4'0,"0"0"2"0,0 0 1 0,0 0 2 16,0 0 1-16,0 0 0 15,0 0 1-15,0 0 2 16,0 0-3-16,0 0-2 16,0 0 0-16,0 0-2 0,0 0 1 15,0 0-1-15,41 12-6 16,-32-12 0-16,3-3 0 15,2-5 0-15,2 1 0 16,0-5 0-16,-2-8 0 16,2 3 0-16,-2-3 0 0,-1-7 0 15,-1-1 0-15,0-1 0 16,-1 0 0-16,-6-7 0 16,-1 4 0-16,-1 0 0 15,-3 2 0-15,0 0 0 0,0 3 0 16,0 3 0-16,-5 1 0 15,-2 7 0-15,0 2 0 16,-4 4 0-16,4 10 0 0,-3 0 0 16,2 7 0-16,1 6 0 15,-2 2 0-15,6 5 0 16,-2 2 0-16,1 1 0 16,4 1 0-16,0 7 0 15,0-5 0-15,4 4 0 16,3-3 0-16,3 0 0 0,3-2 0 15,3-2 0-15,2-4 0 16,4-1 0-16,1-3 0 16,-1-3 0-16,1 0 0 0,-2-2 0 15,0-2 0-15,-1-3 0 16,-1 0 0-16,-1-5 0 16,-4 2 0-16,2-2 0 15,-4 0 0-15,-5 0 0 0,-7 0 0 16,8 0 0-16,-8 0 0 15,0 0-55-15,0 0-35 16,-6-5-1-16</inkml:trace>
  <inkml:trace contextRef="#ctx0" brushRef="#br1" timeOffset="18786.01">15364 17662 505 0,'0'0'6'0,"0"0"-6"0,0 0 0 15,0 0 0-15,0 0 0 0,0 0 0 16,5 15 0-16,-5-5 0 16,0-10 0-16,0 0 0 15,2 22 0-15,1 3 0 16,-3-3 0-16,2-2 0 15,2 13-4-15,0-4-86 16,-1-1 0-16</inkml:trace>
  <inkml:trace contextRef="#ctx0" brushRef="#br1" timeOffset="28655.57">15660 18126 402 0,'0'0'7'0,"0"0"4"0,0 0 1 16,0 0 2-16,0 0 1 15,0 0 1-15,0 0 0 16,0 0-1-16,0 0-12 16,0 0-3-16,0-5 0 15,0 0 0-15,0 0 0 0,3 0 0 16,-3 0 0 0,0 0 0-16,7 0 0 0,-7 5 0 15,5 0 0-15,-1 2 0 16,5 1 0-16,-5-1 0 15,34 26 0-15,-29-17 0 16,4 3 0-16,22 15 0 16,-17-11 0-16,-18-18 0 15,26 12 0-15,-3 1 0 0,-23-13 0 16,0 0 0-16,9-3 0 16,2-5 0-16,31-50 0 15,-37 30 0-15,2-2 0 16,-2-7 0-16,-2 0 0 15,-1-4 0-15,1 2 0 0,-1 1 0 16,1-8 0-16,1 5 0 16,-4-2 0-16,3 6 0 15,-3-2 0-15,5 3 0 16,-5 4 0-16,2 6 0 16,0 3 0-16,0 0 0 0,-2 3 0 15,4 6 0-15,-4 7 0 16,3-4 0-16,-3 2 0 15,0 9 0-15,0-13 0 0,0 13 0 16,0 0 0-16,2-12 0 16,-2 12 0-16,0 0 0 15,0 0 0-15,0 0 0 16,0 0 0-16,0 0 0 0,0 0 0 16,0 0 0-16,0 0 0 15,0 0 0-15,0 0 0 16,0 0 0-16,0 0 0 15,0 0 0-15,0 0 0 16,0 0 0-16,0 0 0 0,0 0 0 16,0 0 0-16,0 0 0 15,0 0 0-15,0 0 0 16,0 0 0-16,0 0 0 0,15-8 0 16,-15 8 0-16,15-2 0 15,-5 2 0-15,5-3 0 16,3 0 0-16,6 3 0 15,1 0 0-15,0-2 0 0,5 0 0 16,4-1 0-16,4 3 0 16,-1-1 0-16,2 1 0 15,6-4 0-15,-3 4 0 16,3-2 0-16,2 2 0 16,-2-2 0-16,2 2 0 15,1-3 0-15,-4 3 0 0,1 0 0 16,0 0 0-16,-4 0 0 15,5 0 0-15,-4 3 0 16,3-3 0-16,-3 0 0 0,0 0 0 16,0 0 0-16,3 0 0 15,0 0 0-15,-3 0 0 16,3 0 0-16,-1 0 0 16,3 0 0-16,-4 0 0 0,4 0 0 15,-3-3 0-15,4 0 0 16,-3 0 0-16,-3 2 0 15,3-2 0-15,-3 0 0 16,0-1 0-16,-2 1 0 0,2 1 0 16,-5-1 0-16,4 1 0 15,-2-2 0-15,-2 0 0 16,3 0 0-16,-2 1 0 16,1 0 0-16,-2 1 0 0,3-1 0 15,0 1 0-15,0 0 0 16,-1-1 0-16,-2 0 0 15,6 1 0-15,-4 0 0 16,1-1 0-16,-2-2 0 0,1 2 0 16,-2 2 0-16,3-2 0 15,-4 0 0-15,-2-2 0 16,3 3 0-16,-2-3 0 16,-3-1 0-16,3 5 0 0,-3-5 0 15,0 2 0-15,-2 1 0 16,0-2 0-16,15-2 0 15,-21 2 0-15,6 3 0 16,-5-4 0-16,-2 4 0 16,-3-1 0-16,1 1 0 15,7-3 0-15,-4 5 0 16,-24 0 0-16,17-3 0 0,-17 3 0 16,9 0 0-16,-9 0 0 15,0 0 0-15,0 0 0 16,0 0 0-16,0 0 0 15,0 0-35-15,0 0-51 0,0 0-2 16</inkml:trace>
  <inkml:trace contextRef="#ctx0" brushRef="#br1" timeOffset="29719.84">16279 17829 416 0,'0'0'6'0,"0"0"5"0,0 0 1 0,0 0 1 16,0 0 2-16,2-8 0 0,-2 8 0 16,0 0-7-16,0 0-8 15,0 0 0-15,0 0 0 16,0 0 0-16,0 0 0 16,0 0 0-16,0 0 0 0,2 5 0 15,-2 0 0-15,13 47 0 16,-13-27 0-16,0-25 0 15,2 27 0-15,4-2 0 16,-6-25 0-16,0 27 0 16,5 0 0-16,-5-27 0 15,0 0 0-15,0 13 0 0,0-3 0 16,0 0 0 0,0-1 0-16,0-28 0 0,-3 4 0 15,3-9 0-15,0-1 0 16,0-6 0-16,0 1 0 15,5-2 0-15,0 0 0 16,2 1 0-16,3-2 0 0,3 3 0 16,-1 0 0-16,3 4 0 15,-3 3 0-15,6 3 0 16,-5 5 0-16,4 8 0 16,-3 4 0-16,-1 3 0 0,-3 7 0 15,0 6 0-15,-8 4 0 16,0 3 0-16,-2-20 0 15,0 0 0-15,-4 27 0 16,-6 3 0-16,-8-10 0 0,4 0 0 16,14-20 0-16,-28 27 0 15,1-2 0-15,-10 1-2 16,19-20-24-16,-4-1-57 16,12-5-4-16</inkml:trace>
  <inkml:trace contextRef="#ctx0" brushRef="#br1" timeOffset="30287.99">16502 17873 438 0,'0'0'7'0,"0"0"3"0,-2-5 1 0,2 5 1 16,0 0 1-16,0-12-1 15,0 12-4-15,7-15-8 16,-7 15 0-16,10-8 0 0,-10 8 0 16,15-7 0-16,-15 7 0 15,14-3 0-15,-14 3 0 16,18 0 0-16,-18 0 0 15,0 0 0-15,0 0 0 16,0 0 0-16,7 8 0 0,1 2 0 16,0 0 0-16,-3 0 0 15,-5 2 0 1,0 1 0-16,0-1 0 0,-3 2 0 16,3-14 0-16,0 0 0 15,0 0 0-15,-32 30 0 16,32-30 0-16,0-7 0 15,0 7 0-15,7-15 0 0,0 7 0 16,1 0 0-16,2-1 0 16,0 4 0-16,-10 5 0 15,18-11 0-15,-18 11 0 16,0 0 0-16,0 0 0 0,0 0 0 16,9 0 0-16,3 0 0 15,-1 0 0-15,1 0 0 16,-12 0 0-16,10 11 0 15,0 3-49-15,-3-6-38 16,3 5-2-16</inkml:trace>
  <inkml:trace contextRef="#ctx0" brushRef="#br1" timeOffset="30653.57">16852 17677 460 0,'0'0'4'0,"0"0"2"0,0 0 2 0,-2-7 2 16,2 7-1-16,-3-10 1 16,3 10-6-16,0-10-4 15,0 10 0-15,0-13 0 16,0 13 0-16,5-8 0 0,-5 8 0 16,11-9 0-16,-11 9 0 15,14-8 0-15,-14 8 0 16,17 0 0-16,-9 3 0 15,-8-3 0-15,15 14 0 16,-7-3 0-16,-1 1 0 0,-5 3 0 16,1-1 0-16,-1 4 0 15,-2-3 0-15,0 2 0 16,0-17 0-16,0 33 0 0,0-18 0 16,0-15 0-16,0 0 0 15,0 44 0-15,3-34 0 16,1 0 0-16,5-2 0 15,3-3 0-15,8-5-56 16,-3 0-30-16</inkml:trace>
  <inkml:trace contextRef="#ctx0" brushRef="#br1" timeOffset="30886.42">17349 17779 471 0,'0'0'4'15,"0"0"3"-15,0 0 3 16,0 0 1-16,0 0-3 0,0 0-8 16,0 0 0-16,0 0 0 15,0 0 0-15,0 10 0 16,0-10 0-16,0 0 0 16,0 0 0-16,0 0 0 15,0 12 0-15,3 0-7 16,0 1-80-16,4 27-4 15</inkml:trace>
  <inkml:trace contextRef="#ctx0" brushRef="#br1" timeOffset="31053.42">17280 17868 480 0,'0'0'5'16,"0"0"1"-16,-8-7 2 15,8 7 0-15,0 0-4 16,-4-15-4-16,4 15 0 0,2-10 0 15,-2 10 0-15,14-13 0 16,-4 7-73-16,10 0-15 16</inkml:trace>
  <inkml:trace contextRef="#ctx0" brushRef="#br1" timeOffset="31569.85">17771 17670 486 0,'0'0'5'0,"0"0"2"0,0 0 1 16,0 0-3-16,0 0-5 16,0 0 0-16,-4 10 0 15,4-10 0-15,0 18 0 16,0-11 0-16,0-7 0 16,0 0 0-16,0 22 0 0,2 0 0 15,-2-22 0-15,5 27 0 16,0 3 0-16,-5-30 0 15,6 27 0-15,1 2 0 16,-7-29 0-16,5 25 0 16,-1 3 0-16,-4-28 0 15,10 25 0-15,-10-25 0 0,0 0 0 16,-2-10 0-16,-1-5 0 16,1-2 0-16,-1-5 0 15,1-3 0-15,2 3 0 16,0-6 0-16,0 1 0 0,0 0 0 15,5-3 0-15,0 2 0 16,3 4 0-16,2 4 0 16,2 0 0-16,5 3 0 15,0 4 0-15,3 9 0 0,-2 4 0 16,-1 0 0-16,1 10 0 16,-4-3 0-16,-1 8 0 15,-4 2 0-15,2 1 0 16,-9-1 0-16,4 0 0 0,-6 0 0 15,0 3 0-15,-3-2 0 16,-2-3 0-16,-6-1 0 16,0-1-7-16,-7-6-79 15,6 1-2-15</inkml:trace>
  <inkml:trace contextRef="#ctx0" brushRef="#br1" timeOffset="32053.51">18112 17851 442 0,'0'0'6'0,"0"0"3"0,0 0 1 16,0 0 1-16,0 0 1 0,0 0 0 16,0 0-3-16,0 0-9 15,0 0 0-15,0 0 0 16,0 0 0-16,0 0 0 15,11-3 0-15,-11 3 0 0,12-2 0 16,-5 2 0-16,6 0 0 16,-6-3 0-16,5 1 0 15,1-1 0-15,-3-2 0 16,-1 3 0-16,2-3 0 16,-1 0 0-16,-3 2 0 15,3-4 0-15,-10 7 0 0,12-5 0 16,-12 5 0-16,0 0 0 15,0 0 0-15,0 0 0 16,0 0 0-16,0 0 0 16,0 0 0-16,3 3 0 0,-3 1 0 15,2 1 0-15,8 53 0 16,-10-30 0-16,0-28 0 16,0 26 0-16,-5 0 0 15,5-26 0-15,-10 25 0 16,-2 0 0-16,12-25 0 15,-21 21 0-15,2-4 0 0,19-17 0 16,-25 10 0-16,3 0-83 16,22-10-6-16</inkml:trace>
  <inkml:trace contextRef="#ctx0" brushRef="#br1" timeOffset="32453.32">18388 17635 481 0,'0'0'5'0,"0"0"2"0,0 0 0 0,0 0 2 0,-3-6-7 16,3 6-2-16,0 0 0 15,0-11 0-15,0 11 0 16,0 0 0-16,10-13 0 0,-10 13 0 15,15-7 0-15,-7 2 0 16,1 3 0-16,2 2 0 16,-1 0 0-16,-1 2 0 15,2 6 0-15,-4 3 0 16,0 0 0-16,-2 1 0 0,1 5 0 16,-6 1 0-16,0-1 0 15,0 1 0-15,0 1 0 16,-6-1 0-16,4 2 0 15,-3-6 0-15,5-14 0 0,0 0 0 16,-7 45 0-16,9-35 0 16,5-3 0-16,9-2 0 15,-16-5-54-15,39 11-35 16</inkml:trace>
  <inkml:trace contextRef="#ctx0" brushRef="#br1" timeOffset="48952.65">11249 17181 383 0,'0'0'6'0,"0"0"3"0,0 0 3 0,0 0 1 16,0 0 2-16,0 0 1 16,-5 6 0-16,5-6 2 15,0 0-7-15,0 0-2 16,0 0-6-16,11 5-3 15,-4-5 0-15,5 2 0 0,3-2 0 16,2 0 0-16,4 0 0 16,-5-2 0-16,7 2-8 15,-23 0-71-15,13 0-7 16</inkml:trace>
  <inkml:trace contextRef="#ctx0" brushRef="#br1" timeOffset="49119.85">11155 17355 432 0,'0'0'4'0,"0"0"2"16,0 0 1-16,0 0 2 0,0 0 1 16,0 0 0-16,8 3 0 15,-1 0 1-15,5-3-4 16,6 0-4-16,-1 0-8 16,3 0-37-16,5 0-41 15,0 0-3-15</inkml:trace>
  <inkml:trace contextRef="#ctx0" brushRef="#br1" timeOffset="49636.22">11809 17142 378 0,'0'0'9'16,"0"0"3"-16,0 0 2 15,0-11 2-15,0 11 1 0,0-8 1 16,0 8 1-16,-13-11 0 16,3 9-10-16,-5 2-9 15,-2 0 0-15,-3 10 0 0,-3 5 0 16,-1 2 0-16,4 5 0 15,10-9 0-15,2 4 0 16,1-2 0-16,0 2 0 16,2 3 0-16,0 0 0 15,5-3 0-15,0 3 0 16,0-3 0-16,7 1 0 0,3-4 0 16,-1 1 0-16,5-2 0 15,-2-1-6-15,0-4-80 16,5-1-1-16</inkml:trace>
  <inkml:trace contextRef="#ctx0" brushRef="#br1" timeOffset="50003">11931 17214 449 0,'0'0'5'0,"0"0"3"0,0 0 2 15,0 0 0-15,-13 3 1 16,13-3 0-16,-7 9-4 15,-1-1-7-15,8-8 0 16,-6 17 0-16,4-9 0 16,-3 1 0-16,5 2 0 0,-2 1 0 15,2-2 0-15,0 2 0 16,2-2 0-16,3 3 0 16,3-4 0-16,4 1 0 15,0-4 0-15,4 0 0 0,-2 0 0 16,2-4 0-16,0-2 0 15,-16 0 0-15,41-17 0 16,-14-1 0-16,-3-4 0 16,-11-3 0-16,-13 0 0 0,-7 8 0 15,-11 0 0-15,-2 9 0 16,-1 8 0-16,-5 0 0 16,5 3 0-16,3 2 0 0,5 4 0 15,-1-9-42-15,14 0-44 16,-5 16-2-16</inkml:trace>
  <inkml:trace contextRef="#ctx0" brushRef="#br1" timeOffset="50419.8">12263 17197 477 0,'0'0'5'0,"0"0"1"15,0 0 1-15,0 0 2 16,0 0-2-16,-5 0-7 15,5 0 0-15,0 0 0 0,-10 7 0 16,10-7 0-16,-13 15 0 16,6-5 0-16,7-10 0 15,-7 14 0-15,7-14 0 0,-5 18 0 16,3-11 0-16,2 4 0 16,0-2 0-16,0 1 0 15,2 0 0-15,5 2 0 16,-2-3 0-16,0-2 0 15,3 2 0-15,-8-9 0 0,12 16 0 16,-5-7 0-16,-7-9 0 16,16 15 0-16,-16-15 0 15,7 13 0-15,-7-13 0 16,3 8 0-16,-3-8 0 16,-8 14 0-16,8-14 0 0,-18 7 0 15,6-3 0-15,-1-1 0 16,4 0 0-16,-6 2 0 15,2-3-8-15,1-2-36 0,-1 0-42 16,4-2-2-16</inkml:trace>
  <inkml:trace contextRef="#ctx0" brushRef="#br1" timeOffset="50786.5">12087 16881 439 0,'0'0'5'0,"0"0"2"0,0 0 2 0,5 3 2 16,-5-3-1-16,12 0 2 16,1 0 0-16,1 0-6 15,2 0-6-15,3 0 0 0,1 0 0 16,3 0 0-16,-4-3 0 15,6 3 0-15,-10 6-73 16,5-6-15-16</inkml:trace>
  <inkml:trace contextRef="#ctx0" brushRef="#br1" timeOffset="51003.25">12444 16721 455 0,'0'0'5'0,"0"0"2"16,0 0 0-16,0 0 1 15,13 2 1-15,-13-2 0 0,10 23 0 16,-5-6-7-16,2 7-2 16,-5 4 0-16,2 7 0 15,-8 2-84-15,4-2-1 16</inkml:trace>
  <inkml:trace contextRef="#ctx0" brushRef="#br1" timeOffset="51719.98">12897 16392 396 0,'0'0'6'0,"0"0"3"0,0 0 1 0,0 0 2 0,-7 0 1 0,7 0 1 16,-16 17 1-16,4 8 1 15,-1 14-7-15,-6 11 0 16,-1 14-7-16,-5 16-2 16,-3 9 0-16,7 10 0 15,10-45 0-15,1 9 0 0,1 1 0 16,4 8 0-16,2-1 0 15,3 11 0-15,3-3 0 16,9 5 0-16,11 1 0 16,11 1 0-16,11 0 0 0,7 2 0 15,17-16-14-15,7 12-74 16,10-7-4-16</inkml:trace>
  <inkml:trace contextRef="#ctx0" brushRef="#br1" timeOffset="52586.5">19627 15941 371 0,'0'0'10'0,"0"0"4"0,0 0 1 0,-7-3 0 16,7 3 2-16,0 0 1 16,0 5 1-16,7 10 2 15,16 6-10-15,5 12-11 0,11 11 0 16,13 17 0-16,13 8 0 16,15 18 0-16,1 14 0 15,4 8 0-15,2 10 0 0,-10 5 0 16,-44-60 0-16,-1 16 0 15,-17-3 0-15,-6 12 0 16,-9 2 0-16,-5 6 0 16,-24 2 0-16,-11 2 0 15,-10 9 0-15,-10 6 0 16,-14 1-39-16,-6-5-53 16</inkml:trace>
  <inkml:trace contextRef="#ctx0" brushRef="#br1" timeOffset="65219.82">20974 16754 436 0,'0'0'7'0,"0"0"2"0,0 0 2 16,0 0 1-16,0-8 1 15,0 8 1-15,0 0-5 16,0 0-9-16,5 10 0 16,-2 5 0-16,-1 4 0 0,-2 3 0 15,3 9 0-15,-3-1 0 16,3 1 0-16,-3 4 0 15,0-2 0-15,0-4 0 16,0 1 0-16,-3-6 0 0,0-4 0 16,-2-3 0-16,5-1 0 15,0-16 0-15,-2 10-38 16,2-10-51-16,0 0-3 0</inkml:trace>
  <inkml:trace contextRef="#ctx0" brushRef="#br1" timeOffset="65686.08">20724 16917 358 0,'0'0'8'0,"0"0"3"15,0 0 3-15,0 0 1 16,4-2 2-16,-4 2 1 16,0 0 1-16,8-3 1 0,-8 3-6 15,0 0-3-15,0 0-5 16,10 0-6-16,-10 0 0 16,15-6 0-16,-2 4 0 15,6 0 0-15,8-2 0 0,3-2 0 16,13-2 0-16,4 1 0 15,8 0 0-15,4-1 0 16,-1 1 0-16,0 0 0 16,-5 2 0-16,-5 2 0 15,-14 0 0-15,-2 3 0 0,-14 0 0 16,-3 0 0-16,-15 0 0 16,9 0 0-16,-9 0 0 15,-7 3 0-15,7-3 0 16,-17 3 0-16,17-3 0 0,-18 2 0 15,9 1 0-15,-2-1 0 16,11-2 0-16,-14 2 0 16,14-2 0-16,-10 8-58 0,10-8-36 15</inkml:trace>
  <inkml:trace contextRef="#ctx0" brushRef="#br1" timeOffset="66102.7">21887 16409 478 0,'0'0'4'0,"0"0"2"0,0 0 1 0,0 0-1 0,0 0 1 16,0 0-4-16,0 20-3 15,0 2 0-15,0 13 0 0,5 2 0 16,-1 10 0-16,4 6 0 16,-3 5 0-16,3-6 0 15,-1 2 0-15,-2-6 0 16,4 1 0-16,-9-11-12 16,-21-4-75-16,18-4-2 0</inkml:trace>
  <inkml:trace contextRef="#ctx0" brushRef="#br1" timeOffset="66853.35">21790 16845 429 0,'0'0'6'0,"0"-12"2"15,0 12 3-15,5-18 1 16,2 8 0-16,3-5 1 0,3 4 0 16,6-5-6-16,1 7-7 15,8 1 0-15,-1 0 0 16,8 3 0-16,-3 5 0 15,0 0 0-15,3 0-2 16,-3 0-10-16,0 5 0 0,-7-2 0 16,-2-3 1-16,0 0 4 15,-11 0 5-15,2-3 4 16,-14 3 5-16,13-15 3 16,-13 5 2-16,0 1 1 15,-5-2-1-15,-8 5-10 0,1 3-2 16,-8 0 0-16,1 3 0 15,-1 0 0-15,2 8 0 0,-2 2 0 16,7 4 0-16,1 4 0 16,8 2 0-16,4-3 0 15,2 2 0-15,8-1 0 16,5-2 0-16,2-4 0 0,6-2 0 16,-1-5 0-16,2-3 0 15,1-2 0-15,-2-2 0 16,0-9 0-16,-7-3 0 15,1 2 0-15,-6-6 0 16,-4 1 0-16,-1-3 0 0,-4 5 0 16,-2-3 0-16,0 6 0 15,0 5 0-15,0 7 0 16,0 0 0-16,-6 5 0 16,6 7 0-16,0 5 0 15,0 1 0-15,4 5 0 0,1-1 0 16,-1-5 0-16,1-2 0 15,2 0 0-15,2-5 0 16,-2-6 0-16,2-1 0 0,1-3 0 16,-2-7 0-16,4-8 0 15,0-3 0-15,6 1 0 16,-6-4 0-16,4 2 0 16,-4 2 0-16,1-1 0 15,-4 8 0-15,-9 10 0 0,12-10 0 16,-12 10 0-16,11 10 0 15,-9 3 0-15,3 2 0 16,0 0 0-16,0 2 0 0,0 1 0 16,3-1 0-16,-3 0 0 15,4-2 0-15,-2-3 0 16,2 0 0-16,-9-12-28 16,12 7-61-16,-12-7-3 15</inkml:trace>
  <inkml:trace contextRef="#ctx0" brushRef="#br1" timeOffset="67105.2">22522 16486 506 0,'0'0'5'0,"0"0"-5"0,6 0 0 0,-6 0 0 16,10 0 0-16,-10 0 0 16,16 0 0-16,2 0 0 15,2-3 0-15,2 3 0 0,1 0 0 16,9 0-24-16,-2 0-64 16,0-4-3-16</inkml:trace>
  <inkml:trace contextRef="#ctx0" brushRef="#br1" timeOffset="67286.2">22841 16337 472 0,'0'0'5'15,"0"0"2"-15,0 0 1 0,0 0 0 16,0 0 1-16,2 12-7 16,3 4-2-16,0 3 0 15,6 3 0-15,-4 6 0 16,5 6 0-16,-5-4 0 15,8 5-23-15,-3-10-63 0,-5-3-4 16</inkml:trace>
  <inkml:trace contextRef="#ctx0" brushRef="#br1" timeOffset="67653.16">23464 15785 431 0,'0'0'4'16,"0"0"1"-16,0 0 0 0,-9 5 2 16,-2 7 2-16,-3 13 2 15,-7 7 2-15,-4 15 0 16,1 8-3-16,-6 17-7 15,1 9-3-15,-1 9 0 16,5 11 0-16,2 0 0 16,0 5 0-16,9 5 0 0,4-3 0 15,6 1 0-15,4-57 0 16,2 7 0-16,8-4 0 16,2 4 0-16,9-4 0 15,8 2 0-15,-2-10 0 0,5 0 0 16,1-5-69-16,9-7-23 15</inkml:trace>
  <inkml:trace contextRef="#ctx0" brushRef="#br1" timeOffset="68486.66">23750 15774 424 0,'0'0'6'0,"0"0"4"0,0 0 0 0,0 0 2 16,0 0 0-16,0 0 1 16,5 3 0-16,-5-3-2 15,3 21-11-15,-1-3 0 16,1 8 0-16,-3 4 0 15,5 4 0-15,-1 6 0 0,-1-3 0 16,2 0 0-16,-1-5 0 16,2-4 0-16,-3-6 0 15,1-2 0-15,-1-11 0 0,-3-9 0 16,0 0 0-16,0 0 0 16,0-4 0-16,-3-17 0 15,3 2 0-15,-2-12 0 16,0-5 0-16,-1-5 0 0,3-5 0 15,0-1 0-15,5 0 0 16,5 3 0-16,2 4 0 16,3 8 0-16,0 5 0 15,10 10 0-15,-8 9 0 16,11 8 0-16,-3 5 0 0,-4 10 0 16,0 6 0-16,-4 2 0 15,-5 7 0-15,-4 0 0 16,-6-1 0-16,-2-1 0 15,-10-1 0-15,-5-7 0 0,-6-3 0 16,-5-2 0-16,1-3 0 16,-4-7 0-16,4 1 0 15,-5-4 0-15,8-2 0 0,2 2 0 16,4-2-12-16,16 0-35 16,-14 0-42-16,14 0 0 15</inkml:trace>
  <inkml:trace contextRef="#ctx0" brushRef="#br1" timeOffset="69085.76">24101 15958 418 0,'0'0'6'0,"0"0"1"0,0 0 3 16,0 0 0-16,0 0 1 15,0 0 0-15,0 0 1 0,0 0-1 16,0 0-5-16,-3 4-2 16,3-4-2-16,0 17-1 15,5-9 1-15,0 7-2 16,5-5 0-16,3 3 0 16,1-3 0-16,4-5 0 15,-1 0 0-15,3-5 0 0,-8 0 0 16,8-5 0-16,-8-5 0 15,-2 0 0-15,-2-5 0 16,-3 3 0-16,0-2 0 0,-5 3 0 16,0 1 0-16,0 10 0 15,0-12 0-15,0 12 0 16,0 0 0-16,-5 12 0 0,5 1 0 16,0 2 0-16,5 4 0 15,-1 3 0-15,5 6 0 16,-2-6 0-16,-2 3 0 15,-3 0 0-15,0-5 0 16,-2 0 0-16,-4-6 0 16,-6 1 0-16,-3-3 0 0,-4-4 0 15,2 2 0-15,-10-7-22 16,1-2-66-16,1 2-2 16</inkml:trace>
  <inkml:trace contextRef="#ctx0" brushRef="#br1" timeOffset="69520.12">23598 16463 377 0,'0'0'7'0,"0"0"3"0,0 0 1 0,0 0 3 0,6 3 2 16,-6-3 0-16,19 2 2 16,1-2 1-16,5 0-5 15,8 0-5-15,9 0-9 16,12 0 0-16,3-2 0 0,13-1 0 15,4 1 0-15,4-3 0 16,4 0 0-16,2 0 0 16,-7 1 0-16,-3-2 0 0,-12 4 0 15,-11-1 0-15,-12 1 0 16,-9-1 0-16,-12 3 0 16,-6 0 0-16,-12 0 0 15,0 0 0-15,0 0 0 0,-7 3 0 16,-4-3-11-16,-13 5-78 15,11-1-3-15</inkml:trace>
  <inkml:trace contextRef="#ctx0" brushRef="#br1" timeOffset="70069.85">23899 16711 474 0,'0'0'3'0,"0"0"1"0,0 0 1 16,5 6-1-16,-5-6 2 16,2 12-1-16,1 0 1 15,0 8-2-15,-3 2-4 16,0 10 0-16,0 3 0 0,2-1 0 15,1 4 0-15,-1 1 0 16,1-7 0-16,-1 1 0 16,0-5 0-16,-2-9 0 15,3-2 0-15,-3-5 0 16,0-12 0-16,0 0 0 0,0 0 0 16,-5-2 0-16,0-12 0 15,-5-4 0-15,5-7 0 16,-2-5 0-16,2-2 0 15,2-5 0-15,3-5 0 0,0 2 0 16,8 1 0-16,1 3 0 16,4 3 0-16,2 8 0 15,5 0 0-15,-3 8 0 0,1 6 0 16,6 7 0-16,-3 4 0 16,3 0 0-16,-4 2 0 15,0 5 0-15,-5 4 0 0,-6 6 0 16,-6 0 0-16,-3 3 0 15,-5 0 0-15,-7 4 0 16,-6-2 0-16,-1-1 0 16,-4-2 0-16,5 2 0 15,-6 4-69-15,4-17-21 16</inkml:trace>
  <inkml:trace contextRef="#ctx0" brushRef="#br1" timeOffset="70603.71">24110 16843 486 0,'0'0'5'0,"0"0"2"0,0 0 0 0,0 0-1 0,5-6-6 15,5 2 0-15,0 1 0 16,5 0 0-16,5 1 0 15,3 2 0-15,-2 0 0 16,7 8 0-16,-6 2 0 0,-1-1 0 16,-5 7 0-16,-8-3 0 15,-3 4 0-15,-7 0 0 16,-9-3 0-16,-3 1 0 16,-9-3 0-16,6 0 0 15,-5-1 0-15,4-4 0 0,6-1 0 16,1-5 0-16,11-1 0 15,-9-1 0-15,9 1 0 16,7-20 0-16,6 4 0 0,4-3 0 16,6-1 0-16,-1-3 0 15,6 3 0-15,-4 4 0 16,-7 3 0-16,1 1 0 16,-3 6 0-16,-15 6 0 0,12 0 0 15,-12 0 0-15,0 21 0 16,-5-7 0-16,0 1 0 15,3 6 0-15,-3-2 0 16,5 1 0-16,0-1 0 0,2-1 0 16,6 0 0-16,5-6 0 15,-1-3 0-15,5-1 0 16,-2-8 0-16,0 0-77 16,9-8-14-16</inkml:trace>
  <inkml:trace contextRef="#ctx0" brushRef="#br1" timeOffset="71169.63">24652 15721 288 0,'0'0'11'0,"0"0"4"0,0 0 5 0,0 0 1 15,0 0 2-15,0 0 1 0,0 0 0 16,0 0 1-16,0 0-7 16,5 2-4-16,2 8-3 15,5 7-2-15,4 10-1 0,4 2-8 16,4 19 0-16,6 4 0 16,2 13 0-16,9 9 0 15,-2 8 0-15,1 4 0 16,3 11 0-16,-11-1 0 0,5 3 0 15,-10 2 0-15,-9-1 0 16,-8-1 0-16,-10 0 0 16,0-49 0-16,-11 2 0 15,-3-3 0-15,-2 4 0 16,-4-5 0-16,-4 2 0 16,-1-2 0-16,-3 2 0 0,3-9 0 15,-4 4 0-15,5-5 0 16,-6-1 0-16,9-4 0 15,-6-5 0-15,7-6-21 0,-2 1-70 16,4-13-4-16</inkml:trace>
  <inkml:trace contextRef="#ctx0" brushRef="#br1" timeOffset="73619.82">10652 17217 277 0,'0'0'5'0,"0"0"1"0,6 0 2 0,-6 0 1 16,0 0 1-16,0 0 3 15,13 9 0-15,-13-9 3 16,0 0-3-16,0 0 0 16,0 0-1-16,7 8-1 0,-7-8 1 15,0 0-1-15,0 0-1 16,15 2 0-16,-15-2-1 16,15 6-1-16,-8-6 0 0,9 0-2 15,-2 1 0-15,6-1-2 16,-1 0 0-16,7 0-1 15,3 0-1-15,1-1 0 16,2-2 0-16,1 0 0 16,1 1-1-16,-1-1 0 15,-1 1 0-15,-5 2 0 0,1-3 1 16,-3 1-2-16,-5 2 0 16,-1 0 0-16,-1 0 0 15,-1 0 0-15,-2 0 0 16,0 0 0-16,0-5 0 0,-3 5 0 15,6-2 0-15,-1-1 0 16,-2-2 0-16,2 0 0 16,-1 3 0-16,0-1 0 0,-3 1 0 15,-1-3 0-15,1 5 0 16,-3-3 0-16,-3 3 0 16,-7 0 0-16,16-2 0 15,-16 2 0-15,0 0 0 0,8 0 0 16,-8 0 0-16,0 0 0 15,0 0 0-15,0 0 0 16,0 0 0-16,0 0 0 16,0 0 0-16,0 0 0 15,0 0 0-15,0 0 0 0,0 0 0 16,0 0 0-16,0 0 0 16,0 0 0-16,0 0 0 15,-8 0-26-15,8 0-59 16,-11 0-2-16</inkml:trace>
  <inkml:trace contextRef="#ctx0" brushRef="#br1" timeOffset="74705.23">10609 17412 224 0,'0'0'4'0,"0"0"2"0,0 0 4 0,0 0 3 16,0 0 2-16,0 0 2 16,5 0 3-16,-5 0 1 0,0 0-2 15,9 0 0-15,-9 0-3 16,10 0-2-16,-10 0-3 15,15 0 0-15,-5-2-2 16,0 2 0-16,3 0-4 0,1 0 0 16,1 0 0-16,0 0-1 15,3-4 0-15,2 4-1 16,-1-1-1-16,4-2 0 16,-1 3 0-16,0-2 0 15,3 2-1-15,-2-2 1 0,-1-1-1 16,6 0 0-16,-7 1 0 15,2 2 0-15,2-3 0 16,-6 1 0-16,4 0 0 0,-3-1-1 16,-1 3 1-16,-1-3-1 15,2 1 1-15,-3 0-1 16,-1-1 0-16,1 3 1 16,-2-3-1-16,-1 1 0 15,-1 2 0-15,-1 0 0 0,-2 0 0 16,1 0 0-16,-2 0 0 15,-9 0 1-15,12-3-1 16,-12 3 0-16,16 0 0 16,-16 0 1-16,12 0 1 0,-12 0 0 15,0 0 0-15,10 0 0 16,-10 0 1-16,0 0 0 16,0 0 0-16,12 0 0 0,-12 0 1 15,0 0-4-15,0 0 0 16,0 0 0-16,0 0 0 15,0 0 0-15,8 0 0 16,-8 0 0-16,0 0 0 16,0 0 0-16,0 0 0 0,0 0 0 15,0 0-14-15,-5 3-70 16,5-3-3-16</inkml:trace>
  <inkml:trace contextRef="#ctx0" brushRef="#br3" timeOffset="81653.17">7408 16300 301 0,'0'0'7'0,"0"0"3"0,0-10 5 0,0 10 2 0,3-13 3 15,-3 13 1-15,5-12-3 16,-5 12 2-16,0 0-5 0,12 20-5 16,-10 10-3-16,4 14-3 15,-1 21-1-15,-1 15 2 16,4 18 0-16,-4 17 1 15,-1-52-1-15,-3 12 0 16,2 4 1-16,-2 13 0 0,0 0-1 16,-2 9-5-16,-3 3 0 15,0 4 0-15,0-1 0 16,-4 7 0-16,1-2 0 16,3 4 0-16,-5-9 0 15,3 4 0-15,-1-7-11 16,3 2-18-16,-1-8-55 15,0-19-2-15</inkml:trace>
  <inkml:trace contextRef="#ctx0" brushRef="#br3" timeOffset="88921.25">7406 16181 62 0,'0'0'5'0,"0"0"4"0,0 0 0 0,0 0 2 16,0 0-1-16,0 0-3 0,-11 0-5 15,11 0-4-15,0 0-18 16,0 0-21-16</inkml:trace>
  <inkml:trace contextRef="#ctx0" brushRef="#br3" timeOffset="93720.26">7328 16226 225 0,'0'0'6'0,"0"0"1"0,0 0 1 16,0 0 1-16,0 0 3 16,0 0 2-16,0 0 2 15,10 4 0-15,3-1-3 0,4 0-2 16,8-2-1-16,7 3-1 16,3-4-2-16,10 2-1 15,4 1-3-15,6-1-2 16,2-2 0-16,1 6-1 0,4-5 0 15,2 2 0-15,1 0 1 16,4-2 0-16,6 2 0 16,2 0 0-16,3-3 1 15,7 0-1-15,4 0 2 0,2 0-2 16,6 0 0-16,-2 0 0 16,-1 0 0-16,1 0 0 15,3 3-1-15,-3-1 1 16,2 0-1-16,0 0 0 15,3-2 0-15,-2 3-1 0,-5-3 1 16,6 0-1-16,-7 0 1 16,3-3 0-16,0 1-1 15,-8 0 1-15,-1 0 0 0,-1-1 0 16,0 0 0-16,-8 0 1 16,6 2-1-16,-1-2 0 15,-1-1 1-15,-2-2-1 16,4 1 1-16,-1 3-1 0,-3-3 0 15,1-1 0-15,-1 5-1 16,-7-2 1-16,-2 0-1 16,-2 1 1-16,-3 2 0 15,-5 0 0-15,3-3 1 16,-3 3-1-16,-2 0 1 0,2 0 0 16,-3 0-1-16,3 0 1 15,1 0-1-15,-1 0 0 16,2 0 1-16,-2 0-1 15,0 3 0-15,-4-3-1 0,1 2 1 16,-10 1 0-16,1 0 0 16,1-2 0-16,-7 2 1 15,4 1-1-15,-4-4 0 0,3 4 0 16,-2-4 0-16,2 0 1 16,-2 0-1-16,0 0 0 15,2 0 0-15,-6 0 0 16,0 2 0-16,-4 1 0 0,2-1 0 15,-6 4 0-15,-1-2 0 16,3 0 0-16,-6 2 1 16,7-1-1-16,-1-3 0 15,-1 3 1-15,4-2-1 16,-1-1 1-16,0 0-1 0,1 1 0 16,4-3 0-16,-10 0 1 15,2 0-1-15,1 0 1 16,-3 3 0-16,-2-3-1 15,2 2 1-15,-2-2 0 0,3 3 0 16,2-3 0-16,0 0-1 16,1 0 1-16,4 2-1 15,-3-2 1-15,4 0-1 16,-2 2 1-16,-2-2-1 0,1 0 0 16,2 0 0-16,-8 3 1 15,1-3-1-15,4 0 0 16,-8 0 0-16,4 0 0 15,-1 0 0-15,3 0 0 0,-6 3 1 16,6-3-1-16,-3 0 0 16,3 2 1-16,1-2-1 15,-4 0 0-15,3 2 1 16,-6-2-1-16,6 3 0 16,-7-3 0-16,4 3 0 0,-2-3-1 15,-5 2 2-15,5 1-1 16,-4-2 0-16,4 2-1 15,0 0 2-15,-1-2-2 0,4 2 1 16,-1-3 0-16,0 3 0 16,4 0 0-16,-4-1 0 15,3 1 1-15,2 0-1 0,-2-2 0 16,2 2 0-16,-5 0 0 16,6-3 1-16,-3 4-1 15,2-4 0-15,0 3 0 16,-5-3 0-16,4 0 0 15,3 0 0-15,1 0 1 0,1 0-1 16,0-3 0-16,1 3 0 16,8-4 0-16,-4 1 0 15,4-1 1-15,0 1-1 16,0 0 0-16,2-2 0 0,-3-1 1 16,1 2-1-16,-3 0 0 15,1-1 0-15,-2-3 0 16,0 3 1-16,3 0-1 15,-4 0 0-15,2 0 0 0,0 0 0 16,3 0 0-16,0-2 0 16,0 2 0-16,-1-1 0 15,1-1 0-15,2 0 1 0,0 2-1 16,0-1 0-16,1 2 0 16,3 0 0-16,-1-4 0 15,0 3 1-15,2 0-1 16,0-2 0-16,3 1 0 15,0 1 0-15,-4-2 1 16,5 0-1-16,1-1 0 0,0 0 0 16,0 1 1-16,0 0-1 15,5 0 0-15,0-4 0 16,-3 2 1-16,3-1-1 0,4 0 0 16,-2 0 0-16,3-2 0 15,3 2 0-15,-1-4 0 16,0 1-1-16,5-3 1 15,0 1-1-15,-1 3 1 0,2-5 0 16,1 5-1-16,0-3 1 16,1 2 0-16,-4 1 0 15,5-1 1-15,0 4-1 16,-7-4 0-16,4 3 0 0,-1-2 0 16,1 2 0-16,-4 0 0 15,4 0 0-15,-3-3 0 16,5 4 0-16,-2-1 0 15,-3-3 1-15,3 1-1 0,-1 2 0 16,-2-2 0-16,0-3 1 16,3 2-1-16,-4 1 0 15,2-2 0-15,-2 1 1 0,6-2-1 16,1 0 0-16,-2 1 1 16,1-2-1-16,3 5 0 15,2-5 1-15,-3 4-1 16,3 0 0-16,0-1 0 15,-4 1 1-15,0 2-1 0,0-1 0 16,-3 3 0-16,-4-2 0 16,-1 2 1-16,-5-2-1 15,1 0 0-15,-4 2 0 16,4-2 0-16,-5 3 0 16,4-1 0-16,-1 1 0 0,-2 0 0 15,3-1 0-15,0 1 0 16,-3 3 0-16,-5-2 1 15,0-1-1-15,0 2 0 0,-2-5-1 16,-6 2 1-16,1 1-1 16,1 0 1-16,-4-1 0 15,4 0-1-15,-4 1 1 16,6 3 0-16,-4-2 0 0,1 1 0 16,-1 3 0-16,4-5 0 15,1 4 0-15,-7-2 0 16,5 3 0-16,-4-4 0 15,2 4 0-15,-4 0 0 16,2-1 0-16,-1 1 0 0,0-1 1 16,0 1-1-16,0 2 0 15,-5-3 0-15,3 3 1 16,-5 0-1-16,2 0 0 16,-5 0 0-16,-1 0 0 0,-2 3 0 15,0-3 0-15,2 2 0 16,-6 1 0-16,1-1 1 15,2 3-1-15,1-3 0 0,-1 0 0 16,-3 2 0-16,2 1 0 16,0-3 0-16,-2 3 0 15,2 0 0-15,-7-1 0 16,-1 2 0-16,-1 1 0 0,-3 0 0 16,-2 3 1-16,-4-2-1 15,-1-1 0-15,-1 3 1 16,-2 0-1-16,0 0 0 15,-3 1 0-15,3-4 1 16,-5 5-1-16,2 0 0 0,-4 1 0 16,2 1 0-16,0 1 0 15,-1 3 0-15,0-4 0 16,-2 4 0-16,0-1 0 16,0 5-1-16,1-4 1 0,0 2 0 15,-1 2-1-15,0-2 1 16,-2 5 0-16,-2-3 0 15,0 0-1-15,-3 6 1 16,0-5 0-16,0 5 0 0,0-3 0 16,0 5 0-16,0-2 1 15,-3-1-1-15,3 5 0 16,0-6 1-16,0 7-1 16,0-4 1-16,0 2-1 0,0 1 0 15,0-1 0-15,0-1-1 16,0 1 1-16,0 2 0 15,-3-2-1-15,3 1 1 16,-5 2-1-16,5-1 1 0,-2 2 0 16,-1-3 0-16,1 2 0 15,-3 2-2-15,3 0 2 16,-1-1 1-16,1 2-1 0,-1-2 1 16,0 2-1-16,1-3 1 15,-3 4-1-15,2-1 2 16,1 0-1-16,2 1-1 15,-2-4 0-15,-1 3 1 16,3-2-1-16,-2 2 0 0,-1-3 1 16,0 4-1-16,2-6 0 15,1-16 0-15,-3 8-1 16,3-5 1-16,-3 4-1 16,3-3 1-16,0 5-1 15,0 0 1-15,0 1 0 0,0 1 0 16,-3-2 0-16,3 3 1 15,0-3-1-15,0 1 0 16,0 2 0-16,0 1 0 0,0 1 0 16,0-3 0-16,0 1 0 15,0-1 1-15,3 0-1 16,-3-2 0-16,0 0 1 16,0-25-2-16,0 22 1 15,0 0-2-15,0 1 1 0,0-1 0 16,0-5 1-16,0 8-1 15,0-8 1-15,-3 3 0 16,3-20 1-16,-4 28-1 16,-1-1 1-16,5-27 0 15,-7 22-1-15,-4 3 1 16,11-25 0-16,-7 20-1 16,-5 0 1-16,12-20 0 0,0 0 0 15,-13 12-1-15,3 0 1 16,-34 26 1-16,24-26-2 15,-5-2 1-15,2 2-1 16,-12 0 0-16,3-2 0 16,-7 0 1-16,-51 11-1 15,35-13 1-15,-2 3 0 0,-5-1 0 16,-5-3 1 0,-3 3 1-16,-4-2 0 0,-3 1 1 15,-5-1-1-15,-2 2 0 16,-3 0-1-16,-3 0 1 15,1-5-1-15,-6 2-2 16,1 0 2-16,-3 0-2 16,0-1 1-16,1 1-1 15,-5 1 1-15,0-4 0 0,2 4 1 16,0-5-2-16,-6 2 1 16,4 0 0-16,-3-5 0 15,0 2 0-15,3-2-1 16,-7 0 0-16,5 0 0 15,-5 0 1-15,-1-2-1 16,2-1 1-16,1 1-1 0,-4-1 1 16,3-2-1-16,0-3 0 15,-2 6 1-15,2-4-1 16,-2-3 0-16,-1 4 1 16,2 1-1-16,0-3 0 15,2-2 0-15,-4 7 1 16,6-4 0-16,-3 5 0 15,3-4-1-15,0 3 1 0,-1 2-1 16,3 0 1-16,-2 0-1 16,2 0 0-16,0 0 0 15,3 2 1-15,2 3-1 16,0 0-1-16,-3-1 2 16,6 5-1-16,2-2 0 15,0 0 0-15,0 0 1 16,3 3-1-16,-1-2 0 0,4-1 0 15,1 1 0-15,0 2 0 16,3-3 0-16,1 3 0 16,1-3-1-16,1 3 2 15,1-2-2-15,2-1 1 16,-4-2 1-16,8 5-1 16,-5-3 0-16,3 4 0 0,1-7 0 15,1 4 0-15,3-6 0 16,-4 6 0-16,4-4 0 15,2-1 0-15,-2 4 0 16,-1-4 0-16,0 1-1 16,3-1 2-16,-2 1-1 15,2-3 0-15,-1 2 0 16,1-3 0-16,0 0 1 0,-2 0-1 16,-1 0 0-16,0 0 0 15,-2 0 1-15,1 0-1 16,-2 0 0-16,4-4 0 15,-5 0 0-15,-2 1 0 16,0 2 0-16,-2-2-1 16,-1-1 1-16,0-2 0 0,0 6 1 15,-4-4-2-15,-1 1 1 16,-1-1 0-16,-3 3 0 16,5-4 0-16,-4 5 0 15,-5-2 1-15,2-1-2 16,-2 0 2-16,-2-1-1 15,4 1 0-15,-4 0 1 0,2-2-1 16,-2 3 1-16,-1 0-1 16,-4-1 1-16,5-2-1 15,-6 3 0-15,3-1 0 16,-2 0 1-16,0 1-1 16,0-3 0-16,-4 3 0 15,4-1 0-15,0 1 0 16,-1-1 1-16,-5 0-1 15,4-1 1-15,-1 1-1 0,2 0 0 16,-1-1 0-16,1 1 0 16,1-1 0-16,2-1 0 15,0 5 1-15,2-5-1 16,1-1 1-16,2 2-2 16,-2 1 2-16,4-2-1 15,1 3 0-15,-1-1 0 0,2-2 0 16,3 2 0-16,-2 1 0 15,7 0 0-15,-4-1 0 16,2-2 0-16,1 5-1 16,3-2 2-16,-3-1-1 15,1 1 0-15,1 2-1 16,0 0 1-16,-1 0 0 0,4 0 0 16,-3 0 0-1,1 0-1-15,-1 2 1 0,-1 1 0 16,4-1 0-16,-4 3 1 15,6 0 0-15,-4-3 1 16,4 4-2-16,-1-1 1 16,3 0-1-16,3 0 1 15,-1 1-1-15,0 3 0 0,6-2 0 16,-1-2-1-16,1 2 2 16,4 0-2-16,0 1 1 15,3-1 0-15,0 1 1 16,0-3-1-16,3 3 0 15,1 1 0-15,1-3-1 16,0 1 2-16,2-2 0 0,2 0-1 16,2 0 0-16,-3-2 0 15,6-2 0-15,-2 2 1 16,3 0 0-16,-3-3 0 16,5 3-1-16,-4-3 2 15,4 0-2-15,0 0 0 16,-2 0 0-16,2-3 0 15,-2 3 0-15,0 0 0 0,-4-3 0 16,5 3 0-16,-1 0 0 16,-4 0 0-16,2 0 0 15,-2 0 0-15,0 0-11 16,-1 14-45-16,0-11-28 16,-3-3 1-16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39:36.3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2573 3119 368 0,'0'0'5'0,"0"0"3"0,0 0 3 0,-10 17 1 16,2-7 1-16,4 5 1 0,-4 1 0 15,3 5 1-15,2-6-4 16,-2 2-2-16,5-5-2 16,0-12-1-16,25 10 0 15,-4-17-1-15,6-8 2 16,5-10-7-16,5-7 0 0,5-5 0 15,1-10 0-15,-1-5 0 16,-3-8 0-16,-2-9 0 16,-7-6 0-16,-5 1 0 0,-12-3 0 15,-8 8 0-15,-5 7 0 16,-5 3 0-16,-12 12 0 16,-4 17 0-16,0 13 0 15,-2 13 0-15,-4 8 0 0,6 15 0 16,2 10 0-16,1 19 0 15,11 4 0-15,1 10 0 16,6 5 0-16,6 0 0 16,9-2 0-16,7-1 0 0,3-8 0 15,7-6 0-15,1-10 0 16,4-5 0-16,-7-8-23 16,4-8-64-16,-2-3-2 15</inkml:trace>
  <inkml:trace contextRef="#ctx0" brushRef="#br0" timeOffset="399.14">3065 3014 470 0,'0'0'5'0,"0"0"3"0,0 0 1 0,-10-7 0 0,10 7 1 0,-3-15-10 15,3 2 0-15,7 1 0 16,6-5 0-16,8 5 0 16,0 0 0-16,9 2 0 15,2 2 0-15,-4 6 0 0,2 2 0 16,-5 4 0-16,-3 12 0 16,-10 3 0-16,-7 1 0 15,-5 7 0-15,-7 1 0 16,-9 4 0-16,-3-1 0 15,-6 0 0-15,-2-1 0 0,-1-3 0 16,3-3 0-16,4-6 0 16,5-4 0-16,9-3 0 15,7-11 0-15,0 0 0 0,18 2 0 16,3-10 0-16,9 1 0 16,3-5 0-16,1 0 0 15,9 2 0-15,6-5-75 16,-6 0-13-16</inkml:trace>
  <inkml:trace contextRef="#ctx0" brushRef="#br0" timeOffset="816.27">4009 2787 478 0,'0'0'4'0,"0"0"1"0,0-13 1 15,0 13 0-15,-8-15 1 0,-4 10-2 16,-5 3-5-16,-6-1 0 16,-4 6 0-16,-6 12 0 15,-1 7 0-15,1 8 0 16,-1 4 0-16,6 4 0 16,7 1 0-16,5 1 0 0,11-3 0 15,5-2 0-15,12-8 0 16,13-9 0-16,8-4 0 15,10-1 0-15,-4-11 0 0,13 1 0 16,-10 22-63-16,7-31-25 16</inkml:trace>
  <inkml:trace contextRef="#ctx0" brushRef="#br0" timeOffset="1416.77">4429 2858 493 0,'0'0'4'0,"2"-9"2"16,-2-1 2-16,0 0-8 0,0-3 0 15,0 1 0-15,-2 2 0 16,-5 0 0-16,-1 8 0 16,-7 4 0-16,-3 10 0 15,-4 8 0-15,0 8 0 0,-3 4 0 16,6 5 0-16,1 0 0 15,8 1 0-15,4-5 0 16,6-2 0-16,9-10 0 0,8-3 0 16,8-5 0-16,4-9 0 15,4-4 0-15,-1-4 0 16,3-11 0-16,-6-7 0 16,1-6 0-16,-5-4 0 15,-7-2 0-15,-6-9 0 0,-9 4 0 16,-3-3 0-16,-5 1 0 15,-11 10 0-15,-1 6 0 16,-5 11 0-16,-6 5 0 16,-1 9 0-16,0 13 0 15,6 8 0-15,0 5 0 0,8 1 0 16,8 6 0-16,4-1 0 16,8-3 0-16,13 5 0 15,7-8 0-15,5-4 0 0,7-4 0 16,5-1-66-16,3-7-23 15</inkml:trace>
  <inkml:trace contextRef="#ctx0" brushRef="#br0" timeOffset="1766.47">4790 3002 482 0,'0'0'6'0,"0"0"2"0,0 0 2 0,-13-2-5 0,13 2-5 15,-10-15 0-15,8 3 0 16,-1-1 0-16,3-2 0 16,7-3 0-16,8 1 0 0,5 3 0 15,7 1 0-15,-4 1 0 16,5 10 0-16,-4-1 0 16,-7 6 0-16,-5 9 0 15,-3 3 0-15,-9 8 0 16,-6-2 0-16,-4 9 0 0,-7-4 0 15,0 5 0-15,-4-4 0 16,2-2 0-16,1-3 0 16,6 0 0-16,5-7 0 15,7-7 0-15,0-8 0 0,19 12 0 16,11-12 0-16,5 0 0 16,10-7 0-16,12 0 0 15,3-4-46-15,12-6-44 16</inkml:trace>
  <inkml:trace contextRef="#ctx0" brushRef="#br0" timeOffset="6749.99">5761 2675 442 0,'0'0'6'0,"0"-15"3"0,0 3 2 0,0-1 2 16,0-1 1-16,4-1 2 15,-1 0-16-15,-3 0 0 0,0 15 0 16,0 0 0-16,6 12 0 15,-6 11 0-15,0 7 0 16,0 6 0-16,0 4 0 0,0 7 0 16,0-4 0-16,0-1 0 15,0-3 0-15,0-7 0 16,4 0 0-16,4-9-72 16,-8-3-20-16</inkml:trace>
  <inkml:trace contextRef="#ctx0" brushRef="#br0" timeOffset="7016.35">5340 2853 416 0,'0'0'4'16,"0"0"2"-16,0 0 3 15,8-9 2-15,0 4 2 16,7-1 1-16,12-1 1 0,2-3 1 15,14 1-9-15,9-4-7 16,5 3 0-16,8-5 0 16,2 3 0-16,-4 1 0 15,-1 3 0-15,-13 2 0 0,-4 1 0 16,-10 5 0-16,-16 0 0 16,-1 0 0-16,-18 0 0 15,9 11-80-15,-9-11-7 16</inkml:trace>
  <inkml:trace contextRef="#ctx0" brushRef="#br0" timeOffset="7535.33">6243 2901 406 0,'0'0'2'16,"0"0"2"-16,0 0 1 16,0 7 0-16,0-7 1 0,2 15 1 15,-2-15 2-15,10 15 0 16,-10-15-1-16,18 12-1 0,-4-12 0 15,9 0 0-15,2-6 1 16,7-8 1-16,0-6-2 16,5-2-2-16,5-10-5 15,-4-10 0-15,2-8 0 16,-9-7 0-16,0-6 0 16,-11-5 0-16,-8 1 0 0,-7 0 0 15,-7 8 0-15,-15 9 0 16,-3 11 0-16,-10 9 0 15,0 15 0-15,-2 12 0 0,-1 9 0 16,1 16 0-16,1 7 0 16,12 14 0-16,7 9 0 15,7 4 0-15,5 7 0 16,15 1 0-16,6 0 0 0,12-2 0 16,5-10 0-16,1-4 0 15,4-11 0-15,-1-8 0 16,3-1 0-16,4-13-76 15,-8-8-13-15</inkml:trace>
  <inkml:trace contextRef="#ctx0" brushRef="#br0" timeOffset="7766.24">6951 2700 449 0,'0'0'4'0,"0"0"3"0,0 0 1 0,2 10 2 15,-2 0 0-15,5 8 1 16,0-2 1-16,2 9-12 0,-1 0 0 16,4 3 0-16,-3 1 0 15,0-2 0-15,4-2 0 16,-4 0 0-16,3-3 0 16,-2 0-37-16,4-8-49 15,0-3-1-15</inkml:trace>
  <inkml:trace contextRef="#ctx0" brushRef="#br0" timeOffset="8016.95">7676 2606 502 0,'0'0'2'0,"0"0"2"16,0 0-1-16,0 0-3 16,0 0 0-16,11-5 0 15,-11 5 0-15,18-5 0 0,-2 0 0 16,1 0 0-16,11 2 0 16,-1-4 0-16,5 7 0 15,-7 2-52-15,3 3-36 16</inkml:trace>
  <inkml:trace contextRef="#ctx0" brushRef="#br0" timeOffset="8167.35">7590 2771 480 0,'0'0'5'0,"0"0"2"0,5 6 2 16,7-4 1-16,8 1-10 16,5-1 0-16,12-2 0 15,10 0 0-15,12 0 0 0,4-10 0 16,12 5-55-16,6-1-33 15</inkml:trace>
  <inkml:trace contextRef="#ctx0" brushRef="#br0" timeOffset="13683.79">8844 2446 472 0,'0'0'3'0,"0"0"2"0,5-11 2 15,-5 11 2-15,8-12 0 16,-3 2-3-16,-5 10-6 16,7-13 0-16,-7 13 0 0,5 13 0 15,-5 4 0-15,0 7 0 16,0 14 0-16,5 3 0 16,-2 2 0-16,2 4 0 15,0 3 0-15,2-6 0 16,0-4 0-16,-2-8 0 0,-2-5 0 15,0-10 0-15,-1-4 0 16,-2-13 0-16,0 0 0 16,0-13 0-16,-2-6 0 15,-7-11 0-15,7-15 0 0,-8-4 0 16,6-10 0-16,-4-3 0 16,6-3 0-16,-4 3 0 15,6 3 0-15,6 4 0 16,-1 10 0-16,14 8 0 0,-1 8 0 15,11 7 0-15,4 9 0 16,9 8 0-16,-5 5 0 16,8 5 0-16,-3 8 0 0,-7 9 0 15,-5 5 0-15,-13 3 0 16,-6-1 0-16,-7 6 0 16,-9-3 0-16,-12 0 0 15,-5-4 0-15,-8-1 0 0,-5-5 0 16,0-5 0-16,-2-1 0 15,5-4 0-15,7 15-73 16,2-21-16-16</inkml:trace>
  <inkml:trace contextRef="#ctx0" brushRef="#br0" timeOffset="14182.89">9344 2648 429 0,'0'0'7'0,"0"0"3"0,0 0 4 0,-10-7 1 15,10 7 1-15,-11-8 1 0,11 8-14 16,-9-10-3-16,9 10 0 16,0-10 0-16,0 10 0 15,17-5 0-15,1 5 0 16,1 3 0-16,1 5 0 15,8-1 0-15,-8 5 0 0,-1 2 0 16,-1 3 0-16,-9 2 0 16,-3-3 0-16,-6 0 0 15,-6 2 0-15,-3-4 0 16,-11 1 0-16,3-8 0 0,-1-2 0 16,-2 0 0-16,6-5 0 15,-2-5 0-15,9-3 0 16,7-6 0-16,0-5 0 15,10-2 0-15,7-4 0 0,6-2 0 16,2 3 0-16,-1-1 0 16,1 5 0-16,-2 5 0 15,-4 10 0-15,-1 5 0 0,-9 5 0 16,-3 10 0-16,-3 5 0 16,-2 8 0-16,-1-2 0 15,0 4 0-15,4-3 0 16,-2 0 0-16,8-2 0 15,0-8 0-15,9 1 0 16,2-6-66-16,6-5-22 0</inkml:trace>
  <inkml:trace contextRef="#ctx0" brushRef="#br0" timeOffset="14549.81">10327 2502 432 0,'0'0'6'0,"6"-8"1"0,-6 8 2 0,0-15 2 16,0 7 0-16,-6 0 1 15,-8-1 1-15,-2 7-3 16,-8 2-10-16,-6 8 0 0,1 11 0 16,-1 4 0-16,0 8 0 15,5 5 0-15,5 1 0 16,5 2 0-16,13-2 0 16,4-2 0-16,10-6 0 15,13-6 0-15,5-5 0 0,12-6 0 16,3-4 0-16,10-3 0 15,7-5-66-15,-13-8-22 16</inkml:trace>
  <inkml:trace contextRef="#ctx0" brushRef="#br0" timeOffset="15000.83">10693 2509 473 0,'0'0'5'0,"0"0"2"16,0 0 2-16,0-7 0 0,0 7-1 16,0 0-8-16,0 0 0 15,-12 0 0-15,4 7 0 16,-5 13 0-16,1 2 0 16,-1 5 0-16,1 6 0 15,3 4 0-15,-2-3 0 0,11 1 0 16,0-7 0-16,6-6 0 15,8-5 0-15,4-9 0 16,9-6 0-16,0-4 0 16,-2-11 0-16,2-9 0 0,-4-6 0 15,-4-3 0-15,-3-9 0 16,-7-2 0-16,-9 0 0 16,-4 0 0-16,-6 4 0 0,-10 7 0 15,-3 6 0-15,-3 10 0 16,1 5 0-16,-3 10 0 15,2 4 0-15,7 11 0 16,4 10 0-16,8 2 0 16,7 3 0-16,5 7 0 0,12-5 0 15,8 4 0-15,5-7 0 16,4-2 0-16,1-10 0 16,-3-2-61-16,11-5-28 15</inkml:trace>
  <inkml:trace contextRef="#ctx0" brushRef="#br0" timeOffset="15166.52">11051 2594 482 0,'0'0'4'0,"0"0"1"0,-7 9 1 0,4 1 0 16,1 3 2-16,-2 5-8 16,4-2 0-16,0 9 0 15,6 0 0-15,4 0 0 16,4 4 0-16,-1-9 0 0,2 0-80 15,2 0-6-15</inkml:trace>
  <inkml:trace contextRef="#ctx0" brushRef="#br0" timeOffset="15516.71">11993 2477 496 0,'0'0'4'15,"0"0"2"-15,0 0-1 0,0 0-5 16,0 0 0-16,2 12 0 16,1 6 0-16,-3 8 0 15,2 7 0-15,0 7 0 16,1 2 0-16,2 2 0 0,-3-1 0 16,5-1 0-16,-7-15 0 15,-12 1-79-15,12-7-9 16</inkml:trace>
  <inkml:trace contextRef="#ctx0" brushRef="#br0" timeOffset="15682.18">11860 2645 473 0,'0'0'6'15,"-9"-7"2"-15,9 7 2 16,-16-11 0-16,16 11-6 16,-2-14-4-16,2 14 0 15,15-12 0-15,15 5 0 0,3-1 0 16,16 3 0-16,3-2 0 15,10 7-2-15,13 0-84 16,-10-5-2-16</inkml:trace>
  <inkml:trace contextRef="#ctx0" brushRef="#br0" timeOffset="16101.82">12582 2377 461 0,'0'0'5'0,"0"0"2"0,-6-4 2 15,6 4 1-15,0 0 1 16,-12-4-3-16,12 4-8 0,-10 4 0 15,10 11 0-15,0 4 0 16,0 12 0-16,3 2 0 16,4 5 0-16,2 7 0 0,0-1 0 15,0 2 0-15,-2-8 0 16,-2 1 0-16,1-8 0 16,-4-6 0-16,-2-8 0 15,0-7 0-15,0-10 0 0,-13-2 0 16,1-16 0-16,-1-7 0 15,-1-13 0-15,-4-6 0 16,4-6 0-16,-3-6 0 16,9-6 0-16,0-2 0 15,8-1 0-15,0 6 0 0,12 4 0 16,14 8 0-16,1 8 0 16,5 9 0-16,10 12 0 15,1 11 0-15,1 9 0 16,-1 16 0-16,-6 8 0 0,-7 8 0 15,-5 5 0-15,-13 8 0 16,-10 0 0-16,-4-2 0 16,-13 2 0-16,-9-3 0 0,-1-6 0 15,-10-4 0-15,7-11-67 16,3 4-21-16</inkml:trace>
  <inkml:trace contextRef="#ctx0" brushRef="#br0" timeOffset="16549.73">12973 2598 418 0,'0'0'7'0,"0"5"2"0,0-5 0 0,-9 16 1 0,4-8 1 0,3 6 0 15,-3-3 1-15,2 7 1 16,3-6-7-16,5 1-1 15,7-1-5-15,6-6 0 0,1-2 0 16,6-4 0-16,3-4 0 16,-1-9 0-16,1 1 0 15,-3-6 0-15,-4 0 0 0,-5-1 0 16,-4 7 0-16,-5-1 0 16,-7 13 0-16,6-10 0 15,-6 10 0-15,5 15 0 0,-3 3 0 16,0 9 0-16,6 3 0 15,-1 2 0-15,6 2 0 16,-1 4 0-16,1-4 0 16,-1 1 0-16,-2-2 0 15,3-7 0-15,-11 2 0 16,-2-6 0-16,-10-4 0 0,-12-6 0 16,-3 1 0-16,-8-9 0 15,-6 0 0-15,-4-1 0 16,1-3 0-16,3-3 0 15,-2-4-2-15,11-3-83 0,11-4-2 16</inkml:trace>
  <inkml:trace contextRef="#ctx0" brushRef="#br0" timeOffset="16982.71">13918 2356 475 0,'0'0'3'0,"0"-10"2"0,-2 0 1 0,-3 0-1 16,-2-3-1-16,-2 3 1 16,-3 1-1-16,-3 1 0 0,-9 8-4 15,-1 3 0 1,0 9 0-16,-3 8 0 15,8 3 0-15,-2 3 0 16,15 6 0-16,1-2 0 0,15 1 0 16,10-2 0-16,8-2 0 15,3-2 0-15,7 0 0 16,1-3 0-16,-3 0 0 16,0-2 0-16,-10-1 0 0,-6-2 0 15,-6-4 0-15,-12 3 0 16,-1-7 0-16,-14 1 0 15,-5-2 0-15,-6-1 0 0,-10-1 0 16,0 1 0-16,-8-7 0 16,3 1 0-16,2-1 0 15,8 3 0-15,0-3-80 16,12 0-7-16</inkml:trace>
  <inkml:trace contextRef="#ctx0" brushRef="#br0" timeOffset="17415.9">14291 2388 467 0,'0'0'5'0,"0"0"2"15,0-11 2-15,0 11 0 16,-12-4 1-16,-2 4-6 16,3 0-4-16,-12 7 0 15,4 11 0-15,-4 4 0 0,0 4 0 16,1 10 0-16,7-1 0 15,6 2 0-15,3-3 0 16,6-1 0-16,6-6 0 0,11-5 0 16,4-7 0-16,8-8 0 15,0-7 0-15,9-10 0 16,-1-7 0-16,-3-10 0 16,-4-5 0-16,-2-8 0 15,-8-2 0-15,-8-8 0 0,-7 1 0 16,-5 1 0-16,-10 4 0 15,-10 10 0-15,-4 6 0 16,-9 11 0-16,0 7 0 0,-4 10 0 16,-27 42 0-1,44-12 0-15,3 10 0 16,12 6 0-16,5-2 0 16,14 9 0-16,14-8 0 15,1-3 0-15,13-7 0 0,11-4 0 16,-5 2-34-16,5-20-53 15</inkml:trace>
  <inkml:trace contextRef="#ctx0" brushRef="#br0" timeOffset="17583">14808 2438 502 0,'0'0'4'0,"0"0"1"0,-16 7-5 0,9 2 0 16,2 11 0-16,-4 5 0 0,0 9 0 15,2 11 0-15,5 10 0 16,2 4 0-16,2 6 0 16,1 14-17-16,5-14-70 0,1-3-3 15</inkml:trace>
  <inkml:trace contextRef="#ctx0" brushRef="#br0" timeOffset="18299.81">15684 2489 426 0,'0'0'3'0,"0"0"4"0,-9 0 2 0,9 0-1 15,0 0 2-15,-10 3 0 16,10-3 2-16,7 0 0 0,16 0-2 16,14-3-6-16,15 2-4 15,18-5 0-15,22-2 0 16,20 1 0-16,12 0 0 15,17-1 0-15,8 1 0 0,3 0 0 16,-3-1 0-16,-10 5 0 16,-15 1 0-16,-19 0 0 15,-18-1 0-15,-25 0 0 16,-15 3 0-16,-17 0 0 0,-12 0 0 16,-18 0 0-16,0 0 0 15,0 0 0-15,0 0 0 16,-11 0 0-16,-1 23-63 15,5-23-25-15</inkml:trace>
  <inkml:trace contextRef="#ctx0" brushRef="#br0" timeOffset="18516.62">17695 2301 484 0,'0'0'4'0,"0"0"1"16,3-10-1-16,-3 10 1 15,0 0 1-15,7-2-3 16,-7 2-3-16,12 12 0 16,-6 3 0-16,-4 7 0 15,5 3 0-15,-4 2 0 16,1 6 0-16,-1-2 0 16,-3-3 0-16,7-6-42 15,-1 1-43-15,-1-13-4 0</inkml:trace>
  <inkml:trace contextRef="#ctx0" brushRef="#br0" timeOffset="18899.89">17801 2019 448 0,'0'0'3'0,"-9"-15"2"16,-7 0-1-16,0 3 2 16,-9 2-1-16,-8 7 1 15,-5 3 0-15,-1 13 0 0,-5 14-3 16,2 10-1-16,4 23 1 15,8-1 2-15,11 13 1 16,8 2-3-16,11 8-3 16,8-6 0-16,16 1 0 0,12-7 0 15,8-6 0-15,6-12 0 16,11-8 0-16,12-16 0 16,5-8 0-16,0-18 0 15,7-4 0-15,0-23 0 16,-9-12 0-16,-6-10 0 0,-8-15 0 15,-19-10 0-15,-13-8 0 16,-18-3 0-16,-15-9 0 16,-20 5 0-16,-14 3 0 0,-17 11 0 15,-14 10 0-15,-8 16 0 16,-16 18 0-16,-2 23 0 16,-9 12-24-16,9 27-63 15,7 15-2-15</inkml:trace>
  <inkml:trace contextRef="#ctx0" brushRef="#br0" timeOffset="28966.22">2680 4924 408 0,'0'0'6'0,"0"0"2"0,0 0 3 0,0 0 0 15,0 0 0-15,-5-4 0 16,5 4 1-16,0 0-1 0,-10 8-4 16,8 0-4-16,-2 5-1 15,4-1 0-15,6-1 0 16,1-4 0-16,10-2 2 16,8-5-4-16,7-5 0 0,6-10 0 15,7-7 0-15,5-10 0 16,1-8 0-16,4-10 0 15,0-9 0-15,-11-13 0 16,4-7 0-16,-11-5 0 0,-12-6 0 16,-8 7 0-16,-11 3 0 15,-6 8 0-15,-16 13 0 16,-4 12 0-16,-10 17 0 16,0 20 0-16,2 10 0 0,-2 15 0 15,0 18 0-15,7 13 0 16,5 8 0-16,9 9 0 15,4 11 0-15,7-3 0 16,10 2 0-16,9 2 0 0,9-11 0 16,2-5 0-16,-2-5-44 15,7-12-44-15,6-7-1 16</inkml:trace>
  <inkml:trace contextRef="#ctx0" brushRef="#br0" timeOffset="29316.74">3408 4781 448 0,'0'0'6'0,"0"0"1"0,0 0 2 0,-11-13 1 0,11 13 0 16,-2-17 0-16,2 5 1 16,5-4-11-16,5 2 0 15,11 4 0-15,-2-3 0 0,6 6 0 16,2 2 0-16,-2 5 0 15,-5 3 0-15,0 9 0 16,-11 3 0-16,0 7 0 16,-9 3 0-16,-6 5 0 0,-6 2 0 15,-11 3 0-15,0-1 0 16,-3 1 0-16,-4-3 0 16,5 0 0-16,0-7 0 15,7-5 0-15,9-3 0 16,6-4 0-16,3-13 0 0,25 5 0 15,3-5 0-15,6-2 0 16,11-14 0-16,-11 4-87 16,24-3-1-16</inkml:trace>
  <inkml:trace contextRef="#ctx0" brushRef="#br0" timeOffset="30049.79">4339 4692 352 0,'0'0'6'0,"0"0"4"0,0-13 2 0,0 13 3 0,-12-10 0 16,-1 2 1-16,-1 4 2 15,-4-4 0-15,-5 6-5 16,-3 2-3-16,-4 0-2 15,0 2-3-15,1 6 0 0,3 2-1 16,-1 2 0-16,7 1-4 16,5 2 0-16,11-3 0 15,4 5 0-15,2-5 0 0,12 3 0 16,10-2 0-16,10-3 0 16,3 2 0-16,6-1 0 15,1-3 0-15,1 1 0 16,-3 0 0-16,-3-2 0 0,-9 4 0 15,-5 1 0-15,-4-2 0 16,-9 0 0-16,-10 2 0 16,-2 1 0-16,-10-1 0 15,-7-2 0-15,-8 2 0 16,-2-4 0-16,-9 1 0 0,-1-1 0 16,-2 0 0-16,-1-6 0 15,2 0 0-15,1-2 0 16,10 3 0-16,3-6-6 15,11 1-31-15,13 2-48 0,0-18-3 16</inkml:trace>
  <inkml:trace contextRef="#ctx0" brushRef="#br0" timeOffset="30499.89">4831 4654 494 0,'0'0'3'0,"0"0"1"0,-4-9 0 0,4 9 2 0,-18-3-6 16,8 3 0-16,-5 7 0 15,0 5 0-15,-3 11 0 16,2 2 0-16,0 5 0 16,4 2 0-16,3 3 0 15,0-3 0-15,9-3 0 0,0-1 0 16,11-6 0-16,1-5 0 15,5-4 0-15,11-11 0 16,-1-2 0-16,6-7 0 0,-1-13 0 16,1 1 0-16,-4-11 0 15,-5-5 0-15,-3-5 0 16,-9 1 0-16,-11-1 0 16,-2 3 0-16,-14 4 0 0,-7 12 0 15,0 3 0-15,-8 11 0 16,0 7 0-16,0 7 0 15,5 12 0-15,3 5 0 0,7 5 0 16,5 0 0-16,10 3 0 16,0 3 0-16,13-3 0 15,6-2 0-15,8-3 0 16,6-8 0-16,7 2 0 16,-5 4-78-16,9-18-11 15</inkml:trace>
  <inkml:trace contextRef="#ctx0" brushRef="#br0" timeOffset="30835.6">5276 4838 462 0,'0'0'6'0,"0"0"2"0,-12 0 2 0,12 0 1 16,-12-3 0-16,12 3-8 15,-13-12-3-15,13 12 0 0,4-20 0 16,12 8 0-16,4 2 0 15,7 0 0-15,2 2 0 16,1 4 0-16,5 2 0 16,-8 2 0-16,-2 2 0 0,-4 10 0 15,-9-2 0-15,-8 10 0 16,-4-1 0-16,-7 6 0 16,-5 3 0-16,-6-4 0 15,2 1 0-15,-5 2 0 0,4-4 0 16,0-4 0-16,7-4 0 15,7-3 0-15,3-12 0 16,13 13 0-16,12-13 0 16,9 0 0-16,11-9 0 0,19-2-73 15,11-3-17-15</inkml:trace>
  <inkml:trace contextRef="#ctx0" brushRef="#br0" timeOffset="31184.62">7478 4617 492 0,'0'0'2'0,"0"0"2"0,0 0 0 0,0 0 0 16,-3-12 1-16,3 12-5 16,10-5 0-16,3 0 0 15,11 2 0-15,8 1 0 0,9 0 0 16,8 2 0-16,1-8-26 15,0 8-59-15,-1 0-3 16</inkml:trace>
  <inkml:trace contextRef="#ctx0" brushRef="#br0" timeOffset="31322.05">7475 4747 472 0,'0'0'4'0,"0"0"2"15,0 10 0-15,0-10 0 16,15 4 0-16,0-4 0 15,15 0-1-15,7 0-5 0,13-8 0 16,17 3-26-16,12-4-58 16,6-7-3-16</inkml:trace>
  <inkml:trace contextRef="#ctx0" brushRef="#br0" timeOffset="31782.52">8469 4620 463 0,'0'0'5'0,"0"0"2"16,-7 0 0-16,7 0 2 15,0 0 0-15,0 0 2 0,0 0-11 16,12-13 0-16,10 11 0 15,6-3 0-15,11 0 0 16,9-2 0-16,6 1 0 0,3 0 0 16,-2 0 0-16,0-1 0 15,-5 3 0-15,-11 0 0 16,-4 2 0-16,-12 2 0 16,-11 0 0-16,-12 0 0 0,2 7 0 15,-2-7 0-15,-14 13-82 16,1-8-8-16</inkml:trace>
  <inkml:trace contextRef="#ctx0" brushRef="#br0" timeOffset="32277.99">9306 4360 490 0,'0'0'5'0,"0"0"1"0,0-10 1 15,0 10-4-15,0 0-3 16,0 0 0-16,-7-2 0 16,2 7 0-16,3 13 0 15,-1 10 0-15,1 7 0 0,2 7 0 16,5 0 0-16,2 7 0 16,5-5 0-16,0 2 0 15,1-4 0-15,0-5 0 16,-1-7 0-16,-5-10 0 0,1 0 0 15,-5-10 0-15,-3-10 0 16,0 0 0-16,-6-7 0 16,-6-14 0-16,5-4 0 0,-9-9 0 15,1-11 0-15,0-4 0 16,1-8 0-16,2 2 0 16,1-2 0-16,4 0 0 15,7 5 0-15,0 5 0 16,7 7 0-16,11 8 0 0,7 7 0 15,10 8 0-15,2 7 0 16,5 8 0-16,3 7 0 16,-6 9 0-16,-1 6 0 15,-6 8 0-15,-9 6 0 0,-9 4 0 16,-11-1 0-16,-3 5 0 16,-13-5 0-16,-6 0 0 15,-7-2 0-15,0-11 0 16,-2-11-75-16,3 9-14 15</inkml:trace>
  <inkml:trace contextRef="#ctx0" brushRef="#br0" timeOffset="32766.84">9639 4623 483 0,'0'0'5'0,"0"0"0"0,0 0 2 0,0-8 0 0,0 8-3 16,0-8-4-16,0 8 0 15,18-9 0-15,-1 9 0 16,3-3 0-16,5 0 0 0,0 3 0 16,-1 8 0-16,-1-1 0 15,-3 6 0-15,-5 3 0 16,-6 1 0-16,-9-1 0 15,0 4 0-15,-9 0 0 0,-6-6 0 16,0 4 0-16,-6-6 0 16,2-4 0-16,1-1 0 15,3-7 0-15,1 0 0 16,4-7 0-16,5-3 0 0,5-7 0 16,7-8 0-16,11 0 0 15,-1-5 0-15,8 1 0 16,2-1 0-16,1 2 0 15,-3 3 0-15,-1 9 0 0,-7 8 0 16,-7 6 0-16,-10 2 0 16,11 18 0-16,-11 1 0 15,0 6 0-15,0 2 0 16,0 4 0-16,2 0 0 0,10-1 0 16,5-4 0-16,6-6 0 15,15-16-60-15,4 8-29 16</inkml:trace>
  <inkml:trace contextRef="#ctx0" brushRef="#br0" timeOffset="33667.47">10633 4432 421 0,'0'0'6'0,"6"-11"3"0,-4 4 3 0,3-3 0 15,-3-2 1-15,-2 2 0 16,0-2 1-16,-7 2-3 15,-11 7-11-15,-5 3 0 16,-4 3 0-16,-3 7 0 0,-2 4 0 16,2 4 0-16,6 1 0 15,2 4 0-15,6-1 0 16,11 0 0-16,5 1 0 16,11 0 0-16,8-4 0 0,6 1 0 15,10-5 0-15,-1 0 0 16,5-1 0-16,0-2 0 15,-4 1 0-15,-1-2 0 0,-9-3 0 16,-8 3 0-16,-6-1 0 16,-6 0 0-16,-5 0 0 15,-10-3 0-15,-5 0 0 16,-6 3 0-16,-5-4 0 16,-6 1 0-16,-4-5 0 15,-1 0 0-15,-5 2 0 0,3-4 0 16,5 1 0-16,0-2-10 15,12-12-67-15,4 8-10 16</inkml:trace>
  <inkml:trace contextRef="#ctx0" brushRef="#br0" timeOffset="34116.62">11030 4378 485 0,'0'0'4'0,"0"0"2"0,-4-14 0 0,4 14 0 16,-15-4-2-16,2 4-4 16,-4 0 0-16,-3 10 0 0,2 9 0 15,-6 6 0-15,6 8 0 16,4 2 0-16,1 1 0 16,6 5 0-16,7-8 0 15,2 0 0-15,10-5 0 0,6-7 0 16,5-6 0-16,4-5 0 15,5-7 0-15,1-3 0 16,-1-10 0-16,0-10 0 16,-2-5 0-16,-5-11 0 15,-6-2 0-15,-6-9 0 0,-8-1 0 16,-5-6 0-16,-13 9 0 16,-1 1 0-16,-11 10 0 15,-5 6 0-15,0 11 0 16,-5 14 0-16,5 6 0 0,5 14 0 15,6 5 0-15,6 11 0 16,8 0 0-16,5 8 0 16,16-2 0-16,7 4 0 0,10-6 0 15,5-3 0-15,9-4 0 16,0-8 0-16,11-18-61 16,-4 13-28-16</inkml:trace>
  <inkml:trace contextRef="#ctx0" brushRef="#br0" timeOffset="34299.69">11593 4491 468 0,'0'0'3'0,"0"0"1"15,-12 0 2-15,12 0 0 16,-11 7 1-16,9 4 0 0,-3 6 1 16,2 2-6-16,3 9-2 15,3 2 0-15,4 3 0 16,0 3 0-16,5 3-4 15,11-2-79-15,-10-4-3 0</inkml:trace>
  <inkml:trace contextRef="#ctx0" brushRef="#br0" timeOffset="39399.69">12278 4251 484 0,'0'0'3'0,"0"0"2"0,0 0 2 0,8-10-1 16,-8 10 0-16,0 0-6 0,0 0 0 16,7 7 0-16,-7 11 0 15,0 1 0-15,0 11 0 16,2 5 0-16,1 1 0 16,2 2 0-16,0 2 0 0,5-3-8 15,-3-3-78-15,1-3-1 16</inkml:trace>
  <inkml:trace contextRef="#ctx0" brushRef="#br0" timeOffset="39582.6">12062 4424 460 0,'0'0'4'0,"0"0"2"0,0 0 0 15,-5-7 1-15,5 7 0 16,10-15 1-16,8 7 0 0,8-4-3 15,6 0-5-15,16 2 0 16,2-5-2-16,12 6-27 16,3 3-53-16,-5-4-4 0</inkml:trace>
  <inkml:trace contextRef="#ctx0" brushRef="#br0" timeOffset="40032.67">12711 4173 458 0,'0'0'4'15,"0"0"2"-15,0 0 1 0,-8 11 1 16,3-4-1-16,5 9 1 16,-3 0 0-16,3 7-3 15,0 4-5-15,3 3 0 0,5 2 0 16,1 0 0-16,3 5 0 16,1-5 0-16,-2-2 0 15,-2-5 0-15,1-5 0 16,-3-3 0-16,-4-7 0 0,-3-10 0 15,0 0 0-15,-5-4 0 16,-4-12 0-16,0-6 0 16,-3-2 0-16,0-12 0 15,-1-1 0-15,4-2 0 0,1-4 0 16,6 4 0-16,-1-1 0 16,3 5 0-16,5 5 0 15,7 6 0-15,6 4 0 16,0 5 0-16,11 10 0 0,-2 3 0 15,1 4 0-15,2 9 0 16,0 3 0-16,-5 6 0 16,-6 3 0-16,-4 1 0 15,-8 1 0-15,-7 0 0 0,0 0 0 16,-12 0 0-16,-8-1 0 16,-5-1 0-16,-5-4 0 15,3 0 0-15,-3-6-18 16,-7-1-67-16,17-2-2 15</inkml:trace>
  <inkml:trace contextRef="#ctx0" brushRef="#br0" timeOffset="40466.85">13098 4421 438 0,'0'0'5'0,"0"0"2"0,-5 3 1 0,5-3-1 0,-15 8 2 0,15-8-1 16,-13 12 1-16,11-2 0 16,2-3-4-16,2 4-2 15,11-1 0-15,4-4-3 16,6-3 0-16,0-1 0 0,6-2 0 16,-1-5 0-16,-1-1 0 15,-5-4 0-15,-4-3 0 16,-1 1 0-16,-7-1 0 15,-3 6 0-15,-7 7 0 16,0-8 0-16,0 8 0 0,0 0 0 16,0 13 0-16,0 3 0 15,5 4 0-15,0 3 0 16,6 7 0-16,-4-3 0 0,5 5 0 16,-2-2 0-16,0-1 0 15,-5 1 0-15,-3 0 0 16,-2-7 0-16,-7-2 0 15,-11-1 0-15,-3-7 0 0,-7-1 0 16,-6-4 0-16,-2-3 0 16,-6-5 0-16,3 0-16 15,6-8-70-15,1-4-2 16</inkml:trace>
  <inkml:trace contextRef="#ctx0" brushRef="#br0" timeOffset="40816.47">13987 4256 484 0,'0'0'3'0,"5"-8"2"0,-5 8 0 15,6-14 0-15,-6 14 1 16,-2-18-3-16,2 18-3 0,-16-7 0 16,-2 7 0-16,-1 14 0 15,-6 6 0-15,-2 10 0 16,4 4 0-16,1 7 0 16,7 0 0-16,8-1 0 15,7 3 0-15,9-12 0 0,9 1 0 16,14-7 0-16,5-7 0 15,13-6 0-15,-3-10 0 16,10-6-55-16,-2 1-31 16,-2-9-2-16</inkml:trace>
  <inkml:trace contextRef="#ctx0" brushRef="#br0" timeOffset="41233.12">14435 4221 461 0,'0'0'5'16,"0"0"1"-16,-2-12 3 0,2 12 1 15,-11-16 1-15,11 16-2 16,-12-9-9-16,1 7 0 16,-1 4 0-16,-2 7 0 15,1 9 0-15,-2 9 0 0,3 2 0 16,4 5 0-16,3 1 0 16,5 3 0-16,5-3 0 15,11-3 0-15,3-5 0 16,4-7 0-16,6-7 0 0,1-5 0 15,2-8 0-15,-4-8 0 16,-3-7 0-16,-6-7 0 16,1-8 0-16,-10-5 0 0,-4-4 0 15,-6-8 0-15,-6 0 0 16,-8 4 0-16,-7 2 0 16,0 5 0-16,-9 7 0 15,0 11 0-15,-2 7 0 0,2 11 0 16,5 8 0-16,0 9 0 15,13 7 0-15,6 3 0 16,6 7 0-16,15 4 0 16,6-1 0-16,12-3 0 15,5 4 0-15,4-9 0 0,11-4-21 16,-3-3-66-16,-3-11-3 16</inkml:trace>
  <inkml:trace contextRef="#ctx0" brushRef="#br0" timeOffset="41399.62">14895 4336 476 0,'0'0'3'0,"0"0"2"0,-11 9 0 0,3-1 1 0,4 0 0 0,2 10 0 16,-1 2-2-16,3 2-4 16,5 4 0-16,7 0 0 15,1-3-7-15,-6 4-76 16,14-5-3-16</inkml:trace>
  <inkml:trace contextRef="#ctx0" brushRef="#br0" timeOffset="41999.79">16114 4386 422 0,'0'0'5'0,"-9"-2"2"0,9 2 1 15,-12-2 1-15,12 2 1 16,-14-3 1-16,14 3 1 0,0 0 0 16,21-5-4-16,11 1-1 15,23 1-7-15,19-3 0 16,23-1 0-16,20 1 0 16,20-2 0-16,6 0 0 0,16 1 0 15,1 2 0-15,-3 0 0 16,-12 5 0-16,-12 0 0 15,-22 0 0-15,-19 5 0 0,-19 0 0 16,-24 0 0 0,-19 0 0-16,-15 2 0 0,-15-7 0 15,-6 12 0-15,-8-6 0 16,-4-2 0-16,0-1-18 16,-4 1-69-16,8-4-2 15</inkml:trace>
  <inkml:trace contextRef="#ctx0" brushRef="#br0" timeOffset="42716.55">18123 4278 478 0,'0'0'4'0,"0"0"2"15,-4-12 1-15,4 12 1 0,0-18 0 16,0 8-8-16,0 0 0 15,0 0 0-15,8 3 0 16,4 3 0-16,4 4 0 16,0 0 0-16,5 2 0 0,-4 7 0 15,1 4 0-15,-4 2 0 16,-6 5 0-16,-5-1 0 16,-6 3 0-16,-12 1 0 15,-2 0 0-15,-8 2 0 16,-5-7 0-16,3 0 0 0,-1-5 0 15,3-1 0-15,7-4 0 16,6-1 0-16,12-7 0 0,0 0 0 16,16 0 0-16,6-3 0 15,11-4 0-15,6-5 0 16,5-1 0-16,2-7 0 16,-2-1-8-16,1-9-4 15,-4-3 0-15,-8-6 3 0,-8-1 1 16,-8-3 4-16,-9-1 3 15,-8 2 4-15,-10 0 3 16,-12 5 2-16,-16 7 0 16,-6 8 1-16,-11 12-1 15,-10 5-1-15,-4 10-2 0,-3 14-5 16,0 12 0-16,7 8 0 16,8 10 0-16,13 6 0 15,15 9 0-15,21 1 0 16,12 0 0-16,24 1 0 0,11-7 0 15,19-3 0-15,11-12 0 16,8-7 0-16,7-13 0 16,3-9 0-16,3-12 0 0,-3-7 0 15,-2-20 0-15,-11-10 0 16,-12-10 0-16,-7-16 0 16,-16-7 0-16,-14-7 0 15,-18-10 0-15,-14-3 0 0,-18 4 0 16,-19 7 0-16,-13 12 0 15,-16 15 0-15,-8 16 0 16,-9 21 0-16,5 19 0 16,-4 20 0-16,15 20-66 15,9 13-24-15</inkml:trace>
  <inkml:trace contextRef="#ctx0" brushRef="#br1" timeOffset="48349.83">4911 6057 406 0,'0'0'3'0,"0"0"1"0,0 0 0 0,0 4 1 16,0-4 1-16,0 20 0 15,-2-4 0-15,-1 3 0 0,-2 3-3 16,2 6 0-16,-1-3-3 16,4 4-3-16,0-2-7 15,0-2-16-15,0 5-49 0,4-15-3 16</inkml:trace>
  <inkml:trace contextRef="#ctx0" brushRef="#br1" timeOffset="48817.76">4882 5794 340 0,'0'0'8'0,"-6"-12"1"16,6 12 4-16,-17-15 3 16,4 5-1-16,-2 2 2 15,-6 4 1-15,-2 4 0 16,-7 4-6-16,0 19-3 15,1 7-1-15,-4 14-4 0,4 10 0 16,-1 9-2-16,5 6 0 16,4 5-1-16,9 1 0 15,8-2-1-15,4 2 1 16,12-8 0-16,10-4 0 16,6-12-1-16,6-4 1 0,8-15-1 15,3-7 1-15,7-12 0 16,0-11 0-16,3-4 1 15,-3-14-1-15,3-9 1 0,-5-8 0 16,-4-10-2-16,-6-7 0 16,-4-4 0-16,-11-8 0 15,-11-4 0-15,-9-3 0 16,-8-9 0-16,-11 4 0 16,-13 3 0-16,-6 5 0 0,-4 9 0 15,-8 13 0-15,1 9 0 16,-4 15 0-16,9 10 0 15,4 10-6-15,7 10-9 0,6 5-18 16,-3 8-49-16,25 4-4 16</inkml:trace>
  <inkml:trace contextRef="#ctx0" brushRef="#br1" timeOffset="49167.86">5321 5769 447 0,'0'0'6'0,"-10"-12"1"0,0 0 2 0,3-1 1 15,-5-4 0-15,3 0-1 16,0-1 1-16,4-3-7 16,5 4-3-16,2 3 0 15,10 3 0-15,6 10 0 0,2 1 0 16,0 7 0-16,2 8 0 15,-1 6 0-15,-5 8 0 16,0 3 0-16,-9 5 0 0,-2 3 0 16,-5-1 0-16,-3-2 0 15,-4 0 0-15,2 0 0 16,-3-9 0-16,3-3 0 16,3-5 0-16,2-8 0 0,10-2 0 15,10-8 0-15,7-2 0 16,3-5 0-16,14 2-31 15,9-4-52-15,-6 0-3 0</inkml:trace>
  <inkml:trace contextRef="#ctx0" brushRef="#br1" timeOffset="49366.75">5935 5950 462 0,'0'0'5'0,"0"0"0"16,0 0 2-16,-5 13 0 15,3-4 0-15,2 4-1 16,-4 5 1-16,4 3-2 0,0 4-5 16,4 5 0-16,0 2 0 15,4 0 0-15,-1 3-8 16,0-3-12-16,1 12-58 16,-3-16-6-16</inkml:trace>
  <inkml:trace contextRef="#ctx0" brushRef="#br1" timeOffset="49532.86">5811 6159 424 0,'0'0'7'0,"0"0"1"15,0 0 1-15,0-11 0 0,0 11 1 16,6-14-1-16,10 3 1 16,6-1-1-16,5-1-7 15,13 4-8-15,5-7-11 16,2 7-61-16,12 2-6 0</inkml:trace>
  <inkml:trace contextRef="#ctx0" brushRef="#br1" timeOffset="49986.19">6715 6032 473 0,'0'0'4'0,"0"0"2"0,0-12 1 15,0 2 1-15,0 3 0 16,7-10-3-16,-1 6-5 15,3-4 0-15,3 2 0 0,4 4 0 16,3-1 0-16,-1 5 0 16,2 5 0-16,-1 2 0 15,-1 8 0-15,-3 5 0 0,-7 2 0 16,-3 6 0-16,-5-2 0 16,-9 4 0-16,-7 3 0 15,-5-3 0-15,0 0 0 16,-7-1 0-16,1-3 0 0,2-5 0 15,2-6 0-15,9 0 0 16,5-2 0-16,9-8 0 16,0 0 0-16,11 0 0 15,6-8-7-15,10-2-8 0,1-2-14 16,2-10-53-16,7-1-3 16</inkml:trace>
  <inkml:trace contextRef="#ctx0" brushRef="#br1" timeOffset="50366.76">6991 5715 409 0,'0'0'5'0,"-12"-4"1"16,-6 4 2-16,-3 0 2 16,-11 0 0-16,-7 6 2 15,-8 6 0-15,-5 8 1 16,-8 8-4-16,7 9-1 0,-1 8-3 16,4 6-1-16,9 6-4 15,11 5 0-15,9 0 0 16,14 0 0-16,7-2 0 15,15-1 0-15,10-7 0 0,12-4 0 16,8-7 0-16,9-12 0 16,6-4 0-16,2-12 0 15,8-8 0-15,-3-6 0 16,-3-16 0-16,-1-8 0 16,-4-6 0-16,-6-8 0 0,-11-9 0 15,-8-1 0-15,-11-9 0 16,-11-3 0-16,-7-1 0 15,-12 0 0-15,-14 0 0 0,-5 2 0 16,-12 6 0-16,-6 7 0 16,-2 7 0-16,0 10 0 15,0 11 0-15,11 10 0 0,-1 8-8 16,13-6-72-16,11 15-6 16</inkml:trace>
  <inkml:trace contextRef="#ctx0" brushRef="#br1" timeOffset="50717.98">7374 5621 465 0,'0'0'5'0,"0"0"0"0,-17-12 2 15,11 4 1-15,-1-2 0 16,-4-3 0-16,4 1-3 15,2 0-5-15,5-1 0 16,5 6 0-16,9 2 0 0,3 5 0 16,9 0 0-16,-1 0 0 15,-1 7 0-15,-1 5 0 16,-3 6 0-16,-8 4 0 0,-7 1 0 16,-5 4 0-16,-2 2 0 15,-10 2 0-15,-1-4 0 16,1 1 0-16,0-7 0 15,1-3 0-15,11-4 0 0,2-4 0 16,14-7 0-16,9 0 0 16,12-6 0-16,11 3 0 15,21-10-85-15,-12-5-2 16</inkml:trace>
  <inkml:trace contextRef="#ctx0" brushRef="#br1" timeOffset="52166.45">2259 7942 318 0,'0'0'7'0,"0"0"0"0,0 0 3 16,-9 2 1-16,9-2 1 0,-8 8 1 16,8-8 1-16,-2 15 0 15,2-6-5-15,0-9-1 16,12 15-1-16,3-9-1 15,7-6 1-15,0 0 1 0,9-13-1 16,1-2 0-16,2-7 1 16,5-7-2-16,0-9 1 15,0-4-1-15,-1-10-1 16,-6-3 0-16,-5-9-1 16,-11-3-1-16,-2-1-1 0,-14-1-2 15,-10 3 0-15,-5 7 0 16,-8 4 0-16,-5 13 0 15,-2 14 0-15,0 14 0 16,0 12 0-16,5 14 0 0,2 17 0 16,4 16 0-16,6 12 0 15,8 10 0-15,5 7 0 16,5 2 0-16,11 2 0 0,9-7 0 16,1-3-2-16,1-12-4 15,8-4-8-15,-3-10-25 16,4-7-46-16,-1-10-1 15</inkml:trace>
  <inkml:trace contextRef="#ctx0" brushRef="#br1" timeOffset="52545.99">2817 7918 470 0,'0'0'4'0,"0"0"1"0,-4-8 1 15,4 8 0-15,-4-10 1 16,4 10 0-16,0-15-1 16,0 15-6-16,10-15 0 0,0 13 0 15,4-1 0-15,4 3 0 16,-4 5 0-16,2 3 0 15,-4 4 0-15,-1 2 0 16,-11 6 0-16,0 0 0 0,-14 5 0 16,2 0 0-16,-6-1 0 15,-1-1 0-15,-3-7 0 16,4 2 0-16,1-2 0 16,12-7 0-16,5-9 0 0,0 0 0 15,10 0 0-15,8-9 0 16,6-7 0-16,5-6-9 15,10-3-76-15,0-2-2 16</inkml:trace>
  <inkml:trace contextRef="#ctx0" brushRef="#br1" timeOffset="52882.85">3010 7354 469 0,'0'0'4'15,"0"0"1"-15,0-12 0 16,0 12 2-16,0-14-1 16,7 3 1-16,5-1-1 0,2 2-4 15,0 3-2-15,9 4 0 16,2 3 0-16,0 7 0 16,-4 6 0-16,2 7 0 15,-8 5 0-15,-5 4 0 16,-5 1 0-16,-5 8 0 0,-10-7 0 15,-3 7 0-15,-1-5 0 16,-4-2 0-16,1-4 0 16,2-5 0-16,3-2 0 0,9-5 0 15,3-2 0-15,7-6 0 16,9-5-4-16,10 1-12 16,4-3-28-16,8-3-42 15,4-4-1-15</inkml:trace>
  <inkml:trace contextRef="#ctx0" brushRef="#br1" timeOffset="53268.09">3557 7733 450 0,'0'0'4'0,"5"-9"2"0,-5 9 0 0,2-18 1 16,-2 11 0-16,0-3 0 15,-9 5 1-15,-4 0-1 0,-8 5-4 16,0 10-1-16,-7 10-1 15,3 4-1-15,0 6-1 16,0 0 0-16,11 7 1 16,4-4 1-1,8-2-1-15,4-3 1 0,17-6 0 16,4-7-1-16,9-5-1 16,8-5-5-16,5-3-15 15,-5-2-62-15,1-7-3 16</inkml:trace>
  <inkml:trace contextRef="#ctx0" brushRef="#br1" timeOffset="54016.44">3652 7541 440 0,'0'0'5'0,"0"0"2"0,-5-16 1 16,1 7 1-16,4-4 1 15,0-4 1-15,0-1 0 0,6-1-1 16,1-1-10-16,14 0 0 16,-6 8 0-16,11 0 0 15,-1 1 0-15,-3 9 0 16,-2 2 0-16,3 10 0 0,-9 5 0 15,-5 5 0-15,-5 7 0 16,-4 3 0-16,-4 2 0 16,-7 0 0-16,1 0 0 15,-5-2 0-15,3-5 0 0,5-3 0 16,2-2 0-16,5-5 0 16,0-5 0-16,10 2 0 15,2-7-16-15,13-12-58 16,-3 9-12-16</inkml:trace>
  <inkml:trace contextRef="#ctx0" brushRef="#br1" timeOffset="54483.12">4148 7613 466 0,'0'0'5'15,"0"0"0"-15,-7-10 0 16,7 10 0-16,-18 0 0 15,6 4 0-15,-7 8 0 0,3 8 0 16,-4 5-4-16,3 8-1 16,2 3-1-16,-3 5 1 15,11-2 0 1,2-2 0-16,5-5 1 0,7-4-1 16,9-9 1-16,3-6 2 15,6-6-3-15,3-7 0 16,1-10 0-16,-3-7 0 15,-2-2 0-15,1-12 0 0,-8 0 0 16,-2-4 0-16,-5-5 0 16,-5-2 0-16,-5 2 0 15,-5 5 0-15,-10 1 0 0,1 9 0 16,-7 2 0-16,-4 13 0 16,4 6 0-16,0 4 0 15,-5 14 0-15,10 7 0 16,4 6 0-16,2 2 0 0,8 6 0 15,4-1 0-15,8 2 0 16,7-7 0-16,3-1-8 16,9-2-12-16,17-13-63 31,0-3-4-31</inkml:trace>
  <inkml:trace contextRef="#ctx0" brushRef="#br1" timeOffset="54816.46">4359 7835 460 0,'0'0'5'0,"0"0"1"0,0 0 2 15,-10 0 1-15,10 0-1 16,0 0 1-16,-2-10-3 0,2 10-6 16,10-15 0-16,5 8 0 15,5-3 0-15,2 5 0 16,3 3 0-16,0 2 0 15,-5 0 0-15,-1 10 0 0,-4 1 0 16,-7 7 0-16,-8 4 0 16,-3 3 0-1,-9 0 0-15,-6 2 0 16,1-2 0-16,-3 2 0 16,-2-4 0-16,5-4 0 0,4-4 0 15,6-2 0-15,7-6 0 16,0-7 0-16,20 4 0 15,6-4 0-15,10-4 0 0,1-8-16 16,-2-1-69-16,17-2-1 16</inkml:trace>
  <inkml:trace contextRef="#ctx0" brushRef="#br1" timeOffset="55649.78">5425 7635 326 0,'0'0'8'0,"0"0"4"0,0 0 2 15,0 0 2-15,0 0 2 16,0 0-1-16,11-7 2 0,-11 7 0 16,0 0-7-16,0 0-4 15,0 0-1-15,0 0-2 16,0 0 1-16,0 0-2 15,0 0-1-15,0 0 0 0,0 0-1 16,0 0 0-16,0 0-1 16,0 0 0-16,0 0-1 15,0 0 0-15,0 0 0 0,0 0 0 16,0 0-1-16,0 0 0 16,0 0-2-16,0 0-7 15,0 0-17-15,-3 4-55 0,3-4-2 16</inkml:trace>
  <inkml:trace contextRef="#ctx0" brushRef="#br1" timeOffset="56250.39">5383 7588 452 0,'0'0'4'0,"0"0"2"0,0 0 2 0,10-10 1 15,-10 10-1-15,0 0 0 16,0 0 0-16,2 4 0 0,-2 14-8 15,-2 7 0-15,-3 4 0 16,0 3 0-16,5 6 0 16,0 1 0-16,0 1 0 15,5-2 0-15,0-7-6 16,0 1-13-16,-3 6-50 0,1-13-16 16</inkml:trace>
  <inkml:trace contextRef="#ctx0" brushRef="#br1" timeOffset="56433.12">5169 7841 408 0,'0'0'7'0,"-9"-3"3"16,9 3 0-16,-11-6 1 16,11 6 1-16,0-8 0 0,0 8 0 15,20-17 1-15,8 10-8 16,9-2-4-16,11 1-8 15,-4-1-18-15,4 6-57 16,11-2-3-16</inkml:trace>
  <inkml:trace contextRef="#ctx0" brushRef="#br1" timeOffset="56866.69">5774 7796 428 0,'0'0'4'0,"0"0"2"16,0 0-1-16,0 0 0 0,0 0 1 15,-9 7 1-15,9-7-1 16,0 13 2-16,0-13-4 16,9 12-1-16,3-5 0 15,5-4 0-15,3-3 0 0,5 0 0 16,5-10 1-16,-1-5-1 15,1-7 0-15,0-6 1 16,-2-4-1-16,-7-7-3 0,2-6 0 16,-13-5 0-16,-5-5 0 15,-5 4 0-15,-2-2 0 16,-11 4 0-16,-4 4 0 16,-3 11 0-16,-3 7 0 15,-2 11 0-15,3 16 0 0,-5 8 0 16,7 14 0-16,3 13 0 15,6 7 0-15,6 11 0 16,5 3 0-16,10 3 0 16,10 4 0-16,8-7 0 0,2-1-4 15,4-5-5-15,-1-9-9 16,9-16-63-16,-2 3-5 16</inkml:trace>
  <inkml:trace contextRef="#ctx0" brushRef="#br1" timeOffset="57049.61">6352 7724 444 0,'0'0'4'0,"0"0"0"15,0 0 0-15,-5 7 1 16,5-7 0-16,-7 18 0 16,4-1 0-16,3 0 1 15,0 3-4-15,0 2-3 16,10 6-7-16,-3-9-26 0,6 2-47 15,2-4 0-15</inkml:trace>
  <inkml:trace contextRef="#ctx0" brushRef="#br1" timeOffset="57400.04">6606 7163 473 0,'0'0'4'0,"0"0"2"16,-6-11 0-16,6 11 1 16,-2-16 0-16,2 4 1 15,5-1-8-15,5 5 0 0,5-3 0 16,5 5 0-16,1 6 0 16,4 3 0-16,-2 11 0 15,0 2 0-15,-9 9 0 16,-3 3 0-16,-9 6 0 15,-4 1 0-15,-11 2 0 0,1-5 0 16,-9 0 0-16,7-5 0 16,-4-2 0-16,9-8 0 15,-1-4 0-15,10-13 0 16,12 12 0-16,8-12 0 0,15-2 0 16,7-5 0-16,8-9 0 15,12 7-78-15,2-7-8 16</inkml:trace>
  <inkml:trace contextRef="#ctx0" brushRef="#br1" timeOffset="60166.24">7457 7501 443 0,'0'0'5'0,"0"0"3"0,8-10 1 16,-8 10 2-16,0 0-1 0,0 0 0 0,8-5 1 16,-8 5-7-16,0 17-4 15,0 4 0-15,0 4 0 16,0 1 0-16,0 9 0 0,0-1 0 16,0 1 0-16,5-1 0 15,-3-6 0-15,3 5-28 0,13-11-57 16,-18-2-2-16</inkml:trace>
  <inkml:trace contextRef="#ctx0" brushRef="#br1" timeOffset="60383.04">7241 7667 465 0,'0'0'3'0,"0"0"0"15,3-6 2-15,7 4 2 0,7-4 0 16,8-3 0-16,10 0 1 16,8-1-2-16,11 0-6 15,1 0 0-15,2 0 0 16,5 5 0-16,-7 0 0 16,-4 5 0-16,-10 0-33 0,-11 0-51 15,-5 3-4-15</inkml:trace>
  <inkml:trace contextRef="#ctx0" brushRef="#br1" timeOffset="61116.54">8181 7542 454 0,'0'0'5'0,"0"-10"2"0,0 10 1 0,0-14 1 0,2 2 1 16,6-1 0-16,-4-2-2 15,10-2-8-15,0 5 0 16,1-1 0-16,5 8 0 15,0 1 0-15,0 4 0 0,-3 0 0 16,3 11 0-16,-5 5 0 16,-2 4 0-16,-6 5 0 15,-5 1 0-15,-2 5 0 16,-7 1 0-16,-8-1 0 0,-7-1 0 16,-3 0 0-16,-5-5 0 15,-2 2 0-15,2-7 0 16,2-3 0-16,6-4 0 15,7-3 0-15,15-10 0 0,-8 9 0 16,14-9 0-16,13 0 0 16,11-4 0-16,5-4 0 15,8 1 0-15,1-6 0 16,8 6-11-16,-5-3-73 16,3 0-3-16</inkml:trace>
  <inkml:trace contextRef="#ctx0" brushRef="#br1" timeOffset="61549.69">8655 7709 436 0,'0'0'5'0,"0"0"2"16,-9 0-1-16,9 0 2 15,0 0-1-15,-13 0 0 0,13 0 1 16,0 0-1-16,-8 7-3 15,8-7-2-15,9 6 1 16,7-6-1-16,2 0 1 0,6-9 0 16,6-5 0-16,2-6-3 15,6-6 0-15,-3-8 0 16,-3-3 0-16,-2-7 0 0,-5-8 0 16,-8-3 0-16,-4-4 0 15,-10 0 0-15,-6-1 0 16,-8 6 0-16,-5 4 0 15,-7 11 0-15,-4 7 0 0,-1 14 0 16,-2 13 0-16,3 13 0 16,-1 14 0-16,7 15 0 15,3 8 0-15,8 9 0 16,8 6 0-16,4 3 0 16,10 0 0-16,9-2 0 15,8-4 0-15,1-7 0 0,5-6 0 16,0-9-13-16,4-20-60 15,-7 5-13-15</inkml:trace>
  <inkml:trace contextRef="#ctx0" brushRef="#br1" timeOffset="61750.27">9085 7563 458 0,'0'0'3'0,"0"0"0"0,0 0 1 0,0 0 0 0,0 12 1 0,3-2-1 16,-1 5 1-16,6 3 0 15,2 3-4-15,-3 1-6 16,0 6-14-16,11-4-61 16,-8-4-3-16</inkml:trace>
  <inkml:trace contextRef="#ctx0" brushRef="#br1" timeOffset="62182.43">9336 7692 427 0,'0'0'2'0,"0"0"1"16,0 0 3-16,0 0-3 0,0 0 3 15,0 0 1-15,11 7 2 16,-2-4 0-16,3-3-1 16,4 0-1-16,4-5-1 15,6-10 1-15,2-3-1 0,2-3-1 16,-3-7-5-16,0-7 0 16,-5-4 0-16,1-6 0 15,-8-4 0-15,-8-4 0 16,-4-6 0-16,-3-2 0 0,-10 0 0 15,-2 4 0-15,-6 4 0 16,0 10 0-16,-1 8 0 16,-1 16 0-16,-3 12 0 0,4 8 0 15,-3 24 0-15,4 7 0 16,3 15 0-16,8 8 0 16,0 7 0-16,7 5 0 15,12-1 0-15,11 2 0 16,1-4 0-16,3-8 0 0,8 2 0 15,-3-15-22-15,-7-7-62 16,10-4-4-16</inkml:trace>
  <inkml:trace contextRef="#ctx0" brushRef="#br1" timeOffset="62678.79">9843 7592 466 0,'0'0'4'0,"0"0"3"0,0 0 0 0,0 0 1 15,-4-4 0-15,4 4 1 0,2-16-7 16,5 7-2-16,5-5 0 16,6 3 0-16,2 1 0 15,4 0 0-15,-1 3 0 16,2 2 0-16,-2 5 0 0,-7 2 0 15,0 6 0-15,-9 4 0 16,-2 2 0-16,-5 7 0 16,-5 1 0-16,-5 0 0 15,-3 3 0-15,-1 0 0 16,-4-3 0-16,4-2 0 0,-4 0 0 16,7-3 0-16,4-2 0 15,5-3 0-15,2-4 0 16,8-3 0-16,9-5 0 15,3 0 0-15,7 0 0 0,1-5 0 16,2 0 0-16,0-3 0 16,-4 1 0-16,-3 3 0 15,-3-2 0-15,-8 3 0 16,-12 3 0-16,15-2 0 0,-15 2 0 16,0 0 0-16,0 0 0 15,0 0 0-15,-10 5 0 0,10-5 0 16,-12 8 0-16,12-8 0 15,-16 17-75-15,16-17-14 16</inkml:trace>
  <inkml:trace contextRef="#ctx0" brushRef="#br1" timeOffset="63487.72">10780 7397 425 0,'0'0'7'0,"0"-12"2"0,-5 1 1 15,0 1 2-15,-6 0-1 0,-1-2 2 16,-4 5-1-16,-5 0 0 16,-4 7-12-16,-8 7 0 15,2 8 0-15,-4 7 0 16,3 8 0-16,2 4 0 15,7 2 0-15,9 3 0 0,8-5 0 16,6 1 0-16,16-8 0 16,9-5 0-16,12-2 0 15,7-8 0-15,8-1 0 16,3-11-9-16,3-11-74 16,4 9-3-16</inkml:trace>
  <inkml:trace contextRef="#ctx0" brushRef="#br1" timeOffset="63932.66">11120 7364 412 0,'0'0'8'15,"0"0"1"-15,-14-10 3 16,5 10 0-16,-3 0 0 16,-4 3 2-16,-5 7-1 0,1 5 1 15,-3 5-9-15,4 7-5 16,3 5 0-16,5 0 0 15,4 0 0-15,7 0 0 16,4-1 0-16,13-6 0 0,8-6 0 16,3-2 0-16,4-7 0 15,5-8 0-15,1-2 0 16,-3-2 0-16,-1-8 0 0,-4-7 0 16,-5-5 0-16,-6-6 0 15,-8-5 0-15,-4-3 0 16,-7-9 0-16,-9 4 0 15,-7-1 0-15,-6-1 0 0,-2 8 0 16,-10 9 0-16,2 5 0 16,2 11 0-16,-4 10 0 15,1 3 0-15,6 15 0 16,5 3 0-16,7 9 0 16,8 2 0-16,7 6 0 0,7-3 0 15,13-1 0-15,5-2 0 16,10-1 0-16,2-10 0 15,5 0-35-15,8-7-50 0,-6-9-3 16</inkml:trace>
  <inkml:trace contextRef="#ctx0" brushRef="#br1" timeOffset="64266.32">11560 7528 469 0,'0'0'5'0,"-12"0"2"0,4-4 1 0,8 4 2 0,-18-8-1 16,18 8-6-16,-9-13-3 15,9 13 0-15,2-15 0 16,10 5 0-16,13 4 0 16,-2 0 0-16,4 1 0 0,-2 2 0 15,-1 3 0-15,-1 8 0 16,-10 4 0-16,-6 9 0 15,-7 1 0-15,-2 2 0 16,-9 3 0-16,-1 1 0 0,-6 0 0 16,4-7 0-16,2 2 0 15,-1-6 0-15,8-2 0 16,5-6 0-16,12-3 0 16,11-6 0-16,7 0 0 0,4-10-16 15,-1-2-68-15,17-6-2 16</inkml:trace>
  <inkml:trace contextRef="#ctx0" brushRef="#br1" timeOffset="65966.64">12077 7516 424 0,'0'0'6'0,"0"0"2"0,0 0 0 16,0 0 2-16,0 0 0 0,4-10 0 15,7 7 1-15,1-1-1 16,6-2-6-16,9 4-8 16,1-6-18-16,4 3-59 15,5 3-3-15</inkml:trace>
  <inkml:trace contextRef="#ctx0" brushRef="#br1" timeOffset="66116.11">12104 7644 417 0,'0'0'3'0,"0"0"1"16,0 0 1-16,0 0 1 16,10 3 1-16,7-3 0 15,6-8-1-15,7 4-7 16,7-12-27-16,16 4-48 0,6-10-3 16</inkml:trace>
  <inkml:trace contextRef="#ctx0" brushRef="#br1" timeOffset="66682.88">13063 7065 457 0,'0'0'5'16,"0"0"1"-16,0-10 1 0,0 10 2 16,0-10 0-16,0 10-1 15,0 0 2-15,-12 8-10 16,5 6 0-16,1 11 0 16,-1 7 0-16,7 3 0 0,0 7 0 15,0 0 0-15,7 0 0 16,4 1 0-16,1-7 0 15,-4 2 0-15,9-9 0 16,-8-4 0-16,-1-5 0 0,-3-3 0 16,-2-7 0-16,-3-10 0 15,0 0 0-15,-8-4 0 16,-5-14 0-16,-1-5 0 16,-1-8 0-16,0-7 0 15,-5-7 0-15,3-4 0 0,2-3 0 16,5 2 0-16,-1-1 0 15,11 1 0-15,0 8 0 16,13 5 0-16,4 5 0 0,8 7 0 16,8 5 0-16,4 10 0 15,-2 7 0-15,2 6 0 16,-4 12 0-16,-7 7 0 16,-6 7 0-16,-11 4 0 0,-7 5 0 15,-4 2 0-15,-16-4 0 16,-5 2 0-16,-2-6 0 15,1 0-26-15,1-6-56 16,-2-5-4-16</inkml:trace>
  <inkml:trace contextRef="#ctx0" brushRef="#br1" timeOffset="67183.74">13346 7350 473 0,'0'0'4'0,"0"0"3"0,0 0 1 0,-5-6 0 16,5 6 1-16,0-9-7 16,0 9-2-16,0-15 0 0,0 15 0 15,18-13 0-15,-6 11 0 16,5 0 0-16,1 2 0 15,4 4 0-15,-6 9 0 16,-2-1 0-16,-3 0 0 16,-4 5 0-16,-5 1 0 0,-2 2 0 15,-10-5 0-15,0 2 0 16,-4-4 0-16,1-3 0 16,1-3 0-16,2-2 0 15,10-5 0-15,-13-3 0 0,13-6 0 16,5-7 0-16,6-3 0 15,3-3 0-15,1-3 0 16,5 0 0-16,0 6 0 0,-3-2 0 16,1 6 0-16,-6 6 0 15,-2 4 0-15,-3 5 0 16,-7 0 0-16,10 17 0 16,-8-2 0-16,-2 5 0 15,0-3 0-15,6 8 0 0,-3-5 0 16,6-1-12-16,-2-3-21 15,6-5-52-15,2-5-1 16</inkml:trace>
  <inkml:trace contextRef="#ctx0" brushRef="#br1" timeOffset="67516.61">13654 6859 451 0,'0'0'5'0,"-5"-12"2"0,1 0 1 0,-4-1 2 16,6-2 0-16,0 0 1 16,2-2-2-16,0-1-9 15,7 6 0-15,11 2 0 0,3 9 0 16,4 1 0-16,3 1 0 16,-3 9 0-16,-3 5 0 15,-2 5 0-15,-3 4 0 16,-9 7 0-16,-8 3 0 0,0 1 0 15,-12 2 0-15,-4 0 0 16,2-2 0-16,-2-3 0 16,4-2 0-16,2-6 0 0,5-6 0 15,5-3 0-15,5-5 0 16,13-5 0-16,4 2 0 16,6-7-8-16,4-7-53 15,3 2-25-15,-3-3-1 16</inkml:trace>
  <inkml:trace contextRef="#ctx0" brushRef="#br1" timeOffset="67882.67">14298 7094 458 0,'0'0'4'0,"0"0"0"16,-10-5 1-16,-4 5 1 0,-2 3 0 15,0 8 1-15,-10 3-1 16,1 8 1-16,-2 6-2 15,2 4-2-15,6 5-3 0,-2 2 0 16,12 3 0-16,1-5 0 16,8 1 0-16,8-8 0 15,8 0 0-15,10-10 0 16,6-4 0-16,5-8-12 0,11-8-41 16,-6 0-32-16,5-3 1 15</inkml:trace>
  <inkml:trace contextRef="#ctx0" brushRef="#br1" timeOffset="68316.42">14629 7103 477 0,'0'0'3'16,"0"0"0"-16,0 0 0 0,-10 4 1 15,-1 6 1-15,-3 2 0 16,-2 8 0-16,-5 3 1 15,1 6-6-15,-1 6 0 16,5 0 0-16,4 1 0 0,6-3 0 16,6 1 0-16,8-6 0 15,6-3 0-15,7-8 0 16,0-7 0-16,7-6 0 16,1-4 0-16,1-9 0 0,-2-9 0 15,-1-6 0-15,-2-4 0 16,-4-7 0-16,-5-4 0 15,-4-6 0-15,-8-2 0 16,-4 1 0-16,-6 3 0 16,-8 5 0-16,-9 7 0 0,-5 8 0 15,-1 11 0-15,-6 12 0 16,0 5 0-16,5 12 0 16,3 8 0-16,8 7 0 15,6 3 0-15,13 0 0 0,5 2 0 16,15-7 0-16,10 1 0 15,7-10 0-15,6 1 0 0,1-10-2 16,6-4-82-16,-1-6-3 16</inkml:trace>
  <inkml:trace contextRef="#ctx0" brushRef="#br1" timeOffset="68835.39">14283 6788 469 0,'0'0'4'0,"0"0"2"0,-7-16 2 0,7 7-1 0,0-1 2 16,0-2-1-16,7-1-8 15,5-4 0-15,6 2 0 16,2 5 0-16,4 0 0 0,2 5 0 16,-1 0 0-16,-3 5 0 15,-3 7 0-15,-6 4 0 16,-3 8 0-16,-8 6 0 16,-2 0 0-16,-4 2 0 15,-6 3 0-15,-1-1 0 0,-1-1 0 16,-1-7 0-16,6 0 0 15,5-7 0-15,4-1 0 16,9-6 0-16,10 1 0 16,4-6-2-16,13-2-52 0,2 0-32 15,7 0-2-15</inkml:trace>
  <inkml:trace contextRef="#ctx0" brushRef="#br1" timeOffset="69700.81">14928 7397 484 0,'0'0'5'0,"0"0"1"0,9-11 2 0,-9 11 0 0,0 0-8 15,9-7 0-15,-9 7 0 16,6 10 0-16,-6 8 0 15,0 4 0-15,-6 10 0 16,1 3 0-16,1 4 0 16,-5 11-41-16,9-10-48 0</inkml:trace>
  <inkml:trace contextRef="#ctx0" brushRef="#br1" timeOffset="70533.11">15474 7228 480 0,'0'0'3'0,"0"0"2"0,0 0 1 0,10-10 1 16,-10 10 0-16,0 0-4 0,9 6-3 15,-9 6 0-15,3 2 0 16,-3 7 0-16,0 3 0 16,0 9 0-16,0-7 0 15,0 6 0-15,2-7 0 16,6 6-39-16,-5-7-46 0,-1-7-4 15</inkml:trace>
  <inkml:trace contextRef="#ctx0" brushRef="#br1" timeOffset="70700.05">15275 7392 475 0,'0'0'5'0,"0"0"0"15,0-13 0-15,0 13 1 0,9-19 0 16,7 9 0-16,6-2-3 15,6-4-3-15,9 7 0 16,0-4-27-16,9 4-56 16,5 1-3-16</inkml:trace>
  <inkml:trace contextRef="#ctx0" brushRef="#br1" timeOffset="71149.72">15896 7122 481 0,'0'0'4'0,"0"0"1"0,-5-3 2 16,5 3-1-16,-12 10 2 16,4 3-8-16,0 1 0 15,6 11 0-15,2 3 0 16,0 1 0-16,7 7 0 0,4-5 0 16,-2 4 0-16,3-1 0 15,1-4 0-15,-5-3 0 16,1-2 0-16,-6-5 0 15,0-5 0-15,-3-7 0 0,0-8 0 16,0 0 0-16,-11-8 0 16,2-11 0-16,2-4 0 15,-6-9 0-15,1-6 0 16,2-3 0-16,-3-6 0 16,6-3 0-16,2 0 0 0,5 1 0 15,0 1 0-15,10 9 0 16,5 6 0-16,7 7 0 15,0 5 0-15,6 9 0 0,2 12 0 16,-1 8 0-16,-1 9 0 16,-3 8 0-16,-6 2 0 15,-6 5 0-15,-6 6 0 0,-7-1 0 16,-7-3 0-16,-8-2 0 16,-2-2 0-16,-8-6-3 15,2 1-32-15,9-7-49 16,-11-3-2-16</inkml:trace>
  <inkml:trace contextRef="#ctx0" brushRef="#br1" timeOffset="71651.03">16179 7361 470 0,'0'0'3'0,"0"0"1"0,0 0 0 0,0 11 0 0,0-11 1 15,-3 17 0-15,3-4 1 16,0-1 0-16,3 1-2 0,5 2-4 16,4-5 0-16,1-1 0 15,4-7 0-15,5-2 0 16,1-2 0-16,-1-7 0 15,-2-7 0-15,3-1 0 0,-9 0 0 16,1-3 0-16,-7 2 0 16,-4 4 0-16,-4 4 0 15,0 10 0-15,0 0 0 16,0 0 0-16,-2 14 0 16,0 6 0-16,2 5 0 0,0 5 0 15,2 2 0-15,5 3 0 16,-2 0 0-16,8 0 0 15,-8-1 0-15,0 1 0 16,-3-6 0-16,-2 1 0 0,-2-8 0 16,-8 0 0-16,-5-4 0 15,-9-3 0-15,-4-8 0 16,-2-2 0-16,-8-5 0 16,-1 0 0-16,-3-7 0 0,-3-8 0 15,8 1-14-15,-5-2-62 16,7-11-12-16</inkml:trace>
  <inkml:trace contextRef="#ctx0" brushRef="#br1" timeOffset="72016.77">16433 6666 436 0,'0'0'8'0,"-11"-10"2"16,11 10 2-16,-7-17 1 0,2 9 0 16,3-1 1-16,-3-4-9 15,5 1-5-15,7 4 0 16,3-2 0-16,3 8 0 16,-1 2 0-16,6 0 0 0,-4 2 0 15,4 11 0-15,-6 2 0 16,-2 1 0-16,-3 8 0 15,-1 0 0-15,-4 1 0 16,-2 4 0-16,-5-4 0 16,0 0 0-16,0 0 0 0,0-3 0 15,0-2 0-15,5-3 0 16,0-2 0-16,10-3 0 16,5-4 0-16,5 0 0 0,3-8-12 15,-1 0-72-15,10 0-3 16</inkml:trace>
  <inkml:trace contextRef="#ctx0" brushRef="#br1" timeOffset="72550.13">17038 7097 460 0,'0'-11'5'0,"3"3"2"0,3-10 0 16,-4 0 2-16,-2-2 1 0,-2-3 0 15,-4-1-7-15,-6 0-3 16,-3 9 0-16,-7 2 0 15,-3 12 0-15,0 1 0 16,0 0 0-16,2 9 0 16,1 3 0-16,7 6 0 0,5 2 0 15,8 2 0-15,4 0 0 16,14 3 0-16,8 0 0 16,6-1 0-16,5-1 0 0,5 2 0 15,-3-5 0-15,-3-1 0 16,-1-2 0-16,-8-2 0 15,0 0 0-15,-16-5 0 16,1 3 0-16,-10-13 0 0,0 15 0 16,-10-11 0-16,-4 4 0 15,-9-6 0-15,-6 1 0 16,1-3 0-16,-7 3 0 16,1-3 0-16,-3 0 0 15,2-3 0-15,5 0-2 0,0 1-30 16,-2 2-52-16,17-2-3 15</inkml:trace>
  <inkml:trace contextRef="#ctx0" brushRef="#br1" timeOffset="73169.38">17074 6641 492 0,'0'0'4'0,"0"0"1"0,-8-14 2 0,8 6-4 0,-3-4-3 16,3-1 0-16,0-4 0 16,8 1 0-16,2 2 0 15,5-1 0-15,0 8 0 16,2 1 0-16,3 6 0 0,-5 3 0 15,2 10 0-15,-5 5 0 16,-1 3 0-16,-6 4 0 16,-3 3 0-16,-2 1 0 0,0 1 0 15,-4-3 0-15,-4 2 0 16,2-4 0-16,4 0 0 16,0 0 0-16,2-6 0 0,4 2 0 15,10-4 0-15,2-5 0 16,9 6 0-16,3-6-45 15,4 0-42-15,0-4-2 16</inkml:trace>
  <inkml:trace contextRef="#ctx0" brushRef="#br1" timeOffset="73650.12">17548 6934 485 0,'0'0'4'15,"0"0"1"-15,0 0 0 16,0 0 0-16,-7 2 0 16,-1 8-3-16,1 5-2 15,-3 5 0-15,-5 5 0 0,-2 1 0 16,1 11 0-16,4 1 0 16,3 2 0-16,0-3 0 15,7-5 0-15,2 1 0 16,5-11 0-16,10-5 0 0,6-5 0 15,0-7 0-15,7-5 0 16,1-5 0-16,1-7 0 16,0-9 0-16,-5-5 0 15,-1-6 0-15,-1-8 0 0,-8-2 0 16,-5-6 0-16,-8 1 0 16,-2 0 0-16,-9 5 0 15,-6 5 0-15,-5 8 0 16,-5 6 0-16,-5 8 0 0,-2 8 0 15,2 7 0-15,-2 10 0 16,4 7 0-16,6 6 0 16,4 6 0-16,12 6 0 0,6 3 0 15,5 0 0-15,11 0 0 16,12-4 0-16,6-4 0 16,7-7 0-16,3-3 0 15,1-8-42-15,5-5-44 16,0-7-4-16</inkml:trace>
  <inkml:trace contextRef="#ctx0" brushRef="#br1" timeOffset="74049.78">17978 7172 469 0,'0'0'5'0,"0"0"3"0,12 0 1 0,-12 0 3 15,0 0-4-15,11-3-8 16,-11 3 0-16,7 5 0 16,-7 9 0-16,0 7 0 15,0 1 0-15,-2 13 0 16,-3-1 0-16,5 10 0 0,-3 9-17 15,3-8-73-15,8-9-3 16</inkml:trace>
  <inkml:trace contextRef="#ctx0" brushRef="#br1" timeOffset="75749.88">18649 6956 395 0,'0'0'6'0,"0"0"4"0,0-8 1 0,0 8 5 16,0-10-2-16,0 10 3 15,3-10 0-15,-3 10 1 0,0 0-11 16,0 0-7-16,7 13 0 15,-5 9 0-15,-2 3 0 16,0 7 0-16,0 5 0 0,0 3 0 16,0-1 0-16,-2-3 0 15,2-5 0-15,0-1 0 16,0-5 0-16,7-2-20 16,-5-9-66-16,1 1-3 15</inkml:trace>
  <inkml:trace contextRef="#ctx0" brushRef="#br1" timeOffset="76066.34">18382 7099 478 0,'0'0'3'0,"0"0"1"0,0 0 1 16,0 0 1-16,13 4 0 15,0-4 3-15,12 0-9 16,5 0 0-16,9 0 0 0,6 0 0 16,7 0 0-16,1-4 0 15,2 2 0-15,-11-1 0 16,-2 3 0-16,-12-2 0 16,-5 2 0-16,-13 0 0 15,-2 0 0-15,-10 0 0 0,0 0 0 16,0 0 0-16,0 0 0 15,-2 5 0-15,-6-5-17 16,8 0-70-16,0 0-2 16</inkml:trace>
  <inkml:trace contextRef="#ctx0" brushRef="#br1" timeOffset="77315.66">19429 7032 475 0,'0'0'3'0,"-5"-7"3"0,5-2 1 0,0-1 2 16,0-4 0-16,5 3-7 0,2-7-2 15,9 1 0-15,1-1 0 16,5 6 0-16,1 2 0 16,4 2 0-16,1 4 0 15,-2 4 0-15,-1 3 0 0,-5 6 0 16,-3 3 0-16,-1 6 0 15,-14 5 0-15,-2 2 0 16,-7 1 0-16,-16 2 0 0,-2 1 0 16,-5 1 0-16,-4-5 0 15,1 0 0-15,1-5 0 16,7-3 0-16,6-4 0 16,8-4 0-16,11-9 0 15,0 0 0-15,5 5 0 16,15-5 0-16,10-5 0 0,0-4 0 15,12 3 0-15,1-8-38 16,6 0-49-16,-1-2-3 16</inkml:trace>
  <inkml:trace contextRef="#ctx0" brushRef="#br1" timeOffset="77800.12">20100 6753 501 0,'0'0'4'0,"0"0"2"0,0 0-6 16,0 0 0-16,0 0 0 16,-2 7 0-16,2 8 0 15,0 4 0-15,0 6 0 0,2 8 0 16,10 3 0-16,-1 7 0 16,-2 1 0-16,6 1 0 15,0-2 0-15,0-3 0 16,-5-4 0-16,2-6 0 0,-7-2 0 15,2-12 0-15,-4-1 0 16,-3-15 0-16,0 10 0 16,0-10 0-16,-19-12 0 15,3-5 0-15,2-11 0 0,-7-9 0 16,2-8 0-16,-1-4 0 16,0-9 0-16,5 0 0 15,2-4 0-15,9 4 0 16,1 4 0-16,3 5 0 0,13 11 0 15,4 4 0-15,3 9 0 16,10 5 0-16,2 8 0 16,5 9 0-16,0 3 0 15,-2 15 0-15,-5 2 0 0,-3 11 0 16,-7 1 0-16,-7 9 0 16,-9 1 0-16,-4 1 0 15,-12-6 0-15,-2 4 0 16,-6-7 0-16,2 4-14 0,6-7-72 15,-6-5-3-15</inkml:trace>
  <inkml:trace contextRef="#ctx0" brushRef="#br1" timeOffset="78266.37">20395 7154 479 0,'0'0'5'0,"0"0"2"0,-9-7 1 0,9 7 2 16,-8-8-8-16,8 8-2 15,-2-15 0-15,2 5 0 16,7 6 0-16,5-7 0 0,6 6 0 16,0 0 0-16,1 5 0 15,-1 0 0-15,1 8 0 16,-6 5 0-16,-3-1 0 15,-5 8 0-15,-5-3 0 0,-5 5 0 16,-5 0 0-16,-9-4 0 16,4-1 0-16,-3-5 0 15,-2-2 0-15,5-3 0 0,2 0 0 16,1-7 0-16,12 0 0 16,0-21 0-16,2 4 0 15,14-3 0-15,1 1 0 16,5-6 0-16,1 2 0 0,-1 3 0 15,-2 8 0-15,-2-1 0 16,-4 12 0-16,-4 1 0 16,0 7 0-16,-5 5 0 15,-2 5 0-15,4 3 0 16,1 0 0-16,-1 0 0 0,3 2 0 16,-1-5-2-16,9-5-54 15,0-2-29-15,1-4-3 16</inkml:trace>
  <inkml:trace contextRef="#ctx0" brushRef="#br1" timeOffset="78750.58">20917 6735 483 0,'0'0'4'0,"-5"-10"2"0,5 10 1 15,-7-12 1-15,7 12-5 16,0 0-3-16,-9-4 0 15,9 4 0-15,0 22 0 0,0 4 0 16,7 9 0-16,5 5 0 16,-2 5 0-16,2 6 0 15,0-4 0-15,1 3 0 16,-3-6 0-16,-3-3 0 0,-2-7 0 16,-2-6 0-16,-3-3 0 15,0-11 0-15,0-14 0 16,-10 13 0-16,10-13 0 15,-18-13 0-15,8-1 0 0,-2-14 0 16,3-2 0-16,-4-6 0 16,3-4 0-16,1-6 0 15,3 0 0-15,3-3 0 16,3 4 0-16,9 3 0 0,5 4 0 16,6 4 0-16,2 12 0 15,5 2 0-15,3 10 0 16,0 8 0-16,-3 4 0 15,-6 15 0-15,-5 2 0 0,-3 9 0 16,-11 4 0-16,-2 0 0 16,-12 3 0-16,-3-3 0 15,-5 3 0-15,-4-5 0 16,2-2 0-16,-4-10-17 0,-3 3-69 16,8-4-3-16</inkml:trace>
  <inkml:trace contextRef="#ctx0" brushRef="#br1" timeOffset="79211.36">21220 7094 432 0,'0'0'4'0,"0"0"1"0,-7 16 1 0,2-9 1 16,5 3 1-16,0 2 0 15,0 3 0-15,8-2 1 0,4-1-3 16,5-3-2-16,6-4-1 16,5-1 0-16,1-4 0 15,1-11 0-15,-1-1-1 16,-6-3-2-16,-1-2 0 16,-4 2 0-16,-8-2 0 0,-5 1 0 15,-5 4 0-15,0 12 0 16,-3-10 0-16,3 10 0 15,-7 10 0-15,5 5 0 0,2 5 0 16,0 2 0-16,4 8 0 16,4 2 0-16,1 0 0 15,2 2 0-15,3-1 0 16,-1 2 0-16,-4-6 0 0,2 4 0 16,-7-8 0-16,-4 0 0 15,0-4 0-15,-9-3 0 16,-12-3 0-16,-3-3 0 15,-8-4 0-15,-3-4 0 0,-7-1 0 16,0-3 0-16,-3-4-23 16,-2-7-62-16,19-6-3 15</inkml:trace>
  <inkml:trace contextRef="#ctx0" brushRef="#br1" timeOffset="80566.61">22071 6822 461 0,'0'0'5'0,"0"0"1"0,4-11 1 0,-4 11 1 16,-4-11 0-16,-7 5 1 15,-2 2-2-15,-6 4-7 0,-5 0 0 16,-11 13 0-16,4 6 0 16,-6 8 0-16,2 6 0 15,3 3 0-15,5 5 0 16,10-1 0-16,4-4 0 0,11-2 0 16,6 0 0-16,17-8 0 15,8-6 0-15,13-6 0 16,6 0 0-16,9-7 0 15,1-7 0-15,8 0-38 0,-3 0-47 16,-6-7-4-16</inkml:trace>
  <inkml:trace contextRef="#ctx0" brushRef="#br1" timeOffset="81049.73">22434 6852 489 0,'0'0'3'16,"0"0"1"-16,0 0 1 16,0 0-1-16,-13-5 2 0,3 5-6 15,-3 7 0-15,-1 6 0 16,-7 4 0-16,4 5 0 15,-3 6 0-15,2 4 0 0,6 5 0 16,4-5 0-16,8 2 0 16,0-4 0-16,8-7 0 15,10-3 0-15,4-6 0 16,3-7 0-16,5-1 0 0,0-6 0 16,-1-8 0-16,1-4 0 15,-5-8 0-15,-2 1 0 16,-9-12 0-16,-4-1 0 15,-4-5 0-15,-6-2 0 16,-13-1 0-16,-2 6 0 0,-10 4 0 16,3 5 0-16,-14 8 0 15,7 6 0-15,-5 11 0 16,4 3 0-16,2 12 0 16,8 7 0-16,8 1 0 0,10 4 0 15,2 3 0-15,12-1 0 16,13 0 0-16,7-1 0 15,0-10-27-15,3-1-59 16,15-5-3-16</inkml:trace>
  <inkml:trace contextRef="#ctx0" brushRef="#br1" timeOffset="81232.88">22761 6992 449 0,'0'0'4'0,"0"0"1"15,-7 7 1-15,4 3 1 0,1 3 0 16,2 5 0-16,0 2 1 0,0 2-1 16,5 6-5-16,0-6-4 15,10 2-9-15,-5-6-28 16,4-1-45-16,1-2 0 16</inkml:trace>
  <inkml:trace contextRef="#ctx0" brushRef="#br1" timeOffset="81699.64">23522 6735 476 0,'0'0'4'0,"-3"-7"0"0,3 7 2 16,-15-15-1-16,3 8 1 15,-4-3 1-15,-1 5-4 16,-8-2-3-16,3 7 0 16,-6 0 0-16,-1 4 0 0,0 8 0 15,1 5 0-15,1 1 0 16,7 4 0-16,8 1 0 16,7 1 0-16,10 1 0 15,9 0 0-15,9-2 0 0,9-2 0 16,7-1 0-16,4 0 0 15,-1 1 0-15,-3-6 0 16,-4 2 0-16,-3-2 0 16,-7-4 0-16,-7 0 0 15,-3-1 0-15,-13-1 0 0,-2-1 0 16,-7 0 0-16,-8-2 0 16,-5 0 0-16,-5-2 0 15,-5 2 0-15,-2-2 0 16,-5-1 0-16,-2-3 0 0,4 0 0 15,-3 0 0-15,8 0 0 16,-2-3-27-16,2 0-58 16,15-1-3-16</inkml:trace>
  <inkml:trace contextRef="#ctx0" brushRef="#br1" timeOffset="82270.19">23807 6721 461 0,'0'0'5'0,"0"0"1"0,2-12 1 0,-2 12 1 0,0-11 1 15,0 11-1-15,-7-5-1 16,0 8-7-16,-8 10 0 0,0 9 0 16,-4 4 0-16,4 9 0 15,-1 5 0-15,6 2 0 16,-1 2 0-16,9-1 0 15,4-5 0-15,9-7 0 0,4-4 0 16,8-6 0-16,-1-10 0 16,6-3 0-16,-1-8 0 15,3-5 0-15,0-8 0 0,-6-9 0 16,-4-3 0-16,-2-8 0 16,-9-5 0-16,-1-5 0 15,-8 2 0-15,-8-7 0 0,-9 7 0 16,0 0 0-16,-11 7 0 15,-1 12 0-15,-1 2 0 16,-5 13 0-16,5 7 0 16,-2 4 0-16,7 16 0 15,5 3 0-15,15 7 0 16,5-1 0-16,2 5 0 0,14-2 0 16,9 1 0-16,4-8 0 15,11 3 0-15,-1-2-73 16,3-13-16-16</inkml:trace>
  <inkml:trace contextRef="#ctx0" brushRef="#br1" timeOffset="82466.33">24254 6828 484 0,'0'0'3'0,"0"0"2"0,-4 14 0 16,1 1 2-16,-2 5 0 15,5 9-7-15,-5 11 0 0,3 6 0 16,2 9 0-16,0 8 0 16,0-12 0-16,-3 12-83 15,6-4-6-15</inkml:trace>
  <inkml:trace contextRef="#ctx0" brushRef="#br1" timeOffset="88120.97">4043 9537 358 0,'0'0'3'0,"0"0"2"0,0 0 2 0,0 10 0 0,0-10 2 16,0 15-1-16,0-3 1 15,0-2 1-15,4 5-3 16,5-1-1-16,1-1 0 16,5-2-1-16,5-2 2 0,0-9 0 15,5 0 1-15,5-9 0 16,4-9 0-16,-1-9 1 15,1-5-1-15,-1-9 0 16,1-8 0-16,-4-3-8 0,-10-7 0 16,-5-3 0-16,-7-3 0 15,-8-1 0-15,0 4 0 16,-13 2 0-16,-1 10 0 16,-4 6 0-16,-5 12 0 15,1 13 0-15,-3 13 0 0,5 16 0 16,1 15 0-16,3 10 0 15,4 12 0-15,10 5 0 0,2 4 0 16,7 4 0-16,12 0 0 16,7-4 0-16,3-8 0 15,8-2 0-15,4-8 0 16,1-4 0-16,-3-9-34 0,4-3-51 16,-3-7-3-16</inkml:trace>
  <inkml:trace contextRef="#ctx0" brushRef="#br1" timeOffset="88600.79">4700 9544 468 0,'0'0'5'0,"0"0"1"0,-8-7 2 0,8 7 0 0,-3-15 2 15,3 5-4-15,0-2-6 16,0 0 0-16,13-1 0 15,-3 1 0-15,5 2 0 16,0 3 0-16,5 4 0 0,-5 3 0 16,2 3 0-16,-7 8 0 15,0 7 0-15,-10 4 0 16,0 6 0-16,-8 1 0 16,-4 6 0-16,-3 0 0 0,-4-3 0 15,-2 0 0-15,4-5 0 16,2-10 0-16,6-2 0 15,0-5 0-15,9-10 0 16,9 0 0-16,5-4 0 0,3-9 0 16,11-3 0-16,-4-7 0 15,9-4-78-15,-1-3-10 16</inkml:trace>
  <inkml:trace contextRef="#ctx0" brushRef="#br1" timeOffset="88933.87">4749 8955 460 0,'0'0'4'0,"0"0"2"16,-7-15 1-16,7 15 0 16,-3-20 2-16,3 7 0 15,3-1 0-15,6-3-9 16,5 4 0-16,5-1 0 0,1 6 0 15,7 5 0-15,-2 3 0 16,-2 8 0-16,-1 9 0 16,-2 2 0-16,-8 9 0 0,-1 5 0 15,-9-4 0-15,-2 6 0 16,0 0 0-16,-2-3 0 16,-4-2 0-16,1-3 0 15,3-2 0-15,2-6 0 0,0-1 0 16,4-6 0-16,9-2 0 15,7-3 0-15,5 1-3 16,-7 0-81-16,14-6-2 0</inkml:trace>
  <inkml:trace contextRef="#ctx0" brushRef="#br1" timeOffset="89499.61">5532 9262 479 0,'0'0'3'0,"0"0"1"0,0-12 2 0,0 12-1 16,-15-18 1-16,3 11 0 16,-4 2-4-16,0 3-2 0,-7 2 0 15,-2 10 0-15,0 7 0 16,-1 3 0-16,3 9 0 16,5 1 0-16,6 2 0 15,5 0 0-15,7 1 0 16,9-5 0-16,12-7 0 0,3 2 0 15,11-9 0-15,0 1 0 16,4-2 0-16,-1-4 0 16,-1-2 0-16,-9 2 0 0,1-2 0 15,-6 2 0-15,-6-1 0 16,-5 0 0-16,-12-8 0 16,10 17 0-16,-10-17 0 15,0 15 0-15,-10-6 0 0,-2 2 0 16,-5-1 0-16,-4-3 0 15,0 3 0-15,-9-3 0 16,0-2 0-16,3 0 0 16,-3-3 0-16,2-2 0 15,3 0 0-15,3 0 0 0,0-2 0 16,11 2-20-16,11 0-64 16,-7-14-4-16</inkml:trace>
  <inkml:trace contextRef="#ctx0" brushRef="#br1" timeOffset="89905.72">5676 9131 475 0,'0'0'5'0,"-7"-7"1"0,2-4 2 0,2 4 0 0,-1-8 1 16,-1 3-9-16,2-5 0 15,0 2 0-15,3 0 0 0,6 0 0 16,3 5 0-16,9 0 0 16,-1 7 0-16,3 3 0 15,-1 3 0-15,2 7 0 16,-3 7 0-16,-6 8 0 15,-5 2 0-15,-7 3 0 0,-3 2 0 16,-4 4 0-16,-2-5 0 16,-4 2 0-16,1-3 0 15,1-4 0-15,4-1 0 0,4-6 0 16,3-1 0-16,3-8 0 16,10 3 0-16,1-13-3 15,-4 2-83-15,20-2-2 16</inkml:trace>
  <inkml:trace contextRef="#ctx0" brushRef="#br1" timeOffset="90319.81">6133 9250 465 0,'0'0'6'16,"0"0"0"-16,0 0 2 15,-7 0-1-15,7 0 1 16,-16 7 0-16,7 5-5 15,-1 6-3-15,-5 4 0 0,3 7 0 16,0 7 0-16,-1 3 0 16,1 4 0-16,-1-2 0 15,8 2 0-15,5-9 0 16,0-1 0-16,11-7 0 0,5-8 0 16,5-8 0-16,4-8 0 15,7-4 0-15,0-13 0 16,-2-5 0-16,0-9 0 15,0-4 0-15,-9-9 0 16,-9 0 0-16,-3-6 0 0,-9-1 0 16,0 3 0-16,-16 3 0 15,-1 6 0-15,-5 8 0 0,-6 6 0 16,1 11 0-16,-3 12 0 16,6 6 0-16,1 10 0 15,5 12 0-15,6 1 0 16,8 8 0-16,4 3 0 15,7 2 0-15,7-2 0 0,14-1 0 16,-1-9 0-16,8 0-71 16,8-6-17-16</inkml:trace>
  <inkml:trace contextRef="#ctx0" brushRef="#br1" timeOffset="90666.63">6482 9518 496 0,'0'0'4'0,"0"0"1"0,0 0 1 0,-13-6-6 0,13 6 0 0,-8-12 0 15,8 2 0-15,0 0 0 16,3-5 0-16,9 3 0 16,6-3 0-16,4 3 0 15,6 2 0-15,-4 2 0 0,1 6 0 16,-2 2 0-16,-11 7 0 15,-2 11 0-15,-7 4 0 16,-6 5 0-16,-12 5 0 0,-2 3 0 16,-3 2 0-16,-5 0 0 15,-1 0 0-15,7-5 0 16,4-1 0-16,8-9 0 16,7-3 0-16,9-1 0 0,16-11 0 15,17 0 0-15,8-4-21 16,20-6-67-16,17-4-2 15</inkml:trace>
  <inkml:trace contextRef="#ctx0" brushRef="#br1" timeOffset="91416.45">12090 9292 475 0,'0'0'4'0,"0"0"2"0,0 0 0 15,0 0 1-15,0 0 1 16,0 0-3-16,0 0-5 16,12-5 0-16,5 3 0 0,3-1 0 15,7 3 0-15,1-7 0 16,-8 7-84-16,17 0-2 15</inkml:trace>
  <inkml:trace contextRef="#ctx0" brushRef="#br1" timeOffset="91551.91">12079 9505 457 0,'0'0'2'0,"0"0"3"0,0 0 1 15,11 0 0-15,3 0 0 16,6-5 1-16,10-2-3 15,7 2-10-15,3-5-70 16,15 0-4-16</inkml:trace>
  <inkml:trace contextRef="#ctx0" brushRef="#br1" timeOffset="92899.61">13200 9057 487 0,'0'0'3'0,"0"0"0"0,0 0 1 0,0 0 0 0,7 5 1 15,-7 4 0-15,3 8-5 16,2 6 0-16,-3 4 0 0,6 9 0 16,-1-3 0-16,1 11 0 15,1-6 0-15,0 2 0 16,-2-7 0-16,0-4 0 16,0 1 0-16,1-11 0 15,-5-2 0-15,-1-4 0 0,-2-13 0 16,0 0 0-16,0 0 0 15,-8-7 0-15,1-10 0 16,-3-8 0-16,1-8 0 0,-5-4 0 16,5-10 0-16,-7-2 0 15,7-6 0-15,2 1 0 16,2-1 0-16,2 6 0 16,3 1 0-16,10 7 0 0,4 6 0 15,7 10 0-15,1 6 0 16,11 11 0-16,-4 8 0 15,6 2 0-15,-3 12 0 16,-2 7 0-16,-7 6 0 16,-6 3 0-16,-9 4 0 0,-8 1 0 15,-1-1 0-15,-9-1 0 16,-7-1 0-16,-3-3 0 16,-2-1 0-16,-1-3 0 15,1-7 0-15,4-6-84 0,4 3-5 16</inkml:trace>
  <inkml:trace contextRef="#ctx0" brushRef="#br1" timeOffset="93399.55">13625 9326 505 0,'0'0'4'0,"0"0"-2"0,0 0-2 0,-8-7 0 16,8 7 0-16,-2-10 0 0,2 10 0 15,0-15 0-15,0 15 0 16,18-9 0-16,-6 3 0 16,5 3 0-16,-2 3 0 15,3 3 0-15,-2 5 0 16,0 4 0-16,-4 1 0 0,-7 4 0 15,-5-2 0-15,0 4 0 16,-8-1 0-16,-4-3 0 16,-3 0 0-16,1-2 0 15,-4-6 0-15,6 0 0 0,-4-5 0 16,9-2 0-16,7 0 0 16,-7-14 0-16,7 1 0 15,10-4 0-15,3 0 0 16,1-6 0-16,4 1 0 0,1 5 0 15,1 1 0-15,1 2 0 16,-7 3 0-16,-2 10 0 16,-1 1 0-16,-11 0 0 0,9 17 0 15,-6-2 0-15,-1 2 0 16,0 3 0-16,7 5 0 16,-7-6 0-16,5 1 0 15,-2-4 0-15,8-4-41 0,1-5-45 16,7-7-2-16</inkml:trace>
  <inkml:trace contextRef="#ctx0" brushRef="#br1" timeOffset="93749.78">13933 8826 480 0,'0'0'5'0,"-5"-13"0"16,2 4 3-16,-2-3 0 15,3-4-3-15,0 2-5 0,2-4 0 16,0 0 0-16,7 4 0 16,8 7 0-16,4-1 0 15,4 6 0-15,5 2 0 0,-3 10 0 16,2 4 0-16,-5 6 0 16,0 8 0-16,-10 1 0 15,-3 6 0-15,-9 2 0 16,0-2 0-16,-5-3 0 0,-6-2 0 15,1-5 0-15,1-1 0 16,1-9 0-16,5 0 0 16,3-15 0-16,3 10 0 15,12-10 0-15,2 0 0 0,6-5 0 16,4-7 0-16,0-1-67 16,8 3-21-16</inkml:trace>
  <inkml:trace contextRef="#ctx0" brushRef="#br1" timeOffset="94334.47">14490 9126 483 0,'0'0'5'0,"14"-8"1"0,-6 1 2 0,2-5 1 0,-3 1-9 16,1-1 0-16,-4 3 0 16,-1-7 0-16,-6 9 0 15,-9 2 0-15,-5 5 0 0,-3 0 0 16,0 8 0-16,0 4 0 16,1 3 0-16,3 2 0 15,7 3 0-15,9 2 0 16,2-2 0-16,10 2 0 0,13-4 0 15,2 4 0-15,6-5 0 16,4 6 0-16,1-6 0 16,-3 3 0-16,-1-5 0 15,-2 2 0-15,-11-4 0 16,-5 1 0-16,-2-2 0 0,-12-1 0 16,-2-2 0-16,-13 1 0 15,-6-2 0-15,-4 2 0 16,-7-3 0-16,-4 1 0 15,-1-6 0-15,-6 1 0 0,4-3 0 16,3 0 0-16,1-10 0 16,11-8-49-16,6 6-39 15,4-8-1-15</inkml:trace>
  <inkml:trace contextRef="#ctx0" brushRef="#br1" timeOffset="94716.36">14574 8792 467 0,'0'0'6'0,"0"0"2"0,0-10 1 0,0 0 1 16,2 0 1-16,0-3-11 15,4-4 0-15,1 0 0 16,3-3 0-16,6 3 0 15,0 4 0-15,2 1 0 0,1 4 0 16,2 6 0-16,-4 2 0 16,3 2 0-16,-5 8 0 15,-5 7 0-15,-3 6 0 16,-1 1 0-16,-4 4 0 16,-2 4 0-16,-2 1 0 0,-6-4 0 15,3 6 0-15,-2-11 0 16,4 4 0-16,1-6 0 15,2-4 0-15,2-1 0 0,8-8 0 16,10 1 0-16,-1-7 0 16,11 4 0-16,2-4-72 15,4-3-17-15</inkml:trace>
  <inkml:trace contextRef="#ctx0" brushRef="#br1" timeOffset="95199.77">15158 8957 481 0,'0'0'5'15,"0"0"0"-15,0 0 1 16,-10 0 1-16,10 0 0 16,-14 15-7-16,3 0 0 0,-1 5 0 15,-4 5 0-15,0 6 0 16,0 5 0-16,-1 6 0 15,2-1 0-15,3 5 0 16,5-6 0-16,3-1 0 0,4-8 0 16,9-3 0-16,3-6 0 15,8-9 0-15,5-3 0 16,1-10 0-16,2-3 0 16,4-12 0-16,-5-2 0 15,3-10 0-15,-5-5 0 0,-4-10 0 16,-7-1 0-16,-3-4 0 15,-9-2 0-15,-2 0 0 16,-11 4 0-16,-5 3 0 0,-9 7 0 16,-3 8 0-16,-2 7 0 15,-2 12 0-15,0 8 0 16,3 14 0-16,3 5 0 0,7 6 0 16,8 8 0-16,9 3 0 15,2 1 0-15,9 2 0 16,16-3 0-16,5-4 0 15,2-8 0-15,9-1 0 0,1-8-16 16,-10-7-70-16,12-4-4 16</inkml:trace>
  <inkml:trace contextRef="#ctx0" brushRef="#br1" timeOffset="95384.68">15516 9138 476 0,'0'0'4'0,"0"0"1"0,0 0 2 16,0 0 0-16,-7 11 2 16,7-3-6-16,0 9-3 0,4 2 0 15,1 8 0-15,0 4 0 16,0 7 0-16,1 2 0 16,-2 12 0-16,-6-1-57 15,-4-8-32-15</inkml:trace>
  <inkml:trace contextRef="#ctx0" brushRef="#br1" timeOffset="96116.53">16192 9063 499 0,'0'0'3'0,"0"0"3"0,0 0-3 0,0 0-3 16,7-4 0-16,-7 4 0 0,0 12 0 15,0 4 0-15,0 8 0 16,-5 3 0-16,3 6 0 16,-1 1 0-16,3 4 0 0,0-6 0 15,5 2 0-15,0-9 0 16,-5 3-84-16,9-7-5 16</inkml:trace>
  <inkml:trace contextRef="#ctx0" brushRef="#br1" timeOffset="96283.01">16093 9235 477 0,'0'0'5'16,"0"0"2"-16,-11-10 1 15,11 10 1-15,-5-10-4 0,5 10-5 16,0-12 0-16,13 4 0 16,9 4 0-16,3 1 0 15,14 3 0-15,2 3-64 16,10-3-23-16</inkml:trace>
  <inkml:trace contextRef="#ctx0" brushRef="#br1" timeOffset="96732.97">16730 8997 486 0,'0'0'5'0,"0"0"1"0,0 0 0 16,0 0 2-16,-14 10-8 15,9 0 0-15,0 5 0 16,2 4 0-16,0 6 0 15,3 7 0-15,3 3 0 0,5 4 0 16,2 4 0-16,2 1 0 16,1 1 0-16,-6-5 0 15,3-3 0-15,-2-4 0 16,-6-7 0-16,-2-6 0 0,0-5 0 16,0-5 0-16,0-10 0 15,-10 0 0-15,0-13 0 16,3-6 0-16,-5-6 0 15,1-12 0-15,-1-2 0 0,-1-11 0 16,1-2 0-16,5-5 0 16,2 3 0-16,2-4 0 15,3 9 0-15,8 4 0 16,6 8 0-16,9 7 0 16,7 7 0-16,-3 15 0 0,8 2 0 15,-5 9 0-15,0 8 0 16,-5 12 0-16,-9 2 0 15,-5 5 0-15,-11 4 0 0,-6 1 0 16,-11-2 0-16,-8 1 0 16,-5-6 0-16,-2-2 0 15,-5-6 0-15,10 5-6 0,-1-7-80 16,3-6-1-16</inkml:trace>
  <inkml:trace contextRef="#ctx0" brushRef="#br1" timeOffset="97250.04">16989 9324 454 0,'0'0'5'0,"0"0"2"0,0 0 2 0,0 0-1 16,0 0 0-16,0 0 1 15,-10 0 0-15,10 0-7 16,-4 14-2-16,4-1 0 16,0-1 0-16,0 4 0 0,7-4 0 15,3-2 0-15,4-3 0 16,4-2 0-16,5-5 0 16,-4-5 0-16,8-7 0 15,-2-1 0-15,0-7 0 0,-5 1 0 16,-3-1 0-16,-5 5 0 15,-1 0 0-15,-6 3 0 16,-5 12 0-16,0 0 0 0,0 0 0 16,4 7 0-16,-1 8 0 15,0 7 0-15,1 6 0 16,2 6 0-16,4 4 0 0,-3-1 0 16,0 3 0-16,1-3 0 15,-3-1 0-15,0-3 0 16,-5-4 0-16,0-4 0 15,-5-5 0-15,-10-4 0 0,-2-8 0 16,-8-2 0-16,-5-6 0 16,-5 0 0-16,-5-7 0 15,-2-11 0-15,0 1 0 16,-5-13 0-16,5-4-72 16,6-6-15-16</inkml:trace>
  <inkml:trace contextRef="#ctx0" brushRef="#br1" timeOffset="97602.05">17282 8685 471 0,'0'0'5'0,"0"0"2"0,0 0 2 0,-12-7 1 0,12 7-1 16,-7-10-9-16,7 10 0 15,0-15 0-15,0 5 0 16,12-1 0-16,7 0 0 0,6 3 0 16,3 1 0-16,1 2 0 15,-1 5 0-15,2 0 0 16,-5 6 0-16,-7 8 0 16,-4 6 0-16,-9 4 0 0,-5 1 0 15,0 4 0-15,-7 3 0 16,-1-1 0-16,-2 0 0 15,3-3 0-15,-1-1 0 16,8-4 0-16,0-4 0 0,12-1 0 16,4-6 0-16,14 1 0 15,2-9-81-15,0 2-8 16</inkml:trace>
  <inkml:trace contextRef="#ctx0" brushRef="#br1" timeOffset="98982.63">17960 9113 435 0,'0'0'6'0,"0"0"2"16,0-12 1-16,0 12 2 0,-2-13 0 16,2 13 0-16,-12-12 1 15,-4 7-4-15,2 5-8 16,-11 5 0-16,-2 13 0 0,-8 4 0 16,0 8 0-16,1 2 0 15,-1 3 0-15,8 2 0 16,9 0 0-16,8-5 0 0,10-5 0 15,12-2 0-15,13-5 0 16,15-8 0-16,5-2 0 16,12-5 0-16,3-5 0 15,2-5-8-15,-11-5-76 16,14-2-2-16</inkml:trace>
  <inkml:trace contextRef="#ctx0" brushRef="#br1" timeOffset="99399.79">18075 8833 450 0,'0'0'6'0,"0"0"2"15,-12-14 2-15,12 14 1 16,-13-18 1-16,8 5 2 0,-2-1-14 16,7-3 0-16,2-1 0 15,10 1 0-15,6 2 0 16,2 3 0-16,2-1 0 16,3 6 0-16,0 4 0 15,0 3 0-15,-6 8 0 0,-2 5 0 16,-9 4 0-16,0 5 0 15,-8 8 0-15,-3 0 0 16,-10 2 0-16,1 0 0 0,-2-2 0 16,-4 0 0-16,6-8 0 15,2 0 0-15,5-6 0 16,5-2 0-16,5-3 0 16,7-2 0-16,13-5 0 0,0-1 0 15,10 4 0-15,4 3-70 16,-4-10-18-16</inkml:trace>
  <inkml:trace contextRef="#ctx0" brushRef="#br1" timeOffset="99917.92">18714 8947 488 0,'0'0'4'0,"0"0"2"16,0 0 1-16,-7-9-1 16,7 9-6-16,-11 0 0 0,1 7 0 15,-5 5 0-15,3 11 0 16,-4 7 0-16,0 4 0 16,0 3 0-16,2 3 0 15,4 2 0-15,2-2 0 0,6 0 0 16,2-8 0-16,10-6 0 15,2-3 0-15,11-5 0 16,2-6 0-16,1-7 0 16,8-5 0-16,0-8 0 0,-2-9 0 15,-2-3 0-15,-2-9 0 16,-9-6 0-16,-4-10 0 16,-5-3 0-16,-10-3 0 15,0-4 0-15,-7 4 0 16,-9-2 0-16,-3 9 0 0,-3 7 0 15,-7 9 0-15,0 11 0 16,-1 9 0-16,-2 8 0 16,2 16 0-16,5 6 0 0,6 8 0 15,4 5 0-15,6 2 0 16,9 7 0-16,11-2 0 16,7-2 0-16,9-6 0 0,6-4 0 15,1-2 0-15,3-14 0 16,9-4-40-16,-5-5-47 15,1-5-4-15</inkml:trace>
  <inkml:trace contextRef="#ctx0" brushRef="#br1" timeOffset="100267">19174 9235 496 0,'0'0'4'0,"0"-10"1"0,0 10 1 0,4-15-6 16,-4 15 0-16,3-11 0 16,-3 11 0-16,0 0 0 0,0 4 0 15,0 15 0-15,-3 16 0 16,-4 9 0-16,1 14 0 16,1 4 0-16,8 12 0 15,10-2-87-15,-13-2-5 16</inkml:trace>
  <inkml:trace contextRef="#ctx0" brushRef="#br1" timeOffset="102718.16">19496 9113 395 0,'0'0'7'0,"0"0"3"0,0 0 2 15,0 0 3-15,0 0 1 16,0 0 2-16,0 0 0 0,0 0 0 16,0 0-16-16,-5 5-2 15,5-5 0-15,5 3 0 16,8-3 0-16,11 0 0 16,8 0 0-16,9-3 0 15,8-4 0-15,6-3 0 16,2 0 0-16,3 0 0 0,-5-2 0 15,-9 2 0-15,-5 2 0 16,-9 4 0-16,-13 1 0 16,-3 1 0-16,-7 2 0 0,-9 0 0 15,0 0 0-15,0 0 0 16,0 0 0-16,0 0 0 16,0 0 0-16,0 0 0 15,-4 0 0-15,4 0 0 0,-12 0 0 16,12 0 0-16,-9 0 0 15,9 0 0-15,-9 0 0 16,9 0 0-16,0 0 0 0,-13 5 0 16,13-5 0-16,0 0-6 15,-15 4-85-15,15-4-5 16</inkml:trace>
  <inkml:trace contextRef="#ctx0" brushRef="#br1" timeOffset="106649.89">20314 8888 410 0,'0'0'7'0,"0"0"3"0,0-10 3 0,0 10 1 15,2-15 1-15,1 3 2 0,2-3 0 16,-1 0-9-16,4-2-8 16,7 1 0-16,-1 0 0 15,7 6 0-15,4-1 0 16,5 3 0-16,-1 4 0 0,1 4 0 15,0 0 0-15,-2 10 0 16,-7 3 0-16,-1 1 0 16,-8 9 0-16,-9 2 0 15,-6 4 0-15,-11 4 0 0,-9 1 0 16,-4 1 0-16,-8 4 0 16,-7-7 0-16,0 4 0 15,2-7 0-15,0-2 0 16,11-7 0-16,4-5 0 15,8 0 0-15,6-5 0 0,11-10 0 16,7 4 0-16,16-4 0 16,5-4 0-16,6 0 0 15,8-4 0-15,1-2 0 0,4 3 0 16,-4-4 0-16,-2 4 0 16,-1 2 0-16,-10-5 0 15,0-5-55-15,-5 10-33 16</inkml:trace>
  <inkml:trace contextRef="#ctx0" brushRef="#br1" timeOffset="107320.76">20845 8782 476 0,'0'0'4'0,"0"-8"3"0,0 8 1 0,-2-10 1 0,2 10-2 15,0-13-7-15,0 13 0 0,0 0 0 16,-5 13 0-16,3 5 0 16,2 9 0-16,0 7 0 15,0 5 0-15,2 7 0 16,3 1 0-16,0 0 0 15,4-2 0-15,-3-6 0 0,4-4 0 16,-3-2 0-16,0-8 0 16,-4-9 0-16,3 1 0 15,-4-6 0-15,-2-11 0 16,2 8 0-16,-2-8 0 16,0 0 0-16,-2-6 0 0,-3-1 0 15,-3-6 0-15,1-7 0 16,-1 3 0-16,-2-8 0 15,-2 3 0-15,0-1 0 0,-1-4 0 16,3-1 0-16,1-1 0 16,0 2 0-16,0-4 0 15,6 0 0-15,1-1 0 0,4-3 0 16,3 0 0-16,2 1 0 16,6 4 0-16,-1-2 0 15,4 7 0-15,-2 3 0 16,6 4 0-16,-3 6 0 0,1 5 0 15,2 1 0-15,-5 6 0 16,0 8 0-16,-3 2 0 16,-2 5 0-16,0 2 0 15,-5 2 0-15,-2 6 0 16,-3-4 0-16,-3 1 0 0,-7 0 0 16,-2-2 0-16,-3-5 0 15,-3 0 0-15,-4-3 0 16,3-2 0-16,-4-2 0 0,3-1 0 15,0-7 0-15,7 4 0 16,1-1-48-16,2 0-38 16,10-3-2-16</inkml:trace>
  <inkml:trace contextRef="#ctx0" brushRef="#br1" timeOffset="108632.75">21022 9094 421 0,'0'0'6'0,"0"0"5"0,0 0-1 0,0 0 3 15,5-3 1-15,-5 3 0 0,0 0 1 16,12-15-8-16,-12 15-7 16,13-13 0-16,-1 9 0 15,3-1 0-15,2 2 0 16,3 3 0-16,2 0 0 15,-4 8 0-15,2 2 0 0,-5 2 0 16,0 3 0-16,-8 2 0 16,-4 3 0-16,-3-2 0 15,-12 5 0-15,-4-6 0 0,-2 2 0 16,-6-1 0-16,-1-3 0 16,0-1 0-16,3-6 0 15,2 2 0-15,5-9 0 0,5 8 0 16,10-9 0-16,0 0 0 15,0 0 0-15,5-16 0 16,15 7 0-16,2-6 0 16,8-5 0-16,6-5 0 15,-2 3 0-15,3-3 0 0,-2 0 0 16,-3 3 0-16,-7 4 0 16,-5 4 0-16,-5 2 0 15,-6 4 0-15,-9 8 0 16,0 0 0-16,0 5 0 0,-7 7 0 15,0 5 0-15,0 6 0 16,-4-1 0-16,6 2 0 16,1 1 0-16,4-2 0 15,4-3 0-15,12 0 0 0,1-10 0 16,8 0 0-16,2-7 0 16,10-2-14-16,3-1-72 15,0-9-2-15</inkml:trace>
  <inkml:trace contextRef="#ctx0" brushRef="#br1" timeOffset="109183.71">21729 8682 467 0,'0'0'5'0,"0"0"2"0,0 0 2 0,0-10 1 0,0 10-1 0,0 0-5 16,0 0-4-16,-1 6 0 16,-2 9 0-16,3 7 0 15,0 7 0-15,0 9 0 0,0 6 0 16,8 6 0-16,-1-2 0 16,2 0 0-16,-3-1 0 15,4-3 0-15,-3-6 0 16,-4-6 0-16,1-8 0 15,-1-3 0-15,-3-8 0 0,0-13 0 16,0 0 0-16,-7 0 0 16,2-10 0-16,-2-14 0 15,-4 0 0-15,1-10 0 16,1-6 0-16,-2-7 0 0,4-2 0 16,-3-4 0-16,5-1 0 15,3 4 0-15,2 1 0 16,0 7 0-16,2 5 0 15,10 9 0-15,4 6 0 0,5 7 0 16,2 5 0-16,5 10 0 16,-1 3 0-16,-2 9 0 15,-1 8 0-15,-4 5 0 0,-4 5 0 16,-9-1 0-16,-7 6 0 16,0 0 0-16,-13-3 0 15,-6-3 0-15,-4-1 0 16,-2-6 0-16,-2 0 0 15,5-2 0-15,-5-8 0 0,9-4-67 16,1 3-21-16</inkml:trace>
  <inkml:trace contextRef="#ctx0" brushRef="#br1" timeOffset="109569.98">21974 9076 465 0,'0'0'3'0,"0"0"2"0,-8 8 1 0,8-8 0 15,-8 12 0-15,8-12 2 16,0 17-1-16,0-6-2 0,0-11-5 16,21 14 0-16,-5-14 0 15,10 0 0-15,0 0 0 16,7-5 0-16,-5-2 0 15,2-6 0-15,-5-1 0 0,-4-1 0 16,-3 5 0-16,-8-1 0 16,-2 2 0-16,-8 9 0 15,0 0 0-15,0 0 0 16,0 0 0-16,-3 17 0 0,-2 0 0 16,-1 8 0-16,0 3 0 15,-2 5 0-15,-2-4 0 16,-2 0 0-16,-4-1 0 15,-5 1 0-15,-4-4 0 16,-3-1 0-16,-11-6-8 0,-11 0-76 16,1-6-4-16</inkml:trace>
  <inkml:trace contextRef="#ctx0" brushRef="#br1" timeOffset="111866.73">22811 8876 417 0,'0'0'6'0,"0"0"3"0,12-18 3 16,-5 9 1-16,-1-2 1 15,1 2 1-15,-4 1 0 16,-3 8-5-16,-10-9-10 16,-9 13 0-16,-5 11 0 0,-8 7 0 15,0 7 0-15,-1 7 0 16,1 1 0-16,5 5 0 15,8-2 0-15,5-1 0 16,12-4 0-16,4-5 0 0,14-5 0 16,8-3 0-16,8-7 0 15,13 0 0-15,-3-11-15 16,-7 2-70-16,20-6-2 0</inkml:trace>
  <inkml:trace contextRef="#ctx0" brushRef="#br1" timeOffset="112282.66">23172 8838 445 0,'0'0'6'0,"0"0"2"15,-13-7 1-15,3 5 2 16,-4 2 0-16,-2 0 0 16,-4 7-1-16,-5 6-10 15,3 6 0-15,0 9 0 16,4 1 0-16,3 6 0 0,6 2 0 15,9 0 0-15,2-2 0 16,13-5 0-16,7-1 0 16,1-8 0-16,7-7 0 0,0-3 0 15,2-7 0-15,-6-4 0 16,-1-12 0-16,-5-3 0 16,1-8 0-16,-12-6 0 15,-1-7 0-15,-8-5 0 0,0-1 0 16,-5 0 0-16,-7 0 0 15,-9 2 0-15,-4 10 0 16,0 8 0-16,-3 10 0 16,-1 8 0-16,3 8 0 0,1 13 0 15,9 5 0-15,9 8 0 16,7 2 0-16,10 3 0 16,10 0 0-16,7-4 0 15,10-1 0-15,-2-7-2 0,0-3-83 16,8-6-2-16</inkml:trace>
  <inkml:trace contextRef="#ctx0" brushRef="#br1" timeOffset="112449.9">23476 8990 443 0,'0'0'4'0,"0"0"2"0,-5 0 1 0,5 0 2 15,-9 11 0-15,4 2 1 0,0 2 0 16,-1 7 0-16,6 3-7 15,0 3-3-15,0 1 0 16,6-1 0-16,4 2-15 16,-3 1-67-16,6-8-3 15</inkml:trace>
  <inkml:trace contextRef="#ctx0" brushRef="#br1" timeOffset="112951.84">24128 8792 475 0,'0'0'4'16,"10"-13"1"-16,-5 3 2 0,-2 0 1 15,3-2 0-15,-3-3-4 16,-3 2-4-16,-3-1 0 16,-11 4 0-16,-4 8 0 0,-8 2 0 15,3 2 0-15,-5 8 0 16,3 4 0-16,5 6 0 16,6 3 0-16,4 2 0 15,10 1 0-15,5 2 0 16,12 2 0-16,5-2 0 15,8 1 0-15,5-4 0 0,0 2 0 16,2-3 0-16,1-2 0 16,-8 1 0-16,-1-5 0 15,-9-1 0-15,-3-5 0 0,-12 3 0 16,-5-2 0-16,-5-4 0 16,-12-1 0-16,-5 0 0 15,-5-1 0-15,-6-6 0 16,-2 5 0-16,-2-6 0 0,2 0 0 15,0 0 0-15,5-2 0 16,8-8-23-16,-11 2-61 16,29-2-4-16</inkml:trace>
  <inkml:trace contextRef="#ctx0" brushRef="#br1" timeOffset="113399.66">24478 8726 479 0,'0'0'4'0,"0"0"2"0,0 0 1 0,0 0 1 16,0 0-1-16,0 0-7 15,0 0 0-15,-7 17 0 16,-1 2 0-16,-2 7 0 16,3 7 0-16,0 4 0 0,1 4 0 15,6-2 0-15,6-2 0 16,6-2 0-16,0-8 0 15,8-5 0-15,0-7 0 0,2-8 0 16,-2-4 0-16,3-3 0 16,-4-10 0-16,-1-7 0 15,0-8 0-15,-2-7 0 16,-3-8 0-16,-1-4 0 16,-4-6 0-16,-6-4 0 0,-2 1 0 15,-5 6 0-15,-9 5 0 16,-4 10 0-16,-7 7 0 15,-2 15 0-15,-3 10 0 0,3 4 0 16,2 17 0-16,3 6 0 16,10 6 0-16,6 5 0 15,6 5 0-15,10 0 0 16,10-4 0-16,5-2 0 16,4-5 0-16,11-5 0 0,-4-9-2 15,-4-7-83-15,10-2-2 16</inkml:trace>
  <inkml:trace contextRef="#ctx0" brushRef="#br1" timeOffset="113566.62">25055 8764 482 0,'0'0'2'0,"0"0"2"0,0 8 1 0,-3 2 1 0,-2 9 1 15,0 6-2-15,2 7-5 16,-4 10 0-16,2 8 0 15,1 7 0-15,-2-1 0 16,6 9 0-16,-12 6-71 0,12-13-16 16</inkml:trace>
  <inkml:trace contextRef="#ctx0" brushRef="#br1" timeOffset="114932.39">3418 10281 322 0,'0'0'7'0,"0"0"2"0,-8 0 0 15,8 0 0-15,0 0 4 16,0 4 1-16,3 6-1 0,15-2 1 16,8 4-7-16,14 1-1 15,10 2 0-15,20 1-1 16,18 0-1-16,15-4-2 16,16 2 0-16,15-1 0 15,15-1-1-15,15-1 0 0,13-2 0 16,9-1 0-16,15 0-1 15,13-4 0-15,15 1 0 16,14 0 1-16,18-5-1 16,22 0 1-16,20-2 0 0,21-6-1 15,16 0 1-15,23 1 0 16,39-2 0-16,-7-1 0 16,13-1-1-16,9 2 0 0,45-2 0 15,-22 4 0-15,12-3 0 16,3 2 0-16,14 1 0 15,6 2 0-15,3 0 0 16,13 0 1-16,-29 2-1 0,62-1 1 16,-19 4-2-16,9-3 0 15,-29 2 0-15,32 1-1 16,12-3 1-16,-13 3-1 16,1 0 1-16,-32-3 1 15,32 0 0-15,-5 1 1 0,17 0 1 16,-20 0 0-16,-15-1 0 15,1 3 0-15,17 0-1 16,-34 3 0-16,-27 1 0 16,-14 4-1-16,-50-1 1 0,-3 3-1 15,-38-3-1-15,-29 1 2 16,-56-4 1-16,-12 4 1 16,-30-5 0-16,-33 2 1 15,-34-5 0-15,-23 2 0 0,-36-2-1 16,-20 0 0-16,-21 0-3 15,-19 0-5-15,-16 5-15 16,-17-5-61-16,-10 2-1 0</inkml:trace>
  <inkml:trace contextRef="#ctx0" brushRef="#br2" timeOffset="118683.1">22729 6191 301 0,'0'0'6'0,"0"0"2"0,0 0 2 15,0-10 0-15,0 10-1 16,0 0 2-16,-10 10 2 0,-5 14 2 15,-5 15-5-15,-6 21-1 16,-2 19-1-16,-12 20 0 16,-8 26 0-16,2 15 0 15,-9 21 0-15,0 13-2 0,-5 9-1 16,1 8 1-16,-4 2 1 16,1 5 0-16,5-2 0 15,-5-2-1-15,5-6 0 16,3-5-1-16,1-9-1 15,3-11-2-15,8-12-1 0,3-17 1 16,7-15-1-16,-1-18-1 16,11-21 0-16,4-16 0 15,3-17-1-15,5-15 1 0,5-9-1 16,0-8 0-16,5-15 0 16,-2 7-1-16,2-7 0 15,0 0-2-15,0 0 0 16,0 0-3-16,0 0-5 0,-3-4-5 15,3 4-11-15,0 0-47 16,0-11-6-16</inkml:trace>
  <inkml:trace contextRef="#ctx0" brushRef="#br2" timeOffset="126233.04">6735 9210 118 0,'0'0'6'0,"0"0"3"0,0 0 2 16,0 0 4-16,0 0 3 15,-11-7 0-15,11 7 2 16,0 0 1-16,-12-8-4 16,12 8-3-16,-9-4-2 0,9 4-3 15,-16-6-1-15,9 3-2 16,-4-1 0-16,2 0-2 15,-1-4 0-15,-2-1-1 0,-1-2 1 16,1 1-1-16,-1-2-1 16,-1-1 1-16,-2-2-1 15,2 0 1-15,-2 1-2 16,0 1 1-16,-2 1-1 0,1-4 1 16,-3 4-1-16,3-2 0 15,-8-1-1-15,5 0 0 16,-11 0 0-16,7 0 0 15,-4 0 0-15,4-3 0 0,-3 4 0 16,2-3 0-16,0 2-1 16,-5 0 2-16,7-2-1 15,-3 1 1-15,1 4 0 16,-5-2 0-16,-1 1-1 0,2 1 2 16,-3-1-1-16,2 1-1 15,-2 0 1-15,0-1-1 16,-3 1-1-16,3 0 1 15,-6-1 0-15,3 1 0 0,0-2 0 16,1 0 0-16,-3 0 0 16,2-1 0-16,3 0 0 15,-4 0 1-15,10-3 1 16,-4 4-1-16,5-6 0 0,-3 3 1 16,3-6-1-16,0 7 1 15,4-5 1-15,-2 0-1 16,3 2 1-16,0-3-1 15,0 5 1-15,0-5 2 0,3 2 0 16,2-3-1-16,-2 1-1 16,1 0 0-16,4-3 0 15,-2 0 0-15,3-2 0 0,2 2-2 16,-4-7 0-16,1 6 0 16,-1-5 1-16,5 1-1 15,-4-2 0-15,-1 0-1 16,-3-3 1-16,3 0-1 15,0 3 1-15,-1 1 1 0,-1-4 0 16,0 5 0-16,0 1 0 16,0-2 0-16,0 4 1 15,1-3-1-15,1 3 0 16,-2-2-1-16,2 1 0 0,-2-5 0 16,0 7 0-16,-2-7 0 15,4 4 1-15,-3-3-2 16,-1 2 1-16,-1-5-1 15,0 3 0-15,-1-1 0 0,-1 1 0 16,-3-2 0-16,0 5 0 16,-6-5 0-16,5 0 0 15,-9 8 0-15,-1-5 2 16,0 4-2-16,-3 2 0 0,0 1 0 16,-2 2 0-16,-2-1 1 15,2 3-1-15,-3 0 0 16,-1 1 0-16,-4-1 1 15,-3 0-1-15,1 3 0 0,-8 1 1 16,0 1-1-16,-1 1 1 16,-4-1 0-16,3 3 0 15,-8-1 0-15,5 4-1 0,-8-1 1 16,2-4-1-16,1 8 1 16,-4-5-1-16,-3 4 0 15,1 2 0-15,1-2 0 16,-3 2 0-16,3 0 0 15,-2 0 0-15,1 3 0 0,-1-3 0 16,5 2 0-16,-4 3 0 16,2 0 0-16,1 0 0 15,-3 3-1-15,4 2 1 16,0 4 0-16,2 4-1 0,3 1 0 16,1 3 1-16,4 4-1 15,-1 1 0-15,5 0 1 16,3 6-1-16,3-2 0 15,3 2 0-15,7 2 1 0,4-1-1 16,5 7 1-16,3-3-2 16,2 7 1-16,7 0 1 15,1 2 0-15,8 3 0 0,-2 5-1 16,6-3 1-16,0 2 0 16,5 0 0-16,0 4 0 15,10-2-1-15,-2 2 1 16,4-1-1-16,5 3 0 0,-2-4 0 15,6 7 0-15,-2-4 1 16,6 3-1-16,-5-1 1 16,8-1 0-16,-4 2 1 15,-2 0-1-15,3-2 1 16,3 2 0-16,-3-3 0 0,2 0-1 16,0 1 0-16,0 2 0 15,1-2-1-15,-1-1 1 16,5 0 0-16,-4 1 0 15,2-3-1-15,-1 2 1 0,-1-4 1 16,-1 2 0-16,2-5-1 16,0 3 0-16,-3-3 1 15,2 5-2-15,1-2 2 0,-4-4-2 16,0 4 1-16,5-3 0 16,-5 0-1-16,0 0 0 15,-1 0 1-15,-1-5 0 16,5 3 0-16,-6-3 0 0,6-3-1 15,-2-1 1-15,1-1 0 16,-1-2 1-16,3-3-1 16,1-3 0-16,0 5 0 15,0-11-1-15,0 2 1 16,7-4 0-16,-3 1 0 0,1-2 0 16,6-6-1-16,-2-1 1 15,-2-1-1-15,11 1 1 16,-6-4-1-16,3-1 0 15,-1 1 0-15,0-1 1 0,2 2 0 16,-2-3-1-16,4 1 1 16,-4-1 0-16,1 1 0 15,0-1 0-15,2-1-1 0,-1-2 1 16,3-1 0-16,3 2 1 16,0-3-1-16,-2 0 0 15,0-2-1-15,-1 3 1 16,1 3 0-16,-6-2 0 15,-1 0-1-15,-1 4 1 0,-3-1 0 16,-2 1-1-16,4-1 1 16,-2-1 0-16,1 1 0 15,5 0 0-15,-1-2 0 0,4 2 0 16,-1-1-1-16,3 1 1 16,0-2 0-16,1 1 0 15,4-2 0-15,3 0 1 16,-4 2-1-16,6-1 0 15,-4-3 0-15,9 1 1 0,0-1-1 16,2 1 0-16,3-1 0 16,-3-2 0-16,-1 0 0 15,5 0 0-15,-4 0 0 0,0 0 1 16,2 2-1-16,-2-2 0 16,1 0 0-16,-1 0 0 15,0-2 1-15,-5 2-1 16,0-5 0-16,-6 0 1 0,2 3-1 15,-6-3 0-15,-3-1 0 16,0 5 0-16,-5-2 0 16,-2 0 1-16,-2 2-2 15,-5 1 1-15,-1 0 0 16,-4 0 0-16,-5 0 0 0,-3 1 0 16,-2-1 0-16,-2 3 0 15,-4-3 1-15,2 0-1 16,-6 0 0-16,-1 0 1 15,-2 0-1-15,4 0 1 0,-11 0-1 16,14-3 1-16,-14 3-1 16,18-7 1-16,-11 2-1 15,3 2 1-15,3-1-1 0,-1-2 0 16,6 2 1-16,-1-4-1 16,1 4 0-16,2-2 0 15,1-1 0-15,2 2 1 16,0-2-1-16,2-1 0 0,-6 0 0 15,8-1 1-15,-2-1-1 16,1 3 0-16,-5-5 1 16,2 1-1-16,-3-1 1 15,-3-3 0-15,3 3 1 0,-10 0 0 16,3-4 0-16,-6-1 1 16,0 0 0-16,-2 2 0 15,1-6 0-15,-4 5 0 16,1-7-1-16,-3 6 0 15,2-6 0-15,-2 1 0 0,0 3 0 16,0-6-1-16,-5 2-1 16,3-2 1-16,-4 1 0 15,-1-3 0-15,-3-1-1 16,-1 4 1-16,-3-6 0 0,-4 4 1 16,-3 1-1-16,-2-3 1 15,-2-2 1-15,-3 8-1 16,1-3 1-16,1 3-1 0,-2 1 0 15,1 2 0-15,2-1-1 16,2 8 0-16,4-3-1 16,-1 8 0-16,2-3-6 15,6 7-15-15,0 3-57 0,12 0-4 16</inkml:trace>
  <inkml:trace contextRef="#ctx0" brushRef="#br2" timeOffset="128582.66">4921 11903 337 0,'0'0'7'0,"0"0"3"0,0 0 4 16,0 0 2-16,-5-10 0 15,5 10 2-15,0 0-1 0,-10-3 1 16,10 3-5-16,-10 3-5 16,10-3-2-16,-5 15-2 15,2-3-2-15,3 1 0 16,0 1 0-16,6 1-1 15,6-2 0-15,3-1 1 0,8-5-1 16,2-4 1-16,9-3 1 16,3-13 0-16,8-5 1 15,-5-8 0-15,2-8-4 16,-3-8 0-16,-2-10 0 0,-1-3 0 16,-7-9 0-16,-6-4 0 15,-8-9 0-15,-8 3 0 16,-4 0 0-16,-3 0 0 15,-10 7 0-15,-5 7 0 0,-5 11 0 16,3 9 0-16,-6 12 0 16,-2 14 0-16,3 11 0 15,0 9 0-15,-1 18 0 16,6 11 0-16,-1 10 0 0,6 9 0 16,8 8 0-16,4 3 0 15,7 1 0-15,10-1 0 16,8-6 0-16,0-4 0 15,9-6 0-15,-1-9 0 0,1-5 0 16,-2-11 0-16,7-1-13 16,-7-8-72-16,-2-6-3 15</inkml:trace>
  <inkml:trace contextRef="#ctx0" brushRef="#br2" timeOffset="129218.64">5703 11814 487 0,'0'0'4'0,"0"0"1"0,-5-13 2 0,5 13 1 0,-4-17-8 16,1 7 0-16,1 0 0 16,2-5 0-16,0 3 0 15,2 0 0-15,5 2 0 0,6 0 0 16,7 2 0-16,-2 4 0 15,1 1 0-15,1 3 0 16,0 3 0-16,-3 5 0 0,-2 6 0 16,-7 5 0-16,-6 6 0 15,-2 0 0-15,-10 10 0 16,-7-3 0-16,-6 0 0 0,1 5 0 16,-5-7 0-1,7 0 0-15,-5-6 0 0,10-6 0 16,0-3 0-16,12-3 0 15,3-12 0-15,9 8 0 16,7-8 0-16,7-8 0 0,5-2 0 16,4-7 0-16,12-5-24 15,-1-3-63-15,-1-5-5 16</inkml:trace>
  <inkml:trace contextRef="#ctx0" brushRef="#br2" timeOffset="129632.54">6131 11182 486 0,'0'0'3'0,"0"0"2"0,0 0 1 0,0-13 1 0,0 13-3 16,0-14-4-16,4 4 0 15,2 0 0-15,2 0 0 16,4 3 0-16,3-1 0 0,2 4 0 16,1 4 0-16,3 0 0 15,2 4 0-15,-3 6 0 16,-3 2 0-16,-4 6 0 16,-3 1 0-16,-8 6 0 0,-2 0 0 15,-2 2 0-15,-13 3 0 16,-3-3 0-16,2 1 0 15,-5-3 0-15,-1-3 0 16,7-3 0-16,0-4 0 0,10-1 0 16,5-14 0-16,5 14 0 15,10-14 0-15,13 0 0 16,2-6 0-16,7 2 0 16,4-6 0-16,5 5 0 0,5-2-73 15,-10-6-17-15</inkml:trace>
  <inkml:trace contextRef="#ctx0" brushRef="#br2" timeOffset="130299.72">6905 11625 470 0,'0'0'5'0,"0"0"3"0,0 0 2 15,0 0 1-15,9-10-4 16,-9 10-7-16,0 0 0 0,0 0 0 16,2 10 0-16,-2 5 0 15,0 3 0-15,0 7 0 16,3 4 0-16,-3 6 0 16,0-4 0-16,2 10 0 15,1-12 0-15,-3 6 0 0,0-4 0 16,0-2-7-16,9-6-81 15,-9 1-3-15</inkml:trace>
  <inkml:trace contextRef="#ctx0" brushRef="#br2" timeOffset="130499.77">6669 11789 421 0,'0'0'8'0,"0"0"2"16,-9-5 2-16,9 5 1 15,0 0 0-15,-5-12 1 16,5 12 0-16,18-13-8 16,3 8-6-16,7 0 0 15,10 3 0-15,1-1 0 0,8 3 0 16,1-1-18-16,2 1-66 16,-7 1-2-16</inkml:trace>
  <inkml:trace contextRef="#ctx0" brushRef="#br2" timeOffset="131016.58">7503 11831 446 0,'0'0'4'0,"0"0"2"0,0 0 0 16,0 0 0-16,0 0 0 16,-3 12 1-16,3-12 0 0,-2 21 0 15,0-13-4-15,2 6-1 16,0 0-1-16,2 0 1 16,5-6 1-16,8 0-1 15,5-5 1-15,10-6-3 16,-3-7 0-16,5-7 0 0,3-5 0 15,0-11 0-15,-3-6 0 16,0-6 0-16,-7-7 0 16,-2-5 0-16,-6-7 0 15,-7-3 0-15,-5 1 0 0,-5-5 0 16,-11 10 0-16,-3 4 0 16,-6 7 0-16,-2 10 0 15,2 12 0-15,-5 14 0 16,6 12 0-16,-4 10 0 0,8 18 0 15,3 14 0-15,7 10 0 16,2 7 0-16,3 9 0 16,10 3 0-16,8 1 0 15,5-5 0-15,3-4 0 0,0-7 0 16,3-6 0-16,1-8 0 16,0-8 0-16,-1-5-18 15,11-4-67-15,-15-11-4 16</inkml:trace>
  <inkml:trace contextRef="#ctx0" brushRef="#br2" timeOffset="131316.32">8119 11743 491 0,'0'0'4'0,"0"0"0"0,0 0 2 0,5 8 0 0,-5 0-6 16,0 5 0-16,0-1 0 16,0 10 0-16,-3-2 0 0,1 2 0 15,2 2 0-15,0 1 0 16,0 0 0-16,0-4 0 15,0-6 0-15,7-1-37 0,-2-3-49 16,-5-11-2-16</inkml:trace>
  <inkml:trace contextRef="#ctx0" brushRef="#br2" timeOffset="131766.18">8407 11179 447 0,'0'0'6'16,"0"0"1"-16,0 0 3 0,0-14 1 15,0 4 1-15,0 0 0 16,0-3-6-16,2 1-6 15,3-5 0-15,8 3 0 16,-1 0 0-16,11 4 0 0,-1-2 0 16,0 5 0-16,5 2 0 15,-2 5 0-15,1 0 0 16,-10 5 0-16,0 5 0 16,-4 5 0-16,-10 7 0 0,-2 0 0 15,-7 6 0-15,-5 4 0 16,-6 0 0-16,1-5 0 15,-3 3 0-15,2-3 0 16,4-4 0-16,1-6 0 0,6-1 0 16,7-6 0-16,0-10 0 15,15 11 0-15,4-9 0 16,4-2 0-16,9-5 0 16,3 4 0-16,2-13 0 0,3-8-60 15,-3 12-30-15</inkml:trace>
  <inkml:trace contextRef="#ctx0" brushRef="#br2" timeOffset="132716.94">9237 11487 397 0,'0'0'8'0,"0"0"2"0,2-11 3 0,-2 11 2 15,0-7 2-15,0 7-1 16,0 0 1-16,3-10 1 16,-3 10-18-16,0 9 0 0,0 5 0 15,0 8 0-15,0 5 0 16,0 6 0-16,0-1 0 15,2 7 0-15,-1-2 0 16,3-1 0-16,2 0 0 0,-4-6-4 16,5-3-41-16,-2-2-39 15,-3-8-2-15</inkml:trace>
  <inkml:trace contextRef="#ctx0" brushRef="#br2" timeOffset="132916.85">9036 11655 436 0,'0'0'6'0,"0"0"3"0,0 0 0 15,0 0 2-15,0 0-1 16,0 0 2-16,0 0 0 16,17-5-6-16,-2 2-6 15,7 1 0-15,8 0 0 0,7 2-5 16,-1 0-78-16,5 0-2 15</inkml:trace>
  <inkml:trace contextRef="#ctx0" brushRef="#br2" timeOffset="133332.67">9781 11618 476 0,'0'0'4'0,"0"0"2"16,-2-3 1-16,2 3 2 0,0-19 0 15,0 6-9-15,2 1 0 16,1-6 0-16,4 2 0 16,2 0 0-16,5 4 0 15,2 0 0-15,2 4 0 16,-1 6 0-16,0 2 0 0,2 2 0 15,-5 13 0-15,-2-2 0 16,-6 7 0-16,-1 1 0 16,-5 4 0-16,-5 3 0 15,-8 0 0-15,-6-2 0 0,-2 4 0 16,-1-3 0-16,-1-5 0 16,-1 1 0-16,4-6 0 15,4-2 0-15,4-2 0 16,5-4 0-16,7-9 0 0,0 10 0 15,12-10 0-15,6 0 0 16,5 0 0-16,3 0 0 16,4-5-22-16,3 2-62 0,3-1-5 15</inkml:trace>
  <inkml:trace contextRef="#ctx0" brushRef="#br2" timeOffset="133766.67">10092 11754 441 0,'0'0'4'0,"0"0"1"15,0 0 1-15,0 0-1 0,0 0 1 16,0 5 1-16,0-5-1 16,0 13 1-16,0-13-3 15,7 12-1-15,-7-12 0 16,20 10 0-16,-8-8 0 0,6-2 1 15,4-7 0-15,5-6-4 16,-2-4 0-16,5-9 0 16,-5-6 0-16,5-9 0 15,-7-4 0-15,-2-4 0 0,-3-10 0 16,-6-5 0-16,-10 1 0 16,-2 4 0-16,-2 0 0 15,-8 9 0-15,-5 7 0 16,-2 17 0-16,-5 8 0 0,-1 15 0 15,1 11 0-15,0 17 0 16,1 13 0-16,9 6 0 16,3 8 0-16,3 5 0 0,6 2 0 15,6 0 0-15,6-4 0 16,2-1 0-16,6-12 0 16,3-2-2-16,0 6-60 15,-2-22-25-15,4-6-1 16</inkml:trace>
  <inkml:trace contextRef="#ctx0" brushRef="#br2" timeOffset="133949.95">10593 11548 450 0,'0'0'2'0,"0"0"2"0,-4 5 1 0,4-5 2 0,-3 20 0 15,3-7-1-15,0 7 1 16,0 2 0-16,3 0-1 15,4 3-5-15,-3 0-7 0,7 0-19 16,-1-1-55-16,-3-4-3 16</inkml:trace>
  <inkml:trace contextRef="#ctx0" brushRef="#br2" timeOffset="134383.57">10789 11687 447 0,'0'0'3'0,"0"0"0"15,0 0 1-15,0 0 1 16,0 0 1-16,0 13 0 0,0-13 0 16,4 12 1-16,-4-12-2 15,12 10 0-15,-3-7 0 16,4-2-1-16,4-1 1 15,6-1-5-15,-1-12 0 16,2-4 0-16,4-6 0 0,-3-4 0 16,0-7 0-16,-2-9 0 15,-4-6 0-15,-4-8 0 0,0 0 0 16,-7-5 0-16,-3-5 0 16,-5 3 0-16,-3 2 0 15,-5 10 0-15,-6 5 0 16,-2 10 0-16,2 12 0 15,-4 14 0-15,1 11 0 16,-3 16 0-16,3 11 0 0,4 10 0 16,4 12 0-16,1 9 0 15,8 6 0-15,0 5 0 16,0-2 0-16,12 2 0 0,-2-4 0 16,5-2 0-16,-3 6-77 15,6-25-9-15</inkml:trace>
  <inkml:trace contextRef="#ctx0" brushRef="#br2" timeOffset="134782.75">11247 11678 480 0,'0'0'4'0,"0"0"2"0,-10-3 2 0,10 3 0 0,-5-10-3 0,5 10-5 0,-5-12 0 16,5 12 0-16,0-14 0 16,5 3 0-16,5 1 0 15,-1 3 0-15,7 2 0 16,-2 0 0-16,2 0 0 0,-2 5 0 16,2 0 0-1,-7 7 0-15,2 4 0 0,-6 0 0 16,-5 7 0-16,0-3 0 15,-5 5 0-15,-6-1 0 16,-1-1 0-16,3 1 0 0,-2-4 0 16,1 0 0-16,8-3 0 15,2-4 0-15,0-8 0 16,14 10 0-16,7-8 0 16,-1 5-43-16,10-9-42 15,2-10-5-15</inkml:trace>
  <inkml:trace contextRef="#ctx0" brushRef="#br2" timeOffset="135167.72">12119 11468 467 0,'0'0'3'0,"-5"-10"3"0,5 10 0 0,-15-15 1 16,6 5 1-16,-9-1 0 15,-5 4-2-15,-3 2-6 16,-4 7 0-16,-3 8 0 16,-4 11 0-16,4 5 0 0,-1 9 0 15,4 0 0-15,10 4 0 16,8 1 0-16,9-3 0 16,3-2 0-16,15-6 0 15,12-5 0-15,5-5 0 0,11-7 0 16,4 1 0-16,3 9-81 15,2-22-6-15</inkml:trace>
  <inkml:trace contextRef="#ctx0" brushRef="#br2" timeOffset="135585.51">12368 11462 458 0,'0'0'5'0,"0"0"3"16,-11-3 0-16,11 3 1 15,-17 0 0-15,4 0 1 0,-1 10-6 16,-4 0-4-16,1 10 0 16,2 0 0-16,0 5 0 15,2 4 0-15,6 1 0 0,5 0 0 16,2-3 0-16,2-2 0 16,14-2 0-16,-2-9 0 15,6-3 0-15,1-5 0 16,3-6 0-16,1-2 0 0,-3-10 0 15,-3-5 0-15,2-8 0 16,-6-8 0-16,-5-2 0 16,-5-7 0-16,-5-5 0 15,0 0 0-15,-12 2 0 0,-4 6 0 16,-7 4 0-16,4 8 0 16,-8 8 0-16,2 11 0 15,0 8 0-15,3 8 0 0,2 14 0 16,10 6 0-16,2 8 0 15,8 4 0-15,6 2 0 16,8 4 0-16,9-3 0 16,7 1-8-16,19-9-77 15,-15-5-4-15</inkml:trace>
  <inkml:trace contextRef="#ctx0" brushRef="#br2" timeOffset="135949.73">12656 11680 482 0,'0'0'5'0,"-7"-8"2"0,7 8 2 0,-14-10-1 15,14 10-8-15,-7-15 0 16,5 7 0-16,2-3 0 16,2-2 0-16,5 6 0 0,11 0 0 15,-3-3 0-15,5 8 0 16,0-1 0-16,2 3 0 15,-4 0 0-15,0 10 0 0,-7 2 0 16,-3 5 0-16,-6 3 0 16,-2 0 0-16,-7 5 0 15,-5 0 0-15,-5-1 0 0,-1-4 0 16,3 3 0-16,-2-4 0 16,2 1 0-16,3-8 0 15,3 1 0-15,7-6 0 16,2-7 0-16,7 11 0 0,11-11 0 15,7 0 0-15,5-8 0 16,12 5 0-16,1-7-30 16,10-7-57-16,5-3-3 15</inkml:trace>
  <inkml:trace contextRef="#ctx0" brushRef="#br2" timeOffset="136199.85">13541 11487 511 0,'0'0'0'0,"0"0"0"0,0 0 0 0,0 0 0 15,9-3 0-15,-9 3 0 16,20-8 0-16,-3 4 0 15,3 0 0-15,10 4 0 0,-5-10 0 16,-8 10-61-16,15-4-29 16</inkml:trace>
  <inkml:trace contextRef="#ctx0" brushRef="#br2" timeOffset="136333.64">13469 11655 452 0,'0'0'1'0,"0"0"2"0,7 5 1 15,3-3 0-15,8 1 1 16,6-3 0-16,14 5-13 0,-1-5-65 16,14-2-4-16</inkml:trace>
  <inkml:trace contextRef="#ctx0" brushRef="#br2" timeOffset="137166.56">14550 11246 489 0,'0'0'3'0,"0"0"3"0,0 0 1 0,-6-9-1 16,6 9-6-16,-10 2 0 16,3 10 0-16,-4 6 0 0,4 9 0 15,0 10 0-15,2 5 0 16,3 5 0-16,2 5 0 16,5-2 0-16,2-3 0 15,6-4 0-15,-4-7 0 0,3-6 0 16,-7-5 0-16,6-8 0 15,-11-5 0-15,0-12 0 16,0 0 0-16,0 0 0 0,-5-12 0 16,-3-10 0-16,-2-6 0 15,1-9 0-15,-2-7 0 16,-1-8 0-16,5-5 0 16,0-3 0-16,1 2 0 15,0 0 0-15,6 1 0 0,0 7 0 16,12 8 0-16,-3 7 0 15,3 6 0-15,8 9 0 16,-3 8 0-16,8 9 0 16,-5 9 0-16,6 8 0 0,-8 14 0 15,1 3 0-15,-7 7 0 16,1 4 0-16,-9 3 0 16,-4-4 0-16,-2 2 0 15,-11-7 0-15,-1-3 0 0,-2-1-15 16,11-5-71-16,-16-7-2 15</inkml:trace>
  <inkml:trace contextRef="#ctx0" brushRef="#br2" timeOffset="137650.23">14748 11597 489 0,'0'0'5'0,"0"0"2"0,0 0 3 0,0-4-10 0,0 4 0 16,5-10 0-16,-5 10 0 0,15-10 0 15,0 5 0-15,-3 3 0 16,5 2 0-16,1 0 0 16,-3 5 0-16,3 2 0 15,-6 6 0-15,-5 2 0 16,-1 1 0-16,-6 2 0 0,-4 0 0 15,-5-4 0-15,-3 4 0 16,-4-7 0-16,4 0 0 16,-3-1 0-16,3-7 0 15,2-2 0-15,10-1 0 0,-8-4 0 16,8-10 0-16,8-1 0 16,6-8 0-16,4 0 0 15,1 4 0-15,2-3 0 16,-1 2 0-16,-3 7 0 0,-2 6 0 15,-3 3 0-15,-12 4 0 16,12 4 0-16,-12 8 0 16,4 6 0-16,-4 1 0 0,4 5 0 15,1-5 0-15,0 3 0 16,5-1 0-16,3-3 0 16,1 0 0-16,2-11-26 15,2-2-60-15,8-5-3 0</inkml:trace>
  <inkml:trace contextRef="#ctx0" brushRef="#br2" timeOffset="138000.1">15220 11039 484 0,'0'0'4'0,"0"0"2"0,0-13 0 0,0 13 0 16,-3-14-1-16,3 3-5 15,0 11 0-15,3-17 0 16,-3 17 0-16,22-10 0 16,-4 10 0-16,-1 2 0 15,6 9 0-15,-3 1 0 0,-3 5 0 16,-4 8 0-16,-1-1 0 16,-7 4 0-16,-5 1 0 15,0 0 0-15,-5 2 0 16,-3-1 0-16,-2-5 0 0,0-3 0 15,1-3 0-15,0-4 0 16,5-2 0-16,4-13 0 16,4 10 0-16,8-8 0 15,10-2 0-15,-1 0 0 0,7-4 0 16,4 4 0-16,13-8-83 16,-15-2-6-16</inkml:trace>
  <inkml:trace contextRef="#ctx0" brushRef="#br2" timeOffset="139933.17">14449 9768 266 0,'0'0'3'0,"0"0"1"16,-7-11 3-16,7 11 2 0,0 0 3 15,-7-12 1-15,7 12 2 16,-11-10 1-16,11 10-2 16,0 0-1-16,-9-3-2 0,9 3-3 15,-16 0-2-15,9 0-2 16,-2 0-1-16,9 0-1 15,-15 0 0-15,15 0 1 16,-11 5-1-16,11-5-1 16,0 0 2-16,0 0 0 0,0 0 2 15,18 3-1-15,-1 0 0 16,11-3 1-16,10 0-2 16,13 0 2-16,11 0-1 15,16-6 0-15,9 0-1 16,12-1 0-16,7-4 1 0,4 1 0 15,-1 0 0-15,1 3-1 16,-13-1 0-16,-10 4 0 16,-16 1-1-16,-16 3 1 0,-13 0 0 15,-14 0 0-15,-8 0 1 16,-20 0-1-16,0 0 0 16,0 0 1-16,-7 3-1 15,-6-3-1-15,3 0-2 0,-5 0 0 16,3 0 0-16,2 0-2 15,1 0-9-15,9 0-20 16,0 0-51-16,0 0-2 0</inkml:trace>
  <inkml:trace contextRef="#ctx0" brushRef="#br2" timeOffset="141083.54">13966 7791 225 0,'0'0'8'0,"0"0"3"0,0 0 0 0,0 0 1 16,-6 5 1-16,6-5 6 16,0 0 1-16,13 10 4 15,6-10-6-15,9 0-1 0,17-3-1 16,10 0 1-16,19-4-2 15,13 0-5-15,10-1-3 16,7 4-1-16,1-4-2 0,-1 3 0 16,-3 0-1-16,-5 5 0 15,-20-3-1-15,-7 3 0 16,-15 0 0-16,-7 0 1 16,-15 0 1-16,-13 0-1 15,-6-2 0-15,-13 2 0 16,0 0 0-16,-13-2 0 0,-1 2 0 15,1-2-3-15,-4 2-5 16,-3 0-8-16,10-4-37 16,10 4-32-16,-16 0-3 0</inkml:trace>
  <inkml:trace contextRef="#ctx0" brushRef="#br2" timeOffset="142365.89">16058 11390 463 0,'0'0'5'0,"0"0"2"0,-6-10 0 0,6 10 1 16,0 0 0-16,0 0 1 0,0 0-5 15,-6 17-4-15,6 1 0 16,0 4 0-16,6 3 0 16,0 5 0-16,-1-1 0 15,-1-2 0-15,6 6-8 0,-5-3-47 16,0-6-31-16,1-4-1 16</inkml:trace>
  <inkml:trace contextRef="#ctx0" brushRef="#br2" timeOffset="142533.09">15888 11562 473 0,'0'0'5'0,"0"0"0"15,0 0 1-15,0 0 1 16,0 0 0-16,12-11 1 0,6 8-8 16,7-1 0-16,8-3 0 15,8 1-2-15,5 6-64 16,8-3-18-16</inkml:trace>
  <inkml:trace contextRef="#ctx0" brushRef="#br2" timeOffset="143001.79">16748 11293 482 0,'0'0'4'0,"-5"-4"1"15,5 4 1-15,-15-2 1 16,15 2 0-16,-17 2-7 15,9 5 0-15,1 8 0 0,7 10 0 16,-3 4 0-16,3 3 0 16,3 5 0-16,4 3 0 15,1 3 0-15,-1-7 0 16,3-3 0-16,-5-1 0 16,3-7 0-16,-6-8 0 0,-2-5 0 15,0-12 0-15,0 0 0 16,-9 3 0-16,1-8 0 15,-2-12 0-15,-3-5 0 16,-2-12 0-16,-2 1 0 0,0-12 0 16,1-2 0-16,2 0 0 15,4-3 0-15,5 6 0 16,5 2 0-16,3 4 0 0,9 9 0 16,8 4 0-16,10 10 0 15,2 2 0-15,10 12 0 16,-2 1 0-16,0 7 0 15,-3 7 0-15,-5 6 0 0,-9 3 0 16,-9 7 0-16,-11-1 0 16,-6 6 0-16,-14-4 0 15,-3 2 0-15,-7-3 0 16,-3-3 0-16,3 0 0 0,-3-9-11 16,0 2-74-16,10-8-2 15</inkml:trace>
  <inkml:trace contextRef="#ctx0" brushRef="#br2" timeOffset="143483">17001 11539 463 0,'0'0'4'0,"0"0"1"0,0 0 1 0,0 0-1 15,0 0 1-15,-9 9 1 16,9-9 0-16,0 16 1 0,7-9-8 16,3 0 0-16,5-2 0 15,2-2 0-15,3-3 0 16,3 0 0-16,2 0 0 16,-1-8 0-16,-2-2 0 15,1 0 0-15,-6-2 0 0,-4 3 0 16,-1 0 0-16,-12 9 0 15,11-9 0-15,-11 9 0 16,2 5 0-16,-2 8 0 0,0 1 0 16,5 8 0-16,-3 2 0 15,3 4 0-15,5 2 0 16,-2-2 0-16,1 1 0 16,-1-2 0-16,-1-2 0 0,-4-5 0 15,0-1 0-15,-3-3 0 16,-9-4 0-16,-3-2 0 15,-5-3 0-15,-5-4 0 16,-3-3 0-16,-5 0 0 16,-5-3 0-16,1-6 0 0,-1-4 0 15,-3-4-27-15,-6-5-56 16,16-8-4-16</inkml:trace>
  <inkml:trace contextRef="#ctx0" brushRef="#br2" timeOffset="143866.32">17376 10875 464 0,'0'0'5'0,"0"0"1"0,-12-15 1 0,12 15 2 15,-9-17 0-15,6 5 0 16,0-1-7-16,3 1-2 15,6 2 0-15,6 0 0 16,3 2 0-16,2 4 0 0,6 4 0 16,-1 2 0-16,-2 11 0 15,0 1 0-15,-6 7 0 16,-1 2 0-16,-8 5 0 16,-3 4 0-16,-2-2 0 15,-9 2 0-15,-4-5 0 16,1-2 0-16,-1-3 0 0,1-4 0 15,2-6 0-15,10-12 0 16,-5 12 0-16,5-12 0 16,15 0 0-16,3 0 0 0,6-3 0 15,5-4 0-15,12 3-22 16,-4-9-65-16,5-2-3 16</inkml:trace>
  <inkml:trace contextRef="#ctx0" brushRef="#br2" timeOffset="145149.96">17601 9706 266 0,'0'0'6'0,"0"0"5"0,5 5 2 0,-5-5 0 0,0 0 2 16,14 4-1-16,1-1 2 16,5-3 0-16,9 0-6 15,14 0-2-15,17 0-3 0,17 0-1 16,22-3-1-16,20-1 0 15,14 0-1-15,10 3 0 16,11-2-1-16,5-1 1 16,-10 1-1-16,-7 0-1 0,-18 0 0 15,-20 3-1-15,-19 0 0 16,-20 0 0-16,-26 0 0 16,-19 0 0-16,-20 0-3 15,0 0-5-15,-27 0-14 0,2 6-46 16,-11-6-4-16</inkml:trace>
  <inkml:trace contextRef="#ctx0" brushRef="#br2" timeOffset="145935.57">16974 7713 219 0,'0'0'5'0,"0"0"4"0,0 0 3 0,0 0 0 16,0 0 5-16,0 0 4 15,11 6 0-15,8-3 3 16,6-1-6-16,17-2-1 16,13 0-2-16,14 0-2 0,18 0-2 15,13 0-5-15,2 0-1 16,2-2-2-16,-8-1 0 16,-6 3-1-16,-15 0 0 15,-15 0-1-15,-18 3 1 0,-22 2-1 16,-20-5 0-16,5 11-1 15,-16 0-6-15,-10-2-15 16,-20 7-54-16,22-2-3 16</inkml:trace>
  <inkml:trace contextRef="#ctx0" brushRef="#br2" timeOffset="157082.78">11644 12983 472 0,'0'0'4'0,"0"-12"4"0,0 12 1 0,0-18 2 0,0 8-4 15,0 0-7-15,0 10 0 0,0-12 0 16,0 12 0-16,0 12 0 16,-2 8 0-16,2 5 0 15,0 7 0-15,0 5 0 16,2 3 0-16,5 7 0 0,4-4 0 15,1-4 0-15,3-2 0 16,-2-5 0-16,2-5 0 16,-8-5 0-16,0-6 0 0,-2-7 0 15,-5-9 0-15,0 0 0 16,0 0 0-16,-5-19 0 16,-4-3 0-16,-2-11 0 15,-1-5 0-15,-2-8 0 16,3-6 0-16,-1-6 0 0,5 0 0 15,1 3 0-15,1 0 0 16,5 6 0-16,0 9 0 16,5 6 0-16,3 9 0 0,4 10 0 15,4 8 0-15,3 1 0 16,1 6 0-16,3 13 0 16,-2 2 0-16,2 7 0 15,-3 6 0-15,-3 1 0 16,-4 3 0-16,-6 1 0 0,-4 1 0 15,-6-6 0-15,-4 3 0 16,-12-6 0-16,6 0 0 16,-10-4-13-16,3-7-73 0,-3 5-2 15</inkml:trace>
  <inkml:trace contextRef="#ctx0" brushRef="#br2" timeOffset="157550.01">11915 13208 465 0,'0'0'6'0,"0"0"2"0,0-5 1 0,0 5 1 0,3-12 1 0,-3 12-9 16,7-14-2-16,4 3 0 15,-2 6 0-15,3 1 0 16,4 0 0-16,-2 4 0 15,1 4 0-15,0 0 0 0,0 8 0 16,-3 1 0-16,-4 2 0 16,-3 2 0-16,-5-2 0 15,0 7 0-15,-8-5 0 0,-1-2 0 16,-6 6 0-16,0-9 0 16,3-2 0-16,1-3 0 15,1-4 0-15,10-3 0 16,-4-7 0-16,4-8 0 0,12-8 0 15,1 0 0-15,3-3 0 16,5-2 0-16,-4 6 0 16,0-1 0-16,1 7 0 0,-6 6 0 15,-2 10 0-15,-10 0 0 16,13 10 0-16,-8 6 0 16,-1 2 0-16,1 5 0 15,6-1 0-15,-4 3 0 16,5-3 0-16,1-5 0 15,4 1-18-15,8-9-68 0,-5-3-4 16</inkml:trace>
  <inkml:trace contextRef="#ctx0" brushRef="#br2" timeOffset="157882.82">12385 12740 474 0,'0'0'4'0,"-5"-12"1"0,-2 5 2 0,4-3 1 16,-2-4 1-16,3 0-5 0,-1-1-4 16,3 3 0-16,3 0 0 15,9 4 0-15,6 6 0 16,1 2 0-16,1 5 0 0,5 7 0 16,-3 5 0-16,-2 6 0 15,-5 4 0-15,-5 0 0 16,-7 6 0-16,-3-2 0 15,-7-1 0-15,-7 0 0 0,2-1 0 16,-1-6 0-16,1-3 0 16,0-3 0-16,7-3 0 15,5-3 0-15,3-1 0 0,7-6 0 16,10-1 0-16,1-3 0 16,12 3-12-16,17-3-74 15,-16-6-2-15</inkml:trace>
  <inkml:trace contextRef="#ctx0" brushRef="#br2" timeOffset="158416.44">13024 13050 482 0,'0'0'4'0,"0"0"2"0,4-13 2 0,-4 13 1 16,5-9-7-16,-5 9-2 15,0 0 0-15,0 0 0 16,-2 12 0-16,-1 7 0 16,-1 6 0-16,-4 5 0 0,4 3 0 15,4 3 0-15,-6-3 0 16,6 4-11-16,6-10-76 15,-4 1-3-15</inkml:trace>
  <inkml:trace contextRef="#ctx0" brushRef="#br2" timeOffset="158599.82">12862 13178 490 0,'0'0'4'0,"0"0"1"15,-10-7 0-15,10 7 2 16,-3-12-7-16,3 12 0 15,10-12 0-15,0 2 0 16,16 2 0-16,-1 1 0 0,9-1 0 16,6 1 0-16,4 2-47 15,6 3-40-15,-2-7-1 16</inkml:trace>
  <inkml:trace contextRef="#ctx0" brushRef="#br2" timeOffset="159049.87">13433 12923 473 0,'0'0'6'15,"0"0"1"-15,0 0 1 16,0 0 1-16,-5-2-1 0,5 2-8 16,-12 7 0-16,8 8 0 15,-2 3 0-15,6 7 0 16,0 4 0-16,6 6 0 16,3 2 0-16,1 3 0 15,0-3 0-15,2 0 0 16,0-5 0-16,-1-4 0 0,-4-4 0 15,-2-7 0-15,-3-1 0 16,-2-16 0-16,3 9 0 16,-3-9 0-16,-7-12 0 0,2-6 0 15,-7-7 0-15,4-7 0 16,-2-7 0-16,-3-5 0 16,6-4 0-16,0-3 0 0,2 1 0 15,5 3 0-15,0 0 0 16,9 7 0-16,7 7 0 15,3 4 0-15,6 12 0 16,5 5 0-16,2 7 0 0,0 5 0 16,1 12 0-16,-6 6 0 15,-2 6 0-15,-8 6 0 16,-6 2 0-16,-7 5 0 16,-6-2 0-16,-8 2 0 15,-5-5 0-15,-5-1 0 0,1-6 0 16,-2 0-46-16,-1-2-42 15,-2-9-1-15</inkml:trace>
  <inkml:trace contextRef="#ctx0" brushRef="#br2" timeOffset="159550.01">13752 13206 436 0,'0'0'6'0,"0"0"0"0,0 0 1 0,0 0 0 16,0 0 1-16,-2 8 0 0,2-8 1 15,0 12-1-15,0-12-3 16,2 17-1-16,-2-17-1 16,19 10 1-16,-3-8-4 15,3-2 0-15,6 0 0 16,0-8 0-16,2-3 0 0,-2-4 0 15,3 2 0-15,-7-4 0 16,-3 4 0-16,-6-1 0 16,-1 3 0-16,-11 11 0 0,7-9 0 15,-7 9 0-15,0 8 0 16,0 4 0-16,3 7 0 16,-1 6 0-16,3 0 0 15,0 10 0-15,3-3 0 16,1 8 0-16,3-8 0 0,-3 5 0 15,-2-5 0-15,-2-5 0 16,-5 1 0-16,0-10 0 16,-5 1 0-16,-8-9 0 15,-6-1 0-15,-4-6 0 0,-7 0 0 16,-3-3 0-16,-3-8 0 16,-1-3 0-16,-1-6 0 15,-4-2 0-15,10-3-6 16,-6-13-39-16,16-2-41 0,7-6-3 15</inkml:trace>
  <inkml:trace contextRef="#ctx0" brushRef="#br2" timeOffset="159932.65">14199 12621 480 0,'0'0'4'0,"0"0"2"0,0 0 2 0,-5-14 1 0,5 14-5 16,-7-16-4-16,4 7 0 16,1-4 0-16,2 3 0 15,0 1 0-15,5-1 0 16,4 4 0-16,7-1 0 0,-4 5 0 16,8 2 0-16,-3 0 0 15,1 8 0-15,-2 0 0 16,0 8 0-16,-7 4 0 15,-4 5 0-15,-5-4 0 0,0 9 0 16,-8-2 0-16,-1 2 0 16,-6-2 0-16,1-2 0 15,0-1 0-15,5-7 0 0,4-1 0 16,3-5 0-16,2-2 0 16,7-3 0-16,7-2 0 15,9-5 0-15,1 0 0 16,7 0 0-16,6-2 0 0,-7-11-21 15,9 6-66-15,2-3-3 16</inkml:trace>
  <inkml:trace contextRef="#ctx0" brushRef="#br2" timeOffset="161001.38">14557 13189 460 0,'0'0'4'0,"0"0"1"0,0 0 1 16,0 0 1-16,0 0 2 15,9 2 1-15,-1 1 0 0,5-3-10 16,6 0 0-16,8 0 0 16,6 0 0-16,9 0 0 15,5-3 0-15,3-2 0 16,5-3 0-16,-6 3 0 0,1-2 0 15,-10 0 0-15,-6 1 0 16,-9 5 0-16,-7-4 0 16,-7 5 0-16,-11 0 0 15,0 0 0-15,0 0 0 0,-6 0 0 16,-5 0 0-16,11 0 0 16,-19 12-76-16,19-12-15 15</inkml:trace>
  <inkml:trace contextRef="#ctx0" brushRef="#br2" timeOffset="161482.15">15364 13258 470 0,'0'0'4'0,"0"0"2"15,0 0 0-15,0 0 0 0,0 0-1 16,0 0 1-16,-2 7 0 16,2-7-4-16,0 13-2 15,0-13 0-15,7 12 0 16,6-5 0-16,4-2 0 0,5-5 0 16,8-2 0-16,5-11 0 15,7-3 0-15,-2-12 0 16,2-7 0-16,0-7 0 15,-6-2 0-15,-8-6 0 0,-12-4 0 16,-6 0 0-16,-10-1 0 16,-8 0 0-16,-10 1 0 15,-3 9 0-15,-9 5 0 16,0 11 0-16,-2 7 0 0,2 11 0 16,0 11 0-16,5 11 0 15,3 11 0-15,7 10 0 16,8 8 0-16,7 4 0 15,5 6 0-15,12 0 0 0,10-1 0 16,3 0 0-16,4-4 0 16,7-3 0-16,-2-10 0 15,1 2 0-15,-3-9-7 16,-2-7-79-16,-2-3-3 0</inkml:trace>
  <inkml:trace contextRef="#ctx0" brushRef="#br2" timeOffset="161666.25">15933 13094 483 0,'0'0'2'0,"0"0"0"0,0 0 1 0,0 0 0 15,-8 8 2-15,8 4-1 16,0 3 2-16,0 3-3 0,3 6-3 16,2 3 0-16,8 1 0 15,-4 1 0-15,7-1-3 16,-4-9-34-16,3 1-47 15,2-5-4-15</inkml:trace>
  <inkml:trace contextRef="#ctx0" brushRef="#br2" timeOffset="162051.68">16164 12636 496 0,'0'0'4'0,"-2"-13"1"16,-3 6 1-16,3-6-6 16,2 1 0-16,0-5 0 0,0 0 0 15,7 1 0-15,5 2 0 16,1 3 0-16,4 10 0 16,3 1 0-16,0 0 0 15,-1 10 0-15,-1 2 0 0,-3 5 0 16,-5 8 0-16,-3-2 0 15,-4 6 0-15,-3 1 0 16,-5 0 0-16,-6 0 0 0,-1-1 0 16,-2-4 0-1,1-3 0-15,1-3 0 0,4-1 0 16,3-8 0-16,5 0 0 16,8-5 0-16,9-5 0 15,5 0 0-15,8 0 0 0,3-2 0 16,4-3 0-16,5 0 0 15,-7-10 0-15,0 8-78 16,-3-2-11-16</inkml:trace>
  <inkml:trace contextRef="#ctx0" brushRef="#br2" timeOffset="162683.01">16795 13127 365 0,'0'0'10'0,"0"0"3"0,0 0 1 0,0 0 2 0,0 0 1 15,0 0 0-15,-3 5 1 16,3-5 1-16,0 0-8 16,0 9-3-16,0-9-5 15,11 6-3-15,2-4 0 16,11 1 0-16,8-3 0 0,10 0 0 15,8-5 0-15,10-3 0 16,0-2 0-16,4 0 0 16,-2 0 0-16,-7 3 0 0,-8-4 0 15,-7 7 0-15,-10 0 0 16,-13 1 0-16,-2 0 0 16,-15 3 0-16,0 0 0 15,0 0 0-15,0 0 0 0,-10 6 0 16,0-5 0-16,10-1 0 15,-18 6 0-15,18-6-34 16,0 0-56-16,-9 10-5 0</inkml:trace>
  <inkml:trace contextRef="#ctx0" brushRef="#br2" timeOffset="163133.68">17558 13173 433 0,'0'0'5'0,"0"0"-1"16,0 0 2-16,0 0 1 16,0 0 0-16,-3 10 2 0,3-10 1 15,3 11 1-15,-3-11-3 16,18 7-1-16,-4-7-3 16,11 0-4-16,3-5 0 15,6-8 0-15,6-4 0 16,3-8 0-16,-2-4 0 0,2-8 0 15,-8-5 0-15,-5-8 0 16,-9-5 0-16,-5-7 0 16,-9 1 0-16,-7-4 0 15,-9 3 0-15,-12 0 0 0,1 8 0 16,-6 7 0-16,-4 7 0 16,-6 15 0-16,4 11 0 15,2 11 0-15,0 9 0 16,-2 15 0-16,9 14 0 0,4 7 0 15,7 10 0-15,6 5 0 16,6 5 0-16,11 2 0 16,3-2 0-16,14-2 0 0,2-3 0 15,9-5 0-15,-1-8 0 16,4-1 0-16,-5-14-25 16,-2 1-62-16,10-8-2 15</inkml:trace>
  <inkml:trace contextRef="#ctx0" brushRef="#br2" timeOffset="163516.69">18130 13137 475 0,'0'0'5'0,"0"0"2"0,-11-8 2 0,11 8 0 15,-7-15-3-15,2 5-6 0,3 0 0 16,2 0 0-16,2-2 0 16,8 2 0-16,3 3 0 15,4-1 0-15,-2 4 0 0,4 4 0 16,-1 0 0-16,0 4 0 16,-6 7 0-16,0 3 0 15,-6 1 0-15,-4 0 0 0,-2 5 0 16,-2-1 0-16,-6 1 0 15,-2 0 0-15,-2-3 0 16,1-4 0-16,4-1 0 16,0-2 0-16,7-10 0 15,-2 13 0-15,6-13 0 16,8 0 0-16,11-7 0 0,2-6 0 16,12 3 0-16,5-8-85 15,3-9-3-15</inkml:trace>
  <inkml:trace contextRef="#ctx0" brushRef="#br2" timeOffset="163882.29">18443 12356 460 0,'0'0'4'0,"0"0"1"15,-5-10 1-15,5 10 1 16,0-12 2-16,0 2-1 15,12 0 0-15,1 0-4 0,9 5-4 16,0-3 0-16,6 6 0 16,-1 2 0-16,1 5 0 15,-7 8 0-15,-3 4 0 16,-6 8 0-16,-4-1 0 0,-8 9 0 16,0 0 0-16,-13 3 0 15,1-2 0-15,-6 1 0 16,2-2 0-16,-2-3 0 15,-1-6 0-15,3-2 0 0,6-4 0 16,2-3 0-16,8-4 0 16,0 0 0-16,13-5 0 15,10-2 0-15,7-4 0 16,7 0 0-16,7 0 0 0,4-3 0 16,11-9-52-16,-1 6-35 15,-2 2-1-15</inkml:trace>
  <inkml:trace contextRef="#ctx0" brushRef="#br2" timeOffset="171332.99">11543 13808 220 0,'0'0'3'0,"0"0"3"0,0 0 3 0,0 0 2 0,0 0 4 15,0 0 3-15,0 0 4 16,0 7 1-16,0-7-2 16,14 7-3-16,2 1 1 15,4-3-3-15,12 5-4 16,5-5-4-16,12 3-2 16,17-4-1-16,13 4-2 0,15-8 0 15,15 2-1-15,16-2-1 16,14 0 1-16,17-4-1 15,14-2 0-15,9 4 0 0,14-3-1 16,8 0 1-16,13 2-1 16,8-1 1-16,13-2-1 15,9-1 1-15,15-1-1 16,-1 0 1-16,20-3-1 0,2-2 0 16,6-1 1-16,8-1-1 15,-7-3 0-15,2 3 1 16,-13 1-1-16,0-1 0 15,-20 5 1-15,-6 3-1 0,-13-1 1 16,-16 6-1-16,-20-1 1 16,-18 0 0-16,-18 3 0 15,-13 0 1-15,-26 0-1 16,-17 3 1-16,-22-3 0 0,-25 3 2 16,-12-3 0-16,-15 2 0 15,-12-2 1-15,-14 0-1 16,-9 0 0-16,0 0-1 15,-13 0 1-15,1-5-3 0,-2 2-3 16,-6-1-3-16,-3 4-8 16,-4-3-30-16,-3 1-39 15,8-3-3-15</inkml:trace>
  <inkml:trace contextRef="#ctx0" brushRef="#br2" timeOffset="172382.8">14242 14437 458 0,'0'0'5'0,"-14"-4"1"0,14 4 3 0,-12-11 0 0,8 4 2 16,-7-3 0-16,6-2-9 16,-2-1-2-16,7 1 0 0,2-3 0 15,8 2 0-15,5 1 0 16,11 0 0-16,6-1 0 15,2 6 0-15,3 2 0 16,1 5 0-16,-1 0 0 0,-3 2 0 16,-9 13 0-16,-9 7 0 15,-11 1 0-15,-5 9 0 16,-21-1 0-16,-6 7 0 16,-15 2 0-16,-2 0 0 15,-9-3 0-15,-2 0 0 16,-2-5 0-16,10-4 0 0,2-6 0 15,13-4 0-15,13-7 0 16,8-3 0-16,11-8 0 16,18 2 0-16,9-4 0 0,13-6 0 15,7-2 0-15,5 0 0 16,8-4 0-16,4 4 0 16,-2-3-73-16,0 1-18 15</inkml:trace>
  <inkml:trace contextRef="#ctx0" brushRef="#br2" timeOffset="172832.72">14758 14635 468 0,'0'0'3'0,"0"0"1"0,-12 0 1 0,12 0 0 0,-12 4 0 15,12-4 1-15,-14 4-1 0,14-4 2 16,0 0-4-16,-4 7-3 16,4-7 0-16,14 2 0 15,2-2 0-15,4-7 0 0,4-5 0 16,6 0 0-16,-1-11 0 16,6-2 0-16,-3-5 0 15,-2-6 0-15,-2-7 0 16,-6-5 0-16,-6 0 0 0,-7-6 0 15,-9 1 0-15,-2 4 0 16,-9 2 0-16,-5 9 0 16,-7 8 0-16,-2 13 0 15,1 8 0-15,-1 9 0 0,0 19 0 16,2 9 0-16,6 9 0 16,2 7 0-16,8 6 0 15,4 2 0-15,3 2 0 16,12 1 0-16,6-6 0 15,5-4 0-15,11-8 0 0,-1-7 0 16,4-3 0-16,2-11-5 16,-2-5-81-16,6-6-3 15</inkml:trace>
  <inkml:trace contextRef="#ctx0" brushRef="#br2" timeOffset="173016.67">15235 14444 466 0,'0'0'4'0,"0"0"0"15,0 0 2-15,-11 3-1 0,11-3 2 16,-7 19-1-16,0-3 1 16,5 4-1-16,-3 2-6 15,2 0 0-15,3 8 0 16,3-2 0-16,2-3 0 16,7-2 0-16,1-5-8 0,6-11-55 15,1 7-23-15,0-3 0 16</inkml:trace>
  <inkml:trace contextRef="#ctx0" brushRef="#br2" timeOffset="173649.88">15509 14647 451 0,'0'0'2'0,"0"0"1"0,0 0 0 0,0 0 1 0,0 0 0 16,0 0 1-16,7 8 1 16,-7-8 0-16,0 0 0 15,12 5-1-15,-12-5 1 0,18 0 0 16,-4-5-2-16,4-7-4 15,7-1 0-15,-3-3 0 16,3-12 0-16,0-2 0 16,2-5 0-16,-2-7 0 0,-6-4 0 15,-3-4 0-15,-9-7 0 16,-5 0 0-16,-2 0 0 16,-4 4 0-16,-11 6 0 15,-3 7 0-15,0 9 0 16,-1 8 0-16,1 11 0 0,2 12 0 15,-1 8 0-15,6 17 0 16,-2 1 0-16,6 17 0 16,0 7 0-16,2 4 0 0,5 5 0 15,5 3 0-15,4-5 0 16,9 2 0-16,5-6 0 16,1-3 0-16,1-6 0 15,12-36-29-15,-5 28-59 0,-3-11-3 16</inkml:trace>
  <inkml:trace contextRef="#ctx0" brushRef="#br2" timeOffset="174021.13">16139 14484 488 0,'0'0'3'16,"0"0"2"-16,0 0 1 15,-7-10 1-15,7 10-5 16,-5-10-2-16,5 10 0 15,-7-6 0-15,7 6 0 0,0 0 0 16,-3-14 0-16,3 14 0 16,15-3 0-16,3 3 0 15,3 0 0-15,0 6 0 0,-1-1 0 16,-3 7 0-16,-2 3 0 16,-5 0 0-16,-10 5 0 15,-5 2 0-15,-13 3 0 16,-1-3 0-16,-6 9 0 0,0-12 0 15,-5 3 0-15,5-5 0 16,2-2 0-16,9-5 0 16,4 1 0-16,10-11 0 15,0 0 0-15,17 4 0 0,13-4 0 16,5-3 0-16,10-4 0 16,12 2 0-16,8-9 0 15,21-1-13-15,-4-3-76 16,5-2-3-16</inkml:trace>
  <inkml:trace contextRef="#ctx0" brushRef="#br2" timeOffset="181049.67">7719 13366 399 0,'0'0'5'0,"0"0"3"0,0 0 2 15,0-12 1-15,0 12 0 0,0 0 1 16,-16-10 0-16,7 10 1 15,-7 8-6-15,2 9-2 16,-6 8-3-16,0 9 0 16,-2 6-1-16,-1 7 0 15,6 3 0-15,-3 4 1 16,13-7-1-16,0 1 0 0,7-6 0 16,5-8 0-16,7-6 0 15,8-6 0-15,-1-10 0 16,11-6 1-16,-3-6-2 15,3-11 0-15,4-9 0 0,-1-7 0 16,-3-7 0-16,0-9 0 16,-5-8 0-16,-5-5 0 15,-3-5 0-15,-9-1 0 0,-3 3 0 16,-5 0 0-16,-9 6 0 16,0 6 0-16,-3 11 0 15,-3 5 0-15,-5 14 0 16,0 9 0-16,0 8 0 0,1 6 0 15,-4 13 0-15,0 12 0 16,2 5 0-16,1 7 0 16,4 5 0-16,7 2 0 15,4 0 0-15,5-2 0 0,7-4 0 16,8-7 0-16,7-7 0 16,3-5 0-16,5-9 0 15,7-3 0-15,-7-8 0 16,8 0 0-16,-3-5-19 15,-8-5-67-15,10-2-3 0</inkml:trace>
  <inkml:trace contextRef="#ctx0" brushRef="#br2" timeOffset="181449.62">8014 13768 471 0,'0'0'5'0,"0"0"1"0,-2-10 1 0,2 10 0 0,0-17 1 15,0 7-1-15,0-2-7 16,2 0 0-16,4-1 0 16,1 3 0-16,3 3 0 0,2 2 0 15,-2 2 0-15,2 3 0 16,1 5 0-16,2 10 0 15,-8-1 0-15,-1 6 0 16,-1 5 0-16,-5 3 0 0,-5-1 0 16,-3 5 0-16,-4-7 0 15,-5 2 0-15,4 0 0 16,-3-4 0-16,2-3 0 16,2-3 0-16,4-7 0 0,5 0 0 15,3-10 0-15,0 0 0 16,13 4 0-16,4-4 0 15,6-7 0-15,2 0 0 0,5-3 0 16,2-7 0-16,5-1-68 16,0 1-21-16</inkml:trace>
  <inkml:trace contextRef="#ctx0" brushRef="#br2" timeOffset="181682.69">8673 13644 501 0,'0'0'2'0,"0"0"2"0,0 0 0 16,13-10-4-16,2 5 0 0,-1-2 0 15,4-3 0-15,1 0 0 16,11 1 0-16,-5-4 0 15,7 8-11-15,-2 0-75 16,-5 5-2-16</inkml:trace>
  <inkml:trace contextRef="#ctx0" brushRef="#br2" timeOffset="181833.08">8662 13822 447 0,'0'0'2'15,"0"0"2"-15,0 0 2 16,6 0 1-16,4-1 0 15,10-5 0-15,7 2-1 0,11-7-4 16,11 4-17-16,13-3-64 16,2-7-6-16</inkml:trace>
  <inkml:trace contextRef="#ctx0" brushRef="#br2" timeOffset="182267.95">9890 13558 442 0,'0'0'5'0,"0"0"1"16,-8-18 0-16,-1 11 2 0,-4 2 1 15,-4-1-1-15,-8 2 1 16,-2 4 0-16,-8 3-4 0,-2 9-1 15,-1 10-4-15,-1 3 0 16,2 4 0-16,4 3 0 16,11 4 0-16,7-2 0 15,10-2 0-15,8-2 0 16,14-3 0-16,10-9 0 16,13-1 0-16,2-7 0 0,16 0-20 15,-2-5-64-15,1-5-4 16</inkml:trace>
  <inkml:trace contextRef="#ctx0" brushRef="#br2" timeOffset="182582.68">10034 13674 451 0,'0'0'5'0,"0"0"1"16,-15 0 0-16,8 3 1 0,-3-1-1 15,3 3 1-15,-6 2 0 16,3 1 1-16,6 2-5 15,1 2-1-15,3 0 1 16,7 3-3-16,10-2 0 0,3-3 0 16,10-5 0-16,5-1 0 15,2-4 0-15,1-2 0 16,2-5 0-16,-6-3 0 16,1-3 0-16,-13 1 0 15,-1-3 0-15,-12 1 0 0,-9-2 0 16,-4-1 0-16,-12 5 0 15,-11 0 0-15,-1 6 0 16,-7 2 0-16,1 4-2 0,-3 4-33 16,-3 9-51-16,15 2-3 15</inkml:trace>
  <inkml:trace contextRef="#ctx0" brushRef="#br2" timeOffset="182951.03">10467 13669 433 0,'0'0'5'16,"0"0"3"-16,0 0 0 16,-5-7 1-16,5 7 0 15,-11-8 0-15,1 6 1 0,-1 2 0 16,-2 0-6-16,-2 0-1 16,2 7-2-16,1 0-1 15,3 6 2-15,4-1-2 16,2 0 0-16,6 6 0 0,6-3 0 15,3 2 0-15,6-2 0 16,2-3 0-16,5 1 0 16,-5-3 0-16,2 2 0 0,-5-2 0 15,-4 0 0-15,-1 0 0 16,-9 0 0-16,-3-3 0 16,-8 3 0-16,-7-2 0 15,-3 2 0-15,-8-3 0 16,-2 0 0-16,-4-3 0 0,0-3 0 15,0-1 0-15,4 3 0 16,3-7-20-16,8-17-60 16,4 11-7-16</inkml:trace>
  <inkml:trace contextRef="#ctx0" brushRef="#br2" timeOffset="183232.89">10493 13347 474 0,'0'0'4'0,"0"0"1"0,0 0 1 0,0-10 0 0,0 10 1 15,0 0-1-15,0-10-3 16,0 10-3-16,13-7 0 16,-2 5 0-16,3 2 0 15,4-6 0-15,4 6 0 0,0-4-5 16,11-4-79-16,-4 3-3 16</inkml:trace>
  <inkml:trace contextRef="#ctx0" brushRef="#br2" timeOffset="183466.32">10715 13137 497 0,'0'0'2'0,"0"0"0"16,0 0 0-16,10 4 0 0,-2 2 1 15,-1 8 0-15,3 3-3 16,-5 8 0-16,-3 5 0 15,0 8 0-15,-2 1 0 0,0 5 0 16,-2-7-30-16,2 6-54 16,0-6-4-1</inkml:trace>
  <inkml:trace contextRef="#ctx0" brushRef="#br2" timeOffset="183949.84">11361 12439 446 0,'0'0'3'0,"0"0"0"0,0 0 0 0,-2 8 0 16,-8 15 2-16,-3 12 0 0,-6 17 0 16,-4 14 2-16,-8 22-2 15,-2 16 0-15,-8 14 1 16,4 15 0-16,3 12 1 16,4 2-5-16,7 0-2 0,10 10 0 15,13-5 0-15,13-7 0 16,23 4 0-16,18-11 0 15,23-1 0-15,25-9 0 0,22-6 0 16,32-14-63-16,14-13-27 16</inkml:trace>
  <inkml:trace contextRef="#ctx0" brushRef="#br2" timeOffset="184766.25">19041 12121 431 0,'0'0'4'0,"0"0"3"0,0 0 1 16,0 0 0-16,8-10 1 0,-8 10 1 15,15 3 0-15,0 4 1 16,6 13-3-16,14 11-3 16,13 15-5-16,17 15 0 15,12 16 0-15,9 14 0 0,4 19 0 16,-1 6 0-16,3 6 0 15,-19 6 0-15,-17 8 0 16,-20 1 0-16,-26 0 0 0,-18 1 0 16,-30 7 0-16,-21 3 0 15,-20 0 0-15,-20 1 0 16,-14-6 0-16,-4 0 0 16,-16-3 0-16,1-13-88 15,2-22-6-15</inkml:trace>
  <inkml:trace contextRef="#ctx0" brushRef="#br2" timeOffset="186150.19">6754 15349 305 0,'0'0'7'0,"-17"3"5"0,2 1 1 15,0 1 0-15,-2 5 2 16,0 2 0-16,1 1 1 16,7 2 1-16,9 0-7 0,14 2-4 15,24-2 0-15,20 0-2 16,23-3 0-16,26-2 0 16,29-5-2-16,26-3 0 15,35-2 0-15,19 0-2 16,30-2 2-16,19-3-2 0,26-3 1 15,22-2 0-15,23 1 0 16,19-5 0-16,25-4-1 16,50-2 1-16,5-3-1 15,22-2 1-15,29-2-1 0,20-2 0 16,25 0 0-16,16-2 1 16,14 6 0-16,-19 0 0 15,40 8 1-15,-6 4 0 16,-9 6 2-16,6 4 0 0,-17 3 0 15,1 3 1-15,-20 4-1 16,-5 4 0-16,-31 1-1 16,-16-5-1-16,17 3 0 0,-75-2-2 15,-32-5 1-15,-47-3-1 16,-49 0 0-16,-51-5-1 16,-57-3-3-16,-49-2-9 15,-85-5-38-15,-17 5-32 0,-50 0-1 16</inkml:trace>
  <inkml:trace contextRef="#ctx0" brushRef="#br2" timeOffset="188483.65">6556 15552 265 0,'0'0'8'0,"0"0"4"0,0 0 2 16,0 0 3-16,2-12 3 15,1 2 1-15,-3-4 1 0,2-2 1 16,3-9-10-16,-3-2-2 16,4-9-2-16,-1-3-4 15,1-2-2-15,0-7-1 16,1-3-1-16,-1-10 0 16,-1 0 1-16,0-9-1 0,-1-1 2 15,-1-6-1-15,-1-2 1 16,1-8-1-16,-1 0 0 15,4-1-1-15,-4 0 1 0,1-1 0 16,-1 0-2-16,3 5 1 16,-3 0-1-16,3 5 0 15,0-3 0-15,1 5-1 16,1 2 1-16,-2 1-2 0,2 5 0 16,2 0 1-16,0 1 1 15,-2 7-1-15,2-1 1 16,0 1 0-16,0 5 1 15,0 1 0-15,-1 6-1 0,0 0 1 16,0 1-1-16,1 4 1 16,2 4-1-16,-4 4 0 15,3 0 0-15,-1 2 0 16,2 4 0-16,1 3 0 0,1-1 0 16,1 3-1-16,2 1 1 15,1-1 0-15,-2 5 0 16,2-2 0-16,1 0 0 0,1 4 0 15,0 1-1-15,2 2 1 16,-1 3-1-16,5 0 1 16,2 2-1-16,5 2 1 15,2-5-1-15,10 4 1 0,3-4 0 16,7 3 0-16,6-8 0 16,9 5 1-16,3-3-1 15,6-1 0-15,-2 3 0 16,7-3 0-16,-1 4 0 15,5 1 0-15,-3 1 0 0,5-1-1 16,1 2 1-16,-1 2 0 16,3 1 0-16,5 0 0 15,0 0 0-15,5-1 0 16,2-2 1-16,3 0-1 16,-3 2 0-16,3-1 1 0,3 1-1 15,-4-2 0-15,2 0 0 16,-2 0 1-16,-3 3-1 15,-2 0 0-15,3-1 0 0,-1 6 1 16,-2-3-1-16,-2 0 0 16,3 3 0-16,3-1 1 15,-6 1-1-15,11-4-1 16,-1 2 1-16,5-2 0 0,1-1 1 16,9-1-1-16,-2 4 0 15,7-4-1-15,-3 1 2 16,-1 4-1-16,4-1 0 15,-3-2 0-15,1 6-1 0,-9-1 1 16,0-2 0-16,-3 3 0 16,-2 0-1-16,0 0 1 15,-4 0 0-15,5 0-1 16,-4 0 1-16,4 0 0 0,0 0 0 16,0 0 0-16,3 3 0 15,-5-3 0-15,-3 1 0 16,4 2 0-16,-5 0 0 15,-3 1 0-15,-3-1-1 0,-3 2 1 16,0-3 0-16,1 2 0 16,0-3 1-16,-4 2-1 15,1-3 0-15,7 0 0 16,-1 0 1-16,1 0-1 0,5 0 0 16,-5 0 1-16,0 0-1 15,-1 0 0-15,1 0 0 16,-6 0 0-16,6 0 0 15,-8 0 0-15,6 0-1 0,-5 0 1 16,8 0 0-16,-4 0 0 16,3 0 0-16,6 0 0 15,-4 0 0-15,2 0 1 16,-4 0-1-16,5-4 0 0,-5 0 0 16,4 2 0-16,-7 0 0 15,1-1 0-15,0 0 0 16,-2 0 0-16,1 2 0 15,1-5 0-15,3 5-1 0,-4-2 2 16,4-2-1-16,2 0 0 16,-1-3 0-16,1 4-1 15,-5-7 2-15,-3 6-1 16,-1-4 0-16,-4-2-1 0,-4 2 2 16,-7-1-1-16,0-3 0 15,-3 1 0-15,-4-3 0 16,-4-3 0-16,1 4 1 15,-4-4-1-15,-2-1 0 0,0 2 0 16,-3-1 0-16,-2 0 0 16,4 2 0-16,-4-1 0 15,3-1 0-15,-1 5 0 16,-7-2 0-16,3 3 0 0,-4 0 0 16,2 2 0-16,-3-3 0 15,-1 6 0-15,1-4-1 16,-3 7 1-16,0-3 0 15,0 2 0-15,-2 2 0 0,0 1-1 16,-8-1 1-16,1 3 0 16,-6 0 0-16,-3 5-1 15,-4 3 0-15,-2-1 0 0,-3 6 0 16,-4 3 0-16,0 4 0 16,-4 8 0-16,0 7 0 15,-4 4 1-15,-3 8 1 16,-3 10-1-16,-2 8 0 15,-4 6 1-15,-1 11 0 0,0 5-1 16,0 1 1-16,-1 15 1 16,-2 3 0-16,-1 6 0 15,1 7 1-15,1 8 1 0,2 8 0 16,-3 6 2-16,1 5 1 16,2 3-1-16,0 5-1 15,0 4 0-15,0-4 1 16,0-1-6-16,2-2 0 15,3-7 0-15,2-4 0 0,-3-15 0 16,3-6 0-16,0-7 0 16,-2-14 0-16,-5-4 0 15,0-15 0-15,3-23-51 16,-3 13-34-16,0-14-2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0:46:57.2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684 1674 336 0,'0'0'7'0,"0"0"4"15,0 0 1-15,0 0 3 16,0-10-1-16,0 10-1 16,0 0 1-16,0 0 2 15,0 0-7-15,-5 18-4 16,3 2-1-16,2 2-1 16,0 11-1-16,0 4 2 0,2 7-1 15,9-5-4-15,-6 1-2 0,-3-8-5 16,5 1-10-16,-7-4-47 15,3-8-16-15</inkml:trace>
  <inkml:trace contextRef="#ctx0" brushRef="#br0" timeOffset="238.76">371 1709 365 0,'0'0'5'0,"0"0"0"15,0 0 1-15,-7-10 2 16,7 10-3-16,0 0 1 16,7-12 1-1,6 4 2-15,2-2-5 0,5 0 0 0,7 0-1 16,1 0-1-16,3-2 2 16,5 0-3-16,1 2-4 0,2 0-7 15,1 3-12 1,0-1-40-16,0 3-18 0</inkml:trace>
  <inkml:trace contextRef="#ctx0" brushRef="#br0" timeOffset="598.67">985 1813 302 0,'0'0'5'0,"0"0"1"0,-5 10 3 16,5-10 1-16,-15 17-1 16,8-5 0-16,-3 1 1 0,5 5 0 15,-2-5-4-15,3 5-3 16,4-2 1-16,6-2-3 16,4-4 2-16,7 0 0 0,0-5 0 15,6-5 1-15,-1-2 1 16,0-8-1-16,1-3 1 15,-3-7 0-15,-5 3 0 16,-7-5 0-16,2 2-1 0,-10 0 0 16,-3 1 0-16,-7 1-3 15,-5 8-1-15,-3 0-1 16,-1 5-8-16,-1 5-6 0,0 0-19 16,0 0-39-16,5 8-7 15</inkml:trace>
  <inkml:trace contextRef="#ctx0" brushRef="#br0" timeOffset="985.95">1054 1226 356 0,'0'0'6'0,"0"0"1"0,0 0 2 16,0 0 0-16,0 0-1 0,-2-7-1 15,2 7 1-15,0 0-1 16,0 0-4-16,0 9-3 16,0 1-2-16,0 3-4 15,5 5-10-15,-2-4-28 0,1 5-33 16,4 2-4-16</inkml:trace>
  <inkml:trace contextRef="#ctx0" brushRef="#br0" timeOffset="1296.2">1316 1707 415 0,'0'0'4'0,"0"0"0"0,2-11 1 15,-2 11-2-15,0 0 2 16,12-4-1-16,-12 4 0 16,18-8-8-16,-4 3-38 15,14 0-37-15,-3 0-2 16</inkml:trace>
  <inkml:trace contextRef="#ctx0" brushRef="#br0" timeOffset="1432.04">1286 1870 346 0,'0'0'3'0,"0"0"2"16,0 0 0-16,14 7 1 16,4-4 1-16,7-3-4 15,10 15-67-15,9-15-4 16</inkml:trace>
  <inkml:trace contextRef="#ctx0" brushRef="#br1" timeOffset="37039.28">486 5175 418 0,'0'0'3'0,"0"0"2"0,0 0 0 0,0 0 0 16,0 0 0-16,0 0 0 16,-3 20 0-1,1-4 1-15,2 12-4 16,0 2-2-16,2 7 2 0,6 3-1 15,-4 2-2-15,1-5-5 16,6 5-10-16,-9-5-40 0,8-5-24 16,-5-9-2-16</inkml:trace>
  <inkml:trace contextRef="#ctx0" brushRef="#br1" timeOffset="37245.57">205 5199 377 0,'0'0'6'0,"-7"-4"0"0,7 4 0 15,-8-16 1-15,8 7 0 0,0-4 1 16,4-4 0-16,12 0 0 16,11-3-3-16,8 1-3 15,7-2 0-15,8 4-2 0,5 2-7 16,-4 2-15-16,2 9-54 15,4 4-4-15</inkml:trace>
  <inkml:trace contextRef="#ctx0" brushRef="#br1" timeOffset="37435.89">784 5334 283 0,'0'0'7'0,"0"12"3"0,0-2 4 15,0 4 2-15,0 4 1 16,0 1-1-16,0 2 4 16,0 4-3-16,3-6-6 0,-1 3-2 15,5-5-9-15,0 1-13 16,-7-18-56-16,16 12-6 16</inkml:trace>
  <inkml:trace contextRef="#ctx0" brushRef="#br1" timeOffset="37657.22">814 4729 431 0,'0'0'2'0,"0"0"-1"0,0 0 1 0,-3 7 0 16,3 8 0-16,0 12 1 15,3 8-1-15,4 9-1 16,5 9-17-16,-9 14-60 16,19 4-3-16</inkml:trace>
  <inkml:trace contextRef="#ctx0" brushRef="#br1" timeOffset="38580.6">662 4826 283 0,'0'0'7'0,"0"0"6"0,0 0 1 16,2-10 3-16,-2 10 1 16,6-10 2-16,-6 10 1 0,7-18 0 15,-7 18-8-15,13-15-2 16,-3 8-5-16,2-6-2 15,3 3-1-15,2-1 0 16,1-2-2-16,2 5 0 0,-6 6 0 16,4 0-1-16,-6 2 0 15,-2 4 1-15,-2 11 0 16,-6 6 0-16,-2 3 0 0,0 8 1 16,-5 0-1-16,-3 6 0 15,1-7 0-15,0 7 0 16,-6-6-1-16,6-2 0 0,-5-3 1 15,-1 1-1-15,1-9 1 16,-1-2-1-16,3 3 1 16,0-10-1-16,0 0 0 0,3 0 1 15,7-10-1-15,0 0 0 16,10 3 1-16,5-6 0 16,7-7 1-16,3 0 1 15,5-5-1-15,0 0 1 16,7-2 1-16,-5 0-1 0,-2 4 1 15,-2-1-2-15,-1 2 1 16,-8-1-1-16,-3 8-1 16,-7-2 0-16,-9 7 0 0,15-3-4 15,-15 3-5-15,0 0-32 16,3 10-44-16,-3-10-1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3-09-02T10:01:03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1400 11119 368 0,'0'0'7'0,"0"0"2"15,-6-7 3-15,6 7 0 16,-9-5 1-16,9 5 0 16,-12 0 0-16,12 0 1 0,-16 11-6 15,12 1-2-15,-1 5-2 16,0 1-2-16,5 2 0 15,0 2 0-15,2-3 0 16,6-3 0-16,-1-3 0 0,6-4 0 16,-1-4 0-16,3-5 1 15,1-3 1-15,3-8 0 16,-5-5 1-16,2-1-5 16,-5-8 0-16,-3 0 0 0,-2 0 0 15,-6 3 0-15,-6 0 0 16,-6 2 0-16,-3 8 0 15,-6 2 0-15,-3 10 0 16,2 3 0-16,-8 11 0 0,5 4 0 16,1 5 0-16,3 3 0 15,4 1 0-15,7 1 0 16,5-2 0-16,5-3 0 16,5-6 0-16,10-2 0 0,5-3 0 15,2-7 0-15,6-5 0 16,-1-5 0-16,3-7 0 15,-2-5 0-15,-4-4 0 0,-5 0 0 16,-3-7 0-16,-4 3 0 16,-10 1 0-16,-2 1 0 15,-7 6 0-15,-8 2 0 16,-4 5 0-16,-1 6 0 0,-6 4 0 16,1 7 0-1,1 8 0-15,2 2 0 0,-1 5 0 16,9-2 0-16,-2 0 0 15,9 3 0-15,5-9 0 16,2-2 0-16,7-4 0 16,5-6 0-16,6-2 0 0,2-7 0 15,-1-5 0-15,4-8 0 16,-2-2 0-16,-3-2 0 16,-6 0 0-16,-2 0 0 0,-7 1 0 15,-3 7 0-15,-7 3 0 16,-8 5 0-16,-7 6 0 15,-1 2 0-15,1 10 0 16,-3 4 0-16,1 6 0 0,6 0 0 16,0 2 0-16,6 1 0 15,7-1 0-15,2-2 0 16,6-1 0-16,4-7-16 16,-4-1-74-16,17-2-2 15</inkml:trace>
  <inkml:trace contextRef="#ctx0" brushRef="#br0" timeOffset="565.91">1436 11172 213 0,'0'0'7'0,"0"0"3"0,0 0 5 15,0 0 4-15,0 0 2 16,0 0 1-16,-6-3 3 15,6 3 0-15,0 0-4 16,0 0-2-16,0 0-5 16,0 0-4-16,-8-1-2 0,8 1-2 15,0 0-1-15,0 0-2 16,0 0-1-16,-10 0-1 16,10 0 0-16,0 0-1 15,0 0 1-15,0 0-1 16,-6 7 0-16,6-7 0 0,0 0 0 15,0 12-6-15,0-12-13 16,10 15-59-16,-10-15-1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4:00:40.95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304 9551 286 0,'0'0'3'0,"-2"-19"0"16,2-1 1-16,0-7 0 0,0-9 2 16,0-12 0-16,2-11 1 15,3-15 1-15,2-6-2 16,4-9-1-16,3-10 0 15,2-10 2-15,3-10 0 16,6-8-1-16,5-4 1 0,7-8-1 16,6-10 3-16,11-6 0 15,3-5 0-15,16-2-1 16,3-7-1-16,14-2-1 16,4-5 1-16,13 0 0 0,7 1-4 15,10-4 0-15,3 1-1 16,15 0 1-16,5 4-1 15,9-2-1-15,10 5 1 16,1 0 0-16,9 10 0 0,3 5 2 16,10 4-2-16,-5 14 1 15,4 4-1-15,0 16 1 16,-2 1 0-16,3 16 0 0,-5 5-1 16,0 6 0-16,-1 8 0 15,4 8-1-15,1 4 1 16,-4 3 0-16,5 13-1 15,-3 4 1-15,3 11-1 16,-10 6 0-16,-2 14 0 0,-6 11 0 16,-10 8-1-16,-7 11 1 15,-7 14-1-15,-16 4 0 16,-1 11 0-16,-8 4 0 16,-8 7 0-16,-5 5 0 0,-2 1 0 15,-7 7-1-15,-3 3 1 16,-10 7 0-16,-8 3 0 15,-4 10 1-15,-11 4-1 0,-12 8 0 16,-4 0 1-16,-9 6-1 16,-7 1-1-16,-4 1 3 15,-10 1-2-15,-4 2 1 16,-3-2 0-16,-4 6 0 0,-5 0 0 16,-2 0 0-16,-7 3 1 15,-4 2-1-15,-5 2-1 16,-7 1-1-16,-9-1 1 15,-5 0-1-15,-9 1 0 16,-9 4 1-16,-9 0 0 0,-10 1 0 16,-13 4-1-16,-10-2-1 15,-9 4 1-15,-9 2 1 16,-14-5 0-16,-8 5 0 16,-12-2 1-16,-6 4-1 0,-8-1 0 15,-9-3 1-15,-4-2 0 16,-8 6-1-16,-4-6 0 15,-4 1 0-15,-7-3-1 0,0-5 1 16,-2-1-1-16,-1-5 1 16,-3-3-2-16,-2-8 1 15,1-6 0-15,3-5-2 16,-1-6 1-16,-1-6 0 0,7-8 0 16,-4-3 0-16,9-9 0 15,-3-5 0-15,5-9 0 16,1-8 2-16,12-7-1 15,1-10 0-15,8-8 1 16,10-7 0-16,3-10-1 0,9-2 2 16,11-14-1-16,4-5 0 15,8-9 0-15,9-5 1 16,9-7 0-16,11-13 1 16,11-7-1-16,10-7 0 0,6-13 1 15,13-9 0-15,11-8-1 16,11-13 0-16,16-7-1 15,9-12 1-15,11-10-1 16,17-18 0-16,19-7 0 0,21-15 0 16,20-12-1-16,17-15-3 15,27-20-10-15,23-9-67 16,33-17-3-16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45:25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22175 4149 439 0,'0'0'2'0,"0"0"1"0,-3 8 1 15,-2 4 2-15,-2 10-1 16,-1 8 1-16,-2 8 0 16,-3 10 0-16,1 6-1 15,3 9-2-15,-1 4-2 0,-1-3 1 16,4 1 0-16,0-6-1 16,-3-4-2-16,7-5-3 15,-4-8-8-15,1-3-26 0,6-7-43 16,-1-7-3-16</inkml:trace>
  <inkml:trace contextRef="#ctx0" brushRef="#br0" timeOffset="232.87">22363 4216 445 0,'0'0'3'0,"0"0"1"16,0 0 0-16,-2 5 2 15,-1 5 0-15,-1 10-1 0,-4 7 2 16,0 10-1-16,-1 8-2 16,-1 9-2-16,-1 8 0 15,2 3 0-15,-2-1-1 16,3 0-2-16,-5-1-4 0,3-4-9 16,-1-5-31-16,2-7-37 15,1-10-1-15</inkml:trace>
  <inkml:trace contextRef="#ctx0" brushRef="#br0" timeOffset="665.85">21841 4686 420 0,'0'0'6'16,"0"0"2"-16,0 0 1 0,0 0 2 16,-2-9 0-16,2 9 0 15,0 0 1-15,0 0-1 16,0 9-5-16,0 7 0 16,5 8-6-16,1 3 0 0,3 6 0 15,-2 7 0-15,9 1 0 16,-2 2 0-16,4 1 0 15,-3-4 0-15,2-3 0 0,-2-5 0 16,0-3 0-16,0-6 0 16,0-6 0-16,-5-4 0 15,2-5 0-15,1-8 0 16,1-3 0-16,6-12 0 16,5-5 0-16,8-7 0 15,9-10 0-15,12-5 0 0,9-6 0 16,3-2 0-16,4 4 0 15,0 1 0-15,-8 3 0 16,-4 7 0-16,-9 11-6 0,-12 7-81 16,-10-1-2-16</inkml:trace>
  <inkml:trace contextRef="#ctx0" brushRef="#br0" timeOffset="2703.87">16514 6828 159 0,'0'0'10'0,"0"0"7"0,0 0 6 16,-14-11 4-16,4 8 3 16,2 0 0-16,-4-1 0 0,2 1 0 15,-3-1-6-15,4 1-6 16,9 3-7-16,-13-3-4 15,13 3-2-15,0 0-1 16,0 0 0-16,0 0-1 16,13 0 1-16,-4 0-1 0,9 0 0 15,4 0 0-15,3 0-1 16,7 0 1-16,6 0-2 16,9 0 0-16,7 3 0 15,9-3 0-15,7 3 0 0,14 1 0 16,8-1-1-16,2 0 1 15,23-3-1-15,3 0 1 16,6 1-1-16,10-1 1 16,6 0-1-16,4 0 1 0,6 0 0 15,2 0 0-15,-3 0-1 16,4 3 1-16,-1 0-1 16,0 2 0-16,2 1 1 0,2-5-1 15,-6 2 1-15,6 0-1 16,-4-2 0-16,-2-1 0 15,-9 3 0-15,-3-3 1 16,-9 0-1-16,-4 0 1 0,-10 0 0 16,-5-3 0-1,-13 3 1-15,-7 0-1 0,-15-1 1 16,-10-2-1-16,-13 0 1 16,-6 3 0-16,-16-1 1 15,-12 1-1-15,-5 0 1 16,-8-3 0-16,-7 3 0 0,0 0-1 15,0 0 0-15,0 0 0 16,0 0 0-16,0 0-1 16,0 0 0-16,0 0 0 0,0 0 0 15,0 0 1-15,0 0-2 16,0 0 1-16,0 0-1 16,0 0 1-16,0 0-1 0,0 0 0 15,0 0 0-15,0 0 0 16,0 0 0-16,0 0 0 15,0 0 0-15,0 0 2 16,0 0-2-16,0 0-2 0,0 0-1 16,0 0-2-16,0 0-7 15,0 0-21-15,0 4-49 16,0-4-3-16</inkml:trace>
  <inkml:trace contextRef="#ctx0" brushRef="#br0" timeOffset="4332.91">21320 6828 240 0,'0'0'5'0,"0"0"2"0,0 0 1 15,0 0 2-15,0 0 1 0,0 0 0 16,0 0 3-16,5-6 1 16,15 6-4-16,9-3-1 15,17 1-1-15,8 2-1 16,23 0-1-16,18-3 0 16,22-1-2-16,16 1-2 0,17 0 0 15,16 2-1-15,13 1 0 16,14-6 0-16,9 3 1 15,0 3 0-15,1 0 0 16,-1 0 1-16,-2 0 0 0,-9 3 0 16,-7 0 0-16,-9 1 0 15,-14 2 0-15,-17 1 0 16,-10-2-1-16,-19 1 1 0,-16-5 0 16,-19 2 0-16,-16 0 0 15,-19-3 2-15,-13 0-1 16,-12 0-1-16,-8 0 0 0,-12 0-1 15,0 0 0-15,0 0-1 16,-5 0-3-16,-4 1-2 16,-3 5-5-16,3-1-11 15,-7 2-26-15,5 0-36 16,4 1-2-16</inkml:trace>
  <inkml:trace contextRef="#ctx0" brushRef="#br0" timeOffset="8899.34">20378 8232 285 0,'0'0'7'0,"-10"-3"2"16,10 3 0-16,-15 0 4 15,6 0 1-15,-4 0 0 0,6 0 3 16,-1-3 0-16,8 3-5 15,0 0-2-15,0 0-1 16,20 0-1-16,12 0-2 0,18 0-1 16,13 0 0-16,23-2-2 15,18-3 0-15,24-3-2 16,15 1 0-16,24-4 0 16,11 0-1-16,19 4 0 15,15-3 1-15,4 5-1 0,10 2 1 16,4 3 0-16,2 0 0 15,-7 3 0-15,2-2 1 16,-8 7 0-16,-10-1-1 16,-13-1 2-16,-20-2 0 0,-15-1 0 15,-11 1 0-15,-28-4 0 16,-18 1 1-16,-29-1 1 16,-11 0 0-16,-24-1 0 15,-13-6-1-15,-17 6-1 0,-10 1 0 16,-10-9-3-16,-10 8-3 15,-5 1-11-15,-7 11-58 16,-1-11-12-16</inkml:trace>
  <inkml:trace contextRef="#ctx0" brushRef="#br0" timeOffset="10333.16">20400 9638 220 0,'0'0'7'0,"0"0"4"16,0 0 2-16,-10-5 2 16,10 5-1-16,0 0 2 0,0 0 0 15,0 0 3-15,0 0-5 16,5 4-2-16,16 3-1 16,16 0-2-16,15-2 1 15,25 2-1-15,20-2-1 16,30-2-3-16,16 0-1 0,32-3-1 15,16 2-1-15,20-2 0 16,10 2 0-16,8 1 1 16,7-1 1-16,-1 5 1 15,5 2 0-15,-12-1 0 0,-8 6 1 16,-8-3 1-16,-12 4-1 16,-21-2 0-16,-18 2-1 15,-25-3 0-15,-16-2-1 0,-24 0 0 16,-18-2 0-16,-29-4 1 15,-9-1-1-15,-18-3-1 16,-9 3 0-16,-13-3-1 16,0 0-1-16,-15 0-2 0,-2 0-3 15,-3 0-10-15,-10 12-46 16,0-12-25-16,-2 0-1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45:46.0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 14110 214 0,'-2'-10'6'0,"-3"3"1"0,0-14 0 0,-2 4 3 0,0-2 3 0,-4-3 2 0,2-3 2 0,-3 0 2 0,1 8-4 0,2 4-2 0,-1 11 0 0,4 9-2 0,-1 13 0 0,4 23-2 0,3 19 1 0,0 14-3 0,8 23 1 0,2 22-1 0,0 18 1 0,0 14-1 16,0 13 0-16,-3 3-1 16,-2 2-1-16,-2 5 0 0,-3 0 0 15,-5-5 0-15,-2-8-1 16,-6-5 0-16,3 1-3 16,-6-5 3-16,2-8 0 15,-4-9 0-15,4-14-1 0,0-11 1 16,5-14-1-16,0-11-1 15,-1-18 0-15,4-38-7 16,1-9-5-16,5 19-18 16,-2-25-44-16,2-16-12 15</inkml:trace>
  <inkml:trace contextRef="#ctx0" brushRef="#br0" timeOffset="2467.28">354 14072 166 0,'0'0'10'0,"0"-7"1"15,0 7 2-15,8-12 0 16,1 7 4-16,4 3-1 16,9-5 3-16,10 7 0 15,0 0-6-15,16 0-2 0,5 4 0 16,11 4 0-16,13-4-2 15,10 2-1-15,7-2-1 16,13 2-1-16,15-5-1 0,5-1-1 16,11 0-1-16,9 0-1 15,7 0-1-15,5-1 0 16,11-5-1-16,1 2 1 16,10-2-1-16,8-3 0 0,10 2 0 15,-5-4 0-15,6 1 0 16,9-5 0-16,5 6 0 15,2-1 0-15,4-3 0 16,0 1 1-16,-1 2-2 16,2 0 1-16,0 3 0 0,2-1 0 15,1 6 0-15,-5-4 0 16,-6 4 0-16,7 0 0 16,3-2 0-16,0 4 0 15,1-4-1-15,-2 2 1 0,4-1-1 16,-3 1 0-16,4 2 1 15,-4-3-1-15,-2 3 0 16,2 0 1-16,-2 3 0 16,1-3 0-16,-14 5 1 0,6-3-1 15,2 2 0-15,-7-4 1 16,5 0-1-16,-9 0 0 16,4 0 1-16,0 0-1 0,5-4 1 15,-3-1-2-15,3 3 1 16,-3-4 0-16,-8 5-1 15,2-2 1-15,-4 0-1 16,-2 2 1-16,-6-2 0 16,-11 3 0-16,-8-3 0 0,-3 3 0 15,-4 0 0-15,-11-3 0 16,-6 3 0-16,-9 0 0 16,-7 0 0-16,-2-2 1 15,-6 2-1-15,-9-2 0 0,-4 2 1 16,-9-2-1-16,-10-1 1 15,-2 0-1-15,-5 3 1 16,-10-2-1-16,-5 0 1 0,-7-1 0 16,-5 3 0-16,-7-3 0 15,0 3 1-15,-10-2 0 16,-6-1-1-16,-3 1 0 16,-6 2 0-16,-3 0 0 0,-8-2 0 15,-4-1 1-15,-1 3-1 16,-12 0 2-16,12-3-1 15,-12 3 1-15,0 0 1 16,0 0 1-16,0 0 0 16,0 0-1-16,0 0 0 0,0 0 0 15,0 0-1-15,0 0-2 16,0 0-1-16,0 0-1 16,0 0-1-16,6 10 1 15,-6 3 0-15,0 1 0 0,0 9 1 16,-4 7 1-16,2 9 1 15,-1 9-1-15,1 9 1 16,0 7-1-16,-3 8 0 16,1 7 1-16,-2 10-1 0,-2 8-1 15,1 4 2-15,-3 6-2 16,-3 2 2-16,-1 2-1 16,2 3 2-16,-4 3 0 0,4-3 0 15,-3-3 0-15,3 1 0 16,-4-6 1-16,7 3 0 15,-3-2 0-15,-1-1-2 16,3-4 0-16,1-1-1 16,-2-4 1-16,1 0-1 15,1-3-2-15,-4 0 0 0,3-5 2 16,-5-3-1-16,3-1 2 16,0-3-1-16,-4-3 0 0,-2-7 1 15,6-1 2-15,3-37-4 16,0 2 0-16,0-3 0 15,-3 3-1-15,1-3 1 16,2 1-1-16,-1-2 0 16,-1 1-1-16,2-4 3 15,-1 3-1-15,3-7-1 0,-4 3 0 16,2-4 0-16,1-1 0 16,-5-1-1-16,4-3 1 15,-3-3-1-15,-1 1 0 0,1-5 1 16,-6-2-1-16,1-2 0 15,-6-1 0-15,-2-2 0 16,-4 0 0-16,-6 1 0 16,-5-5 1-16,-5 2-1 0,-6 0 1 15,-9 1 0-15,-4 1 1 16,-12-2 0-16,-5 3 1 16,-1-5-1-16,-13 4 0 15,-7-3 1-15,-7 3-1 0,-6 1 1 16,-9-2-1-16,-10 2 1 15,-5-2-1-15,-7 4 1 16,-12-3 0-16,0 0 0 16,-8 2 0-16,-5 1 1 15,-4-4-1-15,-1 6 0 0,-6-5 0 16,-3 0 0-16,0 3-1 16,-4-4 0-16,3 2 0 15,-3-4-1-15,3 1-1 16,0 2 1-16,-4-5-1 0,6 2-1 15,-5 1 0-15,3-1 0 16,0 0 0-16,-1 1 0 16,1 0 1-16,-3 2 0 15,1-5 0-15,-1 7 1 0,3-2 1 16,-3 0 0-16,-3 4 0 16,1-1 0-16,-3 2 0 15,3-3 0-15,1 1-3 16,-1-1 1-16,0 3 0 15,0-2 0-15,2-1 0 16,-2 3 1-16,-1-2-1 0,1-1 1 16,2 3 2-16,1-5-1 15,-3 5-1-15,4-3-1 16,3-2 1-16,1 2 0 16,-1 1 0-16,0-1 0 15,5 3 1-15,0-2-1 0,8-1 1 16,-1 3 0-16,2 0 0 15,7 2 0-15,1-2 0 16,6 3-1-16,2-4 0 16,7 4-1-16,5-3 1 15,6 3-2-15,4-1 2 16,8 0-3-16,7-5-1 16,5 6 0-16,3-3 0 0,9 2 1 15,1-2-1-15,9 1 1 16,9-3 0-16,1 3 2 15,8-4 1-15,8 3 1 16,4-2 1-16,-2 4-1 16,7-5 1-16,3 3 0 15,5-6 0-15,2 4 1 16,5-2 0-16,40-6-1 0,-34 3 1 16,-3 1 0-16,7-4 0 15,-1 3-1-15,7-3 1 16,-1 0-1-16,5 0 0 15,-2-3 1-15,22 3 1 16,-25-13 0-16,0 4 1 16,25 9 1-16,-18-18 0 0,-4-2 1 15,22 20 1-15,-15-30-1 16,-9-26 3-16,13 17-2 16,2 1-1-16,-1-11 0 15,-1-4-1-15,-5-31 0 16,-7-50-1-16,4-2-2 0,8 0-5 15,2-8-10-15,6 7-66 16,3 22-3-16</inkml:trace>
  <inkml:trace contextRef="#ctx0" brushRef="#br0" timeOffset="3433.76">15369 14400 265 0,'0'0'5'0,"0"-13"4"0,-2 3 2 15,-3-3 3-15,0-1 3 16,0 3 0-16,-3-5 1 15,1 1 1-15,7 15-4 16,-12-7-3-16,1 9-3 16,1 18 0-16,-4 10-2 0,-1 14 0 15,0 18 0-15,-7 18 0 16,4 20 1-16,-8 10-2 16,10 13-1-16,-2 13-1 0,1 7 0 15,-1 8-2-15,4 1-1 16,-2-4 0-16,0-2-1 15,-2-1 1-15,-1-5-1 16,-2-5 0-16,-6-10-1 0,4-6 2 16,2-10 0-16,-2-11 0 15,5-6-1-15,1-16 0 16,4-5-4-16,1-17-4 16,8-12-3-16,-1-15-10 15,5-12-19-15,5-13-43 0,-5-14-1 16</inkml:trace>
  <inkml:trace contextRef="#ctx0" brushRef="#br0" timeOffset="5817.3">15123 14518 188 0,'0'0'5'0,"-7"-9"2"0,4-1 3 0,-1 0 5 16,-1-5 4-16,-4 0 2 15,5 0-1-15,-1 1 0 16,5-1-4-16,0 5-3 0,7 0-4 15,11 0-3-15,-1 2-3 16,15 3 0-16,6-2-2 16,14 2 2-16,10-2-1 15,8 0 2-15,14 1-3 0,8-1 3 16,10 0-3-16,9-1 1 16,9-2-1-16,4 3 0 15,11-1 0-15,8 4 0 0,2-4 0 16,2 4-1-16,9-4 0 15,3 3 1-15,9-3-1 16,9-2 0-16,0 3 1 16,-1 0-1-16,13-1 0 0,5 0 0 15,-4 1 1-15,2 2-1 16,0-2 0-16,-1-1 0 16,0 3 0-16,3-2 0 15,-14 2 0-15,3-2 2 16,1 0-1-16,-1-4 0 15,-6 4 0-15,-4-3 0 0,4 0 0 16,-6 0 0-16,3 0 0 16,0-1-1-16,1-6 0 15,-2 9 0-15,-3-5 0 0,3 1 0 16,-6-4 0-16,-8-1 0 16,0 5 0-16,-8-4 0 15,-1 4 0-15,-4 0 0 16,-7-1 0-16,1-1 1 0,-7 3-1 15,-1 3 1-15,3-3 0 16,-6 1 0-16,-8 0-1 16,-1 1 1-16,-7 1 0 15,0 0 0-15,-9 1 1 0,-4-1 1 16,-8 1 0-16,-5 2 1 16,-3 1 2-16,0-2 0 15,-7 2 0-15,-2 1 0 16,-3 0 0-16,-2 1 0 0,-3-1-1 15,-1 0-1-15,-3 3-1 16,-6 0 0-16,-2 0-2 16,-3 0 1-16,-7 0-2 15,-8 3 1-15,0 0-1 0,-7-3 1 16,-6 2-1-16,-4 1 0 16,-2 0 0-16,-6 0 1 15,-1-2-1-15,-11-1 0 16,14 6 1-16,-14-6-1 0,8 4 0 15,-8-4 1-15,0 0-1 16,0 0 0-16,7 10 0 16,-7-10 0-16,0 0 0 15,3 10 0-15,-3-10 1 0,2 15-1 16,1-5 0-16,-1 3 1 16,5 1 0-16,-4 5-1 15,2 2 0-15,3 1 1 0,-1 5 0 16,-2 5-1-16,2 3-1 15,-1 1 1-15,-1 0 0 16,-1 5 0-16,1 2-1 16,0 7 1-16,-3-1 0 15,1 1 1-15,-1 4 0 0,2 3 0 16,-4 1-1-16,2 1 1 16,-2 0-1-16,0 4 1 15,0-2-1-15,-6 3 0 16,4 0 0-16,-3 4-1 0,-3-1 1 15,-1-3 0-15,-4 5-1 16,1-1 1-16,-3-2 0 16,3 3 0-16,0 0 0 15,-4-1-1-15,2 1 0 0,1 0 1 16,3-1-1-16,1-2 0 16,-2 1 1-16,1-2 0 15,1 2-1-15,-2-3 1 16,-1-2 0-16,-1-3 0 15,-1 1 0-15,-1-4 0 0,0-2 0 16,0-1 0-16,0-6 0 16,3 3-2-16,-4-5 2 15,4-1 1-15,5-2-1 16,-3-5 1-16,0 3 0 0,3 0 0 16,1-6 1-16,1 4 1 15,3-4-1-15,-1-1 0 16,1-2 0-16,2-1 0 0,0-3-1 15,0 1 1-15,0-6 0 16,0 3 0-16,0-2 0 16,0-2-1-16,0 2 1 15,0-1 0-15,2 0 0 0,-2 1-1 16,0-7 1-16,3 2-1 16,-3 0 0-16,0-6 0 15,0-12-2-15,2 13 1 16,-2-13-1-16,0 12 1 15,0-12 0-15,0 0-1 16,0 9 1-16,0-9 1 0,0 0 0 16,-12 8 1-16,5-6-1 15,-4-2 0-15,-3 3 1 16,1-3-2-16,-6 0 0 16,-14 0 0-16,-29 0 0 0,22 0 0 15,-9 0 0-15,-59-3 0 16,-13 1 0-16,-13-1 0 15,-13-2 0-15,1 3 0 16,-3-3 0-16,-10 3 0 16,5-3 0-16,0-1 0 0,-6 2 0 15,-1-1 0-15,-8 2 0 16,0-4 0-16,-4 5 0 16,-7-3 0-16,1 2 0 15,-2-2 0-15,-5 2 0 16,-3-1 0-16,0-1 0 0,-10 2 0 15,5-2 0-15,-10 0 0 16,3 2 0-16,-3 1 0 16,4 0 0-16,-5-1 0 0,4 2 0 15,5 1 0-15,2 0 0 16,8 0 0-16,2 0 0 16,5 0 0-16,5 0 0 15,8 0 0-15,-4 0 0 0,6 4 0 16,6-2 0-16,-4 6 0 15,4-3 0-15,3 2 0 16,0-2 0-16,7 3 0 16,3-3 0-16,10 2 0 0,0 0 0 15,6-2 0-15,7 1 0 16,2 1 0-16,9-2 0 16,4 2 0-16,54-5 0 15,-3 2 0-15,1-3 0 16,-2 4 0-16,0-2 0 15,-5 0-2-15,4 1 1 0,-1-4-1 16,1 3 1-16,-1-1 1 16,5 1 0-16,-6-1 0 0,8-2 1 15,-1 0-1-15,4 3 0 16,-1-3 0-16,-19 0 2 16,-3 0 1-16,17-5-3 15,12 0 0-15,13-2 0 16,6 4 0-16,4-2 0 15,2 2 0-15,4 3 0 0,2 0 0 16,-5-1 0-16,6 1 0 16,-2-4 0-16,13 4 0 15,-14 0 0-15,14 0 0 16,-11-2 0-16,11 2 0 0,0 0 0 16,-9 0 0-16,9 0 0 15,0 0 0-15,0 0 0 16,0 0 0-16,-5-10 0 15,5 10 0-15,-5-12 0 0,5 12 0 16,-5-15 0-16,-1 5 0 16,2-5 0-16,1 0 0 15,-4-2 0-15,2-5 0 0,-4 2 0 16,-2-5 0-16,4 0 0 16,-9-2 0-16,4 2 0 15,-2-5 0-15,6 9-2 16,3-9-85-16,0-8-2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49:25.75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2824 9213 223 0,'0'0'5'0,"0"0"1"16,0 0 3-16,0 0 2 0,0 0 3 15,0 0 3-15,0 0 1 16,0 0 2-16,0 0-3 16,0 5-2-16,0-5-1 15,-7 14-2-15,1-1-3 16,-1 2-2-16,-3 0-3 0,-3 4-1 16,3 4-1-16,-4-2-1 15,-4 7-1-15,0-1 1 16,2 6-1-16,-5-2 1 0,0 2-1 15,-7 3 0-15,3-2 1 16,0 0-1-16,0-2 0 16,0 3 0-16,-5-3 1 0,9 0-1 15,0 0 0-15,-1 1 0 16,3-1 0-16,1-3-1 16,1 2 1-16,1-5 0 15,4 2 0-15,-3-1-1 16,3-4 1-16,2 1 0 15,-1-2 0-15,2 1-1 0,2 1 1 16,-6-2-1-16,3 1 0 16,1 2 1-16,-2-5-1 15,1 4 1-15,-2-4-1 0,-1 3 0 16,-1-3 1-16,1-2 0 16,6 1-1-16,-3-5 1 15,-1 1 0-15,4-3-1 16,2 4 2-16,-2-4 0 0,-1 2 0 15,3-3 0-15,-2 3 0 16,2-1 0-16,-2-1-1 16,-4 0 1-16,7 4-1 15,-4-7 0-15,1 4-1 0,0-6 1 16,1 3 0-16,6-10 0 16,-9 15 0-16,9-15 0 15,-5 13 0-15,5-13 0 0,-9 10 0 16,9-10 0-16,-4 12 0 15,4-12 0-15,0 0-1 16,-10 10 1-16,10-10 0 16,0 0 0-16,-5 9 0 15,5-9 0-15,0 0 0 0,0 0 0 16,-5 10 0-16,5-10 0 16,0 0-1-16,0 0-4 15,0 0-6-15,0 0-12 16,0 0-22-16,0 0-30 0,0 0-4 15</inkml:trace>
  <inkml:trace contextRef="#ctx0" brushRef="#br0" timeOffset="607.4">2038 10300 356 0,'0'0'6'15,"0"0"2"-15,0 0 2 16,0 0 3-16,0 0-1 0,0 0 0 15,0 0 1-15,-5 7 0 16,5-7-5-16,-2 18-3 16,0-3 0-16,-6 2-3 15,4 5 1-15,-7 0-1 16,6 1-1-16,-4 2 1 0,1 2-1 16,-5-4 0-16,4 2 0 15,-2-3-1-15,4-3 0 16,-3 1 0-16,1-2 0 15,0-2 0-15,2-3 0 0,0-1 0 16,2-2 0-16,5-10 0 16,-8 10 0-16,8-10 0 15,0 0 1-15,0 0 0 0,0 0 0 16,0 0 1-16,11-7 0 16,-2-1 0-16,1-2 1 15,5 0 0-15,2-4-1 16,1-4 0-16,2 1 0 0,5-1 0 15,-1 2 0-15,1-6-1 16,0 1 0-16,-2 6 1 16,-1-2-1-16,-5 2 0 15,1 3-1-15,-6 0-2 16,-2 6-4-16,-10 6-11 0,15-17-43 16,-15 17-25-16,0 0-3 15</inkml:trace>
  <inkml:trace contextRef="#ctx0" brushRef="#br0" timeOffset="2000.86">2841 9235 177 0,'0'0'5'0,"0"0"5"0,0 0 3 16,0 0 5-16,0 0 3 15,2-7 3-15,-2 7 1 16,0 0 1-16,0 0-2 0,0 0-5 16,0 0-2-16,-7-3-2 15,7 3-5-15,-7 7-3 16,0 4-1-16,-2 1-1 15,0 2-1-15,-1 4-1 0,-5 4 0 16,3 1-1-16,-4 1 0 16,2 3 0-16,-4 1 0 15,1 1-1-15,2 1 0 0,0 0 0 16,-5 0 0-16,1-3 0 16,1 0-1-16,-2 2 0 15,1-4 1-15,-2 3-1 16,1-4 0-16,3 4 1 15,-1-6-1-15,4 0 0 16,-4 3 0-16,1-2 0 0,0-1 0 16,0 0 0-16,-1-2 0 15,3 2-1-15,-5-2 1 16,5 0 0-16,0 2 0 0,-2-5 0 16,2 4-1-16,2-5 1 15,1 2 0-15,0-1 0 16,-1 1 0-16,3-4-1 0,-2 4 1 15,2-6 0-15,-2 5 0 16,-1 1 0-16,1 0 0 16,2-1-1-16,-3 0 1 15,3 0 0-15,-2 1-1 0,2-3 1 16,-2 2 0-16,1 1 0 16,4-6 0-16,-3 5-1 15,1-2 1-15,-2-3 0 16,2 1 0-16,-1 1 1 15,-1 1 0-15,-1 0 0 0,0 0 0 16,-1 0 0-16,1-1-1 16,-1-1 1-16,4 2 0 15,-3-3-2-15,3-2 1 16,2 1-1-16,0-2 1 0,0 1 0 16,-2-3-1-16,9-7 1 15,-7 18 0-15,7-18 0 16,-9 10-1-16,9-10 1 15,-5 9 0-15,5-9-1 0,0 0 1 16,0 0 0-16,-6 10-1 16,6-10 1-16,0 0-1 15,0 0 1-15,0 0 0 16,6-10-1-16,-6 10 1 0,12-16 0 16,-5 2 0-16,1 3 1 15,4-4-1-15,0 0 0 16,4-5 0-16,-2 0 0 0,2 1-1 15,3-4 0-15,1 1 0 16,0-3 1-16,0-3 0 16,2 1 0-16,1-5 0 15,2-5 1-15,5 3 0 16,-4-7 0-16,10 0 0 0,-2-2 0 16,4-1 0-16,1-1 0 15,-2 4 0-15,1-2-1 16,-3 4 1-16,-3-2 0 15,0 5-1-15,-4 1 1 0,-1 1-1 16,1-1 0-16,-4 3 0 16,-2 2 0-16,1 0 1 15,-4 5-1-15,-1 0 0 0,-4 6 0 16,-1 1 1-16,-3 6-1 16,-5 2-1-16,-5 10-3 15,8-11-4-15,-8 11-10 16,0 0-36-16,0 8-23 0,-2 3-5 15</inkml:trace>
  <inkml:trace contextRef="#ctx0" brushRef="#br0" timeOffset="2966.79">1946 10104 330 0,'0'0'8'0,"0"0"3"0,0 0 2 15,5-10 3-15,-5 10 0 16,0 0-1-16,8 6 1 0,-8 6-1 15,0 8-7-15,-2 7-3 16,-4 2-3-16,1 7-1 16,-2 1-1-16,2-1 1 15,1 4 0-15,-4-5 0 16,2 0-1-16,2-5 1 0,1-4 0 16,-2-3 0-16,1-6 0 15,1-2-1-15,3-5 1 16,0-10-1-16,-5 12 1 15,5-12 0-15,0 0-1 0,-3-8 1 16,3 0 0-16,0-10 0 16,6-5-2-16,-4-6 1 15,5-4-1-15,1-4 1 16,2 0 0-16,-2 0-1 0,1 1 1 16,-2 2 0-16,-2 10 1 15,-1 4 0-15,0 3 0 16,-4 7 1-16,0 10-1 15,0 0-1-15,0 14 1 0,-4 7-1 16,0 6 0-16,-1 10 1 16,-2 2 0-16,2 4-1 15,-4 1 1-15,0-1-1 0,2-2 1 16,0-4-1-16,0-2 0 16,1-7 0-16,-1-9-1 15,2 2 0-15,3-10 1 16,-1-1-1-16,3-10 1 15,0 0 0-15,0 0-1 16,0 0 1-16,0-13 0 0,0 2 0 16,5-1 1-16,0-1-1 15,-3 3 0-15,1 0 0 16,-3 10 0-16,8-10 0 0,-8 10 0 16,0 0-1-16,0 0 1 15,0 8 0-15,0-8 0 16,0 12-1-16,0-12 1 0,0 13 0 15,0-13 0-15,0 0 0 16,0 0 0-16,7 2 0 16,0-2 0-16,6-10 1 15,2-3-2-15,5-2-1 0,2-4-9 16,3-1-29-16,4-2-40 16,1-3-3-16</inkml:trace>
  <inkml:trace contextRef="#ctx0" brushRef="#br0" timeOffset="4750.63">5614 6765 115 0,'0'0'3'16,"0"0"3"-16,0 0 3 15,0 0 1-15,5 0 4 16,-5 0 0-16,0 0 1 15,0 0 0-15,0 0-3 0,0 0-2 16,0 0-2-16,0 0 0 16,0 5-3-16,0-5 0 15,0 0 0-15,-5 12 0 16,5-12 1-16,-8 10-1 0,8-10-1 16,-4 11 1-16,4-11-2 15,-8 11 1-15,8-11 0 16,-10 14 1-16,3-6-1 15,2 3 1-15,-2-1-1 0,2 2 0 16,-3-2-1-16,0 3-1 16,-1-1 0-16,2 0 0 15,-6 3-1-15,3 0 0 0,-3 2 0 16,1 4-1-16,0-2 0 16,1 0 0-16,-3 1 1 15,1 3-1-15,1-2 0 16,-3 3 0-16,0-2 0 15,-2 0 0-15,2 1 0 16,-3 1 1-16,1-1-1 0,-1 6 1 16,1-7 0-16,0 8 0 15,0-7 1-15,-1 3 0 16,3-1 1-16,-2 3-1 0,2-6 0 16,0 1 1-16,0-3-1 15,-5 4 1-15,5-4-2 16,0-1 1-16,0 3-2 0,-2 1 1 15,2 0-1-15,0-1 1 16,3-3-1-16,-1 4 0 16,-1-1 0-16,3 0 0 15,-1 0 0-15,-2-2 0 0,3 3 0 16,-1-3 0-16,-3 2 1 16,5 5 0-16,-2-4-1 15,-1 2 1-15,-1-4-1 16,0 4 1-16,2-5-1 15,-1 5 1-15,1-5 0 0,3-2-1 16,-4-2 0-16,3 2 1 16,1-3 0-16,-4 5 0 15,3-6-1-15,0 3 1 0,-5 1 1 16,2-1-2-16,1 1 0 16,0 0 1-16,-1-2 1 15,1 4-1-15,0-2 1 16,1-3 0-16,-1 4 0 15,3-7 0-15,-2 3 0 0,4-5 0 16,-1 3 1-16,1-6-2 16,7-7 0-16,-8 12 0 15,8-12-2-15,0 0 0 0,0 0-5 16,0 0 0-16,-2 10-4 16,2-10-2-16,0 0-9 15,2-10-20-15,0-2-29 16,7 0-5-16</inkml:trace>
  <inkml:trace contextRef="#ctx0" brushRef="#br0" timeOffset="5450.5">5590 6817 193 0,'0'0'8'0,"0"0"3"0,0 0 5 16,0 0 2-16,9-6 5 15,-9 6 1-15,0 0 0 16,0 0 1-16,0 0-8 15,0 6-2-15,-5 5-4 0,-2 0-3 16,-8 9-4-16,3 5-1 16,-8 4-1-16,-3 4-1 15,4 5 1-15,-4 3-1 16,-2 1 0-16,-2 2 1 0,2 6 1 16,-8 2 1-16,3 1 0 15,1 1 1-15,-8 0-1 16,-3 6 1-16,1-3 0 15,-2-3 0-15,2 4-2 16,-1-7 0-16,6-1-1 0,-5-3 1 16,10-2-1-16,2-3 0 15,5-5 0-15,-1-5 0 16,6-3-1-16,2-4 0 0,3 0 0 16,-1-7 0-16,8 0-1 15,-2-4-1-15,2-4-1 16,5-10 0-16,-8 15-2 0,8-15-1 15,0 0-1-15,0 0-2 16,0 0-1-16,0 0-2 16,0-5-4-16,0-8-6 15,8-4-11-15,4-1-30 0,0-11-16 16</inkml:trace>
  <inkml:trace contextRef="#ctx0" brushRef="#br0" timeOffset="5850.8">5632 6923 296 0,'0'0'5'0,"0"0"3"0,0 0 1 0,0 0 0 16,-8 3 1-16,0 7 0 15,-2 10 1-15,-6 8 1 0,-7 8-5 16,-4 11-1-16,-3 13 0 16,-10 10 2-16,-5 4 0 15,-6 5 1-15,0 2-1 16,-3-1 0-16,-1-1 0 16,1-8-1-16,1-1 0 0,3-5-3 15,6-6-2-15,0-4 1 16,8-6-1-16,4-4 0 15,2-6 0-15,2-1-1 0,7-9 0 16,1-1 0-16,-1-6-1 16,9-6-1-16,3 1 0 15,-2-6-3-15,11-11-3 0,-10 10-4 16,10-10-6-16,0 0-10 16,0 0-46-16,0 0-7 15</inkml:trace>
  <inkml:trace contextRef="#ctx0" brushRef="#br0" timeOffset="6566.6">4670 7922 358 0,'0'0'7'0,"0"0"3"0,0 0 2 0,0 0 0 0,0 0 1 16,0 0 0-16,7 7 0 16,-7 6 1-16,0 4-5 15,0 8-4-15,-4 2-1 16,-4 8-1-16,-2 1 0 0,0 7-1 16,-2 0 1-16,-3-7-1 15,3 2 0-15,-1-1-1 16,1-8 1-16,-1-1-1 15,3-4 0-15,3-6 0 16,0-1 0-16,1-2-1 0,1-5 0 16,5-10 1-16,-5 12-1 15,5-12 0-15,0 0 0 16,0 0 1-16,0 0-1 16,5-2 1-16,-5 2 0 0,15-15 0 15,-3 5 0-15,4-5 0 16,3 0 0-16,4 0 0 15,2-4 0-15,5-4 1 16,-1 4 0-16,6-4 1 0,2-2-1 16,-1 3-2-16,0-3 0 15,0 6 0-15,-4 2 0 16,-8 0 0-16,-2 6 0 16,-1 3 0-16,-12 1 0 0,-9 7 0 15,10-5 0-15,-10 5 0 16,0 0 0-16,0 0 0 15,0 0 0-15,0 5 0 16,0-5 0-16,-3 10 0 0,3-10 0 16,-12 15-9-16,3-5-41 15,9-10-37-15,-18 15-1 16</inkml:trace>
  <inkml:trace contextRef="#ctx0" brushRef="#br0" timeOffset="8033.46">1132 10870 384 0,'0'0'5'0,"0"0"3"16,-10 0 2-16,10 0 1 16,-10 0 1-16,10 0 1 15,-12 2 0-15,12-2 0 16,0 0-4-16,-3 10-3 16,3-10-1-16,12 0-1 0,6 0-1 15,4-6-1-15,3 0 1 16,5-4-1-16,-1-3 1 15,6 1-2-15,-8 1 1 0,1 1 0 16,-3 2-2-16,-5 1 0 16,-6 4 0-16,-4 3 0 15,-10 0 0-15,8 11 0 16,-8 6 0-16,-8-1 0 0,-4 6 0 16,-6 3 0-16,-3 7 0 15,-2 0 0-15,-4 4 0 16,-3-5 0-16,0 4 0 15,3-3 0-15,-1 3 0 16,4-10 0-16,4-1 0 0,2-4 0 16,8-5 0-16,6-5 0 15,4-10 0-15,9 3 0 16,9-6 0-16,4-7 0 16,5-5 0-16,5 1 0 0,4-6 0 15,6 2 0-15,-3 1 0 16,1 3 0-16,0-3 0 15,-11 6 0-15,7 1 0 16,-9 3 0-16,-5 2 0 0,-7 2 0 16,0 3 0-16,-5 0 0 15,-10 0 0-15,10 3 0 16,-10-3 0-16,0 0 0 16,0 12 0-16,0-12 0 0,-2 10 0 15,2-10 0-15,-8 7 0 16,8-7 0-16,0 0 0 15,-13 13 0-15,13-13 0 16,-9 2 0-16,-6-2-82 0,15 0-11 16</inkml:trace>
  <inkml:trace contextRef="#ctx0" brushRef="#br0" timeOffset="9917.12">4443 8668 245 0,'0'0'9'0,"0"0"6"15,0 0 4-15,9 0 4 0,-9 0 2 16,0 0 0-16,7 0 4 15,-7 0-2-15,0 0-6 16,17-11-5-16,-4 7-5 16,3-4-1-16,5-5-2 0,4 2-1 15,7-3 0-15,3 0-1 16,-1-1-2-16,-1 3 0 16,-4 2-4-16,1 3 0 15,-7 2 0-15,-3-1 0 0,-8 6 0 16,-5 0 0-16,-7 0 0 15,13 6 0-15,-13-6 0 16,0 14 0-16,0 2 0 16,-13-2 0-16,4 5 0 15,-7 5 0-15,-5 0 0 0,-7 3 0 16,1 1 0-16,-5-1 0 16,2 0 0-16,-5 1 0 15,5-4 0-15,3 1 0 0,4-8 0 16,4 3 0-16,3-10 0 15,12 1 0-15,4-11 0 16,0 8 0-16,0-8 0 16,12 0 0-16,5-1 0 0,3-6 0 15,5-1 0-15,5-2 0 16,-2-3 0-16,8-2 0 16,-4 3 0-16,4 0 0 15,-6 2 0-15,-4 0 0 0,-1 0 0 16,0 3 0-16,-13 2 0 15,1 2 0-15,-13 3 0 16,15-2 0-16,-15 2 0 16,0 0 0-16,0 0 0 15,0 0 0-15,0 0 0 0,0 0 0 16,0 0 0-16,0 0 0 16,0 0 0-16,0 0 0 15,-3 5 0-15,3-5 0 0,0 0 0 16,-12 12 0-16,12-12 0 15,-7 10 0-15,7 0 0 16,-6 0-34-16,6-10-54 16,3 12-3-16</inkml:trace>
  <inkml:trace contextRef="#ctx0" brushRef="#br0" timeOffset="11317.1">2817 10600 126 0,'0'0'8'0,"0"0"5"0,0 0 3 0,0 0 7 16,0-13 3-16,0 13 4 15,0 0 2-15,0-9 2 16,0 9-6-16,0 0-5 16,0 0-3-16,0 0-5 0,0 0-4 15,-4 7-3-15,4 13-2 16,0 4-2-16,-2 11-1 15,2 10 0-15,0 7 1 0,0 11 1 16,0 3-2-16,0 8 1 16,0 1 0-16,0 1 0 15,0 3-1-15,0-2 1 16,0-2 0-16,-5-1 0 0,3-5-2 16,-3-2 0-16,0-5 1 15,3-8-1-15,-1-1-1 16,-2-9 0-16,5-7-1 15,-3-6-1-15,3-12-2 16,0-3-2-16,0-5-2 0,0-11-5 16,0 0-8-16,0-5-15 15,0-9-46-15,0-9-1 16</inkml:trace>
  <inkml:trace contextRef="#ctx0" brushRef="#br0" timeOffset="11899.71">2801 10875 297 0,'0'0'9'0,"0"0"3"15,0 0 4-15,0 0-2 0,0 0 3 16,0 9 1-16,0 8 1 15,0 11 1-15,0 12-7 16,0 7-4-16,5 12 0 16,-5 13 0-16,5 5 0 0,-5 5-1 15,0 5-1-15,2-4-1 16,-2 3-1-16,0-5 0 16,0-5-1-16,-2 1 1 0,0-5-5 15,-1-5 0-15,1-8 0 16,-1-4 0-16,1-13 0 15,0-5 0-15,-1-7 0 16,3-10 0-16,0-8 0 0,0-12 0 16,0 0 0-16,0 0 0 15,5-18 0-15,-3 2 0 16,-2-7 0-16,0-4 0 16,3 2 0-16,-1-4-5 15,-2-4-4-15,0 5-1 0,0-3-1 16,0 4 0-16,0 0 2 15,0 4 0-15,0 4 3 16,0 3 1-16,0 7 3 0,0 9 2 16,0 0 4-16,0 0-1 15,0 14 2-15,0 4 0 16,0 4 0-16,0 3-1 16,0 2 0-16,0 0-1 0,0 2-2 15,0-6-1-15,0 2-3 16,0-8-5-16,0-2-7 15,0-7-7-15,0-8-15 16,5 12-41-16,-5-12-5 0</inkml:trace>
  <inkml:trace contextRef="#ctx0" brushRef="#br0" timeOffset="12218.65">2781 11387 283 0,'0'0'7'0,"0"-9"5"16,0 9 3-16,3-14 3 16,-3 14 0-16,3-17 3 0,-3 17 2 15,0 0-1-15,7 18-5 16,0 10-3-16,-4 12-4 16,2 11-1-16,-3 11-1 15,4 7-2-15,-4 9-1 0,1-2-1 16,-3 1 1-16,2-5-2 15,-2-3 0-15,0-9-1 16,0-6 0-16,0-9 0 16,0-6 0-16,0-9-2 0,0-8 0 15,0-7 0-15,0-15-2 16,0 0-4-16,0 0-6 16,0-17-19-16,5-10-52 0,-5-9-2 15</inkml:trace>
  <inkml:trace contextRef="#ctx0" brushRef="#br0" timeOffset="13282.91">2797 10743 328 0,'0'0'8'0,"0"0"3"0,0-6 3 0,0 6 3 16,0 0 2-16,-3-13 0 16,3 13 1-16,0 0 0 15,0 0-7-15,0 0-3 0,0 0-4 16,-10 9-2-16,2 7-1 15,3 3-1-15,-7 6 0 16,2 6-1-16,-5 0 1 0,0 1-1 16,1 3 0-16,-2-3 2 15,2-2-1-15,-2-6 0 16,4-1 1-16,0-6-3 16,4-4 0-16,8-13 0 15,-12 12 0-15,12-12 0 16,0 0 0-16,0 0 0 0,2-8 0 15,6-4 0-15,2-5 0 16,2-5 0-16,6-5 0 16,-1-6 0-16,3 1 0 15,-8-3 0-15,6 1 0 0,-4-4 0 16,-3 6 0-16,-1 0 0 16,-1 5 0-16,-4-1 0 15,1 6 0-15,-4 5 0 0,-2 3 0 16,3 3 0-16,-3 11 0 15,0-13 0-15,0 13 0 16,0 0 0-16,0 0 0 16,0 0 0-16,0 0 0 0,0 0 0 15,0 0 0-15,2 6 0 16,-2-6 0-16,0 0 0 16,5 9 0-16,-5-9 0 15,0 0 0-15,0 0 0 0,0 0 0 16,0 0 0-16,0 0 0 15,0 0 0-15,0 0 0 16,0 0 0-16,0 0 0 16,0 0 0-16,5-5 0 0,-5 5 0 15,0 0 0-15,0 0 0 16,13 10 0-16,-4 2 0 16,1 6 0-16,5 5 0 15,2 4 0-15,1 3 0 0,-1 2 0 16,2 2 0-16,0-4 0 15,-2 0 0-15,-2-4 0 16,-3-1 0-16,-2-7 0 16,-1-3 0-16,-3-3 0 0,-1-5 0 15,-5-7 0-15,7 11 0 16,-7-11 0-16,0 0 0 16,0 0 0-16,0 0 0 15,0 0 0-15,0-11 0 0,0 11 0 16,-7-14 0-16,7 14 0 15,-7-17 0-15,7 17-11 16,0 0-77-16,0-10-5 16</inkml:trace>
  <inkml:trace contextRef="#ctx0" brushRef="#br0" timeOffset="15300.72">2806 12175 204 0,'0'0'7'0,"0"0"4"16,0 0 6-16,-7-7 1 0,7 7 3 15,-10-4 2-15,10 4 1 16,-13-3 0-16,13 3-4 16,-13 0-3-16,13 0-6 15,0 0-1-15,-6 0-2 0,6 0 0 16,0 0-2-16,2 4-1 15,8-4 0-15,2 3-1 16,4-3 1-16,6 3-2 16,-3-3 0-16,11 0 0 0,0 1 0 15,5 2-1-15,3-3 0 16,1 3 0-16,-2-3 0 16,9 0 0-16,0 0-1 0,2 0 0 15,-1 0 0-15,3 0-1 16,-4 0 1-16,2 0-1 15,5 0 1-15,-9 0-1 16,6 3 0-16,-3-1 1 0,0 0-1 16,0-2 0-16,3 0-1 15,1 0 0-15,2 0 0 16,-3 0 0-16,5 0-1 16,-4-2 0-16,0 0 0 15,-2 2 0-15,-2-3 1 0,-2 3 0 16,-3 0 0-16,-1 0 1 15,1 0 0-15,-3-3 0 16,3 3 0-16,-2-3 0 0,2 2 0 16,-2-2 0-16,-1 0 0 15,4 2 0-15,-8-2 0 16,2 3 0-16,-5-3 0 16,-4 3 0-16,-3 0 0 0,-3 0 0 15,-5 0 0-15,-1 0 0 16,-2 0-1-16,-1 0 1 15,-3 0 0-15,-3 0 0 0,0 0 0 16,-7 0 0-16,18 0 0 16,-18 0 0-16,9 0 0 15,-9 0 0-15,0 0 1 16,0 0-1-16,0 0 1 0,0 0 0 16,0 0 0-16,0 0 0 15,0 0 0-15,0 0 0 16,0 0-1-16,0 0-2 15,0 0-2-15,0 0-8 16,0 0-12-16,0 0-36 0,0 0-18 16,0-7-6-16</inkml:trace>
  <inkml:trace contextRef="#ctx0" brushRef="#br0" timeOffset="15766.59">4802 11984 368 0,'0'0'6'0,"0"0"4"0,0 0 1 15,0 0 1-15,0 0 1 0,0 0 0 16,0 0-1-16,0 0 1 15,0 0-5-15,0 0-3 16,0 0-2-16,0 10-1 0,0-10 0 16,4 15 1-16,9-5-1 15,-1 0 1-15,0 0 0 16,9-2-1-16,1-2 1 16,-2 0-2-16,0-1 1 0,0 0-1 15,-3 0-1-15,1 2 1 16,-6-1-1-16,-2 1 0 15,-2 2 1-15,-6 4 0 16,-2 2 0-16,0 1 0 16,-7 2 1-16,-6 0 0 0,1 4 0 15,-9-2 0-15,-1 2-2 16,3 0 0-16,-6-4 0 16,4 2 0-16,0-5 0 15,5 0 0-15,4-6 0 0,5-2-2 16,7-7-8-16,-8 16-17 15,8-16-56-15,8 2-3 16</inkml:trace>
  <inkml:trace contextRef="#ctx0" brushRef="#br0" timeOffset="17316.66">2826 12147 220 0,'0'0'7'0,"0"0"4"16,0 0 2-16,0 0 4 15,0 0 3-15,0 0 2 16,0 0 1-16,0 0 1 0,12 4-4 16,1-4-3-16,-3-4-4 15,4-2-2-15,4-7-3 16,7 1-2-16,3-8 0 16,6-2-3-16,3-5 0 0,11-8 0 15,1-1 0-15,11-3 0 16,2-2 0-16,5-7-1 15,3-1 2-15,4-1-2 0,6-4 2 16,2 2-1-16,-2 0 1 16,2 5-1-16,-8 2 0 15,-2 0-1-15,-10 13 0 16,-10 3 1-16,-10 8 0 16,-12 5-1-16,-10 6 0 0,-8 3 1 15,-12 7-2-15,11-6 1 16,-11 6 0-16,0 0-1 15,-2 6-2-15,2-6-1 16,-9 8-1-16,9-8-4 0,-7 13-4 16,7-13-8-16,-7 12-17 15,-3-12-46-15,10 0-2 16</inkml:trace>
  <inkml:trace contextRef="#ctx0" brushRef="#br0" timeOffset="17676.57">3932 11276 339 0,'0'0'7'0,"0"0"2"0,0 0 4 16,0 0 2-16,0 0 1 15,7-3 2-15,3 1 1 0,5-3 1 16,2 1-6-16,8-2-4 15,5-1 0-15,2 0-3 16,1-1-3-16,1 3-1 0,-4 2-1 16,0 1-1-16,-7 2-1 15,-3 5 1-15,-7 3 0 16,1 4 1-16,-9 5-2 16,-5 6 0-16,0-1 0 0,-11 7 0 15,-3 3 0-15,-6 4 0 16,1-1 0-16,-4-6 0 15,0 3 0-15,7-5 0 0,0-2-6 16,6 0-15-16,3-3-34 16,7-7-30-16,0 0-2 15</inkml:trace>
  <inkml:trace contextRef="#ctx0" brushRef="#br0" timeOffset="20682.96">3080 10468 296 0,'0'0'8'0,"0"0"5"0,0 0 5 0,-12 0 1 16,12 0 4-16,-9-2 2 15,9 2 1-15,-9-3 0 16,9 3-7-16,0 0-5 0,0 0-2 15,0-9-3-15,5 1-6 16,10-1-3-16,4 1 0 16,6-2 0-16,5-2 0 15,2 2 0-15,1 0 0 0,1-1 0 16,-6 7 0-16,-1 1 0 16,-7 3 0-16,-3 0 0 15,-6 7 0-15,-6 4 0 16,-5 1 0-16,-3 6 0 15,-4 2 0-15,-12 1 0 0,2 4 0 16,-4-2 0-16,-7 2 0 16,3 1 0-16,-5-1 0 15,5-2 0-15,0-3 0 0,4-2 0 16,5-4 0-16,4-2 0 16,3-5 0-16,9-7 0 15,0 0 0-15,9 8 0 16,8-8 0-16,3-5 0 0,8 0 0 15,-1-5 0-15,8 3 0 16,-3-6 0-16,3 3 0 16,-1 2 0-16,-4 1 0 15,0 0 0-15,-10 4 0 0,-3 1 0 16,-4 2 0-16,-3 0 0 16,-10 0 0-16,0 0 0 15,2 8 0-15,-2-8 0 16,-5 10 0-16,5-10 0 0,-7 9 0 15,7-9 0-15,-13 10 0 16,13-10 0-16,-14 5 0 16,14-5-7-16,0 10-83 15,0-10-1-15</inkml:trace>
  <inkml:trace contextRef="#ctx0" brushRef="#br0" timeOffset="21067.3">3579 10508 443 0,'0'0'4'0,"0"0"1"16,-3-7 2-16,3 7 1 0,-14-5 0 16,3 5 0-16,-1 3 1 15,3 1 0-15,-2 11-4 16,1 2-2-16,6 4-1 0,1 1-2 15,3-3 0-15,0 2 0 16,7-2 0-16,5-7 0 16,6-4 0-16,2-6 0 15,2-2 0-15,6-2 0 0,-3-11 0 16,0-2 0-16,0-5 0 16,-6-2 0-16,-6 0 0 15,-6-5 0-15,-7 2 0 16,0 0 0-16,-12 0 0 0,-8 11 0 15,-3 3 0-15,-5 5 0 16,1 6 0-16,-1 10 0 16,2 6 0-16,2 7-25 15,3-1-62-15,12 0-2 16</inkml:trace>
  <inkml:trace contextRef="#ctx0" brushRef="#br0" timeOffset="21599.6">5452 11955 453 0,'0'0'3'0,"0"0"2"0,0 0 1 15,0 0 1-15,0 5 0 16,0 7 0-16,-2 3 1 15,-3 7 0-15,-2 1-4 16,-4 9-1-16,2 2-3 0,-6 4 0 16,-5-3 0-16,2-1 0 15,1-4 0-15,0-3-3 16,0-2-8-16,1-8-6 0,6-2-23 16,10-15-45-16,-9 13 0 15</inkml:trace>
  <inkml:trace contextRef="#ctx0" brushRef="#br0" timeOffset="21800.56">5243 12053 395 0,'0'0'6'16,"0"0"2"-16,0 0 2 15,0 0 1-15,0 0 2 16,0 0 0-16,11 0 1 16,-1 4 0-16,2 3-5 0,6 3-3 15,-1 3-2-15,3 1 0 16,5 6-2-16,-3 0 0 15,3 0-2-15,-3-3-5 16,-2-2-5-16,5 2-21 0,0-2-50 16,-5-5-5-16</inkml:trace>
  <inkml:trace contextRef="#ctx0" brushRef="#br0" timeOffset="22133.04">5770 12195 468 0,'0'0'3'0,"0"0"1"16,0 0 1-16,-9 2 0 16,9-2 0-16,-15 18 1 15,4-3 0-15,2 0 0 0,2 2-3 16,-1 3-3-16,3 0 0 15,5-3 0-15,0 1 0 16,5-6 0-16,5-8 0 16,0 2 0-16,5-6 0 0,0 0 0 15,0-6 0-15,-5-3 0 16,2-8 0-16,-10 2 0 16,-2 0 0-16,0 0 0 15,-12-2 0-15,-2 7 0 0,-7 2 0 16,-4-2 0-16,0-2-67 15,1 12-22-15</inkml:trace>
  <inkml:trace contextRef="#ctx0" brushRef="#br0" timeOffset="22600.84">4364 11226 428 0,'0'0'5'15,"0"0"4"-15,0 0 1 0,10-4 1 16,-10 4 0-16,7-3 1 15,-7 3 0-15,18 5 1 16,-11 3-13-16,6 4 0 16,-1 6 0-16,6 3 0 15,-3-1 0-15,2 3 0 0,3-3 0 16,-3 2 0-16,0-10-18 16,1-2-66-16,-2 0-3 15</inkml:trace>
  <inkml:trace contextRef="#ctx0" brushRef="#br0" timeOffset="22800.67">4630 11187 416 0,'0'0'7'0,"0"0"2"15,0 0 3-15,0 0-1 0,0 0 2 16,0 0 1-16,-3 12 0 16,1 8 1-16,-3 3-15 15,3 13 0-15,-6 2 0 0,1 3 0 16,1 5 0-16,-1 1 0 15,0-5 0-15,0 0 0 16,0-8 0-16,6 1-18 16,-2-7-67-16,3-6-4 15</inkml:trace>
  <inkml:trace contextRef="#ctx0" brushRef="#br0" timeOffset="23100.61">4769 11450 443 0,'0'0'4'0,"0"0"1"16,0 0 1-16,0 9 0 15,-4 0 0-15,4-1 1 0,-5 8 0 16,5 1 0-16,-3-2-3 16,3 0-2-16,0 2 0 15,8-5 0-15,-4-2 0 16,8-2 0-16,-1-5 0 15,3-3 0-15,2-3 0 16,-4-5-2-16,0-2 0 0,-4-5 0 16,-1 1 0-16,-7-4 0 15,-2 4 0-15,-11 1 0 16,-2 3 0-16,-7 10 0 0,-6-5-29 16,4 13-54-16,-4 4-4 15</inkml:trace>
  <inkml:trace contextRef="#ctx0" brushRef="#br0" timeOffset="24799.79">1755 10969 384 0,'0'0'7'0,"0"0"3"16,0 0 3-16,0 0 1 16,0 0 1-16,0 0 1 0,0 0 0 15,0 0 0-15,0 0-6 16,0 0-4-16,0 9-2 15,0 2-4-15,0-1 0 16,5 5 0-16,3-1 0 0,-3 4 0 16,0 0 0-16,2-4 0 15,0 1 0-15,-2-2 0 16,1-4 0-16,-6-9 0 0,5 13 0 16,-5-13 0-16,0 0 0 15,0 0 0-15,0 0 0 16,0-10 0-16,0-2 0 15,-5-9 0-15,-3 4 0 0,0-5 0 16,1 2 0-16,-2 0 0 16,0 3 0-16,2 2 0 15,2 5 0-15,5 10 0 16,-9-10 0-16,9 10 0 0,-3 10 0 16,3 4 0-16,3 2 0 15,-1 4 0-15,3-1 0 16,2 4 0-16,0-6 0 15,2 5 0-15,-2-7 0 16,-3-3 0-16,-1 1 0 0,4-1 0 16,-7-12-26-16,0 8-62 15,0-8-4-15</inkml:trace>
  <inkml:trace contextRef="#ctx0" brushRef="#br0" timeOffset="26250.92">5020 8772 404 0,'0'0'7'0,"0"0"3"15,0 0 2-15,0-8 2 0,0 8 1 16,-2-13 2-16,2 5-1 16,0-6 0-16,7 3-16 15,1-2 0-15,2 3 0 16,2 0 0-16,6 0 0 15,-2 5 0-15,-3 3 0 16,4 2 0-16,-7 2 0 0,1 8 0 16,-4 3 0-16,-5 4 0 15,-2 2 0-15,-7 3 0 0,-3 1 0 16,-3 4 0-16,-1-4 0 16,-4 2 0-16,4-3 0 15,-2-5 0-15,6-2 0 16,3 0 0-16,5-5 0 15,2-10 0-15,9 7 0 0,7-7 0 16,3-3 0-16,4-1 0 16,1-6 0-16,7 2 0 15,-7-2 0-15,1 3 0 0,-3 0 0 16,-7 3 0-16,0 0 0 16,-7 4 0-16,-8 0 0 15,0 0 0-15,4 4 0 16,-4 7-9-16,0-11-78 15,3 10-2-15</inkml:trace>
  <inkml:trace contextRef="#ctx0" brushRef="#br0" timeOffset="27833.89">9048 7890 200 0,'0'0'5'0,"0"0"6"0,0-10 3 16,0 10 2-16,0 0 3 15,0 0 2-15,-5-10 2 16,5 10 1-16,0 0-5 15,0 0-2-15,0 0-2 0,0 0-4 16,0 0-2-16,0 0-2 16,0 0-1-16,0 0-1 15,0 0 0-15,0 0 0 16,3 2 1-16,-3-2-2 0,14 8 1 16,-1-6 1-16,9 6 1 31,3-1-1-31,5 0-1 15,-1 0 0-15,4 1-1 0,-1 1-1 16,3-3 0-16,0 2-1 16,-5-3 0-16,-1 2-1 15,1-2 0-15,-3 3 0 0,1-1 0 16,-1 0 0-16,-4 0 0 16,-4 2 0-16,4-2 0 15,-3 0 0-15,0 0 0 16,-3 3 0-16,6-2 0 15,-4-1-1-15,3-1 1 0,1 1 0 16,2-2-1-16,-3 0 1 16,0 0-1-16,1 2 0 15,-3-4 1-15,2 4-1 16,-4-2 1-16,-1 1-1 0,0-2 0 16,1 0 1-16,-1 2 0 15,1-1-1-15,-1-1 0 16,1 2 0-16,-2 1 0 15,2-2 2-15,2 0-2 0,-3 0 0 16,4 2 0-16,-5-3 0 16,2 3 0-16,-1 0 0 15,3-6 0-15,-4 8 0 0,0-5 0 16,2 1 0-16,-6 0 0 16,6 0 0-16,-1 0 0 15,1 3 0-15,-1-3 0 16,2 2 0-16,5-2 0 15,-3 0 0-15,4 3 0 0,-2-4 0 16,2 4 0-16,-3-1 0 16,0-1 0-16,1-2 0 15,-3 1 0-15,-1 2 0 16,-3-2 0-16,0 1 0 0,2 1 0 16,-1-5 0-16,1 6 0 15,0-3 0-15,-1 0 0 16,0 0 0-16,0 0 0 15,1 2 0-15,-1-1 0 0,1-2 0 16,-4 0 0-16,4 5 0 16,-4-5 0-16,4 1 0 15,0 0 0-15,1 3 0 0,-1-3 0 16,1-1 0-16,2 2 0 16,-4-4 0-16,0 3 0 15,-1-2 0-15,-2-1 0 16,-1 1 0-16,-3-1 0 0,-1-2 0 15,-9 0 0-15,11 2 0 16,-11-2 0-16,0 0 0 16,0 0 0-16,0 0 0 15,0 0-6-15,0 0-7 16,0 0-9-16,-6-4-42 16,6 4-19-16,-14-5-2 0</inkml:trace>
  <inkml:trace contextRef="#ctx0" brushRef="#br0" timeOffset="28700.87">9212 7914 213 0,'0'0'7'0,"0"0"3"0,0 0 4 0,0 0 2 16,0 0 3-16,0 0-2 15,-10-3 0-15,10 3 3 0,0 0-4 16,0 0-3-16,12 3-1 16,-1 5-2-16,3-1-1 15,11 0 1-15,3 6 0 16,3-3-1-16,7 3-3 0,5-1-1 16,4 3 0-16,0-1-2 15,0 1 0-15,1 3-1 16,1-3 0-16,1 2 0 15,2 0 0-15,-3 1-1 16,4 1 1-16,-4-1-1 0,1 0 0 16,2-1 0-16,-3-1 0 15,2 2-1-15,1-3 1 16,-3 0-1-16,1-1 1 0,-1-1-1 16,-3-1 1-16,0 1-1 15,-3-3 0-15,-3 3 1 16,-3-5-1-16,-5 3 0 15,-2-1 0-15,-3 0-1 0,-2-3-1 16,-5 1-1-16,-3-1-2 16,-1-4-2-16,-2 4-4 15,-14-7-4-15,18 8-8 16,-18-8-20-16,0 0-31 0,5 10-5 16</inkml:trace>
  <inkml:trace contextRef="#ctx0" brushRef="#br0" timeOffset="29434.7">10851 8281 351 0,'0'0'6'0,"0"0"3"0,-9-5 4 16,9 5 1-16,-7-7 0 16,7 7 1-16,-10-6 1 0,10 6-3 15,0 0-3-15,0 0-2 16,-6 11-3-16,6-11-1 15,16 19 0-15,-2-4 1 0,6 1-1 16,4 3 1-16,2-2 0 16,2 1-1-16,2-1-1 15,-4 3 0-15,1-3-3 16,-1 2 0-16,-4-1 0 0,1-3 0 16,-6 2 0-16,-2 1 0 15,-3-3 0-15,0 0 0 16,-1-3 0-16,-6 1 0 15,-1-4 0-15,-4-1 0 16,0 2 0-16,0-10 0 0,-12 15 0 16,-3-10 0-16,-2 2 0 15,-1 0 0-15,-7 1 0 0,-2-2 0 16,-1 0 0 0,-2-1 0-16,6 0 0 0,-5-2 0 15,8 1 0-15,-4 2 0 16,11-4 0-16,1 0 0 15,3 1 0-15,10-3 0 16,0 0 0-16,0 0 0 0,0 0-3 16,0 0-57-16,12 5-26 15,6-5-2-15</inkml:trace>
  <inkml:trace contextRef="#ctx0" brushRef="#br0" timeOffset="30099.8">11409 8509 426 0,'0'0'6'0,"-11"-5"1"15,11 5 4-15,-9-3 1 16,9 3 1-16,-10-4 0 15,10 4 1-15,-11-3-5 16,11 3-9-16,0 0 0 0,11-2 0 16,1 2 0-16,2 0 0 15,7 0 0-15,6 2 0 16,-2 1 0-16,12-1 0 16,-12 3 0-16,5 0 0 0,-2-2 0 15,-7 2 0-15,-1 0 0 16,-8-1 0-16,-1-1 0 15,-11-3 0-15,5 12 0 16,-5-2 0-16,-10-3 0 0,-3 7 0 16,-6 0 0-16,-6-1 0 15,-5 4 0-15,-2-2 0 16,-3-1 0-16,-8 1 0 16,9 0 0-16,-1 0 0 0,5-5 0 15,3 2 0-15,8-5 0 16,3 0 0-16,16-7 0 15,-2 13 0-15,7-8 0 0,12-2 0 16,5-1 0-16,5 0 0 16,10-2 0-16,6 3 0 15,2-3 0-15,5 0 0 16,-4 0 0-16,4 0 0 16,-8 0 0-16,1 0 0 0,-8 3 0 15,-10-3 0-15,-6 2 0 16,-6-2 0-16,-3 0 0 15,-10 0 0-15,0 0 0 16,0 0 0-16,-12 5 0 16,12-5 0-16,-18 3 0 0,8-1 0 15,-5 1 0-15,5-1 0 16,-2-2 0-16,12 0 0 16,-15 8-16-16,3-6-73 0,12-2-2 15</inkml:trace>
  <inkml:trace contextRef="#ctx0" brushRef="#br0" timeOffset="30850.48">12069 8792 421 0,'0'0'6'0,"0"0"3"0,-7-16 2 0,7 16 0 15,-3-12 1-15,3 12 1 16,-2-20 1-16,0 13 0 16,2 7-14-16,4-15 0 0,6 12 0 15,2 2 0-15,4-2 0 16,1 3 0-16,5 0 0 16,1 4 0-16,-3 2 0 15,-1-2 0-15,-1 4 0 0,-8-1 0 16,-5 6 0-16,-5-3 0 15,-3 2-2-15,-9-3 0 16,-1 4 1-16,-4-1 0 16,-3 1 0-16,3-1 1 0,-1-1 0 15,6-2-1-15,4 1 1 16,3-2-1-16,5-8 1 16,11 15-1-16,3-7 1 15,7-1-1-15,0 0 1 0,7 0 0 16,-1 1 0-16,-2 2 0 15,0-3 0-15,-5 1 1 16,-7-1 0-16,-4 1 0 16,-9-8 1-16,5 14-1 0,-5-14 1 15,-17 12 1-15,-1-9-3 16,-9 1 0-16,-3 2 0 16,-7-6-19-16,-10 7-61 15,9-4-3-15</inkml:trace>
  <inkml:trace contextRef="#ctx0" brushRef="#br1" timeOffset="37583.89">2737 8976 80 0,'0'0'8'0,"0"0"5"15,0 0 6-15,-7-6 2 16,7 6 1-16,0 0 1 16,-11-7 1-16,11 7-2 15,0 0-5-15,0 0-7 0,-10-3-4 16,10 3-2-16,0 0-2 15,0 0 0-15,0 0 2 0,0 0 0 16,0 0 1-16,0 0 1 16,5 0 2-16,-5 0-1 15,11 3 1-15,-11-3 0 16,19 2-2-16,-8-2-1 16,3 0-2-16,1 0 0 0,5 3-1 15,2-3 0-15,3 0-1 16,5 0 0-16,0 0 0 15,7 0 0-15,0 0 0 0,7 0-1 16,-1 0 0-16,6 0 1 16,2 0-1-16,1 0 1 15,3 0-1-15,-1 0 0 16,3 0 1-16,0 0-1 16,1-3 1-16,1 3-1 0,-1 0 0 15,9 0 1-15,-5-2-1 16,5-1 0-16,-1 0 0 15,1 1 0-15,6 2-1 16,-5-2 1-16,3 2 0 0,1-3 0 16,-5 3 1-16,5-3-1 15,1 3 1-15,-2 0 0 16,4 0-1-16,2 0 1 16,0 0-1-16,3 0 0 0,-1 0 1 15,3 0-1-15,0 0 1 16,0 0-1-16,0 0 0 15,3-2 0-15,-1 0 0 16,0-1-1-16,6-2 1 0,-3 0-1 16,-2 3 1-16,-7-6 0 15,5 6 0-15,-6-3 0 16,-6 2-1-16,2-1 1 0,-6 1 1 16,1-1-2-16,-6 1 2 15,-4-2-2-15,0 0 2 16,-3 0-1-16,-3 2 0 15,-13-1 0-15,-1-2 1 16,-6 1-1-16,-10 0 1 0,-4 3 1 16,-8-1-1-16,-10 3 0 15,12-2-3-15,-12 2-5 16,0 0-15-16,-7-2-41 16,7 2-6-16</inkml:trace>
  <inkml:trace contextRef="#ctx0" brushRef="#br1" timeOffset="39280.05">2948 9007 91 0,'0'0'6'0,"0"0"4"0,-5-10 0 15,5 10 3-15,-8-12 3 0,8 12 2 16,-14-13 2-16,4 11 1 16,-3 0-3-16,-1-1-2 15,0 3-3-15,-2 0-1 16,-4 3-2-16,-1 1-2 0,2 4-2 16,-1-3 1-16,1 3-2 15,-4-1-1-15,-2 0 1 16,0 3-1-16,-5-3 1 15,5 6 1-15,1-3-2 16,1 2 0-16,-2-2 0 0,5 2 0 16,6-2-1-16,-2 3-1 15,9 4 0-15,-3-2-1 16,3 0-1-16,2 0 0 16,-1 4 0-16,2-4 0 0,1 5 0 15,3-5 1-15,-2 1 0 16,2 2 1-16,0 0-1 15,2-1 1-15,3 3 0 0,0-2 1 16,3-1 0-16,4-2 0 16,-5 2 1-16,11-2-1 15,-6 0-1-15,6-4 1 16,1 3 0-16,-1-3 0 0,5 0 0 16,-4-1-2-16,4-3 1 15,-1 3-1-15,1-2 0 16,-4-4 0-16,4 1 0 15,2 1-1-15,2-2 1 16,-3 0-1-16,6 0 1 0,2-2-1 16,4 1 1-16,-4-1 0 15,5-2 0-15,0 0-1 16,1 3 1-16,4-3 0 16,0 0 0-16,6 0 0 0,-4 0 0 15,6 0 0-15,-1 0 0 16,1 0-1-16,5 0 1 15,-6 0-1-15,4 0 1 0,-1 0-1 16,2 0 0-16,4 0 0 16,-1 0 0-16,3 0 1 15,-1-3-1-15,1 3 0 16,0-2 1-16,2-1-1 0,2 1 1 16,-4 2-1-16,0-5 1 15,2 2-1-15,0 0 1 16,0-1-1-16,2-1 0 15,1 0 1-15,-2 0-1 16,5 0 0-16,0-2 1 0,-3 1-1 16,1 2 0-16,2 0 0 15,-1-2 0-15,-1 1 0 16,2-1 1-16,-3 2-1 16,-1 1 0-16,-2-1 0 0,3-2 1 15,-3 2-1-15,-2 0 1 16,-1 0-1-16,1 2 0 15,-3-3 0-15,0 2 0 0,-8 1 0 16,4-3 0-16,-1 2 0 16,-2 1 0-16,-6 2 0 15,1-3 0-15,0 1 0 16,-2 2 1-16,-4 0-2 0,0 0 2 16,2 0-2-16,-6 0 1 15,-1 0 0-15,1 0 0 16,0 0 0-16,-6 0 1 15,1 0-1-15,0-2 1 16,-2-1 0-16,-1 0-1 0,0 1 1 16,-2 2 0-16,-3-3 1 15,6 1-1-15,-6-1 0 16,1 3 1-16,-4 0 0 0,4-2-1 16,-3 2 1-16,-1-2-1 15,1 2 2-15,-3 0-2 16,-1-3 0-16,0 1 1 15,0 2 0-15,2 0 0 16,-6 0-1-16,-1-3 1 0,3 3-1 16,-5 0 0-16,-9 0 0 15,12 0 0-15,-12 0 0 16,0 0 1-16,0 0 0 16,0 0 0-16,0 0 0 0,0 0-1 15,0 0 0-15,0 0-1 16,-5 0-3-16,5 0-4 15,-11 0-8-15,1 0-17 16,-5 0-45-16,15 0-3 0</inkml:trace>
  <inkml:trace contextRef="#ctx0" brushRef="#br1" timeOffset="40535.16">6722 8876 110 0,'0'0'4'16,"0"0"2"-16,0 0 2 15,0 0 4-15,0 0 2 0,0 0 3 16,0 0 2-16,0 0 2 16,0 0-1-16,0 0-1 15,0 0-2-15,2-8-1 16,-2 8-2-16,0 0-1 0,16-2-1 16,-16 2-1-16,18-3-1 15,-6 3-1-15,0 0 1 16,8 0-1-16,-2 3-2 15,1 2 1-15,1 2-3 16,3 3-1-16,-2 1-1 0,2 0-1 16,2 4 0-16,-8 0 0 15,6 0 0-15,-8 2 0 16,2 1 0-16,-4 2 0 0,-1-4 0 16,-3 7 0-16,0-1 0 15,-5-2-1-15,1 5 0 16,-2-3 0-16,-1 1-1 15,-2-2 0-15,0 0 0 16,0-4 1-16,-2 6 0 0,-6-9 0 16,-2 4 0-16,-5-4 1 15,-2 1-1-15,0 0 1 16,-3 0 0-16,-6 0-1 0,5-1 0 16,-4-1 0-16,2-1 0 15,1 1 1-15,2-3-2 16,0 0-2-16,6-5 0 15,1 1-3-15,1-2-4 0,12-4-9 16,-18 7-15-16,18-7-38 16,-7 0-7-16</inkml:trace>
  <inkml:trace contextRef="#ctx0" brushRef="#br1" timeOffset="41617.5">6698 8882 77 0,'0'0'5'0,"0"0"3"16,0 0 3-16,0 0 5 0,0 0 3 16,0 0 2-16,0 0 2 15,0 0 0-15,0 0-4 16,0 0-3-16,0 0-2 16,0 0-2-16,7-4-4 0,3 4-1 15,10 0-3-15,-1-2 0 16,13 2 1-16,-2-2-1 15,16-4-2-15,4 6-1 0,3-2 0 16,7-1-1-16,2 1 0 16,3-1 0-16,5 1 1 15,2-1-1-15,4 1 0 16,2 0 0-16,4 2 0 0,2-3 1 16,1 3 0-16,2 0-1 15,2 0 1-15,3 0 0 16,-2 0-1-16,-1 3 1 15,0-3 0-15,4 2-1 16,-1 0 1-16,-4-2-1 0,7 3 0 16,7-3 0-16,-7 0 0 15,1 0 0-15,6 0 0 16,-5 0-1-16,5 0 1 16,7 0 0-16,-4 0 0 0,-6 0-1 15,5-3 1-15,-4 3-1 16,2-2 1-16,2 2 0 15,-12-2-1-15,-3 2 2 16,-6-6 1-16,-7 4 1 0,-5-1 1 16,-7 1 0-16,-10-1 1 15,-10 1 0-15,-6 0-1 16,-10-1 0-16,-3 3-1 0,-9 0-2 16,-2 0 0-16,-14 0-2 15,9 0-5-15,-9 0-13 16,-7 0-40-16,7 0-8 0</inkml:trace>
  <inkml:trace contextRef="#ctx0" brushRef="#br1" timeOffset="42767.52">6905 9460 123 0,'0'0'5'16,"0"0"2"-16,0 0 2 0,23-3 4 16,0 2 2-16,7 1-1 15,5-3 2-15,15 3-2 16,6-3-1-16,6 3-4 0,8-1-3 16,7-2-3-16,3 0 1 15,9 0-3-15,3 1 1 16,5 0-1-16,2-3 0 15,11 5 0-15,4-3 0 16,0 1 0-16,-2 2 0 0,7 0-1 16,-5-2 2-16,8 2-1 15,2-3 2-15,-7 3 2 16,0-5 1-16,0 0 0 0,-3 2 1 16,3-4 0-16,0 2 0 15,-11 0-1-15,-1 0-2 16,2-2-1-16,-11 2-1 15,1 0 1-15,-5-1-2 16,-7 2 0-16,-8 1 1 0,-10-2-1 16,-5 3 0-16,-7-1 0 15,-6 1-1-15,-6 0 1 16,-11 2 0-16,-2-4-1 0,-8 3 0 16,3-2 2-16,-7 3-1 15,-2-2 1-15,-2-1 1 16,-5 0 0-16,1 1-1 15,-10 2 1-15,13 0-1 0,-13 0 0 16,9-2 0-16,-9 2-1 16,0 0-1-16,10 0 0 15,-10 0 0-15,0 0 1 16,0 0-1-16,0 0 0 0,8 0 1 16,-8 0 0-16,0 0 0 15,0 0-3-15,0 0-4 16,0 0-10-16,0 0-23 15,-5 0-29-15,5 0-3 16</inkml:trace>
  <inkml:trace contextRef="#ctx0" brushRef="#br1" timeOffset="43233.45">10598 8670 238 0,'0'0'8'0,"0"0"4"0,0 0 3 15,0 0 1-15,0 0 0 16,0 0 1-16,0 0 1 16,-5 5 1-16,5 8-5 0,-2 9-3 15,2 5-3-15,0 8 0 16,0 9 1-16,0 8 0 16,5 4-3-16,-1 2-1 0,-1 4-1 15,5-2-2-15,-3-3 1 16,0-3-3-16,-3 0 0 15,3-6 0-15,-3-6 0 16,3-8 0-16,-1 1 1 0,-2-10-1 16,-2-3 0-16,2-4-1 15,1-6-3-15,-1-5-1 16,-2-7-1-16,0 13-6 16,0-13-8-16,0 0-15 0,0 0-23 15,0-10-19-15</inkml:trace>
  <inkml:trace contextRef="#ctx0" brushRef="#br1" timeOffset="44301.32">10531 8670 173 0,'0'0'5'0,"0"0"2"0,0 0 4 15,0 0 2-15,0 0-1 16,0-10 2-16,0 10 1 16,0 0 0-16,5-10-5 0,-5 10 0 15,13-5-3-15,-1 3 0 16,-2 0-2-16,5-4 0 16,4 3 0-16,4 2 0 0,1-2 1 15,9 0-3-15,-3-1 0 16,5-1 0-16,-1 2-1 15,-4-3 1-15,0 2-1 16,-2 2 1-16,-7 0 1 16,-5-1 0-16,-3 0 0 0,-13 3 0 15,12-2-1-15,-12 2-1 16,0 0 1-16,0 0-2 16,0 0 0-16,0 0-1 15,7 5 0-15,-7-5-1 0,2 11 2 16,2 0 0-16,-2-1 0 15,3 5 0-15,0 5 1 16,0 2 0-16,1 5 0 0,3 4 3 16,-2 2-1-16,0 4 1 15,1 1-1-15,0 2 0 16,-1 1 0-16,0 2 0 16,0-1-1-16,-2 0-1 15,1 0-1-15,-1-2-1 0,-3 1 1 16,1-3-1-16,-2 2 0 15,-1-6-1-15,0 1 2 16,0-2-1-16,0-7 1 16,0-1-1-16,0-2 1 0,0-6-1 15,0-2 0-15,0-3 0 16,0-2 1-16,0-10-1 16,-1 15 0-16,1-15 0 15,0 7 0-15,0-7 1 0,0 0-1 16,0 0 1-16,0 0-1 15,0 0 1-15,-3 10 0 16,3-10 0-16,0 0 0 0,0 0 0 16,0 0-1-16,-9 0 1 15,9 0-1-15,0 0 0 16,-13 4 0-16,13-4 0 16,-15 9 0-16,7-7 0 15,-9 4 0-15,-1-2 0 0,-1 0 0 16,-8 2 0-16,-6 1 0 15,-5-2 0-15,-3 0 0 16,-1 0-2-16,-6 0-2 0,4 3-5 16,-4-6-16-16,6 3-49 15,5 3-3-15</inkml:trace>
  <inkml:trace contextRef="#ctx0" brushRef="#br1" timeOffset="45141.11">6673 9178 328 0,'0'0'7'0,"0"0"2"16,0 0 3-16,-4-7 2 16,4 7 3-16,0 0-1 0,-9-10 0 15,9 10 0-15,0 0-5 16,0 0-4-16,-7 5-2 16,7-5-2-16,0 19-1 0,0-9-1 15,7 2 0-15,2 1 0 16,4-3 0-16,3 0 0 15,1-5 0-15,8-5 0 16,-5 0 1-16,2-2 0 0,-2-9 1 16,-2 4 0-16,-11-8 0 15,0 4 0-15,-7-6 1 16,-2 6-1-16,-10-3 0 16,-9 6-1-16,-1 5-1 0,-6 3-1 15,-2 3-2-15,1 4-9 16,8-7-55-16,5 15-17 15</inkml:trace>
  <inkml:trace contextRef="#ctx0" brushRef="#br1" timeOffset="46616.78">6722 9285 225 0,'0'0'7'0,"0"0"1"0,0 0 2 0,0 0-2 16,0 0 4-16,0 0 0 15,0 7-1-15,-7 5 2 16,-1 6-7-16,-1 2-1 0,-9 9-1 16,-2 3-1-16,-4 11-1 15,-4-4-1-15,-2 11 1 16,-2-6 0-16,-2 6-1 16,-2 2 1-16,1-1 0 0,-2 2-1 15,3-3 0-15,-1-1-1 16,3-7 0-16,2 6 0 15,5-10-2-15,0-5 0 0,8-2-1 16,1-7-1-16,7-2-1 16,-2-5 0-16,4-5 1 15,0 0 1-15,2-4 0 16,5-8 1-16,-7 12 1 16,7-12 1-16,-11 10 0 0,11-10 0 15,-9 6 0-15,9-6 0 16,-10 5 0-16,10-5 0 15,-11 4-1-15,11-4 0 16,0 0 0-16,0 0-1 16,-9 5 0-16,9-5-2 0,0 0 3 15,0 0-2-15,0 0 2 16,0 0 0-16,0 0 1 16,0 0-2-16,0 0-4 0,0 0-8 15,0 0-24-15,0 0-24 16,4-2-5-16</inkml:trace>
  <inkml:trace contextRef="#ctx0" brushRef="#br1" timeOffset="47133.45">6064 10015 349 0,'0'0'6'0,"0"0"2"0,0 0 2 16,9-3 1-16,-9 3-1 15,0 0 2-15,0 0-1 16,3 13 1-16,-3-1-6 16,-5 6-2-16,-2 6-1 0,0-2-1 15,-1 9-1-15,-2-4-1 16,0 2 0-16,-3-4 0 16,4 0 0-16,-1-2-1 15,3-3 1-15,-2-4-1 0,2-3 0 16,5-3 1-16,2-10 0 15,0 10 1-15,0-10 0 16,20 0 0-16,-5 0 2 0,7-8 1 16,1 1-1-16,1-1 1 15,-2 1 0-15,4 0 0 16,-9 1-1-16,0 1 0 16,-1 1-1-16,-9 1-1 0,-7 3-2 15,0 0-6-15,0 0-14 16,-16 6-60-16,16-6 1 15</inkml:trace>
  <inkml:trace contextRef="#ctx0" brushRef="#br1" timeOffset="48516.79">11023 9057 87 0,'0'0'6'0,"0"0"2"16,0 0 6-16,0 0-1 0,-9 2 3 16,9-2 2-16,0 0-1 15,0 0 2-15,-11 0-5 16,11 0-2-16,0 0-2 16,0 0 0-16,0 0 0 15,0 0 0-15,0 0-1 0,0 0 2 16,0 0-2-16,0 0 2 15,-10-8-2-15,10 8 0 16,0 0-1-16,0 0-1 16,0 0-2-16,0 0-1 0,0 0 1 15,0 0 1-15,5 0-2 16,6 0 0-16,3 0 1 16,4 0-2-16,6 0 1 15,6 0-1-15,8-2 1 0,6 0-2 16,11-3 0-16,5-3 0 15,9 3-1-15,5 0 1 16,11-2-1-16,7 0 0 16,7-2 0-16,9 1 0 0,4-3-1 15,1 4 1-15,4-3-1 16,0 2 1-16,3 4-1 16,2-2 0-16,-14 2 0 0,-3-1 0 15,-8 2 0-15,-7-2-1 16,-16 3 1-16,-7-1 0 15,-15 2-1-15,-15-3 1 16,-7 4 1-16,-10 0 0 16,-8 0 0-16,-12 0 0 0,0 0 0 15,0 0 0-15,0 0 0 16,0 0-2-16,0 0 0 16,-7 4-2-16,7-4-1 0,-13 1-3 15,13-1-7-15,-12 3-9 16,12-3-19-16,0 0-27 15,0 0-5-15</inkml:trace>
  <inkml:trace contextRef="#ctx0" brushRef="#br1" timeOffset="49067.32">13069 8762 255 0,'0'0'9'0,"0"0"5"0,0 0 4 0,0 0 3 0,0 0 2 16,-4-11 0-16,4 11 2 16,0 0 0-16,0 0-6 15,0 0-4-15,9 11-5 0,7-4-2 16,0 3-1-16,5-1-1 15,7 4 0-15,4-1-1 16,0-1-2-16,-2-2-1 16,0 4 0-16,-2-3-1 0,-8 5 1 15,-6-4 0-15,-11 7 0 16,-3 0 0-16,-10 2 0 16,-7-1 0-16,-5 4 0 15,-8 1-2-15,0-4 0 0,-2 3 0 16,-1-3 0-16,4 0 0 15,1-6 0-15,5 1 0 16,1-3 0-16,7-2 0 16,6 1 0-16,-2-7-6 15,11-4-6-15,0 0-16 0,0 0-54 16,0 0-1-16</inkml:trace>
  <inkml:trace contextRef="#ctx0" brushRef="#br1" timeOffset="49733.32">13553 8853 390 0,'0'0'5'16,"0"0"3"-16,0 0 1 15,0 0 1-15,0 0 1 0,0 0 1 16,4-2 1-16,5 2 0 16,3-2-3-16,10 2-3 15,6-6-1-15,2 4 0 0,4-1-1 16,6 3-1-16,-3 0-2 15,-5 0-2-15,0 0 0 16,-4 0 0-16,-10 5 0 16,-6 3 0-16,-8-1 0 15,-4 6 0-15,0-2 0 0,-14 6 0 16,-2 2 0-16,-10 1 0 16,1-1 0-16,-10 6 0 15,-3 0 0-15,3-6 0 16,-4 6 0-16,5-2 0 0,-4-3 0 15,9-1 0-15,4-4 0 16,7 0 0-16,6-5 0 16,7 0 0-16,5-10 0 15,10 12 0-15,4-9 0 0,9-3 0 16,6 0 0-16,4 0 0 16,4-4 0-16,6-4 0 15,3-1 0-15,-5 5 0 0,1 0 0 16,-5-2 0-16,-7 1 0 15,-5 3 0-15,-8 2 0 16,-5 0 0-16,-12 0 0 16,0 0 0-16,0 0 0 15,-4 10 0-15,-7-7 0 0,-1 1 0 16,2-1 0-16,-3-2-12 16,1 10-44-16,12-11-29 15,-9 0-1-15</inkml:trace>
  <inkml:trace contextRef="#ctx0" brushRef="#br1" timeOffset="50250.67">14090 9063 464 0,'0'0'4'0,"0"0"1"0,0 0 2 16,0 0 1-16,0 0 1 16,-3-12-1-16,3 12-2 15,3-7-6-15,-3 7 0 0,16-12 0 16,0 9 0-16,-1 0 0 16,2 1 0-16,3 2 0 15,0 0 0-15,-2 0 0 16,-4 5 0-16,2 0 0 0,-16-5 0 15,12 17 0-15,-12-6 0 16,0-2 0-16,-5 1 0 16,-6 3 0-16,-1-3 0 15,2 4 0-15,0-4 0 0,0 0 0 16,3 1 0-16,0-4 0 16,7-7 0-16,-3 19 0 15,3-19 0-15,8 16 0 16,6-8 0-16,6-2 0 15,5 4 0-15,-1 0 0 0,1-3 0 16,3 4 0-16,-3-3 0 16,-5 1 0-16,-5 0 0 15,-15-9 0-15,13 16 0 16,-13-16 0-16,-18 14 0 0,-5-6 0 16,-7-1 0-16,-4 1 0 15,-6-1 0-15,-5 1 0 16,-3-3-31-16,1 2-51 15,6 0-4-15</inkml:trace>
  <inkml:trace contextRef="#ctx0" brushRef="#br1" timeOffset="51200.24">6255 10253 360 0,'0'0'8'0,"0"0"2"0,0 0 4 0,0 0 1 0,0 0 1 16,0 0 1-16,-10-7 0 16,10 7 0-16,0 0-5 15,0 0-3-15,10-3-4 16,3 3-2-16,4-3 0 0,5 1 0 15,6-3-1-15,2 3-2 16,0-1 0-16,-1 1 0 16,1 0 0-16,-6 2 0 15,-6 0 0-15,-2 0 0 0,-9 7 0 16,-5 2 0-16,-2 7 0 16,-9-1 0-16,-9 4 0 15,-5 1 0-15,-4 4 0 0,-3 1 0 16,-2 0 0-16,2-2 0 15,-3 2 0-15,6-6 0 16,4-2 0-16,9-2 0 16,2-5 0-16,12-10 0 15,-5 13 0-15,5-13 0 16,15 2 0-16,0-2 0 0,9-2 0 16,1-3 0-16,10-3 0 15,-5-2 0-15,4 3 0 16,-4-3 0-16,2 2 0 15,-7 1 0-15,-4 2 0 0,-5 3 0 16,-3-4 0-16,-13 6 0 16,12 0 0-16,-12 0 0 15,0 0 0-15,0 0 0 0,0 0-9 16,0 20-73-16,0-20-6 16</inkml:trace>
  <inkml:trace contextRef="#ctx0" brushRef="#br1" timeOffset="51616.91">6841 10424 478 0,'0'0'4'0,"0"0"1"0,-9-5 1 16,9 5 2-16,0 0-1 0,-10-12-4 15,10 12-3-15,-2-13 0 16,2 13 0-16,7-15 0 16,0 8 0-16,5 3 0 15,4-2 0-15,-2 1 0 16,1 5 0-16,-3 0 0 16,1 5 0-16,-5 5 0 0,-4 2 0 15,-1 1 0-15,-3 4 0 16,-5 3 0-16,-5 2 0 15,-5 0 0-15,-2 1 0 16,-3 0 0-16,0 2 0 0,0-4 0 16,3-6 0-16,2 0 0 15,5-6 0-15,10-9 0 16,-5 10 0-16,10-10 0 0,15-1 0 16,5-8 0-16,12 0 0 15,7-6 0-15,27-13-60 16,-2 14-28-16</inkml:trace>
  <inkml:trace contextRef="#ctx0" brushRef="#br1" timeOffset="61800.62">4190 8489 265 0,'0'0'5'0,"0"-15"4"0,-5 3 4 16,1-3 3-16,-9 0 2 16,1-2 0-16,-9-3 3 0,2 3 2 15,-6 9-7-15,-5 6-2 16,-2 4-5-16,-10 8-2 16,-1 15-3-16,-1 7-1 15,-5 10-2-15,8 8 0 0,-4 9 1 16,6 8-1-16,5 3 1 15,10 4-1-15,10 3 1 16,7-6 1-16,7 1 0 0,9-4-1 16,12-6 0-16,3-8 0 15,14-7 0-15,4-10 1 16,10-12-1-16,2-8 1 16,10-12-1-16,4-5 1 15,4-10-1-15,2-10 0 0,-4-9 1 16,2-3 0-16,-10-11 1 15,-7-1 1-15,-8-6 0 16,-9-7-1-16,-14-5 1 16,-9-5-5-16,-15 0 0 0,-7-4 0 15,-13 1 0-15,-10 3 0 16,-7 8 0-16,-11 7 0 16,-7 10 0-16,-3 14 0 15,-2 8 0-15,-5 13 0 0,0 7 0 16,1 7 0-16,1 11 0 15,12 7 0-15,3 7 0 16,11 3 0-16,12 12-14 0,5-3-70 16,20 4-3-16</inkml:trace>
  <inkml:trace contextRef="#ctx0" brushRef="#br1" timeOffset="63266.47">6116 6242 335 0,'0'0'3'0,"-8"-10"1"0,8 10 3 0,-17-15 1 16,2 13 4-16,-9 2-1 15,-4 5 3-15,-4 7-1 0,-3 13-1 16,0 12-2-16,0 13-1 15,3 7-2-15,10 8-1 16,4 4-1-16,14 3 0 0,4-3-2 16,14-3 0-16,13-5-1 15,8-7 0-15,15-13 0 16,8-5 0-16,8-14 0 16,8-10 0-16,6-6 0 15,3-9 0-15,-2-12 1 0,-1-13 0 16,-6-3 1-16,-12-14 0 15,-4-7 0-15,-19-7 1 16,-14-11 0-16,-9-9-5 16,-16-3 0-16,-11-5 0 0,-13 6 0 15,-14 4 0-15,-11 7 0 16,-11 16 0-16,-9 17 0 16,-6 22 0-16,-10 15 0 15,1 27 0-15,-3 23 0 0,9 22 0 16,9 17 0-16,14 30 0 15,11 27-62-15,24 0-24 16</inkml:trace>
  <inkml:trace contextRef="#ctx0" brushRef="#br1" timeOffset="68766.94">11681 3998 389 0,'0'0'6'0,"0"0"1"0,-7-7 3 15,7 7 0-15,-14-7 1 0,1 4 1 16,-2 0 0-16,-3 3 1 15,2 10-5-15,-7 5-3 16,0 12-1-16,0 6-1 16,2 7-1-16,-9 3-1 0,8 4 0 15,-1 3 0-15,6-1-1 16,6-1 1-16,7-6-1 16,4-5 0-16,4-2 0 15,12-11 0-15,7-4 1 16,4-7 0-16,5-8 0 0,-2-5 0 15,5-3 0-15,-1-9 1 16,-1-7-1-16,-6-6 1 16,0-5 1-16,-5-5-1 15,-2-4-2-15,-8-7 0 0,-6-1 0 16,-1 0 0-16,-5 0 0 16,-7 2 0-16,-9 6 0 15,-1 10 0-15,-8 4 0 0,-2 7 0 16,-3 11 0-16,-4 7 0 15,1 6 0-15,-3 8 0 16,8 3 0-16,-2 8 0 16,7 5 0-16,8 2 0 0,4 0 0 15,11 0 0-15,6 0 0 16,10-7 0-16,3 3 0 16,6-12 0-16,7-1 0 15,3-2 0-15,-1-8 0 16,2-2 0-16,1-1 0 0,-7-4-22 15,2-13-62-15,-4 7-4 16</inkml:trace>
  <inkml:trace contextRef="#ctx0" brushRef="#br1" timeOffset="69383.81">11883 4464 446 0,'0'0'5'0,"0"0"2"16,0-13 2-16,0 3 1 15,2 1 0-15,3-4 0 0,0-2 1 16,3 0-8-16,2 4-3 16,2-3 0-16,3 4 0 15,0 9 0-15,0 1 0 16,2 0 0-16,-4 7 0 0,-1 4 0 16,-5 7 0-16,-3 2 0 15,-4 0 0-15,-6 5 0 16,-6 3 0-16,-6-7 0 15,-4 7 0-15,0-6 0 16,-3-2 0-16,4-3 0 0,2-2 0 16,1 0 0-16,9-7 0 15,9-8 0-15,0 0 0 16,0 0 0-16,18 4 0 0,1-4 0 16,1-4 0-16,3-1 0 15,3-3 0-15,-2 0 0 16,2 1 0-16,2 2-30 0,2 0-54 15,-8 0-3-15</inkml:trace>
  <inkml:trace contextRef="#ctx0" brushRef="#br1" timeOffset="69737.75">12487 4221 402 0,'0'0'6'0,"0"0"3"15,0 0 2-15,0 0 0 16,0 0 2-16,0 0-1 0,0 0 1 16,-6 10 0-16,4 5-5 15,2 5-4-15,0 5-1 16,2 1-2-16,-2 5 0 0,6-1-4 16,-3-4-4-16,1-1-13 15,-4 12-52-15,3-19-12 16</inkml:trace>
  <inkml:trace contextRef="#ctx0" brushRef="#br1" timeOffset="69933.31">12331 4361 423 0,'0'0'5'0,"0"0"1"0,-4-8 1 16,4 8 1-16,6-8 0 15,6 3 1-15,6 0 0 16,1-2-1-16,11 4-9 16,0-2-17-16,-3 2-59 0,13-1-5 15</inkml:trace>
  <inkml:trace contextRef="#ctx0" brushRef="#br1" timeOffset="70400.37">12957 4092 455 0,'0'0'4'15,"0"0"2"-15,0 0 1 0,-10-10 0 16,10 10 1-16,-13 0 0 16,3 3 0-16,0 8 0 15,-2 7-8-15,-3 5 0 16,0 6 0-16,0 6 0 0,2 2 0 15,1 3 0-15,2-1 0 16,7-3 0-16,3-3 0 16,3-5 0-16,7-6 0 15,7-4 0-15,6-8 0 16,4-10 0-16,3 0 0 0,0-10 0 16,5-10 0-16,-3 0 0 15,-5-12 0-15,-2-2 0 16,-2-11 0-16,-9 2 0 15,-9-4 0-15,-5 0 0 0,-7 5 0 16,-8 3 0-16,-7 9 0 16,-5 7 0-16,-4 8 0 15,2 15 0-15,-3 6 0 16,2 11 0-16,5 8 0 0,2 5 0 16,11 4 0-16,2 3 0 15,10 0 0-15,2 1 0 16,11 1 0-16,7-12 0 15,8 8-40-15,1-13-45 0,4-4-3 16</inkml:trace>
  <inkml:trace contextRef="#ctx0" brushRef="#br1" timeOffset="70900.42">13219 4404 478 0,'0'0'4'0,"0"0"0"0,0 0 2 0,0 0 1 0,-9-5-1 0,9 5 0 16,-3-10-6-16,3 10 0 0,3-11 0 16,6 3 0-16,4-1 0 15,4 8 0-15,1-2 0 16,5 0 0-16,-6 3 0 15,-2 0 0-15,-1 7 0 0,-14-7 0 16,10 18 0-16,-10-8 0 16,-2 3 0-16,-6 2 0 15,-4-3 0-15,-2 6-2 16,3-6 4-16,-6 2-2 0,5-3 0 16,2 1 0-16,2-2 0 15,8-10 0-15,-3 15 0 16,3-15 0-16,9 13 0 0,0-6 0 15,6-3 0 1,5 2 0-16,-2-2 0 0,1 1 0 16,-1 1 0-16,-2-2 0 15,-1 2 0-15,-2-4 0 16,-13-2 0-16,5 12 0 16,-5-12 0-16,-15 15 0 0,-3-10 0 15,-6 0 0-15,-3 0 0 16,0 0 0-16,-8-5-2 15,7 3-7-15,-4-6-18 16,-8-5-55-16,21-2-4 0</inkml:trace>
  <inkml:trace contextRef="#ctx0" brushRef="#br1" timeOffset="71183.81">13530 3976 453 0,'0'0'0'0,"0"0"2"16,13 0 1-16,1 8 1 0,4 0 1 15,5 6 0-15,8 10 1 16,2 3 0-16,4 8 1 16,0 5-2-16,-4 7-1 15,-6 2-1-15,-4 8 1 0,-11 3-2 16,-12-1 0-16,-10 3-2 15,-15 0 0-15,-12 2 0 16,-16 1 0-16,-8-6 0 16,-6-2-4-16,-11-4-8 0,-3-1-24 15,6-8-48-15,-20-5-2 16</inkml:trace>
  <inkml:trace contextRef="#ctx0" brushRef="#br1" timeOffset="71602.22">11187 3832 292 0,'0'0'10'0,"-17"6"10"16,-1 5 0-16,-4 9 3 0,-7 9 1 15,-3 14 0-15,-7 14 1 16,0 10 1-16,4 12-10 16,10 13-8-16,5 7-3 15,15 0 0-15,10 2-1 0,20-4-2 16,12-10 1-16,20 0-3 16,14-18-2-16,15 0-13 15,12-16-65-15,8-14-5 16</inkml:trace>
  <inkml:trace contextRef="#ctx0" brushRef="#br1" timeOffset="72750.6">9671 4198 316 0,'0'0'7'16,"0"0"2"-16,0-14 4 0,0 14 0 15,-12-18 3-15,2 11 0 16,-5 5-1-16,-5 2 0 15,-12 2-5-15,0 12-5 16,-3 9-2-16,2 7-1 0,2 0-2 16,3 5 0-16,3-1 0 15,13 1-1-15,7-6 1 16,5 1 0-16,17-8 1 0,13-2-1 16,5-5 1-16,12-7-4 15,3-4-3-15,7-4-13 16,0 8-43-16,5-11-14 15</inkml:trace>
  <inkml:trace contextRef="#ctx0" brushRef="#br1" timeOffset="73066.94">9903 4386 352 0,'0'0'4'0,"-8"0"1"0,8 0 2 15,-15 10-1-15,8-2 3 16,7-8-2-16,-15 15 1 16,12-7 0-16,3 1-3 0,8-1-1 15,9-5-1-15,4-2 0 16,9-1 0-16,-4 0-1 16,6-1 1-16,-4-7 0 15,-1-2-1-15,-7 0 2 0,-3 0-2 16,-6-5 0-16,-9 3 0 15,-2 0 0-15,-9 2-1 16,-7 3-1-16,-1 4-3 16,-3 1-5-16,0 2-11 0,-3 5-26 15,9 2-32-15,4 3-5 16</inkml:trace>
  <inkml:trace contextRef="#ctx0" brushRef="#br1" timeOffset="73400.58">10409 4295 358 0,'0'0'5'0,"0"0"3"15,0 0 1-15,0 0 2 0,-7-7-1 16,0 7 1-16,-6-3 1 16,1 3-1-16,-6 3-4 15,-1 1-3-15,4 7-1 16,5 1-2-16,-3 1 0 0,8 1-1 15,5 1 0-15,0 2 1 16,11-2-1-16,1 0 0 16,6-2 1-16,-2-1 0 0,9-2-1 15,-4-1 0-15,0 2-1 16,-3-4-2-16,-1 0 1 16,-6 2-1-16,-11-9 1 15,4 14-2-15,-8-4 1 16,-12 0-1-16,-9 0-2 15,-5-1-6-15,-2-2-21 0,-10 6-42 16,9-2-3-16</inkml:trace>
  <inkml:trace contextRef="#ctx0" brushRef="#br1" timeOffset="74001.49">9945 5105 362 0,'0'0'1'0,"0"0"2"0,-5-4 0 0,5 4 0 15,-23-3-1-15,4 3 1 16,1 3-1-16,-7 1 2 0,0 6-2 16,-2 0-2-16,3 7-1 15,1 1 1-15,8 0 0 16,5-4 0-16,10 3 1 16,3-2-1-16,10 0 0 0,8-2 1 15,9-4 0-15,7 2 0 16,1-2-1-16,2 1 1 15,-3 0 0-15,-5 2 0 16,0-2-1-16,-7 1 1 0,-7 1 0 16,-8 2 2-16,-8-1 0 15,-7 2 0-15,-10-3 1 16,-7 1 0-16,-10-1 0 0,-3-2-1 16,-8-3 1-16,-1-2-2 15,1 1-4-15,1-5-6 16,8-1-24-16,16 0-41 15,-1 0-3-15</inkml:trace>
  <inkml:trace contextRef="#ctx0" brushRef="#br1" timeOffset="74717.35">10993 5071 376 0,'0'0'5'0,"0"0"3"0,-2-10 1 15,2 10 0-15,-21 0 0 16,3 6 2-16,-5 15 0 15,-9 8 0-15,-3 15-4 0,0 14-1 16,-3 9-1-16,8 10 0 16,11 7-1-16,10 0 0 15,9-4-1-15,19-6-4 16,13-12-2-16,18-5-12 16,11-15-26-16,14-10-39 15,15-7-1-15</inkml:trace>
  <inkml:trace contextRef="#ctx0" brushRef="#br1" timeOffset="75150.52">13249 5105 423 0,'0'0'3'0,"0"0"0"16,13-2 1-16,-13 2 1 15,15 0 1-15,-5 10 1 16,2 2 1-16,-1 13-1 16,6 4-2-16,-3 11-1 15,-3 5 1-15,-2 4-1 0,1 5 0 16,-8-1-1-16,-2 5-1 16,-12-7 2-16,-10-2-1 15,-13-6 1-15,-9-1-3 16,-11 0-1-16,-5-8-3 0,-7-4-9 15,1-10-43-15,-2 2-27 16,1-7-2-16</inkml:trace>
  <inkml:trace contextRef="#ctx0" brushRef="#br1" timeOffset="75867.14">11651 4853 292 0,'0'0'8'0,"0"0"2"0,0 0 6 0,0 0 2 16,0 0 1-16,0 0 4 16,0 0-1-16,0 0 1 15,0 0-4-15,21 0-5 16,9 2-3-16,20 0-4 0,14 1 0 15,20 0-2-15,16-3-1 16,14 0 0-16,13 0-1 16,5-3-1-16,-3 0 2 15,-3 1-4-15,-6 0 0 0,-9 0 0 16,-9 2 0-16,-14 0 0 16,-17-3 0-16,-11 3 0 15,-12 0 0-15,-21 0 0 0,-17 0 0 16,-10 0 0-16,-21 7 0 15,-13 1 0-15,-16-4 0 16,-9 7 0-16,-16-4-8 16,-10 3 1-16,-7-2 1 15,-6-1 0-15,-2-3 1 0,-7 4 0 16,0-2 2-16,1-2 1 16,1 0 2-16,6 2 2 15,9-4 0-15,13 1 0 16,14-1 1-16,19 3 0 0,19-2 0 15,25-3 0-15,25 7-1 16,28-4-1-16,18-3 1 16,21 2-1-16,18-2 0 15,10 0 0-15,9-2 0 0,2-1-1 16,-4 0 1-16,-8-1 0 16,-7 1-2-16,-17 3-2 15,-19-2-8-15,-11-6-70 16,-23 11-2-16</inkml:trace>
  <inkml:trace contextRef="#ctx0" brushRef="#br1" timeOffset="100836.49">20053 7582 46 0,'0'0'6'0,"0"0"5"16,-12-2 3-16,12 2 3 15,0 0 0-15,-14-5 1 16,14 5 0-16,-7-3-2 0,7 3-7 16,0 0-1-16,0 0-1 15,0 0 0-15,0 0 0 16,13 0-1-16,4 0 2 15,11 0 0-15,9 0 1 16,6 0-2-16,10 0-3 0,7 0-3 16,10 0 0-1,7 0-1-15,5-5 1 0,8 1-1 16,9-2 1-16,5 2-1 16,1-4 2-16,14 1-2 0,8 0 0 15,2 0 0-15,10-1 0 16,5 0 0-16,5 3 0 15,5-2 0-15,5 2-2 0,2 0 2 16,4 2 0-16,1-2 0 16,-5 5-1-16,4-2 1 15,-1 2 0-15,-3 0 0 16,-5 0 0-16,-4 0 3 0,-5 0 1 16,-11 0 5-16,-1 0 1 15,-18 0 4-15,-13 0 2 16,-12 0 0-16,-13 0 2 15,-16-2-2-15,-16 0-3 16,-10-2-1-16,-12 2-2 0,-5 2-4 16,-10 0-2-16,-10 0-1 15,0 0-3-15,-5 0-3 16,-13 0-7-16,1 2-14 0,-8 8-29 16,-7-2-22-1</inkml:trace>
  <inkml:trace contextRef="#ctx0" brushRef="#br1" timeOffset="101708.77">20199 8346 106 0,'0'0'8'0,"0"0"8"0,0 0 6 16,0 0 5-16,0 0 3 15,10 0 0-15,3 0 1 16,4 3 0-16,8-2-7 16,7 2-8-16,8 0-5 0,12-3-3 15,8 0-3-15,14 1-1 16,8-1-1-16,15 0-1 16,8 0-1-16,14 0 0 15,3-1 0-15,14-2 0 0,11 3 0 16,2-3-1-16,8 2 1 15,2 1-1-15,4 0 1 16,5 0 1-16,5 0-1 0,-4 0 0 16,-3 0-1-16,6 1 1 15,-3-1 0-15,0 3 0 16,-8 0-1-16,-4-2 1 16,-8 2 0-16,-8 3-1 0,-8-6 0 15,-14 0 1-15,-17 2 0 16,-8-2-1-16,-15 0 2 15,-11-2-1-15,-17 2 0 16,-6-6 2-16,-12 6-1 16,-8-3 0-16,-13 2-4 0,-12 1-6 15,0 0-14-15,-7-3-40 16,-9 6-9-16</inkml:trace>
  <inkml:trace contextRef="#ctx0" brushRef="#br1" timeOffset="102550.66">20018 9074 144 0,'0'0'8'0,"0"0"5"0,5 7 3 0,-5-7 4 15,13 7 1-15,-13-7 1 16,21 13 1-16,-5-8 2 16,4 0-7-16,10 0-5 0,-1 0-2 15,16 5-3-15,2-5-1 16,12 5-2-16,6-7-1 16,10 5-1-16,10-2-1 0,11-1 1 15,8-2 1-15,9 0 0 16,16-3 0-16,4 1 2 15,12-1-1-15,7 0 0 16,11 0 1-16,3 0-2 16,6 3 0-16,2 0-1 0,1-2-1 15,0-1 0-15,4 6 0 16,-4-3 0-16,-4 1 0 16,-2 0 0-16,-5 0 1 15,-5-2-1-15,-8 0 0 0,-6 4 0 16,-11-1 0-16,-8-3 2 15,-11 3-3-15,-16-5 2 16,-7 3 0-16,-15-3 1 16,-12 0 1-16,-13 0 1 0,-12 0 0 15,-13 0 1-15,-7 0-1 16,-5 0 0-16,-15 0-1 16,0 0-1-16,0 0-1 0,0 0-1 15,0 0-1-15,-13-3-1 16,1 3 0-16,0 0-2 15,-6 0-3-15,4 0-4 16,1 0-13-16,-4 7-35 16,4-4-25-16,3 0-3 15</inkml:trace>
  <inkml:trace contextRef="#ctx0" brushRef="#br1" timeOffset="109133.6">14082 12371 383 0,'0'0'6'0,"0"0"2"16,-10 0 3-16,10 0 2 15,-10 0 0-15,10 0 0 16,0 0 1-16,-10 0-1 16,10 0-4-16,13-2-4 0,1-3-4 15,9 5-6-15,0-5-14 16,2-2-58-16,1 7-5 15</inkml:trace>
  <inkml:trace contextRef="#ctx0" brushRef="#br1" timeOffset="109283.03">14008 12493 303 0,'0'0'4'0,"0"0"4"15,0 0 4-15,4 0 1 0,4 0 0 16,7-6 0-16,4 2 1 15,4-4-5-15,4-2-23 16,3 1-52-16,7-7-5 0</inkml:trace>
  <inkml:trace contextRef="#ctx0" brushRef="#br1" timeOffset="110000.62">15074 11318 365 0,'0'0'6'0,"0"0"1"16,0-12 1-16,0 12-1 16,0-13 0-16,-11 9 1 15,-3 2 0-15,-6 2 0 0,-5 2-4 16,-8 10-3-16,1 8 0 15,-3 6 1-15,6 9 0 16,-1 9 0-16,5 4 0 16,10 6-2-16,8 4 0 0,7 6 0 15,2 4 0-15,10 1 0 16,4 8 0-16,5-4 0 16,2 9 0-16,2-3 0 15,-6 12 2-15,2-5 0 0,-4 5 0 16,-5 1 1-16,-2 2 0 15,-6-2 1-15,-4 3 0 16,-11-2 1-16,-1-4-1 0,-6 2-1 16,-5-1 1-16,-1-3-1 15,-3-5 0-15,2-3-1 16,0-7 0-16,2-5 0 16,4-6 0-16,4-9-1 15,3-7 1-15,2-3-1 0,8-8 0 16,-2-4 0-16,4-5 0 15,6-7 0-15,4 0-1 16,-3-7 0-16,8 4 1 16,-3-8 0-16,3 1-1 0,5-3 1 15,2 0-1-15,4-2 1 16,8-1 0-16,1-2-1 16,7-2 0-16,8-4 0 0,-4 2-3 15,5 1-7-15,-6-5-20 16,-6 1-52-16,1-3-2 15</inkml:trace>
  <inkml:trace contextRef="#ctx0" brushRef="#br1" timeOffset="112934.48">12869 11537 371 0,'0'0'8'0,"0"-13"5"15,3 6 2-15,-3-6 2 16,2-2 1-16,1-2 2 16,-1 3 1-16,-2-4 0 15,0 4-14-15,0 6-7 0,0 8 0 16,0 0 0-16,0 0 0 15,-5 15 0-15,5 10 0 16,0 6 0-16,0 6 0 16,5 5 0-16,0 4 0 0,6-2 0 15,-7-2 0-15,4-8 0 16,2-4 0-16,-5-7 0 16,0-7 0-16,-3-3 0 0,-2-13 0 15,0 0 0-15,0 0 0 16,-7-4 0-16,-1-12 0 15,-2-4 0-15,-2-7 0 16,-1-7 0-16,1-6 0 0,2-2 0 16,2 0 0-16,6-1 0 15,2 4 0-15,2 2 0 16,14 8 0-16,0 4 0 16,5 4 0-16,6 9 0 15,1 7 0-15,4 5 0 0,-5 2 0 16,-2 13 0-16,-3 3 0 15,-4 7 0-15,-6 3 0 16,-10 3 0-16,-2-2 0 16,-9 9 0-16,-8-8-16 0,6-5-44 15,-6 4-25-15,0-4-1 16</inkml:trace>
  <inkml:trace contextRef="#ctx0" brushRef="#br1" timeOffset="113384.94">13093 11708 419 0,'0'0'6'0,"0"0"2"0,0-7 2 16,0 7 0-16,0-6 2 16,0 6-1-16,2-12 0 15,-2 12 1-15,11-3-6 0,-11 3-3 16,17 0-2-16,-7 3-1 15,-2 7 0-15,4-2 0 16,-5 6-1-16,1-3 1 16,-6 6-1-16,1-6 0 0,-3 2 0 15,0-2 0-15,-7-2 0 16,7-9 1-16,-13 12-1 16,13-12 1-16,-12 2 0 15,12-2 0-15,-11-9 0 16,11-5 0-16,3 0 0 0,5-3 0 15,1-5 1-15,4 2 1 16,-1 0-1-16,-2 5 0 16,0 0 0-16,-10 15 0 15,17-8-1-15,-17 8 0 0,10 13-1 16,-7-1 0-16,1 11 0 16,-1-3 0-16,7 8-1 15,-5-2-3-15,6 4-7 0,-4-3-22 16,5-2-47-16,3 0-2 15</inkml:trace>
  <inkml:trace contextRef="#ctx0" brushRef="#br1" timeOffset="113933.56">12862 12364 405 0,'0'0'1'0,"0"0"1"15,0 0 0-15,0 0 1 16,0 7 1-16,3 5 0 15,-1 3 0-15,0 5 1 0,3 1-2 16,0 5 2-16,0 2-3 16,1-5 0-16,-1 8-1 15,2-6-1-15,-2-6 1 16,-2-1 0-16,1-6 0 0,-4-5 0 16,0-7 0-16,0 0 1 15,0 0-1-15,-10-1 2 16,3-15 0-16,-3-4 1 15,4-2 0-15,-3-10 0 0,4-2 1 16,0-5-1-16,2-3 1 16,3 1-1-16,3 1-1 15,4 3-1-15,5 5 0 0,2 5-1 16,-2 4 0-16,5 6-1 16,0 7 1-16,-1 8-1 15,0 2 0-15,5 4 0 16,-9 14 0-16,0 4-1 15,-4 3-1-15,-3 4-1 0,-5 4-1 16,-3-1-2-16,-7 1-4 16,1-1-9-16,-4 0-38 15,1-10-25-15,-3-2-1 0</inkml:trace>
  <inkml:trace contextRef="#ctx0" brushRef="#br1" timeOffset="114350.51">13044 12485 322 0,'0'0'5'0,"0"0"2"0,0 10 2 0,0-10 1 16,0 13 2-16,0-13 0 16,0 14 3-16,5-3-1 15,-5-11-4-15,14 8-1 16,-3-5-1-16,5-3-1 15,2-3 0-15,-1-4-1 0,-1-2 0 16,0-1-1-16,0 0 0 16,-4 0-1-16,-2 0 0 15,-10 10-1-15,12-13-2 0,-12 13 0 16,0 0-1-16,0 0 0 16,0 0-1-16,8 8 0 15,-4 2-1-15,2 0 2 16,1 2 0-16,-2 3 0 15,0-1 1-15,2-1-1 16,-4-1 1-16,0 4 0 0,-3-4-1 16,0 1 1-16,-8-1-2 15,-2 0 0-15,-2-2-1 16,-8 2-4-16,-3-1-8 0,4-11-41 16,-6 7-26-16,-2-2-2 15</inkml:trace>
  <inkml:trace contextRef="#ctx0" brushRef="#br1" timeOffset="114951.67">12959 13186 416 0,'0'0'2'0,"0"0"1"16,0 12 1-16,-2 1 1 15,2 2 0-15,0 10 1 16,-3-1 1-16,3 6-1 15,-2 2-1-15,-1 3-1 0,3 0-1 16,0-6-1-16,0 1-1 16,0-5-1-16,0-5 1 15,0-6-1-15,-2 0 1 16,2-14 0-16,0 0 1 0,0 0-2 16,0 0 1-16,0-17 1 15,-3 0 0-15,0-7 1 16,1-5-1-16,-1-4 0 15,1-4 0-15,0-5 1 0,2-1 0 16,0 1-1-16,0 1 1 16,4 0-1-16,4 7 0 15,2-1 0-15,5 8 0 0,2 5 0 16,-2 2 0-16,5 5-2 16,0 5 0-16,0 8 0 15,-5 2 0-15,-1 7 0 16,-3 6 0-16,-6 6 0 15,-5 3 0-15,-3 6 0 0,-5 2 0 16,-6-4 0-16,-2 4 0 16,2-5 0-16,-6-3-4 15,5 1-3-15,0-11-7 16,8 3-15-16,4-5-55 0,3-10-1 16</inkml:trace>
  <inkml:trace contextRef="#ctx0" brushRef="#br1" timeOffset="115350.65">13143 13354 401 0,'0'0'7'16,"0"0"2"-16,0 0 2 0,0 0 2 15,0 0 0-15,0 0 0 16,-2 8 1-16,2-8-1 15,0 0-5-15,0 0-4 0,9 0-1 16,1 0-1-16,3 0-2 16,1-3 0-16,2 3 0 15,3 0 0-15,-4 0 0 16,-3 0 0-16,1 3 0 0,-13-3 0 16,10 17 0-16,-10-5 0 15,-2 4 0-15,-8 1 0 16,-3 0 0-16,-2 3 0 15,0 0 0-15,1 0 0 16,1-7 0-16,3 1 0 0,5-3 0 16,5-11 0-16,0 11 0 15,7-11 0-15,6 0 0 16,7-7 0-16,0-6-8 16,7-2-16-16,18-4-59 0,-11-9-4 15</inkml:trace>
  <inkml:trace contextRef="#ctx0" brushRef="#br1" timeOffset="116300.74">13215 11217 233 0,'0'0'9'0,"0"0"5"0,0 0 4 0,0 0 4 16,4-5-1-16,9 2 2 0,4 3 0 16,4 0 1-16,11 0-8 15,-5 0-6-15,5 0-4 16,3 8-3-16,0-3-1 16,-5 5-1-16,-3 4-1 0,1 4 1 15,-8 7 0-15,-3 7 1 16,-7 4-1-16,-3 15 1 15,-4 5-1-15,-3 11 1 0,0 8-1 16,-3 9 1-16,-1 2-2 16,1 9 0-16,0 0 3 15,3 5 0-15,0-1 2 16,3-2 0-16,4 0 0 16,1-3 1-16,4-3-1 15,-2-1 0-15,2-3-1 0,1-3-3 16,-5-3 0-16,-1-1 0 15,-2-3-1-15,-1-6 0 16,-1 4 0-16,-1-9 0 0,-2 1 0 16,0-5-1-16,-2-5 2 15,-1-2 0-15,1-4 0 16,0-3 1-16,-3-3 0 16,2-3 1-16,3-8-1 0,0 1 0 15,0-3 0-15,3-7-1 16,2-3 1-16,-1 0-2 15,-1-6 0-15,3-4 1 16,-2-2-1-16,1-1 0 0,-5-9 0 16,5 10 0-16,-5-10 0 15,0 0 1-15,0 0 1 16,2 7-1-16,-2-7 1 16,-4 6 0-16,-8-4 0 15,-4-2-2-15,-4 3 0 0,-7-3 0 16,-5 0 0-16,-6 0 0 15,-6 0-7-15,-4-3-3 16,-6-5-7-16,4 0-25 0,3-3-43 16,-3-3-1-16</inkml:trace>
  <inkml:trace contextRef="#ctx0" brushRef="#br1" timeOffset="117016.39">12552 11316 339 0,'0'0'5'0,"0"0"3"0,0 0 2 16,0-13 1-16,0 13 2 15,-8-12-2-15,8 12 0 0,-12-8 0 16,0 6-5-16,-2 2-3 15,-2 10-2-15,-2 10-1 16,-2 8-1-16,-2 5 1 16,7 10-1-16,-2 6 0 0,4 8 1 15,5 8-1-15,8 2 1 16,3 2-1-16,10 8 1 16,1 5 1-16,4 3-1 15,-3 8 0-15,2 4 1 0,-2 2-1 16,-6 5 1-16,-3 5 1 15,-1 2 1-15,-5-4 0 16,0 2 0-16,-5-2 2 16,-1-3 0-16,-1-3 0 0,0 0-1 15,-3-9 0-15,-3 2-2 16,4-10 1-16,2-2-1 16,-6-8 0-16,3-5 0 15,-2 1 0-15,1-13 0 0,4-4 0 16,0-9 0-16,2-7 0 15,-1-5-1-15,4-5 1 16,2-7-1-16,0-5 0 16,0-2 1-16,2-4-1 0,-2-9 1 15,11 10 0-15,-4-4-1 16,3-2 1-16,8-2 0 16,4 4 0-16,8-6 0 15,7 2-1-15,7-2-1 0,11 5-9 16,5 0-39-16,9-3-34 15,6-2-2-15</inkml:trace>
  <inkml:trace contextRef="#ctx0" brushRef="#br1" timeOffset="117933.55">15399 11650 406 0,'0'0'5'0,"0"-11"1"0,0 11 0 16,-12-17 2-16,-1 9 0 15,-2 0 2-15,-3-1 0 0,-7 8 0 16,1 1-4-16,-5 15-2 16,1 2-1-16,1 2 0 15,-1 6-2-15,6 4 0 0,5-1-1 16,4 2-1-16,8-2 1 15,5-3 0-15,7-6-2 16,11-2-2-16,9-1-10 16,6-8-21-16,9 1-45 0,3-7 0 15</inkml:trace>
  <inkml:trace contextRef="#ctx0" brushRef="#br1" timeOffset="118507.39">15513 11733 373 0,'0'0'5'0,"0"0"2"0,0 0 2 0,0 0 0 16,-13 0 1-16,13 0 1 16,-14 0-1-16,7 4 1 15,-4 2-5-15,4 2-2 0,-3 5-2 16,3-1-1-16,5 1 0 16,-2 1-1-16,4 2 1 15,8-7 0-15,4 2 0 16,4-4 0-16,3-5 1 0,6 1 0 15,3-3 0-15,-3-5 1 16,2-2 1-16,-5-6-1 16,-2 1 0-16,-10-3 1 15,-2 0-1-15,-8 0 0 0,0 0-1 16,-13 4-1-16,-7 1-2 16,0 2-2-16,-2 5-3 15,-1 3-6-15,4 0-9 16,1 4-18-16,18-4-42 0,-12 17-1 15</inkml:trace>
  <inkml:trace contextRef="#ctx0" brushRef="#br1" timeOffset="118833.64">15879 11680 398 0,'0'0'5'0,"0"0"1"15,-5-8 1-15,5 8 0 16,-18-7 2-16,4 4 0 15,-4 1 0-15,-2 2-1 0,3 0-3 16,-6 5-3-16,3 2 0 16,3 1-1-16,2 5-2 15,7-5 1-15,4 3-1 16,4 2 1-16,9-1 0 0,7 0 0 16,3-2 0-16,4 0 1 15,-1-1-1-15,1 2 1 16,1-1-1-16,-4-3 0 15,-8 3 0-15,-1-5 0 16,-11-5 0-16,7 16 0 0,-7-16-1 16,-7 14-1-16,-6-7-1 15,-4-1-5-15,-3 1-7 16,-8-6-14-16,1-1-48 0,7 4-2 16</inkml:trace>
  <inkml:trace contextRef="#ctx0" brushRef="#br1" timeOffset="119267.49">16162 11534 428 0,'0'0'5'0,"0"0"0"16,0 0 2-16,0 0-1 0,-7-3 1 15,-4 3-1-15,-1 8 2 16,0 4-1-16,-6 5-5 15,3 8-1-15,-2 3-1 16,-1 4 1-16,6 0-2 0,5 1 1 16,2-2-1-16,2-6 0 15,3-3 2-15,10-4-1 16,0-9 1-16,8-1 0 16,-2-8 0-16,2 0 1 0,2-10 0 15,-3-2 0-15,-1-8 0 16,1-2 0-16,-10-6 1 15,-5-3-1-15,-2-5 0 0,-2 4-1 16,-13-2 0-16,-2 6-1 16,-3 6 0-16,-2 5 0 15,-1 9-2-15,6 8 0 16,-1 3 0-16,4 9 1 16,8 10-1-16,6 1 0 0,0 4 1 15,16 2-4-15,-2 2-4 16,11-1-13-16,-2 11-43 15,7-18-17-15</inkml:trace>
  <inkml:trace contextRef="#ctx0" brushRef="#br1" timeOffset="119450.89">16378 11665 432 0,'0'0'2'0,"0"0"0"0,0 0 1 16,-5 10 1-16,3-2 0 15,2 6 0-15,0 1 0 16,0 2 1-16,0 5-2 16,0 1-3-16,5-3-6 0,2 5-11 15,-2 4-38-15,5-11-24 16,0-3-3-16</inkml:trace>
  <inkml:trace contextRef="#ctx0" brushRef="#br1" timeOffset="120066.57">16792 11440 383 0,'0'0'8'15,"0"-10"1"-15,0 10 2 16,-9-15 0-16,-1 5 0 0,0 0 1 15,-2 0 0-15,-6 3 1 16,-1 7-8-16,-2 0-2 16,2 4 0-16,-4 9-2 15,6 4 0-15,0 5 0 0,6 3 0 16,4 5-1-16,7 5-1 16,0-1 1-16,7 4 0 15,6 5-1-15,4-7 1 16,1 7 0-16,2-2 0 0,-3 1-1 15,-5 0 2-15,-1-2-1 16,-7-1 1-16,-4 1-1 16,0-1 1-16,-2-3 0 0,-11-2 0 15,1-4-1-15,-3 0 1 16,-2-5 0-16,-1-6-1 16,3-1 1-16,3-6-1 15,2-2 0-15,0-3 0 0,10-7 0 16,0 0 1-16,0 0 0 15,10 0-1-15,8-4 1 16,7-4 0-16,7-5-1 16,5 5-3-16,5-10-10 0,13 0-34 15,-5 4-34-15,-1-4-1 16</inkml:trace>
  <inkml:trace contextRef="#ctx0" brushRef="#br1" timeOffset="120550.68">17128 11591 448 0,'0'0'4'0,"0"0"1"0,0 0 0 0,11-2 1 0,-11 2-1 16,2 4 1-16,-2 6-1 15,0 8 1-15,-8 1-3 16,-4 6-2-16,-3 5-1 16,-5 1 1-16,0 2 0 15,1-3 0-15,-2 0 0 0,1-8-1 16,6 1 1-16,-3-11-1 16,9 1 0-16,8-13 0 15,-7 11 0-15,7-11 0 0,12 3 0 16,3-3 1-16,7-3-1 15,3-1 0-15,2-2-1 16,3 2-3-16,-3-4-7 16,6 2-20-16,6 2-49 15,-19 0-3-15</inkml:trace>
  <inkml:trace contextRef="#ctx0" brushRef="#br1" timeOffset="120933.53">17379 11839 469 0,'0'0'4'0,"0"0"2"0,0-11 1 16,0 11 0-16,-3-14 1 15,1 3 0-15,2 2-6 16,0-1-2-16,0 10 0 15,15-15 0-15,-5 13 0 16,2 2 0-16,3 0 0 0,-3 2 0 16,2 5 0-16,-5 6 0 15,-4 1 0-15,-5 4 0 16,0 0 0-16,-10 4 0 0,1-2 0 16,-9-1 0-16,3 1 0 15,0-3 0-15,3-1 0 16,-1-7 0-16,6 1 0 15,7-10 0-15,-5 11 0 0,5-11 0 16,17 0 0-16,3 0 0 16,5-8-4-16,-2-2-10 15,11-15-53-15,3 13-17 0</inkml:trace>
  <inkml:trace contextRef="#ctx0" brushRef="#br1" timeOffset="121201.15">17946 11615 446 0,'0'0'6'15,"0"0"0"-15,0 0 1 16,0 0 1-16,0 0 0 0,-5 6-1 16,-8 4 1-16,1 2-1 15,-8 0-4-15,-3 8-2 16,4 5 0-16,-4-3 0 15,3 5-1-15,8-4 2 16,5-1-2-16,7-2 0 0,2-3 0 16,15 0-2-16,3-9-4 15,13 2-12-15,-1 13-56 16,5-23-10-16</inkml:trace>
  <inkml:trace contextRef="#ctx0" brushRef="#br1" timeOffset="121500.81">18123 11680 413 0,'0'0'5'0,"0"0"2"16,-16 3 1-16,16-3 1 15,-17 10 0-15,7-6 0 16,-2 4 1-16,1 2 0 16,1 1-5-16,8 2-1 0,2 2-1 15,5-2-1-15,8-4-1 16,6-1 1-16,4 0 0 15,7-6-1-15,-1-2 1 16,6 0 0-16,-7-7 0 0,-1-4 0 16,-4 2 1-16,-9-7-3 15,-4 4 0-15,-10-5 0 16,-5 7 0-16,-7-2 0 16,-6 5 0-16,-7-3-7 15,1 10-11-15,-3 0-24 16,-3 2-42-16,7 6-1 0</inkml:trace>
  <inkml:trace contextRef="#ctx0" brushRef="#br1" timeOffset="121849.83">18505 11655 416 0,'0'0'6'0,"0"0"1"15,0-10 2-15,0 10-1 0,0 0 1 16,-18-12 0-16,8 10 0 15,-4 2-2-15,-4 2-5 16,-2 5-1-16,3 3-2 16,2 0-1-16,0 5 0 0,0 3 0 15,8-3 0-15,4-1 2 16,3 3-1-16,10-2 1 16,5 0 0-16,2 0 0 15,3 0 1-15,3-2 0 16,2-2-1-16,-1-1 0 0,-6-2 1 15,0-1-1-15,-9 1 1 16,-9-8 0-16,3 10 0 0,-8-8 0 16,-13 1 1-16,1-2-1 15,-5 3-2-15,-6-4-4 16,3 2-7-16,0-2-9 16,6-6-31-16,1 2-29 15,8-3-2-15</inkml:trace>
  <inkml:trace contextRef="#ctx0" brushRef="#br1" timeOffset="122216.94">18785 11541 453 0,'0'0'4'0,"0"0"0"16,0 0 1-16,-9 0-1 16,-2 0 2-16,-6 7-1 15,0 9-1-15,-3 1 1 16,0 5-4-16,0 6 0 15,1-1-1-15,6 2-1 0,8-1 1 16,5 0 0-16,0-4 2 16,13-9-1-16,1-3 0 15,9-5 1-15,0-7-1 0,3 0 2 16,-3-7-1-16,3-9 0 16,-5 0 0-16,-1-7 0 15,-5-4 0-15,-3-2-2 0,-10-4 0 16,1 1 0-16,-6 0 0 15,-4 4 0-15,-5 7 0 16,-3 3 0-16,-2 8 0 16,1 8 0-16,2 2 0 0,1 12 0 15,6 8 0-15,2 5-7 16,7 4-12-16,1 9-33 16,9-7-32-16,6 4 0 15</inkml:trace>
  <inkml:trace contextRef="#ctx0" brushRef="#br1" timeOffset="122549.83">19036 11784 418 0,'0'0'7'15,"0"0"2"-15,-7-15 2 16,0 8 1-16,2-4 1 0,-1-1 1 16,1-2-1-16,1-2 1 15,4 2-14-15,4-1 0 16,7 3 0-16,1 2 0 15,0 2 0-15,4 3 0 0,-2 5 0 16,1 0 0-16,-3 8 0 16,-1 1 0-16,-9 9 0 15,-2-1 0-15,-8 5 0 0,-6 3 0 16,-4 0 0-16,1-2 0 16,-1 1 0-16,1-3 0 15,2-5 0-15,8-1 0 16,2-2 0-16,5-13 0 0,10 9 0 15,5-6 0-15,4-3 0 16,6-7 0-16,10 2-27 16,10-5-55-16,-5-8-4 15</inkml:trace>
  <inkml:trace contextRef="#ctx0" brushRef="#br1" timeOffset="122750.54">19531 11519 448 0,'0'0'2'0,"0"0"1"0,8 2 2 15,-8-2 0-15,12 20 2 16,-2-3-2-16,0 3 1 0,5 5 1 16,-3 3-3-16,1 1-2 15,-1 4-6-15,-2-8-11 16,0-14-63-16,-5 11-4 15</inkml:trace>
  <inkml:trace contextRef="#ctx0" brushRef="#br1" timeOffset="122899.8">19541 11662 441 0,'0'0'2'0,"0"0"1"0,11-4 0 16,2-1 1-16,10-3-1 15,2 6-2-15,7-13-16 0,3 5-57 16,10 3-5-16</inkml:trace>
  <inkml:trace contextRef="#ctx0" brushRef="#br1" timeOffset="123416.78">20383 11382 455 0,'0'0'5'16,"0"0"1"-16,0-12 2 16,0 12 0-16,0 0 0 15,-5-6 0-15,5 6 0 0,-15 4-3 16,5 10-5-16,-4 9 0 15,-4 5 0-15,0 3 0 16,-3 4 0-16,-4 3 0 0,2-4 0 16,0-4 0-16,-1-3 0 15,7-2 0-15,-1-8 0 16,3-4 0-16,3 1 0 16,12-14 0-16,-13 11 0 15,13-11-3-15,0 0 2 0,11 4 0 16,3-4 1-16,7-3 0 15,3-1-1-15,3-4-4 16,8 6-13-16,0-3-63 16,-2-5-2-16</inkml:trace>
  <inkml:trace contextRef="#ctx0" brushRef="#br1" timeOffset="123933.81">20517 11621 469 0,'0'0'5'0,"0"0"2"15,-10-7 1-15,10 7 0 0,-7-13 1 16,5 3-4-16,2 0-5 16,0 2 0-16,5 1 0 15,4-3 0-15,9 5 0 16,-1 2 0-16,3 3 0 0,0 0 0 15,0 5 0-15,-3 6 0 16,-1-2 0-16,-6-1 0 16,-6 4 0-16,-4 3 0 0,0-1-2 15,-14 3-3-15,3-6 2 16,-4 1 1-16,0-2-1 16,1 1 1-16,1-1 0 15,3-3 2-15,10-7 0 16,-13 8 0-16,13-8 1 0,0 0 0 15,6 4 0-15,-6-4 1 16,19 6-1-16,-8-5 1 16,1 2-1-16,2 0 0 0,-1-2-1 15,2 2 1-15,-4 2-1 16,-2-2 0-16,-9-3 1 16,10 12-1-16,-10-12 1 15,0 10 0-15,0-10 0 16,-12 15-1-16,-5-7 1 0,-1-1-1 15,-5 0-1-15,-6-2 0 16,1 0-3-16,-2-2-4 16,-1 0-12-16,0 8-50 0,4-11-12 15</inkml:trace>
  <inkml:trace contextRef="#ctx0" brushRef="#br1" timeOffset="124549.68">21151 11425 456 0,'0'0'4'0,"3"-10"2"0,-3 10 1 0,0-15 0 16,0 5 1-16,-5 0-1 15,-2 5 1-15,-11 2 0 0,-7 3-8 16,-3 10 0-16,-4 8 0 16,-3 7 0-16,1 1 0 15,6 7 0-15,-2 0 0 16,14-2 0-16,2-1 0 0,14-5 0 15,5-3 0-15,13-4-2 16,12-3-12-16,5-11-14 16,5-4-44-16,9 0-14 15</inkml:trace>
  <inkml:trace contextRef="#ctx0" brushRef="#br1" timeOffset="124834.55">21349 11484 406 0,'0'0'7'0,"0"0"1"15,-14 0 1-15,1 0 2 0,-1 3-1 16,-1 4 2-16,-3 0-1 16,0 4 0-16,4-2-5 15,1 7-3-15,8-2-1 16,5 1-1-16,5-3 0 16,13-1-1-16,5-4 1 0,4-2-1 15,8-3 1-15,-1-2 0 16,-1-2 1-16,-1-6-1 15,-5-2 1-15,-7 0 0 16,-8-5 1-16,-4 3-3 0,-8-6 0 16,-3 7 0-16,-11-2 0 15,-2 1 0-15,-3 2-9 0,1 7-7 16,-9 0-19-16,-3 3-47 16,16 3-3-16</inkml:trace>
  <inkml:trace contextRef="#ctx0" brushRef="#br1" timeOffset="125176.06">21737 11408 438 0,'0'0'3'0,"0"0"1"16,-8-5 1-16,-1 2 1 16,-1 0 0-16,-2 3 0 0,-6 0 1 15,1 0-1-15,2 3-2 16,1 5-2-16,0 2-1 15,5-2 0-15,6 9-1 16,3-6 1-16,0 4-1 16,8 3 0-16,4-1 0 0,6 0 0 15,-4-1 0-15,3-2 0 16,4 3 1-16,-4-4-1 16,1-3 0-16,-6 2 1 0,-2-4 0 15,-5 3-1-15,-5-11 0 16,0 17 0-16,-13-11 1 15,-5 2-2-15,-6-3 0 0,-1-1-3 16,-5 2-6-16,-2-6-12 16,2-10-44-16,3 5-15 15</inkml:trace>
  <inkml:trace contextRef="#ctx0" brushRef="#br1" timeOffset="125441.66">22167 11120 475 0,'0'0'3'0,"0"0"0"0,0 0 1 15,-4 2 0-15,-7 6 1 16,-3 9-1-16,-7 4 1 16,0 8 1-16,-7 11-4 15,1 6-2-15,-1 7 0 0,3 4 0 16,6 1 0-16,6 3 0 15,11-5 0-15,-1-3 0 16,6-4 0-16,9-7 0 16,5-7 0-16,9-6 0 0,-1-11-17 15,7-16-65-15,2 5-4 16</inkml:trace>
  <inkml:trace contextRef="#ctx0" brushRef="#br1" timeOffset="125816.48">22413 11283 457 0,'0'0'4'16,"0"0"1"-16,-7-7 0 15,7 7 2-15,-20 0-1 0,6 2 1 16,-2 9 0-16,-4 1 0 16,1 9-3-16,-2 7-2 15,1 4-2-15,1 4 0 0,3 0 0 16,4-1 0-16,8 0 0 15,4-6 0-15,0-6 0 16,12-6 0-16,6-4 0 16,1-8 0-16,3-5 0 0,3-5 0 15,-2-8 0-15,-2-7 0 16,0-5 0-16,-3-4 0 16,-6-6 0-16,-3-5 0 15,-6 1 0-15,-3-1 0 16,-5 6 0-16,-7 1 0 15,-6 11 0-15,-3 5 0 0,-2 9 0 16,-2 8 0-16,5 5 0 16,0 12 0-16,12 6-7 15,-1 2-26-15,4 4-49 0,12 3-3 16</inkml:trace>
  <inkml:trace contextRef="#ctx0" brushRef="#br1" timeOffset="126133.47">22538 11509 459 0,'0'0'5'0,"0"0"2"15,-13-5 1-15,13 5 1 0,-15-10 0 16,15 10 0-16,-12-12-4 16,12 12-5-16,-2-14 0 15,2 14 0-15,12-9 0 16,0 8 0-16,3-3 0 15,0 4 0-15,0 5 0 0,-1 5 0 16,-3 0 0-16,-6 3 0 16,0 7 0-16,-5-4 0 15,-8 2 0-15,0 4 0 0,-4-4 0 16,0 2 0-16,2-5 0 16,0-1 0-16,5-4 0 15,5-2 0-15,0-8 0 16,15 7-11-16,-5-7-21 0,0-7-49 15,20-6-3-15</inkml:trace>
  <inkml:trace contextRef="#ctx0" brushRef="#br1" timeOffset="126300.5">22888 11266 455 0,'0'0'3'0,"0"0"0"0,-10 3 0 15,10-3 0-15,-14 20 1 16,8-6 0-16,-2 9 0 15,6 4 0-15,0 2-2 16,2 7-5-16,2-4-8 0,10 5-19 16,4 2-50-16,-9-7-1 15</inkml:trace>
  <inkml:trace contextRef="#ctx0" brushRef="#br1" timeOffset="126799.87">22843 11487 402 0,'0'0'5'0,"-2"-11"2"15,2 4-1-15,0-4 1 0,7-3 0 16,0 0 0-16,6-1-2 16,4-3-3-16,8 6-12 15,0-1-11-15,3 5-7 16,2-3-4-16,2 1 2 16,-2 3 5-16,-5-7 12 0,-1 8 13 15,-6-7 13-15,2 3 11 16,-13 6 9-16,-7 4 3 15,0 0 0-15,0 0-6 16,0 0-10-16,-18 9-8 16,6 11-5-16,-6 5-3 0,1 0-1 15,2 4 1-15,4 0-4 16,8 4 0-16,3-5 0 16,0-1 0-16,3-4 0 0,13-9 0 15,2-1 0-15,2-6 0 16,2-7 0-16,0 0 0 15,-2-13 0-15,0-4 0 16,-3-5 0-16,4-5 0 0,-12-6 0 16,-1-4 0-16,-4 0 0 15,-1-2 0-15,-3 4 0 16,-5 2 0-16,-2 8 0 0,-3 6 0 16,-1 9 0-16,-1 10 0 15,-3 2 0-15,5 14 0 16,-2 4 0-16,4 7 0 15,3 5 0-15,3 3 0 16,2 2 0-16,0-5-32 0,0 2-50 16,13-4-5-16</inkml:trace>
  <inkml:trace contextRef="#ctx0" brushRef="#br1" timeOffset="127233.45">23409 11459 452 0,'0'0'6'0,"0"0"0"16,-9-15 3-16,9 15-1 16,-7-14 1-16,4 4 0 0,3 0-1 15,0 0-4-15,0 10-4 16,15-15 0-16,0 12 0 16,-3 1 0-16,-2 2 0 0,3 0 0 15,-4 5 0-15,-9-5 0 16,7 18 0-16,-7-9 0 15,-2 4-2-15,-5-1 1 16,0 1 1-16,-4-1-1 16,1 0 1-16,-2 1 0 0,4-1 0 15,-1 1 0-15,1-4-1 16,4 1 0-16,4 0 0 16,0 0 1-16,2 1-1 15,5-5 1-15,9 2 0 0,-2-1 0 16,6-1 0-16,-3 1 0 15,1-2 0-15,-1 2 0 16,-4-1 1-16,-6-2-1 16,-7-4 0-16,2 13 0 0,-6-5 0 15,-9-4 0-15,-4 0 0 16,-4 2-1-16,2 1 0 16,-3-5-5-16,-6 6-6 15,2-8-23-15,0 0-46 0,4-5-2 16</inkml:trace>
  <inkml:trace contextRef="#ctx0" brushRef="#br1" timeOffset="127517.13">23663 10974 396 0,'0'0'3'0,"8"4"0"15,1 7 3-15,5 6 2 16,7 5 1-16,2 8 1 16,4 10 1-16,-2 5 0 15,-3 6-1-15,-4 6 1 0,-11 3-4 16,-7 1-1-16,-7 1-1 16,-14-2-2-16,-8-6 0 15,-6-1-1-15,-2-4-5 16,-5-6-9-16,2-11-38 0,0 2-33 15,8-9-1-15</inkml:trace>
  <inkml:trace contextRef="#ctx0" brushRef="#br1" timeOffset="128583.46">23857 10918 358 0,'0'0'7'0,"0"0"2"0,10-4 2 16,-10 4 1-16,15-5 0 15,-5 0 1-15,2 1 0 16,3-2 1-16,2 2-6 0,6-2-3 15,-1 2-2-15,3 4-1 16,-3 0-1-16,1 0 0 16,-3 0-2-16,-3 2 1 0,1 6 0 15,-11 3-1-15,-2 7 1 16,-1 2 0-16,-4 8 2 16,0 4 0-16,0 5 1 15,0 2 0-15,0 6 0 0,0 3 0 16,0 1 0-16,0-2 0 15,0 0-2-15,0-1 1 16,3 0-1-16,0-5 0 16,2-1 0-16,0 0-2 15,2-2 1-15,0-4 0 0,6-5-1 16,2 1 1-16,-5-5-1 16,2-4 1-16,-2-3 0 15,-2-3 0-15,-1-2 1 0,-4-3 0 16,-3-10 1-16,-3 12-1 15,-7-7 1-15,-7-3 0 16,-3 0 0-16,-8 4 0 16,-4-6 0-16,-8 3 0 15,-10-1 0-15,1-2-2 0,-6 5-3 16,1-5-7-16,7-5-65 16,2 5-8-16</inkml:trace>
  <inkml:trace contextRef="#ctx0" brushRef="#br1" timeOffset="129850.55">15392 12711 366 0,'0'0'8'0,"0"0"3"16,0-14 2-16,0 14 1 16,0-14 1-16,-5 4 0 15,0 1 0-15,-3-4 1 0,-2 8-8 16,-4 0-3-16,-2 3-2 16,-2 2-1-16,2 2-2 15,-5 5-1-15,5 1 1 0,-1 4-1 16,6 3 0-16,0 3-1 15,7-1 1-15,4-2 0 16,0 5 1-16,10-5-1 16,6 1 1-16,8 0-1 15,1 0 1-15,5 0 0 0,-3-1 1 16,3-3-1-16,-4 1 1 16,-5 1-1-16,-1-4 0 15,-8 0 1-15,-5-2-1 16,-7-8 1-16,0 12 0 15,0-12 0-15,-17 5-1 0,-3-3 1 16,-3 1 0-16,-5 0 0 16,-2-3-1-16,0 0-1 15,-2 0 0-15,2 0-2 0,5-3-4 16,0-2-10-16,9 0-32 16,7 2-33-16,9 3-2 15</inkml:trace>
  <inkml:trace contextRef="#ctx0" brushRef="#br1" timeOffset="130050.67">15548 12765 436 0,'0'0'4'0,"0"0"-1"16,0 0 1-16,0 0 1 15,10 10 0-15,-8-1 1 16,0 4-1-16,2 2 1 15,-2 5-4-15,1 0-2 0,-3 0-7 16,7 2-14-16,-5 0-57 16,5-7-3-16</inkml:trace>
  <inkml:trace contextRef="#ctx0" brushRef="#br1" timeOffset="130417.14">15732 12816 389 0,'0'0'7'0,"0"0"2"16,0 0 2-16,0 0 0 0,0 0 0 16,0 0 0-16,0 0 0 15,-7 3 0-15,7-3-7 16,0 15-2-16,0-5-2 0,0 0 0 16,0 2 1-16,0-1 0 15,2-2-1-15,-2-9 1 16,5 12 0-16,-5-12 0 15,14 0 0-15,-3-2-1 0,-1-5 1 16,2-5 0-16,1-1-1 16,0 1 1-16,6-1-1 15,-7 1 1-15,1 1-2 16,-3 4 1-16,-3 3-1 0,-7 4 0 16,13 0 1-16,-13 0-1 15,5 20 0-15,-3-6 0 16,0 1 0-16,3 0-2 15,-2 2-3-15,5 0-7 16,-3-4-9-16,-1-3-22 0,16 0-36 16,-10-5-4-16</inkml:trace>
  <inkml:trace contextRef="#ctx0" brushRef="#br1" timeOffset="130867.15">16114 12740 389 0,'0'0'7'0,"-2"-12"2"0,-3 5 3 15,0-6 1-15,0 2 0 16,-5 3 1-16,2-5-1 16,-1 5 0-16,-1 8-6 0,-5 0-3 15,3 13-2-15,-1 3-2 16,-2 5 0-16,2 4 0 16,4 2-1-16,-1 5 2 0,5-2-1 15,5-3 0-15,0-2 0 16,5-6 0-16,7-3 1 15,1-7 0-15,2-4 0 0,5-5-1 16,-3-5 1-16,3-4-1 16,-3-7 1-16,-2-3 0 15,-3-3 0-15,1-1 0 16,-8-7 0-16,0 5 1 16,-5-1-1-16,-3-4 0 15,-1 8-1-15,-6-1 0 0,2 8-1 16,-4 3 0-16,-1 9-1 15,3 3 1-15,0 8-1 16,3 7 0-16,1 6 1 0,2 4 0 16,4 3-1-16,0 5 2 15,2-1 0-15,6-6-1 16,4 2-2-16,3-6-3 0,5-2-7 16,-3-5-15-16,-4-8-52 15,14-1-3-15</inkml:trace>
  <inkml:trace contextRef="#ctx0" brushRef="#br1" timeOffset="131384.71">16271 12834 474 0,'0'0'4'0,"0"0"1"0,0 0 0 0,0 0-1 15,8 5 1-15,-8-5 1 0,4 15-1 16,-1-5-2-16,-3 3-3 16,0 4 0-16,0 0 0 0,2 3 0 15,-2-3-11-15,5 1-36 16,-2-6-37-16,1 0-2 15</inkml:trace>
  <inkml:trace contextRef="#ctx0" brushRef="#br1" timeOffset="131933.51">16855 12566 451 0,'0'0'3'0,"0"0"0"16,-3-12 1-16,3 12 1 15,-12-14-1-15,3 7 1 16,-7-4 0-16,2 4-1 0,-7 1-1 15,-1 6-2-15,-3 0-1 16,1 6 0-16,-2 6-1 16,4 2 0-16,2 4 0 0,5 5 0 15,6 4 0-15,9 3 0 16,0-1-1-16,9 6 2 16,6 1-1-16,5 5 1 0,0-2 0 15,-1 1 1-15,-1 3-1 16,-3-4 1-16,-2 3-1 15,-6 0 0-15,-5-1 1 16,-2-3-1-16,-2 2 0 16,-3-6 0-16,-9-1 0 0,3-4 0 15,-3-1 1-15,-4-3-1 16,1-3 0-16,-3-4 1 16,2-1-1-16,4-5 0 15,-2-2-1-15,9 0 1 16,7-10-1-16,-10 7 1 0,10-7 0 15,17 0 0-15,3 0 1 16,5-7-1-16,7 0 1 16,6-3-3-16,4 3-7 0,-2-7-33 15,-1 0-39-15,1-1-2 16</inkml:trace>
  <inkml:trace contextRef="#ctx0" brushRef="#br1" timeOffset="132351.14">17151 12611 466 0,'0'0'3'16,"0"0"2"-16,0 0 0 0,0-8 0 15,0 8 0-15,0 0 0 16,-10 11 0-16,-3 3 0 16,1 9-3-16,-6 2-1 15,1 5-2-15,-3-1 1 16,0 4 0-16,3-4 0 0,2-1 0 15,3-4 0-15,2-7 0 16,5-1 0-16,5-4 1 16,0-12-1-16,17 12 1 15,1-9 0-15,3-3-1 0,7 0-3 16,4 0-7-16,0 0-40 16,6-6-33-16,-3 5-1 15</inkml:trace>
  <inkml:trace contextRef="#ctx0" brushRef="#br1" timeOffset="132700.6">17385 12928 480 0,'0'0'3'15,"0"0"2"-15,-3-7 0 16,3-3 1-16,0 2 0 0,3-4 0 15,4-2-6-15,0-4 0 16,5 3 0-16,3 3 0 16,3 5 0-16,-1-2 0 15,1 8 0-15,-6 1 0 0,0 4 0 16,1 9 0-16,-8 2 0 16,0 2-5-16,-3 3 2 15,-2 2 1-15,-5 0 0 16,-2 3 1-16,0-6 1 15,1 2 0-15,-1-4 0 0,4-2 0 16,1-5 0-16,2-10 1 16,7 12-1-16,6-9 0 15,4-3-5-15,10 0-13 0,1-7-62 16,9-3-4-16</inkml:trace>
  <inkml:trace contextRef="#ctx0" brushRef="#br1" timeOffset="132966.94">18045 12603 435 0,'0'0'6'0,"0"0"1"0,0 0 2 16,-10-1 0-16,10 1 0 16,-15 0 1-16,3 7-1 15,-1 3 1-15,-6 7-6 16,1 3-1-16,-1 7-3 0,1 1 0 15,6 1 0-15,1 1 0 16,4-3 0-16,7 1 0 16,2-6 0-16,9-5 0 15,8-4 0-15,9-1-6 16,-3-10-17-16,7-2-59 0,3 0-4 16</inkml:trace>
  <inkml:trace contextRef="#ctx0" brushRef="#br1" timeOffset="133250.88">18176 12725 422 0,'0'0'5'16,"0"0"1"-16,0 0 2 0,-14 3 1 15,14-3 0-15,-18 11 0 16,6-5 1-16,3 7-1 16,-4-1-4-16,3 1-2 0,5-1-1 15,5 2-2-15,0 2 1 16,7-7-1-16,5 1 1 15,6-5 0-15,5-2-1 0,-2-3 2 16,5-3 0-16,-5-2 1 16,0-5 1-16,-4 1-4 15,-5-7 0-15,-6 4 0 16,-6-1 0-16,-2-1 0 16,-9 2 0-16,-3 4 0 0,-7-3 0 15,7 11-17-15,-9-6-28 16,5 6-41-16,6 2 0 15</inkml:trace>
  <inkml:trace contextRef="#ctx0" brushRef="#br1" timeOffset="133600.26">18555 12691 487 0,'0'0'2'15,"0"0"0"-15,0 0 1 16,-14-2 0-16,8 2 0 15,-10 0 0-15,-1 0 1 16,0 2 0-16,-5 3-4 16,4 2 0-16,4 4 0 0,1-3 0 15,5 5 0-15,6 2 0 16,2-3 0-16,2 4-2 16,8-3 1-16,3 4 1 15,2-3-1-15,2 1 0 0,3 0 1 16,-3-3 1-16,0 1-1 15,-4-1 0-15,-4-3 1 16,-3 2-1-16,-4-4 1 0,-2 3 1 16,-12-5-2-16,0 3 0 15,-11-1 0-15,3-2-3 16,-7 0-3-16,5 0-11 16,-5 0-30-16,2-5-37 0,7 0-1 15</inkml:trace>
  <inkml:trace contextRef="#ctx0" brushRef="#br1" timeOffset="133976.01">18771 12579 456 0,'0'0'5'0,"0"0"1"16,0 0 0-16,0 0 0 15,0 0 1-15,-6 12-1 16,-3 4 1-16,-1 4-1 0,-3 4-4 15,3 3-1-15,-2 9-1 16,4-3 0-16,1 4 1 16,7-5 1-16,0-4-2 0,7-6 0 15,6-2 0-15,4-8 0 16,3-4 0-16,5-8 0 16,-2-3 0-16,3-6 0 15,-1-8 0-15,-4-6 0 0,-1 1 0 16,-6-10 0-16,-9 2 0 15,-5-1 0-15,-2 3 0 16,-8 0 0-16,-8 9 0 16,1 3 0-16,-3 9 0 0,-2 7 0 15,2 7 0-15,2 11 0 16,4 5 0-16,6 3 0 16,1 4-3-16,7 8-22 0,4-5-58 15,14 0-3-15</inkml:trace>
  <inkml:trace contextRef="#ctx0" brushRef="#br1" timeOffset="134316.92">19152 12849 449 0,'0'0'5'0,"0"0"3"16,0-10 0-16,0 10 2 15,-6-14 0-15,4 5 0 16,-1 1 1-16,3-5-11 15,-2 2 0-15,4 5 0 0,-2 6 0 16,11-13 0-16,-3 10 0 16,3 1 0-16,-1 2 0 15,-1 5 0-15,2 2 0 0,-6 5 0 16,-3 6 0-16,-2 5 0 16,-7-1 0-16,-11 3 0 15,6-1 0-15,-7 1 0 16,2 0 0-16,-2-3 0 0,3-4 0 15,2-4 0-15,7-2 0 16,7-12 0-16,0 13 0 16,12-10 0-16,4-3 0 0,5 0-20 15,14-6-63-15,-5-6-3 16</inkml:trace>
  <inkml:trace contextRef="#ctx0" brushRef="#br1" timeOffset="134583.01">19829 12603 460 0,'0'0'3'0,"0"0"2"0,0 0 0 0,0 0 0 16,12-1 1-16,-12 1-1 16,11 12 1-16,-6 1 0 15,-1 6-4-15,1 1-3 16,2 7-11-16,-7-2-23 0,6 0-48 16,-1 0-2-16</inkml:trace>
  <inkml:trace contextRef="#ctx0" brushRef="#br1" timeOffset="134751.76">19760 12708 459 0,'0'0'2'0,"0"0"0"0,0 0 0 16,7-11 0-16,5 7 1 15,4 0-1-15,4-2-4 16,1-1-11-16,9 2-65 15,5 0-1-15</inkml:trace>
  <inkml:trace contextRef="#ctx0" brushRef="#br1" timeOffset="135041.13">20299 12436 441 0,'0'0'5'0,"0"0"2"15,0 0 1-15,0 0 0 16,0 0 0-16,0 0 0 15,4 4 1-15,-4 3 0 16,0 10-5-16,-7 2-2 16,0 1 0-16,-5 7-2 0,-6 2 0 15,-2 1 0-15,-2 0 0 16,0-3 0-16,-1-2 0 16,0-3 0-16,9-4 0 15,2-4 0-15,4-4 0 0,8-10 0 16,2 10 0-16,9-8 0 15,3-2 0-15,11 0 0 16,0-4-3-16,10 0-25 16,15-4-55-16,-13-2-3 0</inkml:trace>
  <inkml:trace contextRef="#ctx0" brushRef="#br1" timeOffset="135516.54">20500 12651 454 0,'0'0'6'16,"0"0"1"-16,-13-3 2 0,13 3 1 15,-7-9 0-15,7 9 0 16,-5-16-5-16,5 9-5 16,0 7 0-16,10-14 0 15,3 6 0-15,-1 1 0 0,0 2 0 16,3 2 0-16,3 3 0 15,-3 0 0-15,-3 0 0 16,-2 5 0-16,0 0 0 16,-10-5-3-16,9 18-1 0,-9-9 1 15,0 3 1-15,-2-1 1 16,-5-2 0-16,-3 4 0 16,5 2 1-16,-5-2 0 15,5-1-1-15,0 1 0 0,5-2 1 16,0 3-1-16,12 0 0 15,1-2 1-15,4-2 0 16,3-1-1-16,1 2 1 16,-5-4 0-16,5 0 1 15,-7 0 0-15,-14-7-1 0,13 9 1 16,-13-9 0-16,-11 4 1 16,-1-1-1-16,-8-3 0 0,1 2 0 15,-9-2-2-15,6 0-4 16,-8-2-11-16,10-5-43 15,-2 4-24-15,4-7-2 16</inkml:trace>
  <inkml:trace contextRef="#ctx0" brushRef="#br1" timeOffset="136150.54">21355 12485 380 0,'0'0'9'0,"4"-10"1"0,-4 10 3 15,8-15 1-15,-8 15 1 16,0-14 0-16,0 14 0 16,-15-7 0-16,-2 7-6 0,-6 7-4 15,-6 7-3-15,1 6 0 16,-2 3-2-16,6 1 0 16,2 3 0-16,6 1 0 15,9-3 0-15,7-1 0 0,10-7-1 16,10-1-1-16,10-4-4 15,-1-7-11-15,16-10-53 16,0 5-13-16</inkml:trace>
  <inkml:trace contextRef="#ctx0" brushRef="#br1" timeOffset="136433.93">21496 12512 428 0,'0'0'4'16,"0"0"0"-16,-17 4 1 0,2 5 1 15,1 0 1-15,-4 1-1 16,3 0 1-16,-2 5 0 16,5 0-3-16,8 0-2 15,4-3 0-15,11-2-1 0,6-3 0 16,7-1 0-16,2-4 0 16,3-2 1-16,1-2 0 15,-5-4 0-15,-2-1 1 16,-4-3 0-16,-6 1 0 15,-6-4-1-15,-7 1-1 0,-4-1-1 16,-7 3-3-16,-3 3-5 16,-7 0-9-16,1 7-19 15,8 0-48-15,-5 0-1 0</inkml:trace>
  <inkml:trace contextRef="#ctx0" brushRef="#br1" timeOffset="136783.18">21859 12470 456 0,'0'0'2'16,"0"0"1"-16,-7-5 0 15,-1 0 0-15,-7 3 1 16,0 2-1-16,-2 0 1 0,-3 0 0 16,1 10-2-16,-4 0-1 15,5 2-1-15,4 3 0 16,3 0 0-16,6 5-1 15,5-3 0-15,0 0 0 0,13 0 1 16,4-1-1-16,3-2 1 16,3 1-1-16,-1-3 1 15,0-2 0-15,1 0 0 16,-9-2 0-16,-1-1 0 0,-13-7 1 16,10 10 1-16,-10-10-1 15,-10 8 0-15,-5-3 1 16,-7 0-1-16,-3-2-2 15,0 1-3-15,-5-4-9 0,5 3-17 16,5-2-51-16,1-1 0 16</inkml:trace>
  <inkml:trace contextRef="#ctx0" brushRef="#br1" timeOffset="137033.78">22241 12250 462 0,'0'0'5'0,"0"0"1"16,0 0 2-16,0-10-2 0,0 10 1 16,0 5 0-16,-9 8 0 15,-1 8-4-15,-3 7-3 16,-4 11 0-16,0 4 0 16,-4 7 0-16,9 1 0 0,3 0 0 15,4-3 0-15,5-1 0 16,5-7 0-16,7-5 0 0,8-7-5 15,3-12-17 1,1-1-61-16,5-5-3 0</inkml:trace>
  <inkml:trace contextRef="#ctx0" brushRef="#br1" timeOffset="137417.26">22579 12327 443 0,'0'0'4'0,"0"0"0"15,-7-8 2-15,7 8 1 16,-20-3 0-16,8 3 0 0,-3 11 0 16,-5 3 0-16,0 4-3 15,1 9-2-15,0 3-1 16,6 0 0-16,4 2-2 16,5-1 1-16,4-3 0 0,0-3 0 15,13-5 1-15,0-8-1 16,11-4 1-16,-3-7 0 15,4-1 0-15,-2-6 1 16,2-9-1-16,-2-3 1 16,-7-6-1-16,0-7 1 0,-9-3-2 15,-4-1 0-15,-3-2 0 16,-5 0 0-16,-8 5 0 16,-2 2 0-16,-3 8 0 0,-1 5 0 15,-3 11 0-15,1 6 0 16,5 7 0-16,-2 11 0 15,6 5-5-15,-1 2-7 16,13 5-36-16,0 6-37 0,10-3 1 16</inkml:trace>
  <inkml:trace contextRef="#ctx0" brushRef="#br1" timeOffset="137767.15">22791 12500 458 0,'0'0'5'16,"0"0"1"-16,-7-13 1 16,7 13 1-16,-5-17 1 0,2 5-1 15,3 0 2-15,0-1-10 16,0 2 0-16,0 11 0 16,17-11 0-16,-1 6 0 15,-8 5 0-15,5 0 0 0,0 5 0 16,-6 6 0-16,-2 3 0 15,-2 3 0-15,-3 5 0 16,-10-2 0-16,-2 1 0 16,-1 7 0-16,-1-6 0 0,-4-1 0 15,3-1 0-15,2-4 0 16,6 0 0-16,0-7 0 16,7-9 0-16,0 13 0 15,7-13 0-15,9 0-6 0,3-5-12 16,7-5-23-16,12-5-44 15,-5-2-1-15</inkml:trace>
  <inkml:trace contextRef="#ctx0" brushRef="#br1" timeOffset="137917.45">23119 12289 416 0,'0'0'6'0,"0"0"2"16,0 0 1-16,0 0 0 16,0 0 0-16,-9 0 0 15,3 5 0-15,1 10 0 0,-2 3-6 16,4 7-2-16,-2 4-2 15,5 6-3-15,0-5-7 16,0 7-16-16,0 2-44 16,0-9-11-16</inkml:trace>
  <inkml:trace contextRef="#ctx0" brushRef="#br1" timeOffset="138383.47">23012 12483 415 0,'0'0'5'16,"0"-13"0"-16,0 1 1 15,0 1 1-15,6-3-3 16,3-1 2-16,3 0 0 0,6-2-2 16,5 2-10-16,1 3-8 15,6 5-8-15,-3-6-5 16,5 2-3-16,0 2 2 0,1-3 5 16,-6 2 12-16,-7-3 14 15,3 4 10-15,-13 0 10 16,2 5 6-16,-12 4 3 15,0 0-1-15,-8 10-6 0,-6 7-8 16,1 1-9-16,1 7-4 16,-3-1-1-16,3 1-1 15,4 5-1-15,4-5-1 0,4-1 1 16,2-1-1-16,8-6 1 16,4-5 0-16,1-4 1 15,2-3 0-15,3-5 0 16,-2-9 1-16,-3 1 0 15,-2-10 0-15,-4-4-1 16,-4-3 1-16,-2-2-3 0,-3-8 0 16,-3 6 0-16,-2-4 0 15,-4 5 0-15,-3 6 0 16,4 5 0-16,-5 5 0 0,0 7 0 16,-1 5 0-16,1 12 0 15,3 3-5-15,6 7-7 16,-2 3-15-16,-1 7-55 0,9-2-3 15</inkml:trace>
  <inkml:trace contextRef="#ctx0" brushRef="#br1" timeOffset="138850.51">23509 12440 447 0,'0'0'5'0,"0"0"1"16,0-12 1-16,0 12 1 15,0-14 0-15,0 3-1 16,0-1 1-16,0 2 0 0,3 0-5 16,-3 10-1-16,17-12-2 15,-8 6-1-15,0 6 0 16,0 0 0-16,-2 0-1 0,-7 0-1 16,13 13 1-16,-10-3-1 15,-3 0 1-15,-3 5 0 16,-5-2 0-16,-1 1 0 15,-8 1 2-15,1 0-1 0,-4-1 1 16,6-1 0-16,-2 2 0 16,7-6 0-16,-1 4 0 15,8-1 0-15,2-5 0 16,0-7 1-16,19 13-1 0,-1-5 0 16,-1-1 0-16,5-2 1 15,1 0-1-15,-1 0 0 16,0 0 0-16,-2 0 0 15,-4 3 0-15,-4-3 0 16,0-1 1-16,-12-4-1 0,0 12 1 16,0-12-1-16,-12 13 1 15,-6-8 0-15,-1 0 0 16,-4 0-2-16,-2-5-3 0,2 5-8 16,-6-5-22-16,0-5-49 15,6-7 1-15</inkml:trace>
  <inkml:trace contextRef="#ctx0" brushRef="#br1" timeOffset="139133.82">23683 12032 453 0,'0'0'2'0,"0"0"1"0,11 2 2 16,3 8 0-16,4 3 0 15,-1 7 1-15,8 4 0 0,0 11 0 16,-1 4-1-16,-4 6-2 16,5 4-1-16,-5 4-1 15,-5-2 0-15,-11 2-1 16,-4-7 0-16,0-2 0 16,-9-3 1-16,-3-7-1 0,-8-2 0 15,-6-7-2-15,6-5-3 16,-1-7-6-16,0-1-17 15,9-8-55-15,-5-4-2 0</inkml:trace>
  <inkml:trace contextRef="#ctx0" brushRef="#br1" timeOffset="139650.6">23968 11970 465 0,'0'0'2'0,"0"0"1"0,0 0 1 16,9-10 1-16,-9 10 0 15,21-13 0-15,-6 9 1 16,8-4-1-16,7 3-2 16,-3 3 0-16,11-1-2 15,-1 3 0-15,0 0 0 0,-3 3-1 16,-4 2 0-16,-2 5-1 15,-8 2 1-15,-8-1 0 16,-5 7 0-16,-7 2-1 16,0 5 1-16,-7 8 0 0,0 1 1 15,-6 6-2-15,3 2 1 16,3 5 0-16,-3 0 0 16,7 5-1-16,0-3 0 0,3 6 1 15,6-3-1-15,4 1 1 16,3-4-1-16,4 3 1 15,3-3 0-15,-1-4 0 16,4 2 0-16,-6-6 0 0,3-3 0 16,-2-3 0-16,-6-3 0 15,-8-5 1-15,-4-4 0 16,-2-4 0-16,-10-3 1 16,-13-4-1-16,-7-2 1 15,-8-3-2-15,-10 1 0 0,-5-6 0 16,-12-2 0-16,-4 2-3 15,-7-2-12-15,9-2-44 16,-3 2-26-16,2 0-2 16</inkml:trace>
  <inkml:trace contextRef="#ctx0" brushRef="#br1" timeOffset="140616.81">15856 13672 436 0,'0'0'4'0,"0"0"3"0,10-3 1 16,-10 3 1-16,0 0 0 16,10 0 0-16,-10 0 0 15,3 15 1-15,-6 3-5 16,-7 7 0-16,-2 4-5 0,-6 4 0 15,-1 5 0-15,-6-3 0 16,2 2 0-16,-2-4 0 16,1-4 0-16,-1-4 0 15,5-5 0-15,3-5 0 0,4-3 0 16,3-4 0-16,10-8 0 16,-10 5 0-16,10-5 0 15,10 0 0-15,5 0 0 16,5-5 0-16,5 0 0 0,2-3 0 15,1 3 0-15,4-2 0 16,-2 2 0-16,0-3 0 16,-9 3 0-16,0 3 0 15,-5 0 0-15,0 2 0 0,-7 0 0 16,-1 0 0-16,-8 0-7 16,13 0-6-16,-13 0-14 15,0-10-48-15,0 10-10 16</inkml:trace>
  <inkml:trace contextRef="#ctx0" brushRef="#br1" timeOffset="141191.51">16204 13966 483 0,'0'0'3'0,"0"0"2"0,0-12 0 0,0 12 1 16,0-15 0-16,1 5-3 15,2 3-3-15,1-6 0 16,-4 13 0-16,12-15 0 15,-12 15 0-15,17-10 0 0,-7 10 0 16,2 0 0-16,4 0 0 16,-2 6 0-16,2 3 0 15,-4 1 0-15,-3 3 0 16,-3-3 0-16,-1 5-3 0,-5-3-3 16,0 3 1-16,-11 0 1 15,2-2 0-15,-6 1 2 16,2 1 0-16,1-3 0 15,2 0 2-15,0-2 0 0,5 0 1 16,5 4 0-16,3-7 1 16,6 2-1-16,6 1 0 15,2-3 0-15,1 4 0 16,3-4 0-16,-2 2-1 16,-1 0 0-16,-4-1 0 0,-1 3 0 15,-13-11 1-15,7 12 0 16,-7-12 0-16,-7 18 1 15,-8-13 0-15,-2 5-1 0,-6-5 0 16,-2 2-1-16,-2-2-1 16,-3-3-2-16,5 3-5 15,-4-5-22-15,-4-2-52 16,18-6-2-16</inkml:trace>
  <inkml:trace contextRef="#ctx0" brushRef="#br1" timeOffset="141700.62">16932 13771 435 0,'0'0'5'0,"0"0"1"0,0-15 1 16,0 15 0-16,-2-15 0 16,-6 5 1-16,-2 2-1 0,-2 4 1 15,-8 1-5-15,-3 3-2 16,1 5 0-16,0 5-1 16,-1 2 0-16,6 3 1 15,4 0-1-15,8 2 0 0,5-2 1 16,8 2-1-16,7 4 1 15,12-6 0-15,1 1 0 16,4 0 0-16,5 3 0 0,-2-4 0 16,-5-2-1-16,2-1 1 15,-9 0 0-15,-7 1 0 16,-5-3 0-16,-11-10 0 16,0 12 0-16,-5-5 1 15,-13 4-2-15,-2-7 0 0,-7 1 0 16,-3 0 0-16,-2-2 0 15,-3-1 0-15,-2-2 0 16,5 0 0-16,2 0 0 16,5-5 0-16,8 0-4 0,2 3-10 15,5-13-17-15,0 11-52 16,13-7-3-16</inkml:trace>
  <inkml:trace contextRef="#ctx0" brushRef="#br1" timeOffset="141900.47">17163 13822 474 0,'0'0'3'0,"0"0"1"0,0 0 1 0,0 0 0 16,10 0 0-16,-10 0 1 16,5 8-1-16,-3 5-1 15,-2-1-4-15,0 5 0 16,0 1 0-16,5 4-16 15,-2-7-22-15,-1 5-45 0,6-6-3 16</inkml:trace>
  <inkml:trace contextRef="#ctx0" brushRef="#br1" timeOffset="142260.81">17317 13855 428 0,'0'0'6'0,"0"0"2"16,0 0 1-16,0 0-1 15,0 0 1-15,0 3 0 0,0-3-1 16,2 16 1-16,-2-6-5 16,0 3-3-16,0 4 0 15,0-4-1-15,4-1 1 16,-2 1-1-16,0-6 1 0,-2-7-1 16,0 0 1-16,8 10 0 15,-8-10 0-15,9-5 0 16,2-2 0-16,1-9-1 15,3 2 1-15,2-1-1 0,6-3 0 16,-1 1-1-16,0 0 0 16,1 7 0-16,-3 0 1 15,-3 5-1-15,-2 5 0 16,-1 2 1-16,-4 11-1 0,-4-1 1 16,-1 6 0-16,0-1-2 15,-3 2-2-15,3 4-7 16,-5-5-17-16,-10-1-53 15,10-2-3-15</inkml:trace>
  <inkml:trace contextRef="#ctx0" brushRef="#br1" timeOffset="142550.5">17839 13483 482 0,'0'0'2'0,"0"0"0"0,0 0-1 16,5 6 3-16,-5 10 0 15,-3 9 0 1,-2 10 1-16,-2 8 2 0,-5 1-7 16,1 13 0-16,2 7 0 15,-1-2 0-15,2-6 0 16,5 0 0-16,3-5 0 15,6-1 0-15,6-8 0 0,5-7 0 16,1-2 0-16,7-12-27 16,-13-3-57-16,18-8-5 15</inkml:trace>
  <inkml:trace contextRef="#ctx0" brushRef="#br1" timeOffset="143000.5">18162 13633 394 0,'0'0'6'0,"0"0"3"0,0 0 0 15,0 0 1-15,0 0 1 16,-7 4 1-16,-1 9 0 16,-2 3 1-16,-2 7-5 15,-3 4-3-15,0 5-1 0,2 9 0 16,-1-3-1-16,7 0-1 15,1 1 0-15,6-6 0 16,0-6-1-16,9-5 0 0,4-6 0 16,5-7 1-16,-1-9-2 15,1 0 0-15,1-9 0 16,-4-7 0-16,0-1 0 16,-2-8 0-16,-3-3 0 0,-8-5 0 15,0-3 0-15,-2-3 0 16,-7-1 0-16,0 0 0 15,-6 6 0-15,1-1 0 16,0 9 0-16,1 2 0 16,-1 12 0-16,3 8 0 0,-2 4 0 15,6 4 0-15,-2 15 0 16,7 5 0-16,0 8 0 16,0 3 0-16,7 1 0 15,5 7-3-15,-1-8-15 0,11-11-53 16,0 8-13-16</inkml:trace>
  <inkml:trace contextRef="#ctx0" brushRef="#br1" timeOffset="143326.85">18369 13877 438 0,'0'0'4'0,"0"0"3"15,-6-15 1-15,6 15 2 0,-3-15 0 16,3 5 0-16,0 0 0 15,0 1 0-15,0 9-6 16,11-15-4-16,-1 12 0 16,2 3 0-16,-2 0 0 15,0 0 0-15,-1 8 0 0,2 2 0 16,-6 7 0-16,0 0 0 16,-5 3 0-16,0 2 0 15,-5 3 0-15,0-3 0 16,-3 1 0-16,3-3 0 0,-2-2 0 15,2-6 0-15,3 0 0 16,2-2 0-16,0-10 0 16,7 7 0-16,0-7 0 15,6 0-2-15,4-2-17 0,1-6-40 16,1-2-25-16,1-7-3 16</inkml:trace>
  <inkml:trace contextRef="#ctx0" brushRef="#br1" timeOffset="143516.48">18636 13689 426 0,'0'0'6'16,"0"0"2"-16,0 0 1 16,-5-5 0-16,5 5 1 15,0 0-1-15,-4 15 2 16,4 0-1-16,0 7-5 16,4 6-3-16,1-2 0 0,2 6 0 15,2 1-4-15,-2-5-5 16,5 1-14-16,-6 0-50 0,-4-9-13 15</inkml:trace>
  <inkml:trace contextRef="#ctx0" brushRef="#br1" timeOffset="143666.88">18597 13825 452 0,'0'0'3'0,"0"0"1"0,0-11 0 15,0 11 0-15,7-17 1 16,4 9-1-16,1-3-1 15,2-1-3-15,1-1-10 0,13 6-15 16,-9 7-44-16,6-10-13 16</inkml:trace>
  <inkml:trace contextRef="#ctx0" brushRef="#br1" timeOffset="144017.54">18885 13616 392 0,'0'0'6'0,"0"0"3"15,0 0 0-15,0 0 1 0,0 9 2 16,-3 0-1-16,-2 7 1 15,1 3 1-15,-4 3-7 16,3 3-1-16,2 5-1 16,3 2-1-16,0-2-1 0,6-1-1 15,1-4 1-15,5-3-1 16,6-2 0-16,-1-8-1 16,1-4 1-16,2-3 0 15,2-5 0-15,-2-5 1 0,0-5-1 16,-1-7 1-16,-3-8-1 15,-7 3 0-15,-4-10 1 16,-2 0-2-16,-3-6 0 16,-3 4 0-16,-4-1 0 0,-3 3 0 15,-3 7 0-15,1 5 0 16,-1 8 0-16,1 5 0 16,0 7 0-16,2 12-2 15,0 2 2-15,3 11-2 0,0 5-2 16,3 5-3-16,4-3-11 15,4 1-33-15,5 3-32 16,6-9-3-16</inkml:trace>
  <inkml:trace contextRef="#ctx0" brushRef="#br1" timeOffset="144501.01">19208 13814 441 0,'0'0'6'0,"0"0"1"0,0 0 2 0,0-14 0 0,0 14 1 16,0-11 0-16,0 11-1 16,0-16 1-16,0 7-10 15,0 9 0-15,10-11 0 16,-1 9 0-16,2 2 0 0,3 0 0 16,2 2 0-16,-2 3 0 15,-1 5-4-15,-3-2 1 16,-4 2-1-16,-2 0 0 0,-2-1 0 15,-2 4 1-15,-6-1 0 16,0 3 1-16,-6-5 1 16,-1 3 1-16,1-1 0 15,-4-2 0-15,7 2-1 16,-1-5 1-16,2 3 0 0,8-10 0 16,-5 15 0-16,5-15 0 15,7 13 1-15,4-8-1 16,1 0 1-16,6-1 0 0,-1 1 0 15,1 0 0-15,2 1 0 16,-3 1 0-16,-2-2-1 16,-5 2 2-16,-10-7-1 15,9 18 1-15,-9-9 0 0,-9-1 0 16,-7 0 1-16,-3-1-1 16,-4-2-1-16,-4-1-2 15,-3-1-2-15,5 0-9 16,-5-6-17-16,0 0-52 0,13-4-2 15</inkml:trace>
  <inkml:trace contextRef="#ctx0" brushRef="#br1" timeOffset="144766.42">19469 13379 419 0,'0'0'3'0,"0"0"1"0,10-2 1 15,-10 2 0-15,17 2 1 0,-2 8 1 16,5 5-1-16,1 8 1 16,8 3-1-16,-2 12-2 15,1 4 1-15,-3 8 0 16,-1 4 0-16,-9 6 1 0,-5-1 0 16,-10 3 0-16,-10 0 0 15,-12 2-6-15,-13-2 0 16,-5-3 0-16,-7-2 0 15,-6-10-8-15,2 6-75 16,3-9-3-16</inkml:trace>
  <inkml:trace contextRef="#ctx0" brushRef="#br1" timeOffset="145766.93">20038 13619 417 0,'0'0'5'16,"10"-7"2"-16,-1 3 2 0,2-2-2 15,-1 1 2-15,-1 5 1 16,4 0 0-16,-1 12 1 16,-7 12-4-16,-5 0-2 15,0 10-2-15,0 2 0 0,-2 5-3 16,-3-1-3-16,2-3-7 15,-9-10-18-15,-2 3-54 16,8-8-1-16</inkml:trace>
  <inkml:trace contextRef="#ctx0" brushRef="#br1" timeOffset="145934.45">19921 13808 426 0,'0'0'4'0,"0"0"1"16,5-8 1-16,-5 8 0 15,15-11 1-15,2 5 0 16,3-1-1-16,3 2 0 16,5-2-9-16,9 7-23 15,4 0-53-15,-6-6-2 0</inkml:trace>
  <inkml:trace contextRef="#ctx0" brushRef="#br1" timeOffset="146259.65">20582 13547 474 0,'0'0'3'0,"0"0"0"15,0 0 0-15,0 0 1 16,0 11-1-16,-3-1 2 0,-4 7-1 16,0 6 1-16,-9-2-3 15,4 9 0-15,-3 0 1 16,-2 4-3-16,-1-4 0 0,-3 3 0 15,0-5 0-15,4-7 0 16,2-1 0-16,2-3 0 16,1-5 0-16,5-2 0 15,7-10 0-15,0 10 0 16,5-10 0-16,9 0 0 16,2-2 0-16,6-3 0 0,0-2 0 15,5 1 0-15,-2-1 0 16,0 2-14-16,-4 7-53 15,0-4-19-15</inkml:trace>
  <inkml:trace contextRef="#ctx0" brushRef="#br1" timeOffset="146633.65">20774 13850 477 0,'0'0'5'0,"0"0"1"16,-11-7 1-16,11 7 1 0,-7-13 0 16,7 13-8-16,-3-15 0 15,3 5 0-15,3 2 0 16,6 0 0-16,7-3 0 0,1 1 0 16,1 3 0-16,-1 2 0 15,3 5 0-15,-5 0 0 16,-1 8 0-16,-6 4 0 15,-2 2 0-15,-4 7 0 16,-2-2 0-16,-2 6 0 16,-7-3 0-16,0 0 0 0,-3 1 0 15,1-4 0-15,1-3 0 16,3 1 0-16,-1-7 0 16,6 0 0-16,2-10 0 0,0 0 0 15,15 8 0-15,-1-8 0 16,7 0 0-16,-1-11-13 15,2 4-72-15,7-3-2 16</inkml:trace>
  <inkml:trace contextRef="#ctx0" brushRef="#br1" timeOffset="147133.51">21257 13575 413 0,'0'0'5'15,"0"0"3"-15,0 0 1 16,9-10 2-16,-9 10 2 16,5-7-1-16,-5 7 1 15,0-11 0-15,0 11-6 0,-8-7-2 16,-5 7-3-16,1 3-2 16,-1 4 0-16,-4 3 0 15,-3 2 0-15,2 3 0 0,-1 3 0 16,6-1 0-16,1 1 0 15,4 4 0-15,6-5 0 16,2-2 0-16,12-2 0 16,6 1 0-16,4-2 0 0,3-2 0 15,7 0 0-15,-4 1 0 16,2-2 0-16,4-2 0 16,-4 3 0-16,-3 0 0 15,-1-2 0-15,-6 2 0 0,-4-1 0 16,-5 4 0-16,-4-3 0 15,-7 0 0-15,-2 0 0 16,-9 0 0-16,-5 0 0 16,-7-1 0-16,-5 1 0 15,-4-5 0-15,-2 0 0 0,-1-2 0 16,-2-1 0-16,5-2 0 16,-2-2 0-16,10-4 0 15,6-2 0-15,6-1-3 0,5-3-28 16,-3 2-54-16,14 1-3 15</inkml:trace>
  <inkml:trace contextRef="#ctx0" brushRef="#br1" timeOffset="147682.93">21698 13595 398 0,'0'0'7'0,"2"-12"2"0,-2 12 3 16,3-11 1-16,-3 11 0 0,5-12 1 15,-5 12-1-15,0 0 1 16,0 0-7-16,-10 17-2 16,-3 3-3-16,1 8 0 15,2 1-2-15,-3 6 2 0,4-3-2 16,4 3 0-16,5-5 0 16,0-5 0-16,10-9 0 15,2 2 0-15,1-11 0 16,6-4 0-16,1-3 0 15,-2-3 0-15,-1-9 0 0,-2-3 0 16,-3-5 0-16,-2-2 0 16,-2-5 0-16,-8-6 0 15,0 1 0-15,0-5 0 0,-11 2 0 16,-3 6 0-16,-2-1 0 16,0 9 0-16,-2 4 0 15,1 10 0-15,-4 7 0 16,4 6 0-16,3 12 0 0,2 1 0 15,3 6 0-15,9 7 0 16,0 0 0-16,9-2 0 16,5 4-6-16,1-4-11 15,9-13-49-15,4 11-18 0</inkml:trace>
  <inkml:trace contextRef="#ctx0" brushRef="#br1" timeOffset="148050.45">22041 13764 447 0,'0'0'6'0,"-5"-8"1"16,5 8 1-16,-13-13 2 15,3 6 1-15,10 7 0 16,-13-17 0-16,8 7-11 16,5 10 0-16,0-12 0 0,9 9 0 15,0-2 0-15,3 5 0 16,1 0 0-16,-1 5 0 15,-2 3 0-15,1 4 0 16,-4 5 0-16,-5 0 0 0,-2 3 0 16,-7 2 0-16,-3 2 0 15,-6 2 0-15,3-6 0 16,-8 3 0-16,3-2 0 16,2-3 0-16,3-3 0 0,3-3 0 15,5-2 0-15,5-10 0 16,0 10 0-16,12-10 0 15,4 0 0-15,5-5 0 16,4-2 0-16,3-1 0 0,-1-4-10 16,-7-1-75-16,6 3-2 15</inkml:trace>
  <inkml:trace contextRef="#ctx0" brushRef="#br1" timeOffset="148533.01">21374 13666 424 0,'0'0'6'0,"0"0"2"0,0 0 0 16,0 0 0-16,5-2 0 0,-5 2 2 15,9 8-1-15,-5 2 1 16,4 5-6-16,-6 4-2 16,3 1 0-16,0 2 0 15,0 3 0-15,-2-5-3 16,2-1 0-16,-5-1-5 15,4-3-6-15,1-8-15 0,-5-7-55 16,7 10-2-16</inkml:trace>
  <inkml:trace contextRef="#ctx0" brushRef="#br1" timeOffset="148931.64">21521 13751 389 0,'0'0'7'0,"0"0"3"16,0 0 1-16,-3-10 2 0,3 10 0 15,0 0 0-15,0 0 0 16,0 0 0-16,-1 10-5 16,1 3-4-16,0-1-2 15,0 1-1-15,0 1 1 0,0 1-1 16,4-3-1-16,-1 1 1 16,2-4 0-16,-5-9-1 15,4 10 1-15,-4-10 1 16,0 0-1-16,0 0 1 15,9-2 1-15,-9 2-3 16,9-17 0-16,-4 4 0 0,2-2 0 16,4 0 0-16,1 1 0 15,-3 1 0-15,4 1 0 16,-3 4 0-16,0 3 0 0,0 5 0 16,-2 0 0-16,-1 10 0 15,0 5 0-15,-1 1 0 16,-1 3 0-16,1 0 0 15,4 6 0-15,3-5 0 0,-1 2 0 16,1-4-7-16,9-3-38 16,1-3-38-16,-1-4-3 15</inkml:trace>
  <inkml:trace contextRef="#ctx0" brushRef="#br1" timeOffset="149725.39">22744 13650 482 0,'0'0'2'16,"0"0"2"-16,0 0 0 15,0 0 0-15,0 0 0 16,0 0 0-16,7 9 0 16,-4 6-1-16,-3 5-3 0,2 2 0 15,1 8 0-15,1 2 0 16,-2-5-9-16,9 3-22 16,6-5-52-16,-14-2-3 0</inkml:trace>
  <inkml:trace contextRef="#ctx0" brushRef="#br1" timeOffset="149884.32">22600 13773 413 0,'0'0'7'0,"0"0"2"16,0 0 1-16,0 0 0 16,6-9 1-16,8 3-1 15,3-1 1-15,8 2-3 0,0-2-10 16,9 1-19-16,6 4-60 15,-1-6-3-15</inkml:trace>
  <inkml:trace contextRef="#ctx0" brushRef="#br1" timeOffset="150150.59">23159 13543 461 0,'0'0'3'0,"0"0"0"15,0 0 1-15,0 0 2 16,2 12 0-16,-2 1 0 0,-2 2 1 15,-8 10 1-15,-5 1-3 16,-2 2-3-16,-4 4-2 16,-1 1 0-16,0-4 0 15,0 1 0-15,-1-5 0 16,6-6 0-16,2 1 0 0,7-8 0 16,4-2 0-16,4-10 0 15,9 5 0-15,7-5 0 16,8 0 0-16,3-5-6 15,1-5-34-15,6 3-45 0,3-5-2 16</inkml:trace>
  <inkml:trace contextRef="#ctx0" brushRef="#br1" timeOffset="150317.32">23390 13753 471 0,'0'0'3'0,"-2"13"0"15,-2-1 0-15,0 3 1 16,-1 7 0-16,2 3 0 0,-1 5 1 16,4 4-3-16,-3-4-10 15,6-5-49-15,5 10-25 16,4-8-2-16</inkml:trace>
  <inkml:trace contextRef="#ctx0" brushRef="#br1" timeOffset="153066.76">24237 10728 246 0,'0'0'4'0,"0"0"1"0,0 0 3 0,0 0-1 15,0 0 2-15,0 0 0 16,0 0 1-16,15 0 0 16,0 0-2-16,10 0-2 0,5 0-2 15,16 0 0-15,9 0 0 16,7 0-1-16,3 3 0 15,-5 3-2-15,-3 3-1 16,-9 1 1-16,-9 8 0 0,-16 7 2 16,-17 1 0-16,-6 17 2 15,-4 7 3-15,-11 8 4 16,-5 9 1-16,5 12 0 16,-5 8 0-16,12 10-2 0,4 9 0 15,4 6-2-15,2 9-2 16,8 3-2-16,3 4-1 15,-4 1-1-15,4 3-2 16,-5-8 1-16,-1-3-2 0,0-8 1 16,1-2-1-16,-1-13 0 15,1-8 0-15,-1-3 0 16,3-8 0-16,-5-5 0 0,0-7 1 16,-5-3-1-16,0-7 0 15,-2-5 1-15,-3 0-1 16,-3-8 1-16,-2-1 1 15,5-6-1-15,0-3 0 0,1 0 1 16,1-11-1-16,3 0 1 16,-3-3-1-16,3-6 0 15,0 0-1-15,0-6 1 16,3 3-1-16,0-1 1 16,1 2 0-16,-4-2-1 0,2 3 1 15,4-1-1-15,-2 2 1 16,-1 2-1-16,2-2 1 15,3 6 0-15,-6 0-1 16,3 2 1-16,0 0 0 0,-5 1 0 16,2 0 0-16,-2-2 1 15,0-1-1-15,-2-5 1 16,-3 0 0-16,-2-5 0 16,-6-3 0-16,0-1 1 0,1-5 0 15,-10 3-1-15,0-4-2 16,-8 0 0-16,-7 0 0 15,-11 2 0-15,-1 0 0 16,-8 6 0-16,-10 0 0 16,2 4 0-16,0 0 0 0,6 8-5 15,6-1-80-15,14-4-1 16</inkml:trace>
  <inkml:trace contextRef="#ctx0" brushRef="#br2" timeOffset="158399.85">21961 11881 242 0,'0'0'9'0,"0"0"4"0,8 0 2 0,-8 0 3 16,14-3 0-16,-2 1 3 15,4-2 0-15,1 3 2 0,1-2-7 16,7-1-4-16,0 1-2 16,5-2-2-16,-2 2-2 15,10-2 0-15,7 0-2 16,5 3-1-16,7-2 0 0,5-5 0 15,7 4-1-15,6 1-1 16,5-3 1-16,2-2-1 16,2 5-1-16,0-3 1 15,-4 4 0-15,-1-2-1 0,-8 3 0 16,-7-2 0-16,-15 4 1 16,-8 0-1-16,-10 0 1 15,-9 0 0-15,-6 0 0 0,-16 0 1 16,9 0 0-16,-9 0 0 15,0 0 1-15,0 0-1 16,0 0 0-16,0 0-1 16,0 0 1-16,0 0-1 15,0 0 0-15,0 0-1 16,0 0 1-16,0 0-1 0,0 0 0 16,-4 0 0-16,4 0 0 15,0 0-2-15,-10 6-2 16,10-6-4-16,-11 5-7 0,11-5-13 15,-12 7-51-15,12-7-1 16</inkml:trace>
  <inkml:trace contextRef="#ctx0" brushRef="#br2" timeOffset="159234.34">22252 13020 323 0,'0'0'5'0,"0"0"2"16,0 0 1-16,0 0 1 0,0 0 1 15,0 0 1-15,0 0 3 16,0 0 0-16,17-8-3 15,2 8-1-15,10 0-1 0,10-2 0 16,18 0 1-16,10 0-1 16,7-4-1-16,14 2-1 15,8-3 0-15,4-1-1 16,4 5-1-16,-2-3 0 0,-4 2-1 16,-10 4 0-16,-5-2-1 15,-8 2 0-15,-13-2-3 16,-15 2 0-16,-13-3 0 0,-6 3 0 15,-11 0 0-15,-9 0 0 16,-8 0 0-16,0 0 0 16,0 0 0-16,0 0 0 15,0 0 0-15,0 0 0 0,0 0 0 16,0 0 0-16,0 0 0 16,-5-5 0-16,5 5-2 15,-16 5-85-15,7-2-3 16</inkml:trace>
  <inkml:trace contextRef="#ctx0" brushRef="#br2" timeOffset="160166.42">18006 14372 362 0,'0'0'4'0,"0"0"2"0,0 0 3 0,0 0 2 16,0 0 1-16,0 0 1 15,0 0 2-15,0 0 1 16,14-8-2-16,13 4-1 0,16-1-2 16,9 0-3-16,17-2 0 15,9 0-1-15,11-1-5 16,8 1-2-16,7-3 0 15,-6 5 0-15,-10 2 0 0,-1-2 0 16,-7 3 0-16,-10-1 0 16,-11 3 0-16,-9-2 0 15,-10 2 0-15,-10 0 0 16,-8 0 0-16,-7 0 0 16,-8 0 0-16,-7 0 0 0,0 0 0 15,0 0 0-15,0 0 0 16,0 0 0-16,0 0 0 15,0 0 0-15,0 0 0 16,13 7-81-16,-13-7-10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58:46.122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2831 12171 321 0,'0'0'6'0,"0"0"3"0,0 0 3 15,0 0 1-15,0 0 2 16,0 0 2-16,0 0 0 0,0 4 0 16,0-4-5-16,0 0-3 15,0 14-2-15,0-14-1 16,7 8-1-16,-7-8-1 0,16 6-1 15,-7-4 1-15,1-2-1 16,1 0 0-16,1 0 0 16,1-2 1-16,-4-1 0 15,-9 3 0-15,17-11 0 16,-17 11 1-16,6-17-1 16,-6 17-4-16,-2-11 0 0,2 11 0 15,-17-10 0-15,6 10 0 16,-2 0 0-16,-1 5 0 15,-2 3 0-15,4 0 0 16,-3 5 0-16,5 2 0 0,3-3 0 16,2 1 0-16,5-3 0 15,0-10 0-15,10 15 0 16,-1-13 0-16,9-2 0 16,-1-5 0-16,3-2 0 0,1-3 0 15,0-2 0-15,-1-3 0 16,-4 1 0-16,-7-3 0 15,1 3 0-15,-8 3 0 0,-2 11 0 16,-12-11 0-16,-1 8 0 16,-3 3 0-16,-5 6 0 15,2 1 0-15,1 3 0 0,0 2 0 16,4-2 0-16,4 2 0 16,10-12 0-16,-10 20-19 15,10 0-59-15,0-20-9 16</inkml:trace>
  <inkml:trace contextRef="#ctx0" brushRef="#br0" timeOffset="1412.44">2933 11925 321 0,'0'0'5'0,"0"0"3"15,0 0 3-15,-7-11 2 16,7 11 3-16,-10-14 1 0,10 14 0 16,-16-14 1-16,16 14-4 15,-16-10-3-15,7 5-2 16,2 2-2-16,-2 1-1 0,-3 2-1 16,1 0-1-16,-1 0-1 15,-1 0 1-15,-1 2-2 16,-2 1 1-16,-2 4-1 15,4 1 0-15,-1-4 0 0,-2 6-1 16,2 0 0-16,-3 2 0 16,4-1 0-16,-2-1 0 15,2 0 0-15,1 2-1 16,-1 3 1-16,2-4 0 0,-1 2-1 16,-2 2 1-16,5-2 1 15,-1 4-2-15,2-2 0 16,-4-1 0-16,6 2 0 15,0 1 0-15,-4 0 0 16,6 2 0-16,3 5 0 0,0-5 0 16,2 6 0-16,0-3 0 15,0 3 0-15,0 0 0 16,4 0 0-16,1 0 0 0,3-3 0 16,2 0 0-16,0 0 0 15,3-3 0-15,4 2 0 16,0-4 0-16,4-2 0 15,0 0 0-15,2-5 0 16,4-2 0-16,3-4 0 0,2 0 0 16,-3-4 0-16,5 0 0 15,-2 0 0-15,2-1 0 16,-4-5 0-16,-1 2 0 0,2-6 0 16,-1 0 0-16,-5 0 0 15,0-1 0-15,-3-6 0 16,0 3 0-16,1-3 0 0,-4-1 0 15,1-4 0-15,-2-1 0 16,-3 2 0-16,-2-9 0 16,-4 3 0-16,-2-1 0 15,-7-4 0-15,0 2 0 16,0-4 0-16,-7 1 0 0,-2 4 0 16,-4-1 0-16,1 3 0 15,-6 3 0-15,1 0 0 16,1 2 0-16,-6 3 0 15,0 4 0-15,2 1 0 0,-8-3 0 16,3 9 0-16,-9 0 0 16,2 3 0-16,-3 5 0 15,0 0 0-15,-2 5 0 16,2 4 0-16,6 4 0 0,-1-1 0 16,5 6 0-16,7-4 0 15,6 1 0-15,7 6 0 16,3-10 0-16,7 9 0 15,11-5-78-15,2-5-15 16</inkml:trace>
  <inkml:trace contextRef="#ctx0" brushRef="#br0" timeOffset="2516.03">2831 9207 332 0,'0'0'5'0,"0"0"2"0,0 0 3 16,-5 6 2-16,5-6 2 15,-7 12 0-15,1-5 0 0,2 6 0 16,1-3-3-16,1 0-4 16,2 0-2-16,0 0-1 15,0-10 0-15,5 12-1 16,-5-12 1-16,17 0-1 0,-7-3 1 16,5-4-1-16,0-5 2 15,-6-1-1-15,4 1 0 16,-3 0 1-16,-3-4-1 15,-3 4 0-15,-4 2 0 16,-4 3-1-16,4 7-1 0,-19-5 0 16,6 5-1-16,-1 3-1 15,-2 1 1-15,2 4-1 0,2 2 0 16,1-1-1-16,4-1-1 16,2 2-1-16,5-10-3 15,0 11-4-15,0-11-8 16,7 6-15-16,-7-6-51 0,0 0-1 15</inkml:trace>
  <inkml:trace contextRef="#ctx0" brushRef="#br0" timeOffset="3067.11">2838 8878 377 0,'0'0'7'0,"-9"-4"0"0,-1 1 2 0,-3 0 2 16,-6 1 1-16,-5 2 3 15,-5 0-3-15,-3 10 2 16,2 2-4-16,-2 10-3 16,2 6-1-16,0 6-1 0,5 8-3 15,5 6 0-15,8 3 0 16,7 4 0-16,5 2-1 15,3 3 0-15,11-3 0 0,9-3-1 16,4-1 2-16,8-7-1 16,8-9 0-16,-1-5 1 15,10-9 0-15,-3-9-2 16,8-8 0-16,1-9 0 16,-1-9 0-16,0-13 0 0,1-5 0 15,-9-10 0-15,-2-4 0 16,-10-8 0-16,-7 0 0 15,-7-5 0-15,-13-7 0 16,-10 2 0-16,-10-5 0 0,-13 2 0 16,-7 3 0-16,-11 8 0 15,-7 7 0-15,-8 5 0 16,0 17 0-16,-6 8 0 16,-1 14 0-16,-3 7 0 0,6 17 0 15,0 8 0-15,9 7 0 16,3 6 0-16,11 5 0 15,11 2 0-15,12 2 0 16,14 2 0-16,13-1 0 0,9-7-3 16,6-1-87-16,18-7-3 15</inkml:trace>
  <inkml:trace contextRef="#ctx0" brushRef="#br0" timeOffset="26266.47">2208 16381 178 0,'0'0'3'16,"0"0"4"-16,0 0 6 0,0 0 2 15,0 0 5-15,0 0 4 16,9 11 2-16,1-11 0 16,3 0-1-16,6-5-3 15,11-5-4-15,11-2-3 16,10-11-3-16,15-1-4 0,12-11-3 15,17-5 0-15,17-7-3 16,12-6 1-16,12-6-1 16,18-7 0-16,11-4 0 0,11-4-1 15,10-5 1-15,6-5 0 16,9-6 0-16,6 2 0 16,-1-9 0-16,4 0 0 15,4-5 1-15,-3 1 0 16,6-6-1-16,4 0 0 0,3 3 1 15,-1 1-1-15,-2 3-1 16,-2 1 0-16,-10 7 1 16,-11 7-1-16,-8 7 0 15,-17 6 0-15,-21 10 0 0,-13 7 0 16,-25 11 0-16,-14 5 0 16,-21 9-1-16,-17 5 0 0,-14 10-1 15,-16 0-3-15,-9 8-8 16,-14 0-20-16,-9 7-47 15,-4 0-3-15</inkml:trace>
  <inkml:trace contextRef="#ctx0" brushRef="#br0" timeOffset="27983.27">2225 16389 209 0,'0'0'10'0,"0"0"3"0,0 0 4 16,0 0 2-16,0 0 1 15,-3-10-1-15,3 10 0 16,0 0 1-16,0 5-8 0,0 8-4 16,5 4-1-16,1 3-4 15,3 7 0-15,1 3 2 0,1 5-3 16,1 1 1-16,0 1 0 16,1-2-1-16,-4-2-1 15,4-3 1-15,-5 2-1 16,1-10 1-16,1 0 0 15,-4-2-1-15,1-5 0 0,0 0 0 16,-5-3 0-16,3 1-1 16,0-3 1-16,-5-10-1 15,6 15 0-15,-6-15 0 16,0 0 0-16,5 8 0 0,-5-8 0 16,0 0-1-16,0 0 1 15,0 0 0-15,0 0 0 16,12 0 0-16,-12 0 0 15,20-11 0-15,-6 1 0 0,7 0 0 16,1-3 0-16,8-1 0 16,7-1 0-16,7-6 0 15,6 0 0-15,8-2-1 0,5-2 2 16,8-6-2-16,9 0 1 16,1-2 0-16,5 0 0 15,9-5 0-15,2 4 1 16,6-3-1-16,2-1 0 15,6-1 1-15,6 0-1 0,1-6 1 16,2-2 0-16,6 3 0 16,9-8 0-16,1-3-1 15,4-2 1-15,6 0 0 16,3-3 0-16,3 0 0 0,6 1 0 16,5 0 0-16,-4 0 1 15,2 2-1-15,0 2 0 16,-4-3 0-16,-1 4-1 0,-2 0 0 15,-2 2 0 1,-5 0 1-16,-1 0-1 0,-7 0 0 16,-2 2-1-16,-8 4 2 15,-9-2-1-15,-3 6 0 16,-13 0 0-16,-12 3 0 16,-8 1 0-16,-12 1 1 0,-8 5 0 15,-10 2 0-15,-5 2 1 16,-14 1 1-16,-8 8 1 15,-5-1 1-15,-7 5 0 0,-4 2 0 16,-11 13 0-16,12-12 0 16,-12 12-1-16,0 0-1 15,0 0-2-15,0 0 0 16,0 0-1-16,0 0-1 0,0 0 0 16,0 0 0-16,0 0 0 15,0 0 0-15,0 0 1 16,0 0-1-16,0 0 1 15,0 0 0-15,0 0 1 16,0 0 0-16,0 0 0 0,0 0 0 16,0-10 0-16,0 10 1 15,0 0-1-15,0 0 0 16,0 0 0-16,0 0 0 16,2-9-1-16,-2 9 0 0,0 0 0 15,7-10-1-15,-7 10 1 16,12-11 0-16,-12 11 0 15,16-12 0-15,-4 6 0 16,3-2 0-16,0 1 1 0,5-3 0 16,-1-3 0-16,4 1 0 15,4-1 0-15,1-1 1 16,2-2-1-16,-3-2 1 16,5 2 0-16,1 1-1 0,-4 2 1 15,-1-2-1-15,2 3 0 16,-11 2 0-16,1 3 1 15,-8-1-1-15,-2 2 1 0,-10 6-1 16,10-4 0-16,-10 4-1 16,0 0-1-16,0 0-2 15,0 0-2-15,0 0-4 16,-7 0-7-16,7 0-14 0,-10 8-39 16,10-8-15-1</inkml:trace>
  <inkml:trace contextRef="#ctx0" brushRef="#br0" timeOffset="28907.98">7995 13753 174 0,'0'0'6'15,"0"0"6"-15,0 0 3 0,9-7 2 16,7 2 1-16,3-3-1 15,11-4 2-15,7-6 0 16,18-1-3-16,12-8-4 0,13-5-3 16,12-10 1-16,12-2 0 15,15-4 1-15,8-9 1 16,12-2 1-16,2-4-1 16,6-2-1-16,2 1-1 15,5-3-1-15,-2 1-1 0,-3 2 0 16,-3 1-1-16,-1 4-2 15,-8 0-1-15,-8 4-1 16,-5 2 0-16,-5 4-1 16,-15 4 0-16,-9 1-1 0,-8 5 0 15,-11 4 1-15,-10 6-2 16,-15 1 1-16,-8 11 0 16,-8-1 0-16,-16 8-1 15,-1 3-3-15,-8 2-1 0,-10 5-3 16,0 0-7-16,-5 12-11 15,-5-4-35-15,-8 15-21 16,-1 2-4-16</inkml:trace>
  <inkml:trace contextRef="#ctx0" brushRef="#br0" timeOffset="29534.03">8511 14462 303 0,'0'0'7'0,"0"0"4"0,0 0 0 15,0 0 2-15,0 0 0 16,6-10 3-16,3 2 0 0,11-3 0 15,10-6-5-15,7-4-4 16,18-6 1-16,12-5-2 16,20-11 1-16,17-1 0 15,20-6-1-15,19-8-1 0,11 6 0 16,14-11-1-16,9 1 0 16,4 0-2-16,3 0-1 15,2 0-1-15,-7 0 0 16,-5 5 0-16,-2 0 0 15,-9 2 0-15,-11 1 0 0,-8 2 1 16,-10 5 0-16,-14 3 0 16,-14 2 1-16,-16 5 0 15,-18 5 1-15,-18 1 0 16,-13 6 0-16,-14 3 0 0,-13 8 0 16,-4-4 0-16,-10 5-2 15,0 4-1-15,0 9-2 16,-17-10-3-16,2 7-4 15,-2 3-8-15,-3 0-21 0,5 3-45 16,-10 4-1-16</inkml:trace>
  <inkml:trace contextRef="#ctx0" brushRef="#br0" timeOffset="29933.1">11101 12416 334 0,'0'0'4'0,"0"0"2"0,2-10 0 15,-2 10 3-15,15-8 2 16,0 6 0-16,2 2 3 16,8 2 0-16,7 14-3 15,8 9 0-15,7 8-1 0,8 11-3 16,-1 12 0-16,1 8-2 16,-3 1 0-16,-7 4-2 15,-5 2 0-15,-8-3-1 0,-10-1 0 16,-11-8 0-1,-6-4 0-15,-3-6-1 0,-2-7-1 16,-5-2-5-16,-8-10-10 16,3-20-54-16,-4 12-13 15</inkml:trace>
  <inkml:trace contextRef="#ctx0" brushRef="#br0" timeOffset="30450.55">8121 13821 433 0,'0'0'5'0,"0"0"1"0,0 0 0 0,0 0 0 16,0 0 1-16,0 0 1 16,3 14 1-16,4 6 0 15,0 8-3-15,4 5-2 16,1 10-1-16,1 4 0 0,4 5-1 16,1 0 0-16,-4-4 0 15,-2-2-2-15,1-6 0 16,-8-3 0-16,-3-4 0 15,3-7 0-15,-5-2 0 0,0-8 0 16,-5-1 0-16,3-8 0 16,2-7-2-16,-7 6-8 15,7-6-18-15,0-8-56 16,-5-7-3-16</inkml:trace>
  <inkml:trace contextRef="#ctx0" brushRef="#br0" timeOffset="31516.39">2481 16548 206 0,'0'0'7'15,"0"0"2"-15,0 0 3 0,5 7 3 16,-5-7 2-16,5 10 0 16,-5-10 2-16,5 12 1 15,-5-12-5-15,4 10-2 16,-4-10-1-16,16 6-1 0,-9-6 0 15,3 0-1-15,0 0-1 16,2-3-1-16,-2-4 0 16,-2 1-1-16,-8 6-1 15,10-7 0-15,-10 7-4 0,0 0 1 16,-5-5-2-16,-2 5-1 16,-4 0-2-16,-1 5-5 15,2 0-8-15,-5-3-12 0,1-2-127 16</inkml:trace>
  <inkml:trace contextRef="#ctx0" brushRef="#br0" timeOffset="32000.01">2503 16546 250 0,'0'0'6'0,"0"0"3"0,15 4 3 0,-3 1 3 16,10 2 0-16,9-1 2 0,8 1-1 15,14-2 2-15,11 2-5 16,10-4-4-16,18 2 0 16,16-2-4-16,11-3-1 15,10 0-2-15,20 0 0 0,10-3 0 16,15-2 0-16,10 0-1 16,12-3 0-16,13 1 0 15,10 2 0-15,11-2-1 16,9 1 1-16,7 2 0 15,5-1-1-15,8-1 2 16,1 5 1-16,-1 1 2 0,4-3 0 16,3 3 0-16,-5 0 1 15,3 0-2-15,-6 0 1 16,-5 0-1-16,-9 3-3 0,-13-3-2 16,-20 4-4-16,-22-4-10 15,-25 3-26-15,-20 2-38 16,-35-3-3-16</inkml:trace>
  <inkml:trace contextRef="#ctx0" brushRef="#br0" timeOffset="33334.4">4827 16466 309 0,'0'0'5'0,"0"0"4"15,0 0-1-15,0 0 2 16,0 0 1-16,0 0 2 0,0 0 1 16,-3 5 1-16,3-5-4 15,0 0-2-15,3 12 0 16,-3-12 0-16,14 0-1 16,-1 0 1-16,4-2-1 15,0-3 0-15,1-8-1 0,4-2 1 16,-2-2-2-16,1-5 0 15,0-6-1-15,0-5-1 16,-2-5-1-16,-2-4 0 0,-4-3 1 16,0-7-4-16,-4-5 0 15,-2-1 0-15,-7 0 0 16,0 3 0-16,-2 4 0 16,-3 1 0-16,-4 7 0 0,-4 6 0 15,3 8 0-15,-2 1 0 16,1 6 0-16,2 5 0 15,-3-1 0-15,3 6 0 16,0 3 0-16,4-2 0 0,5 11 0 16,-7-12 0-16,7 12 0 15,0 0 0-15,0 0 0 16,0 0 0-16,0 0 0 16,0 0 0-16,0 0 0 15,0 0 0-15,0 0 0 0,0 0 0 16,0 0 0-16,0 0 0 15,0 0 0-15,0 0 0 16,-11-7 0-16,11 7 0 16,0 0 0-16,0 0 0 0,0 0 0 15,0 0 0-15,-7-10 0 16,7 10 0-16,0 0 0 16,0 0 0-16,0 0 0 0,0 0 0 15,0 0 0-15,0 0 0 16,-7 6 0-16,7 12 0 15,-3 2 0-15,3 5 0 16,-2 5 0-16,0 5 0 16,-4 2 0-16,3-4 0 0,-1 0 0 15,1-3 0-15,-2-3 0 16,1-4 0-16,-1-9 0 16,2 1 0-16,1-5 0 0,2-10 0 15,0 0 0-15,0 0 0 16,0 0 0-16,-6-20 0 15,6 6 0-15,0-14 0 16,0-1 0-16,0-7 0 0,0-3 0 16,-2-1 0-16,-1 1 0 15,-1-1 0-15,1 9 0 16,0 1 0-16,1 5 0 16,0 7 0-16,0 5 0 0,2 13 0 15,0-8 0-15,0 8 0 16,0 0 0-16,9 1 0 15,-2 6 0-15,6 6 0 16,4-1 0-16,3 4 0 16,5 1 0-16,-1 0 0 0,9 1 0 15,-3-4 0-15,8 6-16 16,-4 3-70-16,3-6-4 16</inkml:trace>
  <inkml:trace contextRef="#ctx0" brushRef="#br0" timeOffset="33867.44">5374 15966 434 0,'0'0'4'0,"0"0"0"0,0 0 2 15,0 0-1-15,0 0 1 0,0 0 0 16,0 0 0-16,0 0 1 16,-3 13-3-16,0 1-2 15,-2 5 1-15,5 2-2 0,-3 1 1 16,3 3-1-16,3-1 0 15,2-1 0-15,5-7-1 16,5 0 1-16,0-7-1 16,0 0 1-16,5-9 1 15,2 0-1-15,-2-10 1 0,-2-5 0 16,-2-3 0-16,-3-7 0 16,-3-4-1-16,-5-3 0 15,-5-4 0-15,-10 0 1 16,-2 1-2-16,-6 3 0 0,-2 4 0 15,3 9 0-15,-1 4 0 16,2 10 0-16,0 5 0 16,7 10 0-16,4 6 0 15,5 4-2-15,0 3 1 0,2 4 1 16,10 1-2-16,4-1-2 16,3-5-8-16,6 0-18 15,5-3-53-15,0-2-4 0</inkml:trace>
  <inkml:trace contextRef="#ctx0" brushRef="#br0" timeOffset="34033.94">5781 15976 477 0,'0'0'2'0,"0"4"0"16,0 9 1-16,0 6 0 15,0 6 0-15,5 11-2 16,-1 0-6-16,9 9-46 15,-3 14-32-15,-3 1-2 0</inkml:trace>
  <inkml:trace contextRef="#ctx0" brushRef="#br1" timeOffset="39400.94">2327 16261 311 0,'0'0'3'15,"0"0"1"-15,0 0 4 16,-13-3 0-16,13 3 1 16,0 0 1-16,-12-3 2 0,12 3 2 15,0 0-2-15,0 0-3 16,0 0 0-16,7 10-2 15,6-7-2-15,7 0 0 16,5-1-1-16,7 0-1 0,10 0 0 16,5-2-1-16,8 0-1 15,5 0 0-15,5-2 0 16,1 0-1-16,6 2 1 16,3-2-1-16,2-1 1 0,8 3-1 15,-1 0 1-15,8-3 0 16,0 3 0-16,7-3-1 15,3 3 0-15,3 0 1 16,1 0-1-16,-2 0 0 0,4 0 0 16,-4 3 0-16,3 0 0 15,-2 0-1-15,3 1 1 16,1-2 0-16,1-2 1 0,4 3-1 16,0-3 0-16,3 0 0 15,3 0 0-15,2-3-1 16,1-1 1-16,0-4-1 15,3 4 1-15,-6-3-1 16,1-1 0-16,-1-1 1 0,-2 2 0 16,1 0-1-16,6-3 1 15,-9 5 1-15,2-5-2 16,6 5 1-16,-2 0 0 16,2-2-1-16,5 3 1 0,0-2-1 15,1-2 1-15,4 4-1 16,2-3 1-16,-4 2 0 15,2-3 0-15,-2 3 0 16,-3 0 0-16,-4-2 0 0,-1 2 0 16,-8 0 0-16,-6-1 0 15,-1-1 1-15,-9 2-1 16,-6-2 0-16,-10 1-1 0,-7-1 0 16,-12 3 1-16,-6-1-5 15,-11-1 1-15,-13 3-5 16,-11 2-11-16,-13-9-55 15,-11 10-4-15</inkml:trace>
  <inkml:trace contextRef="#ctx0" brushRef="#br1" timeOffset="40699.79">2277 16248 287 0,'0'0'9'0,"0"0"-1"16,0 0 2-16,0 0 1 15,10-5 1-15,-10 5 1 0,5 5 2 16,-2 8-1-16,-3 1-5 16,0 11-2-16,0 5-1 15,0 7-1-15,-3 2-1 0,0 6 0 16,-2 2-2-16,-2 1 1 15,-3-1 0-15,2-6-1 16,-4 1 1-16,3-5-1 16,-4-4 0-16,3-3 0 0,-2-5 0 15,4-8-1-15,3 0 1 16,3-4-2-16,2-6 0 16,0-7 0-16,13 7 0 15,-1-4 0-15,2-3 0 16,1 0 0-16,2-3 0 0,6 1 0 15,0 0 0-15,6-1 0 16,-1-2 0-16,3 5 0 16,10-5 0-16,4 3-2 15,4-1 1-15,6-2 1 0,4 3 0 16,4-4-1-16,6 4 0 16,6 0 1-16,4 0 0 15,3-1 0-15,8 0 0 0,4 0 1 16,5 3-1-16,5-1 0 15,1 1 0-15,6 0 0 16,4 0 0-16,0 0 0 16,4 0 0-16,3 0 0 15,0 0 0-15,2-3 0 0,2 3 0 16,-1-3 0-16,1 3 1 16,6 0-1-16,2-1 1 15,0-2-1-15,2 0 2 16,9 3-2-16,2-2 0 15,4 2 0-15,6-3 0 0,-1 0 0 16,3 3-2-16,0-3 1 16,2 3-1-16,4-4 1 15,-1 1-1-15,-3-1 0 0,1-1 1 16,-1-3 1-16,-2 3-1 16,0-2 1-16,-5 2 1 15,-2 0-1-15,-5 0 1 16,-9 0 0-16,0 0-1 0,-7 0 0 15,-9 2 1-15,-8-4-1 16,-3 5 0-16,-8-3 0 16,-9 0 0-16,-6-2 1 15,-12 2 0-15,-8-1 0 0,-7 1 0 16,-8-2 1-16,-14 2 0 16,-4-3 2-16,-10 1 0 15,-7 0-1-15,-4-1 1 16,-14 8-1-16,11-11-1 15,-11 11 0-15,0-17-2 0,0 17-2 16,-21-11-2-16,12 6-3 16,-11-5-6-16,-1 5-8 15,-5-2-16-15,-5-1-42 0,7 3-4 16</inkml:trace>
  <inkml:trace contextRef="#ctx0" brushRef="#br1" timeOffset="41082.14">9314 16177 292 0,'0'0'5'16,"0"0"0"-16,9-4 2 16,-9 4 1-16,8 6 5 0,-1 6 0 15,-1 8 1-15,-1 6 1 16,0 5-3-16,-3 6-2 15,1 7-1-15,-1 1-3 16,3-1-2-16,-3-1-2 0,-2-1-2 16,3-5-1-16,-3-2-3 15,0-7-8-15,0-7-18 16,2-1-45-16,-2-8-2 0</inkml:trace>
  <inkml:trace contextRef="#ctx0" brushRef="#br1" timeOffset="41649.8">9349 16131 179 0,'0'0'6'0,"0"0"2"15,0 0 2-15,14 3 1 0,-4-3 3 16,15 3-1-16,7-1 1 15,9 1 0-15,8 2-4 16,6-3-3-16,9 1-1 16,8-1-2-16,5 3 0 0,8-3 1 15,5-2-1-15,7 0 1 16,4 2 0-16,11-2 2 16,4 0-2-16,12 0 0 15,7-2 0-15,2 0-1 0,5-3 0 16,5 0-1-16,0-1 1 15,1 2-1-15,1-1 0 16,-4-2 0-16,-6 2 0 16,-9-3-1-16,-4 3 0 0,-11-2-1 15,-14 2 0-15,-6 0 0 16,-6 0 0-16,-19-1 0 16,-11 2 0-16,-9 0 0 15,-8 1 0-15,-14 0-1 0,-6 1-6 16,-22 2-7-16,0 0-20 15,-13 0-38-15,-4 0-2 16</inkml:trace>
  <inkml:trace contextRef="#ctx0" brushRef="#br1" timeOffset="42385.1">9317 16623 192 0,'0'0'5'0,"0"0"5"0,9 1 5 0,-9-1 1 16,25-1 0-16,-8-3 2 15,13 2 0-15,11 2 1 0,2-5-5 16,15-1-5-16,7 5-4 16,9 1-1-16,10 0 0 15,6-3-2-15,12 0 0 16,7 3 0-16,8-1 0 0,5-2 1 15,5-2 0-15,7 2-1 16,3 1 2-16,1-3 1 16,4 2 0-16,-1 1 0 15,4-3 0-15,-3 3-1 16,1-1 1-16,-3 0-1 0,-4 3-1 16,-1 0-1-16,-11 0 1 15,-10 0-2-15,-7 0 1 16,-10 0 0-16,-15 0-1 15,-8 0 1-15,-12 0-1 0,-4 0 1 16,-16 0-1-16,-5 0 1 16,-4 0 0-16,-7 0 0 15,-10 0 2-15,-4 0-2 0,-2 0 1 16,-10 0-1-16,0 0-2 16,0 0-2-16,-8-4-3 15,-4-2-6-15,-3 4-12 16,0 2-41-16,-7-2-14 0</inkml:trace>
  <inkml:trace contextRef="#ctx0" brushRef="#br1" timeOffset="43292.99">12674 16062 265 0,'0'0'8'0,"0"0"4"16,9-17 5-16,-9 17 2 0,7-15-1 16,-7 15 0-16,11-12 2 15,-11 12 1-15,10 5-7 16,-6 12-4-16,-1 10-4 0,-1 10-1 16,1 8 0-16,1 10 0 15,-1 2-1-15,3 2 0 16,-2 2-1-16,-1 1-2 15,2-1 1-15,-2-7-1 16,1-6-1-16,-2-2-1 0,-2-6-3 16,0-9-2-16,0-3-3 15,-2-11-1-15,-3-5-6 16,5-12-1-16,-12 6-2 16,7-13 1-16,-3-9 2 0,1-11 5 15,0-8 2-15,-1-7 1 16,0-11 7-16,-1-3 4 15,1-6 5-15,4-4 2 0,-2-4 5 16,3 1 1-16,1 2 3 16,2 0-1-16,0 2 0 15,2 8 0-15,7 6-4 16,-5 4 0-16,4 10-4 16,-4 7-3-16,1 5-1 0,1 10-2 15,-6 15-2-15,0 0 0 16,7 12-1-16,-4 18 0 15,-1 12 0-15,3 10-1 0,-3 15 1 16,5 5 0-16,2 8 0 16,-5-2-1-16,6-2 1 15,-3-3-2-15,-4-4-1 16,3-6 1-16,-6-12-1 16,0-7-1-16,0-8 0 0,-11 15-3 15,6-38 3 1,5-13 1-16,-10 0-3 15,6-14 2-15,1-11-2 16,-3-11-1-16,2-8 1 0,1-10-1 16,-2-11 2-16,5-6 0 15,-2-9 2-15,2 0 0 16,0-1 2-16,0 4 3 0,0 6 0 16,2 6 1-16,3 6 0 15,-5 12 1-15,3 9-1 16,-1 9 1-16,0 8-1 15,-2 7-2-15,3 2 0 16,-3 12-1-16,8-3 0 0,2 3-1 16,2 10 0-16,8 3 0 15,7-4 1-15,8 4 0 16,10-1 1-16,7 1-1 16,7-4 0-16,8 1 1 0,4-2-1 15,-2-3-1-15,-4 0 1 16,-1 2-1-16,-11-2-2 15,-12-1-2-15,-13 5-4 0,-10-7-13 16,-18-2-60-16,0 17-2 16</inkml:trace>
  <inkml:trace contextRef="#ctx0" brushRef="#br1" timeOffset="43576.89">12594 16812 403 0,'0'0'6'0,"0"0"3"0,15-4 1 0,-1 0 2 16,9-2 0-16,5-5 1 15,11 4 0-15,8-2 0 16,12-1-6-16,6 5-6 16,0 0-6-16,4 5-18 0,24 0-59 15,-36 0-4-15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4:02:54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13998 7285 224 0,'0'0'3'16,"-13"-4"0"-16,1-3-1 16,-8 0 1-16,-10-4 1 0,-2-2 0 15,-10 1 2-15,-8-3 2 16,1-2 1-16,-14-1 2 15,5 0-1-15,-8 2 2 16,-4-2-1-16,-4 0 3 0,-9 4-3 16,2-1 0-16,-6 2-3 15,-3 1 1-15,1 5 0 16,-3-3-2-16,0 5-1 16,0 2-1-16,2 1-1 15,-1 0-2-15,-4 2 0 0,3 0-1 16,-5 2-1-16,3 0 1 15,-3 4-1-15,3-2 1 16,0 7-1-16,-2-4 0 0,0 0 1 16,4 4-1-16,2-4 0 15,0 2 0-15,4 1 0 16,4 0 0-16,0 0 0 16,5 0 0-16,2 0 0 0,3 0 0 15,3 3 0-15,5-1 0 16,-1 0 0-16,3 3 0 15,0-3 0-15,5 6 1 16,2-1-1-16,2 4 0 0,2-3 0 16,3 0 0-16,9 4 0 15,-2-1-1-15,9 0 0 16,2 2 0-16,6-3 0 16,1 1 0-16,5 2 0 0,3-1 0 15,3 3 0-15,2-1 1 16,3 1-1-16,0 0 0 15,1 0 0-15,4 3 0 16,-3-4 0-16,5 3 1 16,0-4-1-16,0 4 0 0,0-5 1 15,5 1 0-15,3-1 0 16,2 3 0-16,4 0 1 16,1-6 0-16,6 3 0 0,-2-2 1 15,4 2-1-15,2-1 1 16,2-2 0-16,3-1 0 15,2-4 0-15,-2 4-1 16,5-1 1-16,2 1-1 0,2-4 1 16,4 6-1-16,-4-8 0 15,8 3 1-15,3 1 0 16,3-4-1-16,2 3 1 16,1-5 0-16,6 1 1 0,2 0-1 15,7-1 0-15,-4 2 1 16,7-2-1-16,3 0 0 15,0 0 0-15,5 0-1 16,1 0 1-16,0 2 0 0,4-5-1 16,-2 6 0-16,2-6 1 15,3 3 0-15,-1 0-1 16,1-2 1-16,4 2-1 16,-4-3 1-16,4 0 0 0,1-1-1 15,1-2 1-15,-4 1 0 16,0-2 0-16,0 1 0 15,0 2 0-15,2-4 0 16,-2 1 0-16,0 1 0 0,0-1-1 16,-5-3 0-16,5 0 0 15,-5 0 0-15,2 0 0 16,-4 0 0-16,0 0 1 0,2-5-1 16,-4 0 0-16,5 0 0 15,-4 0-1-15,3 0 1 16,-3-2 0-16,-1-1 0 15,-1-2-1-15,-3 3 0 16,1-4 1-16,-4 3-1 0,2-5 0 16,-9 3 0-16,0-3 0 15,2 1 1-15,-4-2-1 16,-3-1 1-16,1 0-1 16,-3-6 1-16,2 3 0 0,-6-6-1 15,-1-2 1-15,-5-2 0 16,0-2-1-16,-7-2 1 15,-3-3 0-15,-3 1 0 16,-5-3 0-16,-6-3 0 0,-7 5 1 16,-4-5-1-16,-4 4 1 15,-6-2 0-15,-7 2 0 16,0-2 1-16,-12 3-1 0,-4-1-2 16,-5-2 0-16,-9 1 0 15,-5 2 0-15,-8-2 0 16,-8 2 0-16,-11 1 0 15,-13-2 0-15,-8 3 0 16,-17-3 0-16,-5 4 0 0,-15-2 0 16,-6 5 0-16,-11-1 0 15,-7 5 0-15,0 2 0 16,-10 7 0-16,-5 2 0 16,0 4 0-16,-6 6 0 0,4 4 0 15,2 0 0-15,10 10 0 16,4 4-52-16,16 9-33 15,18-1-2-15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52:14.758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19057 5092 148 0,'0'0'8'16,"0"0"3"-16,-8 0 4 16,8 0 6-16,-13 0 0 0,13 0 2 15,-12 0 0-15,12 0 0 16,-13 3-6-16,13-3-3 15,0 0-4-15,0 14-3 0,13-10-1 16,4-2 0-16,8 0 0 16,9 1 0-16,12-3 0 15,7 0 0-15,13 0-2 16,11 0 2-16,10-5-2 0,5 3-1 16,12-1-1-16,8 2 1 15,5-5-1-15,7 4-1 16,5-1 1-16,0 0 0 15,9 0-1-15,0 3 1 16,7-4-1-16,6 0 1 0,0 1-2 16,6 0 1-16,10-2 0 15,2-1-1-15,2 2 1 16,6 0-1-16,6-2 1 16,6 4-1-16,0 2 1 0,0 0-1 15,3 0 1-15,1 0-1 16,-6 2 1-16,-11 4 0 15,-5-4-1-15,-10 3 1 16,-14 0-1-16,-12 0 0 0,-19-3 1 16,-16 4 0-16,-19-6 1 15,-16 0 0-15,-22 0 0 16,-18-3 0-16,-15-2 1 0,-10 5-1 16,-18-10 0-16,-4 3-2 15,-5 4-6-15,-6-2-4 16,-2 5-21-16,11 0-46 15,-19 0-2-15</inkml:trace>
  <inkml:trace contextRef="#ctx0" brushRef="#br0" timeOffset="742.99">18974 5346 222 0,'0'0'7'0,"7"0"2"0,5 2 4 16,12-2 2-16,4 0 1 16,9 0 2-16,14 0-1 15,11-2 3-15,20-6-6 0,13 4-2 16,15-7-3-16,9 6-3 15,22-4 1-15,13 3-3 16,20-1 0-16,15 2 0 16,12-2-1-16,18 4 1 15,9 1 1-15,16 2 0 0,7 0 1 16,5 5-1-16,-2 0 0 16,-1 2 1-16,-5 3-2 0,-6 2 0 15,-12-2 0 1,-11 0-1-16,-15 0 1 0,-11-2-1 15,-21-1 1-15,-18 3-2 16,-20-3 2-16,-19-2 0 16,-28 0 1-16,-20-3 0 0,-23 4-4 15,-13-6 2-15,-14 2-1 16,-17-2 3-16,0 0-8 16,-21 0 0-16,-1 0-4 15,-3 0-7-15,-2 3-7 0,-3 1-61 16,-4 2 0-16</inkml:trace>
  <inkml:trace contextRef="#ctx0" brushRef="#br0" timeOffset="1648.99">19119 3829 375 0,'0'0'4'0,"-8"-8"3"15,-5 4-1-15,-6 0 2 0,-1 4-1 16,-10 0 0-16,-6 8 1 16,-2 13 0-16,-3 8-3 15,0 18-2-15,6 11 0 16,0 11 0-16,10 10 0 15,7 10 0-15,11 5 0 0,7 10 0 16,3 1 0-16,17-1 0 16,3-2-1-16,3-1 0 15,1-4 0-15,1-11 0 16,-1-4 0-16,-2-5-3 0,-4-13-1 16,-7-9 1-16,-2-11-3 15,-10-9-2-15,4-13-6 16,-6-9-8-16,0-13-17 15,-10-13-20-15,0-16-9 0,-2-11-15 16</inkml:trace>
  <inkml:trace contextRef="#ctx0" brushRef="#br0" timeOffset="2383.98">18778 4330 229 0,'0'-10'9'0,"-2"-5"3"0,2-5 3 15,0-6 4-15,-3-5 2 16,3-4 1-16,3 1 0 15,6-5 2-15,12 4-6 16,11 5-5-16,19 5-1 0,17-2-4 16,27 8 0-16,18 1-1 15,32-5-1-15,24 6-1 16,22 3 1-16,21-2-2 16,18 4 0-16,14-1-1 0,9 4 0 15,8-1 0-15,5 3-1 16,2-6 0-16,-1 5 0 15,-7-2 0-15,-7 3 0 16,-12-2-1-16,-11-1 1 0,-19-1-1 16,-25-1 1-16,-25 2 0 15,-27-4 1-15,-22-4 1 16,-27 1-1-16,-15-1 1 16,-21 1 0-16,-14-3-2 0,-7 6-2 15,-11-2 0-15,0 2 0 16,-7 3 0-16,0 2 0 15,-10 9 0-15,13-10 0 16,-13 10 0-16,0 0 0 0,0 0 0 16,9 2 0-16,-9-2 0 15,5 13-3-15,0-3 2 16,0 2 0-16,3 1 1 16,1 3 0-16,-1 0-1 15,10 3 1-15,-6-1 1 0,3-4-1 16,-1 2 1-16,2-1-1 15,-7-5 2-15,1-4 0 16,1-3-2-16,-11-3 0 0,14 0 0 16,-14 0 0-16,16-12 0 15,-4-2 0-15,3-3 0 16,2 3 0-16,5-5 0 16,8-1 0-16,0 2 0 0,-2 1 0 15,4 5 0-15,0-1 0 16,-2 3 0-16,-1 5 0 15,-1 3 0-15,-5 2 0 16,1 5 0-16,-1 10 0 16,2 5 0-16,-6 10-3 0,-2 14 0 15,-2 18 1-15,-2 13 0 16,-8 19 0-16,-5 9 0 16,0 16 1-16,-10 7 1 0,-8 3 0 15,1-3 1-15,-3 0-3 16,-5-9-7-16,3-3-27 15,5-8-45-15,-6-16-3 0</inkml:trace>
  <inkml:trace contextRef="#ctx0" brushRef="#br1" timeOffset="42382.47">8949 4689 436 0,'0'0'6'0,"0"0"1"0,0-12 3 16,0 12 1-16,2-10 1 15,-2 10 0-15,0 0 0 16,0 0-7-16,-4 19-5 15,-5 2 0-15,2 8 0 0,0 3 0 16,0 6 0-16,-2 1 0 16,5 6 0-16,-4-3 0 15,4 0 0-15,1-2 0 16,-2-3 0-16,3-4 0 0,-4-2 0 16,4-8 0-16,-3-1 0 15,0-7 0-15,3-1-13 16,-8 0-66-16,10-14-10 15</inkml:trace>
  <inkml:trace contextRef="#ctx0" brushRef="#br1" timeOffset="42733.54">8499 4711 412 0,'0'0'4'16,"0"0"2"-16,0 0 1 16,0 0 3-16,0 0 1 15,5-7 2-15,5 2 0 16,5-5 2-16,5 0-4 16,12-2-2-16,3-2-9 0,9-3 0 15,11 1 0-15,0 1 0 16,2 0 0-16,-2 3 0 15,-4 4 0-15,-5 1 0 16,-9 3 0-16,-5 4 0 0,-9 0 0 16,-9 1 0-16,-1 5 0 15,-13-6 0-15,10 14 0 16,-8-6 0-16,-2-8 0 0,2 17 0 16,-2-17-18-16,-9 18-68 15,9-9-4-15</inkml:trace>
  <inkml:trace contextRef="#ctx0" brushRef="#br1" timeOffset="43215.61">9219 5092 428 0,'0'0'4'0,"0"0"2"0,-5-4-1 15,-2 4 2-15,-5 0 0 0,-4 4 1 16,0 5-1-16,-2 0 2 15,-2 6-5-15,5 0-2 16,3 5 0-16,2-1 0 16,7-1-1-16,3-4 0 0,10 2 0 15,5-9 0-15,5 1 0 16,7-8 1-16,0-3 1 16,6-4 0-16,-5-8 0 15,1-3 1-15,-2-2-4 0,-6 1 0 16,-9-6 0-16,-2 3 0 15,-10-3 0-15,-10 4 0 16,-5 5 0-16,-5 3 0 16,-8 1 0-16,2 9 0 0,0 2 0 15,4 1 0-15,-3 1-13 16,13 10-19-16,12-11-53 16,-6 12-3-16</inkml:trace>
  <inkml:trace contextRef="#ctx0" brushRef="#br1" timeOffset="43582.58">9448 4374 469 0,'0'0'5'0,"0"0"1"16,3-13 1-16,-3 13 1 15,0 0 0-15,0 0 0 16,0 0-8-16,0 0 0 0,2 9 0 15,-2 7 0-15,0 9 0 16,2 3 0-16,3 5 0 16,-2-2 0-16,5 4 0 15,-6 0 0-15,7-1-38 0,-3-2-47 16,-4-4-4-16</inkml:trace>
  <inkml:trace contextRef="#ctx0" brushRef="#br1" timeOffset="43832.46">9811 4892 492 0,'0'0'2'0,"0"0"1"0,0-10 1 16,0 10 0-16,-2-12 0 15,2 12-2-15,-6-10-2 16,6 10 0-16,0 0-24 0,0 0-59 16,0 0-3-16</inkml:trace>
  <inkml:trace contextRef="#ctx0" brushRef="#br1" timeOffset="44224.11">10372 4649 467 0,'0'0'5'16,"0"0"2"-16,0 0 1 0,0 0 0 15,0 0 0-15,-7-2 0 16,2 8-8-16,-3 8 0 15,3 8 0-15,-2 3 0 16,0 9 0-16,5 2 0 16,-2 6 0-16,4-3 0 0,0 0 0 15,0-1 0-15,0-3 0 16,0-6 0-16,4 3-38 16,-4-9-48-16,0-6-3 0</inkml:trace>
  <inkml:trace contextRef="#ctx0" brushRef="#br1" timeOffset="44490.08">10012 4636 420 0,'0'0'5'0,"0"0"1"15,0 0 2-15,0-11 1 0,0 11 2 16,7-10 0-16,8 5 1 15,6-2 1-15,3 2-4 16,8-1-2-16,11 2-7 16,3 1 0-16,7 0 0 0,2 3 0 15,-3-2 0-15,2 2 0 16,-6-2 0-16,-1 4 0 16,-13 16-66-16,-4-13-21 15,-5 3-1-15</inkml:trace>
  <inkml:trace contextRef="#ctx0" brushRef="#br1" timeOffset="44732.05">10734 4914 474 0,'0'0'1'0,"0"0"2"15,0 14 1-15,0-6-1 16,-1 8 2-16,-1-1 0 16,-7 7 0-16,2-2 0 15,2 5-1-15,-2 2-2 0,-1-3-2 16,3 1 0-16,0-3 0 16,3-1-8-16,2-2-14 15,5-2-61-15,-3-7-2 16</inkml:trace>
  <inkml:trace contextRef="#ctx0" brushRef="#br1" timeOffset="45149.37">10917 4441 465 0,'0'0'5'0,"-4"-9"2"16,4-2 1-16,0 4 0 0,0-8 2 16,6 2-2-16,-1-3-8 15,2-1 0-15,3 4 0 16,3 1 0-16,1 4 0 0,4 3 0 16,-1 5 0-16,3 0 0 15,-2 8 0-15,-3 4 0 16,0 6 0-16,-5 3 0 15,-6 4 0-15,-1 5 0 16,-3 0 0-16,-5-1 0 0,-5 6 0 16,-3-5 0-16,1-3 0 15,-1-4 0-15,1-1 0 16,5-8 0-16,0 1 0 16,7-5 0-16,0-10 0 0,7 10 0 15,7-10 0-15,4 0 0 16,10 0 0-16,-3-2 0 15,7-3 0-15,0 5-22 0,3-3-64 16,-8 0-3-16</inkml:trace>
  <inkml:trace contextRef="#ctx0" brushRef="#br1" timeOffset="45415.11">11448 4882 511 0,'0'0'0'0,"0"0"0"15,0 0 0-15,-2-4 0 0,2 4 0 16,0 0 0-16,-7-11 0 15,7 11 0-15,0 0 0 16,0 0 0-16,0 0 0 16,0 0-55-16,0 0-36 0</inkml:trace>
  <inkml:trace contextRef="#ctx0" brushRef="#br1" timeOffset="45825.23">12000 4585 474 0,'0'0'5'15,"0"0"1"-15,2-9 1 0,-2 9 1 16,0 0 0-16,0 0-5 16,0 0-3-16,5 9 0 15,-5 13 0-15,0 10 0 0,3 6 0 16,-3 1 0-16,4 8 0 15,-4 0 0-15,3-2 0 16,-3-3 0-16,0-3 0 16,0-6 0-16,0-4 0 15,-3-4 0-15,1 0 0 16,-5-12-15-16,-3 2-72 0,4-6-1 16</inkml:trace>
  <inkml:trace contextRef="#ctx0" brushRef="#br1" timeOffset="46249.41">11692 4592 395 0,'0'0'6'0,"0"0"3"15,0 0 2-15,-7-7 1 16,7 7 2-16,0 0 0 0,-4-15 0 16,4 15 2-16,8-15-5 15,9 8-2-15,11 0-9 16,6 0 0-16,9-4 0 15,9 4 0-15,8-6 0 0,4 6 0 16,-2-1 0-16,-2 4 0 16,-8-2 0-16,-4 1 0 15,-13 4 0-15,-11-3 0 16,-6 4 0-16,-9 4 0 0,-9-4 0 16,0 14 0-16,-7-4 0 15,0 5 0-15,-9-3-23 16,9 7-64-16,-3-1-3 15</inkml:trace>
  <inkml:trace contextRef="#ctx0" brushRef="#br1" timeOffset="46749.09">12320 5197 428 0,'0'0'5'16,"0"0"3"-16,-7-11 2 16,7 11 2-16,-5-16 1 15,3 1 1-15,-1 0 1 0,3-2-9 16,0-1-6-16,5 1 0 15,0 5 0-15,2-1 0 16,6 3 0-16,2 3 0 16,0 2 0-16,-1 5 0 0,4 0 0 15,-1 2 0-15,-1 8 0 16,-7 3 0-16,-2 2 0 16,-4 5 0-16,-3-1 0 15,-7 3 0-15,-8 1 0 0,0 1 0 16,-6-2 0-16,2-1 0 15,-1-4 0-15,1 0 0 16,3-4 0-16,4-3 0 16,12-10 0-16,-10 12 0 0,10-12 0 15,6 2 0-15,10-2 0 16,2-5 0-16,6-2 0 16,8-3 0-16,1 1 0 15,4-4 0-15,1-2 0 0,-1-5 0 16,-2 3-76-16,-1-4-14 15</inkml:trace>
  <inkml:trace contextRef="#ctx0" brushRef="#br1" timeOffset="47332.07">12688 4367 442 0,'0'0'6'0,"0"0"2"16,-2-14 2-16,2 6 1 15,0-5 1-15,0 4 1 16,0-7-4-16,2 4-9 0,0 2 0 15,-2 10 0-15,13-12 0 16,-3 6 0-16,0 6 0 16,3 0 0-16,-1 3 0 15,3 3 0-15,2 3 0 0,-2-2 0 16,-3 6 0-16,0 2 0 16,-3 0 0-16,-5 0 0 15,1-1 0-15,-5 4 0 16,-2-4 0-16,-5 4 0 15,-2-3 0-15,0 3 0 0,-1-1 0 16,0-3 0-16,0 1 0 16,5 3 0-16,3-1 0 15,2-3 0-15,7 3 0 16,6-6 0-16,1 4 0 0,7-5 0 16,-2 2 0-16,1 1 0 15,-3-4 0-15,1 1 0 0,-6-2 0 16,-2 2 0-1,-5-3 0-15,-5-7 0 0,-7 18 0 16,-6-11 0-16,-6 3 0 16,-4-5 0-16,-7 0 0 15,3 2 0-15,-8-4 0 0,10 1 0 16,-2-4-25-16,-6 0-61 16,21 0-2-16</inkml:trace>
  <inkml:trace contextRef="#ctx0" brushRef="#br1" timeOffset="47732.12">13247 4835 489 0,'0'0'3'0,"0"0"0"0,0 0 1 15,5-9 0-15,-5 9 0 16,0 0 0-16,0 0-4 0,0 0 0 16,10-10-14-16,-10 10-68 15,0 0-3-15</inkml:trace>
  <inkml:trace contextRef="#ctx0" brushRef="#br1" timeOffset="48415.16">13893 4348 427 0,'0'0'5'0,"2"-12"1"0,-2 12 2 16,0-11-1-16,0 11 2 15,-12-12-1-15,-3 4 1 16,-4 4 0-16,-2 4-4 0,-11 0-2 16,2 2-1-16,3 8-1 15,-3 2 0-15,8 3 0 16,5 5-1-16,-1 2 0 16,11 5 0-16,4 3 0 0,3 4 0 15,5 2 0 1,6 0 0-16,3 4 0 0,1 4 1 15,2-1 0-15,-1-1 0 16,-2 3 0-16,-2-1 0 16,-1 1-1-16,-6 2 1 0,-5-3 0 15,0 1-1-15,-3-3 0 16,-6-1 0-16,-2 1 0 16,-4-6 0-16,0-2 0 15,1-4 0-15,-4-5 0 0,3 0 0 16,0-3 0-16,3-7 1 15,2 0-1-15,2-5 0 16,1 0 0-16,7-10 2 16,0 0-2-16,0 0 0 0,15 5 0 15,-3-5 0-15,11-5 0 16,1 0 0-16,6-3 0 16,8 3 0-16,-2-5 0 15,7 3 0-15,-3 2 0 0,0-2 0 16,-1 2 0-16,-4-1 0 15,-5 2 0-15,-8 4-6 16,-10-8-13-16,-12 8-65 16,0 0-3-16</inkml:trace>
  <inkml:trace contextRef="#ctx0" brushRef="#br1" timeOffset="48848.4">14171 4645 454 0,'0'0'4'0,"0"0"0"16,-9-6 1-16,9 6 1 15,-16 0 0-15,7 8 1 16,-3 4 0-16,-2 6 0 15,2 7-2-15,3 2-1 0,1 7-2 16,8 1-2-16,0-3 0 16,5 1 0-16,7-4 0 15,9-7 0-15,3-2 0 0,6-7 0 16,2-6 0-16,6-7 0 16,-3 0 0-16,3-7 0 15,-5-11 0-15,0-1 0 16,-11-9 0-16,-5-3 0 15,-4-4 0-15,-11-3 0 0,-2 3 0 16,-13-1 0-16,-1 3 0 16,-11 6 0-16,0 9 0 15,-7 0 0-15,-1 12 0 16,3 4 0-16,1 2-14 0,-1 4-49 16,8 4-24-16,4-3-2 15</inkml:trace>
  <inkml:trace contextRef="#ctx0" brushRef="#br1" timeOffset="49432.51">14509 4357 465 0,'0'0'3'0,"0"0"1"16,0-7 2-16,0 7 0 15,11-14 1-15,-4 10 0 0,10-5 1 16,1 1-3-16,7 0-5 16,7 2 0-16,5 0 0 15,5 2 0-15,6-2 0 0,-4 5 0 16,3 1 0-16,-2 0 0 16,-7 0 0-16,-8 4 0 15,-6 6 0-15,-6 2 0 16,-9 6 0-16,-6 4 0 15,-3 2 0-15,-5 6 0 0,-5 2 0 16,1 8 0-16,-5 0 0 16,7 4 0-16,0-1 0 15,1 1 0-15,1 1 0 16,5-1 0-16,0 1 0 0,3-3 0 16,-1 2 0-16,6-4 0 15,0 2 0-15,4-2 0 16,-2-3 0-16,-2 0 0 15,1-5 0-15,-2 3 0 16,2-4 0-16,-5-3 0 0,-1-3 0 16,-1-3 0-16,-2-2 0 15,-2-3 0-15,-3-1 0 16,-6-2 0-16,2-4 0 0,-6-2 0 16,-3 2 0-16,-2-3 0 15,-1-4 0-15,-4 2 0 16,0-5 0-16,-5 0 0 15,0 0 0-15,-5 0 0 16,1-5 0-16,4-5 0 0,2 2-7 16,-4-4-55-16,11-6-25 15,5 1-2-15</inkml:trace>
  <inkml:trace contextRef="#ctx0" brushRef="#br1" timeOffset="49649.52">15384 4739 500 0,'0'0'2'0,"0"0"0"16,0 0 1-16,3-13-1 15,-3 13 0-15,17-15-2 0,0 11 0 16,0-4 0-16,11-2 0 15,2 5-9-15,2 0-75 16,-5 0-2-16</inkml:trace>
  <inkml:trace contextRef="#ctx0" brushRef="#br1" timeOffset="49781.96">15322 4865 446 0,'0'0'1'0,"0"0"1"16,5 2 0-16,7 1 1 0,6-3 0 15,7 0 0-15,10-3-1 16,9 1-10-16,-1-6-67 16,11-4-3-16</inkml:trace>
  <inkml:trace contextRef="#ctx0" brushRef="#br1" timeOffset="50649.1">16358 4466 429 0,'0'0'5'0,"0"0"3"16,0 0 2-16,-7-12 1 15,7 12 2-15,-10-10-1 16,10 10 1-16,-13 0-3 15,6 4-10-15,2 16 0 16,-2 3 0-16,2 12 0 0,5 6 0 16,0 7 0-16,0 1 0 15,7 1 0-15,3-1 0 16,2-2 0-16,1-6 0 0,-1-2 0 16,1-12 0-16,-1 0 0 15,-7-10 0-15,2-1 0 16,-1-9 0-16,-6-7 0 0,0 0 0 15,-9-10 0-15,0-7 0 16,-3-6 0-16,-1-11 0 16,-4-9 0-16,-3-1 0 15,-3-8 0-15,4-5 0 16,1 0 0-16,-2 2 0 0,8 5 0 16,2 6 0-16,8 7 0 15,2 3 0-15,9 9 0 16,12 5 0-16,11 2 0 15,5 8 0-15,7 9 0 0,4 1 0 16,-2 1 0-16,0 12 0 16,-2 6 0-16,-13 4 0 15,-2 0 0-15,-16 4 0 16,-11-2 0-16,-4 0 0 0,-16-3 0 16,-7 2 0-16,-10-6 0 15,-2 1 0-15,-2-1 0 16,-4-5 0-16,6 3-2 15,-5-2-55-15,17-6-30 0,5 5-3 16</inkml:trace>
  <inkml:trace contextRef="#ctx0" brushRef="#br1" timeOffset="55132.57">8404 6317 292 0,'0'0'9'0,"0"0"5"16,0-10 5-16,0 10 2 16,0-13 3-16,0 13 2 15,3-9-1-15,-3 9 0 16,0 0-8-16,0 4-4 0,0 14-5 15,0-1-3-15,-3 11-2 16,1 4-2-16,0 0 1 16,-1 5 0-16,0 0-1 0,3-5 0 15,0 0 0-15,0-4 1 16,0-3-2-16,-2-5 0 16,2-4-3-16,-2 0 0 15,2-4-3-15,0-12-4 0,-8 17-6 16,8-17-13-16,-12 5-53 15,12-5-1-15</inkml:trace>
  <inkml:trace contextRef="#ctx0" brushRef="#br1" timeOffset="55649.69">8087 6253 297 0,'0'0'6'15,"0"0"2"-15,0 0 5 0,0 0 0 16,0 0 3-16,0 0 1 16,0 0 2-16,0 0 0 15,0 0-4-15,9-11-3 0,3 9-1 16,11 0-1-16,2-1-2 16,2-2 0-16,11 3 0 15,3-6-1-15,5 5-1 16,3-1 1-16,3-4-2 0,-2 0-1 15,-3 2-2-15,-2 0-2 16,-3 2 0-16,-10-2 0 16,-4 2 0-16,-8 4 0 15,-8 0 0-15,-2 0 0 0,-10 0 0 16,0 0 0-16,3 10 0 16,-3-10 0-16,-8 10 0 15,8-10 0-15,-12 14 0 16,7-4 0-16,5-10 0 15,-13 17 0-15,13-17-15 0,-10 12-40 16,8-3-30-16,2-9-1 16</inkml:trace>
  <inkml:trace contextRef="#ctx0" brushRef="#br1" timeOffset="56316.43">8665 6572 375 0,'0'0'5'0,"0"0"2"0,0 0 1 15,0 0 2-15,-15-3 1 16,15 3-1-16,-12 0 2 16,12 0 0-16,-15 10-5 15,8 0-2-15,2 0-1 16,3 2-2-16,-1 4-1 0,3-4 1 16,0 3-2-16,5-3 1 15,7 0 0-15,-1-2 0 16,8-5 1-16,1 2 0 0,-1-7 1 15,6 0 0-15,-2 0 0 16,2-2 0-16,-6-3 1 16,1-4-1-16,-5-2 1 15,-2 2-1-15,-6-4-1 0,-4-2 1 16,-3 1-1-16,-8-1-2 16,-1-3 0-16,-7 3 0 15,-3 2 0-15,-1 2 0 16,-5 3 0-16,2 1 0 15,2 1 0-15,0 6 0 16,3 0 0-16,4 0 0 0,4 7-6 16,10-7-6-16,-4 11-19 15,18-4-52-15,-7-4-1 16</inkml:trace>
  <inkml:trace contextRef="#ctx0" brushRef="#br1" timeOffset="57024.1">8924 6089 369 0,'0'0'7'0,"0"0"5"0,0 0 2 16,7-8 1-16,-7 8 1 15,0 0 1-15,0 0-1 0,0 0 0 16,0 0-6-16,5 8-5 16,-5 7-2-16,0 2-2 15,0 3-1-15,0 2 1 16,0 0 0-16,0 2 0 0,2-3 0 16,4-1 0-16,-6-3-2 15,3-2-1-15,-1-3-4 16,0-2-6-16,-2-10-15 15,0 13-54-15,0-13-3 0</inkml:trace>
  <inkml:trace contextRef="#ctx0" brushRef="#br1" timeOffset="57899.33">9154 5910 332 0,'0'0'8'16,"0"0"3"-16,0 0 3 0,0 0 2 15,0 0 3-15,13 0 0 16,-13 0 1-16,20 0 0 0,-5 0-6 15,2 0-4 1,3 0-2-16,3-1-2 0,2 1-1 16,2-3-2-16,0 3-1 15,-2-3 0-15,-3 3 0 16,1-3-2-16,-6 3 0 0,-4 0 0 16,-3 0 0-16,-10 0 0 15,0 0 0-15,0 0-3 16,2 6-4-16,-2-6-6 15,-2 10-16-15,2-10-53 0,-10 7-2 16</inkml:trace>
  <inkml:trace contextRef="#ctx0" brushRef="#br1" timeOffset="58182.43">9617 5678 412 0,'0'0'6'0,"0"0"2"16,10-5 2-16,-10 5-1 16,0 0 2-16,12 0 0 0,-12 0 0 15,7 15 0-15,-4 0-5 16,-3 4-2-16,3 6-2 15,-3 2 1-15,0 3-2 0,3 2-1 16,-3-5-6-16,2 2-9 16,-2 4-46-16,0-8-20 15,0-5-4-15</inkml:trace>
  <inkml:trace contextRef="#ctx0" brushRef="#br1" timeOffset="59082.5">8193 5925 342 0,'0'0'5'15,"0"0"1"-15,0 0 2 0,5-9 2 16,-5 9-1-16,0 0 2 15,-12-7-1-15,0 4 1 16,-6 3-5-16,-2 0-2 16,-8 3-1-16,4 4-1 0,-3 0-1 15,-1 0 0-15,3 3 0 16,3 5 0-16,3-3-2 16,3 6 1-16,4-3 1 15,5 5 0-15,3-4 0 0,4 5 0 16,4-1 0-16,3 1 2 15,0 2-2-15,9 4 1 16,-7 0-1-16,3 1 0 16,4 7-1-16,-4-1 0 0,-5 3 1 15,-1 2-1-15,-2 4 0 16,-4-3 1-16,0 7-1 16,-4-3 0-16,-7 3 1 15,-1 1 0-15,-3-1-1 0,3-2 1 16,-6-1-1-16,1 0 0 15,-2-6 1-15,6-4-1 16,0-1 0-16,1-7 0 16,2-3 0-16,2-6-1 0,3-4 0 15,3-2 1-15,2-3 0 16,0-8 0-16,0 13 2 16,0-13 0-16,9 3 0 15,2-3 1-15,1 0 1 0,6-3 0 16,1-1-1-16,6-2 0 15,3 2 0-15,4-3-1 16,0 3-1-16,0 0 0 0,3 1-1 16,3-3-2-16,-8 5-2 15,2-2-3-15,-5 3-8 16,-5 0-31-16,1-5-34 16,-6 2-2-16</inkml:trace>
  <inkml:trace contextRef="#ctx0" brushRef="#br1" timeOffset="60250.57">8715 5903 245 0,'0'0'6'0,"0"0"1"16,0 0 3-16,0 0 1 15,0 0 2-15,0 0 2 0,0-11 2 16,0 11 1-16,15-1-4 15,0-2 1-15,5 3-1 16,5-2-3-16,1-3-1 16,7 2-3-16,0 3 0 0,-1-2-2 15,-2-1-2-15,-1 3-1 16,-4 0 0-16,-7 5 0 16,-4 1 0-16,-3 1 0 15,-4 2-2-15,-5 0 1 0,1 2 0 16,-3 3 0-16,0-1 0 15,0 3 0-15,2-1-1 16,-2 4-1-16,0 4 1 16,3-4 0-16,-3 6 0 0,0 0-1 15,2 0 1-15,0-1-1 16,1 4 1-16,3-3 1 16,-4 1-1-16,3 1 0 15,0 1 1-15,0 2-1 0,-1 0 1 16,2 2 0-16,-1 0-1 15,0-2 1-15,-3 3-1 16,3 0 1-16,-3-3-1 16,1 5 0-16,2-3 0 0,-3 1 0 15,1-1 0-15,0-2-1 16,2-1 1-16,-3 3 0 16,0-2-1-16,1-1 1 15,-1 2-1-15,3-7 1 16,-3 3 0-16,1-2 0 0,0-2-1 15,-3-1 2-15,3-3-1 16,-2-2 0-16,2 1 0 0,-3-3 0 16,3 0 0-16,-3-5 1 15,0 0-1-15,0-10 0 16,0 15 1-16,0-15 0 16,-3 10-1-16,3-10 1 15,0 0 1-15,0 0-1 0,-10 9 0 16,10-9 1-16,-7 0-1 15,7 0 1-15,-17 0-1 16,9-2 1-16,-5-1-1 0,-1 3 1 16,-8-3 1-16,-1 3-1 15,-7 0 1-15,0 0-1 16,-7 0 1-16,-2 3-1 16,1 0 0-16,1-1-1 0,2 3-1 15,5-1-5-15,3-3-6 16,12 5-25-16,5-6-44 15,10 0-2-15</inkml:trace>
  <inkml:trace contextRef="#ctx0" brushRef="#br1" timeOffset="62090.08">9533 6607 463 0,'0'0'2'0,"0"0"2"0,0 0 1 16,0 0 0-16,0 0 0 16,0 0 0-16,2-10-1 15,-2 10 0-15,0 0-9 16,0 0-22-16,17-5-52 0,-6 5-4 16</inkml:trace>
  <inkml:trace contextRef="#ctx0" brushRef="#br1" timeOffset="62382.4">10156 6344 466 0,'0'0'3'16,"0"0"3"-16,7-15 1 15,-7 15 1-15,5-12 1 16,-5 12-1-16,9-8-4 0,-9 8-4 16,7 8 0-16,-7 9 0 15,0 8 0-15,2 7 0 16,-2 5 0-16,3 5 0 16,-1-2 0-16,-2 4 0 0,5-6 0 15,-3-3 0-15,-2-3 0 16,0-3-25-16,2-6-59 15,-2-3-4-15</inkml:trace>
  <inkml:trace contextRef="#ctx0" brushRef="#br1" timeOffset="62682.3">9885 6279 411 0,'0'0'5'0,"0"0"2"16,0-7 2-16,0 7 1 15,13-15 2-15,-3 5 0 16,7 1 0-16,3-7 1 16,7 3-4-16,6 1-3 15,6 0-1-15,4 5-5 0,1-4 0 16,2 7 0-16,-2 0 0 15,-2 1 0-15,-8 3 0 16,-4 0 0-16,-5 3 0 16,-5 5-15-16,-8 0-27 0,-1 2-41 15,-9 2-2-15</inkml:trace>
  <inkml:trace contextRef="#ctx0" brushRef="#br1" timeOffset="63115.78">10469 6654 419 0,'0'0'5'0,"0"0"1"0,0 0 2 16,0 0-2-16,-5 2 1 16,5-2 0-16,-9 10 1 15,9-10-1-15,-18 15-4 0,11-3-2 16,4 1 0-16,1 2-1 16,2-1 1-16,7-2 0 15,5 1 0-15,6-6 0 16,5-4 1-16,1-1-1 15,3-2 1-15,1-7 0 0,-3-3 0 16,-3-4 1-16,-7-4-1 16,-6-2 1-16,-5 3 0 15,-4-3-1-15,-13 2 0 0,-2 1 0 16,-7 8-1-16,-1-2-1 16,-5 4-3-16,4 7-4 15,3-5-9-15,2 5-42 0,7 3-25 16,1 2-2-16</inkml:trace>
  <inkml:trace contextRef="#ctx0" brushRef="#br1" timeOffset="63749.21">10782 5965 470 0,'0'0'4'0,"0"0"1"0,0 0 1 16,0 0 1-16,2-8-1 16,-2 8 1-16,0 0-1 15,0 6-6-15,0 6 0 0,0 5 0 16,0 5 0-16,5 8 0 16,-1-2 0-16,3 6 0 15,0-4-7-15,5 5-31 16,1-9-43-16,-6-1-4 15</inkml:trace>
  <inkml:trace contextRef="#ctx0" brushRef="#br1" timeOffset="64032.04">11237 6544 490 0,'0'0'2'15,"0"0"0"-15,0 0 1 16,-2-8 0-16,2 8 0 15,0 0-4-15,0 0-9 16,0 0-56-16,0 0-15 0</inkml:trace>
  <inkml:trace contextRef="#ctx0" brushRef="#br1" timeOffset="64298.48">11782 6314 494 0,'0'0'3'0,"0"0"1"0,0 0 0 15,0 0 0-15,0 0-2 16,-5 5-2-16,-1 5 0 0,3 8 0 16,-1 7 0-16,1 4 0 15,3 4 0-15,-2 5 0 16,2 0 0-16,0 2 0 15,0-4 0-15,5-3 0 16,-5-5-18-16,0-9-47 0,0 18-108 16</inkml:trace>
  <inkml:trace contextRef="#ctx0" brushRef="#br1" timeOffset="64501.07">11446 6272 445 0,'0'0'4'0,"0"0"1"16,0-15 0-16,0 15 2 15,7-17 0-15,5 5 1 16,6-3 0-16,9-1 0 16,8 4-3-16,5-2-1 15,7 4-1-15,2 0-1 0,6 7-8 16,-2-2-13-16,-28 5-62 15,26 5-3-15</inkml:trace>
  <inkml:trace contextRef="#ctx0" brushRef="#br1" timeOffset="64782.28">12090 6579 481 0,'0'0'2'16,"0"0"1"-16,0 0 0 0,0 0 1 15,0 0 0-15,-5 7 0 16,5 4 0-16,-4-1 2 16,4 6-6-16,0 2 0 0,0 7 0 15,0 0 0-15,0 0 0 16,0 0 0-16,0-3 0 15,0 0 0-15,0-3-3 16,0-6-14-16,6-1-65 0,-3-2-2 16</inkml:trace>
  <inkml:trace contextRef="#ctx0" brushRef="#br1" timeOffset="65967.03">12143 6084 434 0,'0'0'5'0,"0"0"2"0,4-12 1 0,-4 12 2 15,12-15 2-15,-2 2 0 16,0 1 0-16,2-3-1 15,0 2-11-15,4 6 0 16,0 0 0-16,0 3 0 16,-2 4 0-16,4 4 0 0,-8 6 0 15,0 4 0-15,-2 1 0 16,-1 8 0-16,-7-2 0 16,0 4 0-16,-5-2 0 15,-5 2 0-15,0-4 0 16,0 0 0-16,-5-4 0 0,3-5 0 15,2 1 0-15,10-13 0 16,-11 12 0-16,11-12 0 0,9 2 0 16,3-2 0-16,6 0 0 15,1-2 0-15,6-2 0 16,5 1 0-16,-1-4 0 16,1 4-33-16,-2-2-51 15,-1 2-2-15</inkml:trace>
  <inkml:trace contextRef="#ctx0" brushRef="#br1" timeOffset="66249.17">12770 6569 511 0,'0'0'0'15,"0"0"0"-15,0 0 0 0,-2-5 0 16,2 5 0-16,-2-7 0 16,2 7 0-16,-6-10 0 15,6 10-23-15,8 0-60 16,-8 0-3-16</inkml:trace>
  <inkml:trace contextRef="#ctx0" brushRef="#br1" timeOffset="66499.03">13225 6423 505 0,'0'0'3'16,"0"0"0"-16,0 0-3 15,0 0 0-15,0 0 0 0,4 13 0 16,-1 1 0-16,0 3 0 16,-1 8 0-16,1 2 0 15,1 8 0-15,4 3 0 0,-2-1 0 16,1 0 0-16,-2-3 0 16,-1 1 0-16,1-7 0 15,-2-1 0-15,-6-7-29 16,-9-2-55-16,7-7-3 0</inkml:trace>
  <inkml:trace contextRef="#ctx0" brushRef="#br1" timeOffset="66700.39">12954 6389 454 0,'0'0'4'0,"-5"-10"2"16,5 10 0-16,0-20 2 15,5 8 0-15,2-3 0 16,14-3 1-16,0-2-1 0,9 1-8 16,5 1 0-16,8 5 0 15,3 1 0-15,2 5 0 16,-4 2-22-16,2 5-60 0,-5 0-3 16</inkml:trace>
  <inkml:trace contextRef="#ctx0" brushRef="#br1" timeOffset="67132.07">13518 6700 472 0,'0'0'4'16,"0"0"1"-16,0 0 2 15,0 0 0-15,0 0 2 16,-10-7-2-16,10 7-7 0,-2-9 0 16,2 9 0-16,0-16 0 15,0 16 0-15,12-12 0 16,-2 7 0-16,3 2 0 16,-1 2 0-16,1 1 0 0,-1 1 0 15,0 7 0-15,-4 0 0 16,-1 4 0-16,-5 0 0 15,-2 3 0-15,-4 3 0 0,-4 2 0 16,-2-1 0-16,-2-1 0 16,-1-2 0-16,0 0 0 15,4-4 0-15,1-2 0 16,8-10 0-16,-7 12 0 16,7-12 0-16,5 3 0 0,5-3 0 15,7-5 0-15,3-2 0 16,8 0 0-16,2-7-81 15,4-6-6-15</inkml:trace>
  <inkml:trace contextRef="#ctx0" brushRef="#br1" timeOffset="67632.22">13709 6151 471 0,'0'0'5'0,"0"0"1"0,0 0 1 0,-3-8 0 16,3 8 1-16,0-12-1 15,0 12-7-15,8-20 0 16,2 13 0-16,0-3 0 16,2 5 0-16,4 0 0 0,1 5 0 15,0 0 0-15,1 2 0 16,-4 6 0-16,-3-1 0 15,1 3 0-15,-5 0 0 0,-2 3 0 16,-5 1 0-16,0-1 0 16,-2-1 0-16,-6 0 0 15,1 0 0-15,-1 0 0 16,3-1 0-16,0-1 0 16,1 2-2-16,4-1 2 15,0-4 0-15,4 5 0 0,4-2 0 16,9 0 0-16,1 2 2 15,-1-2-2-15,3-2 0 16,0-1 0-16,-3 0 0 16,0 1 0-16,-6 0 0 0,-11-8 0 15,7 14 0-15,-7-14 0 16,-7 13 0-16,-9-6 0 16,-3-2 0-16,-6 0 0 0,-2 0 0 15,-3 0 0-15,-2-2-16 16,4-9-53-16,3 6-14 15</inkml:trace>
  <inkml:trace contextRef="#ctx0" brushRef="#br1" timeOffset="68366.17">14447 6098 446 0,'0'0'5'0,"0"0"3"15,0 0 0-15,2-9 1 0,-2 9 0 16,-2-10-1-16,-8 4 1 15,-5 5 0-15,-4-2-9 16,-4 3 0-16,-4 3 0 16,-3 6 0-16,0 4 0 0,2 4 0 15,7 6 0-15,1 2 0 16,8 1 0-16,6 2 0 16,3 3 0-16,3 4 0 0,13 3 0 15,-1-3 0-15,14 4 0 16,-6-2 0-16,4 5 0 15,1 1 0-15,0-2 0 16,-5 4 0-16,-5-1 0 16,-2 4 0-16,-10-4 0 0,-3 1 0 15,-1 3 0-15,-10-4 0 16,-1-3 0-16,-1-3 0 16,-4-4 0-16,2-3 0 15,1-5 0-15,2-5 0 0,-1-5 0 16,3-3 0-16,3-2 0 15,7-11 0-15,-9 11 0 16,9-11 0-16,0 0 0 16,0 0 0-16,9 0 0 0,3 0 0 15,6-4 0-15,1-2 0 16,8 1 0-16,3-5 0 16,5 3 0-16,2 0 0 0,-1-5-3 15,3 6-29-15,-4-1-51 16,-3-5-3-16</inkml:trace>
  <inkml:trace contextRef="#ctx0" brushRef="#br1" timeOffset="68758.42">14734 6505 459 0,'0'0'4'0,"0"0"0"0,0 0 1 16,-17-2 0-16,8 2 1 16,-1 7-1-16,-2 2 1 0,-6 7 1 15,4 6-4-15,4 0-2 16,1 8 0-16,9-3 0 16,0 1 1-16,11-4 0 15,6-6-2-15,11-3 0 0,1-5 0 16,6-6 0-16,5-4 0 15,-5-4 0-15,0-6 0 16,-5-8 0-16,-5 1 0 16,-11-5 0-16,-4-6 0 0,-10-1 0 15,-10-1 0-15,-10 3 0 16,-2-1 0-16,-12 6 0 16,0 6 0-16,0 2 0 0,-1 4 0 15,8 10-30-15,15 0-53 16,-6 0-3-16</inkml:trace>
  <inkml:trace contextRef="#ctx0" brushRef="#br1" timeOffset="69310.27">15014 6128 481 0,'0'0'3'16,"0"0"2"-16,0 0 0 0,-6-12 1 15,6 12 0-15,0-15-1 16,9 8-5-16,5-3 0 16,9 3 0-16,2 2 0 15,9-3 0-15,3 5 0 0,5 1 0 16,4 2 0-16,0 2 0 16,-5 4 0-16,-4 0 0 15,-5 5 0-15,-7 2 0 16,-6 4 0-16,-6 3 0 0,-8 5 0 15,-5 1 0-15,0 6 0 16,-7 5 0-16,-4 3 0 16,2 2 0-16,1 3 0 15,-1 0 0-15,2 1 0 0,6-3 0 16,1 2 0-16,0-6 0 16,4-2 0-16,5 3 0 15,0-3 0-15,1 0 0 0,3 1 0 16,-1-4 0-1,3-2 0-15,-5 0 0 0,2-2 0 16,-1-3 0-16,-4 1 0 16,-7 0 0-16,0-5 0 15,-3-3 0-15,-6 3 0 0,-4-6 0 16,-2 0 0-16,-3-5 0 16,-2 1 0-16,1-3 0 15,-1-2 0-15,-5-3 0 16,5 2 0-16,-6-7 0 0,2 2 0 15,-3-2 0-15,8 0 0 16,-6-4 0-16,4-4 0 16,1 0 0-16,6-1 0 15,7-4-12-15,-4 6-56 0,11-11-18 16</inkml:trace>
  <inkml:trace contextRef="#ctx0" brushRef="#br1" timeOffset="74182.03">15663 6507 383 0,'0'0'7'0,"0"0"3"16,0 0 3-16,0 0 1 0,0 0 2 16,12 0 0-16,-5 0 1 15,3 0 0-15,2-2-6 16,6-3-4-16,-1 5-7 15,6-3 0-15,-1 1 0 0,2-1 0 16,4-1 0-16,-3 4-12 16,-2 0-32-16,-3 0-40 15,-3 0-1-15</inkml:trace>
  <inkml:trace contextRef="#ctx0" brushRef="#br1" timeOffset="74349.28">15667 6617 384 0,'0'0'8'16,"0"0"3"-16,0 0 2 0,5 2 2 16,2-2 1-16,9 0 0 15,1 0 0-15,8-2 0 16,2-4-8-16,8 4-7 16,-1-10-14-16,7 7-66 0,-4-1-4 15</inkml:trace>
  <inkml:trace contextRef="#ctx0" brushRef="#br1" timeOffset="74965.7">16463 6354 405 0,'0'0'5'0,"0"0"3"0,0 0 1 16,0 0 2-16,9-7-1 0,-9 7 2 16,0 0-1-16,0 0 1 15,0 0-5-15,0 0-3 16,10 0-1-16,-10 7-1 16,0 5 0-16,2 6 0 0,1 1 0 15,0 6 0-15,2 7 0 16,0 0 0-16,2 4-2 15,-2 0 0-15,3 2 0 0,-4-6 0 16,6 2 0-16,-5-6 0 16,2-1 0-16,2-3 0 15,-7-8 0-15,3 1-6 16,-3-5-10-16,1-1-24 16,-3-11-44-16,0 7-1 0</inkml:trace>
  <inkml:trace contextRef="#ctx0" brushRef="#br1" timeOffset="75232.1">16205 6401 356 0,'0'0'9'0,"0"0"1"16,0 0 2-16,-1-10 1 15,1 10 1-15,4-12 1 16,7 6 1-16,4-3 1 16,5 1-7-16,9-1-3 0,9 1-1 15,4-2-1-15,5 3-1 16,1 2-2-16,3 2 0 16,-3 0-4-16,-1 3-8 0,-13 0-14 15,-11 8-57-15,4 5 0 16</inkml:trace>
  <inkml:trace contextRef="#ctx0" brushRef="#br1" timeOffset="75649.13">16803 6728 394 0,'0'0'2'16,"0"0"2"-16,0 0 1 15,0 0 0-15,0 0 1 0,-13 13 0 16,13-13 0-16,-7 12 0 16,2-2-1-16,5-1-3 15,0 7 0-15,0-7 0 16,10 4 0-16,5-6 0 0,2 1 0 15,8-4 2-15,0-4-1 16,2 0 2-16,1-4 1 16,-4-7 0-16,1 1 0 15,-7-4-1-15,-6-6 0 0,-7 0 0 16,-5 1-1-16,-10-3-1 16,-4 4-1-16,-9 0-2 15,-2 4-1-15,-5 3-2 0,-2 4-3 16,2 5-6-16,0-1-13 15,7-4-40-15,4 7-18 16</inkml:trace>
  <inkml:trace contextRef="#ctx0" brushRef="#br1" timeOffset="75900.67">17034 6238 451 0,'0'0'4'0,"0"0"1"16,0 0 1-16,0 0-1 16,0 0 0-16,0 0 1 0,0 0 0 15,10 4 0-15,-5 11-4 16,-1 3-2-16,2 4-2 0,-4 3-3 15,3 5-11-15,0-3-28 16,-2 0-37-16,2-2-1 16</inkml:trace>
  <inkml:trace contextRef="#ctx0" brushRef="#br1" timeOffset="76508.23">16975 6054 365 0,'0'0'7'16,"0"0"-1"-16,10-12 4 15,-1 4 1-15,6 3 1 0,7-4 1 16,6-1 1-16,6 3-1 16,7-1-4-16,5-1-1 15,2 8-2-15,-1 1-2 16,-3 0-1-16,-3 0-1 0,-9 5-1 16,-2 5-1-16,-11 1-1 15,-7 7 0-15,-4 2 0 16,-5 4 0-16,-3 7 1 15,-3 1-1-15,-2 5 1 16,1 3 1-16,-1 4-1 0,-1 3 0 16,6 1 1-16,0 1 0 15,0 0 0-15,6 1-1 16,0 3 1-16,5-7-1 16,2-2 0-16,-1 1-1 0,2-5 1 15,-1-1-1-15,-1-2 1 16,1-5 0-16,-3-4 0 15,-3 0 1-15,-5-7 0 0,-2 2 0 16,-2-3 0-16,-3-2 1 16,-9-4-1-16,-4-2 0 15,0 1 0-15,-6-4 0 16,-2-1-1-16,-3-6-1 0,-3 4-1 16,-5-6-2-16,1 0-4 15,-6 0-5-15,-2-3-13 16,6-2-55-16,-11-3-1 15</inkml:trace>
  <inkml:trace contextRef="#ctx0" brushRef="#br1" timeOffset="77182.19">16286 6101 351 0,'0'0'5'0,"0"0"1"0,0-10 3 0,0 10-1 16,-7-10 1-16,-4 6 0 15,-1 0 1-15,-6 0 0 16,-3 4-4-16,-4 3-2 16,0 4-1-16,0 5 0 0,0 6-1 15,5 4 1-15,0 3-2 16,6 4 0-16,5 6 0 15,7 2 0-15,2 3 0 16,2-1 0-16,14 9-1 16,1-4 0-16,8 6 0 0,0-3-1 15,7 0 1-15,-7 3 0 16,3 1-1-16,-3-1 1 16,-6-3-1-16,-4 5 1 15,-5-2 0-15,-8 0-1 0,-2-4 1 16,0-1 0-16,-10-1 0 15,3-4 0-15,-8-3 1 16,1-2 0-16,-4-5 0 0,1-3 0 16,-3 0 0-16,2-6 0 15,3-3 0-15,-2-3 0 16,7-2 0-16,-2-1-1 16,12-12 0-16,-11 8 2 0,11-8-1 15,0 0 1-15,13-2 1 16,2-4 0-16,10-4-1 15,5-2 1-15,7 2-1 0,8-7-2 16,4 5-4-16,4-6-7 16,1-2-32-16,0 3-36 15,-1 2-2-15</inkml:trace>
  <inkml:trace contextRef="#ctx0" brushRef="#br1" timeOffset="77782.03">17300 5816 391 0,'0'0'5'0,"0"0"3"16,0 0 2-16,7-5 2 0,-7 5 0 15,0 0 1-15,12-7 0 16,1 5 0-16,-6-3-4 16,9 2-4-16,0-2-1 15,2 2-2-15,2 1-2 0,2 2-4 16,-1-2-6-16,0 2-11 15,-5 0-28-15,0 0-32 16,2 0-2-16</inkml:trace>
  <inkml:trace contextRef="#ctx0" brushRef="#br1" timeOffset="78105.98">17612 5638 404 0,'0'0'2'0,"0"0"0"15,0 0 2-15,0 7 2 16,0 3 0-16,3 8 1 16,2 1 0-16,0 4 0 15,3 4-1-15,-1 5-2 0,3-2-4 16,3 5-10-16,-4-11-28 16,3 5-37-16,-1-1-2 0</inkml:trace>
  <inkml:trace contextRef="#ctx0" brushRef="#br1" timeOffset="78449.14">17797 6535 502 0,'0'0'2'0,"0"0"1"0,0 0-1 16,2-7 0-16,-2 7-2 16,0 0 0-16,2-11 0 15,-2 11 0-15,0 0-20 0,28-10-62 16,-28 10-2-16</inkml:trace>
  <inkml:trace contextRef="#ctx0" brushRef="#br1" timeOffset="78999.3">18176 6278 500 0,'0'0'2'0,"0"0"1"16,0 0-1-16,-2-9 0 15,2 9 0-15,0 0-2 16,0 16 0-16,0-2 0 15,5 11 0-15,6 5 0 16,-4 5 0-16,2 7 0 0,2-1 0 16,-1 4 0-16,-1-1 0 15,-1-1 0-15,-3-11 0 16,-2 0 0-16,-1-7 0 16,-2-9 0-16,0-2 0 0,0-14 0 15,0 0 0-15,-13 0 0 16,11-10 0-16,-3-10 0 15,0-5 0-15,-1-9 0 16,2-6 0-16,0-7 0 0,0-8 0 16,2-1 0-16,-1-1 0 15,3 0 0-15,0 2 0 0,5 5 0 16,3 8 0-16,7 1 0 16,5 11 0-16,-1 5 0 15,6 7 0-15,3 11 0 16,-1 5 0-16,2 2 0 0,-1 12 0 15,-5 8 0-15,-6 5 0 16,-4 4 0-16,-11 4 0 16,-2-4 0-16,-10 3 0 15,-12-3 0-15,-5-1 0 16,-6-3 0-16,-10-5 0 0,2-2 0 16,-4-1 0-16,0-7 0 15,8 4-27-15,2-6-56 16,8 0-3-16</inkml:trace>
  <inkml:trace contextRef="#ctx0" brushRef="#br1" timeOffset="81765.47">7967 7213 251 0,'0'0'5'0,"0"0"5"0,0 0 4 0,0 0 1 15,-4-10 0-15,4 10 2 16,0 0-1-16,0 0 1 0,-11 6-4 16,11-6-5-16,-5 17-1 15,3-2-4-15,2 2 0 16,0 0-1-16,0 5 0 0,7 1-1 16,1-1 1-16,7 0-1 15,2 3 0-15,5-7 0 16,3 2 1-16,2-3-1 15,6-5 0-15,1-2 0 16,1-2 1-16,6-6 0 0,-2 0 0 16,0-2-1-16,2 0 1 15,-2-6 0-15,3-3 0 16,-7 0 0-16,3-1-1 16,-6-3 0-16,0 1 0 0,-4 0 0 15,-4 2 0-15,-1-1 1 16,-3 3-1-16,1-1 1 15,-3 1 0-15,5 1 0 16,-4 3 1-16,6 1-1 0,5-2 0 16,0 5-1-16,2 0 1 15,3 0-2-15,2 0 1 16,1 8-1-16,-1-4 0 16,0 6 0-16,-2 4 0 0,-3 0 0 15,0-2 0-15,-2 3 0 16,-5 2 0-16,0 1 0 15,-5-4-1-15,-3 1 1 0,-4 1 0 16,2-4 0-16,-6 1-1 16,-1-5 1-16,-3 2 0 15,-5-10 0-15,5 15 1 16,-5-15-1-16,2 9 1 0,-2-9 0 16,0 0 1-16,0 0 1 15,0 0 0-15,0 0-1 16,0 0 1-16,0 0 0 15,0 0-1-15,0-9 0 16,0 9-1-16,3-15-1 0,-3 5 0 16,0 2 0-16,2-3 0 15,3-1-1-15,0-3 1 16,1 1 0-16,3 0 0 0,1-2 0 16,3 1 0-16,1-3 0 15,4 1 0-15,-1 3 0 16,3-4 0-16,3 2 0 15,-1 0 0-15,5 1-1 16,-5-1 1-16,6 2 0 0,0-2-1 16,1 7 1-16,4-3 0 15,-6 2-1-15,5 2 1 16,-2 4 0-16,0 1 0 0,2 0 0 16,-2 3 0-16,2 0 0 15,-2 3 0-15,-2 2 0 16,2 2 0-16,-4 1 0 15,-1 1 0-15,0 1 0 16,0-3 0-16,-5 4 1 0,0-1-1 16,-3-1 0-16,3 1 0 15,-3 0 1-15,4-5-1 16,-5 3 0-16,2-3 0 0,1-2 0 16,-1-1 1-16,-1 2-1 15,3-1 0-15,1 0 0 16,0-3 1-16,0 0-1 15,1 3 0-15,3-3 0 16,-1 0 0-16,4 0 1 0,-1 0-1 16,3-6 0-16,-3 3 1 15,-2-1-1-15,3-1 1 16,-5-2-1-16,-2-1 0 0,-1-5 0 16,-3 1 1-16,-1 0-1 15,-4 0 0-15,1-3 1 16,1 0 0-16,-7-2 1 15,6-1 0-15,-8 3 0 16,7 1 2-16,-6 0-1 0,1 0 1 16,-2 4 0-16,0 0 0 15,-5 10 0-15,5-12-1 16,-5 12-1-16,0 0-2 16,2-10 0-16,-2 10 0 0,0 0 0 15,0 0 0-15,0 0 0 16,0 0 0-16,0 0-22 15,8 4-61-15,-8-4-2 16</inkml:trace>
  <inkml:trace contextRef="#ctx0" brushRef="#br2" timeOffset="98349.32">9299 8482 431 0,'0'0'7'0,"0"0"1"16,5-10 3-16,-5 10 1 16,2-10 2-16,-2 10 0 0,0-12 0 15,0 12-14-15,0 0 0 16,0 0 0-16,-5 10 0 15,0 12 0-15,-2 0 0 0,2 12 0 16,-3 4 0-16,1 4 0 16,0 0 0-16,2 3 0 15,0-6 0-15,-3 1 0 16,1-3 0-16,2-5 0 0,-2-3 0 16,1-4-23-16,6-4-62 15,-5-4-3-15</inkml:trace>
  <inkml:trace contextRef="#ctx0" brushRef="#br2" timeOffset="98716.07">8879 8397 360 0,'0'0'6'0,"0"0"4"15,-10-2 2-15,10 2 0 16,0 0 1-16,0 0 1 0,0 0 2 16,0 0 1-16,15-7-4 15,9 4-3-15,12-2-2 16,4 0 0-16,12 0 0 16,7-5-4-16,6 0-4 0,2-2 0 15,2 0 0-15,-2 2 0 16,-2 0 0-16,-8 3 0 15,-9-1 0-15,-11 5 0 16,-5 2 0-16,-9 1 0 0,-9 0 0 16,-7 0 0-16,-7 0 0 15,9 12 0-15,-7-5 0 16,-2-7 0-16,2 22-15 0,-2 3-52 16,-2-8-17-16</inkml:trace>
  <inkml:trace contextRef="#ctx0" brushRef="#br2" timeOffset="99015.93">9563 8796 441 0,'0'0'5'0,"0"0"2"0,0 0 1 15,0 0-1-15,0 0 1 16,-6 0 0-16,6 0 0 16,-7 16-1-16,2-4-3 15,5 2-3-15,-5 4-1 0,3 4-1 16,-1-1-2-16,1-4-7 15,2 5-12-15,0 0-45 16,0-7-16-16</inkml:trace>
  <inkml:trace contextRef="#ctx0" brushRef="#br2" timeOffset="99683.32">9821 8217 356 0,'0'0'7'15,"0"0"6"-15,-3-10 2 0,3 10 2 16,-2-14 1-16,2 0 2 16,0 3 0-16,0-6 0 15,0 4-6-15,7-3-3 0,5 4-11 16,4 1 0-16,1-3 0 15,5 4 0-15,3 6 0 16,-2-1 0-16,-1 5 0 16,0 0 0-16,-2 9 0 0,-5 4 0 15,-5 4 0-15,-5 3 0 16,-3 5 0-16,-2 0 0 16,-4 1 0-16,-7 2 0 15,-1-3 0-15,-2 0 0 0,-4-1 0 16,3-6 0-16,0-1 0 15,3-2 0-15,6-5 0 16,-1-3 0-16,7-7 0 16,0 8 0-16,0-8 0 0,18 2 0 15,1-2 0-15,1 0 0 16,5-2 0-16,3-1 0 16,4 3 0-16,-5-5 0 15,-2 3 0-15,-1 0 0 0,-6 2 0 16,-1 0 0-16,-6 0 0 15,-4 0 0-15,-7 0 0 16,0 0 0-16,0 0 0 16,0 4 0-16,0-4 0 0,0 0-11 15,-2 12-73-15,2-12-4 16</inkml:trace>
  <inkml:trace contextRef="#ctx0" brushRef="#br2" timeOffset="100082.04">10168 8715 479 0,'0'0'3'0,"0"0"3"0,0 0 2 16,5-14 1-16,-5 14-3 15,6-8-6-15,-6 8 0 16,2-11 0-16,-2 11 0 16,0 0 0-16,3-10 0 15,-3 10 0-15,0 0 0 0,2 6 0 16,-2-6 0-16,-7 7-75 16,7-7-15-16</inkml:trace>
  <inkml:trace contextRef="#ctx0" brushRef="#br2" timeOffset="100481.62">10805 8437 471 0,'0'0'5'15,"0"0"1"-15,0-11 2 16,0 11 0-16,0 0 0 0,0 0-3 15,0 0-5-15,-3 17 0 16,-1 2 0-16,-1 3 0 16,1 11 0-16,-1-1 0 15,5 7 0-15,-2-3 0 0,2 0 0 16,0-3 0-16,2-1 0 16,-2-8 0-16,0-1-22 15,0 14-58-15,0-22-6 16</inkml:trace>
  <inkml:trace contextRef="#ctx0" brushRef="#br2" timeOffset="100765.55">10541 8370 375 0,'0'0'8'16,"0"0"1"-16,0 0 3 15,-10-13 3-15,10 13 0 0,-5-7 1 16,5 7 1-16,5-12 1 16,13 6-6-16,4 5-3 15,12-6-4-15,9 1-5 16,10 1 0-16,1 0 0 0,5-2 0 16,1 3 0-16,-3-2 0 15,-4 3 0-15,-9 3 0 16,-9 0 0-16,-5 5-15 15,-13 5-67-15,-5 0-4 16</inkml:trace>
  <inkml:trace contextRef="#ctx0" brushRef="#br2" timeOffset="101232.42">11113 8868 434 0,'0'0'6'0,"0"0"2"0,-10-7 2 16,10 7 1-16,-10-18 0 15,7 6 1-15,-2 0 1 16,5-3-7-16,0-1-6 0,10 2 0 15,3 2 0-15,6-1 0 16,1 7 0-16,3-2 0 16,2 2 0-16,-3 6 0 15,-2 3 0-15,-8 4 0 16,-1 5 0-16,-9 1 0 16,-2 5 0-16,-5 1 0 0,-10 4 0 15,0-4 0-15,-5 4 0 16,0-3 0-16,-2 0 0 15,2-6 0-15,2 1 0 0,6-5 0 16,0-2 0-16,12-8 0 16,0 0 0-16,0 0 0 15,7 0 0-15,13-8 0 16,2-2 0-16,8-5 0 0,2 1 0 16,3-10 0-16,5 8-80 15,2-9-7-15</inkml:trace>
  <inkml:trace contextRef="#ctx0" brushRef="#br2" timeOffset="101765.75">11473 8147 441 0,'0'0'5'0,"0"0"3"16,0 0 0-16,-4-9 2 16,4 9 0-16,0-13 0 0,0 13 0 15,0-12-1-15,0 12-9 16,7-13 0-16,2 12 0 16,9-3 0-16,-1 2 0 15,1 2 0-15,1 0 0 0,1 6 0 16,1-2 0-16,-7 3 0 15,-1 3 0-15,-6 2 0 16,0-1 0-16,-7 6 0 0,0-5 0 16,-4 1 0-16,-6-1 0 15,-1 2 0-15,4 1 0 16,-2-2 0-16,0-1 0 16,1 0 0-16,7 4 0 0,1-4 0 15,1 0 0-15,7-2 0 16,8 1 0-16,-2 1 0 15,4-2 0-15,0 0 0 0,1-3 0 16,-1 0 0-16,-1 1 0 16,-4-1 0-16,-13-7 0 15,9 18 0-15,-9-11 0 16,-9 1 0-16,-7-1 0 16,-9 0 0-16,-1 4 0 15,-4-7 0-15,-6 3 0 0,7 1 0 16,-4-8 0-16,12 6-22 15,5-2-61-15,2-2-2 16</inkml:trace>
  <inkml:trace contextRef="#ctx0" brushRef="#br2" timeOffset="102882.06">11791 8655 474 0,'0'0'5'15,"0"0"1"-15,0 0 0 16,0 0 1-16,0 0 0 16,0 0-1-16,0 0-6 0,0 0 0 15,0 0 0-15,0 0 0 16,0 0-6-16,0 0-77 15,12 8-3-15</inkml:trace>
  <inkml:trace contextRef="#ctx0" brushRef="#br2" timeOffset="103499.3">12430 8182 418 0,'0'0'4'0,"7"-10"2"15,-2 3 4-15,0-3-2 16,-3-2 3-16,4 1 1 16,-6-1-1-16,0-1 1 15,0 13-4-15,-15-8-2 0,0 8-3 16,-5 0-1-16,-3 1-2 15,-2 6 0-15,1 4 0 16,-3 3 0-16,4-1 0 16,0 7 0-16,7-3 0 0,0 2 0 15,4 4 0-15,7 0 0 16,5 4 0-16,0-2 0 16,10 2 0-16,0 3 0 15,5-1 0-15,-1 6 0 0,2-1 0 16,-2 1 0-16,-5 2 0 15,0-2 0-15,-2 7 0 16,-4-4 0-16,-3 3 0 0,-3-4 0 16,-1 3 0-16,-8 0 0 15,6-3 0-15,-4 1 0 16,-5-6 0-16,5 2 0 16,-2-6 0-16,1-2 0 0,2-6 0 15,2 0 0-15,2-5 0 16,0-2 0-16,5-6 0 15,0-7 0-15,-3 12 0 16,3-12 0-16,0 0 0 16,8 6 0-16,4-6 0 0,1 0 0 15,6-6 0-15,6 1 0 16,0 0 0-16,7-4 0 16,1-2 0-16,4 4 0 15,-5-3-3-15,-2-2-13 0,0 7-64 16,-8-2-3-16</inkml:trace>
  <inkml:trace contextRef="#ctx0" brushRef="#br2" timeOffset="103915.25">12609 8472 453 0,'0'0'4'0,"0"0"1"0,0 0 1 0,0 0 0 15,0 0 0-15,-13 0 0 16,13 0 0-16,-17 15-1 16,7-1-3-16,-2 7-2 15,2 4 0-15,-1 0-1 16,9 4 1-16,2-2-1 15,0-2 1-15,10-3 1 0,7-4 0 16,4-6 0-16,6-2 0 16,-1-7 1-16,4-3 0 15,6-6 0-15,-7-6 0 0,-2-3 0 16,-4-2-2-16,-5-6 0 16,-6-4 0-16,-10 0 0 15,-2-3 0-15,-7 3 0 0,-8 2 0 16,-5 3 0-16,-2 4 0 15,-6 6 0-15,6 5 0 16,-8 0-9-16,11 7-31 16,-2 1-43-16,9 2-3 0</inkml:trace>
  <inkml:trace contextRef="#ctx0" brushRef="#br2" timeOffset="104565.6">12895 8105 412 0,'0'0'5'0,"0"0"2"0,0 0 2 16,0 0 1-16,0-10 0 15,0 10 0-15,4-7 1 16,-4 7 0-16,21-10-5 0,-5 6-2 15,7 1-2-15,7-2 0 16,2 2-1-16,3 3-1 16,-1-2 1-16,1-2-1 15,-3 4 1-15,-4 0-1 0,-3 6 0 16,-7-1 0-16,-6 5 1 16,-8 5-1-16,1 2 1 15,-5 8 0-15,0 1 0 16,0 7 0-16,-2 5 0 0,-1-1 0 15,3 5 1-15,0 0-2 16,0 2 0-16,5 2 0 16,4-5 0-16,0 1-2 15,-2-5 2-15,6 6-1 0,-3-6 1 16,0 0-1-16,3-2 2 16,-6-1 0-16,2-1 1 15,1-2-2-15,1 2 0 16,-4-3 0-16,0-7 0 15,-2 2 0-15,-2-4 0 0,-3-3 0 16,0-1 0-16,0 0 0 16,-3-2 0-16,-2-5 0 15,-2 2 0-15,2-2 0 0,-5-5 0 16,0 3 0-16,-2-3 0 16,-5-4 0-16,2 3 0 15,-10-4 0-15,2 2 0 16,-7-2 0-16,-2 0 0 0,0 0 0 15,-3 0 0-15,0 0 0 16,3-2 0-16,5 2 0 16,1-5-6-16,7 2-39 15,1-2-40-15,11 0-1 0</inkml:trace>
  <inkml:trace contextRef="#ctx0" brushRef="#br2" timeOffset="104882.19">13647 8474 465 0,'0'0'2'0,"0"0"2"0,0 0 2 16,0 0 2-16,0 0-1 0,11 0 1 16,-2-5 0-16,3 4-5 15,6-3-3-15,5-3 0 16,7 7 0-16,-9-7-38 0,11 4-44 15,1 3-4-15</inkml:trace>
  <inkml:trace contextRef="#ctx0" brushRef="#br2" timeOffset="105016.06">13652 8591 423 0,'0'0'1'0,"0"0"2"15,10 8 1-15,0-6 0 16,5 0 1-16,4-2-4 15,16 0-35-15,3 0-38 16,7-4-3-16</inkml:trace>
  <inkml:trace contextRef="#ctx0" brushRef="#br2" timeOffset="106615.98">14504 8008 344 0,'0'0'6'0,"0"0"4"0,8-11 3 15,-8 11 1-15,2-16 0 16,-2 7 0-16,0-2 1 15,-5 2 1-15,-7-1-7 0,-6 2-3 16,-7 3-3-16,1-2 0 16,-3 4-1-16,-5 3-1 15,2 0-1-15,-3 0 1 16,6 3-1-16,2-1-1 0,2 6 1 16,6-1 0-16,7 6-1 15,7-1 1-15,3 3-1 16,9 5 1-16,5 3 0 15,9 4 1-15,-2 2-1 0,4 8 1 16,0-1 0-16,0 7 0 16,-4 0 1-16,-2 3-1 15,-5 2 0-15,-5 1 0 16,-2 3-1-16,-7 0 0 0,0 1 0 16,-3-4 0-16,-4 0 0 15,-2 1 0-15,-2-3 0 16,1-3 1-16,-3-4 0 15,4-3 0-15,-1-8-1 0,0 2 1 16,2-6 0-16,0-8-1 16,2-2 0-16,3-5 1 15,3-10-2-15,-8 14 1 16,8-14 0-16,0 0 0 0,0 0 0 16,0 0 1-16,8 3-1 15,1-3 0-15,2 0 1 16,6-3-1-16,4-1 1 15,9 1 0-15,2-2-1 16,10-1 0-16,2 2 0 0,4 0 1 16,4 1-1-16,0-2 0 15,-2 2 0-15,-8 1 0 16,-8 2 0-16,-4-2 0 0,-7 2-1 16,-10 0-2-16,-13 0-2 15,0 0-5-15,0 0-12 16,-9 7-56-16,-3-7-3 15</inkml:trace>
  <inkml:trace contextRef="#ctx0" brushRef="#br2" timeOffset="107189.63">14920 8303 381 0,'0'0'8'0,"0"0"0"0,0 0 4 0,0 0 1 16,0 0 3-16,0 0-2 16,0 0 1-16,5-6 1 15,-5 6-6-15,0 0-2 16,0 0-4-16,0 4 0 0,0 3-2 16,0 11-2-16,0 5 0 15,0 2 0-15,0 4 0 16,0 0 0-16,0 7 0 15,0-7 0-15,3 0 0 16,1-4 0-16,-2-4 0 0,1 0 0 16,-3-7-4-16,0 0-13 15,0-3-29-15,0-11-38 16,-9 11-1-16</inkml:trace>
  <inkml:trace contextRef="#ctx0" brushRef="#br2" timeOffset="107432.03">14654 8272 385 0,'0'0'5'0,"0"0"3"16,0-10 3-16,0 10 0 16,7-15 2-16,2 7 1 0,12-2 1 15,-4-5 0-15,11 2-4 16,9 5-4-16,5-3-1 15,1 4-2-15,6 1-1 0,-2 5 0 16,-2 1-5-16,0 1-6 16,-10 5-14-16,-14 4-58 15,7 4-4-15</inkml:trace>
  <inkml:trace contextRef="#ctx0" brushRef="#br2" timeOffset="107865.74">15242 8492 418 0,'0'0'2'0,"0"0"2"0,0 0 1 16,-9 0 1-16,9 0 0 15,-13 0 1-15,1 0 1 16,2 7-2-16,-1 6-2 16,7-1-1-16,-4 1-2 0,6 1 0 15,2-2-1-15,5 3 0 16,2-2 1-16,8-5 1 16,5-4 1-16,0-4-1 0,5 0 1 15,0 0 0-15,-1-7-1 16,-1-3 1-16,-3 0 1 15,-6-5-1-15,-3 1 1 16,-6-4 0-16,-5-2-1 16,-7 0 0-16,-6 5-3 15,0-2 0-15,-4 3 0 0,0 3 0 16,-3 4-2-16,2 4-6 16,3-1-8-16,2 4-20 15,13 0-47-15,0 0 0 0</inkml:trace>
  <inkml:trace contextRef="#ctx0" brushRef="#br2" timeOffset="108165.21">15546 8140 441 0,'0'0'2'0,"0"0"0"0,0 0-1 16,0 0 1-16,0 7 1 15,0-7-1-15,0 21 1 0,2-10 0 16,-2 7-1-16,5 4-1 15,-3-2-2-15,1 0-7 16,1 2-13-16,2 0-55 16,-3-7-1-16</inkml:trace>
  <inkml:trace contextRef="#ctx0" brushRef="#br2" timeOffset="108789.63">15534 7894 387 0,'0'0'4'16,"0"0"1"-16,0 0 2 15,2-9 1-15,-2 9 0 16,14-5 1-16,2 0 1 0,5 2-1 15,5 3-3-15,7-2-1 16,9 0-1-16,0 2-2 16,2-3 0-16,1 3-1 15,-3 0 1-15,-3 0-2 0,-6 0 0 16,-8 0 0-16,-5 3 0 16,-8 1 2-16,-4 10-1 15,-5 3 0 1,-3 4 1-16,0 7 0 0,-9 1-1 15,5 8 2-15,1 1-1 16,1 6 0-16,-1-4-1 16,1 6 0-16,2 0 1 15,0 1-1-15,2-2 1 0,1 1-2 16,2 4 0-16,-3-6 0 16,4 1 1-16,-1-3-2 15,-1-2 1-15,1 0 0 0,2-3 0 16,-2-5 0-16,1-3 1 15,-1-1-1-15,-5-3 1 16,0-3 0-16,0-2-1 16,0-6 1-16,-8-1 0 15,-2-1 0-15,-2-7 1 0,-1 1-1 16,-4-4 0-16,-3-2 0 16,0 0-1-16,-4 0 1 15,-6-5-1-15,-2 0 0 16,-1-3 0-16,-2 3-1 15,2-2-1-15,-1 2-4 0,-1-3-3 16,8 6-8-16,-3 2-32 16,13-5-33-16,4 0-2 0</inkml:trace>
  <inkml:trace contextRef="#ctx0" brushRef="#br2" timeOffset="109322.41">15971 7702 328 0,'0'0'7'0,"0"0"4"0,0 0 2 15,0 0 3-15,0 0 1 16,0 0-1-16,0 0 0 0,0 0 1 15,14-8-7 1,-1 3-3-16,4 2-3 0,6 1-2 16,2 0-1-16,-1-1-3 15,6 3-11-15,-8 15-59 0,6-15-7 16</inkml:trace>
  <inkml:trace contextRef="#ctx0" brushRef="#br2" timeOffset="109549.1">16330 7550 440 0,'0'0'4'0,"0"0"0"16,0 0 0-16,0 0 0 15,6 7 0-15,-3 3 1 16,-1 8-1-16,3 2 1 15,-3 4-3-15,3 8-2 16,0 4 1-16,1 3-2 0,1-4-6 16,2 4-15-16,14-4-56 15,-16-2-3-15</inkml:trace>
  <inkml:trace contextRef="#ctx0" brushRef="#br2" timeOffset="109899.26">16433 8321 487 0,'0'0'2'0,"0"0"0"0,0-10 1 15,0 10 0-15,0 0 0 16,12-10 0-16,-12 10-1 15,13-10-5-15,-1 10-16 16,23 0-61-16,-20 0-4 0</inkml:trace>
  <inkml:trace contextRef="#ctx0" brushRef="#br2" timeOffset="110535.17">17061 8022 490 0,'0'0'2'0,"0"0"0"15,0 0 1-15,0-11 0 16,0 11-1-16,0 0 1 16,0 0 1-16,2 15-2 0,1 5-2 15,-1 8 0-15,7 5 0 16,-2 5 0-16,0 6 0 15,3 4 0-15,3-6 0 16,-4 3 0-16,-2-6 0 16,2-5 0-16,-5-6 0 0,-1-3 0 15,-3-7 0-15,0-4 0 16,0-7 0-16,0-7 0 16,-7 0 0-16,7 0 0 0,-18-13 0 15,13-1 0-15,-8-8 0 16,6-8 0-16,-3-6 0 15,3-6 0-15,-1-3 0 16,0-5 0-16,6-1 0 0,0 5 0 16,2 1 0-16,0 1 0 15,0 9 0-15,7 0 0 16,6 11 0-16,4-1 0 16,3 11-2-16,5-1 1 0,2 6-1 15,3 8 0-15,0 1 2 16,-3 0 0-16,0 4 0 15,-2 9 1-15,-7 1 0 16,-4 1 0-16,-4 5 0 0,-7-3 0 16,-3 1 1-16,0 1-2 15,-10 1 0-15,-2-4 0 16,-6 1 0-16,-7-5 0 16,3-2 0-16,-5 1 0 15,-3-7 0-15,0 0 0 0,-2-4 0 16,4 3 0-16,1-3 0 15,4 0 0-15,6 3 0 16,2-3 0-16,5 5-16 0,-5 9-66 16,15-14-2-16</inkml:trace>
  <inkml:trace contextRef="#ctx0" brushRef="#br2" timeOffset="115215.86">8593 9421 93 0,'0'0'5'0,"0"0"5"16,0 0 2-16,0 0 1 15,0 0 2-15,0 0 1 0,0 0 1 16,0 0 2-16,0 0-6 15,0-10-3-15,0 10-2 16,10-5-1-16,-10 5-2 16,20-5-2-16,-9 3 0 15,8-4-1-15,1 4-1 0,2-1 0 16,3 1 0-16,5-1 0 16,7-1 0-16,3-1-1 15,0 2 1-15,1 1-1 0,4-1 1 16,0-1-1-16,3 1 0 15,-6 0 0-15,3 1 1 16,1-1-1-16,0 1 0 16,0-3 0-16,2 3 1 0,1-2-1 15,8 4 0-15,-2-1 2 16,3-2-2-16,-1 1 0 16,3-1 0-16,2 3 0 15,2-3 1-15,-4 1-1 16,-3 2 0-16,8-2 0 0,-3-1 1 15,0 1-1-15,2-1 0 16,-4 1 1-16,0-1-1 16,-6 1 0-16,3-4 0 15,-4 4 0-15,-7 0 1 0,4-1-1 16,-2-2 0-16,1 3 0 16,1 0 0-16,3-1 1 15,-2-3-1-15,-1 6 0 0,3 0 0 16,-4-1 1-16,3 1-1 15,-10 0 0-15,3 0 0 16,-3 0 1-16,-2 0-1 16,3 0 0-16,-9 0 0 0,8 0 0 15,1 0 0-15,-4 0 1 16,1 0-1-16,-1 0 0 16,2 0 0-16,-2 0 1 15,6 0-1-15,-7 0 0 0,-1 1 0 16,0 2 0-16,0 0 0 15,3 0 0-15,-5-1 0 16,3 0-1-16,-4 1 1 16,5-1 0-16,-1 1 0 15,2-3 0-15,-3 2 0 0,0-2 1 16,3 2-1-16,-5-2 0 16,4 0 1-16,-4 0-1 15,-3 0 0-15,5 0 0 0,-4 0 0 16,2 0 0-16,0 0 1 15,0 0-2-15,-6 0 2 16,8 0-1-16,-9 0 0 16,9 0 0-16,-2 0 0 0,-1 0 0 15,4 0 0-15,-1 0 0 16,3 0 0-16,-7 0 0 16,11 0 0-16,-9 0 0 0,2 0 0 15,0 0 0-15,-2 0 0 16,2 0 0-16,-1 0 0 15,3 0 0-15,-4 3 0 16,6-3 1-16,2 0-1 0,-1 0 0 16,4 3 0-16,-5-1 0 15,6-2 0-15,-2 3 0 16,5-3 1-16,-5 0-1 16,-1 2 0-16,4-2 0 15,-7 0 0-15,10 0 0 0,-10 0-1 16,10 0 1-16,-1 0 0 15,-4 0 0-15,4 0 0 16,-1 0 0-16,4 0 0 16,-5 0 0-16,0 0 0 0,0 0 0 15,-3 0 0-15,5 0 0 16,-8 0 0-16,8 0 0 16,-4 0 1-16,4 0-1 15,1 0 0-15,-2 0 0 0,3 0 0 16,-3 0 0-16,6 0 2 15,-5 0-2-15,-3-2 0 16,5 2 0-16,-2-3 1 16,2 3-1-16,3-2 1 0,0-1-1 15,4 3 1-15,-1-3-1 16,4 3 0-16,-5 0 1 16,5-2-1-16,-2 0 0 15,-6 2 0-15,3-3 0 0,-2 1 1 16,5-1-1-16,-3 1 0 15,0 0 1-15,3-1-1 16,-1 0 0-16,3 0 0 16,-5 2 1-16,-1 1-1 0,3-3-1 15,-7 3 1-15,3-3 0 16,1 2 0-16,-1-2-1 16,2 0 1-16,-2 1 0 15,3-1 1-15,-2 1 0 0,4-3 1 16,-3 0 0-16,-2 3 0 15,7-6 1-15,-7 5 0 16,9-1-1-16,1 1 0 0,-1-2-1 16,1 3 0-16,-3-3 0 15,2-1 1-15,-4 4-1 16,0 0 1-16,-3-1 0 16,-7 2 0-16,4-5 2 0,-2 4 1 15,-1 2-1-15,-2-3 1 16,-2-3 0-16,0 6-1 15,-7-1 1-15,0-2-1 16,-8 0 0-16,-7 2-1 16,-2-2 0-16,-9 0-1 0,-1 3 0 15,-13 0-2-15,12 0-1 16,-12 0-5-16,0 0-16 16,-4 6-43-16,-12-2-5 15</inkml:trace>
  <inkml:trace contextRef="#ctx0" brushRef="#br2" timeOffset="117065.62">8941 9599 133 0,'0'0'7'15,"0"0"3"-15,8-10 3 16,-8 10 1-16,14-10 2 16,-1 5 0-16,2-2 2 15,3 2-1-15,3 0-4 0,2-2-3 16,7 0-3-16,2-1 1 16,5-1-3-16,6 2 0 15,-1 0-1-15,8-2-2 0,-1 1 0 16,11 1-1-16,-3-1 0 15,5 3-1-15,0-2 0 16,0 4 0-16,0-2 0 16,3 2 0-16,-3 2 0 0,2-2 0 15,-4 3 0-15,7-3 1 16,3 2-1-16,0 1 0 16,-1 0 0-16,0-3 1 15,2 3-1-15,-7 0-1 0,3 0 1 16,0 0-1-16,-3 0 0 15,1 0 1-15,-1 3-1 16,4-3 0-16,-2 1-1 16,0-1 1-16,3 0 0 15,-7 3-1-15,0-3 1 0,5 0 1 16,-1 0-2-16,1 0 2 16,0 0 0-16,-5 0 0 15,2 0 0-15,-2 0 0 0,3-3 0 16,-6 3 0-16,-1 0 0 15,4-1 0-15,0 1 0 16,2 0 0-16,1 0 2 16,-1 0-2-16,3 0 0 0,-1 0 0 15,-2-3 0-15,1 3 0 16,-5 0 0-16,2-3 0 16,0 3-2-16,0 0 2 15,2 0 0-15,-4 0-1 0,5 0 1 16,-3 0 0-16,2 0 1 15,1 0-1-15,-6 0 0 16,6 0 0-16,2 0 0 0,0 0 2 16,1 0-2-16,-1 0 0 15,-1 3 0-15,4-3 0 16,-8 0 0-16,5 0 0 16,1 0 0-16,-4 0 0 15,3 0 0-15,-2 0 0 0,1 0 0 16,4 0 0-16,3 0 0 15,-9 0 0-15,1 0 0 16,1 0 0-16,-1 0 0 16,4 0 0-16,-1 0 0 0,-3 0 0 15,2-3 0-15,-4 3 0 16,5 0 0-16,-1-3 0 16,-5 3 1-16,6-2-1 0,-1 0-1 15,2 2 1-15,0-4 0 16,2 4 0-16,-1-1 0 15,-2 1 0-15,2 0 0 16,0-3 0-16,-1 3 0 0,3 0 0 16,1-2 0-16,1 2 0 15,0 0 0-15,1-2 0 16,2-1 1-16,0 0 1 16,-3 1-1-16,4-1 0 15,-2 1 1-15,2-1 0 0,-2 1 0 16,4-1 0-16,-1 1 0 15,-1 0 1-15,1-1 1 16,1 0 1-16,0 1 1 16,-4-1 0-16,-3 1 0 0,1-1 1 15,-2 1-1-15,-5 0 0 16,-8-1-2-16,1 1 1 16,-5-1-1-16,-5 3 0 15,-6-2-1-15,-7-1 1 0,-2-1 0 16,-10 1 0-16,0 0-1 15,-7 3 0-15,-11-2 0 16,-7 2-1-16,12-3-3 0,-12 3-4 16,0 0-7-16,0 0-7 15,0 11-32-15,0-11-21 16,-7 4-4-16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55:22.22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10039 7994 178 0,'0'0'8'0,"0"0"2"16,0-13 4-16,0 13 3 15,-5-14 1-15,1 4 2 16,-4 2-1-16,0-2 2 0,-4 3-8 16,-3 4-2-16,0 2-4 15,0 1-1-15,-4 0-3 16,1 4-1-16,-7 6-1 15,3 0 0-15,-3-1 0 16,0 6-1-16,0-3 1 0,0 4 1 16,1 2-1-16,1-2 0 15,-2 2 0-15,5 0 0 16,3 1 0-16,2-2 1 0,3 5-1 16,2 1 0-16,2-2 2 15,3 4 0-15,0 3 0 16,3-1 0-16,2 0 1 15,0 1-1-15,7-1 2 0,1 1-1 16,4-4-1-16,3 1 1 16,0 0 0-16,8-5-1 15,-4 2 0-15,6-5 1 0,0 3-1 16,0-2 0-16,0-4 0 16,4 3-1-16,-4-4 0 15,3-1 0-15,-1-4 0 16,1-3 1-16,-1 0-1 15,0-5 0-15,-2 0 1 16,-1 0-1-16,2-5 0 0,-4-2 1 16,3-1 0-16,-1-5 1 15,-4-2 1-15,1 1-1 16,-5-4 1-16,5-1 0 0,-7-4 0 16,2-2-1-16,-7-2 0 15,-1 0-1-15,0-3-1 16,-6 0 0-16,0-4 0 15,-2 5 0-15,-2-4-1 16,-3 1 1-16,-5 3-1 0,-2-3 0 16,-4 6 0-16,-3-2 1 15,1 3-1-15,-1 0 0 16,-6 4 0-16,2 1 0 0,-2-2 0 16,0 4-1-16,1 1 1 15,-6 2-1-15,3 3-1 16,-5 2 0-16,2 2 1 15,-5 5 0-15,5 2 0 16,0 1 0-16,3 0 0 16,4 4 0-16,3 6 0 15,8-2-2-15,5 2-3 0,7 5-9 16,9-3-24-16,14 3-45 16,9 0-1-16</inkml:trace>
  <inkml:trace contextRef="#ctx0" brushRef="#br0" timeOffset="917.09">11565 8041 210 0,'0'0'9'0,"0"0"4"0,-2-13 5 0,2 13 3 16,-6-17 3-16,4 7 2 15,-1-3 0-15,1 1 3 16,-3 3-8-16,-2 1-4 0,7 8-5 16,-18-12-3-16,8 12-3 15,-7 0-2-15,2 0-1 16,-5 5-1-16,-3 4 1 15,-1 6-2-15,2 6 1 0,-3 0 0 16,2 4 0-16,1 6-1 16,5 2 1-16,2 3 0 15,2 0 0-15,6 4 0 0,2-3 0 16,5 4 0-16,0-2 0 16,7-1 0-16,3-5 0 15,5 3-1-15,6-7 0 16,3 0 0-16,3-1 0 15,3-6-1-15,2 1 1 16,5-9 0-16,1-1 0 0,-1-7 1 16,0-2 1-16,0-4 0 15,4-4-1-15,-4-4 1 16,0-5 2-16,0-5-1 0,-5-1-1 16,-4-4-3-16,-1-9 0 15,-2 2 0-15,-8-8 0 16,-4-3 0-16,-8 2 0 15,-3-6 0-15,-6 0 0 16,-10-2 0-16,-2 7 0 0,-12-1 0 16,-6 8 0-16,-3 1 0 15,-9 7 0-15,-1 3 0 0,2 5 0 16,-6 2 0-16,3 7 0 16,6 4 0-16,-1 4 0 15,5 2 0-15,7 10 0 16,4 8-83-16,12 0-3 0</inkml:trace>
  <inkml:trace contextRef="#ctx0" brushRef="#br0" timeOffset="22766.4">10395 7566 234 0,'0'0'8'0,"0"0"4"15,-6-10 2-15,6 10 4 16,-2-14 1-16,2 14 3 0,-3-14 1 15,3 14 1-15,-2-15-6 16,2 15-5-16,0-7-4 16,0 7-2-16,0 0-2 15,-2 5-2-15,2 8-2 0,0 4 0 16,0 8-1-16,0 6 2 16,0 7 0-16,0 6 1 15,0 8-2-15,0 8 3 16,0 6 0-16,2 5 0 15,-2 5 0-15,2 5 0 0,1 3 1 16,-3 3-1-16,2 6 0 16,-2-2-1-16,0 6 0 15,0 1 0-15,0 2 1 0,0 1-2 16,0 1 1-16,0-6 0 16,0 1 0-16,0-6 0 15,0-6-1-15,0-9 0 16,0-6-1-16,0-11 1 0,4-7-1 15,-2-7 0-15,-2-8 0 16,2-7-1-16,1-10 0 16,-1-1 2-16,-2-10-2 15,0-9 0-15,0 11 0 0,0-11 0 16,0 0 0-16,0 0 0 16,0 0 0-16,0 0 0 15,0 0 0-15,0 0 0 16,0 0 0-16,-2-4 0 0,2 4 0 15,0 0 0-15,0 0 0 16,-3-7 0-16,3 7 0 16,0 0 0-16,0 0 0 15,0 0 0-15,0 0 0 0,0 0 0 16,-2-11 0-16,2 11-5 16,0 0 1-16,0-10 0 15,0 10 0-15,0 0-1 16,0-13 2-16,0 13-1 0,0-9-1 15,0 9 1-15,0-13-1 16,0 13 0-16,0-10 0 16,0 10 0-16,0-7-1 15,0 7-2-15,0 0-1 16,0-10-2-16,0 10-3 0,0 0-5 16,0 0-15-16,0 0-25 15,0 0-15-15</inkml:trace>
  <inkml:trace contextRef="#ctx0" brushRef="#br0" timeOffset="23467.04">10347 7644 242 0,'0'0'8'0,"0"0"5"16,0 0 2-16,0 0 0 16,0-9-1-16,0 9 2 15,0 0-1-15,0 4 1 0,0 10-4 16,0 10-2-16,5 8 0 16,-2 27 3-1,2 16 1-15,3 11 1 16,-1 18-1-16,2 6 0 0,2 16-3 15,-1 2-2-15,2 9-1 16,-2-14-4-16,-2-1-2 16,1-2 0-16,-2-5-1 15,-1-8 0-15,-1-10 1 0,-3-3-2 16,1-15 0-16,-3-2 0 16,0-15 1-16,0-8-1 15,0-12 1-15,0-7 0 16,-5-10 1-16,5-5 0 15,-5-13-1-15,5-7 0 0,0 0-2 16,-6-6-1-16,6-5-4 16,-2-9-7-16,2 2-24 15,11-3-46-15,-9-4-1 0</inkml:trace>
  <inkml:trace contextRef="#ctx0" brushRef="#br0" timeOffset="28941.36">5793 13539 385 0,'0'0'7'16,"0"0"3"-16,0 0 2 0,0 0 2 15,0 0 1-15,0 0 2 16,0 0-1-16,0 0 2 16,0 0-7-16,0 8-5 15,0 3-6-15,-3 3 0 0,-1 11 0 16,-1 0 0-16,-6 10 0 15,4 2 0-15,-3 5 0 16,1 2 0-16,-2-2 0 0,1 1 0 16,-2-4 0-16,4-4 0 15,1-3 0-15,2-7 0 16,0-3 0-16,3-4 0 16,0-6 0-16,2-12 0 15,-6 13 0-15,6-13 0 0,0 0 0 16,0 0 0-16,0-13-11 15,0-4-58-15,0 4-20 16,0-3-2-16</inkml:trace>
  <inkml:trace contextRef="#ctx0" brushRef="#br0" timeOffset="29650.99">5393 13612 224 0,'0'0'7'0,"0"0"4"0,0 0 2 15,0 0 2-15,0 0 3 0,0 0 2 16,0 0 2-16,0 0 2 16,0 0-4-16,0 0-2 0,0 0-2 15,0 0-2-15,0 0-1 16,0 0-2-16,0 0-1 16,0 0-2-16,0 0-2 15,0 0 0-15,0 0-1 16,0-10 0-16,0 10-1 15,13-5 0-15,-1 1 1 0,8-4 0 16,7 0 0-16,13-1-3 16,7-1-2-16,5-1 0 15,8-3 0-15,7 2 0 0,-5-1 0 16,5 1 0-16,-8-1 0 16,-4 1 0-16,-9 5 0 15,-5-4 0-15,-8 2 0 16,-8 6 0-16,-9-2 0 15,-2 3 0-15,-14 2 0 0,9-2 0 16,-9 2 0-16,0 0 0 16,0 0 0-16,0 0 0 0,0 0 0 15,-7 0 0-15,7 0 0 16,-10 0 0-16,10 0 0 16,-10 0 0-16,10 0 0 15,-15 2-4-15,15-2-87 16,-15 18-2-16</inkml:trace>
  <inkml:trace contextRef="#ctx0" brushRef="#br0" timeOffset="30766.61">6002 13880 428 0,'0'0'5'0,"0"0"2"15,0 0 2-15,0 0 2 16,0 0-1-16,7 0 1 0,-7 0 1 16,0 0-1-16,0 10-4 15,0 2-7-15,-2 0 0 0,-1 6 0 16,1 4 0-16,-5 2 0 16,2 1 0-16,2 5 0 15,-3-5 0-15,4 0 0 16,-3-3 0-16,3-2 0 15,-1-5 0-15,3-3 0 0,-2-2 0 16,2-10 0-16,0 12 0 16,0-12 0-16,0 0 0 15,0 0 0-15,0 0 0 16,0 0 0-16,0 0-11 0,0-5-21 16,9-2-51-16,-4-3-4 15</inkml:trace>
  <inkml:trace contextRef="#ctx0" brushRef="#br0" timeOffset="31716.83">6260 13453 365 0,'0'0'6'16,"0"0"3"-16,0 0 3 16,0 0 2-16,6-9 1 0,-6 9 2 15,12-10-1-15,-5 4 2 16,6 0-5-16,-1-2-3 16,2 1-4-16,4-1 0 0,0 3-2 15,-2 2-4-15,3 1 0 16,0 2 0-16,-5 0 0 15,2 5 0-15,-3 3 0 16,-1 4 0-16,-8 2 0 0,1 2 0 16,-5 6 0-16,-2 1 0 15,-10-1 0 1,-6 0 0-16,-1 3 0 16,-1-6 0-16,-1 1 0 0,5-5 0 15,-2-2 0-15,3-4 0 16,6-2 0-16,9-7 0 15,0 0 0-15,0 0 0 16,0 0 0-16,7 0 0 0,2 0 0 16,4-4 0-16,4 1 0 15,1-2 0-15,4 1 0 16,-2-2 0-16,0 2 0 16,-1-2 0-16,-3 5 0 15,1-2 0-15,-7 0 0 0,2 1 0 16,-12 2 0-16,16 0 0 15,-16 0 0-15,0 0 0 0,0 0 0 16,7 0-7-16,-7 0-11 16,0 0-40-16,0 0-30 15,-5-3-2-15</inkml:trace>
  <inkml:trace contextRef="#ctx0" brushRef="#br0" timeOffset="32383.74">6395 13178 394 0,'0'0'4'0,"0"0"0"0,0 0 2 15,0-9 2-15,0 9 2 16,14-12 2-16,1 7-2 16,2 0 2-16,11-1-3 0,2-1-1 15,4 2-1-15,7-2-1 16,3 4-2-16,-2-2-1 16,-2 3-1-16,0 2 0 0,-8 0-1 15,-2 0 0-15,-10 2 0 16,-6 8 0-16,-6 5 0 15,-4 3 0-15,-4 6 0 16,-2 6 0-16,-5 5 1 16,0 4-2-16,-3 3 0 15,2 3 0-15,1 2 0 0,2 0 0 16,2 2 0-16,1 1 0 16,2-3 0-16,0 0 0 15,5 1 0-15,0-2 0 0,-3 4 0 16,3-3 0-16,1 0 0 15,-2 0 0-15,0-2 0 16,2-1 0-16,-1-5 0 0,-3-1 0 16,1-3 0-16,-3-6 0 15,0 1 0-15,0-7 0 16,-3-4 0-16,-4-1 0 16,0-1 0-16,-6-5 0 15,-2-2 0-15,-2 3 0 0,-3-3 0 16,-7-3 0-16,-1 0 0 15,-6-1 0-15,-7-2 0 16,-1 1 0-16,1-2 0 16,-9-1 0-16,3-2 0 15,2 0 0-15,-2 0 0 0,2 0 0 16,5 0 0-16,3-7-8 16,5 4-32-16,9-1-47 15,1-3-2-15</inkml:trace>
  <inkml:trace contextRef="#ctx0" brushRef="#br0" timeOffset="33083.5">5552 13240 361 0,'0'0'7'0,"2"-10"0"0,-2 10 3 16,0-14 0-16,0 6 1 16,-5 1 1-16,-4-3 0 15,-3 2 0-15,-6 6-5 0,-5 2-3 16,1 0-1-16,-7 5 0 16,1 7-2-16,-6 1 0 15,6 4-1-15,1 6 1 16,2 4-1-16,4 0 0 15,5 5 1-15,2 6 0 0,10-2 0 16,1 5-1-16,3 3 2 16,5 0-1-16,6 6 0 15,-4 0 1-15,3 1 0 0,-6 4 0 16,2 2 0-16,-3 2 1 16,-3 3-2-16,-6 0 1 15,-1 3-1-15,-5-4 1 0,-6-4 0 16,1 3 0-16,-6-8 0 15,3 0-1-15,-2-8 2 16,0-6 0-16,1-6 0 16,7-5-1-16,-1-7 0 15,5-5 0-15,10-15 1 0,-5 12-3 16,5-12 0-16,15-5 0 16,2-2 0-16,3-5 0 15,10 2 0-15,2-8 0 16,8 3 0-16,0 1 0 0,7-2 0 15,-5 4 0-15,5 0 0 16,-4 2 0-16,-4 3 0 16,-4-1-17-16,0-7-68 15,-7 8-2-15</inkml:trace>
  <inkml:trace contextRef="#ctx0" brushRef="#br0" timeOffset="33700.78">6792 12903 336 0,'0'0'7'0,"0"0"4"0,0 0 4 15,0 0 2-15,0 0-1 0,0 0 2 16,5-7 1-16,-5 7 2 16,17-5-7-16,-4 0-4 15,4 3-2-15,5-4-1 16,1 5-2-16,4-4-1 0,1-1-1 16,-4 4-3-16,1-3 0 15,-2 3 0-15,-7-1 0 16,0 3 0-16,-7-5 0 15,-9 5 0-15,11 0-5 0,-11 0-9 16,0 0-19-16,-18 3-51 16,18-3-3-16</inkml:trace>
  <inkml:trace contextRef="#ctx0" brushRef="#br0" timeOffset="34010.89">7130 12661 445 0,'0'0'4'0,"0"0"3"15,0 0 1-15,10-5 2 16,-10 5 0-16,0 0-1 0,12-5 2 16,-12 5-4-16,6 15-7 15,-2 5 0-15,-4 5 0 16,3 9 0-16,2 4 0 15,-3 1 0-15,3 3 0 0,-3 0 0 16,3-5 0-16,1-2 0 16,-6-7 0-16,5-4 0 15,-3-4 0-15,3-5 0 16,-3-3 0-16,1-2 0 0,-3-10 0 16,0 0-76-16,13-3-12 15</inkml:trace>
  <inkml:trace contextRef="#ctx0" brushRef="#br0" timeOffset="35167.42">7303 13684 495 0,'0'0'3'0,"0"0"1"0,0 0 1 15,0 0-1-15,0 0-4 16,0 0 0-16,0 0 0 16,0 0 0-16,0 0 0 0,0 0 0 15,0 0 0-15,0 0 0 16,16 2-52-16,-7 1-36 15,3-3-2-15</inkml:trace>
  <inkml:trace contextRef="#ctx0" brushRef="#br0" timeOffset="35700.43">8016 13511 463 0,'0'0'5'0,"0"0"2"0,4-10 1 0,-4 10 1 16,0 0 1-16,0 0-1 0,0 0-9 15,0 0 0-15,2 13 0 16,-4 9 0-16,-4 7 0 16,1 6 0-16,-2 2 0 15,2 8 0-15,3 1 0 0,-1-3 0 16,3 0 0-16,-2-7 0 15,2-2 0-15,0-4 0 16,0-3-2-16,-3-2-65 16,0-9-23-16,1-9 0 0</inkml:trace>
  <inkml:trace contextRef="#ctx0" brushRef="#br0" timeOffset="36033.51">7694 13452 441 0,'0'0'2'15,"0"0"1"-15,5-8 0 16,-5 8 3-16,15-10 1 0,-3 3 1 16,6-1 1-16,6 0 1 15,6 4-1-15,4-4 0 16,9 3-5-16,2-2-4 0,5 2 0 15,-4 2 0-15,2-1 0 16,-8 1 0-16,0 3 0 16,-10 0 0-16,-1 0 0 15,-9 0 0-15,-5 3 0 0,-3 1 0 16,-12-4 0-16,18 18 0 16,-15-11-4-16,4 11-22 15,-2-4-61-15,-3 3-2 0</inkml:trace>
  <inkml:trace contextRef="#ctx0" brushRef="#br0" timeOffset="36316.58">8400 13984 484 0,'0'0'3'16,"0"0"2"-16,0 0 0 15,0 0 1-15,0 0-1 16,0 0-2-16,2 14-3 0,-2-4 0 16,-2 3 0-16,-4 5 0 15,2-2 0-15,-4 9 0 16,3-8 0-16,0 6 0 15,3-8 0-15,2 5-7 16,-3-6-45-16,3-4-35 0,0-10-4 16</inkml:trace>
  <inkml:trace contextRef="#ctx0" brushRef="#br0" timeOffset="36833.86">8660 13375 472 0,'0'0'3'16,"0"0"1"-16,0 0 1 0,5-10 2 16,-5 10 1-16,3-13 0 15,-3 13-4-15,5-15-4 16,-5 15 0-16,7-15 0 15,-7 15 0-15,18-12 0 16,-4 4 0-16,2 6 0 0,3-1 0 16,4 3 0-16,-1 0 0 15,0 11 0-15,-4 1 0 16,-5 2 0-16,1 4 0 16,-9 2 0-16,-5 5 0 0,-2 0 0 15,-11-1 0-15,-4 1 0 16,-3 0 0-16,-2-6 0 15,-3 2 0-15,5-2 0 16,0-6 0-16,7-4 0 0,4 1 0 16,9-10 0-16,0 10 0 15,12-7 0-15,8-3 0 16,2 0 0-16,11-3 0 0,-4-1 0 16,4-4 0-16,-1 0 0 15,-2 6 0-15,-3-3 0 16,-7 0 0-16,-2 5 0 15,-18 0 0-15,12 0 0 16,-12 0-7-16,0 0-49 0,0 5-34 16,-10 0-1-16</inkml:trace>
  <inkml:trace contextRef="#ctx0" brushRef="#br0" timeOffset="37434.46">9311 13731 496 0,'0'0'2'0,"0"0"2"0,0 0 1 16,0 0-1-16,-10-10-4 0,10 10 0 15,0 0 0-15,0 0 0 16,-2-10 0-16,2 10 0 15,7-4 0-15,6-19-75 16,2 23-14-16</inkml:trace>
  <inkml:trace contextRef="#ctx0" brushRef="#br0" timeOffset="37717.67">9982 13540 502 0,'0'0'2'0,"0"0"1"15,0 0 1-15,0 0-4 0,7-7 0 16,-7 7 0-16,0 0 0 16,0 0 0-16,6 14 0 15,-6 4 0-15,-6 7 0 16,-1 4 0-16,2 4 0 0,-2 9 0 15,2-5 0-15,3 3 0 16,-1-6 0-16,3 1 0 16,0-7 0-16,3 1-32 15,16-4-55-15,-17-10-3 0</inkml:trace>
  <inkml:trace contextRef="#ctx0" brushRef="#br0" timeOffset="37966.35">9646 13434 450 0,'0'0'2'16,"0"0"0"-16,0 0 1 0,11-10 2 16,3 5 1-16,7-5 1 15,6 3 1-15,10-4 0 16,5-1 0-16,13 2-2 0,2 0 0 15,3 1-6-15,2 3 0 16,-7 2 0-16,1 4-4 16,-13-3-23-16,-18 6-57 15,10 4-3-15</inkml:trace>
  <inkml:trace contextRef="#ctx0" brushRef="#br0" timeOffset="38450.37">10295 13827 466 0,'0'0'4'16,"0"0"3"-16,0 0 1 15,0 0 0-15,-7-9 2 0,7 9-2 16,-6-13-8-16,6 4 0 16,0-1 0-16,10-3 0 15,1 1 0-15,4-1 0 16,0 4 0-16,7 1 0 0,-5 0 0 16,0 6 0-16,-1 2 0 15,-2 2 0-15,-6 6 0 16,-3 4 0-16,-2 3 0 15,-6 5 0-15,-4-1 0 16,-6 5 0-16,-4 0 0 0,-3-1 0 16,0-1 0-16,-2-3 0 15,4 1 0-15,4-5 0 16,3-2 0-16,3-1 0 16,8-12 0-16,3 13 0 0,7-13 0 15,5 0 0-15,2 0 0 16,8-4 0-16,0 0 0 15,5-6 0-15,-2-2 0 0,6-8-46 16,-6 4-42-16,-6-3-3 16</inkml:trace>
  <inkml:trace contextRef="#ctx0" brushRef="#br0" timeOffset="38999.97">10593 13122 465 0,'0'0'4'16,"0"0"1"-16,0-10 1 0,0 10 1 15,5-15 1-15,0 5 0 16,8 0 0-16,-1-2-8 15,8 2 0-15,3 0 0 16,3 2 0-16,2-1 0 0,-1 6 0 16,3 0 0-16,-5 3 0 15,-2 3 0-15,-6 2 0 16,-7 5 0-16,-5 3 0 16,-3 0 0-16,-4 4 0 0,-9 0 0 15,-3-1 0-15,0 5 0 16,-7-5 0-16,3 2 0 15,2 0 0-15,3-1 0 16,3-5 0-16,8 3 0 0,2-1 0 16,7 3 0-16,8-6 0 15,2-1 0-15,3 2 0 16,3 1 0-16,-1-3 0 16,3 0 0-16,-5 0 0 0,-6-3 0 15,-1 0 0-15,-13-7 0 16,12 15 0-16,-12-15 0 15,0 13 0-15,-12-8 0 16,-6-1 0-16,-4 4 0 0,-6-3 0 16,4 2 0-16,-8-2 0 15,2-2 0-15,3 2 0 16,-1-5-12-16,13-5-54 16,-2 5-21-16</inkml:trace>
  <inkml:trace contextRef="#ctx0" brushRef="#br0" timeOffset="39701.31">10893 13674 483 0,'0'0'1'0,"0"0"0"15,0 0 1-15,0 0-1 0,0 0 1 16,0 0-1-16,-4 0-4 15,4 0-7-15,0 0-33 16,0 0-40-16,0 0-1 16</inkml:trace>
  <inkml:trace contextRef="#ctx0" brushRef="#br0" timeOffset="40250.29">11602 13196 441 0,'0'0'2'0,"0"0"1"0,0-15 1 16,0 15 0-16,0-20 1 16,-9 11-1-16,-4-2 1 15,-4-1-1-15,-8 5 0 16,-3 1-2-16,-6 6-1 15,-1 0 0-15,-1 6-1 0,4 6 0 16,6 3 0-16,3 7 0 16,5-2 0-16,6 7 0 15,10 6-1-15,-1 1 1 0,3 3-1 16,8 0 1-16,-1 3-1 16,4 2 1-16,-4 0 0 15,2-3 0-15,-6 7 1 16,2-5-1-16,-3 2 1 0,-2-1 0 15,0-3-1-15,-5 1 1 16,-2-2 1-16,-3-6-1 16,0-3-1-16,-2-2 1 15,0-4 0-15,1-4-1 0,-1-1 1 16,1-3 0-16,4-5-1 16,7-10 1-16,-9 10 0 15,9-10 1-15,0 0 0 16,0 0 1-16,0 0-1 15,14 0 1-15,0-5 0 0,8 0 0 16,4-2 0-16,2 1-3 16,3-4 0-16,2 3 0 15,3 0 0-15,-4-1-3 0,0 3-7 16,-8-5-16-16,-11 8-57 16,4-6-3-16</inkml:trace>
  <inkml:trace contextRef="#ctx0" brushRef="#br0" timeOffset="40666.85">11756 13458 418 0,'0'0'4'0,"0"0"2"0,0 0 0 15,-4-5 1-15,4 5 0 0,-16 0 1 16,4 0 1-16,-1 8-1 16,-4 2-3-16,2 8-1 15,1 1-1-15,4 3 0 16,2 6-1-16,5-3 0 0,3 0-1 16,7-4 0-16,7-3 1 15,6-3 0-15,6-8-1 16,3-2 1-16,2-5 0 15,4 0 0-15,-2-8 1 0,-3-1 0 16,-4-7-3-16,-3 0 0 16,-8-9 0-16,-5-3 0 15,-10-1 0-15,-3 0 0 16,-10-2 0-16,-6 1 0 0,-4 5 0 16,-9 6 0-16,1 4-5 15,0 3-13-15,6 5-38 16,-1 7-30-16,8 0-3 15</inkml:trace>
  <inkml:trace contextRef="#ctx0" brushRef="#br0" timeOffset="41266.66">12119 13084 449 0,'0'0'4'16,"0"0"1"-16,0 0 0 0,0 0 1 16,0 0-1-16,0 0 1 15,0-9 1-15,8 6 0 16,8 0-4-16,2-1 0 16,5-2 0-16,2 5-1 0,7-4 1 15,1 2 0-15,-4 3-3 16,1 0 0-16,-3 3 0 15,-2 2 0-15,-3 3 0 16,-4 6 0-16,-8 3 0 0,-1 2 0 16,-4 6 0-16,1 5 0 15,-6 2 0-15,0 5 0 16,0 1 0-16,0 4 0 16,2-3 0-16,0 6 0 15,4-3 0-15,-2 1 0 0,1-4 0 16,2 1 0-16,4 0 0 15,-4-7 0-15,0 3 0 16,4-6 0-16,-4-1 0 0,1-1 0 16,-1-2 0-16,-2-2 0 15,3-3 0-15,-3-1 0 16,-5-3 0-16,2-2 0 16,-2 2 0-16,-2-5 0 0,-3 1 0 15,-3-1 0-15,-2-1 0 16,-2-2 0-16,-4 1 0 15,0-3 0-15,-2-1 0 16,-5-1 0-16,-1 0 0 0,-3-3 0 16,-3 4 0-16,-5-5 0 15,0-1 0-15,-3 3 0 16,1-1 0-16,3-2 0 16,4 3 0-16,2-3-10 15,8-15-71-15,3 15-7 0</inkml:trace>
  <inkml:trace contextRef="#ctx0" brushRef="#br0" timeOffset="41533.35">12922 13464 487 0,'0'0'1'0,"0"0"2"0,0 0 0 0,0 0 1 16,10-8 0-16,-10 8 0 16,9-10 1-16,-9 10-5 15,20-7 0-15,-8 2 0 0,6 3-26 16,5-2-58-16,-6 3-3 15</inkml:trace>
  <inkml:trace contextRef="#ctx0" brushRef="#br0" timeOffset="41683.44">12822 13609 425 0,'0'0'2'0,"0"0"2"15,0 0 3-15,10 6-3 16,2-6 3-16,6 0-2 15,4 0-6-15,3 0-42 0,10-7-34 16,7-6-3-16</inkml:trace>
  <inkml:trace contextRef="#ctx0" brushRef="#br0" timeOffset="42250.51">13645 13247 461 0,'0'0'5'0,"0"0"3"0,0 0 1 16,0 0 0-16,0 0 0 15,0 0 1-15,0 17-10 16,0-3 0-16,-8 5 0 15,4 11 0-15,-4 2 0 0,0 6 0 16,3 1 0-16,0 3 0 16,5-6 0-16,0 2 0 15,3-7 0-15,2-2 0 16,-5-7 0-16,7 6-26 16,-7-8-60-16,0-8-4 0</inkml:trace>
  <inkml:trace contextRef="#ctx0" brushRef="#br0" timeOffset="42584.33">13364 13221 395 0,'0'0'5'0,"0"0"3"15,0 0 2-15,0 0 1 0,0 0 1 16,-5-10 1-16,5 10 1 16,7-13 1-16,9 4-4 15,5-2-2-15,12-1-3 16,5-2-4-16,8 1-2 16,4-2 0-16,2 3 0 0,0 2 0 15,-4 2 0-15,-6 4 0 16,-7 1 0-16,-8 3 0 15,-9 0 0-15,-9 4 0 16,1 9-15-16,-10 5-36 16,-2 1-36-16,-6 1-1 0</inkml:trace>
  <inkml:trace contextRef="#ctx0" brushRef="#br0" timeOffset="42883.31">13828 13565 454 0,'0'0'2'15,"0"0"1"-15,0 0 1 0,0 0 1 16,5 10 1-16,-5-2 0 15,0 6 0-15,0 4 0 16,0 1-1-16,-5 4-2 16,1-1 0-16,1 2-1 0,-2 1-1 15,1-2 0-15,4-1-3 16,-6-6-4-16,6-2-8 16,-7 1-36-16,7-6-34 15,0-9-1-15</inkml:trace>
  <inkml:trace contextRef="#ctx0" brushRef="#br0" timeOffset="43333.59">14084 13183 436 0,'0'0'4'16,"0"0"2"-16,0 0 2 0,3-6 0 15,-3 6 1-15,8-16 0 16,-8 16 1-16,14-14 0 16,-3 6-4-16,1 3-1 15,0 0-5-15,2 3 0 16,2 2 0-16,-3 2 0 0,-1 8 0 15,1 0 0-15,-9 7 0 16,-4 3 0-16,0 2 0 16,-4 0 0-16,-9 3 0 15,1 0 0-15,-6-3 0 0,1 1 0 16,-3-7 0-16,8 2 0 16,-2-2 0-16,5-7 0 15,2-2 0-15,7-7 0 0,0 11 0 16,5-11 0-16,9 0 0 15,2 0 0-15,3-5-2 16,3-1-2-16,-1-3-5 16,6 2-25-16,1-6-50 0,-12-2-2 15</inkml:trace>
  <inkml:trace contextRef="#ctx0" brushRef="#br0" timeOffset="43952.32">14169 12852 404 0,'0'0'5'15,"0"0"2"-15,0 0 2 0,0 0 0 16,0 0 1-16,0 0 0 16,7-8 1-16,8 3 1 15,8-2-4-15,7 0-3 16,5-2-1-16,3 5 0 0,2-3-1 16,6 4-1-16,-7 3 0 15,-7 0-2-15,-2 0 1 16,-9 7-1-16,-7 6 1 0,-9 4 0 15,1 3 2-15,-10 10-3 16,-3 4 0-16,-3 7 0 16,-3 5 0-16,1 6 0 15,0 5 0-15,2 1 0 0,0 4 0 16,8-6 0-16,-1 7 0 16,3-7 0-16,0-2 0 15,3 0 0-15,1-1 0 16,1-6 0-16,4 0 0 0,-2-7 0 15,0-1 0-15,0 3 0 16,-2-7 0-16,1-2 0 16,-6-4 0-16,0 0 0 15,0-8 0-15,-6 1 0 16,-4-3 0-16,-2-3 0 0,-6-7 0 16,2 4 0-16,-7-6 0 15,-4 1 0-15,-3-3 0 16,-5-2 0-16,-4-3 0 15,-7 0 0-15,0 0 0 0,-8-3 0 16,2 0-15-16,-5-9-23 16,-12 5-47-16,17-4-3 15</inkml:trace>
  <inkml:trace contextRef="#ctx0" brushRef="#br0" timeOffset="44717.72">13436 12878 401 0,'0'0'3'16,"0"-9"2"-16,0 9 0 0,0-12 1 16,0 2 1-16,-5 0 1 15,-5-2 0-15,-2 3 0 16,-9 2-3-16,-3 6-1 15,-1 1-1-15,-5 0-1 0,0 4-1 16,0 6 0-16,3 2 0 16,0 3-1-16,5 2 1 15,4 6 0-15,4-1-1 16,6 8 1-16,5 0 1 16,3 5 0-16,8 2-1 0,2 4 1 15,2 7 0-15,5 1-1 16,-2 0 1-16,-2 6-1 15,-1 4 0-15,-1 1 1 16,-10 0-1-16,-1-2 0 0,-1 3 1 16,-12-4 0-16,1 0-1 15,-6-6 1-15,-1-2-1 16,-4-3 0-16,0-6 0 0,1-4 0 16,-2-3 0-1,3-7-1-15,1-2 0 0,5-8 0 16,3-1-1-16,4-5 1 15,8-10-1-15,-9 10 1 16,9-10-1-16,0 0 1 0,7 0 0 16,0 0 0-16,8 0 1 15,3 0 1-15,4-5 0 16,6 3 0-16,6-5 0 16,3 1 0-16,6-1 0 0,1 2-2 15,2-2 0-15,-2 1 0 16,-2 1 0-16,-2 4 0 15,-7-3 0-15,-8 4-3 0,-6-2-4 16,-1 2-5-16,-18 0-24 16,0 0-48-16,9-10-2 15</inkml:trace>
  <inkml:trace contextRef="#ctx0" brushRef="#br0" timeOffset="45399.94">14574 12739 373 0,'0'0'6'0,"0"0"4"0,0 0 1 16,0 0 3-16,0 0 1 16,0 0 1-16,0 0 1 15,8 0 1-15,-8 0-5 16,9-4-4-16,1 4 0 16,6-2-9-16,2-3 0 0,5 5 0 15,7-3 0-15,-5 3 0 16,5 0 0-16,-2-3 0 15,-4 3 0-15,-4 0 0 16,-5 0 0-16,-3 0 0 16,-12 0 0-16,12 0 0 0,-12 0 0 15,0 0 0-15,0 0 0 16,0 6 0-16,0-6 0 16,-9 7-7-16,-1-7-13 0,10 0-43 15,-15 5-22-15,5-2-4 16</inkml:trace>
  <inkml:trace contextRef="#ctx0" brushRef="#br0" timeOffset="45770.11">14822 12552 424 0,'0'0'5'0,"0"0"2"0,0-11 3 15,0 11 1-15,0 0 0 16,0 0 0-16,0 0 2 0,0 0 0 16,6 13-7-16,-6 10-6 15,0 3 0-15,0 7 0 16,0 4 0-16,0 4 0 16,0-2 0-16,0-1 0 15,0-2 0-15,0-4 0 0,0-5 0 16,2-4 0-16,-2-6 0 15,3-2 0-15,-3-5 0 16,0-10 0-16,4 10 0 16,-4-10 0-16,0 0 0 0,0 0 0 15,0 0 0-15,0 0 0 16,3-5 0-16,-3-5 0 16,0 10 0-16,5-20 0 15,-5 20-6-15,4-7-64 0,1-3-19 16</inkml:trace>
  <inkml:trace contextRef="#ctx0" brushRef="#br0" timeOffset="46434.62">14912 13283 503 0,'0'0'1'16,"0"0"0"-16,0 0 0 16,0 0 0-16,0 0 0 15,0 0 0-15,-5 7 1 0,5-7-5 16,0 0-3-16,0 10-14 15,0-10-62-15,2 12-5 16</inkml:trace>
  <inkml:trace contextRef="#ctx0" brushRef="#br0" timeOffset="47217.44">15562 12809 393 0,'0'0'5'15,"0"0"3"-15,6-7 1 16,-6 7 3-16,3-12 0 16,-3 12 1-16,0-18 0 0,0 18 0 15,-11-14-5-15,-3 9-2 16,-9 5-3-16,-4 0 0 16,-1 0-2-16,-7 5-1 15,-2 5 0-15,0 2 0 0,0 3 0 16,3-1 0-16,4 9 0 15,0-3 0-15,12 5 0 16,0 1 0-16,11 2 0 16,5 5 0-16,2 0 0 15,7 3 0-15,6 0-1 0,1 7 0 16,-1-2 1-16,2 7 0 16,0 2 0-16,-3-1-1 15,-2 5 1-15,3 1 1 0,-6 0 0 16,0-5 0-16,-4 4 1 15,1-7 0-15,0 0 0 16,-4-6 1-16,0 2 0 0,0-3-3 16,-8-5 0-16,0-1 0 15,-1-2 0-15,-2-3 0 16,2-6 0-16,-1-3 0 16,3-2 0-16,-1-4 0 15,0-7 0-15,8-7 0 16,-4 13 0-16,4-13 0 0,0 0 0 15,0 0 0-15,0 0 0 16,12 3 0-16,1-3 0 16,-1 0 0-16,8 0 0 15,1-3 0-15,9-2 0 0,0 2 0 16,8 2 0-16,-1-5 0 16,-1 4 0-16,7 2 0 15,-7-3 0-15,1 1 0 0,-10-1 0 16,-3 3 0-16,-6-2 0 15,-6 0 0-15,-12 2 0 16,11-5 0-16,-11 5 0 16,-7-13-29-16,-11 6-55 0,6-3-5 15</inkml:trace>
  <inkml:trace contextRef="#ctx0" brushRef="#br0" timeOffset="47534.28">15732 13280 476 0,'0'0'4'0,"0"0"0"0,5-2 1 0,-5 2 1 15,0 0 0-15,13 2 0 16,-11 8-2-16,0 8-4 16,-2 4 0-16,0 7 0 15,0 6 0-15,0 3 0 0,-2-4 0 16,0 3 0-16,-4-4 0 16,6-1 0-16,-7-7 0 15,7 1-20-15,-7-4-53 16,4-9-15-16</inkml:trace>
  <inkml:trace contextRef="#ctx0" brushRef="#br0" timeOffset="47833.57">15504 13194 427 0,'0'0'3'16,"0"0"0"-16,0 0 2 15,7-8 2-15,-7 8 1 16,19-13 1-16,-3 9 2 0,4-4 0 16,4 0-2-16,3 4 0 15,10-1-2-15,1 0-5 16,2 3-2-16,2-1 0 0,-4 3 0 16,-1 0 0-16,-5 0 0 15,-7 3 0-15,-8 1 0 16,-4 2 0-16,-13-6 0 15,12 12 0-15,-12-12-5 16,-2 19-8-16,-6-11-15 0,-2 4-57 16,-2 4-2-16</inkml:trace>
  <inkml:trace contextRef="#ctx0" brushRef="#br0" timeOffset="48283.62">16020 13539 429 0,'0'0'6'0,"0"0"1"16,0 0 1-16,0 0 0 15,-3-9 1-15,3 9 0 16,-12 0 0-16,3 0 0 16,1 6-5-16,-4 1-2 0,0 5 0 15,1 1-1-15,4 2 0 16,4 2 0-16,3-1 0 16,3-3-1-16,4-2 1 0,8 1 0 15,2-7 0-15,1 0 1 16,-1-5-2-16,3 0 0 15,-2-5 0-15,-1-2 0 16,-2-6 0-16,-5 1 0 0,-5-5 0 16,-1-6 0-16,-4 0 0 15,-2 0 0-15,-5-1 0 16,-3 5 0-16,-3 1 0 16,-1 4-3-16,1 3-4 0,-2 2-3 15,2 9-6-15,-1-5-20 16,-2 5-49-16,16 0 0 15</inkml:trace>
  <inkml:trace contextRef="#ctx0" brushRef="#br0" timeOffset="48566.41">16241 13069 425 0,'0'0'5'0,"0"0"0"0,0 0 3 15,0 0-1-15,13-4 1 16,-13 4 0-16,0 0-1 16,0 0 2-16,5 10-5 15,-5 2-2-15,-3 5-1 0,1 1-1 16,-1 4-1-16,1 0-1 15,2 3-5-15,0-5-8 16,0-13-49-16,5 11-20 16</inkml:trace>
  <inkml:trace contextRef="#ctx0" brushRef="#br0" timeOffset="49250.44">16247 12708 401 0,'0'0'3'0,"0"0"0"15,0 0 1-15,7-7 1 16,-7 7 1-16,12-4 1 0,1 0 2 15,4 2-1-15,0-3-1 16,6 2-1-16,5-2 0 16,3 3-1-16,2-1 0 15,2 1-2-15,-3 2 0 0,-3 0-2 16,2 0 0-16,-11 5-1 16,4 2 0-16,-11 3 0 15,-3 5 0-15,-3 2 0 0,-5 5 1 16,1 6-1-16,-3 6 1 15,0 4 1-15,0 6-1 16,0 1 1-16,0 8-1 16,0 1 1-16,0 0 0 0,2 2-1 15,3 2 1-15,1-4-1 16,-2 1 0-16,-1-3 1 16,4 0 0-16,-2-5-1 15,0-3 1-15,-2 1 0 16,-1-3 0-16,1 0-2 15,-3-4 0-15,2-4 0 0,-2 3 0 16,0-4 0-16,0-5 0 16,0-2 0-16,0-1 0 0,0-3 0 15,0-1 0-15,0-7 0 16,0 1 0-16,-2-5 0 16,-3 0 0-16,-6-3 0 15,-3 0 0-15,-4-1 0 0,-1-6 0 16,-8 0 0-16,-3 0 0 15,-5 0 0-15,-1-3 0 16,2-2 0-16,-1-3 0 16,3 4 0-16,4-4 0 15,6 3 0-15,2-2 0 0,11 7-17 16,-7 0-42-16,16 0-27 16,0-10-1-16</inkml:trace>
  <inkml:trace contextRef="#ctx0" brushRef="#br0" timeOffset="50617.22">16341 12450 314 0,'0'0'9'15,"0"0"3"-15,5-4 4 0,-5 4 3 16,0 0 3-16,12-6-1 16,-12 6 2-16,13-1 0 15,-13 1-7-15,19-6-3 0,-4 4-4 16,0-1-3-16,7 1-1 16,4-3-2-16,1 2-3 15,-2-1 0-15,1-2 0 16,-1 4 0-16,-7-1 0 15,-1 1 0-15,-4-1 0 0,-13 3 0 16,10 0 0-16,-10 0 0 16,0 0-5-16,-5 3-5 15,5-3-9-15,-18 10-27 16,4-3-39-16,4-4 1 0</inkml:trace>
  <inkml:trace contextRef="#ctx0" brushRef="#br0" timeOffset="50884.55">16614 12233 405 0,'0'0'6'0,"0"0"2"16,0 0 2-16,10-3 1 15,-10 3 0-15,0 0 1 16,7 7 1-16,-2 6 0 15,-5 3-4-15,0 7-4 0,0 2-1 16,0 7 0-16,2 0-4 16,1 8 0-16,-3-8 0 15,3 3 0-15,0-5 0 16,-1-1 0-16,3-4 0 0,2 0-11 16,-5-10-24-16,3-1-49 15,3-1-1-15</inkml:trace>
  <inkml:trace contextRef="#ctx0" brushRef="#br0" timeOffset="51416.64">16825 13308 484 0,'0'0'3'0,"0"0"1"0,0 0 1 16,0 0 0-16,0 0 0 16,13-6 0-16,-13 6-5 0,0 0 0 15,0 0 0-15,0 0-4 16,0 0-25-16,-18 0-56 15,18 0-3-15</inkml:trace>
  <inkml:trace contextRef="#ctx0" brushRef="#br0" timeOffset="52350.15">17355 13050 356 0,'0'0'9'16,"0"0"3"-16,0 0 3 16,0 0 3-16,9 0 1 15,-9 0 1-15,0 0 1 0,0 0 1 16,0 0-7-16,0 0-11 15,0 0-4-15,0 0 0 16,0 0 0-16,3 12 0 0,-3 1 0 16,0 3 0-16,0 7 0 15,0 7 0-15,0 7 0 16,0-2 0-16,7 7 0 16,-2-3 0-16,3 4 0 0,-3-8 0 15,2 4 0-15,0-7 0 16,-2-2 0-1,1-3 0-15,-1-8 0 16,-3-1 0-16,0-3 0 0,1-2 0 16,-3-13 0-16,0 7 0 15,0-7 0-15,0 0 0 16,0 0 0-16,0-5 0 16,0-5 0-16,0 0 0 0,-5-4 0 15,0-4 0-15,-3-4 0 16,1-3 0-16,0-2 0 15,-1-3 0-15,-2-2 0 0,2-3 0 16,-1 3 0-16,2-3 0 16,4 1 0-16,0-1 0 15,3 1 0-15,0 1 0 16,3 1 0-16,7 3 0 0,2-1 0 16,1 5 0-16,4 5 0 15,3 2 0-15,3 6 0 16,1 2 0-16,3 6 0 15,3 1 0-15,0 3 0 0,0 0 0 16,0 5 0-16,-5 7 0 16,-4 0 0-16,-3 4 0 15,-2 3 0-15,-7-1 0 16,-4 4 0-16,-3-3 0 0,-2 1 0 16,-9 0 0-16,-6-3 0 15,-5-5 0-15,-5 1 0 16,-8 2 0-16,-3-7 0 15,-7 1 0-15,-1-1 0 0,2 0 0 16,1-1 0-16,9-2 0 16,2 2 0-16,9 0 0 15,10 4 0-15,4 6-77 16,7-17-13-16</inkml:trace>
  <inkml:trace contextRef="#ctx0" brushRef="#br0" timeOffset="62984.33">10839 12844 90 0,'0'0'5'0,"-2"-10"4"16,2 10 3-16,-5-15 6 16,0 4 2-16,1 0 3 15,-5-3 1-15,-3-1 2 0,-6 5-6 16,6-8-3-16,-8 6-3 15,2 2-5-15,-1 0-1 16,1-2-4-16,-6 2 0 16,3 2-2-16,4 1 1 0,-7 2-1 15,2 0 0-15,-1 0 0 16,-5 0-1-16,1 2 1 16,3 3 0-16,-3-2 1 0,-1 0 0 15,-2-1 0-15,3 3 0 16,-1 0-1-16,1 0 1 15,-1 0-1-15,-1 0 0 16,1 0-1-16,-1 5 0 16,2 0 0-16,-3-3-1 0,3 6 1 15,-3-3-1-15,2 2 0 16,-2 1 0-16,1 2 0 16,1 0 0-16,-4 0 0 15,9 0 0-15,-7 4 0 0,9-2 0 16,-7 3-1-16,3-2 1 15,3 2 0-15,-1 0-1 16,4-1 1-16,-1 1 0 0,0 3-1 16,0-1 1-16,2 0 0 15,1 3 0-15,2 0 0 16,1 0 0-16,-2 0 0 16,4 3-1-16,-3-6 1 0,3 2 0 15,0-1-1-15,-4 1 1 16,4 2-1-16,-6-2 1 15,6 1 0-15,-3 2 0 16,1 0 0-16,-4 1-1 16,3 2 1-16,0 1 0 0,0-1-1 15,0-3 1-15,3 6-1 16,-1-3 0-16,3 0 0 16,3-1 0-16,0-2 0 15,2 1 0-15,-3 1 1 16,6 7 0-16,-3-9 0 15,2 6 0-15,-1-5 1 16,4 5 0-16,-5-6 1 16,5 6 0-16,0-6 0 0,0 0 0 15,0 1 0-15,2 1 0 16,-2-2 0-16,4 1-1 16,-1-2 0-16,2 0 0 0,0-2 0 15,0 2 0-15,-2-2-1 16,2 1 1-16,2-1 0 15,-2 4-1-15,0-5 1 16,2 3 0-16,1-3 0 0,4 4 0 16,-2-7 0-16,3 5 0 15,1-8 1-15,2 8-2 16,1-3 0-16,2 1 0 16,2-1 0-16,-4-2 0 15,5 5 0-15,-4-5 0 0,4 5 0 16,-2-5 1-16,3 2 0 15,-4-3 1-15,1 2-2 16,3-4 0-16,-4 0 1 0,1 3 1 16,-2-2-1-16,-1-4-1 15,1 1 1-15,-4-3-1 16,4 4 1-16,-1-4-1 16,1 3 0-16,-1-5 0 0,2 2 1 15,2 1-2-15,1-3 1 16,-2 0 0-16,0 0 0 15,-1 0 0-15,2 0-1 0,-1-3 1 16,-1 3 0-16,1 1 0 16,3-5 0-16,-1 2 0 15,0 0-1-15,-2 1 1 16,2-1-1-16,1-1-1 16,-3 1 2-16,-1-1-1 15,1 2 1-15,-2-3-2 0,-1-1 2 16,1 3-1-16,-4-3 1 15,4 2-1-15,-1-2 1 16,-2 0 0-16,2 0 0 16,1 0-1-16,0 0 1 0,1 0 0 15,-1-2 0-15,-1-1 0 16,1 2 0-16,2-5 0 16,-3 3-1-16,3-2 1 0,-6 1 0 15,4-2 0-15,-1 2-1 16,1-4 1-16,0-2 0 15,-2 3 0-15,5-3 0 16,-2-2 0-16,4 1 0 16,-1-1 0-16,3 2-1 0,-6-1 1 15,7-2 0-15,-6 1 1 16,1-1-2-16,-3-2 1 16,0 2 0-16,-4-1 0 15,2-4 0-15,-2 4 0 0,2-4 0 16,-7 3 1-16,5-7 1 15,0 5-1-15,0-5-1 16,-3 4 1-16,3-1 2 16,-4-5-3-16,-2 5 0 0,3-3 0 15,0 5 0-15,-1-6 0 16,-2 3 1-16,-1-4 1 16,0 4-2-16,-1-3 2 0,1 2 0 15,0-4 0-15,-2 2 0 16,2-1 1-16,-1 2-1 15,1-3 1-15,-2 0 0 16,2-3 0-16,0 3 0 16,2 1 0-16,-2-4 0 0,3 3 0 15,-2 3 0-15,1 0 1 16,-4-4-1-16,5 2 0 16,-2 5 1-16,-1-6-1 15,-2 6-1-15,0-1 1 0,0-1-1 16,-3 1-1-16,6-2 1 15,-5 3 0-15,-1-4-1 16,-1 4 0-16,3-4 1 0,-2 3-1 16,-2 1 1-16,0-1 0 15,3 2 0-15,-3 1-1 16,0-1 1-16,0-2-1 16,0 6 1-16,-3-6-1 0,-3 3 0 15,3-1 0-15,-2 3-1 16,-3-1 1-16,3 0 0 15,-2 4 0-15,-1-3 0 16,4 2 0-16,-5 2 0 0,2-3 0 16,2 3 0-16,1-4 0 15,-5 2-1-15,5 1 1 16,-4-3-1-16,4 3 1 16,-4 0-1-16,0-4 1 0,1 7-1 15,0-4 1-15,-3 1 0 16,-1 2 0-16,-1-4-1 15,3 1 1-15,-2 1 0 16,-1-1 0-16,3 1 0 0,-4-1 0 16,-2-1 1-16,2 4-1 15,1-3 0-15,-6 1 0 16,1-1 0-16,-3 1 0 16,6 2 0-16,-4 2 1 0,-2-1-1 15,4 4 0-15,-3-3 0 16,2 4-1-16,-1-2 1 15,4 1 0-15,-6 3-1 0,2-1 1 16,1-1-1-16,-1 0 0 16,0 3 1-16,4-2-1 15,0 1 1-15,-2 2 0 16,4-6-1-16,2 6 1 16,0 0-1-16,0-2 1 0,3 2-1 15,-4 0 0-15,4-2 1 16,-2 2-1-16,9 0 0 15,-16-3 0-15,7 1 1 16,9 2 0-16,-16-3-1 0,16 3 1 16,-9-2-1-16,9 2 1 15,-12 0-1-15,12 0 1 16,-14-3-1-16,14 3 0 16,-7 0 0-16,7 0 0 15,-12-2 1-15,12 2-1 0,-10-3 0 16,10 3 0-16,-10 0 0 15,10 0 1-15,-7-3-1 0,7 3 0 16,0 0 0-16,-11 0-1 16,11 0-3-16,0 0-5 15,0 0-9-15,0 0-56 16,-9 3-10-16</inkml:trace>
  <inkml:trace contextRef="#ctx0" brushRef="#br0" timeOffset="66683.38">14283 12886 90 0,'0'0'4'0,"0"0"2"0,0 0 1 0,-2-14 1 16,2 14 1-16,-2-10 1 15,2 10-1-15,-5-13 2 16,5 13-4-16,-11-8-3 15,11 8 0-15,-12-7 0 0,-1 0 2 16,3 2-1-16,-4-2-1 16,-1 0 2-16,-2-1 2 15,-1 3-1-15,-2-3 0 16,1 1-1-16,0-1 0 16,-3 4-2-16,5-2 0 0,-3 2 0 15,1-1-1-15,-1-1-1 16,-1 2-1-16,2 1 0 15,-4 2 1-15,-2 1-1 16,3 0-1-16,0 0 1 0,-1 0-1 16,1 0 0-16,3 1 0 15,-6 2 1-15,7 1-1 16,1 2 0-16,-3-1 0 16,-1-3 1-16,2 3-1 0,-1 0 0 15,-3 0 0-15,2 3 0 16,-4-1 0-16,0-2 0 15,0 5 0-15,2-3-1 16,1 3 1-16,0-3 0 0,-1 3-1 16,1-2 0-16,5 4 1 15,-1 1-3-15,3 1 2 16,0 2 0-16,0-4 0 0,3 7 0 16,-1-4-1-16,1 5 1 15,-2-5-1-15,-1 2 0 16,-3 1 1-16,3 1 0 15,0 2 1-15,-3-2-1 16,4 1 1-16,-3 2-1 0,4 0 1 16,3-2 0-16,-5 2 0 15,5-2-1-15,1 3 1 16,-2-3 0-16,1 2 0 0,-2-5 1 16,5 6-1-16,-6-4 1 15,1 1 0-15,1-2 0 16,4 1-1-16,-2-1 1 15,1 4-1-15,3-5 0 0,0 6 0 16,2 2 0-16,-1-3 2 16,1 3-2-16,0-3 1 15,3 5-1-15,0-4 1 16,0 3 0-16,0-3 0 16,0-1 0-16,0-2-1 0,6 2 1 15,1 0 0-15,0-1 0 16,4 4 2-16,-2-6-2 15,7 3 1-15,-2 0-1 16,4 3 1-16,-4-5-1 0,7 5 1 16,-7-6 0-16,8 6 0 15,1-5 0-15,-4 0-1 16,6 0 0-16,-4 0 1 16,6-2-1-16,-9 1-1 0,13 6 1 15,-8-8 0-15,1 5 0 16,4-3 0-16,0 4 0 15,-3-5-1-15,6-1 3 16,-3-2-2-16,1-5 0 0,4 2-1 16,-4-2 0-16,1-4-1 15,-5 0 1-15,5 0-1 16,-2-4-1-16,-1 0 1 16,1-2 1-16,4 0-3 0,2 0 0 15,1-2-1-15,2 0-2 16,0-4 1-16,6 1-1 15,-3 0 1-15,-3-2-1 0,1 0 3 16,-8-3 2-16,2 2 0 16,-2-1 1-16,2-1 1 15,-8 2-1-15,3 1 0 16,-2-3 0-16,3 0 1 16,-3-3 0-16,5 1 1 0,0-5 1 15,-1 5-2-15,4-9 1 16,-1 6-1-16,3-10 0 15,-6 6-1-15,4-3 0 0,-8-3 0 16,-6 5 1-16,4-9 0 16,-10 1 0-16,-1-4 3 15,0 0 0-15,-6-3 0 16,-2-2 1-16,-1-3-1 16,2 3 0-16,-5 0 1 0,0-5-1 15,0 5 0-15,0-5 0 16,0 5 2-16,0-1 0 15,-5-1 0-15,0 4 0 16,-1-2 2-16,-1 2-1 0,-3-5 0 16,-3 8 0-16,-1-5-1 15,-6 5 0-15,-2-3-1 16,-5 3-1-16,-3 0 1 16,-7 1-1-16,-1 8-1 0,0 0-1 15,-3 3-1-15,-2 3 0 16,3 5-3-16,-2 5-7 15,8 1-22-15,9 6-38 16,-5 3-4-16</inkml:trace>
  <inkml:trace contextRef="#ctx0" brushRef="#br0" timeOffset="68685.37">4784 14494 224 0,'0'0'4'0,"0"0"-2"0,0 0-3 16,0 0 1-16,0 0 2 15,0 0 2-15,0 10 3 16,0-10 2-16,0 20-3 16,3-8 3-16,0 10 4 0,-1-1 0 15,5 5-3-15,-2-1-2 16,5 3-1-16,-2-1-1 15,4 0-2-15,0 2 0 16,6-4-1-16,2 5 0 16,2-10 0-16,0 5 0 0,6-5 1 15,4 2 0-15,3-8 0 16,5 2 0-16,4-7 0 16,1-1-1-16,5-3 0 15,0-3 0-15,-1-2-1 0,6 0 1 16,-3-4-1-16,-3-4-1 15,1-2 2-15,0 0-1 16,-1-2 0-16,3-1 0 16,-2 1-1-16,0-2 1 0,-2-4 1 15,-2-2-1-15,1 6 0 16,3-6 0-16,-2 0 1 16,-1 2-1-16,3 1 0 15,-3 2 0-15,7 0-1 0,-1 3 0 16,-1 2 0-16,0-3 0 15,0 6-1-15,-4 2 0 16,-1 0 0-16,0 3 1 16,-7 2-1-16,-1 0 1 15,4 4-1-15,-4 7 1 0,0-1-1 16,-1 2 1-16,0 3 0 16,-3 2-1-16,2 0 0 15,-3 8 0-15,-1-5 1 0,1 8-1 16,-6-3-1-16,-1 2 1 15,-2-1 0-15,-2 2 0 16,-6-1 0-16,-4 0 0 16,-1 1 0-16,-3-4 0 0,-4 3 0 15,-1-4 1-15,-2-1-1 16,-2-2 0-16,0-3 1 16,0-3 0-16,-6 0 0 15,4-3 1-15,2-11-1 0,-10 17 2 16,10-17 0-16,-7 6 0 15,7-6 0-15,0 0 1 16,-15 0-1-16,15 0 0 16,-10-14 0-16,5 1-1 15,-2 1 0-15,-1-3-1 0,3-5 0 16,0-3 0-16,0-1 0 16,3-1-1-16,-1-5 1 15,3 1-1-15,0-4 1 0,3-1-1 16,2 1 0-16,2-1 1 15,-2 2 0-15,5 2-1 16,0-2 0-16,2 2 0 16,3 3 0-16,0 2 0 0,3 2 0 15,2 1 0-15,4 2-1 16,1 4 1-16,0 0-1 16,5 4 1-16,2-1 0 15,-1 4-1-15,7 1 1 0,-1 4 0 16,2 4 0-16,2-3 0 15,-1 3 0-15,3 0 0 16,-1 4 0-16,-3 4 0 16,4-1 0-16,1 3 0 15,-1 1 0-15,1-2 0 0,-2 1 1 16,6 0-1-16,-6 2 1 16,3-2-1-16,-6 4 0 15,-1-8 1-15,2 2-1 0,-3 1 0 16,-5 1 0-16,1-4 0 15,-6 1 0-15,0 1-1 16,-3-4 1-16,4-1 1 16,-3-2-1-16,-2 3 0 15,4-4 0-15,-5 0 0 0,4-4 1 16,3 0-1-16,0 0 1 16,-1-7-1-16,-1-1 1 15,-2-1 0-15,0-1 1 0,2-1 0 16,-7-5 1-16,3 1 0 15,-3-7 0-15,-6 4 0 16,1-5 1-16,3 0 0 16,-9-3-1-16,1 3 1 0,-4 0-1 15,-2 2 0-15,-1 3 0 16,-3 2-1-16,0 0 0 16,0 7-2-16,0 1 0 15,-3 4 0-15,3 8 0 0,-2-9 0 16,2 9 0-16,0 0 0 15,0 0-11-15,-5 13-37 16,5-4-36-16,0-9-3 16</inkml:trace>
  <inkml:trace contextRef="#ctx0" brushRef="#br0" timeOffset="74506.44">6225 15346 309 0,'0'0'7'0,"0"0"7"0,0 0 2 16,0 0 3-16,0 0 1 15,0 0 0-15,0 0 1 16,-2 10 2-16,2 7-7 16,0 6-6-16,-3 7-3 0,0 4-2 15,3 4 0-15,-2 4-2 16,-2 0 0-16,4-6-2 15,-5 0 0-15,5-4-1 0,-6-6 1 16,4-3-2 0,2-8-2-16,-3 0-4 0,3-15-5 15,-2 12-9-15,2-12-32 16,0 0-32-16,-5-7-2 16</inkml:trace>
  <inkml:trace contextRef="#ctx0" brushRef="#br0" timeOffset="74844.24">6027 15426 311 0,'0'0'6'0,"0"0"5"16,0 0 2-16,-13-8 1 15,13 8 5-15,-12-6 2 16,12 6 0-16,-10-6 1 0,10 6-5 16,-5-10-5-16,5 10-1 15,0-10-2-15,8 3-3 16,4-6-1-16,10 1-2 16,3-3 1-16,7-6-1 15,3 5 0-15,5-2-3 0,-3 0 0 16,1 4 0-1,-6 2 0-15,-2 2 0 0,-6 5 0 16,-4 3 0-16,-5 2 0 16,-5 4-10-16,-3 10-13 15,-5 7-60-15,-2 1-4 0</inkml:trace>
  <inkml:trace contextRef="#ctx0" brushRef="#br0" timeOffset="75167.39">5960 15923 369 0,'0'0'4'0,"0"0"3"0,0 0 5 16,9 0 2-16,3-5 1 16,2-4 2-16,5-1 0 15,8-5 2-15,1-2-4 16,9-3-4-16,1 0-3 15,-1-2-5-15,2 2-3 0,-4 5 0 16,-5 0 0-16,-3 5 0 16,-7 0 0-16,-5 5 0 15,-5 4 0-15,-10 1 0 16,10-4 0-16,-10 4 0 0,0 0 0 16,0 0 0-16,0 0 0 15,-5 8 0-15,5-8 0 16,0 0-23-16,-10 4-62 0,10-4-4 15</inkml:trace>
  <inkml:trace contextRef="#ctx0" brushRef="#br1" timeOffset="83126.6">923 16972 418 0,'0'0'7'16,"0"0"2"-16,0 0 2 15,0 0 3-15,0 0 0 16,0 0 1-16,0 0 1 0,0 0-9 16,0 0-7-16,-10 12 0 15,5 2 0-15,1 11 0 16,3 3 0-16,-2 1 0 15,-4 9 0-15,5-4 0 0,2-13 0 16,-3-2 0-16,3 1 0 16,-2-3 0-16,-1 3 0 15,3-1 0-15,-2-4 0 16,2 3-34-16,0-6-54 16,0 1-2-16</inkml:trace>
  <inkml:trace contextRef="#ctx0" brushRef="#br1" timeOffset="83485.49">571 16939 406 0,'0'0'3'0,"0"0"3"15,0 0 1-15,0-12 2 16,0 12 2-16,9-12 0 16,-9 12 1-16,18-16 1 15,-1 7-2-15,3 0-2 0,5 2-3 16,5 1 1-16,2-4-7 16,8 2 0-16,-1 1 0 15,1 1 0-15,5 2 0 0,-8-2 0 16,-2 4 0-16,-3 0 0 15,-2 2 0-15,-8 0 0 16,0 0 0-16,-9 2 0 16,-13-2 0-16,18 10 0 0,-18-10-19 15,0 0-64-15,0 0-5 16</inkml:trace>
  <inkml:trace contextRef="#ctx0" brushRef="#br1" timeOffset="84033.54">1057 17239 479 0,'0'0'3'0,"0"0"2"16,0 0 0-16,-5-5 2 0,5 5 0 16,-10-10-2-16,10 10-5 15,0-18 0-15,0 9 0 16,3-1 0-16,9 0 0 15,6 2 0-15,4 1 0 0,3 1 0 16,5 5 0-16,-4 1 0 16,4 0 0-16,-5 7 0 15,-2 5 0-15,-9 3 0 0,-9-5 0 16,-5 0 0-16,0 3 0 16,0 1 0-16,-5 4 0 15,-4-4 0-15,-3 4 0 16,1 2 0-16,-4-3 0 15,0 0 0-15,1 1 0 16,-2 1 0-16,2-4 0 0,-1-1 0 16,3 3 0-16,2-6 0 15,2-1 0-15,8-10 0 16,-5 12 0-16,5-12 0 16,1 0 0-16,11 0 0 0,0-4 0 15,3-4 0-15,2 1-39 16,1-7-48-16,10-11-2 15</inkml:trace>
  <inkml:trace contextRef="#ctx0" brushRef="#br1" timeOffset="84633.2">1341 16693 436 0,'0'0'4'0,"0"0"2"16,0 0 2-16,0-4 0 16,0 4 1-16,0-13 1 15,0 13-1-15,12-17 0 16,-3 10-4-16,7-3-1 0,-2-1-3 15,4 7 1-15,-1 0-2 16,1 4 0-16,0 0-2 16,-4 4 4-16,-2 3-2 0,-1 6 0 15,-4-1 0-15,-5 3 0 16,-2-2 0-16,0 4 0 16,-7-3 0-16,0 1 0 15,-4 0-2-15,-1-2 1 0,3 2 0 16,0-4 1-16,2 3-1 15,5-3 1-15,2-2 0 16,0 0 1-16,9-2-1 16,1 1 1-16,8-3 0 15,0 3 1-15,4-4-2 0,0 2 0 16,1-1 0-16,-1-1 0 16,-5 0 0-16,-4 5 0 15,-1-1 0-15,-12-8 0 16,5 14 0-16,-12-4 0 0,-3-1 0 15,-8 2 0-15,-4-4 0 16,-5 0 0-16,2 1 0 16,-2-5 0-16,-1-2 0 0,1 3 0 15,2-4 0-15,8 0 0 16,-1-4-12-16,18 4-43 16,-17-9-32-16,17 9-2 15</inkml:trace>
  <inkml:trace contextRef="#ctx0" brushRef="#br1" timeOffset="85720.43">2088 16711 411 0,'0'0'5'15,"0"0"1"-15,-7-10 3 0,7 10 0 16,-15-8 0-16,5 7 1 16,-5-2 1-16,-2 3 0 15,-8 0-5-15,0 4-1 16,0 7-2-16,-2-2 0 16,0 7-1-16,-1-2 0 0,8 4-1 15,0 0 0-15,8 4-1 16,5-2 0-16,4 4 1 15,3 1-1-15,5 3 0 16,5-2 1-16,3 4 0 0,1 0-1 16,-1 2 2-16,-1 3 0 15,0-3-2-15,-1 5 0 16,-9-17 0-16,1 2 0 0,-3 0 0 16,0 3 0-16,0 2 0 15,0 0-2-15,-3 1 1 16,-5 1 1-16,3-1 1 15,-2 1 1-15,-3-4-2 16,3 0 0-16,-1 2 0 0,1-4 0 16,0-1 0-16,-4 0 0 15,6-5 0-15,-2-1 0 16,2-4 0-16,5-2 0 16,0-10 0-16,0 10 0 0,0-10 0 15,17 0 0-15,-2 0 0 16,3-3 0-16,-1 1 0 15,3-3 0-15,2-3 0 0,0 3 0 16,4-2 0 0,-4-1 0-16,3 3 0 0,-6-4-17 15,4-1-64-15,-6 3-6 16</inkml:trace>
  <inkml:trace contextRef="#ctx0" brushRef="#br1" timeOffset="86150.18">2245 16949 444 0,'0'0'4'0,"0"0"1"16,0 0 2-16,0 0 0 0,-11 7 1 15,7 4 1-15,-4 3 0 16,-1 3 0-16,1 8-3 16,0 3-3-16,3 1-3 15,5-1 0-15,0-1 0 0,13-3 0 16,2-6 0-16,-1-3 0 16,9-8 0-16,2-2 0 15,2-5 0-15,6-5 0 16,-4-7 0-16,-4-6 0 0,1-2 0 15,-5-2 0-15,-3-5 0 16,-11-3 0-16,-7 3 0 16,-5 0 0-16,-9 4 0 15,-9 2 0-15,-2 5 0 16,-2 4 0-16,-1 10 0 0,-1-1 0 16,4 3 0-16,3 5-10 15,9-12-66-15,3 9-13 16</inkml:trace>
  <inkml:trace contextRef="#ctx0" brushRef="#br1" timeOffset="86733.45">2525 16674 464 0,'0'0'2'15,"0"0"1"-15,0 0 1 16,0 0 1-16,0 0 1 0,0 0 0 16,0 0 1-16,8 2 0 15,2-2 0-15,7 0-7 16,8 0 0-16,3 0 0 16,4-2 0-16,5 2 0 0,0-2 0 15,1-1 0-15,-1 3 0 16,-5 0 0-16,-2 5 0 15,-11 5 0-15,-1 3 0 16,-6 7 0-16,-3 4 0 0,-5 8 0 16,-4 0 0-16,0 8 0 15,-2 2 0-15,-3 0 0 16,3 5 0-16,-4 0 0 0,3 0 0 16,3 1 0-16,0-26 0 15,0 3 0-15,0 2 0 16,0-2 0-16,3 0 0 15,-1 1 0-15,2 2 0 16,-2-1 0-16,1-5 0 0,-1 3 0 16,0-3 0-16,1 3 0 15,-3-5 0-15,0-1 0 16,0-1 0-16,-3 2 0 16,-1-8 0-16,-7 3 0 0,1-7 0 15,-2-1 0-15,-3 0 0 16,-4-2 0-16,-2-2 0 15,-4 0 0-15,0-1 0 16,4-2 0-16,-7 0 0 16,1 0 0-16,-1 0 0 0,3 0 0 15,0 0-40-15,0 0-48 16,8-2-2-16</inkml:trace>
  <inkml:trace contextRef="#ctx0" brushRef="#br1" timeOffset="87400.54">3206 17004 442 0,'0'0'4'0,"0"0"2"16,0 0 1-16,0 0 2 15,0 0 0-15,13-3 1 16,-3 0 0-16,-1 1 0 0,4-1-6 16,2 3-4-16,3-1 0 15,-4-3-9-15,4-10-61 16,-6 14-17-16</inkml:trace>
  <inkml:trace contextRef="#ctx0" brushRef="#br1" timeOffset="87568.5">3155 17145 466 0,'0'0'2'16,"0"0"1"-16,0 0 1 15,0 0 2-15,5 0 0 0,4 0 1 16,3-3-1-16,6-2 1 15,5-2-5-15,4 0-8 16,3 2-47-16,2-8-32 16,3-2-2-16</inkml:trace>
  <inkml:trace contextRef="#ctx0" brushRef="#br1" timeOffset="88250.91">4017 16491 425 0,'0'0'4'15,"0"0"1"-15,-11-10 1 0,11 10 2 16,-19-10 0-16,4 7 0 16,-6-2 1-16,-3 3 0 15,-3 2-3-15,-1 0-3 0,1 7 0 16,0 6-1-16,2-1-1 16,-1 3 0-16,10 6-1 15,4 2-1-15,3 2 1 16,9 4 0-16,0-1-1 0,5 5 1 15,8-1 0-15,2 5 0 16,0 0 1-16,4 2 1 16,2-1-1-16,-6 4 0 15,-1 5 1-15,2-2 0 0,-9 4 0 16,0-2 2-16,-7-19-4 16,0 1 0-16,0-1 0 15,-5 1 0-15,1 1 0 16,-5 2 0-16,0-5 0 15,2 3 0-15,-1-6 0 16,-2 4 0-16,3-6 0 0,-3 1 0 16,-1-6 0-16,4 4 0 15,0-7 0-15,2-2 0 16,5-12 0-16,0 15 0 0,0-15 0 16,7 0 0-16,3 0 0 15,5-2 0-15,0-6 0 16,3 1 0-16,4-1 0 15,0 0 0-15,3 0 0 0,2-3 0 16,-2 4 0-16,0 0 0 16,-1 1 0-16,-1-1 0 15,-5 3 0-15,1 0-15 16,-3 0-18-16,-9-2-53 0,2 4-2 16</inkml:trace>
  <inkml:trace contextRef="#ctx0" brushRef="#br1" timeOffset="88600.12">4339 16858 470 0,'0'0'4'0,"0"0"3"15,0 0 1-15,0 0 0 16,0 0 1-16,0 0-4 16,8 2-5-16,-8 8 0 15,0 4 0-15,0 4 0 16,0 7 0-16,0-1 0 0,0 6 0 15,0-3 0-15,0 1 0 16,2-3 0-16,-2-3 0 16,2-3 0-16,-2-9 0 0,-7 3-88 15,7-13-2-15</inkml:trace>
  <inkml:trace contextRef="#ctx0" brushRef="#br1" timeOffset="88818.94">4165 16787 438 0,'0'0'2'0,"0"0"4"15,0 0 1-15,0 0 0 16,8-8 2-16,0 2 0 16,6 4 1-16,1-6 0 15,8 6-2-15,1-1-3 16,4-1-5-16,-1 4 0 0,5 0 0 15,-4 0 0-15,-3 0-2 16,2 4-15-16,-8 17-53 16,-3-14-17-16</inkml:trace>
  <inkml:trace contextRef="#ctx0" brushRef="#br1" timeOffset="89616.72">4620 17029 434 0,'0'0'5'0,"0"0"4"16,0 0 1-16,0 0 0 15,0 0 1-15,7 4 0 16,-7-4 1-16,3 15-3 15,-3-5-9-15,0 2 0 16,0 4 0-16,0 0 0 0,0 7 0 16,0-3 0-16,0-3 0 15,0 2 0-15,0-8-2 16,6-1-46-16,-6-10-37 16,7 10-3-16</inkml:trace>
  <inkml:trace contextRef="#ctx0" brushRef="#br1" timeOffset="90185.19">4819 16763 375 0,'0'0'6'0,"0"0"5"0,0 0 0 15,0 0 2-15,0 0 2 16,0 0 0-16,0 0 1 16,0 0 1-16,0-2-7 15,0 2-2-15,0 0-3 0,0-10-1 16,0 10-1-16,12-10-1 15,-12 10-2-15,18-10 0 16,-3 2 0-16,-3 3 0 16,3 0 0-16,0 3 0 0,0 0 0 15,-3-1 0-15,1 3 0 16,-3 0 0-16,-10 0 0 16,12 17 0-16,-12-4 0 0,-5 2 0 15,-2 0 0-15,-3 5 0 16,-1-1 0-16,-3-1 0 15,-1 2 0-15,0-5 0 16,3 1 0-16,1-3 0 0,4-2 0 16,2-5 0-16,5-6 0 15,-4 13 0-15,4-13 0 16,0 0 0-16,14 0 0 16,-4 0 0-16,8-2 0 15,-3-4 0-15,4 1 0 0,-1-1 0 16,-1-2 0-16,3 2 0 15,-10-5-17-15,-10 11-68 16,15-15-2-16</inkml:trace>
  <inkml:trace contextRef="#ctx0" brushRef="#br1" timeOffset="90884.31">4956 16434 443 0,'0'0'4'0,"0"0"2"0,0 0 1 16,0 0 1-16,0 0-1 16,0 0 1-16,0 0 0 15,0 0 1-15,0 0-5 0,12-3-1 16,1 3-1-16,3 0 0 15,7-2-2-15,4 2 0 16,6-3 0-16,1 3 0 16,4-2 0-16,0 2 0 15,-4 0 0-15,-1 0 0 0,-8 0 0 16,-4 2 0-16,-3 6 0 16,-6 1 0-16,-1 4 0 15,-9 4 0-15,-2 1 0 16,0 3 0-16,0 10 0 0,-6-1 0 15,1 3 0-15,3 3 0 16,0 1 0-16,-1 2 0 16,1-1 0-16,2 7 0 0,0-11 0 15,0 8 0-15,2-4 0 16,1 1 0-16,-1 0 0 16,3-1 0-16,1-4 0 15,-2 1 0-15,4 0 0 0,1-3 0 16,-6-18 0-1,3 4 0-15,1 0 0 0,0 1 0 16,0-1 0-16,1-1 0 16,-3 3 0-16,0-3 0 15,0 1 0-15,0-1 0 0,-1-2 0 16,-1 2 0-16,-3-2 0 16,0-3 0-16,-3-2 0 15,-1 1 0-15,-6-3 0 16,0 1 0-16,-10-5 0 0,0 0 0 15,1-3 0-15,-9 2 0 16,0-3 0-16,-1 2 0 16,1 0 0-16,-4-2 0 15,2 0 0-15,3 0 0 16,-1 0 0-16,3 0 0 0,1-2-30 16,-3 0-56-16,12-2-3 15</inkml:trace>
  <inkml:trace contextRef="#ctx0" brushRef="#br1" timeOffset="91663.26">5425 16392 355 0,'0'0'7'0,"0"0"5"15,0 0 3-15,0 0-1 0,0 0 1 16,0 0 1-16,0 0 1 15,8 0 0-15,-8 0-6 16,14 0-4-16,-1 0-2 0,2-3-2 16,8 3 1-16,-2-2-2 15,4-1 0-15,-4 3-1 16,1-3 0-16,-3 3-2 16,-3-2-3-16,-4 2-7 0,-12 0-16 15,0 0-57-15,0 0-1 16</inkml:trace>
  <inkml:trace contextRef="#ctx0" brushRef="#br1" timeOffset="92033.62">5694 16134 433 0,'0'0'6'0,"0"0"2"15,0 0 1-15,0 0 1 16,0 0-1-16,0 0 2 16,7 3-1-16,-2 7 2 15,-3 6-9-15,1 7-3 0,0 4 0 16,2 3 0-16,-1 4 0 16,4 4 0-16,-4-4 0 15,0 1 0-15,6-5 0 0,-8-6 0 16,3 1 0-16,0-7 0 15,-1-6 0-15,-1 0 0 16,-3-12 0-16,2 16 0 16,-2-16 0-16,0 0 0 0,0 0 0 15,0 0 0-15,0 0 0 16,0 0 0-16,0 0 0 16,0 0 0-16,4-10 0 15,-4 10 0-15,0-10 0 16,0 10 0-16,0-20-73 0,0 20-18 15</inkml:trace>
  <inkml:trace contextRef="#ctx0" brushRef="#br1" timeOffset="92800.27">6052 16771 505 0,'0'0'2'0,"0"0"0"16,0 0 0-16,0 0-2 15,0 0 0-15,0 0 0 16,0 0 0-16,0 0 0 16,0 0 0-16,0 0 0 0,0 0 0 15,0 0 0-15,0 0 0 16,0 0-10-16,-11 2-78 15,11-2-1-15</inkml:trace>
  <inkml:trace contextRef="#ctx0" brushRef="#br1" timeOffset="93484.28">6623 16384 406 0,'0'0'3'16,"0"-10"3"-16,0 10 3 16,2-12 2-16,-2 12 1 15,0-17 0-15,0 6 1 0,0 1 0 16,-7 4-2-16,-5 0-4 15,-8 4-3-15,-1 2-2 16,-4 0 0-16,-3 2-2 0,-2 6 0 16,-3 2 0-16,4 2 0 15,-5 2 0-15,10 4 0 16,2 2-2-16,1 0 1 16,7 2 0-16,7 3 0 0,4 2 0 15,3 3 0-15,5 2 0 16,10 1 1-16,0 7 1 15,2-1-1-15,3 0 1 16,-5 6 1-16,2 2-1 16,-2 0 2-16,-1 0-3 0,-3-3 0 15,-4 4 0-15,-1-4 0 16,-1-2 0-16,-5 3 0 16,0-25 0-16,0 2 0 0,0-1 0 15,-3 3 0-15,1-4 0 16,-6 2 0-16,3 0 0 15,-2-4 0-15,2 1 0 16,2 1 0-16,-5-5 0 16,3 0 0-16,1-2 0 0,-1 1 0 15,0-6 0-15,3-1 0 16,2-7 0-16,0 10 0 16,0-10 0-16,14 0 0 15,-1 0 0-15,-1-5 0 0,8 0 0 16,2 0 0-16,-2-3 0 15,3 4 0-15,4-4 0 16,-3-2 0-16,1 5 0 16,0-2 0-16,-2 1 0 0,0 2-12 15,-2-3-39-15,-3 4-34 16,5-7 0-16</inkml:trace>
  <inkml:trace contextRef="#ctx0" brushRef="#br1" timeOffset="93766.47">6869 16823 468 0,'0'0'3'0,"0"0"2"0,0 0 2 16,0 0 0-16,9-8 1 0,-9 8 0 15,0 0-3-15,6 8-5 16,-6 6 0-16,0 9 0 16,0 1 0-16,0 7 0 15,0 1 0-15,-2 0 0 16,2 0 0-16,0-2 0 0,0-9 0 16,0 4 0-16,-8-2-65 15,8-10-24-15</inkml:trace>
  <inkml:trace contextRef="#ctx0" brushRef="#br1" timeOffset="93968.66">6660 16758 428 0,'0'0'4'0,"0"0"2"0,0 0 0 15,0 0 2-15,2-10 0 16,-2 10 2-16,18-7-1 15,0 2 1-15,1 0-4 16,10 0-1-16,2 0-2 16,1 5-2-16,5-3-5 0,8 3-16 15,8 3-62-15,-18-1-4 16</inkml:trace>
  <inkml:trace contextRef="#ctx0" brushRef="#br1" timeOffset="94366.56">7278 16949 452 0,'0'0'3'0,"0"0"1"16,0 0 2-16,-9 0 0 15,9 0 1-15,-15 5 0 16,5-3 0-16,-2 6 1 15,0 2-2-15,1 4-3 0,0-1-1 16,8 2-2-16,3 0 0 16,0-1 0-16,7-1 0 0,5-1 0 15,6-7 0-15,2-1 0 16,2-4 0-16,0-4 0 16,3-1 0-16,-2-7 0 15,-6-3 0-15,1 1 0 16,-6-7 0-16,-8 1 0 15,-4-1 0-15,-2-2 0 0,-12-2 0 16,-4 4 0-16,-3-3 0 16,0 8 0-16,-4 1 0 15,0 7 0-15,0 0-4 16,10 8-19-16,0 0-62 0,3 0-3 16</inkml:trace>
  <inkml:trace contextRef="#ctx0" brushRef="#br1" timeOffset="94594.62">7473 16550 501 0,'0'0'1'0,"0"0"-1"15,0 0 2-15,2 12-1 16,1-4 1-16,-1 9-1 15,3 1 2-15,-3 1-3 0,1 6 0 16,-1 0 0-16,2-6 0 16,0 9 0-16,-4-11-14 15,0-17-69-15,12 16-4 16</inkml:trace>
  <inkml:trace contextRef="#ctx0" brushRef="#br1" timeOffset="95218.5">7512 16324 407 0,'0'0'4'16,"0"0"1"-16,0 0 1 15,0 0 0-15,0 0 1 16,5-4 1-16,-5 4 1 0,20-8 0 16,-3 4-3-16,3-2-2 15,8-1 0-15,4-1 0 16,8-2 0-16,3 4-2 16,-3-3 0-16,3 5 0 15,-5 0-1-15,-3 4 0 0,-8 0-1 16,-5 4 1-16,-7 9-1 15,-7 6 1-15,-6 6 0 16,-2 5-1-16,0 6 1 0,-2 5 0 16,-3 3 1-16,2 1-2 15,1 2 2-15,0 0 0 16,2 2 0-16,0-4 0 16,0 2 0-16,4-3 1 0,1 1-3 15,2-6 0-15,2 2 0 16,-4-2 0-16,-1-5 0 15,1-1 0-15,0 0 0 16,-5-7 0-16,0 2 0 0,0-5 0 16,0-5 0-16,-2 0 0 15,-6-4 0-15,4-1 0 16,-7-5 0-16,-1-1 0 16,0-2 0-16,-6-2 0 15,-2-1 0-15,-6-2 0 0,0 0 0 16,-6 0 0-16,0 0 0 15,-6 0 0-15,5-2 0 16,-1-3 0-16,4-1 0 16,0-1 0-16,7 5-19 0,-1-8-39 15,7 0-29-15,9 0-2 16</inkml:trace>
  <inkml:trace contextRef="#ctx0" brushRef="#br1" timeOffset="95785.46">7820 16052 419 0,'0'0'5'16,"0"0"1"-16,0 0 2 0,0 0 1 16,0 0 0-16,0 0 1 15,0 0 1-15,0 0 1 16,5-4-5-16,6 4-1 0,3-3-2 15,0 1 1-15,9-1-5 16,0 0 0-16,2 1 0 16,-2 2 0-16,-2-2 0 15,0 2 0-15,-7-3 0 0,1 3 0 16,-3 0 0-16,-12 0 0 16,11 0-3-16,-11 0-13 15,0 0-35-15,0 0-35 16,0 0-2-16</inkml:trace>
  <inkml:trace contextRef="#ctx0" brushRef="#br1" timeOffset="96066.41">8131 15892 456 0,'0'0'4'0,"0"0"2"15,0 0 0-15,0 0 1 0,0 0 0 16,0 0 2-16,7 7 0 16,-1 5-2-16,-4 10-7 15,1 3 0-15,2 4 0 16,-3 4 0-16,3 3 0 0,-3 0 0 16,1-1 0-16,-1-6 0 15,4-4 0-15,-4-2 0 16,3-4 0-16,0-6 0 15,2-3 0-15,-7-10-23 16,0 0-64-16,0 0-2 16</inkml:trace>
  <inkml:trace contextRef="#ctx0" brushRef="#br1" timeOffset="96727.17">8312 16718 511 0,'0'0'0'0,"0"0"0"16,0 0 0-16,0 0 0 15,0 0 0-15,0 0 0 0,0 0 0 16,-9 0 0-16,9 0 0 15,0 0 0-15,0 0 0 16,0 0 0-16,0 0 0 16,0 15 0-16,0-15-55 15,0 8-39-15</inkml:trace>
  <inkml:trace contextRef="#ctx0" brushRef="#br1" timeOffset="97433.24">8904 16443 462 0,'0'0'4'16,"0"0"2"-16,0 0 2 16,0 0 2-16,0 0 0 15,0 0-1-15,0 0-7 16,0 0-2-16,7 13 0 0,-4 4 0 16,0 6 0-16,1 7 0 15,1 6 0-15,5 7 0 16,-2 1 0-16,1-1 0 15,1 1 0-15,0 0 0 0,1-6 0 16,-4-4 0-16,0-2 0 16,-2-7 0-16,-3-3 0 15,2-4 0-15,-2-6 0 16,-2-12 0-16,0 13 0 0,0-13 0 16,0 0 0-16,-8-15 0 15,3-2 0-15,-2-8 0 16,0-5 0-16,-4-5 0 15,1-6 0-15,3-7 0 0,0 2 0 16,2-4 0-16,-1 2 0 16,6 2 0-16,0 6 0 15,6 0 0-15,1 8 0 16,5 7 0-16,6 3 0 0,-1 7 0 16,1 5 0-16,7 5 0 15,-4 5 0-15,5 0 0 16,-4 8 0-16,1 2 0 15,-4 5 0-15,-7-1 0 0,3 6 0 16,-7 0 0-16,-5 0 0 16,-3-3 0-16,-13 1 0 15,-1-1 0-15,-7-2 0 16,-6-3 0-16,-5 1 0 16,-3-3 0-16,-2-1 0 0,2-2 0 15,3 1 0-15,2-2 0 16,5-5 0-16,7 6 0 15,4-7 0-15,14 0-73 16,0 0-19-16</inkml:trace>
  <inkml:trace contextRef="#ctx0" brushRef="#br1" timeOffset="102650.13">453 17417 197 0,'0'0'7'0,"0"0"3"16,0 0 1-16,0 0 6 15,-4-11 1-15,4 11 2 0,0 0 0 16,0 0-1-16,-5-8-5 15,5 8-2-15,0 0-2 16,0 0-2-16,-6 7-2 16,6 3-2-16,0-1 0 15,-2 4 0-15,-1 4 1 0,3 1-2 16,0 4 0-16,0 1-1 16,0-2 1-16,5 7-1 15,1-3 0-15,1 4 0 0,0 1 0 16,5-3 0-16,4-2 0 15,1 0 0-15,0 0 0 16,-17-25-3-16,28 17 0 16,-3 6 1-16,5-6-1 15,2 0 0-15,7-5 1 0,46 12-1 16,-38-16 2-16,5-2 3 16,3-2-1-16,3-4 1 15,1 0-1-15,6 0 0 16,-3-1 0-16,4-8 0 15,-1 1-2-15,2-3-1 16,0 1 1-16,0-2 0 0,3 1-1 16,0-3 1-16,-1 2 1 15,-2-4-2-15,1 4 1 0,-1 0 0 16,-3-1-1-16,-2 1 1 16,3 2 0-16,-4 2 0 15,2-2-1-15,-1 9 1 16,-2-2-1-16,-1 0 1 15,1 3 0-15,0 6 0 0,-3-2-1 16,-3 6 1-16,1 2 0 16,-3 3-3-16,1 2 1 15,-6 3 0-15,5 0 0 16,-3 2 0-16,-4 3-1 16,0 0 1-16,-5 0 0 0,2 2 1 15,-42-27 0-15,32 28 0 16,5-3 0-16,-7 1 0 15,2-1 0-15,-7-2 1 16,3 1-1-16,-8-2 0 16,-1-2 1-16,-19-20 0 15,21 24-1-15,1 1 1 16,-22-25 0-16,12 21 0 0,-2 1 1 16,-10-22 0-16,0 0 0 15,0 0-1-15,0 0 1 16,0 0-1-16,0 0 0 15,0 0 0-15,0 0-1 16,0 0 0-16,5 0 1 16,1 0 0-16,-2 0-1 0,38-15 1 15,-26-7-1-15,-3 5 1 16,3-5 0-16,4-1-1 16,20-24 3-16,-18 25-1 15,8-3 1-15,-1 0-1 16,1 2 1-16,7-1-1 15,-1 1 1-15,1-1-1 0,5 1-2 16,3 1 0-16,2 3 0 16,3 1 0-16,1 3 0 15,2-2 0-15,4 5 1 16,1-1-1-16,1 1 0 0,3-1 0 16,-2 1 0-16,2 4 0 15,5 1 0-15,0 3 0 16,2-5 0-16,4 7 0 15,-4 0 0-15,5-3 1 0,2 5-1 16,-2 0 0-16,3-3 1 16,0 3-1-16,3 0 0 15,1 0 0-15,4 0 1 16,-3 0-1-16,3 0 0 16,-1 0 0-16,5 0 1 0,1 0-1 15,-1 3 0-15,1-3 1 16,-1 1-1-16,3-1 0 15,0 0 0-15,3 4 0 0,-4-4 1 16,-1 0-1-16,4 0 0 16,-4 0 0-16,2 0 0 15,0 0 1-15,0-4-1 16,-3 4 0-16,1 0 0 0,-2-1 0 16,0 1 1-16,-1-3-1 15,0 3 0-15,0-2 0 16,-6 0 0-16,4-1 1 15,-3-5-1-15,1 6 0 16,-2-3 1-16,-1 0-1 0,-1 0 0 16,-2-3 0-16,0 1 1 15,-2-3-1-15,-3-2 0 16,3 2 0-16,-6-2-1 0,0-3 1 16,-2 0 0-16,-2-3 1 15,-3 1 0-15,-2 0 0 16,-5 0 1-16,-21 2 2 15,71-30 0-15,-20 1 1 16,-8-6-5-16,-13 5 0 0,-17 4 0 16,-12 0 0-16,-11 2 0 15,-11 12 0-15,-6-1 0 16,-2 6 0-16,0 2 0 16,-5 4 0-16,0 5 0 15,0 11 0-15,0 0-15 0,0 0-72 16,5-7-3-16</inkml:trace>
  <inkml:trace contextRef="#ctx0" brushRef="#br1" timeOffset="105600.27">4220 15993 301 0,'0'0'4'0,"0"0"2"0,0 0 4 15,0 0 2-15,0 0 1 16,0 0 1-16,0 0 2 0,0 0 1 16,0 0-2-16,0 0-3 15,5 9-2-15,-5-9-2 16,10 16-1-16,-5-7-1 15,2 1-1-15,1 2 0 16,2 1-1-16,-2-2 0 0,1-3-1 16,-2-2 2-16,6-3 1 15,-3-3 1-15,3-6 0 16,1-8 0-16,-2-8 0 16,6-8-7-16,3-8 0 0,-1-6 0 15,9-11 0-15,-4-4 0 16,2-8 0-16,0 3 0 15,-1 0 0-15,-2 3 0 16,-2 11 0-16,-6 7 0 0,-4 7 0 16,-3 11 0-16,0 9 0 15,-7 6 0-15,-2 10 0 16,0 0 0-16,0 0 0 16,2-10 0-16,-2 10 0 0,0 0 0 15,0 0 0-15,0 0 0 16,0 0 0-16,0 0 0 15,0 0 0-15,0 7 0 16,0-7 0-16,3 8 0 0,-3-8 0 16,5 13 0-16,-5-13 0 15,12 2-73-15,3-2-22 16</inkml:trace>
  <inkml:trace contextRef="#ctx0" brushRef="#br1" timeOffset="107000.28">6935 15976 308 0,'0'0'1'0,"0"0"2"16,5 3 4-16,-5-3 3 15,0 0 0-15,9 8 1 0,-9-8 1 16,7 9 2-16,-7-9 1 16,5 12-3-16,-5-12-3 15,7 15-2-15,-1-8-1 16,1 6 0-16,-1-4-1 0,2 4-1 16,-3-5-1-16,6-1 0 15,-11-7 2-15,14 14 0 16,-3-11 1-16,-2-3 1 15,-1-3 1-15,5-10 1 16,1-3-1-16,4-4 1 16,4-10-1-16,0-6-8 0,6-5 0 15,-1-4 0-15,1-4 0 16,-1-4 0-16,-3 5 0 16,-1 1 0-16,-3 5 0 0,-8 4 0 15,-3 9 0-15,0 4 0 16,-4 10 0-16,-3 2 0 15,-2 13 0-15,0-7 0 16,0 7 0-16,0 0 0 0,0 0 0 16,0 0 0-16,0 0 0 15,5 7 0-15,2 3 0 16,-1 0 0-16,1 2-61 16,16 1-33-16</inkml:trace>
  <inkml:trace contextRef="#ctx0" brushRef="#br1" timeOffset="123234.73">5011 11472 317 0,'0'0'1'0,"0"0"-1"0,-11-10 1 16,11 10 1-16,-10-18-1 15,5 7 0-15,-7-4 0 16,-1-3 1-16,1 3 1 0,-5-2 0 15,-3-1 1-15,-5 1 2 16,-5 0 0-16,-7-3 0 16,-1 7 0-16,-8-4 0 15,-4 2 0-15,-5 3-1 0,-2-1-1 16,-5 4-1-16,0-1-1 16,-6 0 1-16,1 2-2 15,0-2 1-15,1 3-1 16,-6-3 0-16,-3 3 0 15,0-3-1-15,0 0 0 16,1 0 1-16,-6 3-1 0,2-1 0 16,-2 1 0-16,-3-1 0 15,4-2 0-15,-9 6 1 16,4 1 0-16,-5-2 0 0,-3 3 0 16,-2 2 1-16,-1 0 1 15,-2 0-1-15,3 0 1 16,0 0-1-16,-1 4 0 15,0 2 0-15,7-2 0 0,0 6-1 16,1-2 0-16,2-1-1 16,2 3 0-16,0 2 0 15,4 1 1-15,-3 1-1 0,5 3 0 16,-5 4 0-16,2 1 0 16,1 1 0-16,0 1 0 15,-1 3 0-15,3 1 0 16,3 1 0-16,1 1 0 15,4 2 0-15,4-1 0 0,3 2 1 16,5 3-1-16,2-2 0 16,3 3 0-16,0-2 0 15,7 2 0-15,1 1-1 16,4-2 0-16,2 2 1 0,1-2 0 16,2 2 0-16,3-3 0 15,2 4 0-15,0-4-1 16,3 5 1-16,0-4 0 0,-1 7 1 15,1 2-1-15,5-1 1 16,-3 1-1-16,2-1 1 16,2 3-1-16,3 0 1 15,-2-2-1-15,3 0-1 0,4-1-1 16,3-4 1-16,1 2-1 16,4-2 0-16,-2-3 0 15,7 0 0-15,0-2 1 16,3-1-1-16,3-2 1 15,4 1 0-15,-1 1 1 0,7-4-1 16,-8 3 1-16,11-7-1 16,0 4 0-16,2-2 0 15,1-2 1-15,2-1-1 16,4 0 1-16,-3 0 0 0,7-3 0 16,-2 1 0-16,0-3 1 15,4-1 0-15,0 1 0 16,5-3 0-16,1-2 0 15,2 2 1-15,3-2-1 0,1 1-1 16,7-2 1-16,1-2 0 16,1 3-1-16,0 0 1 15,4-2-1-15,-1-1 0 0,-1-2 0 16,0 0 1-16,-2-3-1 16,0-2 1-16,4 0 0 15,-2-3 0-15,3-2 0 16,-1 0 0-16,6-2 0 15,-5-5 0-15,4 0 0 0,3-2 1 16,0 1-1-16,1-3 0 16,1 1 0-16,0-2 1 15,-2 2-1-15,6-3 0 16,-4 4 0-16,3-4 0 0,1 5 0 16,-4 0 0-16,0-1 0 15,7 1 0-15,-7 4-1 16,0-3 2-16,0 4-2 0,-4 0 0 15,0 3 0-15,-2 0 0 16,-5 3 0-16,0 4 0 16,-4-1 0-16,-1 3 0 15,-2 4 0-15,0-1 0 0,-4-2 0 16,-3 8 0-16,-2-4 0 16,1 1 0-16,-1 2 0 15,-5 1 0-15,1 1 0 16,2-1 0-16,-3 1 0 15,2 1 1-15,2 0-1 0,-2 3 0 16,1-6 0-16,2-3 1 16,-2 4-1-16,2-3 1 15,1-2 0-15,-4-6-1 16,3-2 0-16,-2 0 1 0,2 0 0 16,0-2-1-16,1-3 1 15,-3 0-1-15,-3 0 0 16,3-6 1-16,-3 2-1 15,0-2 0-15,-2 4 0 0,-3-5 0 16,0 1 0-16,1 2 1 16,-4-4-1-16,-1-2 0 15,-1 3 0-15,1-4 0 0,-1 0 1 16,-2 1-1-16,-1-2 1 16,1-4-1-16,0 4 1 15,0-3 0-15,0 3 0 16,8-3-1-16,-3 0 0 0,-1 0 1 15,4 1-1-15,3-2 1 16,-1 1-1-16,0-2 1 16,4 0-1-16,0 0 0 15,-2 2 0-15,2-2 1 16,-4-4-1-16,2 2 0 0,-2-1 1 16,3 0-1-16,-7-4 1 15,0 1 0-15,-2-7 0 16,-3 3 1-16,3-5-1 0,-7-5 0 15,0 1 0-15,1-5 0 16,-4-1 0-16,2-3 0 16,-3-2 0-16,-2 3-1 15,0-3 1-15,-7-1 1 0,2 1 0 16,-1 2 0-16,-3-1 0 16,-2 4 0-16,-3-5 1 15,0 2-1-15,-2 3 0 16,0-8-1-16,0 3 0 0,-2 0 0 15,-3-2-1-15,-2-1 1 16,-6 2-1-16,-1-1 0 16,-4 0 0-16,1 2 0 0,-6 0-1 15,-4 5 1-15,-1-3 0 16,-4 4 1-16,-5 3-1 16,2 1 1-16,-5 4-1 15,-4 1 1-15,-1 5 1 16,0 0-1-16,-1 2-1 0,-5 3 0 15,1-1 1-15,4 4-1 16,-7 2 0-16,1 2 0 16,3-3-1-16,-1 8-5 15,0 0-10-15,8 5-64 0,5 2-3 16</inkml:trace>
  <inkml:trace contextRef="#ctx0" brushRef="#br1" timeOffset="133116.97">3388 11507 284 0,'0'0'8'16,"0"0"5"-16,-8 10 3 15,8-10 2-15,-7 11 2 0,7-11 2 16,-10 13 2-16,10-13 0 15,0 0-6-15,0 0-3 16,8-20-3-16,13-4-2 16,9-22-2-16,13-10-1 15,13-13-1-15,17-18-2 0,14-9-2 16,8-8-2-16,6-6 0 16,3 5 0-16,4 2 0 15,-12 8 0-15,-4 15 0 16,-18 12 0-16,-11 16 0 15,-16 13 0-15,-12 11 0 0,-13 13 0 16,-9 8 0-16,-13 7 0 16,0 0 0-16,-5 7 0 15,-12 8 0-15,-3 5-10 0,-5 10-16 16,-10 7-59-16,-4 10-3 16</inkml:trace>
  <inkml:trace contextRef="#ctx0" brushRef="#br1" timeOffset="133542.48">3489 11494 280 0,'0'0'5'0,"0"0"6"16,0 0 4-16,0 0 5 16,0 0 2-16,13 0 3 15,-3-12 1-15,10-6 1 16,5-12-3-16,7-7-6 0,15-13-4 16,9-8-3-16,12-14-3 15,7-5-3-15,7-5-5 16,2-2 0-16,6 0 0 15,0 1 0-15,-8 9 0 0,-8 8 0 16,-12 11 0-16,-7 13 0 16,-16 7 0-16,-6 11 0 15,-13 9 0-15,-8 7 0 0,-12 8 0 16,0 0 0-16,-5 11 0 16,-13 3 0-16,-3 11 0 15,-12 5-28-15,-5 2-58 0,-8 12-4 16</inkml:trace>
  <inkml:trace contextRef="#ctx0" brushRef="#br1" timeOffset="133917.29">3273 11234 426 0,'0'0'4'0,"0"0"0"0,0-10 2 0,0 10-1 0,0 0 1 15,0-7 0-15,0 7 0 16,0 0 1-16,2 7-3 15,4 8-1-15,-3 8-1 16,-1 2 1-16,1 4-1 0,-1 1 1 16,0 4 0-16,-2-4-2 15,0-3 1-15,3-2 0 16,4-8 0-16,8-7 1 0,13-10 0 16,18-10 0-16,19-15 0 15,29-11-1-15,26-18-2 16,29-14 0-16,70 1-18 0,-20-12-65 15,17 0-3-15</inkml:trace>
  <inkml:trace contextRef="#ctx0" brushRef="#br1" timeOffset="138733.28">17339 9681 309 0,'0'0'4'15,"0"0"1"-15,0 0 3 0,0 0 0 16,3-10 1-16,-3 10 1 16,0-10-1-16,0 10 1 15,-17-15-4-15,-1 7-1 0,-9 3-3 16,-8-2 0-16,-7 5-2 15,-10-1 1-15,-8 3-1 16,-2 0 1-16,-5 3 0 16,-1 2 0-16,-4 3 0 0,1-1 0 15,-1 0-1-15,-6 3 0 16,1 0 1-16,0 0-1 16,1-1 1-16,1 7-1 15,-2-4 1-15,4 2-1 0,6 4 1 16,3 2-1-16,4-3 1 15,1 6-1-15,10 2 0 16,-4 2 0-16,9-1 0 16,1 4-1-16,8 3 1 15,1-2-1-15,4 9 1 0,5 0-1 16,-3 7 0-16,7 3 0 16,-4 4 1-16,3 11 0 15,5 1 0-15,5 7 1 0,-4 6-1 16,5 5 1-16,1 3 0 15,3 2 0-15,-2 2 1 16,3 4 1-16,3 2 0 16,-1-1 1-16,1-2 0 0,1 3-1 15,2-1 0-15,-3 1 0 16,1-1-2-16,0-3-1 16,-2-7 1-16,-1 1-1 15,1-6 0-15,1-4 1 0,-2-2 0 16,0-6-1-16,-3-7 0 15,3-3 0-15,-2-4 0 16,1-6 0-16,3-10 0 16,-2-3-1-16,1-10 1 0,2-1-1 15,2-5 1-15,0-5-1 16,0-2 1-16,6-4-1 16,-4 2 1-16,4-4 0 15,-6-7 0-15,16 12 0 0,-6-6 0 16,5-5 0-16,5-1 1 15,3 0-1-15,3 0 0 16,10-1 1-16,6-5-1 0,8-1 1 16,4 2-1-16,8-1 0 15,8 0-1-15,7 3 1 16,0 0-1-16,5 3 0 16,5 0 0-16,0 0 0 0,0 0 0 15,7 6 0-15,5-4 0 16,1 2 0-16,7 0-1 15,4-4 0-15,4 0-1 16,2 0-1-16,2 0 0 0,-5 0 0 16,3 0 1-16,2 0-1 15,-7 0 1-15,-1 2 1 16,-3 3 1-16,-4 0 0 16,1 3 1-16,-1-1-2 15,-7-2 2-15,-3 2 0 0,3-2 0 16,-5 0-1-16,2 0 1 15,0 0 0-15,-2 0 0 16,-2 0-1-16,-4-3 1 16,2 6 0-16,-1-3-1 0,-4 1 1 15,-2 5-1-15,-1-1 1 16,-1 0 0-16,1 1-1 16,-1 3 1-16,1-5 0 0,2 1 0 15,-1 2 0-15,4-5-1 16,-3 2 1-16,0-1 0 15,2 0 0-15,-1 1-1 16,-4-2 1-16,5-2 0 0,-4 2 0 16,-1-2 0-16,1 0 0 15,5-2-1-15,-4-3 0 16,4 0 0-16,2 0 1 16,0 0-1-16,8-5-1 0,-1 0 0 15,0-1 1-15,1-1 1 16,-1 5 0-16,0-5 0 15,1 1 0-15,-4-1 0 16,2 0 0-16,-1-1 1 0,-1 2 1 16,-1-1-1-16,0 3-1 15,2-1 1-15,4-2 0 16,-9 1 0-16,3 2-1 16,-3-1 0-16,-3 2 1 0,1-2 0 15,-3 0 1-15,-3 4 0 16,1-3 0-16,-4 0 1 15,2 1 0-15,2 3 0 16,-4-3 0-16,-2 3-1 16,2 0 0-16,-5 0 0 0,4 0 0 15,-5 0-1-15,-1 0 0 16,0 0 0-16,2 0 0 16,-4 0 1-16,-1-3 0 15,-3 2 0-15,-6 1 1 0,3-3-1 16,-1 0 1-16,1 2 0 15,-3-2-1-15,0 3 0 16,0-3 0-16,-2 1-1 16,-3-1-1-16,-3 1 1 0,-1-2-1 15,-4 0 1-15,-3-3 0 16,-4-3-1-16,2-2 1 16,-2-4 0-16,4-4 0 15,1-5 0-15,-1-4 0 0,2-5 1 16,4-9-2-16,-7-7 2 15,4 1-1-15,-6-8 0 16,-1-2 0-16,-1-8 0 0,-10-1 0 16,-1-1 0-16,-2 0-1 15,-3 0 0-15,-6-3 1 16,2-2 0-16,-4 2 0 16,0 0-1-16,1-2 1 15,-1 2-1-15,1-2 0 0,-1 1 1 16,-3 5-2-16,4-4 0 15,-5-2-1-15,-1 4 0 16,-5 0 0-16,-2 4 1 16,-7-1-1-16,-5 0 0 0,-11 1 2 15,-6 1-2-15,-1 2 4 16,-7 4-2-16,0 0 0 16,-4 0 0-16,4 2 0 0,5 0 0 15,-3 2 0-15,7 0 0 16,1 1 1-16,2 0-1 15,1 1 1-15,2-1 0 16,-1 4-1-16,-5-1 1 0,1 1 0 16,-3-2-1-16,0 2 1 15,-2 3 0-15,-5 0 0 16,0 0-1-16,0 5 1 16,-1 0 0-16,1 2-1 15,-3 3 1-15,3 2 0 0,-6 6-1 16,4 1 0-16,-8 6 0 15,-3-1 1-15,-5 7-1 16,-2 0 0-16,-5 7 0 16,-5-1 0-16,-5 3 0 0,-5 2 0 15,-5-1 0-15,-5 6 0 16,-9 0 0-16,-5 0 0 16,-5 0 0-16,-11 3 0 15,-7 5-1-15,-10-4 0 0,-8 4 0 16,-12-1-1-16,-10 3 0 15,-12 0 0-15,-11 0 0 16,-9-1 0-16,-8 2 2 16,-12-4-3-16,-11 0 2 0,-3 1 0 15,-6 0 0-15,-10 1 1 16,-3-4-1-16,-2 1 0 16,3 1 1-16,-3-2-1 15,-5 2 1-15,3-2 0 16,1 2 1-16,1 1-1 0,3 2 0 15,-3 0 1-15,10 1-1 16,-3 0 1-16,14 2-1 0,3-1 1 16,11 5-7-16,8-5-12 15,-1 10-55-15,11 3-3 16</inkml:trace>
  <inkml:trace contextRef="#ctx0" brushRef="#br1" timeOffset="143616.64">20887 12240 403 0,'0'0'3'0,"0"0"0"0,0 0 3 15,0 0 0-15,0 0 1 16,-2-10 0-16,2 10 0 15,0 0 1-15,8-5-2 16,2 5-1-16,4 10-2 16,6 2 0-16,5 10-1 0,3 8 0 15,-1 8-1-15,0 6 0 16,0 14 0-16,-2 3-1 16,-5 5 1-16,-8 9-1 15,-9 5 1-15,-3-1 0 0,-10 5 0 16,-10-2 0-16,-5-1 1 15,-7 1 0-15,-5 0 0 16,-8-6 1-16,-5 2 1 16,-7-9 0-16,-3 0 0 0,-7-2 1 15,-2-3-1-15,2-9-2 16,0-3-2-16,8-10 0 16,6-4 0-16,11-9 0 15,7-7 0-15,15-4 0 0,3-4 0 16,17-14 0-16,-8 12 0 15,8-12 0-15,5 8 0 16,-5-8 0-16,16 5 0 16,-16-5 0-16,12 5 0 0,-12-5-8 15,9 3-6-15,-9-3-9 16,0 0-40-16,0 0-21 16,0 0-3-16</inkml:trace>
  <inkml:trace contextRef="#ctx0" brushRef="#br1" timeOffset="144117">20296 13650 468 0,'0'0'0'15,"0"0"1"-15,0 0 0 16,13-6 0-16,-13 6 2 0,7-3 0 16,-7 3 1-16,12 11 1 15,-9 3 0-15,-1 4 1 16,-2 5-1-16,0 6 0 15,-2 3-1-15,-3 0-4 0,-5-2 0 16,3 0 0-16,-3-7 0 16,2-4 0-16,-1-2 0 15,6-7 0-15,1 0 0 0,2-10 0 16,10 13 0-16,9-11 0 16,6 1 0-16,15-1 0 15,5-2 0-15,5 0 0 16,9 0 0-16,1 0 0 15,-1 0 0-15,-7-2 0 0,-4-1 0 16,-11 1 0-16,-7-1 0 16,-11 3 0-16,-6 0 0 15,-3 0 0-15,-10 0 0 16,0 0-73-16,0 0-17 0</inkml:trace>
  <inkml:trace contextRef="#ctx0" brushRef="#br1" timeOffset="166252.01">2725 14958 373 0,'0'0'4'16,"0"0"4"-16,0-11 1 16,0 11 0-16,0 0 2 0,2-10 1 15,-2 10 0-15,10 6 2 16,-1 11-5-16,4 6-1 15,2 6-3-15,0 11-1 0,2 1-1 16,3 7 0-16,-3 4-2 16,3 0 0-16,-8-6 0 15,-1 4-1-15,1-8-2 16,-5-4-5-16,6-1-12 0,-10-5-36 16,4-10-27-16,0-10-4 15</inkml:trace>
  <inkml:trace contextRef="#ctx0" brushRef="#br1" timeOffset="166501.16">2980 14836 441 0,'0'0'0'0,"0"0"0"15,0 0 1-15,0 12 1 0,0 6 1 16,0 6 0-16,0 6 1 15,3 10-1-15,-1 8 1 16,5 3 0-16,2 3-2 16,0 1 1-16,8 0-2 0,-1-4-2 15,-2-3-4-15,4-2-11 16,-9 7-50-16,9-19-15 16</inkml:trace>
  <inkml:trace contextRef="#ctx0" brushRef="#br1" timeOffset="166850.26">2498 15329 400 0,'0'0'3'15,"0"0"1"-15,0 0 2 16,-2-11 0-16,2 11 2 15,0 0 0-15,13-4 2 0,1 4 0 16,6 4-3-16,4 10-1 16,10 6-1-16,3 7-1 15,7 5-1-15,1 5-1 0,4 2 0 16,1 4-1-16,-1-4-1 16,-2-2 0-16,-2 0 1 15,-2-9-1-15,-6-3 1 16,-7-9 2-16,2-10 1 0,-2-6 1 15,3-13 1-15,-4-19 0 16,4-12-6-16,6-16 0 16,6-11 0-16,10-21 0 15,19 2-6-15,11-16-79 0,14-8-2 16</inkml:trace>
  <inkml:trace contextRef="#ctx0" brushRef="#br1" timeOffset="173067.38">1097 11991 365 0,'0'0'4'0,"-13"-11"-1"16,6 1 2-16,-10 2-1 16,-1-1 2-16,-4 1-1 0,-8 6 0 15,-5 2 1-15,0 10-4 16,-2 12 0-16,-5 15 0 15,0 10-1-15,2 20 1 16,0 12-2-16,7 15 1 16,1 8 1-16,8 6 0 0,11 4 0 15,8-5 1-15,10-1 0 16,18-12 0-16,11-12 0 16,14-15 1-16,17-10 0 0,11-20 0 15,7-12-1-15,8-15-1 16,1-10 3-16,2-20 0 15,-1-14 0-15,-4-16 0 0,-7-9 0 16,-7-16 0-16,-11-4 1 16,-16-13-1-16,-9-4 0 15,-22-6-2-15,-17-4 0 16,-17-4 0-16,-26 4 0 0,-21 7-1 16,-15 10-1-16,-21 19 1 15,-11 27-2-15,-16 32 0 16,-8 30 0-16,-6 49-2 15,-1 36-3-15,8 49-25 16,8 28-54-16,14 30-3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3:58:21.472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13520 7838 164 0,'0'0'5'0,"0"0"0"16,0 5 2-16,0-5 1 16,0 0 0-16,-4 10 1 15,1-3 1-15,-2 3 2 0,1 0-4 16,-2 3-2-16,-2-2 1 15,4 9-1-15,-4-5-2 16,6 5 2-16,-5-3-3 16,7 1 0-16,-1-1 0 0,1 3 2 15,0 0-2-15,6 0 2 16,-2 0 0-16,4-1 1 16,4-1 0-16,-2 1-1 0,2-1 2 15,1-1 0-15,1-2 1 16,5-1 0-16,-3 1 0 15,5-4 0-15,4 1-1 0,-6-2 2 16,6 0-2-16,0-3 0 16,2 0-2-16,-1 1-1 15,0 0 0-15,1-6 0 16,6 0 0-16,-1 1 0 16,0-3 0-16,4 0-1 15,-2-3-1-15,4-1 1 0,-1-4-1 16,-3 0 0-16,3-1 0 15,-1-2 0-15,1 2-1 16,-2-3 1-16,6 2 0 0,2-3-1 16,-1-2 1-16,6 4-2 15,-1-3 1-15,5 3 1 16,1-6-2-16,5 6 1 16,0-4 0-16,4 3 0 15,0 2 0-15,2-2-1 0,7-1 1 16,-4 6-1-16,4-1 1 15,2 1-1-15,-1 4 1 0,2 3 0 16,-2 0 0-16,0 0-1 16,-2 4 1-16,0 2 0 15,-3 5 0-15,-5-3-1 16,-3 5 1-16,-1-1-1 16,-2 3 1-16,-6 3 0 15,0 2-1-15,-5-1 1 0,0 3 0 16,-8 1 0-16,0-3 0 15,-2 5-1-15,-8-3 1 16,1-5 0-16,-9 6 0 0,1-4 0 16,-7 1 0-16,-4-5 0 15,-1 3 0-15,-8-3 0 16,2-3 0-16,-2 1-1 16,0-5 1-16,0-8 0 0,-2 13-1 15,2-13 1-15,0 0 1 16,0 0-1-16,0 0 1 15,0 0-1-15,0 0 0 0,0 0 0 16,0 0 0-16,5-13 0 16,3 5-1-16,-1-5 0 15,3-2-1-15,2 3 1 16,3-6 0-16,5 1-1 16,0-2 1-16,0-2 0 0,5 1 0 15,2 0-1-15,0-2 1 16,6 0-1-16,-1 4 1 15,3-1-1-15,2-2 0 16,0 7 1-16,8-1-1 0,2 1 0 16,3 1 1-16,4 3-1 15,1 0 1-15,5 5-1 16,-3 0 1-16,5 0-1 0,-5 3 1 16,5 0 0-16,-2 2 0 15,-3 0 0-15,3 0 0 16,-3 4 0-16,0 1 0 15,2 2 1-15,-1 4-1 0,-4-1 0 16,-1 2 1-16,-2-1-1 16,2 6 1-16,-3-9 0 15,-3 9-1-15,3-9 1 16,-6 8-1-16,6-4 0 16,-1-2 1-16,-1 0-1 0,2 0 1 15,-1 0-1-15,-1 0 0 16,-2-6 0-16,2 1 0 15,-1 0 1-15,-2-1-1 16,-4-4 0-16,3 0 0 0,-5-4 0 16,-4-2 0-16,2-2 0 15,-5-2 1-15,-2-3-1 16,0 1 1-16,2-6 0 16,-4-1 0-16,-1-2 0 0,5 0-1 15,-4-4 2-15,-1 0-1 16,3 3 0-16,-5-3 0 15,-1 6 0-15,-6-2 0 0,-4 4 0 16,-1 5 0-16,-3-3-1 16,-3 7 1-16,-7 8-3 15,6-15-2-15,-6 15-5 16,0 0-11-16,10 0-59 0,-3 6-3 16</inkml:trace>
  <inkml:trace contextRef="#ctx0" brushRef="#br0" timeOffset="1349.47">18452 8254 130 0,'0'0'6'0,"0"0"5"16,0 0 4-16,0 0 4 15,11-10 2-15,-11 10 1 16,17-7 1-16,-8 2 1 16,4-1-3-16,10-1-5 0,-1-1-3 15,12 1-2-15,4-3-2 16,9-2 0-16,8 2 0 0,6-7-2 15,7 2 1-15,-1-3-2 16,-3 3 1-16,-4 3-7 16,-3-2-10-16,-11 4-38 15,-4 5-22-15,-10 5-3 0</inkml:trace>
  <inkml:trace contextRef="#ctx0" brushRef="#br0" timeOffset="5316.47">13387 7825 68 0,'0'0'7'16,"0"-9"3"-16,0-1 2 16,0 10 2-16,-5-18 2 0,2 8 0 15,0-2 2-15,3-1-1 16,0 1-6-16,0-2-4 16,0-4-1-16,3-5-2 15,5 1-1-15,1-7-1 0,1-3-2 16,8-4 1-16,-1 0-1 15,3-4 1-15,2 1 0 16,1-4-1-16,1-2 0 16,3 9 1-16,-2-7-2 0,0 11 1 15,3-5 0-15,-1 5 0 16,1 2 0-16,6 0 0 16,1 9 1-16,7-4-1 15,8 2 1-15,3 0-1 0,5 7 0 16,8-8 0-16,1 6 0 15,7-3 0-15,1 4 0 16,1-3 0-16,7 2 0 0,-2 2 3 16,6 1-3-16,-2 0 0 15,5 2 1-15,6 2 0 16,8-3 0-16,-1 4 0 16,-2 6 0-16,12-4 0 15,-2 6 1-15,8 0-1 16,13-4 0-16,0 4 0 0,-3 2 0 15,10 0 0-15,7 0-1 16,-4-2 1-16,3-1 0 16,1 3-1-16,-2 0 0 0,-2 0 1 15,4 0 0-15,-4-3-1 16,3-2 2-16,-2 3-2 16,3-3 0-16,4 0 0 0,-8 0 0 15,6-3 0-15,-3 1 0 16,-9 3 0-16,-6-6 0 15,0 2 0-15,-2 1 1 16,-13-1-1-16,-10 1 1 16,1 0 0-16,-12-1 0 0,-2-2 1 15,-14 0 0-15,-2 5 1 16,-6-5-1-16,-8 3 1 16,-5 0 0-16,-13 2 3 15,2-3 0-15,-17 5 2 0,4 1 0 16,-14 0 2-16,-4-1-1 15,-8 1 1-15,-7 2 0 16,13 0-3-16,-13 0-1 16,0 0-3-16,0 0-1 0,0 0 0 15,0 5-3-15,0 2 0 16,-3 10-1-16,1 6 2 16,-3 14-1-16,0 13 2 15,0 16 0-15,0 15 1 0,-3 19 1 16,3 11 0-16,-2 6-3 15,-2 9-16-15,6 6-47 16,-7-1-4 0</inkml:trace>
  <inkml:trace contextRef="#ctx0" brushRef="#br0" timeOffset="13399.04">16795 5767 137 0,'0'0'7'0,"0"0"5"15,-5-13 2-15,3 4 1 0,-6-4 3 16,1-2 1-16,-3-2 2 15,-2-1 1-15,-6 1-4 16,-1 0-4-16,-7 3-3 16,-1-3 0-16,-8 9 0 0,-2-3-2 15,-6 4-1-15,-6 0-1 16,-3 7-1-16,-5 0 0 16,-1 0 0-16,-4 2 0 15,-2 3 1-15,2 0-2 16,-1 0 0-16,6 5 0 15,-1-4-1-15,0 5 0 0,6 2 0 16,-1 1-1-16,2 1 0 16,1 3-1-16,4 1 0 15,0 2 1-15,4 4-1 0,1-4 0 16,0 3 0-16,-1 1 0 16,4 3 0-16,-4-1 1 15,2 4 0-15,0-5-2 0,-2 4 1 16,2 0-1-16,6-1 0 15,-4 4 0-15,5-4 0 16,4 1-1-16,1 2 0 16,7 1 1-16,-2-1 0 0,5-1-1 15,4 3 1-15,2-3 0 16,-1 2 0-16,4-2-1 16,6-1 1-16,-6-2-1 15,5 4 1-15,1-5-1 0,1 0 1 16,-1 0-1-16,1-2 1 15,0 0-1-15,2 0 0 16,0-5 1-16,0 2-1 16,0-2-1-16,0-1 1 15,2 2 0-15,3-4 0 0,-3 0 0 16,5 0 0-16,2-1 1 16,-2-1-1-16,2-1 0 15,2-2 1-15,1 1-1 0,0-1 1 16,4 1 0-16,0-1-1 15,2 1 1-15,2-1 0 16,2-3 0-16,3 4 0 16,3-3 0-16,-1 2-1 0,3 1 1 15,2-3 0-15,-2 0-1 16,2 1 1-16,3 3-1 16,-5-7 1-16,0 2-1 15,7-3 1-15,-3 1 0 0,7-2 0 16,-2 0 0-16,1-3-1 15,5 1 1-15,-2 0-1 16,3-3 1-16,-1 0-1 16,2 0 1-16,-2-3-1 15,0-2 1-15,-3 0 0 0,2-3-1 16,1 1 1-16,2-2 0 16,-2-1 0-16,0-5 0 15,0 2-1-15,-1-4 1 0,1-1 0 16,-3-3 0-16,0-3-1 15,1 0 1-15,-6-3 0 16,5-3 0-16,-4-5 0 16,-1-2 1-16,-2-5-1 0,-1 3 0 15,1-8 0-15,-3-3 0 16,-4-2 0-16,2 0 0 16,-5-2-1-16,0-3 0 0,-4 2 0 15,2-4 1-15,-5-4 0 16,-1 2-1-16,-3-1 1 15,-3 2 0-15,-7-2 0 16,-4 3 1-16,-2 4-1 0,-12 6 0 16,-14 4-1-16,-4 5 1 15,-11 11-1-15,-13 1 0 16,-2 14 1-16,-14 4-1 16,-5 10-2-16,-3 5-3 15,4 14-13-15,1 11-61 0,13 5-4 16</inkml:trace>
  <inkml:trace contextRef="#ctx0" brushRef="#br0" timeOffset="15967.61">3668 16672 275 0,'0'0'8'16,"0"0"4"-16,0 0 2 15,0 0 5-15,0 0 1 16,0 0 2-16,0 0 1 0,0 0 0 16,0 0-6-16,0 0-5 15,0 0-3-15,0 0-3 16,0 4-2-16,0-4-2 16,3 13 0-16,-3-13-1 0,6 15 0 15,-6-15 0-15,14 14 1 16,-2-11 1-16,-1-1-1 15,1-2 1-15,3 0 1 16,-1-5 0-16,-2-2 0 0,2 0 0 16,-5-4 1-16,0 2-1 15,-2-1 1-15,-7-2-5 16,0-1 0-16,0 4 0 16,-11 0 0-16,1 2 0 15,1 6 0-15,-4 1 0 0,1 1 0 16,0 9 0-16,1 5 0 15,1-2 0-15,3 1 0 16,1-1 0-16,6 2 0 16,0-15 0-16,0 14 0 0,11-11 0 15,-1-3 0-15,7-3 0 16,0-4 0-16,1 0 0 16,-3-5 0-16,0 4 0 0,-5-2 0 15,-6 0 0-15,-4 10 0 16,-4-8 0-16,-11 8 0 15,-7 0 0-15,1 11 0 16,-9-4 0-16,5 3-7 16,-1-1-11-16,6 4-18 15,10-2-51-15,-1-5-1 0</inkml:trace>
  <inkml:trace contextRef="#ctx0" brushRef="#br0" timeOffset="16701.39">3581 16763 290 0,'0'0'6'0,"0"0"3"0,0 0 3 15,0 0 3-15,0 0 0 16,0 0 3-16,0 0 1 16,0-5 0-16,0 5-5 15,16-12-2-15,0 2-3 0,2-3-2 16,5-6-1-16,7-1-2 16,9-8 0-16,5-4-1 15,14-5-1-15,4-4 1 16,10-7-1-16,12-7 0 0,8-1 0 15,8-7 1-15,4-6-1 16,11 0 0-16,0-8 0 16,11 1 1-16,1-6-1 15,2-2 0-15,0-3-1 0,5 0 0 16,3-4 1-16,-1-1-1 16,6-2 1-16,-1 0-1 15,6-1-1-15,-3 1 1 16,6-2-1-16,-1 2 1 15,-3 2 0-15,-2 3-1 0,-4 2 1 16,-11 1-1-16,-5 8 0 16,-9 4 0-16,-11 9-1 15,-15 7 1-15,-12 8 1 0,-9 8 1 16,-24 9 2-16,-7 9 0 16,-12 6-4-16,-11 6 0 15,-14 12 0-15,11-13 0 16,-11 13 0-16,0 0 0 0,-11 3 0 15,11-3-2-15,-9 10-9 16,2-5-6-16,7-5-13 16,-16 19-42-16,16-19-14 0</inkml:trace>
  <inkml:trace contextRef="#ctx0" brushRef="#br0" timeOffset="17260.45">7657 14093 361 0,'0'0'8'0,"0"0"1"0,0 0 4 15,-7 0 0-15,7 0 0 16,-13-3 1-16,13 3 0 16,-17 0 1-16,6 0-6 0,4 3-3 15,-3 4-3-15,0 3-2 16,2 2 0-16,4 3 0 0,1 0-1 15,3-1 0 1,3-1 0-16,6-1 1 0,7-4 1 16,1-3 1-16,3-2 2 15,2-3-1-15,0-5 0 16,1-3 2-16,-1-7-1 16,-5 2-5-16,-1-4 0 0,-9 3 0 15,-7-3 0-15,0-1 0 16,-12 7 0-16,-8-6 0 15,-6 10 0-15,-1 3 0 0,-3 1 0 16,4 3 0-16,-2 3 0 16,6 4 0-16,1-3 0 15,7 7 0-15,7-1 0 16,7-10 0-16,-4 17 0 0,4-17-8 16,13 10-21-16,-4-5-56 15,15 0-3-15</inkml:trace>
  <inkml:trace contextRef="#ctx0" brushRef="#br0" timeOffset="18264.64">7528 14016 396 0,'0'0'5'0,"0"0"2"16,0 0 1-16,0 0 1 0,0 0 1 15,7-8 0-15,-7 8 0 16,7-5 0-16,-7 5-4 16,12 0-2-16,-1 0-1 0,3 0-1 15,7 0 0-15,3 8 0 16,4 2-1-16,7-3 1 15,9 8-1-15,1-3 0 16,11 5-1-16,2 4 0 16,10-2 0-16,6 4 0 0,2 4 0 15,9 2 0-15,2 2-1 16,8 8 1-16,-1-2 1 16,11 5 0-16,-1 3 0 0,2 4 0 15,9 1 0-15,-3 2 0 16,10 5 0-16,-3-3 0 15,8 4 0-15,-1-1-1 16,3 2 1-16,5-1-1 16,1 0 0-16,1 2 0 0,2-3 0 15,0 2 0-15,4 0 0 16,-8-1 1-16,2-1-1 16,-1-1 1-16,-4-1-1 0,-4 1 0 15,-5-8 0-15,-8 2 1 16,-5 0-1-16,-4-9-1 15,-13 2 0-15,-5-6 1 16,-10-2-1-16,-10-6 1 16,-8 0 0-16,-9-6 0 15,-10-3-1-15,-8-2 1 0,-9-7 0 16,-6 0 0-16,-7-4 1 16,-10-7 0-16,12 5 0 15,-12-5 1-15,0 0 1 0,0 0 0 16,0 0 0-16,0 0-3 15,0 0 0-15,0 0 0 16,0 0 0-16,0 0 0 16,0 0 0-16,0 0 0 0,0 0 0 15,0 0 0-15,0 0 0 16,0 0-7-16,0 0-3 16,0 0-7-16,0 0-18 15,13 0-51-15,-13 0 0 16</inkml:trace>
  <inkml:trace contextRef="#ctx0" brushRef="#br0" timeOffset="18816.82">12149 15893 327 0,'0'0'5'0,"0"0"3"0,0 0 3 15,0 0 3-15,0 0 1 16,-13-7 3-16,13 7-1 15,0 0 1-15,0 0-5 0,-7-9-2 16,7 9-4-16,0 0-2 16,0 0-2-16,-10 0-1 15,10 0-2-15,0 0 0 16,-10 11 0-16,10-11-1 0,-5 14 0 16,5-14 1-16,-2 14-1 15,2-14 1-15,0 15 0 16,0-15 0-16,9 10 0 0,-9-10 1 15,11 2 0-15,-11-2 0 16,14 0 2-16,-14 0 0 16,13-12 1-16,-13 12 0 15,3-15 0-15,-3 15 0 16,0-14 0-16,0 14-1 0,-16-14-1 16,4 10-1-16,-1 1-1 15,1 3-1-15,-2 0-2 16,1 0-3-16,3 7-4 15,-3-3-6-15,13-4-16 16,8 12-53-16,-8-12 0 0</inkml:trace>
  <inkml:trace contextRef="#ctx0" brushRef="#br0" timeOffset="19683.46">12246 15752 343 0,'0'0'6'0,"0"0"5"16,0 0 4-16,0-9 2 0,0 9 1 16,0 0 2-16,5-10 0 15,-5 10 0-15,0 0-6 16,0 0-5-16,0 4-3 0,-7 17-2 16,-2 1-3-16,-3 4 0 15,-2 10-1-15,-4 3 1 16,0 3-1-16,2 1 1 15,-5-4 0-15,4-1 0 16,2-7 1-16,1-1-2 0,1-7 0 16,3-7 0-16,0 0 0 15,5-7 0-15,5-9 0 16,0 0 0-16,0 0 0 16,0 0 0-16,0-9 0 0,7-7 0 15,3-5 0-15,0-7 0 16,3-1-2-16,-3-6 0 15,5 1 0-15,-3-4-1 16,2 1 1-16,0 4 0 16,-5-1 2-16,2 7-1 0,-2-1 1 15,-4 6 0-15,5 0 0 16,-5 2 1-16,0 3-1 16,0 4 0-16,0 1 1 0,-3 0 0 15,-2 12-1-15,5-15 1 16,-5 15 0-16,0 0 0 15,0 0-1-15,3-8 1 0,-3 8-1 16,0 0 0-16,0 0 0 16,0 0 0-16,0 0 0 15,10 0 0-15,-10 0 1 16,17 13-1-16,-1-3 0 16,0 2 0-16,9 0 1 15,8 1 0-15,4 2 0 0,6 0 0 16,3-1 1-16,4 1-2 15,-1-1 0-15,4 0 0 16,-1 3 0-16,-3-2 0 0,-3 0 0 16,-2-3 0-16,-9 3 0 15,-3-6 0-15,-7 2 0 16,-5-4 0-16,-5 0 0 16,-5-2 0-16,-10-5 0 0,0 0 0 15,0 0 0-15,3 8 0 16,-3-8 0-16,-16 3-9 15,2-3-27-15,-4 0-49 16,-4 0-3-16</inkml:trace>
  <inkml:trace contextRef="#ctx0" brushRef="#br0" timeOffset="20165.87">12081 16167 405 0,'0'0'4'0,"0"0"1"0,0 0 0 0,0 0 2 15,0 0 1-15,9 10 3 16,0-6 0-16,3 1 2 16,8 5-3-16,10-2-1 0,0 4 0 15,10 2-1-15,7-1-2 16,-5-1-6-16,6 4 0 16,-6-4 0-16,-3 3 0 15,-3-5 0-15,-4 0 0 0,-10-1 0 16,-2-2 0-1,-6-1 0-15,-1-4 0 0,-13-2 0 16,12 3 0-16,-12-3 0 16,0 0 0-16,0 0 0 15,0 0 0-15,0 0 0 0,0 0 0 16,0 0 0-16,0 0 0 16,0 0 0-16,0 0 0 15,0 0 0-15,0 0 0 0,0 0-72 16,-7 0-19-16</inkml:trace>
  <inkml:trace contextRef="#ctx0" brushRef="#br1" timeOffset="80265.45">3743 16676 319 0,'0'0'8'0,"0"0"3"16,0 0 4-16,0 0 3 16,0 0 3-16,-2-7-2 15,2 7 1-15,0 0 1 0,0 0-8 16,-13 3-4-16,13-3-3 16,-10 17-3-16,6-5-1 15,1 4-2-15,1-4 1 0,2 0 0 16,0 1 0-1,5-4 1-15,4-1 0 0,3-6 0 16,1-2 1-16,2 0 0 16,3-10 1-16,-4 1 0 15,1-2-1-15,-5-6-3 0,1-3 0 16,-9-2 0-16,-2 2 0 16,-2-2 0-16,-9 3 0 15,1 2 0-15,-7 6 0 0,0 1 0 16,-1 8 0-16,1 2 0 15,-1 7 0-15,4 5 0 16,1 1 0-16,6 2 0 16,2 2 0-16,5-2 0 15,0-1 0-15,7-3 0 16,3-5 0-16,5 0 0 0,2-6 0 16,1-2 0-16,2-3 0 15,-6-6 0-15,7-3 0 16,-9-1 0-16,-5-3 0 0,-1 3 0 15,-6 2 0-15,-9 2 0 16,0 3 0-16,-7 4 0 16,-3 4 0-16,1 0 0 15,-3 7 0-15,-2 8 0 0,-1-3 0 16,11 5-8-16,-2-4-5 16,7 4-13-16,4-2-33 15,4-5-29-15,7-7 0 0</inkml:trace>
  <inkml:trace contextRef="#ctx0" brushRef="#br1" timeOffset="80733.28">3806 16312 384 0,'0'0'4'0,"0"0"2"0,-18-14 1 0,8 6 2 0,-5 1 1 0,-5 1 1 15,-5 2 0-15,-4 2 0 0,-8 4-3 16,-2 12-1-16,2 9-2 16,-2 4-1-16,4 10-2 15,-2 3 0-15,10 9-1 16,2 0 0-16,7 7 1 0,6-1-1 16,5 1 0-16,7-4 1 15,14 0 0-15,6-8 0 16,13-3 1-16,5-10-2 15,16-6 0-15,5-5 1 16,6-10-1-16,6-10-1 0,5-3 1 16,-5-9 0-16,-1-8-1 15,-7-7 1-15,-7-5 0 16,-8-13 1-16,-14-2-1 16,-14-4 2-16,-10-10-3 0,-12 0 0 15,-18-4 0-15,-15 6 0 16,-15 0 0-16,-8 9 0 15,-11 8 0-15,-3 9 0 0,-3 11 0 16,1 12 0-16,5 10 0 16,7 3 0-16,9 12-10 15,11-1-30-15,15 9-46 16,12-3-3-16</inkml:trace>
  <inkml:trace contextRef="#ctx0" brushRef="#br1" timeOffset="84224.83">5165 15074 365 0,'0'0'6'0,"0"0"4"16,0 0 4-16,0 0-1 15,0 0 0-15,0 0 1 16,0 0 0-16,0 0-1 0,0 0-4 16,7 10-5-16,-7-10-2 15,8 2 1-15,2-2 0 16,2-7 1-16,5-8 0 0,3-10 1 16,5-10-1-16,-1-7 1 15,2-7 1-15,-5-13-6 16,2-3 0-16,-10-9 0 15,-8 2 0-15,-5-2 0 16,-11 5 0-16,-6 6 0 0,-10 9 0 16,0 13 0-16,-3 10 0 15,-3 16 0-15,6 15 0 16,3 13 0-16,11 21 0 16,3 9 0-16,5 8 0 0,5 9 0 15,10 7 0-15,7 1 0 16,3-7 0-16,10-4 0 15,2-11 0-15,5-6 0 0,3-7 0 16,3-9 0-16,-1-10-12 16,3 0-30-16,-3-10-44 15,-5-4-2-15</inkml:trace>
  <inkml:trace contextRef="#ctx0" brushRef="#br1" timeOffset="84969.18">5592 14716 453 0,'0'0'5'0,"0"0"2"0,0 0 1 0,-5-17 1 15,5 17 0-15,-3-16 0 16,3 5 2-16,0-3-11 15,0-1 0-15,8 2 0 16,2 4 0-16,2 2 0 16,1-3 0-16,1 7 0 0,2 0 0 15,0 3 0-15,0 10 0 16,-7 4 0-16,-1 4 0 16,-6 4 0-16,-2 6 0 15,0-2 0-15,-7 2 0 0,0-6 0 16,-1-2 0-16,4-2 0 15,1-8 0-15,3-10 0 16,10 4 0-16,7-8 0 16,8-8 0-16,7-6 0 0,8-7 0 15,14-5-85-15,6-4-2 16</inkml:trace>
  <inkml:trace contextRef="#ctx0" brushRef="#br1" timeOffset="85699.25">9563 14343 441 0,'0'0'0'16,"0"0"2"-16,0 0 0 0,0 0 0 15,0 0 0-15,12 7 1 16,-12-7 1-16,12 10 0 16,-4-2 1-16,4-1 0 15,-2-2 0-15,5-2 1 0,-1-3 0 16,9-11 0-16,2-3 0 16,4-8 0-16,-1-8 0 15,2-5-6-15,0-9 0 16,-6-6 0-16,-1-7 0 15,-8-5 0-15,-8-2 0 0,-7-6 0 16,-7 6 0-16,-8 1 0 16,-8 7 0-16,-1 9 0 15,-1 7 0-15,-2 15 0 0,4 15 0 16,1 10 0-16,0 21 0 16,6 13 0-16,7 6 0 15,4 14 0-15,5 5 0 16,2 8 0-16,8 0 0 0,10 0 0 15,8-6 0-15,-1-9 0 16,5-2-13-16,8-7-72 16,2-6-4-16</inkml:trace>
  <inkml:trace contextRef="#ctx0" brushRef="#br1" timeOffset="86149.31">10173 14216 444 0,'0'0'6'0,"0"0"2"0,-12-4 2 0,12 4 0 15,-14-8 2-15,14 8 0 16,-13-15-3-16,10 5-9 0,1-3 0 16,2 2 0-16,9-3 0 15,7 3 0-15,-4 1 0 16,6 2 0-16,-6 4 0 15,3 4 0-15,-5 0 0 0,-1 4 0 16,0 4 0-16,-9 7 0 16,0-1 0-16,-4 3 0 15,-1 1 0-15,-4 2 0 16,2-5 0-16,-4 2 0 0,4 0 0 16,0-1 0-16,4-4 0 15,3 0 0-15,3-2 0 16,6-2 0-16,7-1 0 15,-2-2 0-15,9-2 0 0,-3 1 0 16,1-1 0-16,-3 0 0 16,-1 0 0-16,-4 1 0 15,-13-4 0-15,12 10 0 16,-17 1 0-16,-8 0 0 0,-6 1 0 16,-11 3 0-16,-7-2 0 15,-8 9-28-15,8-5-56 16,-15-2-4-16</inkml:trace>
  <inkml:trace contextRef="#ctx0" brushRef="#br1" timeOffset="87015.42">3698 16602 282 0,'0'0'0'15,"0"7"2"-15,0-7 2 0,7 14 3 16,-7-14 2-16,13 17 3 15,2-10 2-15,0 2 0 16,13-6 0-16,6-3-1 16,7 5-1-16,18-5-4 0,7 3-3 15,14-3-2-15,15 2-1 16,13 1-1-16,9-1 0 16,10-2 0-16,13 0-1 15,11 2 0-15,8-2 0 0,7 0 0 16,9 3 0-16,4-1-1 15,6-2 1-15,2 0-1 16,0 0 0-16,-11 0 1 16,-5 0 0-16,-6 0-1 15,-17 0 1-15,-13 0-1 0,-18 0-1 16,-16-2-4-16,-24 2-12 16,-9 0-31-16,-26 2-25 15,-12-2-4-15</inkml:trace>
  <inkml:trace contextRef="#ctx0" brushRef="#br1" timeOffset="87665.32">4854 16040 284 0,'0'0'5'0,"0"-10"5"0,0 10 3 15,0-12 3-15,0 12 2 0,5-13 1 16,-5 13 3-16,12-9-1 16,-4 9-3-16,1 6-4 15,6 7-3-15,3 7-3 16,-4 1-2-16,7 10-1 0,1 1-2 16,-5 5 0-16,3 3-3 15,-5 0 1-15,-5-3-1 16,-3 2 0-16,-4-3 1 15,-3-3 0-15,-3 0 0 16,-6-5 0-16,-4-4 0 0,-1-2 0 16,-2-5 0-16,2-1 0 15,-2-4 0-15,4-5-1 16,3-1-1-16,-2-4 0 0,11-2-2 16,-10 0-1-16,10 0-3 15,-2-11-5-15,2 11-7 16,0-16-24-16,2 7-40 15,8-2-2-15</inkml:trace>
  <inkml:trace contextRef="#ctx0" brushRef="#br1" timeOffset="88182.45">5360 16081 406 0,'0'0'5'0,"0"0"1"0,0 0 2 0,-2-8 1 16,2 8-1-16,0 0 0 16,0 0 1-16,-12 7-1 15,10 7-4-15,-7 4-2 0,7 9-2 16,0 2 0-16,2 1 1 15,0 5-1-15,4-6 0 16,7-1 1-16,3-6-1 16,4-3 1-16,4-5 0 0,1-7 0 15,1-7 0-15,-1 0 1 16,-4-10-1-16,4-2 1 16,-5-8 1-16,-6-3-1 0,-5-3 0 15,-4-6 0-15,-3-4 0 16,-5-1-1-16,-5-2 0 15,-8-1 0-15,2 6-1 16,-5 1 1-16,1 6 0 16,-2 6-1-16,5 10-1 0,2 3 1 15,2 8-1-15,1 5 1 16,7 13-1-16,1-1 0 16,4 8 1-16,2 4-1 15,5 4 2-15,8-1-1 0,0 0-2 16,2 2-2-16,8-4-9 15,-3-2-18-15,-10-6-53 16,21-2 0-16</inkml:trace>
  <inkml:trace contextRef="#ctx0" brushRef="#br1" timeOffset="88516.66">5770 16237 457 0,'0'0'4'0,"0"0"2"0,0 0 0 0,-12-1 1 16,12 1 1-16,-7-13 0 16,7 13-1-16,-2-17 1 15,2 7-8-15,7-2 0 0,5-1 0 16,3 3 0-16,0 3 0 16,4 5 0-16,0-1 0 15,-5 3 0-15,1 10 0 0,-5 2 0 16,-3 5 0-16,-7 3 0 15,0 5 0-15,-4 0 0 16,-9 0 0-16,0 2 0 16,1-3 0-16,-1-3 0 15,3-2 0-15,6-6 0 0,4-3 0 16,0-10 0-16,23 5 0 16,6-8-5-16,11-12-16 15,4-4-63-15,23-9-3 16</inkml:trace>
  <inkml:trace contextRef="#ctx0" brushRef="#br1" timeOffset="89292.23">7646 14014 347 0,'0'0'5'16,"0"0"1"-16,0 0 2 15,0 0 2-15,18-16 2 16,-8 7-1-16,7-3 0 0,11-11 0 16,9-7-4-16,5-4-2 15,18-9-2-15,10-8-1 16,14-9-2-16,10-4 0 15,13-6 0-15,8-10 0 0,6 4 0 16,9-4 1-16,-4 1 1 16,1 0-1-16,-6 8 2 15,-3 0-2-15,-10 8 0 16,-8 8 0-16,-13 9 0 0,-14 8 0 16,-14 11 0-16,-15 6-1 15,-14 5-1-15,-9 11-1 16,-21 5-5-16,0 0-9 15,0 0-54-15,-16 13-6 0</inkml:trace>
  <inkml:trace contextRef="#ctx0" brushRef="#br1" timeOffset="89827.44">8365 13471 391 0,'0'0'5'0,"0"0"1"0,0 0 0 16,0 0 1-16,0 0 0 0,0 0 0 16,12 12 2-16,-2 1-2 15,5 6-3-15,3 6-1 16,3 10-1-16,5 6 1 15,-1 5 0-15,-3 6-1 16,2 5 1-16,-6-1 0 0,0 1 0 16,-11 0 0-16,-2 0-1 15,-5-2 0-15,-5-3 0 16,-6-5 0-16,-6-5 0 0,-3-4-1 16,-2-4 0-16,3-4-1 15,-4-8 1-15,3-1-2 16,3-13 0-16,-1 0-1 15,6-5-4-15,4-3-3 16,8 0-6-16,-7-19-11 0,7-6-55 16,5 4-2-16</inkml:trace>
  <inkml:trace contextRef="#ctx0" brushRef="#br1" timeOffset="90267.43">8809 13694 405 0,'0'0'5'0,"0"0"2"0,3-10 1 15,-3 10 2-15,0 0 0 16,0-10 0-16,0 10 0 16,0 0 1-16,-10 15-5 15,2 3-1-15,1 8-3 0,-3 5 0 16,5 5 0-16,0 1 0 15,3-2 0-15,2 1-1 16,10-7 1-16,-1-7-1 16,7-4 1-16,3-9-1 0,4-9 1 15,-1 0 0-15,1-8-1 16,1-6 1-16,-2-9-2 16,-2-2 0-16,-2-7 0 15,-8-2 0-15,-3-8 0 0,-7-2 0 16,-2-1 0-16,-8 3 0 15,-7-1 0-15,-4 11 0 16,0 5 0-16,0 7 0 16,-4 8 0-16,6 9 0 0,1 10 0 15,6 11 0-15,4 4 0 16,8 7-3-16,0 7-2 16,5 1-8-16,13 5-18 15,19 3-52-15,-12-7-1 0</inkml:trace>
  <inkml:trace contextRef="#ctx0" brushRef="#br1" timeOffset="90716.01">9078 13855 409 0,'0'0'6'0,"0"0"2"15,0 0 2-15,-5-10 1 16,5 10 0-16,0-15 1 0,0 7-1 15,3-3 1-15,4-3-6 16,8 6-3-16,-3-3-1 16,5-1-1-16,1 4-1 15,1 3 0-15,-1 0-1 0,0 5 0 16,-6 5 0-16,-7 8 0 16,-3 4 0-16,-2 0 1 15,-5 4-1-15,-4 3 1 16,-3-4 0-16,-2 2-1 0,-1-1 1 15,8-5 0-15,-3-1-1 16,5 0 1-16,3-5 0 16,2 0 0-16,5 0 0 15,7-5 1-15,1 2-1 0,7-1 1 16,-1-2 0-16,2 1-1 16,-2-2 1-16,-1 1-1 15,-3-1 1-15,-5 2 1 16,-10-5-1-16,0 15 1 15,-10-8 0-15,-10 3 0 0,-10 3 1 16,-5 1-3-16,-5-2 0 16,-2 6-15-16,0-3-68 15,2-5-2-15</inkml:trace>
  <inkml:trace contextRef="#ctx0" brushRef="#br1" timeOffset="94016.73">11918 12483 371 0,'0'0'0'0,"0"0"-1"0,0 0-1 16,0 0 0-16,13 0 1 15,8 0 1-15,4 0-2 16,12 0 1-16,11 0 1 0,7 2 0 15,10 6 1-15,9-1-1 16,6 2 2-16,9 2-2 16,6-1 0-16,6 1 0 15,5-2 0-15,14 0 0 0,2 1 0 16,10-2 0-16,4-3 0 16,6 2 1-16,7 1-1 15,5-2 0-15,3 2-1 16,16-3-2-16,2 2-1 0,6-2-1 15,-3 3-2-15,14-3-1 16,-3 0 0-16,7 0 0 16,6 0-2-16,-6-3 3 15,-5-2 1-15,6 0 0 0,1 0 3 16,-1 0 1-16,-6-7 1 16,0 0 1-16,-2-1 0 15,2-7 1-15,11 3 0 16,-9-6 0-16,-7-1 1 0,1-3-2 15,6-3 1-15,-11-3 2 16,-9-1-2-16,-2-3 3 16,-10-6 2-16,-7-4 0 15,-5 0 2-15,-6-3-1 0,-3-4 1 16,-8 0-1-16,-1-6 0 16,-12 1 0-16,-6-4-1 15,-7-1 1-15,-1-3-1 0,-16-2 3 16,-10-6-1-16,-13-1 0 15,-3-6-2-15,-18-3-1 16,-5-1-1-16,-12-6-1 16,-8-2-2-16,-6-6-4 15,-7 1 1-15,-1 0-1 0,-6-5 2 16,0 6 0-16,-8-7-1 16,-6 6 2-16,-9 0 0 15,-9 2 1-15,-10 3 1 0,-8 2 0 16,-12 3-1-16,-8 0 0 15,-11 1 0-15,-5 7 0 16,-6-1 0-16,-12 5 0 16,-8 3-1-16,-10 2 0 15,-4 6 0-15,-15 6 0 0,-9 0 0 16,-8 8 0-16,-12 7 0 16,-7 3 0-16,-9 5 0 15,-5 3 0-15,-14 7 0 16,-9-3 0-16,-11 7 0 0,-8 0 1 15,-10 2 0-15,-6 3 0 16,-10 3-1-16,-6 5 0 16,-3 0 0-16,-6 5 0 15,-2 8 0-15,0 7-1 0,1 10-1 16,5 1 1-16,3 14 0 16,8 5 0-16,6 5 0 0,12 11 0 15,8 6 0-15,14 10 0 16,8 9-1-16,17 9 1 15,13 12-1-15,9 14 1 16,19 13 0-16,18 9 0 16,21 13 0-16,19 11 1 15,26 5 1-15,26 12 2 0,21-1 0 16,34 9-2-16,30-7-2 16,38 11-18-16,35-3-51 15,46-7-2-15</inkml:trace>
  <inkml:trace contextRef="#ctx0" brushRef="#br1" timeOffset="102449.05">12899 13173 174 0,'0'0'13'0,"0"0"6"15,0 0 7-15,-12 8 2 16,12-8 4-16,0 0 0 16,0 0 1-16,0 0 3 0,0 0-13 15,5-22-4-15,13-3-6 16,13-9-3-16,12-8-3 16,6-13-2-16,13-9-1 15,6-11-1-15,6-2 0 0,3-2-1 16,0-6 0-16,-3 2 0 15,-6 1 0-15,-11 10-1 16,-10 10 0-16,-7 13 0 16,-13 11-1-16,-9 13-2 0,-6 16 1 15,-12 14-1-15,-10 24-2 16,-15 16-3-16,-4 17-2 16,-13 8-3-16,-11 16-2 15,-6 3-1-15,-11 8-1 0,-3-3 2 16,4-10 0-16,5-7 3 15,4-12 4-15,7-13 4 16,14-16 6-16,9-6 2 0,8-15 1 16,14-15 3-16,8-7-1 15,8-16 1-15,17-9 0 16,9-8 0-16,12-8-1 16,8-15 0-16,13-4-1 15,5-2 0-15,6-6-2 0,-4 4-1 16,-3 4 0-16,-6 6-3 15,-13 13-4-15,-12 8-6 16,-13 10-10-16,-16 13-21 0,-11 17-38 16,-16-3-3-16</inkml:trace>
  <inkml:trace contextRef="#ctx0" brushRef="#br1" timeOffset="102733.93">13182 12440 375 0,'0'0'3'0,"0"0"0"0,0 0 1 15,0 0 1-15,0 0 2 0,10 3 1 16,5-3 2-16,10 0 1 16,5-4-1-16,15-7 0 15,7-3-1-15,13-4-1 16,4-7-2-16,4 3-2 0,-2-3-1 15,-9 3-2-15,-9 9 0 16,-14 8 0-16,-14 12-1 16,-17 26 0-16,-13 19 0 0,-20 28-5 15,-7 8-7-15,4 26-15 16,5 15-53-16,2 5-2 16</inkml:trace>
  <inkml:trace contextRef="#ctx0" brushRef="#br1" timeOffset="132116.42">12766 9004 435 0,'0'0'5'0,"0"0"4"0,0 0 1 15,0 0 2-15,0 0 1 16,0 0 0-16,0 0 1 16,0 0-14-16,14-7 0 15,9-8 0-15,6-4 0 0,18-6 0 16,10-10 0-16,13-2 0 15,10-10 0-15,9 0 0 16,1 0 0-16,2 0 0 16,-8 4 0-16,-12 7 0 0,-15 3 0 15,-8 11 0-15,-21 0 0 16,-28 22-77-16,0 0-13 16</inkml:trace>
  <inkml:trace contextRef="#ctx0" brushRef="#br1" timeOffset="132349.6">12867 9074 418 0,'0'0'6'0,"0"0"3"0,0 0 3 16,7-3 1-16,6-5 2 16,4-4 1-16,13-7 1 15,7-6-12-15,13-7-5 16,7-3 0-16,10-6 0 0,7 0 0 15,4-1 0-15,-6 5 0 16,-5 1 0-16,-8 5 0 16,-11 7 0-16,-11 8 0 15,-14 1-8-15,-9 8-79 0,-14 7-2 16</inkml:trace>
  <inkml:trace contextRef="#ctx0" brushRef="#br1" timeOffset="132664.85">13279 8484 446 0,'0'0'5'0,"0"0"1"16,-12 0 1-16,12 0 1 16,0 0 2-16,0 0 0 15,12-12 1-15,8 4-3 16,10-2-8-16,10 0 0 15,10-2 0-15,5 0 0 16,9 2 0-16,3 3 0 0,0-1 0 16,-3 6 0-16,-9 2 0 15,-8 10 0-15,-11 7 0 16,-17 10 0-16,-14 10 0 0,-12 10 0 16,-21 13 0-16,-14 6 0 15,-8 12 0-15,-7 0 0 16,8 9 0-16,6-5-53 0,3-2-35 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4:02:33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9779 10151 212 0,'0'0'4'0,"-8"-14"1"0,0 1 2 16,-6-4 1-16,-4-6 3 15,-9-4 1-15,-6 0 2 16,-6-3 2-16,-11 1-2 15,-5 7-3-15,-7-1-1 0,-5 10-3 16,-8 8-2-16,-6 5-1 16,-7 10-2-16,-8 10-2 15,-1 7 0-15,-5 8-1 16,0 5 1-16,5 7 0 0,0 3 1 16,5 12 1-16,8 2 1 15,9 7-1-15,11 7 0 16,9 6 0-16,8 2 0 0,7 6 0 15,16 5 1-15,6-6-1 16,11-2-1-16,4 1 2 16,6-3 0-16,14-6 0 15,3-3 0-15,15-9 1 0,4-7 0 16,11-4-1-16,10-6 1 16,4-4-1-16,10-9 1 15,6-7-1-15,10-7 0 16,-3-7-1-16,10-7 0 15,-5-7 0-15,2-8 1 0,-2-7-1 16,-2-9 1-16,-6-5 0 16,-2-5 0-16,-5-7 0 15,-5-4 0-15,0-9 1 0,-4-3 1 16,-6-9 1-16,-6-4 0 16,-6-6 2-16,-8-7-2 15,-6-5 1-15,-10-3 0 16,-9-3-1-16,-7 2 0 0,-4-1-1 15,-6 1-1-15,-8 5-2 16,-9 0 2-16,-8 7-1 16,-9 4 0-16,-12 3-3 15,-11 6 0-15,-10 6 0 0,-9 7 0 16,-12 6 0-16,-6 8 0 16,-3 8 0-16,-5 9 0 15,0 3 0-15,8 14 0 16,9 4 0-16,4 11-6 15,21 12-28-15,12 7-50 0,21 2-4 16</inkml:trace>
  <inkml:trace contextRef="#ctx0" brushRef="#br0" timeOffset="11133.57">9023 9847 186 0,'0'0'1'0,"-20"-5"0"15,-2 2 0-15,-12 3 2 16,-12 0 0-16,-10 5 2 16,-7 5-1-16,-16 8 1 15,-6 9 0-15,-7 12 2 0,-2 9 0 16,-3 13 0-16,0 6 2 16,0 20 0-16,0 7 2 15,5 12 0-15,4 6 1 0,17 7 1 16,7 5 0-16,13 0 0 15,14 4-2-15,23-4-2 16,14-12-1-16,17 0-2 16,21-6-1-16,18-12 1 15,17-7-4-15,19-15-1 0,14-9 0 16,9-10-1-16,7-12 2 16,11-17 0-16,7-20 2 15,6-7-1-15,1-18 2 0,0-18 3 16,-5-14 0-16,-4-13 0 15,-4-9-1-15,-15-15 0 16,-9-9 0-16,-18-5-2 16,-11-12-3-16,-15-8-1 15,-17-5 0-15,-14-7-2 0,-26-3 1 16,-10 3 0-16,-22 0 0 16,-16 7 0-16,-23 12 1 15,-16 16-1-15,-19 14 0 0,-12 28-3 16,-13 22-5-16,-7 32-19 15,0 19-49-15,-5 31-4 16</inkml:trace>
  <inkml:trace contextRef="#ctx0" brushRef="#br0" timeOffset="43485.97">4111 16676 0 0,'74'-2'7'0,"14"0"0"16,1-1 3-16,5 1-1 0,-2-1 0 15,12 3-2-15,-5-2 0 16,14-1-1-16,6-4-3 16,-4 2 1-16,1-2 0 15,5 1 0-15,9-4 2 0,4 9 1 16,2-10 4-16,2 11 1 15,-2-6 2-15,6 5 1 16,5 1 2-16,-4-6 1 16,-1 5-2-16,10-2-2 15,2-2-2-15,5 2-1 0,2-1-1 16,4-2-4-16,-2 2-1 16,12-1-1-16,0 2 0 15,-3-2 0-15,-3 3 0 16,3 2 0-16,-2 0 0 0,0 0 1 15,-2 0-1-15,-3 0-1 16,4 4 0-16,0 2-1 16,-3-4-2-16,4 5-4 15,-2-4-3-15,-2 7-7 0,1 2-6 16,4-5-4-16,-6 7-2 16,1-6 0-16,-3 5 2 15,5-5 1-15,-5 4 5 16,4-7-8-16,7 2-12 15,-10-2-4-15</inkml:trace>
  <inkml:trace contextRef="#ctx0" brushRef="#br0" timeOffset="44583.66">12698 16124 329 0,'0'0'5'15,"0"0"3"-15,0 0 0 16,-8 0 2-16,8 0 2 16,-9 3 0-16,9-3 0 0,-13 7 0 15,13-7-5-15,-15 13-1 16,15-13-2-16,-4 12 0 15,4-12 0-15,0 12 1 16,0-12-2-16,12 8 1 0,1-8 2 16,-1 0 0-16,5 0 0 15,-5 0 1-15,3-6-1 16,-5 1 1-16,0-2 0 0,-10 7-1 16,7-14-1-16,-7 6-1 15,0 8 0-15,-14-15-2 16,-2 8-2-16,-3 4 0 15,-1 1 0-15,-3 2 0 16,2 0 0-16,3 5 0 0,3 2 0 16,2 0 0-16,13-7 0 15,-7 16 0-15,7-16 0 16,15 9 0-16,2-6 0 16,1-3 0-16,6 0 0 0,-1 0 0 15,2-5 0-15,-5 0 0 16,-2-2 0-16,-3-1 0 15,-6 1 0-15,-9 7 0 16,2-15 0-16,-2 15 0 0,-11-13 0 16,-5 8 0-16,-1 5 0 15,-3 0 0-15,0 0 0 16,1 5 0-16,1 2-3 16,3-1-16-16,2 1-65 0,13 3-3 15</inkml:trace>
  <inkml:trace contextRef="#ctx0" brushRef="#br0" timeOffset="45650.36">12736 15966 289 0,'0'0'8'0,"0"0"4"16,-9-5 3-16,9 5 2 15,-12-7 2-15,3 1 2 16,-4 1 0-16,-2-2 1 16,-2 0-8-16,-5 1-3 15,1 6-4-15,-3 0-2 0,-1 3-2 16,0 7-1-16,1 5 0 16,-2 7 0-16,4 1-2 15,-1 8 1-15,6 1 1 16,4 6-1-16,6 2 0 0,5 2 0 15,4-3 0-15,11-2 0 16,4-5 1-16,10-1 0 16,6-4-1-16,6-7 1 15,6-6 0-15,0-4 0 0,5-5 0 16,-1-5 0-16,-2 0-1 16,-2-10 1-16,-5-2 1 15,-5-8-1-15,-5-2 1 16,-5-8 1-16,-8-5-1 0,-7-1-3 15,-10-9 0-15,0 3 0 16,-13-3 0-16,-4 3 0 16,-10 2 0-16,-5 5 0 15,-6 9 0-15,-7 5 0 0,-2 4 0 16,-5 7 0-16,-3 8 0 16,3 2 0-16,-2 2 0 15,4 10 0-15,2 6 0 16,14 4 0-16,4 6 0 0,13 1 0 15,9 8 0-15,8-2 0 16,17 9-10-16,21 2-76 16,9-7-3-16</inkml:trace>
  <inkml:trace contextRef="#ctx0" brushRef="#br0" timeOffset="46419.74">12718 16142 113 0,'0'0'1'0,"0"0"5"16,0 0 4-16,0 0 6 0,5 5 4 16,5-3 6-16,5 3 3 15,12 0 2-15,8-3 1 16,14 4-3-16,12-5-4 0,15-1-5 16,11 0-4-16,10 0-3 15,5 0-5-15,3 0-3 16,-4 0-2-16,-4 3-1 15,-8-1-1-15,-13 2-1 0,-14-2 1 16,-13 3-1-16,-15-3-2 16,-9 0-7-16,-7 1-26 15,-18-3-36-15,-10 0-5 16</inkml:trace>
  <inkml:trace contextRef="#ctx0" brushRef="#br0" timeOffset="46985.66">12670 16177 214 0,'0'0'7'0,"0"0"5"0,6 0 4 15,6-4 2-15,8 4 2 0,10 0 2 16,12 0 2-16,15-2 2 15,15-1-4-15,17 2-5 16,11-3-4-16,7 2-3 0,2 0-1 16,5 2-1-16,-6-3-5 15,-7 3-2-15,-6 0 1 16,41 5-1 0,-91-3-2-16,-11 2-2 0,-11-3-5 15,-23-1-11-15,0 0-36 16,-15 0-22-16,-17 0-4 15</inkml:trace>
  <inkml:trace contextRef="#ctx0" brushRef="#br0" timeOffset="47483.45">12727 15893 143 0,'0'0'11'0,"0"0"5"0,0 0 3 0,0 0 3 16,0 0 0-16,0 0 2 16,0 0 0-16,0 0-1 15,0 0-8-15,0 0-6 16,0 0-4-16,0 0-2 0,0 0-1 15,6 13 0-15,-6 4 0 16,0 11 0-16,0 4 0 16,0 10 0-16,0 7 1 15,0 8 0-15,-3-2 0 16,0 5-1-16,-1-4-3 0,1-3-3 16,-2-4-6-16,-2-7-8 15,2-5-18-15,0-2-20 16,-7-7-17-16</inkml:trace>
  <inkml:trace contextRef="#ctx0" brushRef="#br0" timeOffset="47649.97">12693 16377 102 0,'0'0'0'0,"0"12"2"16,0 3-10-16,0-1-23 16,0 10-10-16</inkml:trace>
  <inkml:trace contextRef="#ctx0" brushRef="#br0" timeOffset="50118.32">12723 16186 228 0,'0'0'8'0,"0"0"8"16,0-13 3-16,0 13 3 15,0-10 1-15,0 10 1 16,0 0 2-16,2 5 3 15,0 18-11-15,-2 9-4 0,3 6-5 16,0 9-3-16,2 4 0 16,-3 8-2-16,-2 2-4 15,3-7 2-15,-1-4-1 16,-2-6 1-16,0-4-1 0,-2-8-1 16,-3-5-2-16,0-7-3 15,2-12-5-15,3-8-30 16,6 4-39-16,-4-8-3 15</inkml:trace>
  <inkml:trace contextRef="#ctx0" brushRef="#br0" timeOffset="62800.34">19735 14668 56 0,'0'0'1'0,"0"0"-1"16,0 0-1-16,0 0-5 15,0 0-11-15,2 7-11 16</inkml:trace>
  <inkml:trace contextRef="#ctx0" brushRef="#br0" timeOffset="63233.39">20333 14838 356 0,'0'0'0'0,"0"0"0"0,0 0 0 16,0 0-1-16,0 0 1 16,0 0 0-16,0 0-1 15,8 3-11-15,-5 7-37 0,-3-10-19 16</inkml:trace>
  <inkml:trace contextRef="#ctx0" brushRef="#br0" timeOffset="81233.48">15962 16298 187 0,'0'0'5'0,"0"0"0"0,0 0 2 0,0 0 1 16,0 0-4-16,0 0 3 16,0 0 3-16,2 10 1 15,12-8-2-15,6 3 0 0,15-2-2 16,9 2 2-16,29-5 1 15,18 0 1-15,28-5-3 16,16-3-1-16,33-2-2 16,19 0 0-16,26-3-1 15,21 7-1-15,20 0-1 0,6 3-2 16,29 3-1-16,6 6-1 16,49 3 0-16,-24 4 0 15,-5 2-1-15,-4 3-1 16,-10 4 2-16,-14-2 1 0,-25 4 1 15,-21-1 0-15,-68-1 0 16,11-2 1-16,-30 2-1 16,-16-10 1-16,-37 1-1 0,-19-3-1 15,-22 0-1-15,-16-5-1 16,-19-1 1-16,-25-4-5 16,0 0-7-16,-34 0-6 15,-21-4-5-15,-17-1-12 16,-25-5-14-16,-12 3-17 0</inkml:trace>
  <inkml:trace contextRef="#ctx0" brushRef="#br0" timeOffset="81666.75">16238 16529 110 0,'0'0'7'16,"-16"7"4"-16,-2-6 3 15,1 5 3-15,4-1 5 16,-2-3 2-16,15-2 3 0,-9 8 0 16,26-8-3-16,20 0-3 15,30-6-1-15,26 0-3 16,36-10-2-16,29 2-1 15,36-4-3-15,32 1 0 16,35 2-2-16,29 0-3 0,21 6 0 16,20 9-2-16,44 0 0 15,-24 9-1-15,-4 6 1 16,-4 2-1-16,-17 8 2 0,-11 3-2 16,-25-2 2-16,-19 2 1 15,-71-1-1-15,5 0 0 16,-30-2-1-16,-31-2 0 15,-33-4-2-15,-24-1 0 0,-25-6-5 16,-24-2-5-16,-13 0-24 16,-3 0-49-16,-37-8-2 15</inkml:trace>
  <inkml:trace contextRef="#ctx0" brushRef="#br0" timeOffset="92749.63">806 13226 158 0,'0'0'0'0,"0"0"0"15,0 0 4-15,8 4 0 16,4 6 3-16,8-4 1 16,10 3 0-16,7 1 1 15,21 3 3-15,8-6-3 16,19 5-4-16,16-4-1 0,19-1-2 15,7 1-2-15,20-3 0 16,9-3-2-16,12 4-1 16,2-2 1-16,14-1 1 15,-3 1-1-15,11 2 1 0,3-6 2 16,-3 0 0-16,0 0 2 16,1-3 1-16,7-7 0 15,-5-7-1-15,-1-3 3 16,-10-8-2-16,-5-1 2 0,-8-6-3 15,-2-2 1-15,-19-5 1 16,-12-3 0-16,-23-4 0 16,-14-3 3-16,-18 0-2 15,-14-2 2-15,-24 2-1 0,-16-3-1 16,-18 0-1-16,-11 1-1 16,-18 2 1-16,-14 5-4 15,-20-3 0-15,-13 8-1 16,-17 0 0-16,-14 5 0 0,-12 8 2 15,-16 1 1-15,-10 6 0 16,-10-1 1-16,-6 9 0 16,-8 4 1-16,-8 4-1 15,-6 2 0-15,-7 4-1 0,-1 7-1 16,-2 3-2-16,-15 7 0 16,-2-2 0-16,-2 5-1 15,-3 0 0-15,0 5 0 16,5-5 0-16,-2 5 0 0,5 0 0 15,9 4 0-15,14-2 1 16,6 3-1-16,18 7 0 16,15 0 0-16,14 5-1 0,21 0-1 15,23 6 0-15,18 8 1 16,24 4-1-16,18 7 1 16,21 0 0-16,30 7 1 15,17 0 0-15,26 3 2 16,23-3-4-16,28-2-7 15,23-5-17-15,22-3-39 0,27-7-2 16</inkml:trace>
  <inkml:trace contextRef="#ctx0" brushRef="#br0" timeOffset="102099.6">23376 12958 445 0,'0'0'1'0,"0"0"1"0,0 0 2 16,0 0 0-16,-4 3 1 16,4-3 0-16,-20 17 1 0,3-2 0 15,-5 7 0-15,-3 6 0 16,-12 4-2-16,-3 7 0 15,-8 4 0-15,2 1-1 16,-9 2 0-16,5-3 0 16,-4 4-3-16,1-7 0 0,8-1 0 15,6-9 0-15,4 0 0 16,8-5 0-16,4-8-2 16,6-5-8-16,6 1-9 0,11-13-23 15,-14 0-46-15,19-3 0 16</inkml:trace>
  <inkml:trace contextRef="#ctx0" brushRef="#br0" timeOffset="102351.57">23531 13012 453 0,'0'0'1'0,"0"0"0"0,-7 8 1 15,-5 5 1-15,-6 4 1 16,-7 8 1-16,-12 2 1 16,-7 12 1-16,-9 1-1 0,-4 2 0 15,-4 3-1-15,3-3-1 16,3 0-1-16,-3-5-2 16,9-4-2-16,6-7-3 0,4-3-8 15,7-1-11 1,4 0-49-16,7-12-15 0</inkml:trace>
  <inkml:trace contextRef="#ctx0" brushRef="#br0" timeOffset="102749.96">22784 13149 411 0,'0'0'4'0,"0"0"3"15,0 0 3-15,0 0 0 0,0 0 2 16,0 0 0-16,0 0 0 16,-8 12 1-16,4 5-4 15,-7 8-3-15,1 5-3 16,-5 9-1-16,0 7-2 0,-7 1 0 15,-1-1 0-15,2-1 0 16,0 0 0-16,5-10 0 16,0-6 0-16,6-4 0 0,8-6 0 15,4-3 0-15,12-8 0 16,14-7 0-16,20-1 0 16,17-1 0-16,13-13 0 15,19 0 0-15,13-4 0 16,2 1 0-16,2-1 0 0,-7-12-12 15,-8 13-75-15,-14 8-2 16</inkml:trace>
  <inkml:trace contextRef="#ctx0" brushRef="#br0" timeOffset="106566.95">14629 12683 337 0,'0'0'5'0,"0"-15"4"0,0 8 3 16,0-3 1-16,0 0-1 15,0 10-1-15,0 0 1 0,0 5 1 16,-5 30-4-16,0 24-3 16,-6 33-2-16,-1 32 0 15,-6 34 4-15,-6 36-2 16,-1 13 1-16,3 21-1 16,3 7-1-16,1 3 0 0,2-2 1 15,11-5-1-15,1-17-2 16,1-7 1-16,3-9-2 15,-2-7 1-15,-3-5-2 16,-6-16 2-16,2-7-3 0,-7-19 0 16,2-10-3-16,0-20 1 15,-2-17-2-15,4-21-5 16,-3-23-9-16,4-29-48 0,2-14-20 16</inkml:trace>
  <inkml:trace contextRef="#ctx0" brushRef="#br0" timeOffset="107933.14">14157 12453 269 0,'0'0'1'0,"12"-3"0"15,6 3 0-15,7 0 2 16,17 0 1-16,2 6-1 0,24 2 1 16,11 0 0-16,13 5 2 15,6 2-1-15,17 0 0 16,10 4-1-16,6-1 1 16,11-4-1-16,10 2 2 15,6-7 0-15,12-1 0 0,6-4 0 16,18 0 0-16,2-2 1 15,11-2 0-15,6 0 2 16,-2 0-1-16,5 0 1 16,6-2-2-16,1-2 0 0,1 4-1 15,-1-1 1-15,6-2-2 16,-1-2-1-16,1 2 0 16,2-1-1-16,-2-1-1 15,-3 2-1-15,0-4 2 0,-8-3-3 16,2 2 1-16,-10-2-1 15,-6 0 1-15,0-2 0 16,-5 2-1-16,-6 1 1 0,-4-1-1 16,-5 0 0-16,-5 2 1 15,-2 1 0-15,-5-3 0 16,-6 2 0-16,-6 1 1 16,-5 0-1-16,-3-1 1 15,-7-2 1-15,-5 3 0 0,-8-3 1 16,-4 0-1-16,-2 0 1 15,-15 2 0-15,-6 1 0 16,-6 0-1-16,-7 0 0 16,-3 1 0-16,-6 1-1 0,-14 1-1 15,-4 1 0-15,-8-4 1 16,-7 4-1-16,-11 1 2 16,-4-4-1-16,-10 2 1 0,-8 1 0 15,-6 1 0-15,-11 2 0 16,12-3-1-16,-12 3-2 15,0 0 0-15,0 0 0 16,0 0 0-16,0 0 0 0,0 8 0 16,-3 4 0-16,-2 13 0 15,-2 4 0-15,-1 24 0 16,1 19 0-16,-8 19 0 16,0 21 0-16,-5 21 0 15,-4 24 0-15,-2 13 0 0,-1 14 0 16,0 6 0-16,-1 1 0 15,3 2 0-15,4-5 0 16,0-2 0-16,4-7 0 16,4-6 0-16,9-5 0 0,-4-3 0 15,3-2 0-15,2-7 0 16,1 0 0-16,2-8 0 16,5-4 0-16,-2-6 0 15,7-8 0-15,-3-9 0 0,8-12 0 16,2-5 0-16,-4-14 0 15,-3-6 0-15,-1-12 0 16,-1-6 0-16,-5-9 0 16,2-5 0-16,-5-10 0 0,-3-2 0 15,-2-11 0-15,-3-4 0 16,-1-5 0-16,-3-5 0 16,-1-5 0-16,-12-5 0 15,0-3 0-15,-4 1 0 0,-9-3 0 16,-7 0 0-16,-9-5 0 15,-10-3 0-15,-17 1 0 16,-5-3 0-16,-24 0 0 16,-12-5 0-16,-20 0 0 0,-19-2 0 15,-20 0 0-15,-20 0 0 16,-20-5 0-16,-23 2 0 16,-19-2 0-16,-25-1 0 0,-16 3 0 15,-22-5 0-15,-12 3 0 16,-16 2 0-16,-16 0 0 15,-10 5 0-15,-18 5 0 16,-15 3 0-16,-17 7 0 16,-12 14 0-16,-15 7 0 0,-13 8 0 15,-22 7 0-15,-9 8-56 16,-14 13-31-16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4:01:01.99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3624 13974 456 0,'0'0'3'16,"0"0"1"-16,0 0 1 15,0 0 0-15,-5 10 1 0,5 4 1 16,5 14-1-16,2 4 0 15,9 10-1-15,3 7-2 16,4 9-1-16,2 1 1 0,2 3-3 16,3-3 0-16,-4-2 0 15,-1-4 0-15,0-7 0 16,-7-3 0-16,1-7 0 16,-10-8-4-16,3-3-16 15,-5-5-38-15,-7-20-28 0,0 0-2 16</inkml:trace>
  <inkml:trace contextRef="#ctx0" brushRef="#br0" timeOffset="223.84">3884 13924 438 0,'0'0'2'16,"0"0"1"-16,0 0 1 15,0 0 2-15,0 0 1 16,5 10 1-16,6 10 1 0,1 8 0 15,6 6-2-15,-1 5-2 16,8 11 0-16,0 3-1 16,2 1-2-16,1 3-2 15,-4-3-5-15,-4-9-6 0,2 2-29 16,-5-3-44-16,-4-6-1 16</inkml:trace>
  <inkml:trace contextRef="#ctx0" brushRef="#br0" timeOffset="1640.44">704 10332 255 0,'0'0'-1'0,"10"0"1"0,1 8 0 15,-2-5 3-15,6 5-1 16,7 5 2-16,6-1 0 16,9 1-1-16,3-3 4 15,4 3-2-15,21-8 1 0,2 4-2 16,15-9 0-16,7 0-1 16,6-7 1-16,4-5 1 15,9 2 1-15,-2-8 1 16,6 3-1-16,8-5 0 15,-9 1 0-15,1-3 1 0,-1 0-1 16,-1-3-1-16,-4-7-2 16,2-1 0-16,-12-7 0 0,-6-2 3 15,-3-5-1-15,-6-3 3 16,-5-4-1-16,-5-5 1 16,-9-5 1-16,-7-9-1 15,-9 1 0-15,-12-5-1 0,-10-4-1 16,-8-2-1-16,-12-4-1 15,-8 0-1-15,-15 3-1 16,-10-1 0-16,-8 3-1 16,-10 11 0-16,-10 0 0 15,-9 13-1-15,-5 3 0 0,-11 11 1 16,-10 4-1-16,-4 12 0 16,-12 12 1-16,-6 3-1 15,-8 13 0-15,-7 4 0 0,-2 19 1 16,-1 7-1-16,-3 11 1 15,-3 15-1-15,-2 8 0 16,-1 8 0-16,1 10 0 16,7 5 0-16,6 4 0 15,12 7 0-15,11 9 0 0,14 0 0 16,29 7 0-16,20 3 0 16,34-1 1-16,32 0-1 15,30-4 2-15,39-8-2 16,43-8-5-16,27-10-10 0,35-11-64 15,26-8 0-15</inkml:trace>
  <inkml:trace contextRef="#ctx0" brushRef="#br0" timeOffset="2669.21">3773 14397 347 0,'0'0'7'0,"0"0"4"16,0 0 2-16,0 0 3 15,0-7 0-15,0 7 1 16,0 0 0-16,5-7 2 15,-5 7-6-15,12-15-3 0,8 5-2 16,1-8-1-16,3-1-2 16,10-6 0-16,7-2-5 15,1-3 0-15,-1 0 0 0,-2 5 0 16,-2 3 0-16,-10 5 0 16,-4 5 0-16,-6 4 0 15,-10 3 0-15,-7 5 0 16,10 5 0-16,-10-5 0 0,0 16 0 15,-5-5 0-15,0 3-20 16,-2-1-28-16,2 5-39 16,0-8-2-16</inkml:trace>
  <inkml:trace contextRef="#ctx0" brushRef="#br0" timeOffset="3109.38">4427 14046 394 0,'0'0'5'0,"0"0"1"16,0 0 1-16,-10 5 2 15,3 2-1-15,1 6 2 16,-1 5-2-16,2 1 1 15,-3 3-4-15,5 6-2 16,3-2-1-16,0-1-1 0,11 0 0 16,1-6 1-16,8-6 0 15,5-6-1-15,-1-7 1 16,1 0 1-16,3-7-1 16,-6-7 1-16,3-6 0 0,-5-3 1 15,-7-2 1-15,-9-1-1 16,-1-5 0-16,-6 4 0 15,-10-5 0-15,-3 7-4 16,-9 3 0-16,-5 4 0 0,0 11 0 16,0 2 0-16,-2 5 0 15,7 7 0-15,3 9-8 16,4-2-9-16,11 4-25 16,7 0-43-16,2-2 0 0</inkml:trace>
  <inkml:trace contextRef="#ctx0" brushRef="#br0" timeOffset="3923.85">4698 13908 443 0,'0'0'5'0,"0"0"0"16,0 0 2-16,0 0 0 15,0 0-1-15,0 0 0 0,-9 4 0 16,9-4 0-16,0 15-4 15,6-3-1-15,1 3-1 16,1 0 0-16,4 2 1 16,1-1 0-16,-1-4-1 0,1 0 1 15,-4-5-1-15,1 1 2 16,-10-8-1-16,11 5 1 16,-11-5-1-16,2-7 0 15,-2-6 1-15,0 1 0 0,-5-8 1 16,-1-3-3-16,-1-4 0 15,-2 2 0-15,4-3 0 16,-4 7 0-16,5 1 0 0,1 3 0 16,3 5 0-16,0 12-3 15,11-3 2-15,1 3 0 16,2 12 1-16,2 3-1 16,4 2 1-16,-3 1 0 0,1 1 1 15,-2 1-1 1,2-2 0-16,-6-3 1 0,-1-3-1 15,-11-12 0-15,14 14 1 16,-14-14 0-16,0 0 1 16,5-4-2-16,-5-9 0 15,0-1 0-15,0-9 0 0,0 1 0 16,0-6 0-16,3 4 0 16,-1-4 0-16,3 6 0 15,1 8-2-15,-4 1 0 0,3 4 1 16,-5 9 0-16,9-3 0 15,-9 3-1-15,13 7 2 16,-5 3-1-16,1 1 1 16,1 0 0-16,3 3 0 0,-1-6 0 15,1 3 0-15,1-4 1 16,4-4-1-16,-1-3 1 16,3 0-1-16,-2-13 0 0,4 1 1 15,-4-3-1-15,-3-2 1 16,4-5-1-16,-7-1 1 15,-4-2-1-15,-3 6 1 16,-5 1 0-16,0 5-1 16,-5 4 0-16,5 9 0 0,-15-5-1 15,15 5 1-15,-14 12-1 16,8 3 0-16,2 3 0 16,4 1 1-16,0 4 0 15,7-4 0-15,3-4 1 0,7 1-1 16,0-12 1-16,9-1 0 15,3-6-1-15,1-7-4 16,7-7-9-16,0 7-60 16,6-18-12-16</inkml:trace>
  <inkml:trace contextRef="#ctx0" brushRef="#br0" timeOffset="4640.43">5798 13127 460 0,'0'0'4'0,"0"-15"1"0,0 15 1 16,-5-15 1-16,5 15 0 16,-5-13-1-16,5 13 1 15,0 0 0-15,5 13-5 16,2 6-2-16,8 9 0 15,6 1 0-15,3 6 0 0,1 0 0 16,5-6 0-16,2-1 0 16,-3-3 0-16,-1-3 0 15,-3-7 0-15,-5-5 0 0,-3-3 0 16,-5-4 0-16,-1-6 0 16,-4-7 0-16,-5-5 0 15,-2-6 0-15,0-4 0 0,0-3 0 16,-2 1 0-16,-3 0 0 15,3 9 0-15,-3 1 0 16,5 17 0-16,0 0 0 16,7 0 0-16,3 10 0 15,8 3 0-15,-2 1 0 0,5 1 0 16,6 0 0-16,-2-5 0 16,8-6 0-16,-6-1 0 15,3-3 0-15,0-3 0 0,-1-5 0 16,-2-5 0-16,-2-8 0 15,-6 2 0-15,-1-9 0 16,-7-2 0-16,-4-1 0 16,-7-4 0-16,-5 1 0 0,-13-1 0 15,1 3 0-15,-10 2 0 16,2 10 0-16,-3 5 0 16,-1 8 0-16,4 7 0 15,1 5 0-15,8 7-9 0,-2 8-29 16,13 0-47-16,5-1-2 15</inkml:trace>
  <inkml:trace contextRef="#ctx0" brushRef="#br0" timeOffset="5208.35">6613 12931 415 0,'0'0'3'0,"-10"0"2"0,-3 5 1 15,1 5 0-15,2 0 1 0,-5 5 1 16,6 3-1-16,-4-1 1 16,8 2-4-16,5-1-1 15,9-3-1-15,7-4 0 16,3-3 0-16,1-5-1 0,8-3 1 16,-1-5-1-16,1-5 1 15,-3-5 1-15,-6-2 0 16,1-1 0-16,-8-4 0 0,-3 0-2 15,-9-1 0-15,-6 1 0 16,-4 5-2-16,-8-1-2 16,1 5 0-16,-3 1 0 15,1 5-1-15,1 7 0 0,4-2 1 16,3 2 0-16,11 0 2 16,0 0 0-16,0 0 1 15,0 0 1-15,11-3 0 16,3 3 1-16,4 0 0 0,1 0 1 15,4 0-1-15,4 0 0 16,3 0 0-16,0 0-1 16,0 3 0-16,2-1 0 15,-4 5 0-15,-3-1 0 16,-6 4 0-16,-6-1 0 0,-13-9 0 16,9 15 0-16,-9-15 0 15,-9 15 1-15,-2-13-1 16,-3-2 0-16,-2-2 0 0,2-8-1 15,-1-3 0-15,0-7 1 16,2-1-1-16,6-7-1 16,4-4-3-16,-1 0-4 15,6 0-8-15,0-4-17 0,6-3-40 16,7 2-11-16</inkml:trace>
  <inkml:trace contextRef="#ctx0" brushRef="#br0" timeOffset="5373.89">6944 12431 425 0,'0'0'3'0,"0"0"0"15,0 0 1-15,5 8 1 0,-3-1 2 16,3 7-1-16,4 6 1 16,7 5 0-16,-4 0-3 15,6 7 0-15,-1 0-1 0,3 1-2 16,5-2-1-16,-8 2-4 16,1-6-10-16,2-5-32 15,-8 3-35-15,0-6-1 16</inkml:trace>
  <inkml:trace contextRef="#ctx0" brushRef="#br0" timeOffset="5624.94">7250 12456 467 0,'0'0'4'16,"0"0"1"-16,0 0 1 0,0 0-1 15,0 0 0-15,-6 14 0 16,6-1 1-16,-5 4-1 15,0-1-2-15,3 9-3 16,-1 3 0-16,3 0 0 0,0-4 0 16,10-4 0-16,3 0 0 15,6-10 0-15,6-3 0 16,5-7 0-16,1-2 0 16,10-6-7-16,-3 6-54 0,6-13-24 15,0 3-2-15</inkml:trace>
  <inkml:trace contextRef="#ctx0" brushRef="#br0" timeOffset="6542.19">2665 14749 340 0,'0'-10'2'0,"0"-10"0"16,0-8 2-16,10-8 2 15,4-18 2-15,14-13 3 0,12-18 2 16,12-18 1-16,23-7-1 16,19-11 1-16,25-16-2 15,20-6 0-15,28-13-1 0,24-8-1 16,30-4-2-16,20-6-1 16,30-2-1-16,17 4 0 15,50 3 0-15,-9 6 0 0,8 9-6 16,9 10 0-16,-4 18 0 15,-1 15 0-15,-10 17 0 16,-16 17 0-16,-47 19 0 0,2 22 0 16,-18 11 0-16,-26 19 0 15,-32 19 0-15,-23 17 0 16,-27 16 0-16,-30 15 0 16,-24 16 0-16,-28 14 0 0,-32 13 0 15,-30 12 0 1,-25 11 0-16,-32 14 0 0,-29 5 0 15,-29 10 0-15,-31 5 0 16,-23 5 0-16,-26 8 0 16,-28 1 0-16,-26 8 0 15,-19 2 0-15,-15 3 0 0,-21-3 0 16,-11 5 0-16,-11-1 0 16,-1-8 0-16,-2-3 0 15,7-15 0-15,3-3 0 0,9-22 0 16,15-14 0-16,6-20 0 15,21-20 0-15,16-24 0 16,22-27 0-16,21-22 0 16,25-22 0-16,27-25 0 0,26-26 0 15,29-25 0-15,30-17 0 16,32-19 0-16,31-21 0 16,30-20 0-16,39-14 0 15,34-18 0-15,46-17 0 0,39-18 0 16,74-16 0-16,16-6 0 15,39-7 0-15,56 0 0 16,20 5-3-16,8 10-79 16,41 20-3-16</inkml:trace>
  <inkml:trace contextRef="#ctx0" brushRef="#br0" timeOffset="14508.13">8087 12334 346 0,'0'0'6'0,"0"0"4"16,0 0 4-16,0 0 0 15,0 0 0-15,0 0 0 0,0 0 1 16,0 0 1-16,0 0-5 15,9 12-5-15,-1-2-2 16,7 3 0-16,2 1 1 0,1 1 0 16,7-5 0-16,2-2 2 15,8-8 0-15,4-20 1 16,14-17-8-16,16-31 0 16,30-26 0-16,34-37 0 0,47-38 0 15,54-28 0-15,72-34-50 16,37-21-39-16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4:10:56.3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context xml:id="ctx1">
      <inkml:inkSource xml:id="inkSrc115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5-09-06T14:13:00.462"/>
    </inkml:context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3803 9975 94 0,'0'0'1'15,"0"0"1"-15,-8 6 1 0,8-6-3 16,0 0-10-16,-10 5-26 16,10-5-5-16</inkml:trace>
  <inkml:trace contextRef="#ctx0" brushRef="#br0" timeOffset="1269.11">3509 12708 258 0,'0'0'8'16,"0"0"5"-16,0 0 5 16,0 0 3-16,0 0 3 0,8-11 2 15,-8 11 1-15,0 0-2 16,0 0-6-16,0 0-5 16,-3 6-4-16,-2 9-5 15,-4 2-1-15,-7 6-3 0,2 6 1 16,-4 3 0-16,-1 3-1 15,-4 0 1-15,1-3-1 16,-1 3 0-16,4-8 0 16,-1-2-1-16,5-3-2 15,2-5-2-15,1-5-2 0,5-2-3 16,7-10-6-16,-13 11-10 16,13-11-34-16,0 0-22 15,0 0-4-15</inkml:trace>
  <inkml:trace contextRef="#ctx0" brushRef="#br0" timeOffset="1666.3">3213 12666 404 0,'0'0'5'0,"0"0"1"0,0 0 1 15,0 0 1-15,0 0 0 16,9 2 2-16,-9-2 0 16,18 21 2-16,-4-7-4 0,5 8-2 15,1 3 0-15,3 5 1 16,4 5-1-16,3-1-2 16,-3 3 0-16,6-2-4 15,-3 0 0-15,-4-5 0 16,2-4 0-16,-3-1 0 0,-3-4 0 15,-5-4 0-15,-4-5 0 16,-1-2 0-16,-1-3 0 16,-11-7 0-16,0 0 0 15,9 8 0-15,-9-8 0 0,0 0 0 16,-7-10 0-16,7 10 0 16,-10-15 0-16,10 15 0 15,-15-12 0-15,15 12 0 0,-9-6-36 16,9 6-51-16,0 0-4 15</inkml:trace>
  <inkml:trace contextRef="#ctx0" brushRef="#br0" timeOffset="2336.64">3121 12656 374 0,'0'0'5'15,"0"0"5"-15,0 0 1 0,-2-10 0 16,2 10 0-16,0 0 1 15,0 5 1-15,0 10-1 16,0 5-4-16,0 8-4 16,2 5-1-16,4 7-1 15,1 2 0-15,1 1-1 0,1-1 0 16,0-3 0-16,-2-2-1 16,-2-2 1-16,-1-7-3 15,1-6 0-15,-1-3-3 16,-4-4-2-16,0-2-2 0,0-13-4 15,0 0-5-15,-11 5-4 16,11-5-16-16,-12-13-29 16,1-7-13-16</inkml:trace>
  <inkml:trace contextRef="#ctx0" brushRef="#br0" timeOffset="2966.84">3121 12552 271 0,'0'0'6'0,"0"0"3"0,0 0 4 16,0 0 0-16,0 0 1 15,0 0-1-15,0 0 2 0,0 0 3 16,0 0-4-16,16-2-4 16,-2 2-2-16,7 2 0 15,6 0 0-15,5 1 0 16,5-1-1-16,6 1-2 15,1-3 0-15,7 0-2 0,-5 0 0 16,4 0-1-16,-8-3-1 16,1 1 1-16,-6 2 0 15,-9-3-1-15,-1 3 1 0,-8 0 0 16,-6 3 0-16,-3 2-1 16,-10-5 1-16,7 10-1 15,-7 0 0-15,0-1 0 16,0 3 0-16,-5 6 0 15,5 0-1-15,-2 4 1 0,2 3-1 16,-3 0 0-16,3 4 0 16,0 1 0-16,0 5 1 15,3-3 0-15,-1 0-1 16,1 2 1-16,1-1-1 0,1-1 1 16,-1 0-1-16,0-4 1 15,1-1-2-15,-2-5 1 16,-1-2 0-16,0-3 0 0,-2-2 0 15,3-3 1-15,-3-4-1 16,0-8 2-16,-3 12-1 16,3-12 0-16,-12 5 1 15,2-5-1-15,-2 0 0 0,-6 0 0 16,-4 0 0-16,-5 0-1 16,-1 0 0-16,-4 0 0 15,-5 0 0-15,-3 0-1 16,-5 0 1-16,4 0 0 15,0 0-1-15,-1 5 0 0,5-5 1 16,5 2-2-16,2-2-4 16,10 4-5-16,0-3-12 15,10 2-58-15,10-3-1 16</inkml:trace>
  <inkml:trace contextRef="#ctx0" brushRef="#br0" timeOffset="3766.77">7457 12664 365 0,'0'0'8'0,"0"0"4"16,0 0 1-16,8-8 2 0,-8 8-1 16,0 0 1-16,0 0 0 15,0 8 0-15,-8 6-7 16,-6 5-4-16,-6 9-2 15,-3 5-1-15,-3 0 1 0,-4 8-1 16,2-1 0-16,-4-1 0 16,5-4-1-16,-1 0-1 15,6-8-2-15,5-2-2 16,-3-5-3-16,8-4-5 0,3-2-8 16,2-6-12-16,7-8-39 15,-7 6-11-15</inkml:trace>
  <inkml:trace contextRef="#ctx0" brushRef="#br0" timeOffset="4066.08">7142 12758 351 0,'0'0'9'0,"0"0"3"16,0 0 2-16,0 0-1 15,0 0 0-15,0 0 0 16,0 0 1-16,0 0 1 0,4 12-8 16,8 2-2-16,0 2-1 15,4 6 0-15,5 0 1 16,1 3 0-16,6 0-2 16,2-5 1-16,2-1-2 0,-5 1 0 15,1-5 0-15,-4-5-2 16,-2-2 1-16,-4-1-3 15,-6-3-2-15,0-1-4 0,-12-3-21 16,0 0-52-16,-5-3-3 16</inkml:trace>
  <inkml:trace contextRef="#ctx0" brushRef="#br0" timeOffset="5003.83">7053 12609 344 0,'0'0'8'0,"0"0"5"16,0 0 1-16,0-7 3 0,0 7-2 15,0 0 1-15,0 0-1 16,0 0 1-16,-5 17-7 15,5 3-5-15,0 9-2 16,0 6-1-16,0 7 1 0,2 4 0 16,3 2 0-16,0 2-1 15,1-6 0-15,-2 1 0 16,1-8 0-16,0-5-1 16,-5-4-2-16,2-6-1 0,1-5-2 15,-3-4-1-15,0-13-2 16,0 10-4-16,0-10-5 15,0-8-3-15,-3-7-6 16,1-8-8-16,-3-3-8 0,0-9-13 16,-3-5 1-16,1-4 5 15,0-4 13-15,2 4 9 16,-2-2 16-16,1 3 14 16,1 6 15-16,0 6 20 0,3 2 3 15,2 9 1-15,0 0-8 16,0 3-3-16,0 5-5 15,5 4-4-15,0-1-2 16,5 4-2-16,0 0-4 0,2 2-3 16,8 3-2-16,-2 0-2 15,6 0-1-15,3 0 0 16,3 0 0-16,5 0 0 16,3 0 0-16,-1 0-2 0,5 0 1 15,1 0-1-15,-6-5 1 16,2 5-1-16,-4-2 0 15,-3-3 0-15,-9 2-1 16,-3 1 0-16,-6 0 0 0,-6 2-1 16,-8 0 0-16,0 0-1 15,0 0 1-15,8 4-1 16,-8 6-1-16,0 5 1 0,0 3-1 16,-6 1 0-16,4 9 1 15,2 1-1-15,-3 6 0 16,3-3 0-16,0 8 1 15,0-4 0-15,0 2-1 0,0-1 1 16,3-2-1-16,-1 3 1 16,4-6-1-16,-4 0 0 15,3-5 0-15,0-2 0 16,-3-1 0-16,1-4-1 16,-1-3 1-16,-2-1 0 0,0-4 0 15,-2-3 0-15,2-9 1 16,-17 13-1-16,1-13 0 15,-4 0 1-15,-4 0-1 16,-6 0 0-16,-10 0 0 16,-2-2 0-16,-2-4-1 0,-2 4 0 15,0 2-3-15,1-3-2 16,5 3-7-16,1 0-17 16,-2 0-52-16,22 3-1 0</inkml:trace>
  <inkml:trace contextRef="#ctx0" brushRef="#br0" timeOffset="6433.08">3748 12356 192 0,'0'0'3'0,"0"0"0"16,0 0 2-16,0 0 1 0,0 6 4 15,0-6-2-15,0 19 1 16,0-2 1-16,-2 7-1 15,-1 4-1-15,3 12-1 16,0 4-2-16,3 6 0 0,2 5-2 16,-3 12-1-16,3 5 1 15,-3 4-1-15,1 6 0 16,-3 2-2-16,2 0 0 16,-2 10 5-16,0 5 0 0,0-2 0 15,-2 2 3-15,-1 3 2 16,1 2 0-16,-3 8 0 15,3 4 1-15,-1-2-4 16,3 3 1-16,-2-2-2 0,2 7 0 16,0-1-1-16,0 3-2 15,0-2 1-15,-3-4-1 16,3-1 0-16,-2 2 0 16,-4-5-1-16,1-5-3 15,5-5-4-15,-4-7-2 0,4-8-3 16,-3-6-7-16,3-5-8 15,3-4-36-15,1-15-17 16</inkml:trace>
  <inkml:trace contextRef="#ctx0" brushRef="#br0" timeOffset="7433.41">6931 12185 146 0,'0'8'5'15,"0"7"2"-15,4 2 4 16,-4 8-1-16,3 7 4 16,-3 2 0-16,8 12 1 0,-5 8 2 15,1-2-5-15,8 0-3 16,-7 10 0-16,11 2-1 16,-9 11-1-16,4 1 1 15,-11 5 4-15,2 7 0 0,-2 5 2 16,-8 1 0-16,1 6-1 15,-3 5 2-15,-1-2 0 16,4-2-3-16,5 6-2 16,-3 0-4-16,2-3-1 0,3 2 0 15,-2 1 0-15,0-6-2 16,-1 3 0-16,1-2-1 16,-2-5-2-16,-1 2 1 15,3-5-2-15,-3-5-5 16,1-2-4-16,-4-8-6 0,0-5-16 15,1 0-39-15,2-13-10 16</inkml:trace>
  <inkml:trace contextRef="#ctx0" brushRef="#br0" timeOffset="7583.95">6839 15266 336 0,'0'0'0'16,"0"0"-6"-16,0 0-15 16,2 11-38-16,-2-11-11 15</inkml:trace>
  <inkml:trace contextRef="#ctx0" brushRef="#br0" timeOffset="8500.2">3626 15559 336 0,'0'0'6'0,"0"0"3"0,0 0 3 16,0 0 3-16,0 0 2 15,0 0 0-15,0 0 0 16,0 0 0-16,0 0-4 16,-4 0-4-16,-5 13-3 15,0 6-2-15,-3 1-1 0,-4 5-1 16,-3 5 0-16,-6 2-1 15,0 3 0-15,-5-3 0 16,3-2-1-16,-1-3 0 0,1-2-1 16,3 0-1-16,1-9-2 15,5-5-2-15,6-1-4 16,-1-6-6-16,13-4-14 16,-4 10-40-16,4-10-12 0</inkml:trace>
  <inkml:trace contextRef="#ctx0" brushRef="#br0" timeOffset="8832.9">3268 15569 350 0,'0'0'5'0,"0"0"5"0,0 0 1 16,0 0 3-16,0 0 0 15,0 0 1-15,0 0 1 16,5 0 2-16,-5 0-5 16,13 18-3-16,-1-3-2 0,4 1-2 15,3 4-1-15,6 5 1 16,5-2-3-16,2 3-1 16,3-3 0-16,3 2 1 15,-4-4-3-15,1 0 0 0,-3-1 0 16,-2-5 0-16,-7-3 0 15,-4 1 0-15,-4-3 0 16,-7-3-4-16,-8-7-9 16,0 0-23-16,0 0-49 0,0 0-3 15</inkml:trace>
  <inkml:trace contextRef="#ctx0" brushRef="#br0" timeOffset="9599.93">3162 15537 278 0,'0'0'10'16,"0"0"3"-16,0 0 5 0,0-7 3 15,0 7 2-15,0 0 3 16,1-10-2-16,-1 10 1 16,0 0-8-16,0 7-3 15,0 6-5-15,0 5-2 0,0 8-3 16,0 6-1-16,0 0-1 16,4 7 0-16,1-1-1 15,-1-1-1-15,1-4 1 16,3-4-1-16,-3-4-1 15,2-2-1-15,-4-7 0 0,-1-5-2 16,-2-11-1-16,7 10-2 16,-7-10-1-16,0 0-3 15,0-5 0-15,-2-7-2 16,0-8 2-16,-3-3 0 0,0-4 0 16,0-4 2-16,-2-2 1 15,-4-7 2-15,7 3 2 16,-5 2 3-16,1-2 1 0,2 2 2 15,1 8 2-15,3 0 2 16,-1 2 1-16,3 5 0 16,0 0 1-16,0 2 0 15,0 4 0-15,3 2-1 0,1 2 1 16,-4 10-3-16,17-15 1 16,-4 10-1-16,5 3-1 15,1 2 0-15,8 0 0 16,1 4 0-16,7 1-1 0,-3 3 0 15,6-3 0-15,-1 0 0 16,0 0 0-16,-3-4 1 16,2-1-1-16,-4 4 0 15,-5-4 0-15,1 0-1 0,-6 0 1 16,-5 0-1-16,-4-4-1 16,-3 4 1-16,-10 0-1 15,11-1 1-15,-11 1-2 16,0 0 0-16,0 0 0 0,0 0 0 15,0 0 0-15,0 0 0 16,0 0-4-16,0 0-2 16,0 0-10-16,-9 12-31 15,2-5-39-15,-7 0 0 16</inkml:trace>
  <inkml:trace contextRef="#ctx0" brushRef="#br0" timeOffset="10099.77">3139 15490 346 0,'0'0'5'0,"0"0"1"16,0 0 3-16,0 0 0 0,0 0 2 15,0 0 0-15,5 20 1 16,-5-3 0-16,0 5-4 15,2 8-2-15,-2 5-1 0,5 5-1 16,1 2-1-16,-1-1-1 16,2-1-1-16,-2-1 0 15,0-6 0-15,-3-3-2 16,4-10 0-16,-4-1 0 16,-2-4-1-16,3-5 1 0,-3-10-1 15,0 11 0-15,0-11 0 16,0 0 1-16,0 0 0 15,0 0 1-15,9-3 0 16,-9 3 0-16,16-10 1 0,-2 5 1 16,2-2-1-16,0 1 1 15,10 1 1-15,-1 0-1 16,4 1 1-16,1 1 1 16,5 3 0-16,0-2 0 0,-1 0 0 15,1 2 1-15,-5 0-1 16,0 0 0-16,-8 0 0 15,1 0-1-15,-9 0-1 16,-2 2 0-16,-12-2-1 16,9 5-4-16,-9-5-5 0,0 0-17 15,-21 7-57-15,21-7-3 16</inkml:trace>
  <inkml:trace contextRef="#ctx0" brushRef="#br0" timeOffset="11049.89">6869 14564 159 0,'0'0'8'0,"0"0"9"16,-5 9 4-16,5 4 6 16,0 2 3-16,0 9 0 15,0 6 1-15,5 6 0 0,2 14-5 16,1 2-7-16,-1 9-5 16,1 3-5-16,-4 8-3 15,5 2-1-15,-5 3 0 16,-1 2-1-16,2 0 0 0,-3-2 0 15,0 1 1-15,1-9-1 16,-3-3 1-16,0-7-1 16,2-2 0-16,-2-7-2 15,2-7 0-15,-2-7-1 0,0-6 0 16,0-6-1-16,0-3-1 16,0-7-1-16,-2-1-1 15,2-13-2-15,-2 10-6 16,2-10-7-16,0 0-24 0,0 0-41 15,-5-5-1-15</inkml:trace>
  <inkml:trace contextRef="#ctx0" brushRef="#br0" timeOffset="11649.27">6933 15448 164 0,'0'0'7'0,"0"0"0"0,7 0 1 15,-7 0 0-15,0 0-2 16,0 0-1-16,13 0 0 0,-13 0-8 16,0 0-25-16,15 0-28 15,-15 0-3-15</inkml:trace>
  <inkml:trace contextRef="#ctx0" brushRef="#br0" timeOffset="12115.94">7305 15470 310 0,'0'0'8'0,"0"0"5"16,0 0 2-16,0 0 2 15,0 0 4-15,0 0-1 16,0 0 1-16,0 0 0 16,0 0-7-16,0 0-5 15,0 0-2-15,0 0-1 0,-4 10-3 16,-1 0 0-16,-4 5-1 16,-4 7 0-16,-4 0-1 15,-6 3 1-15,-2 7-1 0,-5-4-1 16,-3 1 1-16,4-1-1 15,-3-4 0-15,7-4-1 16,1 0-1-16,4-7-1 16,4-1-2-16,7-7-2 0,9-5-6 15,-17 6-8-15,17-12-40 16,0 6-22-16,7-8-4 16</inkml:trace>
  <inkml:trace contextRef="#ctx0" brushRef="#br0" timeOffset="12531.94">6987 15480 332 0,'0'0'7'0,"0"0"5"0,0 0 3 16,0 0 4-16,-6-3-1 16,6 3 2-16,0 0-1 15,0 0 0-15,0 0-6 0,0 0-5 16,0 0-2-16,10 13-2 16,3-1-2-16,1 9 0 15,6-7 0-15,4 7 1 16,4 0-1-16,4-1 1 0,-2 2-2 15,2-5 1-15,-2-1 0 16,-3-2-2-16,-2-1 0 16,-2 2 0-16,0-7 0 15,-9-1 0-15,-4-6 0 0,-10-1 0 16,13 9 0-16,-13-9 0 16,0 0 0-16,0 0-10 15,0 0-7-15,-9-6-29 16,9 6-40-16,-14-17-1 15</inkml:trace>
  <inkml:trace contextRef="#ctx0" brushRef="#br0" timeOffset="13467.02">6951 15381 358 0,'0'0'4'0,"0"0"5"15,0 0 0-15,2 5 1 16,-2-5 1-16,0 18 0 0,0-4 1 16,0 4 0-16,0 6-3 15,0 3-5-15,0 6 0 16,0-1-1-16,0 3-1 15,3-4-1-15,-1 2 0 0,1-3-1 16,1-6 0-16,-1-4-1 16,-1 0 0-16,4-7-2 15,-3-3-1-15,-3-10-1 16,2 12 0-16,-2-12-3 0,0 0-1 16,0 0 1-16,-2-10-1 15,-7-2 0-15,7-6-1 16,-5-7 0-16,-1 1 2 15,4-6 1-15,-1-2 3 16,-4-4 0-16,5 2 3 0,-1 5 3 16,3-1 2-16,-1 5 2 15,1 4 3-15,2 0 1 16,0 4-1-16,0 2-1 16,0 2 0-16,0 1-1 15,5 2-1-15,-1 0-1 0,-4 10-1 16,21-15 0-16,-9 13-1 15,8 2 1-15,-3 0 0 16,8 0 0-16,0 0 0 0,7 2 1 16,-2 3-1-16,2-2 0 15,3 0 0-15,-5-1-1 16,2-2 0-16,-2 0 0 0,0 0 0 16,-5 0-1-16,-5 0-1 15,-7-2 1-15,0 2 1 16,-2 0-1-16,-11 0 1 15,10 0-1-15,-10 0 0 16,0 0 0-16,0 0 0 0,0 7-1 16,0-7 1-16,0 17-1 15,-4-2 1-15,3 2-2 16,1 5 0-16,-3 3 0 16,3 0 0-16,0 3 0 0,0-2 0 15,0 2 0-15,0 1 0 16,3-4 0-16,2 2 0 15,-3-2 0-15,0-6 0 16,3 2 0-16,1-4 0 0,-4-2 0 16,1 0 0-16,-3-2 0 15,0-7 0-15,0-6 0 16,0 13 0-16,0-13 0 16,-18 8 0-16,6-5 0 0,-6-2 0 15,1-1 0-15,-5 0 0 16,-6 0 0-16,1 0 0 15,-1 3-2-15,1-3-3 16,-1 3-2-16,7 1-11 0,-2 3-42 16,9-4-26-16,3 0-2 15</inkml:trace>
  <inkml:trace contextRef="#ctx0" brushRef="#br0" timeOffset="14817.06">3773 15454 176 0,'0'0'5'0,"0"0"2"0,0 0 2 16,0 0 1-16,0 0 2 15,12-11-3-15,-12 11 2 0,25-6 0 16,-2 5-5-16,-5 1-3 15,15 0 0-15,-5 0-1 16,9-3-1-16,-5 3 0 16,14 0 0-16,-5-3-1 0,2 2 0 15,4 1 1-15,1-3-1 16,5-2 0-16,-2 2 1 16,6 1-1-16,5-2 0 15,0 0-1-15,5-3 0 16,-5 2 0-16,7-3 0 0,-7 6 0 15,6-5 0-15,-5 1-2 16,-7-1 2-16,6 4 1 16,1-1-1-16,2 1 1 15,-1 1 0-15,1-3 0 0,4 2 0 16,-2 0 0-16,2-1 0 16,1 1-1-16,0-1-2 15,4 1-5-15,-1-2-3 16,-2 3-1-16,4-2 0 0,-1 0-2 15,1-1 2-15,0 0 0 16,-1 0 3-16,1 0 3 16,1 0 4-16,0-1 2 0,-2-3 0 15,-3 4 0-15,0-2 0 16,-4 3 0-16,-8-2 0 16,1 3 0-16,0 2 0 15,-11-2 0-15,-1 3 0 16,-11 0 0-16,0 0-2 0,-10 0-10 15,-2 3-8-15,-25-3-28 16,15 10-1-16</inkml:trace>
  <inkml:trace contextRef="#ctx0" brushRef="#br0" timeOffset="15632.78">3703 15872 173 0,'0'0'5'0,"0"0"-1"0,0 0 3 16,20-10 1-16,-4 4 1 0,8 4-1 16,10-3 1-16,9 3 0 15,4-1-5-15,8 1-1 16,9-1-3-16,1 1-1 0,8-4-1 16,1 4 0-16,8-3 0 15,5 0 0-15,2 1 1 16,8-5-1-16,3 5 0 15,4-7 1-15,7 5-1 16,-4-2 1-16,0 4-1 0,0-4-3 16,-2 1 1-16,1-1 0 15,6 3 1-15,-8 0 1 16,-5 0-2-16,4 0 1 16,-9 0-5-16,6 1-5 0,-1-2 1 15,-7 3-2-15,-5 2 0 16,-5-2 1-16,-1 0-1 15,-5 2-4-15,-5-2 5 16,-6 0 5-16,-10 3 0 0,-5-2 1 16,-12 2 1-16,3 0 3 15,-14-3 2-15,1 3 7 16,-8-2 2-16,-11 2-3 0,-9 0-16 16,0 0-22-16</inkml:trace>
  <inkml:trace contextRef="#ctx0" brushRef="#br0" timeOffset="16666.43">3843 13183 141 0,'0'0'2'15,"22"0"1"-15,2 0-1 16,19 0 1-16,4 0 1 0,13 0-2 16,10 0 3-16,16 0-2 15,8 0 1-15,1-2-2 16,0-1 1-16,7 2 0 16,-1-3-1-16,9 4 0 15,9-2 1-15,-3 0-2 0,1-1-1 16,8-2 1-16,-6 1-1 15,8 0 0-15,4 3 0 16,-7-4 0-16,-4 2 0 16,4 0-2-16,0 1-5 0,-5 2-4 15,3-2-3-15,-10-1 0 16,-10 3-1-16,3-2 0 16,-1 2-2-16,-17-3 4 15,-8 3 5-15,-6 0 3 0,-14-2 3 16,-14 2-4-16,-4 0-8 15,-25 0-22-15</inkml:trace>
  <inkml:trace contextRef="#ctx0" brushRef="#br0" timeOffset="17632.95">3572 12533 134 0,'0'0'4'0,"0"0"5"16,0 0 5-16,0 0 1 0,0 0 3 15,0 0 3-15,0 0 3 16,7 0 1-16,6 0-5 16,1 0-2-16,11 0-6 15,0 0-1-15,17 1-3 0,8-1-2 16,8 3-3-16,6 0-2 15,5 1 0-15,5-1 0 16,5 2-1-16,5-3 1 16,-1 1-1-16,7 2 0 0,2-3 0 15,-2-2 0-15,4 2 0 16,0 1 0-16,6 0-1 16,2-3-1-16,-5 2 0 15,-3 1 0-15,0-3 0 0,-2 2 0 16,3 1 0-16,-8-3 1 15,2 2-1-15,-1 1 2 16,-6-3 0-16,2 2 0 16,0 0 1-16,-4 1-1 0,-1 0 0 15,4 2 0-15,-5 0 0 16,5-3 0-16,-7 3 0 16,7-3 0-16,-3 1 0 15,-6-1 0-15,1-2 1 0,-6 0-1 16,-8 0 1-16,-5-5-1 15,-9 3 1-15,-8-3 1 16,-9 3 0-16,-7-3 1 16,-8 2 0-16,-3 1 0 0,-12 2 0 15,0 0-1-15,0 0 0 16,0 0-4-16,-5 2-13 16,5-2-51-16,-9 12-3 15</inkml:trace>
  <inkml:trace contextRef="#ctx0" brushRef="#br0" timeOffset="19633.24">3388 12220 273 0,'0'0'8'0,"0"0"4"16,0-10 5-16,0 10 4 15,0 0 2-15,-3-10 2 16,3 10 0-16,0 0 0 16,0 0-7-16,0 0-5 0,-2 18-3 15,2-3-4-15,0 2-3 16,5 5-2-16,-1 0 1 16,-1 3 0-16,2 0-1 0,-2-3-1 15,2-2 1-15,-3-3-2 16,1-2 1-16,-1-2-2 15,-2-1 0-15,0-5-2 16,0-7-2-16,-2 18-1 16,2-18-2-16,-10 7 0 0,10-7-3 15,-11 5-1-15,11-5-1 16,-12 0-6-16,12 0-13 16,-13-12-35-16,13 12-8 15</inkml:trace>
  <inkml:trace contextRef="#ctx0" brushRef="#br0" timeOffset="20149.2">3358 12228 162 0,'0'0'4'0,"0"0"4"15,0-10 0-15,0 10 3 16,0 0 1-16,0 0 4 16,0 0 1-16,0 0 1 15,0 0 3-15,0 0-1 0,0 0-1 16,5 0 0-16,-5 0-2 16,10 0-1-16,-10 0-1 15,17 2-2-15,-17-2-4 16,13 2-3-16,-13-2 0 0,17 0-1 15,-6 3 0-15,1-3 1 16,0 0-1-16,3 0 0 16,4 0 1-16,1-3-1 15,1 1 0-15,-2 0 0 16,4-1-1-16,-3-2 0 0,-1 0-1 16,-4 3-1-16,-1-1 1 15,-2-2-2-15,-3 5 0 16,-9 0 0-16,12-2 0 15,-12 2 0-15,0 0 0 0,0 0 0 16,-2 7-1-16,2-7 1 16,-7 8-1-16,7-8 0 15,-12 10 0-15,12-10-1 0,-9 10 0 16,9-10-1-16,-5 7-2 16,5-7-5-16,0 0-10 15,-2 10-61-15,2-10 0 16</inkml:trace>
  <inkml:trace contextRef="#ctx0" brushRef="#br0" timeOffset="21316.88">6933 12356 126 0,'0'0'12'15,"0"0"8"-15,-9-3 7 0,9 3 3 16,0 0 5-16,-10-7 1 16,10 7 2-16,0 0 0 15,-2-9-7-15,2 9-9 0,0 0-4 16,0 0-5-16,0-13-3 16,0 13-3-16,0 0-2 15,14-8-1-15,-2 6-2 16,6 0 0-16,7-3-1 15,0 0 1-15,1 2 0 0,4-2 0 16,-2 0 0-16,-1 3 0 16,-2-1 0-16,-5 3 0 15,0-2 0-15,-7 2 0 0,-4 0-1 16,-9 0 0-16,16 2-1 16,-16-2 0-16,9 13 0 15,-6-3 0-15,-1 5 0 16,1 4 0-16,-1 2 0 15,-2 0 1-15,0 4 0 0,0 3-1 16,0 0 1-16,-5-2 0 16,0-4-1-16,1 0 1 15,-1-2-1-15,1-5 1 16,-1 0-1-16,1-5 1 0,-1-1-1 16,5-9 0-16,-7 11 0 15,7-11-2-15,-13 9-2 16,13-9-6-16,-17 5-17 0,-13 1-55 15,19-4-2-15</inkml:trace>
  <inkml:trace contextRef="#ctx0" brushRef="#br1" timeOffset="26583.1">3431 12183 311 0,'0'0'5'0,"0"0"4"0,0 0 3 16,0 0 3-16,0 0 3 15,-4 0 1-15,4 0 1 0,0 0 1 16,0 0-4-16,-12-5-3 16,12 5-4-16,0 0-3 15,-7 5-1-15,7-5-3 16,-5 22 0-16,-1-7-2 15,4 5 0-15,-1 2 0 0,1 3 0 16,0 0 0-16,-1 0-1 16,1-3 1-16,-1 0-1 15,3 0 0-15,-2-3 0 16,0-1 1-16,2-2-1 0,0-4 0 16,0-2 0-16,0-1 0 15,0-9 0-15,0 16 0 16,0-16 0-16,4 9 0 0,-4-9 0 15,0 0 0-15,0 0 1 16,10 4-1-16,-10-4 0 16,10 0 0-16,-10 0 1 15,15-7-1-15,1 6 1 16,-7-2-1-16,3-2 0 0,6 2 0 16,-4 1 0-16,4 2 0 15,-1-2 0-15,1 2 0 16,-4-3 0-16,4 3 1 15,-6 0-1-15,4 0 0 0,0 0 0 16,-3 0 1-16,-1 0-1 16,2 3 0-16,-2-3 0 15,1 0 1-15,-4 0-1 16,1 0 0-16,-1 0 1 0,2 0-1 16,-4 0 1-16,5 0 0 15,-4 0-1-15,2 0 1 16,-10 0-1-16,14-3 1 15,-14 3 0-15,11-3-1 0,-11 3 2 16,10-2-2-16,-10 2 0 16,0 0 0-16,0 0 0 15,9 0 0-15,-9 0 0 16,0 0 0-16,0 0 0 0,0 10 0 16,0-10 0-16,-4 13 0 15,4-13 0-15,-8 17 0 16,4-5 0-16,1-5 0 0,1 3 0 15,2 0 0-15,-3-2 0 16,3 4 0-16,0-2 0 16,0 3 0-16,0-1 0 15,0 3 0-15,-2-1 0 0,2-1 0 16,0 2 0-16,0 0 0 16,0 0 0-16,0-3 0 15,0 1 0-15,0 1 0 16,0-1 0-16,0-1 0 0,2 2 0 15,-2-1 0-15,0 2 0 16,0 2 0-16,0-2 0 16,0 0 0-16,0 0 0 15,-2 2 0-15,-2-2 0 16,4 0 0-16,0-3 0 0,-2 6 0 16,2-5 0-16,0 1 0 15,0 1 0-15,0 0 0 16,0-1 0-16,0 1 0 15,0 1 0-15,0 0 0 0,0-1 0 16,0 3 0-16,0-4 0 16,2 4 0-16,2-3 0 15,-2 2 0-15,1 0 0 0,-1-2 0 16,-2 1 0-16,3 0 0 16,-1 5 0-16,0-7 0 15,-2 1 0-15,3 5 0 0,-3-2 0 16,2 1 0-16,-2-2 0 15,0 1 0-15,0-1 0 16,0 1 0-16,0-1 0 16,0-2 0-16,0 2 0 15,0 0 0-15,0 1 0 16,0-1 0-16,0 0 0 0,0-2 0 16,0 5 0-16,3-3 0 15,-3 3 0-15,0-1 0 16,0-1 0-16,0 5 0 0,0-3 0 15,0 0 0-15,0-1 0 16,0 4 0-16,0-4 0 16,0 1 0-16,0-1 0 15,0 5 0-15,0-2 0 16,0-3 0-16,0 3 0 0,0 3 0 16,0-2 0-16,0 2 0 15,0 2 0-15,0-5 0 16,0 3 0-16,0 2 0 0,-3 0 0 15,1-2 0-15,-1 0 0 16,3-1 0-16,-4 1 0 16,4-2 0-16,-3-1 0 15,3-2 0-15,-2 0 0 0,2 0 0 16,0-1 0-16,0 3 0 16,0-2 0-16,0 0 0 15,0 3 0-15,0-1 0 16,0-3 0-16,0 1 0 0,0-2 0 15,0-1 0-15,0 1 0 16,0 2 0-16,0-4 0 16,-3 2 0-16,3 0 0 15,0 1 0-15,-2 1 0 0,2 1 0 16,0-2 0-16,0 6 0 16,0-6 0-16,0 6 0 15,-4 0 0-15,4-3 0 16,0 6 0-16,0-3 0 0,0-1 0 15,0 4 0-15,0-3 0 16,-2 1 0-16,2 2 0 16,0-2 0-16,0 2 0 15,0 1 0-15,0-2 0 16,0 1 0-16,0 2 0 0,0-1 0 16,0 1 0-16,0 3 0 15,0-3 0-15,0 1 0 16,0-1 0-16,0 2 0 0,0-2 0 15,0 0 0-15,0-1 0 16,0 1 0-16,2 0 0 16,-2 0 0-16,0-3 0 15,0 5 0-15,0-2 0 0,0-1 0 16,0 4 0-16,0 0 0 16,0-4 0-16,0 6 0 15,-2-5 0-15,0 1 0 16,-1 2 0-16,3 1 0 15,-5-1 0-15,5-1 0 0,-2-6 0 16,0 7 0-16,2-1 0 16,-3-3 0-16,3 4 0 15,0-4 0-15,-2 1 0 16,-1 1 0-16,3 1 0 0,-2-3 0 16,0 1 0-16,-2-1 0 15,2-1 0-15,-1 1 0 16,1-4 0-16,2 0 0 15,0 0 0-15,0-2 0 0,0-4 0 16,-2-6-6-16,2 2-21 16,0-4-56-16,0-11-5 15</inkml:trace>
  <inkml:trace contextRef="#ctx0" brushRef="#br1" timeOffset="27466.73">6874 12569 207 0,'0'0'5'15,"0"0"2"-15,0 0-2 16,0 0 3-16,8 0 2 0,-8 0 0 16,0 0 3-16,9 0 1 15,-9 0-4-15,0 0 2 16,10 0-3-16,-10 0-1 0,0 0 1 15,13 0-2-15,-13 0-2 16,10 0-2-16,-10 0-2 16,9 3-8-16,-9-3-33 15,20 0-26-15,-12 0-5 16</inkml:trace>
  <inkml:trace contextRef="#ctx0" brushRef="#br1" timeOffset="29849.9">6935 12255 214 0,'0'0'8'0,"0"0"6"0,-7-8 4 15,7 8 3-15,0 0 4 16,0 0-1-16,0 0 0 16,0 0 1-16,0 0-5 0,0 0-6 15,0 0-4-15,7 0-3 16,2 3-2-16,3 2-1 16,6-2 1-16,1-2 0 0,-1 2-1 15,3 0 0-15,2-3 0 16,0 0 1-16,-1 0-1 15,-5 0-1-15,1 0 1 0,-1 0-1 16,-7-3-1-16,2 3 0 16,-12 0 0-16,12 0-1 15,-12 0 0-15,0 0 0 16,0 0 0-16,0 0-1 0,9 4 1 16,-9-4 0-16,2 9 0 15,-2-9 1-15,1 14-1 16,-1-14 0-16,4 13 0 15,-4-3 0-15,0 2 0 16,0 3 0-16,0-1-1 0,0 2 1 16,0 1-1-16,0 0 0 15,0 1 0-15,0 0 0 16,0-1 0-16,0-3 0 16,0 1 0-16,0-3 0 15,2-1 0-15,1-3 0 0,-1 6 0 16,-2-14 0-16,5 11 0 15,-5-11 0-15,6 13 1 16,-6-13-1-16,0 0 0 0,0 0 0 16,5 10 0-16,-5-10 0 15,0 0 1-15,0 0-1 16,0 0 1-16,-3 8-1 0,3-8 1 16,0 0 0-16,-8 10 0 15,8-10 0-15,-10 7 0 16,10-7 0-16,-12 5 0 15,12-5-1-15,-15 5 1 0,3-2-1 16,1 2 1-16,-1-3-1 16,3 0 0-16,-7 1 1 15,4-1-1-15,-3 3 0 16,3-5 0-16,-4 2 0 0,2-2 0 16,-2 4 0-16,4-4-1 15,-2 0 1-15,1 0 0 16,3 0 0-16,-3 0 0 15,4 0 0-15,9 0 0 0,-12 0-1 16,12 0 1-16,-11 0 0 16,11 0 0-16,0 0 0 15,-10 0-1-15,10 0 0 16,0 0 0-16,0 0 1 0,0 0-1 16,-4 7 0-16,4-7 1 15,0 10 0-15,0-10-1 16,-3 17 1-16,3-7 0 15,0 2 0-15,0 2 0 0,0 3-1 16,0-3 1-16,0 5 0 16,0-1 0-16,0 1 0 15,0 2 0-15,0 1 0 16,0 0 1-16,0 1 0 0,0 1-1 16,-2 1 1-16,-1 5-1 15,1-3 1-15,0 1 0 16,-2 1-1-16,-1 1 0 15,3-1 0-15,0 4 1 0,2-3-1 16,-5 4 0-16,2-4 0 16,-1 4 0-16,1-4 0 15,1 3 0-15,-2-1 0 16,2-3-1-16,0 1 1 0,2-3 0 16,0 1 0-16,2-1 0 15,-2-4 0-15,6 2 0 16,-6 1 0-16,5-4 0 15,-3 0 0-15,-2 2 0 0,2-5 1 16,1 3-1-16,-3 1 1 16,0-4-1-16,2 4 1 15,-2-4 0-15,3 1-1 16,-3-5 2-16,0 6-2 0,0-5 0 16,0 1 0-16,0 1 0 15,0 0 0-15,0-2 0 16,0-1 0-16,0 3 0 15,0-3 0-15,0 2 0 16,0-3 0-16,0 4 0 0,0-3 0 16,0 2 0-16,0-2 0 15,0 3 0-15,0 1 0 16,0-2 0-16,-3 1 0 16,1 2 0-16,2 0 0 0,0-1 0 15,-3 4 0-15,1-4 0 16,2 1 0-16,0 0 0 15,0 2 0-15,-2 3 0 16,2-2 0-16,0 1 0 0,0 3 0 16,0-2 0-16,-3 3 0 15,3 0 0-15,-2-2 0 16,2-1 0-16,0 5 0 0,0-3 0 16,0 0 0-16,0 1 0 15,0-2 0-15,0-1 0 16,-4 0 0-16,4 2 0 15,0-2 0-15,0-2 0 16,0 1 0-16,0 1 0 0,-2-3 0 16,2 1 0-16,0 1 0 15,0-1 0-15,0-1 0 16,0 1 0-16,0-1 0 0,0 0 0 16,0-2 0-16,0-1 0 15,0 1 0-15,0 0 0 16,0 0 0-16,-2 0 0 15,2-4 0-15,0 2 0 16,-3 6 0-16,3-3 0 0,0-3 0 16,-2 4 0-16,2-3 0 15,0 5 0-15,0-5 0 16,0 3 0-16,0 0 0 0,0-2 0 16,0 2 0-16,0-2 0 15,0 2 0-15,0 2 0 16,0-5 0-16,0 1 0 15,2 2 0-15,1 0 0 0,-1-1 0 16,-2 5 0-16,2-4 0 16,2 3 0-16,-4 2 0 15,0 1 0-15,0 1 0 16,0 1 0-16,0 2 0 0,0-3 0 16,0 4 0-16,0 2 0 15,-4-3 0-15,2 0 0 16,2 1 0-16,-5-2 0 15,3 2 0-15,-1-1 0 0,1 0 0 16,0-2 0-16,-1 0 0 16,1-3 0-16,-1 3 0 15,3-3 0-15,-2-2 0 16,-2 2 0-16,2-4 0 16,0-1 0-16,-1-3 0 0,1 1 0 15,-1-5 0-15,1 0 0 16,0 0 0-16,2-5 0 15,0-1 0-15,0-9 0 0,-4 16 0 16,4-16 0-16,-1 14-7 16,1-14-23-16,0 0-47 15,-11-5-12-15</inkml:trace>
  <inkml:trace contextRef="#ctx0" brushRef="#br1" timeOffset="31469.98">3505 12175 147 0,'0'0'7'0,"0"0"4"16,-3 8 4-16,3-8 0 15,0 0 2-15,0 0 3 16,-9 10 3-16,9-10 2 0,0 0-5 16,-13 4-5-16,13-4 0 15,0 0-2-15,-10 6-1 16,10-6 1-16,0 0-2 0,0 9 0 16,0-9-2-16,17 8-1 15,-2-3-1-15,4-2 1 16,2 2-1-16,6-3-2 15,1 0-1-15,6 1-3 0,-1-2 2 16,1-1-2-16,3 0 1 16,4 4 0-16,1-4-1 15,-3 0 0-15,4 0 0 16,4 0 0-16,0 0 0 16,0 0 0-16,1 0-1 0,4 2 0 15,-3-2 1-15,1 0-1 16,-1 3 0-16,1-1 0 15,1 1 1-15,0-3-1 16,-3 3 0-16,1-3 1 0,1 0-1 16,-2 1 0-16,-2-1 0 15,-1 0 0-15,0 0 0 16,2 0 0-16,0 0 0 16,-2 0 1-16,4 0-1 0,2 0 0 15,-2 3 0-15,1-3 1 16,2 0-1-16,0 0 0 15,-5 0 0-15,3-3 1 0,-1 2-1 16,2-2 0-16,-2 0 0 16,-2-2 0-16,-2 5 0 15,0-2 0-15,-3-2 0 16,-2 4 0-16,0-1 1 16,-3 1-1-16,0 0 0 0,0-3 0 15,1 3 1-15,-1 0-1 16,0-2 0-16,2 2 0 15,0-2 0-15,2-1-1 16,-4 3 1-16,3-2-1 16,3 2 1-16,-7-3-1 0,2 3 0 15,-1-3 1-15,1 3-1 16,2-2 1-16,-3 2 0 16,-3-2-1-16,7-1 0 0,-4 0 1 15,2 3-1-15,-4 0 0 16,2-2 1-16,2 2 0 15,-3 0 0-15,-1 0 0 16,-1 2 0-16,-1-2 0 0,-1 3 0 16,0 0 0-16,2-1 0 15,-4-2 1-15,3 2-1 16,-1-2 1-16,-4 0 1 0,-1 0 0 16,-4 0 1-16,-7 0 1 15,-2 0 0-15,-14 0 1 16,12 0-1-16,-12 0 0 15,0 0 0-15,0 0-1 16,0 0 0-16,0 0-2 16,0 0-3-16,0 0-4 0,0 0-11 15,0 6-62-15,0-6-3 16</inkml:trace>
  <inkml:trace contextRef="#ctx0" brushRef="#br1" timeOffset="33683.12">3806 12478 108 0,'0'0'1'0,"0"0"1"0,0 0 1 16,0 0 0-16,4-3 6 15,-4 3 0-15,0 0 2 16,0 0 0-16,-4-7-1 0,4 7 1 16,-13 0-3-16,13 0 0 15,-15 0-2-15,15 0-4 16,-13 0-1-16,13 0 0 16,-12 4-1-16,12-4 0 0,-10 3 1 15,10-3 0-15,0 0 3 16,0 0 0-16,-8 5 1 15,8-5-1-15,0 0 1 0,0 0 0 16,0 0 1-16,0 0-2 16,-5 10 0-16,5-10 0 15,0 0 1-15,0 0 2 16,0 0 1-16,0 10 1 16,0-10 0-16,13 3 0 15,-13-3-1-15,17 2 0 0,-4 1-1 16,-3-3-2-16,10 0-2 15,-1 0 0-15,-1 0-1 16,7 1 0-16,-6-1 0 0,9 0 0 16,-3 0 0-16,2 0 0 15,1 0-1-15,-1 3 1 16,3-3-1-16,-3 0 0 16,2 3 0-16,1-2 0 0,0-1 0 15,0 4-1-15,-3-2 1 16,-2 1 0-16,1-1-1 15,-4 1 0-15,0 1 0 0,-2-1 0 16,-6 0 1-16,4-2-1 16,0 2 0-16,-3 3 0 15,5-4 0-15,7-2 0 16,-5 2 1-16,8-2-1 16,-5 3 1-16,7-3-1 15,-5 0 0-15,6 0 1 0,-11 2-1 16,1-2 0-16,-1 3 0 15,-5-3 0-15,3 2 0 16,-3-2 0-16,1 0 1 0,-3 0-1 16,3 0 1-16,1 0 0 15,3 0 0-15,-4 0 0 16,4-2 1-16,-5 2-2 16,4 0 0-16,-2-3 1 0,-1 3-1 15,-1 0 0-15,3 0 2 16,-6 0-2-16,7 0 0 15,-3-2 1-15,1 2 0 16,6-3-1-16,-3 1 0 0,4 0 1 16,0-4-1-16,0 3 0 15,-2 3 1-15,6-1-1 16,-5-2 0-16,0 3 0 16,-1-3 0-16,-1 3 0 15,2 0 0-15,0-1 0 0,0 1 0 16,-4-3 0-16,4 3 0 15,-2-3 0-15,1 3 0 16,-1-2 0-16,2 2 0 0,-5-3 0 16,3 1 1-16,-4 2-1 15,4-4 0-15,-3 4 0 16,4-1 1-16,1 1-1 0,2-3 0 16,-2 0 1-16,3 2-1 15,2 1 0-15,-1-3 1 16,-1 3-1-16,-4-2 0 15,3 2 0-15,-4 0 0 16,2 0 0-16,-5 0 0 0,0 0-1 16,5 0 1-16,-8 0-1 15,5 0 1-15,-2 0-1 16,-1 0 1-16,2 0-1 0,-1 2 1 16,-3-2-1-16,3 0 1 15,0 3 0-15,-1-3 0 16,2 0-1-16,-3 1 0 15,-4-1-2-15,6 0 2 16,-1 0-1-16,2 3 1 0,-4-3-1 16,0 0 1-16,4 3 0 15,-5-3 1-15,5 0-1 16,-1 0 1-16,-1 0 0 16,1 0 0-16,3 0 0 0,-2 0 1 15,5-3-1-15,-1 0 0 16,-3 3 0-16,2 0 0 15,1 0 0-15,0 0 0 0,0 0 0 16,3 0 0-16,-5 0-1 16,1 0 1-16,1 0 0 15,2 0 0-15,1 0 0 16,1 0 0-16,1 0 0 16,0 0 0-16,2 0-1 0,-4 0-1 15,2 0 1-15,-9 0-1 16,4 3 1-16,-7-3-4 15,-6 0-7-15,-1 0-29 16,-2 0-26-16,-9 0-3 0</inkml:trace>
  <inkml:trace contextRef="#ctx0" brushRef="#br1" timeOffset="34166.36">6039 12540 219 0,'0'0'4'0,"7"0"4"0,5 0 3 16,6 0 2-16,4 0 1 16,15 0 1-16,6 0 0 15,11 0 1-15,12 0-5 0,6 0-12 16,2 0-32-16,8 0-30 15,5 0-5-15</inkml:trace>
  <inkml:trace contextRef="#ctx0" brushRef="#br1" timeOffset="39900.89">3691 12147 177 0,'0'0'7'16,"0"0"2"-16,0 9 1 16,0-9 3-16,0 9 3 15,0-9 3-15,0 7 1 0,0-7 4 16,0 0-3-16,0 11 0 15,0-11 0-15,0 0-1 16,0-5 1-16,0 5-3 16,1-25 1-16,3 5-3 0,-2-12-4 15,1 0 0-15,-3-13 0 16,0-7-2-16,0-10-1 16,0-9-5-16,-9-11-4 15,3-13 0-15,-3-1 0 0,-4-12 0 16,3-3 0-16,3 1 0 15,0 5 0-15,5 4 0 16,2 9 0-16,0 10 0 16,2 14 0-16,5 7 0 0,-2 12 0 15,-3 13 0-15,0 5 0 16,1 12 0-16,-1 4 0 16,-2 15 0-16,0 0 0 15,0 0-9-15,12 9-23 0,-4 9-54 16,2-1-2-16</inkml:trace>
  <inkml:trace contextRef="#ctx0" brushRef="#br1" timeOffset="41049.58">6836 12131 219 0,'0'0'1'0,"0"0"3"15,0 0 1-15,0 0 4 16,0 0 2-16,0 0 3 0,0 0 2 15,0 0 1-15,0 0-2 16,0 0 0-16,0 0-2 16,0 0 0-16,0 0 0 0,0 0 1 15,0 0 0-15,0 0 0 16,0 0 0-16,0 0 3 16,8-8-1-16,-8-9 0 15,4 0-2-15,-4-6-1 0,0-9-2 16,0-5-8-16,0-10-3 15,0-6 0-15,-2-7 0 16,0-8 0-16,2-4 0 16,-3-4 0-16,1 1 0 0,2 1 0 15,0 5 0-15,-3-3 0 16,3 7 0-16,-2 3 0 16,2 3 0-16,-2 4 0 15,-2 6 0-15,3 4 0 0,1 6 0 16,-3 8 0-16,1 9 0 15,0 5 0-15,2 5 0 16,0 12 0-16,0-7 0 16,0 7 0-16,0 0 0 0,0 0 0 15,0 0 0-15,0 0 0 16,0 0 0-16,0 0 0 16,0 0 0-16,0 0 0 15,0 0 0-15,0 0-2 0,-6 2-17 16,6-2-29-16,0 10-40 15,0-10 0-15</inkml:trace>
  <inkml:trace contextRef="#ctx0" brushRef="#br1" timeOffset="46465.79">3601 10532 184 0,'0'0'2'16,"0"0"2"-16,0 0 2 0,0 0 2 16,12-11 3-16,-1 5 2 15,3-1 1-15,9 2 1 16,5-2-1-16,4 2-1 0,10-3-1 15,8 1-2 1,2-1-3-16,8 3-1 0,4-2-1 16,3 0-1-16,7 2-1 15,-1-1-1-15,-1 2 0 16,4 2-1-16,2-1 1 0,-2 0-2 16,4 3 1-16,-5 0-1 15,4 0 1-15,1 0-1 16,-5 0 0-16,0 3 0 15,1 0 1-15,1-1-1 0,-7 1 0 16,-1-3 1-16,1 1-1 16,-8 3 1-16,-3-2 0 15,1 0-1-15,-10 1 0 0,2-1 1 16,0 1-1-16,1-1 0 16,-7-2 1-16,0 6-1 15,0-5 0-15,-4-1 0 16,1 3 1-16,-9 2-1 15,-3-2 0-15,1-1 1 0,-7 3-1 16,0-3 0-16,-6 3 1 16,4-2-1-16,-3 2 0 15,3-2 1-15,-2-1 0 16,4 0-1-16,-2 3 0 16,0-5 1-16,-2 5-1 0,2-3 0 15,2 1 0-15,-6 0-1 16,1 0 1-16,-4-2 0 0,3 2 0 15,-4 1 0-15,0-1 0 16,0 2 0-16,0 1 0 16,-2-3 0-16,4-2 0 15,-4 2 0-15,1 1 0 0,4-1 0 16,-6 2 0-16,0-2 0 16,-2 1 0-16,-2-1 1 15,1 2 0-15,2-3 0 16,1 3 1-16,-5-2 0 0,6 2-1 15,2-3 0-15,-6 4 1 16,7-2-1-16,-4-2 1 16,-2 4-2-16,0-2 0 15,-1 2 0-15,2-2 1 16,-1 1 1-16,-10-5-1 0,18 9 0 16,-18-9 1-16,14 6-1 15,-4-1 0-15,0 0 0 16,-10-5 0-16,15 10-1 15,-15-10 0-15,13 10 1 0,-13-10-2 16,12 8 1-16,-12-8 0 16,7 9 0-16,-7-9 0 15,7 10 0-15,-7-10 0 0,11 13 1 16,-11-13-1-16,7 9 0 16,-7-9 0-16,5 13 0 15,-5-13 0-15,5 15 1 16,-5-15-1-16,2 15 0 0,-2-15 1 15,2 18-1-15,-2-18 1 16,0 14-1-16,0-14 0 16,0 12 1-16,0-12-1 15,0 16 0-15,0-16 0 16,0 12 0-16,0-12 0 0,0 14 2 16,0-14-1-16,-4 11-1 15,4-11 1-15,-10 12 1 16,10-12-1-16,-12 14 0 0,12-14 0 15,-16 10 0-15,7-5-1 16,2-2-1-16,-4 3 0 16,1-5-2-16,1 2 1 15,-4-1-2-15,1 0 1 0,-7 1 0 16,6 0 1-16,-8-1 1 16,1 1-1-16,-4-3 2 15,-3 2 0-15,-1 1-1 16,-2-3 2-16,-2 2-1 0,0-2 0 15,-5 3 0-15,-4-1 0 16,2-2 0-16,-6 0-1 16,0 2 1-16,-1 1 0 15,-5-3-2-15,-1 0 2 0,-1 0-1 16,1 0-1-16,-2 0 0 16,2 0-2-16,-5 0-1 15,0 0-1-15,0 0 0 16,-3 0-2-16,-3 0 0 15,7 0-1-15,-9 0 0 16,3 0 0-16,2 0-1 0,1 0 0 16,-1 0 0-16,-5-3-1 15,8 3-1-15,-5-2 0 0,2 2 0 16,3-2-1-16,0-1 1 16,5 1-3-16,-3-1-2 15,5 3-2-15,-4 0 2 16,2-2 1-16,-3 2 2 0,0 0 4 15,4 0 0-15,-2 0 4 16,2-3 4-16,3 1 2 16,3-1 0-16,3 0 1 15,2 1-1-15,4-3 1 0,2 0-1 16,4 0 2-16,-2-3-2 16,2 4 1-16,0-3 0 15,0 1 0-15,4 2 1 16,-2-4 1-16,1 4 1 15,-5-2 1-15,7-1 1 0,-3 2 2 16,6-2-1-16,-4-1 0 16,8 1 1-16,-3 3-4 15,7-5 1-15,1 8 0 16,-2-7-3-16,2 5 0 0,0-1 1 16,2 1 2-16,-2-3 4 15,4 2 1-15,2-4 5 16,7 8 1-16,-16-10 2 0,16 10 2 15,-10-15 2-15,10 15-3 16,-7-15 1-16,7 15-4 16,-2-17-1-16,-2 5-2 15,4-1 0-15,0 1-1 0,0 2-2 16,0-2 0-16,0-1-3 16,0 1-1-16,0 0 0 15,0 2-1-15,6 0-1 16,-1-2-1-16,2 1-1 15,2 1 0-15,3 0-1 0,2 1 0 16,-1 5 0-16,-3 1-7 16,2 3-20-16,10 0-48 15,-22 0-4-15</inkml:trace>
  <inkml:trace contextRef="#ctx0" brushRef="#br2" timeOffset="52368.07">2284 12508 255 0,'0'0'4'0,"0"0"3"16,0 0 0-16,0 0 4 0,0 0 2 15,5 7 0-15,-5-7 2 16,6 15 0-16,-4-5-4 16,1 2-1-16,2 5-1 15,-1 3-3-15,-2 0-3 0,6 5 1 16,-5 2-2-16,2 3-1 16,0 0 0-16,0 7-1 15,-3-5 1-15,1 5 0 16,-1 0 0-16,0 2-1 15,-2-1 1-15,3-1 0 0,-1 3 0 16,-2-3 0-16,4-2-1 16,-4-1 0-16,2-1 1 15,-2 1 0-15,2-4-1 16,-2 0 1-16,0-3-1 0,0 0 1 16,0 1-1-16,0-3 1 15,0-6 0-15,0 1 0 16,0-1-1-16,-2-3 1 0,0-4-1 15,-2 0 1-15,2-2-1 16,-1 0 1-16,3-10-1 16,-2 13 0-16,2-13 0 15,0 0 1-15,0 0-1 16,0 0 2-16,0 0 0 16,0 0 0-16,0 0 0 0,0 0 0 15,0 0 0-15,0 0 0 16,0 0-1-16,0 0-1 0,0 0-1 15,0 0-1-15,0 0 0 16,0 0-1-16,5-8 0 16,-5 8-3-16,0 0-2 15,0 0-4-15,6-13-6 0,-6 13-10 16,0 0-23-16,0 0-25 16,0 0-4-16</inkml:trace>
  <inkml:trace contextRef="#ctx0" brushRef="#br2" timeOffset="53699.63">3318 13258 16 0,'0'0'4'0,"0"0"5"0,0 0 6 16,0 0 6-16,0 0 5 15,0 0 6-15,0 0 2 16,0 0 4-16,0 0-3 0,0 0-6 15,0 0-4-15,0 0-7 16,4-7-4-16,-4 7-2 16,0 0-5-16,0 0-3 15,0 0-1-15,0 0-1 0,0 0-1 16,0 0 1-16,0 0 1 16,0 0 1-16,0 0 1 15,0 0-1-15,8 4 2 16,-8-4-1-16,5 9-2 0,-5-9-2 15,0 14-13-15,0-14-23 16,0 12-36-16,-2-2-4 16</inkml:trace>
  <inkml:trace contextRef="#ctx0" brushRef="#br2" timeOffset="54699.87">3438 13243 150 0,'0'0'9'0,"0"0"5"16,0 0 5-16,0 0 2 15,0 0 2-15,0 0-1 16,0 0 0-16,0 0 2 0,0 0-6 15,-3 4-7-15,3-4-3 16,0 18-2-16,0-5-1 16,0-1 1-16,3 6 1 15,-1 1-3-15,1-2-1 0,-1 4 0 16,0-2-1-16,-2 1 1 16,0 0 0-16,0-3-2 15,0 0 0-15,0 1 0 16,0-3 0-16,0-3 0 0,0 0-1 15,0-12 1-15,-2 18 0 16,2-18-1-16,-2 10 1 16,2-10 0-16,0 0 0 15,0 0 0-15,0 0 1 16,0 0 0-16,0 0-1 0,-5 9 1 16,5-9-1-16,0 0 0 15,0 0 0-15,0 0 0 16,0 0-1-16,0 0 1 15,0 0-1-15,0 0 1 0,0 0-1 16,0 0 1-16,0 0 0 16,0 0-1-16,0 0 1 15,0 0 0-15,0 0-1 0,0 0 1 16,0 0-1-16,0 0 1 16,0 0-1-16,-7 0-1 15,7 0 1-15,0 0 0 16,0 0 0-16,-13 0 0 15,13 0 0-15,0 0-1 0,0 0 1 16,-10 6 0-16,10-6 0 16,-8 0 0-16,8 0-1 15,-10 2 0-15,10-2 1 16,-17 2 0-16,4 1-1 0,1 0 0 16,-1-1 1-16,-1 0-1 15,-4 1 0-15,-1-1 0 16,-4 4 1-16,2-4-1 0,0 0 0 15,3 1 1-15,-4 0 0 16,5-3 0-16,1 2 0 16,2-2 0-16,-1 0 0 15,3 0 0-15,2 0 1 0,-1 0-1 16,11 0 0-16,-12 0 1 16,12 0-1-16,0 0 0 15,0 0-1-15,0 0-1 16,0 0 1-16,0 0-1 15,0 0-1-15,0 0-5 0,0 0-7 16,0 0-17-16,9 0-40 16,-9 0-4-16</inkml:trace>
  <inkml:trace contextRef="#ctx0" brushRef="#br2" timeOffset="56917.2">2263 13577 126 0,'0'0'4'16,"2"23"6"-16,0-4 1 0,3 12 8 16,0 8 1-16,0 5 3 15,0 13 2-15,3 8 1 16,-3 2-6-16,2 2-2 0,-3 1-3 16,2 2-3-16,-1 2-4 15,-2 0-1-15,-1-2-1 16,-2 5-2-16,0-3 1 15,0 1-1-15,0-2-2 16,0-3 2-16,0 4-3 0,0-7 0 16,3 0 0-16,1 0 0 15,-4-3-1-15,3-4 1 16,-1 4 0-16,-2-4 0 0,0-3-1 16,0 0 1-16,0-4-1 15,0 3 0-15,0-8 0 16,-2 2 1-16,-1-5-2 15,3-2 1-15,-2-1 0 0,-3-5 0 16,3 3 1-16,-1-8-1 16,-2 2 0-16,2-1 0 15,-2 1 1-15,3-2-1 16,0 1 0-16,-1-2 0 0,3-3 0 16,-2 1 0-16,2-4 0 15,0 3 1-15,0-9-1 16,0 2 0-16,-3 0 1 15,3-3-1-15,0-1 0 0,-2 1 2 16,-1-1-2-16,3-2 1 16,-3-5-1-16,3 5 0 15,0-5-1-15,-2-1-2 16,2-9-2-16,0 13-2 0,0-13-7 16,0 0-5-16,0 0-8 15,0 0-7-15,0 0-15 16,0 0-25-16,0 0-2 15</inkml:trace>
  <inkml:trace contextRef="#ctx0" brushRef="#br2" timeOffset="57082.83">2263 16305 268 0,'0'0'5'0,"0"0"2"15,0 0-1-15,0 0 0 16,0 0 1-16,0 0-4 16,0 0-12-16,0 0-42 0,4 0-17 15</inkml:trace>
  <inkml:trace contextRef="#ctx0" brushRef="#br2" timeOffset="57215.86">2263 16305 258 0,'14'7'-33'0,"-14"-7"-27"15,0 0-3-15</inkml:trace>
  <inkml:trace contextRef="#ctx0" brushRef="#br2" timeOffset="61285.94">3322 13593 203 0,'0'0'6'16,"0"0"0"-16,0 0 3 16,0 0 5-16,0 0-1 0,0 0 1 15,0 0 0-15,0 0 0 16,0 0-4-16,0 0-1 16,4 7-3-16,-2 2-2 0,0 4-1 15,1-1-1-15,-1 6 1 16,2 2-1-16,-2-1-1 15,0 1 1-15,1 2-1 16,-1 3 0-16,-2 0 0 0,0-3 0 16,0 3 0-16,0 3 1 15,-2-3-1-15,-1 4 0 16,1-7 0-16,0 5 0 16,-2-2 0-16,4 0 0 15,-2-5 0-15,-1 2 0 0,3-3-2 16,-2 5 1-16,0 0-1 15,-2-4 1-15,4 2-1 16,0-1 0-16,-1 3 0 16,1-4 0-16,0 2 1 0,-3-2 0 15,3-3 1-15,0 3-1 16,0 0 1-16,0 0-1 16,0-1 1-16,-2 1 0 15,0 0 0-15,2 2 1 16,-3-2-1-16,3 2 1 0,0-4 0 15,0 2 0-15,0 0 0 16,0-1 0-16,0-1 1 16,0 1-3-16,0-1 3 0,0-1-2 15,0-2 1-15,0 4 0 16,0-3 0-16,0 1 0 16,0-3 0-16,0 6-1 15,0-2 2-15,0-1-2 16,0 3-1-16,0-3 1 0,0 1-1 15,0-4 0-15,0 4 0 16,0-5 0-16,0 1 0 16,0-2 0-16,0 1 1 0,0-2-1 15,0 3 1-15,0-5 0 16,0 4 1-16,0-1 0 16,0 1 0-16,0-1 2 15,3 1-2-15,-1-4 1 0,-2 6 0 16,2-2-1-16,-2-3 1 15,4 2-1-15,0-2-1 16,0-3 0-16,-1 4 0 16,3-4 0-16,-4 2 0 0,0 2 0 15,3-2 0-15,-5 4 0 16,3-3-1-16,-1 0 1 16,-2-1 0-16,0 4-1 15,2-1 1-15,-2-2-1 0,0 0 1 16,0-10-1-16,0 15 1 15,0-15-1-15,3 12 0 16,-3-12 0-16,2 10 1 16,-2-10-1-16,3 11 0 0,-3-11 0 15,0 0 0-15,2 10 0 16,-2-10 0-16,0 0 0 16,2 8 0-16,-2-8 0 15,0 0 0-15,0 0 0 0,0 11 1 16,0-11-1-16,0 0 0 15,0 10 1-15,0-10-1 16,0 0 0-16,0 7 0 16,0-7 0-16,0 0 0 0,0 13 1 15,0-13-1-15,0 0 0 16,0 0 0-16,4 9 0 16,-4-9 0-16,0 0 0 15,0 0 1-15,0 0-1 16,0 0 0-16,0 0 1 15,2 11-1-15,-2-11 0 0,0 0 1 16,0 0-1-16,0 0 1 16,0 0 0-16,0 9 0 0,0-9-1 15,0 0 2-15,0 0-1 16,0 0 1-16,0 0-1 16,0 0 1-16,-6 10-1 15,6-10 1-15,0 0 0 0,0 0-1 16,-12 3 0-16,12-3 0 15,-9 5 0-15,9-5 0 16,-11 5-1-16,11-5 0 16,-17 4 1-16,10-1-1 15,7-3 0-15,-18 7 0 0,6-7 0 16,2 3 1-16,-2 2-1 16,4-3 1-16,0 1 0 15,-4-1 0-15,5 1 0 16,-4-3 0-16,11 0 0 0,-12 5-1 15,12-5 0-15,-14 0 0 16,3 2 0-16,2-2 0 16,-1 3 0-16,-3-3 1 0,1 3-1 15,1-1 0-15,-1-2 0 16,0 2 0-16,-1-2 0 16,1 3 0-16,3-3 0 15,-4 0 1-15,3 1-2 16,-1 3 1-16,-3-4 0 0,2 2 0 15,-1-2 0-15,-1 0 0 16,1 3 0-16,1-1 0 16,0-2 0-16,-5 3 0 15,6-3 0-15,-2 0 0 0,-1 0 0 16,0 0 0-16,0 0 0 16,-1 0 0-16,0 0 0 15,2 0 1-15,1 0-1 16,-2 0 0-16,1 0 0 0,-2 0 0 15,5 0 0-15,-2-3 0 16,0 3 0-16,-2 0 0 16,5 0 0-16,-4-2 0 15,1 2 0-15,3-3 0 0,-5 3 0 16,2 0 0-16,0 0 0 16,-1 0 0-16,0 0 0 15,1 0-1-15,0 3 1 16,-1-3 0-16,4 2 0 0,-1-2 0 15,0 0 0-15,2 3 0 16,8-3 0-16,-12 0 0 16,12 0 0-16,-7 0 0 15,7 0 0-15,0 0 0 0,-11 0 0 16,11 0 0-16,0 0 0 16,0 0 0-16,-7 0 0 15,7 0 0-15,0 0 0 0,0 0 0 16,0 0 0-16,0 0 0 15,-9 0-1-15,9 0 1 16,0 0 0-16,0 0-2 16,0 0 0-16,0 0-1 15,0 0 0-15,0 0-1 16,0 0-2-16,0 0-1 0,0 0-3 16,0 0-2-16,0 0-4 15,-11 3-6-15,11-3-11 16,0 0-25-16,0 0-19 0</inkml:trace>
  <inkml:trace contextRef="#ctx0" brushRef="#br2" timeOffset="62582.81">3261 13216 184 0,'0'0'8'0,"0"0"2"0,0 0 2 16,0 0 3-16,0 0 1 0,2-8 3 15,-2 8-1-15,0 0 0 16,0 0-5-16,0 0-3 16,0 0-2-16,0-10-1 15,0 10-2-15,0 0-2 0,0 0 0 16,0 0-1-16,-9 0 0 16,2 0-1-16,7 0 0 15,-21 3-1-15,6-3 1 16,1 2-1-16,-4-2 1 0,-1 0 0 15,-2 0-1-15,3 0 1 16,-3 0 0-16,-4 0-1 16,2-2 1-16,0 2-1 15,-2 0 1-15,6 0-1 16,-3 0 0-16,2 0 0 16,-1 0 0-16,4 0-1 0,0 0 1 15,-1 0 0-15,7 0 0 16,-1 0 0-16,1 0 0 0,11 0 0 15,-12 2 0-15,12-2 0 16,0 0 0-16,0 0 0 16,0 0 0-16,0 0 0 15,0 0 0-15,0 0 0 0,0 0 0 16,0 0 0-16,0 0 0 16,0 0-1-16,0 0 1 15,0 0 0-15,0 0 0 16,0 0 1-16,0 0-1 0,0 0-1 15,0 0-1-15,5 8-5 16,-5-8-8-16,7 3-24 16,-7-3-31-16,0 0-5 15</inkml:trace>
  <inkml:trace contextRef="#ctx0" brushRef="#br2" timeOffset="63367.78">3047 12623 129 0,'0'0'6'0,"0"0"2"0,0 0 5 15,0 0 3-15,0-12 4 16,0 12 1-16,0 0 4 0,0-9 0 16,0 9-2-16,0 0-1 15,0-11-3-15,0 11-5 16,0 0-1-16,0 0-2 0,0 0-3 16,0 6-1-16,-2 6-2 15,0 2-2-15,2 9-1 16,-3 2 1-16,1 7 0 0,2 0-1 15,0 8 1-15,0 0 0 16,2-1 0-16,1 3-1 16,-1-5-1-16,0 2 1 15,1-3-1-15,-1-1 0 0,1-9-1 16,-1-1 1-16,0-5-1 16,2 0 1-16,-2-7 0 15,-2-3 0-15,0-10 0 16,3 12 0-16,-3-12 1 0,0 0 0 15,0 0 0-15,0 0 0 16,0 0-1-16,0 0-1 16,0 0-1-16,-3-5-3 15,3 5-5-15,-6-11-8 16,6 11-23-16,6-16-34 0,-6 6-6 16</inkml:trace>
  <inkml:trace contextRef="#ctx0" brushRef="#br2" timeOffset="64715.86">2197 12621 205 0,'0'0'7'0,"0"0"4"0,0 0 4 0,4-10 0 15,-4 10 2-15,2-8 2 16,-2 8 0-16,5-12 2 15,-5 12-6-15,5-12-3 0,-5 12-2 16,4-17-1-16,-1 7 0 16,-1-1-3-16,-2-3 0 15,3 2-1-15,-1-3-1 16,-2 0-1-16,0-2 0 0,0 2-1 16,0-2 0-16,0-1 1 15,-2-2 0-15,-3 3-1 16,0 0 1-16,0 2 0 15,0 0-1-15,5 3 0 0,-2 2 0 16,0 0 1-16,2 10-3 16,0-13 0-16,0 13 1 15,0-10-1-15,0 10 1 16,0 0-1-16,0-13 1 0,0 13 0 16,0 0-1-16,0 0 1 15,0 0-1-15,0 0 0 16,0 0 0-16,0 0 0 15,0 0 0-15,9-4 1 0,-9 4-1 16,0 0 0-16,0 0 0 16,10 0 0-16,-10 0 0 15,0 0 0-15,10-3 0 0,-10 3 0 16,15 0 0-16,-8 0 0 16,6 0 0-16,1-1 0 15,4 1 0-15,2 0 1 16,2-3-1-16,6 3 0 0,1 0 0 15,9-3 1-15,1 1-1 16,1-1 0-16,5 1 1 16,0-2-1-16,-1 3 0 15,-2-2 0-15,1 3 1 16,-4-2-1-16,-9 2 0 0,0 0 0 16,-5-2 0-16,-6 2 0 15,-6 0 0-15,-1 0 0 16,-1 0 1-16,-11 0-1 15,7 0 0-15,-7 0 1 0,0 0-1 16,0 0 0-16,0 0 1 16,0 0-1-16,0 0 1 15,0 0-1-15,-4 4 0 0,4-4 0 16,0 0 0-16,0 0 0 16,0 0 0-16,0 0 0 15,0 0 0-15,0 0-1 16,0 0 1-16,0 0 0 0,0 0 0 15,0 0 0-15,0 0 0 16,0 0 0-16,0 10 0 16,0-10 0-16,4 11-1 15,-4-11 1-15,3 17 0 16,-2-8 0-16,5 1 0 0,-4 3 0 16,3 4-1-16,-5 3 1 15,6-2 0-15,-4 6 0 16,3 6-1-16,-2-3 1 15,1 2 0-15,1 2-1 16,-2-1-1-16,7-4-7 0,-7-6-18 16,6 3-50-16,-2-6-2 15</inkml:trace>
  <inkml:trace contextRef="#ctx0" brushRef="#br2" timeOffset="66132.84">2675 12178 390 0,'0'0'4'0,"0"0"2"0,0 0 1 0,0 0 1 0,0 0 0 16,0 0 0-16,0 0 0 15,-5 19 0-15,0 9-4 16,-3 6-2-16,-7 11-1 15,3 10 0-15,-5 7-1 0,-4 4 0 16,0 4 0-16,-4-4-1 16,0 2 1-16,0-6-1 15,2-6-1-15,-1-6-2 16,1-6-4-16,5-8-10 0,3-11-26 16,11-6-33-16,-1-6-4 15</inkml:trace>
  <inkml:trace contextRef="#ctx0" brushRef="#br2" timeOffset="66416.27">2774 12436 307 0,'0'0'5'0,"0"0"2"16,0 7 4-16,0 6 0 15,0 6 0-15,-3 11 2 16,-5 5 0-16,2 12 1 16,-12 5-5-16,0 6-3 0,-1 10-2 15,-6 1-1-15,-5 6 0 16,5-1-2-16,-5 1 0 16,-2-4 1-16,2 1-2 15,0-5 0-15,3-5-2 0,3-3-7 16,-1-9-17-16,-7-8-50 15,16-8-1-15</inkml:trace>
  <inkml:trace contextRef="#ctx0" brushRef="#br2" timeOffset="66716.28">2843 12911 352 0,'0'0'3'0,"0"0"2"16,0 8 4-16,0 1-1 0,-2 11 2 15,-5 4 0-15,-1 12 0 16,-7 9 1-16,-2 9-2 16,-6 10-4-16,-2 5-1 15,-7 9 0-15,0-2-2 16,-3 3 0-16,1 6 0 0,-1-6 1 15,3-2-1-15,2-1 0 16,-2-11-2-16,11-1-3 16,-1-14-8-16,7-5-31 0,8-8-37 15,1-16-1-15</inkml:trace>
  <inkml:trace contextRef="#ctx0" brushRef="#br2" timeOffset="66999.64">2918 13359 314 0,'0'0'2'0,"0"0"3"16,0 7 1-16,0 2 1 15,0 7 0-15,-4 9 2 16,-10 7 1-16,0 16 2 15,-9 6-1-15,-6 12-2 0,-4 12-2 16,-9 8 0-16,-6 6-1 16,2 5-2-16,-2-1-4 15,-2-3-4-15,6-5-8 0,2-8-12 16,4-16-47-16,8-5-7 16</inkml:trace>
  <inkml:trace contextRef="#ctx0" brushRef="#br2" timeOffset="67301.03">3181 13471 288 0,'0'0'4'15,"0"0"-1"-15,-7 2 2 0,0 16 1 16,-9 5 3-16,-1 10 2 16,-8 13 2-16,-7 11 1 15,0 12-2-15,-12 8 1 16,-2 10-1-16,-4-1-3 16,4 0-3-16,-4 0 0 0,3 0-3 15,2-7-1-15,3-2-2 16,5-6-4-16,3-9-7 15,6-7-21-15,12-5-40 0,-3-11-6 16</inkml:trace>
  <inkml:trace contextRef="#ctx0" brushRef="#br2" timeOffset="67600.92">3176 13860 285 0,'0'0'4'0,"-4"23"2"16,-11 3 3-16,-5 17 2 0,-8 11 3 15,-11 12 1-15,-4 14 2 16,-11 14 1-16,2 0-3 15,-6-1-3-15,1 1-3 16,8-7-2-16,-3-11-3 0,12-4-3 16,2-11-3-16,8-5-9 15,6-13-22-15,9-5-42 16,9-11-3-16</inkml:trace>
  <inkml:trace contextRef="#ctx0" brushRef="#br2" timeOffset="67882.92">3204 14340 398 0,'0'0'2'0,"0"10"1"15,-7 4 1-15,-3 12 1 0,-8 6 2 16,-7 12 0-16,-5 8 1 15,-7 16 1-15,-5 4-2 16,-5 3 0-16,-2 3-2 16,-4 1-1-16,3-3-1 15,6-1-1-15,-2-8-2 0,5-4-2 16,4-11-3-16,4-3-6 16,6-14-13-16,4-18-48 15,11 0-10-15</inkml:trace>
  <inkml:trace contextRef="#ctx0" brushRef="#br2" timeOffset="68132.96">3146 14922 356 0,'0'0'1'0,"-7"15"2"0,0 3 2 16,-8 7 1-16,-2 4 1 16,-6 9 1-16,-7 1-1 15,3 11 0-15,-1-6 0 16,-4 3-5-16,2-12-9 0,5 0-26 16,16-3-39-16,-6-9-5 15</inkml:trace>
  <inkml:trace contextRef="#ctx0" brushRef="#br2" timeOffset="68282.46">3160 15258 347 0,'0'0'1'16,"-14"11"-1"-16,2-3-2 0,-1 9-8 15,-6 7-24-15,1-1-33 16,-3 2-4-16</inkml:trace>
  <inkml:trace contextRef="#ctx0" brushRef="#br2" timeOffset="69649.7">3025 15423 174 0,'0'0'6'0,"0"0"3"16,0 0 6-16,0 0 1 0,0 0 2 15,0 0 0-15,4 3 0 16,-4-3 1-16,0 0-4 16,0 0-5-16,0 0-2 15,0 0-2-15,0 0-1 0,4 7 0 16,-4-7-2-16,0 15 1 16,0-5-1-16,0 0 0 15,-4 7-1-15,4 0-1 16,-2 4-1-16,2 0 0 0,-2 1 0 15,2 5 0-15,0 1 0 16,0 2 0-16,0-2 1 16,0-2-1-16,0-1 0 15,2-3-1-15,0 3-1 0,-2-11-2 16,4 7-4-16,-4-6-5 16,2 0-7-16,-2-5-7 15,0 0-11-15,0 2-13 16,0-2-20-16</inkml:trace>
  <inkml:trace contextRef="#ctx0" brushRef="#br2" timeOffset="69800.05">3035 15911 23 0,'0'0'0'16,"0"0"-4"-16,0 0-2 15,0-5-1-15,0 5 1 0</inkml:trace>
  <inkml:trace contextRef="#ctx0" brushRef="#br2" timeOffset="70416.89">3035 15911 161 0,'35'-34'6'0,"-35"34"6"0,0 0 4 16,-5-10 5-16,5 10 4 0,0 0 1 15,0 0 3-15,0-11 0 16,0 11-4-16,0 0-5 16,0 0-4-16,0 0-5 15,0 12-3-15,3-1-2 0,-3 2-3 16,0 4-1-16,2 0-2 15,-2 8 2-15,2 3-1 16,-2-5 0-16,0 5-1 16,3-6 1-16,-3 0 0 15,0-6-1-15,0 0 0 0,0-8-1 16,0-8-2-16,0 10-2 16,0-10-3-16,0 0-4 15,0 0-8-15,0 0-11 16,0-7-10-16,0 7-10 0,-3-15-10 15,3 5-6-15</inkml:trace>
  <inkml:trace contextRef="#ctx0" brushRef="#br2" timeOffset="70649.98">3059 16048 220 0,'0'0'9'0,"0"0"5"0,0 0 5 16,0 0 0-16,0 0 2 15,0 0 0-15,6 7 0 16,-6 3 0-16,0 5-7 0,0-1-5 15,0 11-5-15,0 3 0 16,0 4-2-16,0 2 0 16,0 1-1-16,0 0 0 15,0 0 0-15,0-1 0 0,0-7 0 16,0-2-2-16,0-5-3 16,0-6-5-16,0-1-10 15,0-13-16-15,0 12-39 16,0-12-5-16</inkml:trace>
  <inkml:trace contextRef="#ctx0" brushRef="#br2" timeOffset="71169.82">2813 15429 339 0,'0'0'7'0,"0"0"3"15,0 0 5-15,0 0 1 16,0 0 0-16,0 0 0 15,-9 11 0-15,-1 7 0 0,-3 7-5 16,-5 12-5-16,-6 2-2 16,-4 13-2-16,-1 5-1 15,-8 4 1-15,2-3-2 16,-2 2 2-16,-1-5-2 0,6-9-1 16,2-4-2-16,6-7-7 15,1-5-7-15,8-11-18 16,8-1-47-16,7-18-3 15</inkml:trace>
  <inkml:trace contextRef="#ctx0" brushRef="#br2" timeOffset="71382.91">2851 15735 357 0,'0'0'5'0,"0"0"4"0,0 15 1 16,-4 5 3-16,-5 5-1 15,-3 9 2-15,-3 9 0 16,-7 1 1-16,-4 8-6 0,-3 0-2 16,-3 1-3-16,2-7-2 15,0-2-4-15,1-9-6 16,8-3-10-16,2-8-21 16,1-13-42-16,18-11-4 15</inkml:trace>
  <inkml:trace contextRef="#ctx0" brushRef="#br2" timeOffset="71567.47">2916 16052 357 0,'0'0'4'0,"-2"15"3"0,-7-1 1 16,0 9 2-16,-8 7-1 16,-6 7 0-16,-7 8 0 15,-7 1 0-15,-3 4-3 16,-4 0-4-16,-2-3-4 0,4-2-9 15,-2-13-25-15,4-6-41 16,16-2-4-16</inkml:trace>
  <inkml:trace contextRef="#ctx0" brushRef="#br2" timeOffset="71717.69">2762 16384 346 0,'0'0'3'0,"-13"22"0"15,-9-4 1-15,-3 9 1 0,-5 5-1 16,-4 6-4-16,4 1-22 16,5 0-44-16,-3-7-7 15</inkml:trace>
  <inkml:trace contextRef="#ctx0" brushRef="#br2" timeOffset="76067.67">3077 15979 124 0,'0'0'6'16,"0"0"4"-16,0 8 4 0,0-8 2 16,4 13 3-16,-4-13 1 15,3 10 1-15,-3-10 1 16,0 0-6-16,0 0-4 16,0 0-5-16,0 0-1 15,0 0-2-15,0 0-1 0,0 0-1 16,11 10 1-1,-11-10 1-15,7 5 0 0,-7-5 1 16,19 2 2-16,-8-2-1 16,1 3 0-16,6-3 0 0,1 0-1 15,1 0-1-15,5 0 1 16,-4 0-1-16,3 3 0 16,-2-3 0-16,3-6-1 15,-8 2 1-15,3-1 0 0,-4-1 1 16,-2 2-1-16,-4 1-1 15,1-2-1-15,-11 5 1 16,12-2 0-16,-12 2-1 16,0 0-1-16,0 0 1 0,0 0-1 15,0 0-1-15,0 0 0 16,0 0 1-16,0 0-1 16,9 0 0-16,-9 0 0 15,0 0 0-15,0 0 0 16,0 0 1-16,0 0-1 0,0 0 0 15,0 0 0-15,0 0-1 16,0 0 2-16,0 0-1 16,0 0 0-16,0 0 1 0,0 0-1 15,0 0 1-15,0 0 0 16,0 0-1-16,0 0 1 16,0 0 0-16,0 0 0 15,0 0-1-15,0 0 1 0,0 0-1 16,0 0 0-16,0 0 0 15,0 0-1-15,0 0-2 16,0 0 1-16,0 0 0 16,0 0 0-16,8 0 0 15,-8 0 0-15,0 0 0 0,10 0 2 16,-10 0 0-16,10 0 0 16,-10 0 0-16,10 0 0 15,-10 0-1-15,12 0 1 0,-12 0 0 16,12-2 0-16,-12 2 0 15,8 0 0-15,-8 0 0 16,0 0 0-16,10 0 0 16,-10 0 0-16,0 0 0 15,0 0 0-15,0 0 0 0,10-3 0 16,-10 3 0-16,0 0 0 16,0 0 1-16,0 0 1 15,0 0 1-15,0 0 2 0,0 0 0 16,0 0 0-16,0 0 1 15,0 0 0-15,0 0-1 16,0 0-1-16,0 0-1 16,0 0 0-16,0 0-2 15,0 0-1-15,0 0 1 0,10-6-1 16,-10 6 0-16,0 0-1 16,0 0 1-16,0 0-1 15,0 0 1-15,8 3 0 0,-8-3 1 16,4 15 0-16,-1-2 0 15,2-1 0-15,-1 3 1 16,4 2-1-16,-3 2 0 16,0 4 0-16,2-3-1 15,-4 3 0-15,3-2 0 0,-2 2-1 16,-1 2 1-16,-1 0 0 16,-2-4 0-16,0 4 0 15,0 0 0-15,0-3 0 16,0 0 0-16,0-1 0 15,-5-1 0-15,3-5 0 0,0-1 0 16,-2-2 1-16,2-2-1 16,-1 1-1-16,3-11 1 15,-2 17 0-15,2-17 0 0,-2 10 0 16,2-10 0-16,-5 10 0 16,5-10-1-16,-5 9 2 15,5-9-1-15,0 0 0 0,-3 11 0 16,3-11 0-1,0 0 0-15,0 0 0 0,-8 10 0 16,8-10 0-16,0 0 0 16,0 0 0-16,0 0 0 15,-2 10 0-15,2-10 0 0,0 0 0 16,0 0 0-16,0 0 0 16,0 0-1-16,0 0 2 15,0 0-1-15,0 0 1 16,0 0 0-16,0 0 0 0,0 0 0 15,-2 7 0-15,2-7 0 16,0 0 0-16,0 0-1 16,-10 3 1-16,10-3-1 15,-10 4 0-15,0-4 0 0,0 2 0 16,-2 1 1-16,-3 0-1 16,-2-1 0-16,-1 0 0 15,-2 1 1-15,-2 0-1 0,-1-1 0 16,-2-2 1-16,0 0 0 15,-2 3-1-15,3-3 1 16,-4 0 0-16,6 0 1 16,-3 0-1-16,6 0 0 15,1 0 1-15,2 0-1 16,4 0 0-16,3 0 0 0,9 0-1 16,-9 0-1-16,9 0 1 15,0 0 0-15,0 0-1 16,0 0 0-16,6 2-1 0,-6-2-2 15,0 0-4-15,12 0-9 16,-12 0-36-16,0 0-29 16,5-10-4-16</inkml:trace>
  <inkml:trace contextRef="#ctx0" brushRef="#br2" timeOffset="76732.92">3130 16087 171 0,'0'0'9'0,"0"0"6"0,0 0 5 16,7-7 4-16,-7 7 1 0,0 0 3 16,7-7 1-16,-7 7 0 15,0 0-6-15,0 0-5 16,0 0-5-16,0 0-3 0,0 0-2 15,0 0-3-15,0 0-2 16,0 0-1-16,0 0-1 16,0 0-1-16,0 7 1 15,0-7-1-15,0 0 0 16,0 10 0-16,0-10 1 0,0 0 0 16,0 9 1-16,0-9-1 15,2 10 1-15,-2-10 1 16,0 18 1-16,3-3 0 15,-3 2 0-15,0 5 0 16,0 3 0-16,0 5 0 0,0-1 0 16,0 6-2-16,0-1 1 15,2-1-1-15,2-1-1 16,-2-2 0-16,1-3 0 0,-1 0-1 16,-1-6 0-16,-1 1 1 15,4-5-1-15,-2-5 0 16,-2 1 1-16,0-6-1 15,0-7 0-15,0 12 0 0,0-12-2 16,0 0-1-16,0 0-3 16,0 0-3-16,0-4-8 15,-6-9-15-15,3 3-51 16,3-2-2-16</inkml:trace>
  <inkml:trace contextRef="#ctx0" brushRef="#br2" timeOffset="77233.09">3355 16045 329 0,'0'0'7'0,"0"0"2"0,0 0 4 15,0 0 4-15,0 0 0 16,0 0-1-16,-7 0 1 16,7 0 0-16,-7 17-6 0,-1 1-4 15,-3 6-3-15,0 6-2 16,-2 4-1-16,-4 4 0 15,-1 2-1-15,4-9 0 16,-1 4-1-16,0-7-1 0,5-3-4 16,0-9-6-16,8-3-14 15,2-13-54-15,-3 8-3 16</inkml:trace>
  <inkml:trace contextRef="#ctx0" brushRef="#br2" timeOffset="77416.69">3480 16154 416 0,'0'0'3'0,"-5"13"1"0,-5 1 0 16,-3 3 0-16,-4 8 0 16,-3 3 1-16,0 4-1 15,-8 0 0-15,9 2-4 16,-3-9-7-16,7 0-13 0,7 2-47 15,1-15-13-15</inkml:trace>
  <inkml:trace contextRef="#ctx0" brushRef="#br2" timeOffset="77600.14">3544 16265 397 0,'0'0'6'15,"-5"8"1"-15,-2 6 1 16,-8 4 1-16,-5 8 0 15,-5 8 1-15,-2 0-1 0,-5 9 0 16,2 3-7-16,-2-8-6 16,9 1-35-16,6-6-41 15,7-14-1-15</inkml:trace>
  <inkml:trace contextRef="#ctx0" brushRef="#br2" timeOffset="80800.08">8092 11991 240 0,'0'0'7'0,"0"0"5"16,0 0 6-16,0 0 2 15,0 0 1-15,0 0 3 0,0 0-1 16,0 0 0-16,0 0-7 16,0 0-5-16,0 0-4 15,-5 10-3-15,5 5-3 0,0 6-1 16,0 4 0-16,0 2 1 16,0 5 0-16,0 3 0 15,2 2-1-15,1 0 1 16,-1-1-1-16,0 0 0 15,1 3 0-15,-1-4 0 0,1 3 0 16,1-6-1-16,0-3 1 16,-2-1-1-16,3-1 1 15,-5 0 0-15,2-2 0 0,1-5-1 16,-3 1 1-16,0-3 0 16,0-1 0-16,0 3 0 15,-3-5 1-15,1 3-1 16,-3-1 0-16,3 0 0 0,-4 3 0 15,4-2 1-15,-1-4-1 16,1 5 0-16,-1-1 1 16,1-3 0-16,2 0 0 0,0-1 0 15,0 2-1-15,0-1 1 16,0-3 0-16,0 0 1 16,0 1-2-16,0-3 0 15,0 0 0-15,0 0 0 16,0 0 1-16,-2 0 0 0,2-3 0 15,0-7 0-15,-3 17 0 16,3-17 1-16,-2 15-1 16,2-15 1-16,0 12-1 0,0-12 1 15,0 12-1-15,0-12 1 16,0 13-1-16,0-2 1 16,0-11 1-16,0 17-1 15,0-10 0-15,0 2 1 16,0-9-1-16,0 18 0 0,0-18 0 15,2 13-1-15,-2-13-1 16,3 10 1-16,-3-10-1 16,2 9 0-16,-2-9 0 15,0 15 0-15,0-15 1 0,0 10-1 16,0-10 0-16,2 12 0 16,-2-12 0-16,3 11 0 15,-3-11 0-15,0 9 0 0,0-9 0 16,2 10 0-16,-2-10 0 15,3 10 0-15,-3-10 0 16,0 0 0-16,2 15 0 16,-2-15 0-16,2 7 0 15,-2-7 0-15,0 10 0 0,0-10 0 16,4 12 1-16,-4-12-1 16,0 10 0-16,0-10 1 15,0 11-1-15,0-11-1 16,0 0-1-16,0 0-5 15,0 0-15-15,-8 2-58 0,8-2-1 16</inkml:trace>
  <inkml:trace contextRef="#ctx0" brushRef="#br2" timeOffset="81549.95">7602 12614 0 0,'0'0'0'0,"0"0"3"15,0-11 4-15,0 11 3 16,0 0 5-16,-5-6 0 16,5 6 3-16,0 0 1 15,-7-10 2-15,7 10-2 0,0 0-5 16,0 0-5-16,0 0-3 16,0 0-3-16,0 0-3 15,0 0-2-15,0 0-3 16,0 0-1-16,0 0-13 0,0 0-18 15,0 0-10-15</inkml:trace>
  <inkml:trace contextRef="#ctx0" brushRef="#br2" timeOffset="81867.75">7602 12614 128 0,'12'-52'2'0,"-12"52"1"0,-12-3-1 16,12 3 0-16,0 0-3 16,0 0-6-16,-12-2-5 15,12 2-4-15,0 0-4 16,0 0 0-16,0 0-2 16,0 0 2-16,0 0 4 0</inkml:trace>
  <inkml:trace contextRef="#ctx0" brushRef="#br2" timeOffset="83766.42">7294 13285 314 0,'0'0'7'0,"0"0"3"0,0 0 2 0,0 0 3 16,0 0 2-16,0-10 2 15,0 10-1-15,0 0 1 16,0 0-5-16,0 0-5 0,0 0-3 15,0 0-2-15,0 0-2 16,0 0-1-16,0 12-1 16,0 6-1-16,2-1 1 0,1 8 0 15,-3 0 1-15,2 2-1 16,0 1 0-16,-2-2 0 16,0-1 0-16,0-2 0 15,0-6-1-15,0-2 1 16,0-5-1-16,0-10 0 0,0 15 1 15,0-15-1-15,0 0 1 16,0 0-1-16,0 0 0 16,0 0 1-16,0 0-1 15,0 0 0-15,0 0 0 0,0 0 0 16,0 0-1-16,0 0-1 16,0 0 1-16,0 0-2 15,0 0 1-15,0 0 0 16,0 0 1-16,-4-8-1 15,4 8 1-15,0 0 1 0,0 0 0 16,0 0 0-16,0 0 1 16,0 0-2-16,4-10-3 0,-4 10-2 15,0 0-4-15,0 0-2 16,0 0-3-16,0 0-7 16,11-1-14-16,-11 1-24 15,0 0-16-15</inkml:trace>
  <inkml:trace contextRef="#ctx0" brushRef="#br2" timeOffset="84968.24">7314 13570 327 0,'0'0'5'0,"0"0"3"0,0 0 1 15,0 0 0-15,0 0 2 16,0 0-1-16,-6 5 1 0,3 5-1 16,1 7-4-16,2 0-3 15,-2 8 0-15,0 8-1 16,2 1 1-16,-3 8 0 15,1 2 1-15,-3 4 0 0,0-2 1 16,-1 4 0-16,2 3-3 16,-4-4 1-16,6 1-1 15,-5-3 0-15,4 0-1 16,1-2 0-16,2 0-1 0,-2-4 1 16,2-1 0-16,0-1 0 15,-4-2-1-15,2-2 1 16,2 0 0-16,0-3-1 0,-3 0 1 15,3 1-1-15,-2-4 1 16,2-1-1-16,-2-1 0 16,2-4 0-16,0 2 0 15,0-4 0-15,0-1 0 16,0-1-1-16,0-1 1 16,0 0 0-16,0-1 0 0,0 0 0 15,0-1 0-15,0-2 0 16,-3 1 0-16,3-3-1 15,-2 3 1-15,2-3 0 0,0 1-1 16,0-1 1-16,-3 0 0 16,1 1 0-16,2-1 0 15,0 3 0-15,-2 0 0 16,-1 0 0-16,1-3 0 0,-2 1-1 16,4 1 1-16,0-1 0 15,-2-3 0-15,2 0 0 16,0-10-1-16,0 11 1 15,0-11-1-15,0 17 0 16,0-17 1-16,0 11-1 0,0-11 1 16,-3 15-1-16,3-15 1 15,-2 15 0-15,2-15 0 16,-2 13-1-16,2-13 1 16,-3 15-1-16,3-15 0 0,-6 12 1 15,6-12-1-15,-3 17 0 16,3-17 0-16,-5 14 1 15,5-14-2-15,-4 11-1 16,4-11 0-16,0 0-1 0,0 0-1 16,0 10 0-16,0-10 0 15,0 0 0-15,0 0 1 16,0 0 1-16,0 0 1 0,0 0 0 16,0 0 2-16,0 0 0 15,0 0 0-15,0 0 0 16,0 0 0-16,0 0 1 15,0 0-1-15,0 0 1 16,0 0-1-16,0 0-1 0,0 0-2 16,0 0-7-16,0 0-24 15,-9-3-36-15,9 3-6 16</inkml:trace>
  <inkml:trace contextRef="#ctx0" brushRef="#br2" timeOffset="85899.6">7252 15297 223 0,'0'0'8'0,"0"0"3"16,12 0 4-16,-5 0 2 15,6 0 4-15,4 0-1 16,8 0 4-16,0 0-1 16,5 0-4-16,2 0-3 0,0 0-4 15,6 0-2-15,-6 0-2 16,2 0-1-16,-4 0-2 16,-2 2 0-16,-3-2-1 0,-5 0-1 15,-6 3 1-15,-2-3 1 16,-12 0 0-16,13 2 1 15,-13-2-1-15,0 0 0 16,0 0-1-16,0 0 0 16,0 0-1-16,0 0-1 15,0 0-1-15,0 0-1 0,0 0 1 16,0 0-1-16,0 0 0 16,0 0 0-16,0 0 1 15,0 0-1-15,0 0 0 0,0 0 0 16,0 0-1-16,0 0 0 15,0 0 1-15,0 0-1 16,0 0 0-16,0 0 0 0,0 0 0 16,0 0 0-16,0 0 1 15,0 0-1-15,0 0 0 16,0 0-3-16,0 0-1 16,0 0-5-16,0 0-7 0,0 0-29 15,0 0-36-15,0 0-3 16</inkml:trace>
  <inkml:trace contextRef="#ctx0" brushRef="#br2" timeOffset="86882.9">7418 15283 249 0,'0'0'8'0,"0"0"5"0,0 0 4 16,0 0 3-16,0 6 1 16,0-6 1-16,0 0 0 15,0 0 0-15,2 10-8 0,-2-10-5 16,0 17-4-16,0-1-1 16,0 6-3-16,0 5 0 15,0 3-1-15,0 9 1 16,0 1 0-16,0 4-1 15,3-4 1-15,-3 4-1 16,2-1 0-16,1-3 0 0,-1-8 1 16,0 0-1-16,2-6-1 15,1-2 0-15,-3-5 0 16,0-4-1-16,1-2-1 0,-3-13-1 16,0 15 2-16,0-15-1 15,0 0 1-15,0 0 0 16,0 0 1-16,0 0 0 0,-7 0 2 15,7 0-1-15,0 0 0 16,0 0 1-16,-11-5-1 16,11 5-1-16,0 0-2 15,0 0-1-15,0 0-2 16,-7-10-5-16,7 10-10 16,0 0-19-16,0 0-33 0,0 0-6 15</inkml:trace>
  <inkml:trace contextRef="#ctx0" brushRef="#br2" timeOffset="88435.47">7122 15874 245 0,'0'0'9'16,"0"0"3"-16,0 0 4 15,0 0 2-15,0 0 0 16,0 0 2-16,0 0-1 0,0 0 1 16,0 0-7-16,0 0-5 15,0 0-3-15,0 14-1 16,0-3-2-16,0 6-1 16,0 3 1-16,0 2 0 0,2 0 0 15,-2 0 0-15,4-1-1 16,-4-7 0-16,0 4 0 15,2-8 0-15,-2-10-1 16,0 12 0-16,0-12 1 0,0 0-1 16,0 0 1-16,3 10 0 15,-3-10-1-15,0 0 1 16,-3 7 0-16,3-7 0 16,0 0-1-16,-8 12 1 0,8-12-1 15,0 0 0-15,0 0 1 16,-7 11-1-16,7-11 1 15,0 0-1-15,0 0-1 16,0 0 0-16,0 0-1 16,0 0 0-16,0 0-2 0,0 0 0 15,0 0 0-15,-7 10-1 16,7-10 1-16,0 0 0 16,-8 7 1-16,8-7 0 0,0 0 1 15,-6 9 0-15,6-9 1 16,0 0-1-16,0 0 0 15,-7 11 1-15,7-11 0 16,0 0-1-16,0 0 2 0,0 0 2 16,3 7-1-16,-3-7 1 15,13 6 1-15,-6-5-1 16,3 2 2-16,5-3 0 16,-4 0-1-16,8 0 1 15,2 0 0-15,2 0-1 0,0 0 0 16,2 0 0-16,0 0 0 15,-2 0-1-15,3 0 0 16,-1 0 1-16,-2 2 0 16,-4-2 1-16,1 0 1 0,-6 0-1 15,-1 0 0-15,-3 0 1 16,-10 0 0-16,10-2-1 16,-10 2 1-16,0 0-3 0,0 0 0 15,0 0-2-15,0 0-2 16,0 0-3-16,0 0-5 15,0 0-9-15,-5-8-21 16,5 8-41-16,-12-4-2 16</inkml:trace>
  <inkml:trace contextRef="#ctx0" brushRef="#br2" timeOffset="88649.58">7425 15874 368 0,'0'0'6'0,"0"0"0"0,0 0 1 0,0 0 1 16,3 10 0-16,-3 2 0 15,4 5 1-15,2 6 0 0,-1 2-4 16,-3 4-4-16,3 4-2 16,-2-1-5-16,-1 0-12 15,-2 5-43-15,0-14-17 16</inkml:trace>
  <inkml:trace contextRef="#ctx0" brushRef="#br2" timeOffset="90266.26">7115 16073 304 0,'0'0'8'0,"0"0"4"16,0 0 2-16,0 0 3 15,0 0 1-15,0 0 0 16,0 0 0-16,0 0 0 15,0 0-7-15,-5 17-5 16,5-3-3-16,-2 9-2 0,-1 2 0 16,3 4-1-16,-2 3 0 15,2 3 0-15,0-3 0 16,0-2 1-16,0-6-1 16,-3-2 0-16,3-4 1 0,0-3-1 15,-2-5 1-15,2-10-1 16,-4 13 1-16,4-13 0 15,0 0-1-15,-4 10 1 0,4-10-1 16,0 0 0-16,-8 9 1 16,8-9-1-16,0 0 1 15,0 0-1-15,0 0 0 16,0 0-1-16,0 0 1 0,-4 11-1 16,4-11 0-16,0 0 0 15,2 9 0-15,-2-9 0 16,0 0 0-16,7 12 1 15,-7-12-1-15,11 8 1 16,-11-8 0-16,12 10 0 0,-12-10 0 16,14 2 0-16,-14-2-1 15,18 5 2-15,-8-5-1 16,-4 0 1-16,6 0 0 16,2 0 0-16,-1 0 0 0,4-5 1 15,3 5 0-15,3-4 1 16,-2-2-1-16,6 1 0 15,4 0 1-15,-6 1-1 16,5-1 0-16,-5 2 0 0,2-2-1 16,-5 2 0-16,-4 2 0 15,-5 1 1-15,-4-4 0 16,-9 4 0-16,10 0 1 0,-10 0 0 16,0 0 0-16,0 0 0 15,0 0 0-15,0-9-2 16,0 9-1-16,0 0-2 15,-12-15-2-15,12 15-2 16,-13-15-2-16,10 8-5 0,-6-6-3 16,6-1-5-16,-4-3-5 15,4-4-3-15,-5-4-3 16,4-4 0-16,-1 2-4 16,2-8-2-16,-1 1-2 0,-1-4-5 15,5 1-14-15,-6 5-1 16</inkml:trace>
  <inkml:trace contextRef="#ctx0" brushRef="#br2" timeOffset="90732.82">7244 15806 373 0,'0'0'6'0,"0"0"5"0,0 0 1 15,0 0 0-15,0 0 1 16,0 13 0-16,0-3 0 16,-7 5 1-16,-5 8-7 15,-2 2-3-15,0 4-1 0,-1 8 0 16,-5-2-1-16,4 2 1 15,-2-2-2-15,5-1 1 16,1-6-1-16,1-1-1 16,4-10-4-16,2 0-3 15,3-7-4-15,2-10-13 0,0 18-45 16,0-18-14-16</inkml:trace>
  <inkml:trace contextRef="#ctx0" brushRef="#br2" timeOffset="90966.83">7395 15884 405 0,'0'0'3'0,"0"0"2"0,0 0 1 16,-2 15 1-16,-5-3 0 16,-3 10 2-16,-3 6 0 15,-1 1 0-15,-7 11-2 16,1 0-3-16,-4-1-1 0,2 1 0 15,-1-3-1-15,0-2-3 16,4-10-2-16,4 0-4 16,0-9-7-16,8-3-23 0,7-13-44 15,0 10-2-15</inkml:trace>
  <inkml:trace contextRef="#ctx0" brushRef="#br2" timeOffset="91149.94">7363 16112 372 0,'0'0'4'0,"0"5"5"0,0 5 0 16,0 6 1-16,-7 4 1 15,0 8 1-15,-2 7 0 16,-3 0 0-16,-2 2-4 0,-6-1-3 16,2 2-6-16,1-8-7 15,2-1-15-15,0-1-44 16,2-11-14-16</inkml:trace>
  <inkml:trace contextRef="#ctx0" brushRef="#br2" timeOffset="91300.14">7319 16418 409 0,'0'0'3'0,"0"0"0"16,-3 13 1-16,-5-2 0 0,-1 3 0 15,-3 1 0-15,-1 0-5 16,1 4-16-16,7-3-58 15,-8-1-4-15</inkml:trace>
  <inkml:trace contextRef="#ctx0" brushRef="#br2" timeOffset="91719.86">7232 16516 238 0,'0'0'6'0,"0"0"4"15,0 0 2-15,0 0 0 0,0 0 2 16,0 0 2-16,0-8 3 15,0 8 1-15,9 0-6 16,2 0-1-16,1 0-2 16,8 0-2-16,8 0-2 0,6 0-2 15,7-3-1-15,15-1-1 16,11-1-1-16,2 0 2 16,11-3-1-16,2 4 2 15,5 1-1-15,-7-2 1 16,-4 0-1-16,-8 5-1 0,-14 0 1 15,-11 0-1-15,-11 0 0 16,-15 2-2-16,-17-2-1 16,0 11-5-16,-17-9-12 0,-8-4-49 15,-5 2-13-15</inkml:trace>
  <inkml:trace contextRef="#ctx0" brushRef="#br2" timeOffset="92532.93">8104 13441 241 0,'0'0'4'0,"0"0"4"15,0 0 5-15,0 0 3 16,-3 11 1-16,1 5 1 0,2 12 1 15,-3 9 0-15,3 13-2 16,0 8-3-16,0 17-6 16,3 9-3-16,4 7-2 15,1 12 0-15,2 3-2 16,-3 6 1-16,-2 2 0 0,0 4 2 16,0 6 0-16,-2-1 2 15,-3 0-1-15,2-2 1 16,-2 1 1-16,3-4-1 0,-3 1 0 15,0-5-3-15,0-6 0 16,0-3-1-16,0-1 0 16,0-5 1-16,-3-5-2 15,1-2 0-15,2-8 0 0,0-1 0 16,0-12 0-16,-3-1 0 16,3-9-2-16,-2-4 1 15,2-5-2-15,-3-4 2 16,-2-7-1-16,5-6 0 15,-5-3-2-15,3-9 0 0,-1-6-1 16,1 0-2-16,2-17 0 16,-5 12-1-16,5-12-1 15,0 0 0-15,0 0 2 16,0 0 2-16,0 0 0 0,0 0 2 16,0 0 1-16,0 0-1 15,-11 0-2-15,11 0-15 16,0 0-39-16,-9-20-16 15</inkml:trace>
  <inkml:trace contextRef="#ctx0" brushRef="#br2" timeOffset="93350.22">7574 15283 212 0,'0'0'7'0,"0"0"3"0,10 0 4 16,-10 0 3-16,13 0 5 0,-3 0 1 16,-10 0 2-16,17 0 0 15,-17 0-2-15,0 0-3 16,5 14-5-16,-5 7-3 16,-2 7-2-16,-5 9-3 0,-4 6-1 15,-3 6-1-15,-2 6-2 16,2-3-1-16,-6 2 0 15,3-4-1-15,-1-3 0 16,-2-6-2-16,5-10-2 16,0-2-3-16,8-9-5 0,-3-2-8 15,10-18-31-15,-2 12-30 16,2-12-3-16</inkml:trace>
  <inkml:trace contextRef="#ctx0" brushRef="#br2" timeOffset="93615.9">7915 15248 407 0,'0'0'2'16,"0"0"1"-16,0 11 1 16,-3 9 1-16,-1 8 1 15,-4 6 0-15,-7 13 2 0,1 11 0 16,-7 6-2-16,-1 5-1 15,-8 6 0-15,-2-4-2 16,-5 2 1-16,2-4-2 16,-2-7 0-16,4-5-1 15,1-8-2-15,7-7-6 16,0-7-12-16,11-13-32 0,14-4-31 16,0-18-3-16</inkml:trace>
  <inkml:trace contextRef="#ctx0" brushRef="#br2" timeOffset="93854.86">7915 15558 407 0,'0'0'2'16,"0"0"1"-16,0 0 3 0,5 1 1 16,-5 14 1-16,0 8 0 15,-5 7 0-15,-5 14 0 16,-5 10-1-16,-7 11-1 0,0 12-3 15,-8 4 0-15,-5 1-2 16,3 0 1-16,-5-3-1 16,3-9-2-16,6-7-2 15,2-13-7-15,9-7-13 16,2-12-59-16,7-13 1 0</inkml:trace>
  <inkml:trace contextRef="#ctx0" brushRef="#br2" timeOffset="94032.93">8052 15906 433 0,'0'0'0'0,"0"0"2"15,-8 15 1-15,1 7-1 16,-3 6 2-16,-5 9-1 16,-7 7 1-16,-3 8 0 0,-3 3-4 15,1 2-10-15,-5 7-59 16,4-17-10-16</inkml:trace>
  <inkml:trace contextRef="#ctx0" brushRef="#br2" timeOffset="94699.23">7515 13230 198 0,'0'0'11'0,"0"0"4"16,0 0 5-16,0 0 3 16,5-7 2-16,-5 7 1 0,0 0 1 15,0 0-1-15,0 0-8 16,0 17-5-16,-12 11-5 16,-4 6-3-16,-3 16-2 15,-4 7-1-15,-4 7 0 0,-3 10 0 16,0 1 0-16,0-6-1 15,0-2-1-15,3-7-4 16,5-6-6-16,0-12-15 16,-1-7-49-16,9-6-4 0</inkml:trace>
  <inkml:trace contextRef="#ctx0" brushRef="#br2" timeOffset="94982.99">7756 13350 299 0,'0'0'2'0,"0"0"2"16,0 0 2-16,0 0 1 16,0 0 2-16,0 0 2 15,0 16-1-15,-12 12 1 0,-3 12 0 16,-9 9-3-16,-3 11 0 15,-1 12-2-15,-8-1-2 16,-1 7-1-16,0-2 0 16,2-4-2-16,-2-6-4 15,7-1-7-15,3-12-23 0,-10-8-38 16,19-3-5-16</inkml:trace>
  <inkml:trace contextRef="#ctx0" brushRef="#br2" timeOffset="95282.71">7880 13602 339 0,'0'0'1'0,"0"0"2"15,0 0 2-15,0 14 2 16,0 10 1-16,-7 10 2 0,-6 8 0 15,-6 15 0 1,-6 10 1-16,-8 12-4 0,-6 5-2 16,-6 9-1-16,-4-2 0 15,-1-1-1-15,-5-2-1 16,6-4-1-16,-2-2 1 16,10-9-4-16,0-9-5 0,11-10-9 15,5-10-26-15,-1-8-31 16,18-15-8-16</inkml:trace>
  <inkml:trace contextRef="#ctx0" brushRef="#br2" timeOffset="95517.29">7768 14360 338 0,'0'0'3'0,"-2"20"2"15,-8 8 2-15,-8 5 2 16,-1 13 3-16,-11 10 2 0,-2 12-1 16,-9 8 2-16,-1-1-3 15,-2-1-2-15,1-6-5 16,4-2-5-16,4-12-9 16,9-10-30-16,7-8-39 0,5-9-3 15</inkml:trace>
  <inkml:trace contextRef="#ctx0" brushRef="#br2" timeOffset="95684.07">7721 14866 389 0,'0'6'3'16,"-13"12"1"-16,-6 7 1 15,-6 10 0-15,-5 5 1 0,-4 9-1 16,-8-2 0-16,1 10-5 15,-3-15-20-15,-1-4-53 16,17-13-4-16</inkml:trace>
  <inkml:trace contextRef="#ctx0" brushRef="#br2" timeOffset="96283.05">8004 12834 356 0,'0'0'7'0,"0"0"2"0,0 0 3 15,0 0-1 1,0 0 0-16,-4 5 0 0,-4 8 1 16,-7 1 0-16,3 9-6 15,-11 7-3-15,1 4-2 16,-6 9-1-16,0 1 1 0,0 0-2 16,0 1-3-16,-1-5-2 15,6-1-5-15,-4-14-11 16,6-12-46-16,4 6-10 0</inkml:trace>
  <inkml:trace contextRef="#ctx0" brushRef="#br2" timeOffset="96519.21">7930 12689 328 0,'0'0'3'0,"0"0"0"16,0 0 0-16,-8 8 1 16,1 6 1-16,-8 10 0 15,-5 3 0-15,-2 8 1 16,-6 7-2-16,4 1-1 0,-6 1-6 16,8-4-10-16,-6 0-23 15,7-13-32-15,5-1-5 16</inkml:trace>
  <inkml:trace contextRef="#ctx0" brushRef="#br2" timeOffset="96749.77">7915 12579 362 0,'0'0'1'16,"0"0"1"-16,0 8-1 15,-5 4 4-15,-5 5-2 16,-5 8 2-16,-2 2 0 0,-3 6 0 16,-5 1-1-16,-3 3-1 15,1-7-5-15,5 0-13 16,0-3-28-16,1-12-28 0,9 0-5 16</inkml:trace>
  <inkml:trace contextRef="#ctx0" brushRef="#br2" timeOffset="96933.03">7912 12500 362 0,'0'0'1'16,"0"0"1"-16,-9 12-1 16,1 1 3-16,-4 6-1 15,-3 1 0-15,-3 7 0 0,-4 3 2 16,0 2-2-16,2-4-5 15,2-1-15-15,6-4-29 16,-3-4-25-16,10-7-4 16</inkml:trace>
  <inkml:trace contextRef="#ctx0" brushRef="#br2" timeOffset="97883.25">7436 12541 161 0,'0'0'6'16,"0"0"6"-16,0 0 1 15,0 0 1-15,0 0 2 0,0 0 0 16,5 0-2-16,-5 0 0 15,0 0-6-15,0 0-2 16,0 0-3-16,0 0-2 16,0 0 1-16,9 0-1 0,-9 0-2 15,0 0-4-15,0 0-6 16,10 0-6-16,-10 0-12 16,0 0-21-16,0 0-14 15</inkml:trace>
  <inkml:trace contextRef="#ctx0" brushRef="#br2" timeOffset="99116.04">7522 12500 80 0,'0'0'1'16,"0"0"0"-16,0 0 0 16,0 0 1-16,0 0 1 15,0 0 0-15,0 0 3 0,0 0 3 16,0 0-2-16,0 0 0 16,0 0 0-16,0 0 0 15,0 0 0-15,0 0 0 16,8-5 1-16,-8 5-1 0,0 0 0 15,0 0-1-15,0 0 0 16,0 0 0-16,0 0-1 16,0 0-2-16,0 0-1 15,0 0 0-15,10 2-1 0,-10-2 2 16,0 0 2-16,0 0 1 16,0 0 1-16,0 0 1 15,5 11 2-15,-5-11 0 16,0 0 0-16,0 0 1 0,0 0-1 15,0 0 1-15,0 0 0 16,0 0 1-16,0 0 4 16,0 0-1-16,9 1 1 15,-9-1 0-15,0 0-1 0,0 0-3 16,4-6-2-16,-4 6-3 16,2-16-1-16,-2 7-3 15,2-1 0-15,-2-8-1 16,0 4 1-16,0-4 0 0,3 1 0 15,-3-3 0-15,0 3 0 16,0-1-1-16,2-1 0 16,-2-1 0-16,0 4 0 0,3 0 0 15,-3 0 0-15,0 4 1 16,0 0-1-16,0-1 0 16,2 3 1-16,-2 10-1 15,0-12 1-15,0 12-1 16,0 0 0-16,0-11 0 0,0 11-1 15,0 0 0-15,0 0 0 16,0-11 0-16,0 11-1 16,0-10 1-16,0 10-1 15,0-12 1-15,0 3-1 0,0 1 0 16,0-5 0-16,-2 1 0 16,2-4 0-16,0 2 0 15,0-1 0-15,0-2 0 0,0-1 0 16,0 3 0-16,0 4 0 15,0-3 0-15,0 4 0 16,0 1 0-16,0 9 0 16,0-13 1-16,0 13-1 15,0 0 0-15,0 0 0 0,0-7 0 16,0 7 0-16,0 0 0 16,0 0 0-16,0 0-1 15,0 0 1-15,0 0 0 16,0 0 1-16,0 0-1 0,0 0 0 15,0 0 0-15,0 0 0 16,0 0 0-16,0 0-1 16,0 0 0-16,0 0 0 15,0 0-1-15,0 0 1 0,0 0 0 16,12-5 1-16,3 5-1 16,2 0 1-16,3 0 0 15,8 0 0-15,1 0 1 0,6 0-1 16,2 0 0-16,0 0 0 15,-1 0 0-15,-4 0 1 16,3 0-1-16,-8 0 0 16,-3 0 1-16,-3 0-1 0,-6 0 1 15,-3-3 1-15,-5 3-1 16,-7 0 2-16,0 0-1 16,11 0 1-16,-11 0 0 15,0 0 0-15,0 0-1 0,0 0 0 16,-6 0-1-16,6 0 1 15,0 0-2-15,-10 3-2 16,10-3 2-16,0 0 0 16,-9 10 0-16,9-10-1 15,-3 12-2-15,3-12-5 0,-5 18-6 16,0-8-21-16,0 2-47 16,3 2-1-16</inkml:trace>
  <inkml:trace contextRef="#ctx0" brushRef="#br2" timeOffset="99456.77">7766 12000 298 0,'0'0'8'0,"0"-10"4"0,0 10 6 0,0-14 0 16,0 14 2-16,0 0 0 15,0 0 0-15,-10 15 0 0,0 13-7 16,-5 12-4-16,1 12-5 16,-9 8-1-16,-5 6-1 15,1 6 0-15,-3-3 0 16,3-1-2-16,-1-6-2 0,4-8-5 15,9-7-11-15,-4-10-31 16,8-10-31-16,9-7-2 16</inkml:trace>
  <inkml:trace contextRef="#ctx0" brushRef="#br2" timeOffset="99649.8">7928 12197 430 0,'0'0'3'0,"0"0"2"0,0 0-1 16,0 8 3-16,0 9 0 16,0 8 0-16,-8 7 0 15,-4 11 0-15,-6 4-3 16,-1 10-1-16,-4 7-2 0,-5 3-1 16,-1-3-4-16,-1 4-8 15,2-4-14-15,-6-9-55 16,17-4 0-16</inkml:trace>
  <inkml:trace contextRef="#ctx0" brushRef="#br2" timeOffset="99783.18">7920 12816 399 0,'-8'16'2'0,"-6"11"-1"0,-6 23-3 16,0 27-63-16,0-5-7 15</inkml:trace>
  <inkml:trace contextRef="#ctx0" brushRef="#br2" timeOffset="105699.58">7954 14831 151 0,'0'0'8'0,"0"0"5"16,0 0 3-16,0 0 3 16,0 0 2-16,0 0-2 15,0 0 3-15,0 0 6 16,0 0-7-16,11-4-2 0,3-2-3 16,14-4 0-16,9-5 1 15,11-7-1-15,14-3 0 16,7-8-4-16,16 0-2 15,9-7-1-15,3 1-1 0,2 3-1 16,-5 2-2-16,-9 7 0 16,-7 2-1-16,-16 7-1 15,-11 3 1-15,-19 6 0 0,-7 3 2 16,-9 2-1-16,-9 1 2 16,-7 3-3-16,0 0-4 15,0 0 0-15,0 0 0 16,-5 0 0-16,-5 0 0 0,-7 6 0 15,-1-2 0-15,1 6 0 16,-5-5-16-16,1 5-70 16,7 2-2-16</inkml:trace>
  <inkml:trace contextRef="#ctx0" brushRef="#br2" timeOffset="109499.96">7082 15893 123 0,'0'0'6'16,"0"0"6"-16,0 0 6 16,0 0 7-16,-12 0 3 0,12 0 3 15,0 0 3-15,-13 3 0 16,13-3-3-16,0 0-4 16,0 0-5-16,0 0-6 15,0 0-4-15,0 0-3 0,0 0-2 16,0 0-1-16,-9 17-3 15,9 3 1-15,-3 3-2 16,-1 7 0-16,1 7 0 0,1 5-1 16,-4 2 1-16,4 3-1 15,2-5-1-15,0 1 0 16,0-9 0-16,2-1 0 16,4-7 0-16,-4-5 0 0,3-2 1 15,-3-4-1-15,1 0 0 16,-3-5-1-16,0-10-1 15,0 15 0-15,0-15-2 16,0 9-2-16,0-9-2 16,0 0-3-16,0 0-1 0,-7-2-4 15,7 2-5-15,-5-14-9 16,-1 1-18-16,8-2-28 16,-2 0-4-16</inkml:trace>
  <inkml:trace contextRef="#ctx0" brushRef="#br2" timeOffset="110299.3">6958 15951 165 0,'0'0'6'0,"0"0"2"0,-5-10 2 16,5 10 4-16,0 0 4 16,-9-12 3-16,9 12 1 15,0 0-1-15,0 0-2 16,0 0 0-16,0 0 0 0,5 0-2 15,7 0-1-15,6 0 0 16,3 0-3-16,7 0 1 16,6 0-1-16,2-6-2 15,1 4-3-15,5-1-2 0,-10 1-2 16,-4-1-1-16,-3 1 0 16,-9 2-1-16,-5 0 0 15,-11 0 0-15,10 0-1 16,-10 0 1-16,0 0 0 0,0 0-1 15,0 0 1-15,0 0 0 16,0 0-1-16,0 0 1 16,0 0 0-16,0 0-1 15,0 0 0-15,0 0-1 0,0 0-1 16,0 0-2-16,0 0-1 16,0 0-2-16,0 0 0 15,0 0-2-15,0 0 1 16,0 0 1-16,0 0 2 0,0 0 1 15,0 0 3 1,0 0 2-16,0 0 1 0,0 0 0 16,0 0 1-16,0 0 0 15,0 0 0-15,4 5-1 16,-4-5-1-16,2 17-1 0,1-7 0 16,1 1 0-16,-2 3 1 15,3 4-2-15,-5 1-3 16,5 3-7-16,-3 6-19 0,-2 7-51 15,0 6-2-15</inkml:trace>
  <inkml:trace contextRef="#ctx0" brushRef="#br2" timeOffset="116549.36">5353 8846 33 0,'0'22'6'0,"0"13"10"0,0 22 11 16,0 20 4-16,0 19 0 16,3 11 2-16,-3 22-1 15,2 14-1-15,0-9-7 0,1 7-9 16,2-10-11-16,-2-4-2 15,0 2-3-15,-3 2 1 16,0-7 0-16,0-4 2 0,-3-10 1 16,0-1 3-16,0-9 1 15,1-6 0-15,2-17 0 16,0-10 2-16,0-11-3 16,0-1 0-16,2-16-1 0,1-4-2 15,0-8-2-15,-3-5-5 16,3-5-5-16,-3-6-7 15,0-11-16-15,7 10-34 16,-7-10-6-16</inkml:trace>
  <inkml:trace contextRef="#ctx0" brushRef="#br2" timeOffset="116900.07">5323 11886 455 0,'0'0'3'0,"0"0"0"0,-4-10 1 15,4 10 1-15,-3-10-2 16,3 10 1-16,0 0-4 16,-5-13-8-16,5 13-34 0,0 0-38 15,0 0-2-15</inkml:trace>
  <inkml:trace contextRef="#ctx0" brushRef="#br2" timeOffset="117416.66">5321 12304 400 0,'0'0'0'0,"0"8"0"15,0 4-1-15,0 8 1 16,0 5 0-16,0 9-1 16,0 13 1-16,0 12-1 0,2 14 2 15,1 11 0-15,-1 12 1 16,3 11 0-16,-3 13 0 16,7 3 1-16,-7 11 1 15,3 4 0-15,0 3 0 0,-1 6-1 16,4-1 0-16,0 5 0 15,-1-5 0-15,3 0-1 16,-3-5 2-16,1 0-4 16,2-1 1-16,-3-9 0 0,1-8-1 15,-3-1 1-15,-3-9-1 16,5-2-1-16,-7-13-1 16,3-6-5-16,-1-11 0 15,-2-6-1-15,0-8-6 0,0-15-20 16,-7-5-42-16,5-5-4 15</inkml:trace>
  <inkml:trace contextRef="#ctx0" brushRef="#br2" timeOffset="117566.92">5365 15819 447 0,'0'0'-1'0,"0"0"-2"15,-9 10-4-15,9-10-17 16,-23 2-52-16,23-2-3 16</inkml:trace>
  <inkml:trace contextRef="#ctx0" brushRef="#br2" timeOffset="118616.6">4300 8682 303 0,'0'0'1'0,"0"-12"2"16,7-1 1-16,0-3 2 16,11-7 4-16,1-4 0 15,14-6 1-15,5-3 0 0,11-2 1 16,8 4-3-16,8-1 0 16,7-2-3-16,5 5-1 15,10 4-2-15,3 1 0 16,4 2-1-16,3 6 0 15,-1 4 0-15,4 2 0 0,0 5-1 16,-1 8 0-16,0 6 0 16,-5 6 0-16,-4 6 0 15,0 4 0-15,-3 0 1 0,-8 8-1 16,1-1 0-16,-11 9-1 16,-2-1 1-16,-10 6 0 15,-4 1-1-15,-9 2 0 16,-6 2 1-16,-8 1-1 0,-4 1 0 15,-10-1 1-15,-5-2 0 16,-2 1-1-16,-9-6-1 16,0-1 1-16,-6-3-1 15,-8-1 0-15,2-2-1 16,-9-1-1-16,-4-2 1 0,-5-4-1 16,-2-1 1-16,-2 1-1 15,-6-1 1-15,0-5 0 16,3-2 1-16,-5-5 1 15,1-1-1-15,6-2 0 0,-2-1 0 16,8-6 0-16,1-3-1 16,1 1-1-16,5-1-2 15,6-2-7-15,2 0-11 0,-1-5-26 16,15 5-21-16,-12-10-7 16</inkml:trace>
  <inkml:trace contextRef="#ctx0" brushRef="#br2" timeOffset="118999.8">6131 9131 410 0,'0'0'5'0,"0"0"1"0,0 0 2 16,0 0-1-16,-12 2 0 15,12-2 1-15,-16 18-1 16,4-6 1-16,-3 6-5 0,-4 1-2 16,-6 1 0-16,-3 3 0 15,-2-4 0-15,-2 1 1 16,0-5-1-16,2 0 1 0,2-3 0 15,9-7-1-15,-1 0 0 16,10-1 0-16,10-4-1 16,0 0 1-16,17 13-2 15,15-10 1-15,14-1-1 16,16 4-2-16,12-6-15 0,-2 1-60 16,33 7-4-16</inkml:trace>
  <inkml:trace contextRef="#ctx0" brushRef="#br2" timeOffset="121401">6864 11425 321 0,'0'0'4'0,"0"0"3"16,0 0 2-16,0 0 4 15,0 0 2-15,12-13 2 16,3 4 1-16,8-4 1 0,7-5-2 16,9-7-1-16,3-1-3 15,13-4-3-15,5-2-2 16,4-1-1-16,3 0-2 0,-2-1-1 15,5 3-2-15,-3 1 0 16,-7 5-2-16,-7 3 0 16,-7 4-1-16,-9 1 2 15,-10 7-1-15,-4 3 1 0,-13 4-1 16,-10 3 0-16,0 0-1 16,-3 7-2-16,-4-4-6 15,7-3-37-15,-20 18-38 16,10-11-2-16</inkml:trace>
  <inkml:trace contextRef="#ctx0" brushRef="#br2" timeOffset="121833.88">8354 10676 406 0,'0'0'2'16,"0"0"0"-16,-9-7 0 15,2 7 1-15,-9 0-1 16,-3 0 2-16,-1 5-1 0,-3 3 1 16,-2 2-2-16,1 4 0 15,4 6 0-15,-1-3 0 16,8 4 0-16,5 1-2 0,8-2 2 15,2-2-1-15,8-2 1 16,10-1 0-16,10-2 0 16,0-6 1-16,7 2 0 15,-3 0 0-15,4-2 0 16,-6-3-1-16,-2 4 0 0,-8-2 0 16,-4 2 1-16,-8 3-1 15,-8-1 0-15,-2 2 0 16,-15 3 0-16,-5-2 2 0,-7 1-2 15,-8-1-1-15,-4 1-3 16,-4-3-4-16,1-4-6 16,-3-2-12-16,4-5-57 15,15-5-2-15</inkml:trace>
  <inkml:trace contextRef="#ctx0" brushRef="#br2" timeOffset="122916.82">8409 10553 449 0,'0'0'4'0,"0"0"-1"0,0 0 1 16,0 0 0-16,-2 12 0 15,2 3 1-15,0 8-1 16,2 6 1-16,9 6-4 16,1 4 1-16,0 4-1 0,8-2-1 15,-2-3 0-15,-1 2 0 16,3-11 0-16,-3-4-1 15,-4-8 1-15,-4-2-1 0,-1-2 1 16,-8-13 1-16,10 0-1 16,-10 0 0-16,8-18 1 15,-6 6 0-15,-2-6 0 16,2 3-1-16,3 1-1 0,-5 4 0 16,0 10 0-16,0 0 0 15,10-4 0-15,-4 10 0 16,-2 6 0-16,4 1-1 15,4-1 2-15,3 1-1 16,5-6 0-16,-2 1 0 0,8-6 1 16,2-2-1-16,2-7 0 15,-3-3 1-15,1-4 0 16,-4-4 1-16,-4-2 0 16,-5 0 0-16,-10-3 0 0,-2 6 1 15,-6 0-1-15,-7 7-1 16,-2 3 0-16,-3 4 0 15,-3 3-1-15,3 10 0 0,3 3-1 16,5-1 0-16,1 2 0 16,4 1-1-16,2-2 2 15,0-13-1-15,17 10 1 16,-1-10 0-16,3-2 1 0,1-9 0 16,0-1 1-16,2-1-1 15,-4-1 1-15,-1 2 0 16,-5-1-1-16,-4 3 0 15,-8 10 0-15,0 0-1 16,10 0-2-16,-10 0-1 16,0 13-2-16,0-3 0 0,0 4-1 15,0-2 2-15,2-1 0 16,9-4 0-16,3-7 3 16,4 0 2-16,7-13 2 0,2-4 1 15,3-10 2-15,-1-5 1 16,-2-3 0-16,-4-9 0 15,-5-4 2-15,-11 1 0 16,-7 3 0-16,0 2 0 0,-7 7-2 16,-11 7 0-16,4 11-1 15,-4 13-1-15,3 6-1 16,5 17-2-16,5 17 1 0,5 3-2 16,7 10 0-16,6 7 0 15,6 0-3-15,4 3-1 16,2-2-3-16,-2-7-1 15,-4-3-2-15,-1-8 0 0,-6-8 1 16,-7-10-1-16,-2-7 0 16,-3-14 3-16,-11 0 2 15,-1-14 2-15,2-7 2 16,-2-10-1-16,5-5 1 16,4-7 1-16,3-5 2 0,3-2-1 15,9-3 1-15,5 1 1 16,3 3 0-16,2 3 1 15,-1 5 1-15,1 11 0 16,-7 6 1-16,-3 7-1 0,-2 4 0 16,-10 13-1-16,12-3 0 15,-7 8-1-15,0 7-1 16,1 8-1-16,1 3-1 0,0 4 1 16,0 3-1-16,2 2-4 15,0 1-5-15,-6-4-21 16,1-2-51-16,1-2-1 0</inkml:trace>
  <inkml:trace contextRef="#ctx0" brushRef="#br2" timeOffset="123033.62">9436 10719 445 0,'0'0'2'0,"0"0"-1"0,5-7 1 0,7 1 0 16,13-1-1-1,5-5-16-15,14-3-61 0,11 0-1 16</inkml:trace>
  <inkml:trace contextRef="#ctx1" brushRef="#br2">9119 13688 0</inkml:trace>
  <inkml:trace contextRef="#ctx0" brushRef="#br2" timeOffset="125766.04">7455 12928 214 0,'0'0'5'0,"0"0"1"15,0 0 1-15,0 0-3 16,0 0 2-16,7-2 1 16,6-3-1-16,2-7-1 0,15-1-2 15,8-5-3-15,13-1 1 16,14-6 2-16,17-1-1 16,10-7 1-16,18-3 0 15,14 5 0-15,5-6 0 16,7 2-1-16,11-4 1 0,2 4 0 15,0-2 0-15,-5 7-2 16,-4 0 2-16,-9 4-1 16,-19 5 0-16,-8 1 0 0,-19 5-1 15,-23 5 0-15,-13 6 0 16,-11-1-2-16,-19 5-7 16,-19 0-21-16,0 7-33 15,0-7-2-15</inkml:trace>
  <inkml:trace contextRef="#ctx0" brushRef="#br2" timeOffset="126349.61">9957 12019 365 0,'0'0'6'0,"0"0"1"16,0-10 4-16,0 10-1 16,0-8-2-16,0 8 1 15,0 0 1-15,0 8-1 16,0 5-4-16,8 17-3 0,-3 2-2 15,5 7 0-15,-1 9 2 16,4-1-1-16,-1 0-1 16,1 0 1-16,-1-6-1 15,-5-5 0-15,2-4 0 0,-7-10 2 16,3-7 0-16,-5-3 0 16,0-12 1-16,0 0-1 15,-10-2 1-15,2-16 0 16,1-1 0-16,2-4-1 0,0-7-1 15,3 1 0-15,2-8 0 16,2 4-1-16,5 4 1 16,8 4-1-16,3 3 1 0,2 8-1 15,7 8 0-15,0 6 0 16,0 6 0-16,-2 10 0 16,0 4 0-16,-4 5 0 15,-9 0 0-15,-8 2 1 16,-4 3-1-16,-9-6 0 0,-11-2 0 15,-3-2-1-15,-3-4-2 16,-2-4-3-16,-2-5-4 16,5 0-9-16,3-4-24 15,2-3-37-15,20 0-2 0</inkml:trace>
  <inkml:trace contextRef="#ctx0" brushRef="#br2" timeOffset="126682.75">10368 12235 366 0,'0'0'6'0,"0"0"0"16,-5 6 3-16,5-6 0 16,-11 14 0-16,4-4 1 15,0-3-1-15,2 3 1 16,5-10-3-16,-6 15-2 0,6-15-1 16,6 5 0-16,6-5 0 15,3 0 0-15,-3-8 0 16,5-2 0-16,1 1 1 0,-3-1-2 15,-2-3 1-15,-4-2-1 16,-4 6-1-16,-5 9-1 16,-5-13 0-16,-7 10-1 15,-3 6-1-15,-5 7-1 0,0 5 0 16,3 7 0-16,0 0 1 16,5 6-1-16,8-1 0 15,4-4-2-15,6-4-4 16,13-2-4-16,4-7-10 15,4-2-24-15,3-8-34 0,7 0-3 16</inkml:trace>
  <inkml:trace contextRef="#ctx0" brushRef="#br2" timeOffset="127332.93">10655 12240 379 0,'0'0'7'0,"0"0"1"15,0 0 1-15,0 0 1 16,-9-5 1-16,9 5 1 15,-11 0-1-15,2 0 1 0,-1 0-6 16,-3 6-2-16,-1 3-3 16,-2 3 0-16,4 1-1 15,0-1 0-15,1 3-1 16,4-1 0-16,7-2 0 0,0-1 1 16,0-11 0-16,10 13-1 15,3-13 2-15,1 0-1 16,2 0 1-16,0-8 1 15,0 1 0-15,-2-3 0 0,-1-3 1 16,-4 1-1-16,-3-1 0 16,-4 3 0-16,1 0-2 15,-3 10-1-15,0 0 0 16,0 0 0-16,-3 10-1 0,3 5 0 16,0 3 1-16,3 2-2 15,2 0 0-15,5-1-2 16,2-4-2-16,1-3-3 15,-1-7 0-15,6 0-1 16,-4-5 0-16,2-5 2 0,-4-2 2 16,-5-8 4-16,4 3 5 15,-9-4 4-15,1 4 3 16,-3-5 3-16,-3 2 0 0,-3 3 1 16,1-1-1-16,1 4 0 15,-1-1-3-15,5 10-2 16,-5-10-3-16,5 10-2 0,0 0 0 15,12-5-2-15,-1 7 0 16,3 5-1-16,2 0 0 16,0 9 1-16,2-7 0 15,-1 7 0-15,-2-4 0 16,-3 3 0-16,-2-5 1 0,-10-10-1 16,16 12 1-16,-16-12 1 15,0 0-1-15,0 0 0 16,-10 0 1-16,10 0-1 15,-16-12 0-15,8 2-2 0,4-2-5 16,4-3-7-16,0-5-24 16,8 5-45-16,8 1-1 15</inkml:trace>
  <inkml:trace contextRef="#ctx0" brushRef="#br2" timeOffset="128217.98">11152 12225 416 0,'0'0'3'0,"0"0"0"0,-5 12 1 16,5-12-1-16,-4 18 0 0,-1-8 0 16,2 0 0-16,1 2-1 15,2-2-3-15,0 0-2 16,0-10-1-16,7 9-1 16,-7-9-1-16,17 0 0 0,-9 0 0 15,4-4 0-15,-2-6 2 16,5-3 1-16,-6-4 1 15,3 3 2-15,-3-4 2 0,-2 0 1 16,-2 6 0-16,-2-3 0 16,-3 15-1-16,2-6 0 15,-2 6-1-15,0 6 1 16,0 7-2-16,0 1-1 16,0 4 0-16,0 1 0 0,2-1 1 15,9-1 0-15,6-4 1 16,6-1 0-16,6-7 0 15,10-2 1-15,5-3 0 16,7-5 1-16,-1-5-2 0,3-3 1 16,-9-2 1-16,-1-3 1 15,-17 2 0-15,-3-1 1 16,-10 2-2-16,-13 2 1 16,0 3-1-16,-13 4 0 0,-4 6-2 15,-1 0-1-15,0 4-2 16,4 6 0-16,-4 5-2 15,6 0 1-15,5 2 0 0,2 2-1 16,5 1 1-16,7 3 0 16,5 2 2-16,9 0 0 15,-1-4 1-15,2 4 0 16,3-2 0-16,-3 2 0 0,-3-3 0 16,-6 0 0-16,-5-6 0 15,-8 2 0-15,-5-8 0 16,-7 0 0-16,-11-5 0 15,-2-2 1-15,0-3 0 16,0 0 1-16,3-10-1 0,2-1 1 16,6-3-1-16,6-5 1 15,8-4 0-15,8-4-1 16,9-5 0-16,10-3 0 0,3-4 0 16,7-4 0-16,2 0 0 15,0 2-1-15,-2 1 2 16,-3 2 0-16,-6 9 1 15,-9 2 0-15,-4 10 0 0,-7 5-1 16,-8 12-1-16,0 0 1 16,-8 0-1-16,-4 12-1 15,-1 5-1-15,-4 8-1 16,2 2 1-16,3 5 0 0,-1 1 0 16,2-1 0-16,10 0 1 15,1-2-1-15,1 0 0 16,8-3 0-16,-1-5 1 15,-1 0-1-15,-5 1 0 16,-2-2-3-16,-7 7-5 0,-15 0-24 16,-8 3-44-16,-12 1-1 15</inkml:trace>
  <inkml:trace contextRef="#ctx0" brushRef="#br2" timeOffset="129033.67">7162 15687 271 0,'0'0'7'0,"0"0"0"16,0 0 5-16,-2-6 0 15,2 6 4-15,0-20 0 0,5 2 2 16,2-1 1-16,11-12-5 15,-1-4-3-15,10-8-3 16,8-12-3-16,12-12-1 16,5-8-2-16,16-10 0 0,8-12-1 15,7-12-1-15,9-13 0 16,7-6 0-16,5-9 2 16,8-9-2-16,0-5 0 15,-1-3-1-15,4 4 0 16,-3-5 0-16,-6 7 0 0,-2 5 1 15,-6 6-1-15,-6 11 0 16,-11 4 0-16,-3 5 1 16,-4 15 0-16,-7 4 0 0,-7 9 0 15,-8 8 0-15,-5 8 0 16,-4 12 0-16,-11 8 2 16,-7 12-1-16,-8 6-2 15,-4 16-1-15,-8 2-5 0,-5 17-14 16,0 0-52-16,-3 21-2 15</inkml:trace>
  <inkml:trace contextRef="#ctx0" brushRef="#br2" timeOffset="134066.85">8074 15187 288 0,'0'0'8'0,"0"0"1"15,0 0 4-15,0 0 2 0,0 0 0 16,0 0-1-16,0 0 2 16,0 0 1-16,0 0-5 15,13 6-4-15,6 1-2 16,16 1-1-16,5 2-1 0,14-3 0 15,9 5 0-15,11-1-1 16,3-1-1-16,5-2-1 16,3 0 0-16,-3 2 0 0,-5-3 0 15,-8 1-1-15,-5 0 1 16,-9-1-1-16,-9 1 0 16,-12-3 1-16,-9 0 0 15,-8-3 2-15,-7 3-1 16,-10-5 1-16,0 0-1 0,0 0-3 15,0 0-4-15,-7 7-14 16,7-7-59-16,-15 3-2 16</inkml:trace>
  <inkml:trace contextRef="#ctx0" brushRef="#br2" timeOffset="134584.15">9423 15008 455 0,'0'0'2'0,"0"0"0"16,0 0-1-16,0 0 1 0,0 0 0 16,0 8 0-16,0 8 0 15,0 4 1-15,0 7-2 16,5 10 0-16,0 1 0 15,3 8 0-15,-1-1 1 0,-2-1-1 16,5-1 0-16,0-7 0 16,-5-3 0-16,-1-5 0 15,-1-7 0-15,0-6 1 16,-1-7-1-16,-2-8 0 0,0 0 1 16,0 0 0-16,0-11 0 15,0-5 0-15,0-4-1 16,0-5 1-16,8-3-1 15,2 4 0-15,-1-3 0 16,7 4 0-16,3 3-1 0,1 6 0 16,5 4 0-16,0 7-1 15,-1 3 1-15,4 6 0 16,-5 2 0-16,-1 9 0 0,-7-1 0 16,-5 3 1-16,-10 4-1 15,-6-3 1-15,-9 2-1 16,-11-1 0-16,-2-4-1 15,-7-2-2-15,1-1-2 0,2-6-3 16,2-4-9-16,7-1-10 16,6-3-23-16,17 0-33 15,0-10-3-15</inkml:trace>
  <inkml:trace contextRef="#ctx0" brushRef="#br2" timeOffset="134936.84">9876 15269 405 0,'0'0'3'0,"0"0"0"16,0 0 1-16,0 0 1 0,-3 8-1 16,3-8 1-16,-8 14 1 15,8-3 0-15,-2-1-3 16,2 0 0-16,2-3 0 0,-2-7-1 16,15 12 1-16,-5-12 0 15,8 0-1-15,1-2 1 16,-1-5 0-16,2-3 1 15,-3-3 0-15,-2 1 1 16,-5-1-1-16,-3 1 1 16,-7-1-1-16,0 13-1 0,-9-10 0 15,-7 10-1-15,-1 0-1 16,0 9-2-16,0 5 1 16,1 1-1-16,4 2 0 0,5 6 0 15,7-4-3-15,10-2-4 16,8-1-10-16,-2-7-17 15,2-1-47-15,19-6-2 16</inkml:trace>
  <inkml:trace contextRef="#ctx0" brushRef="#br2" timeOffset="135499.84">10248 15283 392 0,'0'0'5'0,"0"0"2"0,-9-14 1 16,-2 4 1-16,1 3 0 0,-8 0 0 15,2 2 0-15,-7 0 0 16,3 5-5-16,1 0-2 15,-2 6-2-15,7 5 0 16,1 2-1-16,8 1 0 16,5 1-1-16,3 0 2 0,10-6-1 15,3 2 0-15,6-4 1 16,6-4 0-16,2-3 1 16,-2 0 0-16,-4-5 1 15,1-2 0-15,-7-4 0 16,-4 2 1-16,-7-1-1 0,-7 10-1 15,11-13-1-15,-11 13-2 16,0 0-3-16,0 0-5 16,0 0-4-16,0 0-2 0,0 0-3 15,0 7 1-15,0-7 0 16,10 8 2-16,-10-8 8 16,15 5 7-16,-15-5 9 15,14 0 5-15,-14 0 6 0,16 0 0 16,-16 0 1-16,12-2-1 15,-12 2-3-15,14-8-3 16,-3 5-5-16,-4 1-3 16,5 0-2-16,1 2-1 0,2-3-1 15,0 3-1-15,4 0 1 16,1 5-1-16,1 0 0 16,-2 3-1-16,1-1 1 15,-8 0-1-15,1-1 1 16,-3 1 0-16,-10-7 1 0,0 0-1 15,0 0 1-15,0 0 1 16,0 0 1-16,0 0 0 16,-5 0-1-16,5 0 0 0,-7-11-2 15,4 5-3-15,3 6-6 16,0-23-11-16,8 3-47 16,6 10-18-16</inkml:trace>
  <inkml:trace contextRef="#ctx0" brushRef="#br2" timeOffset="136165.94">10772 15210 402 0,'0'0'6'16,"0"0"2"-16,0 0 2 16,0 0 0-16,-4 8 0 15,4-8 1-15,-9 15-1 16,9-15 0-16,-2 16-6 0,2-6-4 16,0-3-4-16,6 4-3 15,-6-11-1-15,14 12-2 16,-7-10 0-16,4 1 0 15,-1-3 1-15,2-5 1 16,1-1 5-16,-4-5 3 0,7 1 2 16,-4-4 3-16,0-1 1 15,-2 2 1-15,-2 1 0 0,-4 4-1 16,-4 8-1-16,0 0-2 16,0 0 0-16,0 0-2 15,0 8-1-15,0 4-1 16,0 3 0-16,3-1 0 0,2 3 0 15,5 0 1-15,7-6-1 16,3 2 1-16,10-6-1 16,7-5 2-16,5-2-1 15,8-2 1-15,5-8 0 16,2-3 1-16,-5-1 0 0,-2-4 2 16,-9 4 2-16,-8-4 0 15,-14 3-1-15,-6 3 1 16,-13 2-1-16,-4 3-1 15,-8 4 0-15,-9 3-3 0,4 3-1 16,-5 4-1-16,4 5-1 16,1 6 0-16,4 3 0 15,4 0 1-15,4 6 0 16,5 0 0-16,9 3 0 0,9 0 0 16,1 0 1-16,6 1-2 15,-2 2-1-15,-3 2 0 16,0-6-1-16,-7-1 1 0,-9-1-1 15,-4-7 2-15,-15-5 0 16,-4-5 3-16,-4-10 2 16,-4-3 2-16,-1-10 1 15,3-6 1-15,3-11-1 16,12-5-1-16,10-6 0 0,8-6-2 16,16-8-2-16,12 0-4 15,6 2-6-15,13 5-24 16,14 3-50-16,-12 6-3 15</inkml:trace>
  <inkml:trace contextRef="#ctx0" brushRef="#br2" timeOffset="137766.81">10196 15272 372 0,'0'0'6'0,"0"0"5"0,0 0 1 16,0 0 2-16,0 0 1 15,0 0 1-15,7-10 0 0,-7 10 0 16,0 0-6-16,-10-3-3 15,1 3-3-15,-4 0-2 16,1 3-1-16,-4 4-1 16,4 1-1-16,0 2 0 0,2 2 0 15,0-2 0-15,10 3 0 16,0-3 0-16,10-3 1 16,4 0-1-16,4-4 1 15,4-3-1-15,1 0 2 16,0-6-1-16,-2 2 1 0,0-3 1 15,-7-1 0-15,-1 0-1 16,-13 8 1-16,12-9-1 16,-12 9 0-16,0 0 0 0,5 7-2 15,-5 3 0-15,2 2-2 16,4 1-2-16,1 1-5 16,8 6-8-16,-2-2-34 15,6-8-30-15,-1-5-5 0</inkml:trace>
  <inkml:trace contextRef="#ctx0" brushRef="#br2" timeOffset="138404.79">10425 15233 413 0,'0'0'5'0,"0"0"3"0,0 0 2 16,-8-8 2-16,8 8 1 15,0 0-1-15,0 0 1 16,0 0 0-16,0 0-4 15,0 0-6-15,5 0-3 0,8 5 0 16,3 5 0-16,2 2 0 16,6 2 0-16,-3 3 0 15,1-1 0-15,1-1 0 16,-5 0 0-16,-4-3 0 0,-2 1 0 16,-12-13 0-16,13 12 0 15,-13-12 0-15,0 0 0 16,-5 2 0-16,5-2 0 0,-15-7 0 15,10-2 0-15,0-4 0 16,5-2 0-16,0 0 0 16,5 0 0-16,7 0 0 15,1-2-4-15,4 7-7 0,-2-2-5 16,5 5-7-16,-5-3-4 16,-1 7-1-16,-1-2 1 15,-3 2 9-15,-3 3 9 16,-7 0 8-16,13 0 8 0,-13 0 11 15,0 0 5-15,0 0-1 16,3 6 0-16,-3-6-7 16,0 12-4-16,0-12-5 15,0 11-2-15,0-11-3 0,2 17 0 16,-2-17 0-16,7 11-1 16,-7-11 0-16,16 8 0 15,-16-8 0-15,16 0 0 16,-5 0 0-16,-4-5 1 0,2-2-1 15,3 0 1-15,-3-6 0 16,-2 1 0-16,5-1-1 16,-1 3 1-16,-4 0-1 15,-7 10-1-15,16-10 1 0,-16 10-1 16,8 0 0-16,-8 0-2 16,4 15-3-16,-2-5-5 15,5 2-26-15,0 1-43 16,2-4-3-16</inkml:trace>
  <inkml:trace contextRef="#ctx0" brushRef="#br2" timeOffset="139099.76">10782 15852 468 0,'0'0'4'0,"0"-10"0"0,0 10 3 15,0-15 0-15,0 4 0 16,-2 0 1-16,-6-3-2 0,-1 4-6 16,-7 6 0-16,0 1 0 15,-5 3 0-15,1 3 0 16,-2 7 0-16,5 5 0 15,5-1 0-15,1 4 0 16,9 0 0-16,4 2 0 0,11-4 0 16,9 5 0-16,8-7 0 15,-1 4 0-15,6-5 0 16,3-1 0-16,-6-2 0 0,-2 0 0 16,-2 0 0-16,-14-1 0 15,-4-2 0-15,-10-7 0 16,-5 18 0-16,-12-13 0 15,-8 5 0-15,-5-6 0 0,-7 3 0 16,-1-4-5-16,3 3-10 16,1-4-32-16,6-2-38 15,11 0-2-15</inkml:trace>
  <inkml:trace contextRef="#ctx0" brushRef="#br2" timeOffset="139882.92">10996 15921 436 0,'0'0'2'16,"0"0"2"-16,0 0 1 0,0 0-1 15,0 0 2-15,0 0-1 16,5 12 2-16,-5-12 0 16,10 5-1-16,2-2-2 15,0-3 0-15,1 0 0 0,8 0-1 16,0-5 1-16,-1-2-1 15,-3-1 0-15,-1-2 1 16,-7 3-4-16,-4-4 0 16,-5 11 0-16,-10-12 0 0,-4 12 0 15,-9 0 0-15,1 5 0 16,-6 8 0-16,3 1 0 16,6 6 0-16,4 1 0 15,7-2 0-15,8 1 0 16,10-3-4-16,10-4-1 0,13-3-1 15,6-3 0-15,6-4-1 16,8-3-2-16,-2-8 1 16,2-2 2-16,-7-3 3 0,-5 1 4 15,-11-2 0-15,-9-1 2 16,-8 0 1-16,-10 2 2 16,-10 3 0-16,-11 3-1 15,-5 2-2-15,-3 5-2 0,-2 0 0 16,1 8-1-16,2 1-1 15,4 4 0-15,8-3 1 16,12 2-1-16,1-5 0 16,14 0 0-16,7-1 1 0,11-6-1 15,3 0 0-15,2-6 1 16,3 2-1-16,-5-3 1 16,-1-3 0-16,-8 5 1 15,-5-2 0-15,-8 1 0 16,-3 4 0-16,-10 2-1 0,0 0-1 15,0 0-1-15,1 10-1 16,-1-10-2-16,0 12 0 16,0-12 0-16,12 8 1 15,-12-8 0-15,19 0 1 0,-6-3 1 16,6-4 2-16,-3-8 2 16,1 0 0-16,0-5 2 15,0-3 1-15,-4-3 1 0,-3-2 2 16,-4 1 0-16,-3 5 0 15,-3 2-1-15,0 2-1 16,0 18-1-16,0 0-5 16,-9 0 0-16,6 22 0 15,3 2 0-15,0 9 0 0,5 4 0 16,2 4-3-16,4-2-8 16,-4-4-18-16,-7 0-54 15,12-5-3-15</inkml:trace>
  <inkml:trace contextRef="#ctx0" brushRef="#br2" timeOffset="140007.07">11768 16008 441 0,'0'0'4'0,"0"-10"0"15,0 10 0-15,16-12 1 16,6 2-2-16,7-5-23 0,21 2-56 16,13-6 0-16</inkml:trace>
  <inkml:trace contextRef="#ctx0" brushRef="#br1" timeOffset="164783.01">3733 16417 233 0,'0'0'7'0,"0"0"5"0,0 0 2 16,8 0 2-16,-8 0-1 0,0 0 0 16,0 0 1-16,7 0 0 15,-7 0-5-15,0 14-4 16,0 1-4-16,0 2 2 16,0 6-2-16,0 7 1 15,0 6 3-15,0 10-1 0,0 3 0 16,0 3 1-16,0 3 1 15,0 6 0-15,0-2 0 16,0 1 1-16,0-1-3 16,0 2 0-16,0-32-3 0,0 6 0 15,-2-4-1-15,-1 7 0 16,3-3-1-16,-2 2 0 16,0-3-1-16,-2 3 0 15,4 3 1-15,0-4 1 16,-2 2-1-16,2 2 0 0,0-3 0 15,0 3 0-15,0-3 0 16,-3 5 0-16,3-42-2 16,0 35 0-16,0-1 0 0,0-1 0 15,0-3 0-15,0-1 0 16,0-1-1-16,0-1 1 16,3-3 1-16,-3 0 0 15,0-3 0-15,0 2 1 16,0-4-1-16,0-19 0 15,0 25 0-15,0 2 0 16,0-27 0-16,0 23 0 16,0-1-1-16,0-22 1 15,0 0-1-15,0 10 0 0,0 2 0 16,0-2 0-16,-3 2 0 16,3-12 0-16,0 10 1 15,0-2-1-15,0 2 0 16,0 5 1-16,0-15-1 0,0 0 0 15,0 0-1 1,0 0 1-16,0 0 0 0,0 0 0 16,0 0 0-16,0 0 0 15,0 0 0-15,0 0 1 16,0 0-1-16,0 0 1 16,0 0 0-16,0 0 0 15,0 0-1-15,0 0 1 16,0 0 0-16,0 0-1 0,0 0 1 15,0 0 0-15,0 0 0 16,0 0-1-16,0 0 1 16,0 0 0-16,5 0 0 15,3 0 0-15,48-8 0 16,-35 2 0-16,9 5 0 16,0-2 1-16,9-1-1 0,46-2 0 15,-33 4 0-15,8-1 1 16,2 3-1-16,7 0 2 15,3 0-1-15,6 0 0 16,4 0 0-16,4 0 1 16,4 0-1-16,4 0 1 15,0 3 0-15,7-3-1 0,-2 2 0 16,2-2 1 0,1 0-1-16,3 0-1 0,-4 3-5 15,1 0-11-15,1-3-26 16,-2 0-37-16,-7 0-2 15</inkml:trace>
  <inkml:trace contextRef="#ctx0" brushRef="#br1" timeOffset="165850.04">6807 16483 190 0,'0'0'5'0,"0"0"3"0,0 0 1 16,0 0 7-16,0 0 2 0,0 5 3 15,0 11 0-15,-3 9 2 16,3 11-2-16,0 5-3 16,0 15 0-16,0 3-6 15,0 7-1-15,3 5-2 0,-1 0-1 16,3 1 0-16,-5-35-4 15,2 5 0-15,-2-2 0 16,0 7-1-16,0-5 0 0,4 8-1 16,-4-5 0-16,0 1-1 15,0 2 1-15,0 3 1 16,0-3-3-16,0-2 0 16,-4 2 0-16,4-4-1 15,-2 1 0-15,2-2 0 16,-3-2 0-16,3-41 0 0,0 32 1 15,-2 3 1-15,0-8-1 16,2 1 0-16,-3-6 0 16,1 0 1-16,2-22-1 15,-5 20 1-15,0 3-1 16,5-23 1-16,0 0-1 16,0 0 1-16,-2 8-1 15,-4 3 0-15,4-1 0 0,-3 0 1 16,5-10-1-16,0 0 1 15,0 0 0-15,0 0-1 16,0 0 1-16,0 0 0 16,0 0-1-16,0 0 0 15,0 0 0-15,-5 2 0 0,0 1 0 16,0 2 0-16,-47 12 0 16,32-14 0-16,-4-1 0 15,-1 1 0-15,-8-1 0 16,-49 3 0-16,32 0 0 15,-4 0 0-15,-8-1 0 16,-6-1 1-16,1 5-1 16,-2-3-1-16,-3 2-3 15,2-2-9-15,0-3-63 0,6 4-2 16</inkml:trace>
  <inkml:trace contextRef="#ctx0" brushRef="#br1" timeOffset="168199.85">10263 13352 200 0,'0'0'7'0,"0"0"5"16,0 0 2-16,0 0 5 15,0 0 1-15,0 0 3 16,0 0 0-16,10-11 0 0,-10 11-6 15,0 0-1-15,5 17-2 16,-3 4-4-16,8 24-1 16,-3 12-2-16,-1 12 1 15,4 15 0-15,-1 10 0 16,2 13-2-16,-1 5-2 16,-1 5 2-16,-4-12-1 15,1 7 0-15,-4 2 0 0,-2-2-1 16,0-4-1-16,0-4 0 15,-8 4 1-15,3-8-2 16,-2 0 0-16,2-6-1 16,-2-3 0-16,1-4 0 0,-1 0 0 15,0-8-1-15,2-4 1 16,0-4-1-16,3-3 0 16,-4-7 0-16,3-3-1 15,1-2 1-15,2-4 1 0,0-2-1 16,0-8 0-16,0 0 1 15,0-8-1-15,0-2 1 16,2-4-1-16,-2-6 0 16,3-1 0-16,-1-5 0 0,-2-1-1 15,0-2 1-15,4-4 0 16,-4-2 0-16,0-7 0 16,0 17-1-16,0-17 1 15,0 11 0-15,0-11 0 0,0 12 0 16,0-12 1-16,0 10-1 15,0-10 1-15,0 0 0 16,0 0 0-16,0 0-1 16,0 0 1-16,0 0-1 0,0 0 0 15,0 0-1-15,0 0 0 16,0 0-1-16,0 0 0 16,0 0 0-16,0 0-1 15,-11 6 1-15,11-6-2 16,0 0 0-16,0 0-2 0,-2 7-5 15,2-7-10-15,0 0-25 16,0 0-35-16,0 0-3 16</inkml:trace>
  <inkml:trace contextRef="#ctx0" brushRef="#br1" timeOffset="168849.08">8966 16406 186 0,'0'0'8'0,"0"0"4"0,0 0 3 15,0 0 3-15,0 0 3 16,2 6 2-16,-2-6 2 0,20 10 1 15,1-6-6-15,6-1-2 16,10 2-2-16,12-3-3 16,8 0-3-16,19-2-1 15,10 0-2-15,14 0-2 0,9-4 1 16,12 1-2-16,8-2 0 16,14 1-1-16,3 0 0 15,11 0 0-15,4 2-1 16,9-1 0-16,0 0 0 15,10 1-2-15,-4 2 0 0,6 0-2 16,-2 0-2-16,-1 2-3 16,-4 1-6-16,-1 0-11 15,-15-3-18-15,-8-3-35 16,1 3-5-16</inkml:trace>
  <inkml:trace contextRef="#ctx0" brushRef="#br1" timeOffset="168982.91">12825 16356 370 0,'0'0'1'0,"-18"0"-1"0,1 0-6 15,-5 0-17-15,-10 0-45 16,9-1-4-16</inkml:trace>
  <inkml:trace contextRef="#ctx0" brushRef="#br1" timeOffset="170282.79">10271 13318 172 0,'0'0'5'0,"14"0"3"0,7 2 2 16,4-2 1-16,14 2 2 16,5-2-1-16,18 0 0 15,16 0 1-15,7 0-3 16,3-2-4-16,12-3-1 0,2 2-1 15,4-1-1-15,9-2 0 16,-3 1-1-16,3 1 1 16,-7 1 0-16,2-2-1 0,-6 5-1 15,3-2 0-15,-16-1 0 16,-3 3 0-16,-8 0-1 16,-11 0 1-16,-12 0 0 15,-2 3 0-15,-15-1 1 0,-11 0 0 16,-6 1 3-16,-10 0 3 15,-1-1 1-15,-12-2 1 16,10 2 1-16,-10-2-1 16,0 0 2-16,0 0-2 0,0 0-3 15,-8 11-3-15,8-11-1 16,-10 14-3-16,5-2 0 16,0 6 1-16,0 7 0 15,1 7 1-15,-1 12 2 16,1 14 1-16,2 8 1 0,0 19 1 15,-1 11 0-15,3 8 1 16,0 5-1-16,0 9 1 16,0-3-2-16,-2-1 0 0,2-2 0 15,-3-3-2-15,1-5 1 16,-3 0-1-16,3-5-2 16,-5 0 1-16,3-3-2 0,-1-1 1 15,1-6 0-15,-4 0 0 16,4-2-1-16,-5-5 0 15,7-3 0-15,-1 0 0 16,1-5 0-16,2-4-1 16,0-1 1-16,0-5 0 0,0-3 0 15,2-10 0-15,1-4 0 16,-3-7 0-16,2-5-1 16,-2-8 1-16,0-8-2 15,0-4 0-15,0-5-1 0,0-10 1 16,0 13-1-16,0-13 0 15,0 0-1-15,0 0 0 16,0 0 0-16,-5-7 0 16,5 7 0-16,-4-13 0 15,4 13 1-15,0-12 0 0,0 12 0 16,0-11 2-16,0 11-1 16,0-9 1-16,0 9 0 15,0 0-5-15,0 0-15 0,0 0-56 16,0 0-5-16</inkml:trace>
  <inkml:trace contextRef="#ctx0" brushRef="#br1" timeOffset="170799.95">10263 16369 236 0,'0'0'5'0,"0"0"-1"15,0 0 2-15,10 0-1 16,-3 0-5-16,8 0-29 0,3 5-28 15,2 0-2-15</inkml:trace>
  <inkml:trace contextRef="#ctx0" brushRef="#br1" timeOffset="171486.84">11073 16451 330 0,'0'0'7'0,"0"0"3"15,0 0 2-15,0 0 1 16,0 0 1-16,8 0-1 0,-8 0 0 16,7 17 1-16,-5-2-7 15,3 6-1-15,-3 8-3 16,2 8 4-16,3 8 0 16,0 7 0-16,-4 7 0 0,1 2 1 15,1 7 0-15,1-4-1 16,-4 1 0-16,3-4-3 15,-5-27-2-15,3-1-2 16,-1 0 1-16,-2-1-1 16,2 3-1-16,1 0 1 0,-3-3 0 15,2 5-1-15,1-8 2 16,-3 6 0-16,2-9 0 16,-2 8 0-16,2-5 1 0,2 1-2 15,-4-5 0-15,2 5 0 16,-2-5-2-16,3-6 0 15,-3 1 0-15,0-5-2 16,2-3 0-16,-2-2-3 0,0-10 0 16,0 10-4-16,0-10-9 15,0 0-18-15,0 0-41 16,0-7-4-16</inkml:trace>
  <inkml:trace contextRef="#ctx0" brushRef="#br1" timeOffset="172083.01">11396 16397 301 0,'0'0'7'0,"0"0"3"0,0 0 3 0,0 0 0 16,0 0 2-16,2 5 2 15,-2 5 1-15,3 7 1 16,-1 8-7-16,0 12-4 0,7 8 1 16,-2 9-1-16,-2 10 0 15,2 5-1-15,1 9-1 16,-3-5 0-16,0 7 0 15,-3-42 0-15,-2 3-3 0,3 1 0 16,-3 6 0-16,2-6-1 16,-2 2-1-16,0-2 0 15,0 3 0-15,0-5 0 16,0 1 0-16,0-3 0 16,0-1 0-16,0-8 0 0,0 4-1 15,2-5-1-15,-2 1 1 16,0-7-2-16,0-7 0 15,0 0-2-15,0-5-3 16,0-10-7-16,0 0-13 0,0 0-35 16,0 0-22-16,0 0-2 15</inkml:trace>
  <inkml:trace contextRef="#ctx0" brushRef="#br1" timeOffset="172216.1">11473 17529 404 0,'0'0'4'0,"0"0"0"0,0 0 1 15,0 0 0-15,0 0 0 16,0 0-1-16,0 0-2 0,0 9-7 16,0-9-24-16,0 0-44 15,0 0-6-15</inkml:trace>
  <inkml:trace contextRef="#ctx0" brushRef="#br1" timeOffset="172332.95">11473 17529 399 0,'3'72'2'0,"-3"-72"1"0,0 0-1 16,0 0-4-16,0 0-24 16,0 0-43-16,0 0-5 15</inkml:trace>
  <inkml:trace contextRef="#ctx0" brushRef="#br1" timeOffset="175782.9">11090 17051 277 0,'0'0'6'0,"0"0"4"0,0 0 3 15,7-8 3-15,-7 8 0 16,0 0 2-16,9-12 2 0,-9 12 1 15,0 0-7-15,0 0-3 16,4-8-3-16,-4 8-2 16,-7 0-2-16,-1 0-2 15,-2 3 0-15,-6 2-1 16,-5-3-1-16,-4 3 0 0,-2 0 1 16,-3-3-1-16,-2 1 1 15,-3 0-1-15,-2-3 1 16,0 0-1-16,-4 0 0 15,4 0 0-15,3 0 0 0,-1-3 0 16,5 3 0-16,3 0 0 16,6 0-1-16,7 0 0 15,1 0 0-15,13 0-1 16,-9 0 1-16,9 0-1 0,0 0 0 16,0 10 2-16,0-10-2 15,2 12 2-15,-2-12 0 16,7 17 0-16,-1-9 0 15,-1 2 0-15,-3 0 2 0,3 0-2 16,0 2 0-16,-1 3 0 16,-1-2 0-16,-3 3 0 15,2 5 0-15,2-11 0 16,-4 4 0-16,0 2-2 0,0 1 1 16,0 0 0-16,0 3 0 15,0 2 0-15,0-3 1 16,0 6 0-16,0 0 0 15,0-2 1-15,0 1 0 0,0 1-1 16,0 3 1-16,0-6 0 16,0 3-1-16,0-1 0 15,0 1 2-15,0-4-2 16,0-5 0-16,0 4 0 16,0-5 0-16,0 0 0 0,0-5 1 15,0-1-1-15,0 1 1 16,0-3-1-16,0-7 1 15,0 13-1-15,0-13 0 0,0 0 0 16,0 12 0-16,0-12 0 16,0 0-1-16,0 0 0 15,0 0 0-15,0 0-1 16,0 0-1-16,0 0 1 0,0 0-1 16,0 0-1-16,0 0 0 15,0 0-2-15,0 0 0 16,0 0-1-16,0 0 1 15,0 0 1-15,0 0 0 16,-9 0-1-16,9 0 3 0,0 0 0 16,0 0 0-16,0 0-2 15,0 0-1-15,-9 3-2 16,9-3 0-16,0 0 0 16,0 0-1-16,0 0 0 0,-7 10 2 15,7-10 3-15,0 0 1 16,-5 8 2-16,5-8 0 15,0 0 1-15,0 0 0 16,-6 10 0-16,6-10 0 0,0 0 1 16,0 0-1-16,-5 7 0 15,5-7 1-15,0 0 0 16,0 0-1-16,0 0 1 16,0 0-1-16,0 0 1 0,0 0-1 15,0 0 0-15,-7 7 0 16,7-7 0-16,0 0 0 15,0 0 0-15,0 0 0 16,0 0 0-16,0 0 1 0,0 0-1 16,0 0 2-16,0 0 1 15,0 0-1-15,-7 10 2 16,7-10 1-16,0 0-2 0,0 0 1 16,0 0 1-16,0 0 0 15,0 0 0-15,0 0 1 16,0 0-1-16,0 0 0 15,0 0 3-15,0 0-1 0,0 0 1 16,5 0 0-16,-5 0-1 16,14 0 1-16,-1-2 1 15,4 2-1-15,6-3 1 16,3-2-2-16,3 3-1 16,3 0-2-16,5-3 0 0,2 2-1 15,4-2-1-15,-1 2-1 16,3 1-1-16,-3 0 1 15,2-3-1-15,-1 5 0 16,-1-5 2-16,-5 2-1 0,-7 1 2 16,0 2 0-16,-3 0 0 15,-9-3 0-15,-3 3 0 16,-2 0-2-16,-13 0-2 16,9 0-2-16,-9 0-6 15,0 0-10-15,0 0-39 0,0 0-23 16,-7-7-3-16</inkml:trace>
  <inkml:trace contextRef="#ctx0" brushRef="#br1" timeOffset="176718.08">11520 17041 245 0,'0'0'8'0,"0"0"2"16,0 0 0-16,0 0 3 0,0 0 1 15,5-10 0-15,-5 10 3 16,15-5 0-16,-3 5-4 16,9-3-2-16,4 1-2 15,4-1 0-15,4 1-2 0,6 2-2 16,5 0 0-16,2-3-1 16,4 1-1-16,-1-1 0 15,-1 1 0-15,1 0 0 16,-2-1 0-16,-5-2 0 0,-2 2-1 15,-5-2 2-15,-7 1 0 16,-11 1 2-16,-2 1-1 16,-8-1 0-16,-7 3 1 15,0 0-1-15,0 0-1 16,0 0-1-16,0 0-1 0,0 0-2 16,0 0 0-16,-5 0 0 15,5 0-1-15,-8 12 1 16,6 1-1-16,-3 4 1 15,0 6 0-15,5 1 1 0,-2 6 0 16,-1 6 0-16,1-15-1 16,2 1 0-16,-2 3 0 15,2 0 0-15,0 2 0 16,0 3 0-16,0 0 0 16,0-4-1-16,0 2 2 0,0 2 0 15,2-5 0-15,0-1 0 16,3-1 0-16,-2 4-1 15,1-7 1-15,-1-3 0 0,2 3 0 16,0-8-1-16,-2 1 1 16,2-3 0-16,-5-10 0 15,7 9 0-15,-7-9 0 16,0 0 0-16,0 0 0 0,5 9 0 16,-5-9 0-16,0 0-1 15,-5 4 1-15,5-4 0 16,-17 4-1-16,-1-4 1 15,0 3-1-15,-3 0 0 16,-7-1 1-16,-2-2-1 0,-7 3-1 16,-1 3-4-16,-4-5-17 15,-10 2-58-15,12-3-2 16</inkml:trace>
  <inkml:trace contextRef="#ctx0" brushRef="#br1" timeOffset="178449.68">3755 17149 88 0,'0'0'3'0,"0"0"7"16,0 0 6-16,0 0 4 15,8 0 7-15,-8 0 4 16,0 0 3-16,0 0 1 0,0 0-3 16,0 0-6-16,0 0-5 15,0 0-4-15,0 0-4 16,-12 6-6-16,2-6-1 16,-5 1-3-16,-6 2 1 0,2 0-1 15,-8 2 0-15,-1-3 0 16,-9 3-1-16,2-2 1 15,-7 1-1-15,-3 2 1 16,4-1-1-16,-10 0 0 0,4-3 0 16,3 1 0-16,2-1 0 15,-1 3 0-15,11-5 0 16,-1 5-1-16,13-5 0 0,3 3-1 16,2-3 0-16,5 2 0 15,10-2 0-15,0 0 0 16,0 0 0-16,-5 10 0 15,5-10-1-15,3 10 2 16,-3-10-1-16,5 12-2 16,-5-12 1-16,4 10 0 0,-4-10 0 15,5 18 0-15,1-9 0 16,-4 4-1-16,1 2 1 16,-1 5 2-16,-2-1-1 0,0 9 1 15,0-5 0-15,0 13 0 16,0-1 1-16,0 5 0 15,0 1-2-15,-2 2 1 16,-1 4 0-16,-1 3-1 16,-5-1 1-16,5 0-2 0,-1 1 0 15,-2-1 0-15,-2-2 2 16,5-5-1-16,-4 1 0 16,4-3 1-16,4-40-1 15,-5 31 0-15,0 4 1 16,-1-10-1-16,1 0 1 0,5-25-1 15,-5 22 1-15,3 3 0 16,2-25-1-16,0 0 1 16,0 0-1-16,0 0 0 15,0 0 0-15,0 0 0 16,0 0-1-16,0 0 1 16,0 0 0-16,0 0-1 15,0 0 0-15,0 0 1 16,2 0-1-16,3 0 0 0,0 0 0 15,1-3 0-15,-1 1 0 16,22-13-1-16,-15 7 1 16,-2-2 1-16,35-14-1 15,-15 11 1-15,0 3 1 16,-3 1 0-16,10-1 0 16,37-8 1-16,-31 11 0 0,-3-1-1 15,4 1 1 1,1 2-2-16,-5 0 1 0,-1 0-1 15,2 5-3-15,-41 0-6 16,34 0-17-16,1 0-50 16,-3 3-2-16</inkml:trace>
  <inkml:trace contextRef="#ctx0" brushRef="#br1" timeOffset="179832.89">6884 17016 142 0,'0'0'8'0,"0"0"7"15,0 0 5-15,0 0 2 16,0 0 2-16,0 0 2 0,5 0 0 16,11 0 0-16,10 0-6 15,-1 0-7-15,12 0-3 16,0-5-2-16,11 2-2 15,-2 1-1-15,12-3-1 0,-8 0 0 16,2 2 0-16,0-2-1 16,-2 1 0-16,-4 1-1 15,-5 1 1-15,-4-1 0 16,-10 1 1-16,3 2-1 0,-7 0 0 16,-6 0 0-16,-4 0 1 15,-4 0-1-15,1 0 0 16,-10 0-1-16,13 0 1 0,-13 0-1 15,0 0 0 1,0 0 1-16,0 0-1 0,0 0 0 16,0 0 0-16,0 0 0 15,0 0-1-15,0 12 1 16,0-12-1-16,-2 12 0 0,2-12 0 16,-4 20 0-16,4-7 0 15,0-1-1-15,0 6 1 16,0 4 0-16,0 5 1 0,4-10-1 15,-4 4 2-15,2 4-1 16,-2 1 1-16,0 6 0 16,2 4 0-16,1 1 0 15,-1 2-1-15,1 3 0 16,-1 0 0-16,0 5-1 16,1 0-1-16,-1-2 0 0,3 1-1 15,-3 0 1-15,2-2-1 16,-2-2 0-16,1-2 0 15,-3-40-1-15,0 33 3 16,2-2-1-16,0-3 1 16,1 0-1-16,-3-12 1 15,0 4 1-15,0-20-1 0,0 0 1 16,0 12-1-16,0-2 1 16,0 1-1-16,0 0 0 15,0-11 0-15,0 0 0 16,0 0-1-16,0 0 1 15,0 0-1-15,0 0 0 16,0 0 0-16,0 0 1 0,0 0-1 16,-5 0 0-16,0 3 0 15,-3-1 0-15,-52 15 0 16,30-14 0-16,2 0 0 16,-45 2 0-16,29-3-1 15,-4 1 1-15,-7 2 0 16,-1-1 0-16,1 2-1 15,-7-4 1-15,2 3-2 16,3 0-7-16,2 2-20 0,-5-7-52 16,14 0-1-16</inkml:trace>
  <inkml:trace contextRef="#ctx0" brushRef="#br1" timeOffset="180732.82">3626 17115 78 0,'0'0'7'0,"0"0"4"0,0 0 4 0,-4-7 3 16,4 7 1-16,0 0 3 15,0-13 2-15,0 13 2 16,18-9-6-16,-2 3-3 15,7 5-2-15,7-3-2 0,4 2-2 16,11-1-4-16,14 1-1 16,4 2-2-16,12-6-1 15,8 5-1-15,5-2 1 16,7-1-3-16,13-2 1 16,-1 1-1-16,0-2 0 0,2 2 1 15,-1 3-1-15,0-1 0 16,9-2 0-16,-10 5 1 15,0-3-1-15,-1 1 1 0,-3-1-1 16,6-2 0-16,5 1 1 16,-7-2-1-16,3 1 1 15,-1 0-1-15,5 3 0 16,-7-3 0-16,4 3 1 0,-10 2-1 16,-9 0 0-16,-4 0 0 15,-8 0 0-15,-8 2 1 16,-8-2 0-16,-4 5 1 0,-5-3 1 15,-7 2 0 1,-9-3 1-16,-4 2 1 0,-6-1 0 16,-11 1-1-16,-3-3-6 15,-15 0-11-15,0 0-31 16,-21 7-25-16,-3-7-4 16</inkml:trace>
  <inkml:trace contextRef="#ctx0" brushRef="#br1" timeOffset="181500.04">3589 18161 182 0,'0'0'5'0,"0"0"1"0,0 0 4 16,0 0 1-16,0 0 2 15,0 0-1-15,0 0 1 0,3 0 0 16,2-6-3-16,54-28-2 16,-34 26-4-16,10 3-1 15,44-10 0-15,-29 13-1 16,10-8 0-16,7 5-1 15,10 0 0-15,2 2 0 16,13-1 0-16,0 1 0 0,10-2-1 16,10 3 1-16,5-1 0 15,5 1 2-15,1 0 1 16,7-3 3-16,4 2 1 16,2-2 0-16,6 2 0 15,5-1 0-15,2 4-2 16,-5-5-2-16,6 5-3 15,-2-3-3-15,-1 3-3 0,-3 0-1 16,-5 0 0-16,-9 0-1 16,-4 0 2-16,-4 3 1 15,-13-3 1-15,-15 5-1 16,-11-5-3-16,-14 4-18 16,-17-1-38-16,-7-3-4 15</inkml:trace>
  <inkml:trace contextRef="#ctx0" brushRef="#br1" timeOffset="183832.89">10524 17045 275 0,'0'0'6'16,"0"0"2"-16,0 0 4 0,0 0 1 16,0 0 3-16,0 0 1 15,7-9 1-15,-7 9 2 16,0 0-6-16,0 0-3 0,0 0-3 16,0 0-3-16,-9-3-1 15,-2 3-2-15,1 0-1 16,-4 0-1-16,-4 0 1 15,-2 0-1-15,-2-2 1 0,2 0 0 16,0-1 0-16,1-2 1 16,-2 2 0-16,7 1-1 15,3-3 0-15,-1 5 0 16,12 0 0-16,-9 0-1 0,9 0 0 16,0 0-1-16,-9 5 0 15,9-5 1-15,0 0-1 16,-4 10 1-16,4-10 0 15,0 0 0-15,-8 15 0 16,8-15 0-16,0 10 0 0,0-10 0 16,-2 14 0-16,2-14 0 15,0 15 0-15,0-15 0 16,0 15 0-16,0-15 0 0,0 13-1 16,0-13 1-16,0 12 0 15,0-12 0-15,0 10 1 16,0-10-1-16,0 0 0 15,2 10 1-15,-2-10-1 0,0 0 0 16,0 0 0-16,0 0 0 16,0 0 0-16,0 0 0 15,0 0 0-15,5 9-1 16,-5-9 1-16,0 0-1 16,0 0 1-16,0 0 0 0,0 0 0 15,7 7 0-15,-7-7-2 16,0 0 2-16,14 11-1 15,-14-11 0-15,12 6 0 16,-12-6 0-16,16 0 0 0,-3 0 0 16,5 0 0-16,1 0 1 15,-1-6-1-15,7 1 2 16,5-1-1-16,-2 2 1 0,-2 0 0 16,4-2 0-16,-5 4 1 15,-2-1 0-15,-3 1 0 16,-6 2 0-16,-4-4 0 15,-10 4-1-15,8 0 0 16,-8 0-3-16,0 0-6 16,0 0-17-16,0 11-50 0,0-11-3 15</inkml:trace>
  <inkml:trace contextRef="#ctx0" brushRef="#br1" timeOffset="185066.71">10427 17650 251 0,'0'0'7'0,"0"0"2"0,0 0-1 0,0 0 1 15,0 0 0-15,0 0 1 16,0 0 0-16,0 0 0 16,0 0-6-16,0 0-3 15,0 0 1-15,0 0 1 0,0 0-1 16,0 0 1-16,0 0 0 16,0 0 2-16,0 5-1 15,0-5 1-15,0 0 0 16,0 0 1-16,0 0 1 0,0 0-1 15,-5 5 1-15,5-5-2 16,-8 0 0-16,8 0-1 16,-12 0 0-16,12 0-1 15,-15 5-1-15,5-3-1 16,3 1-1-16,0-3 0 0,-4 3 0 16,11-3-1-16,-19 4 0 15,11-1 0-15,8-3 0 16,-15 7 0-16,15-7 0 15,-9 5 0-15,9-5 0 16,-9 7 0-16,9-7 1 0,0 0 0 16,-4 7 0-16,4-7 0 15,0 0 0-15,0 11 0 0,0-11 0 16,0 0 0-16,2 10 0 16,-2-10 1-16,2 10-1 15,-2-10 0-15,0 12 0 16,0-12 1-16,0 10 0 15,0-10-1-15,0 13-1 0,0-13 1 16,0 9-1-16,0-9 0 16,0 12-1-16,0-12 1 15,0 11-1-15,0-11 1 16,0 0 1-16,0 9-1 16,0-9 1-16,0 0 0 0,14 4 1 15,-14-4 1-15,12 0-1 16,-3 0 1-16,2 0 0 15,3 0 0-15,-1-4 1 0,-1 4 0 16,6-2 1-16,-1 0-1 16,3-1 1-16,-1 3 0 15,-1-2 0-15,2 2 0 16,-3-3 1-16,1 3-3 16,-4 0 1-16,4 0 0 0,-6 0 0 15,1 0 0-15,-5 0-1 16,1 0 0-16,-9 0-1 15,7 0-2-15,-7 0-5 0,0 0-10 16,0 0-60-16,0 0-1 16</inkml:trace>
  <inkml:trace contextRef="#ctx0" brushRef="#br1" timeOffset="186367.53">12216 16964 207 0,'0'0'4'0,"0"0"1"15,0 0 6-15,0 0 2 16,10-3 4-16,-10 3 4 0,15-5-1 15,-5 3 0-15,2-3 0 16,3 0-2-16,0 0-3 16,3 0-5-16,2 2-1 15,0-1-3-15,4-1-1 16,-4 0-1-16,4 3 0 0,-1-1-1 16,0 0 0-16,-7 0 0 15,0 1-1-15,-7 0 0 16,2 2-1-16,-11 0 1 0,0 0-1 15,0 0 0-15,0 0-1 16,0 0 1-16,0 0-1 16,0 0 1-16,-7 2-1 15,7-2 1-15,0 0-1 16,-8 11 0-16,8-11 0 0,-3 9 1 16,3-9-1-16,0 15 0 15,0-7 1-15,0-8 0 16,0 14-1-16,3-3 1 15,-3-11-1-15,4 14 0 0,-4-14 1 16,3 12-1-16,-3-12 1 16,0 0 1-16,1 8-2 15,-1-8 1-15,0 0 0 0,0 0-1 16,-11 10 1-16,11-10 0 16,-18 5 0-16,9-3 0 15,-6 1 0-15,-2-3 0 16,-4 0-1-16,2 3 1 0,-1-3 0 15,-3 2-1-15,2-2 1 16,0 2-1-16,1-2 0 16,6 3-1-16,-2 2-1 15,7-5-4-15,9 0-7 16,-12 4-15-16,-1-1-48 0,13-3-4 16</inkml:trace>
  <inkml:trace contextRef="#ctx0" brushRef="#br1" timeOffset="187282.76">12189 17524 221 0,'0'0'8'16,"0"0"3"-16,0 0 3 0,0 0 4 15,0 0 2-15,9 2 2 16,-9-2 3-16,16 0-1 16,-7 3-3-16,1-3-5 15,5 0-4-15,0 0-3 16,3 0-1-16,-1 0-3 0,0 2-1 15,1-2-1-15,0 0 0 16,4 0 0-16,-6 0 0 16,5 0-1-16,-3 0 1 0,-4 3-1 15,-1-3 0-15,-1 0 0 16,-2 2 0-16,-10-2-1 16,10 6 0-16,-10-6 0 15,0 0 0-15,3 12 0 0,-3-12-1 16,0 0 1-16,-5 12-1 15,5-12 0-15,-8 10 0 16,8-10 1-16,-8 15-1 16,8-15 0-16,-7 14 0 15,2-4 0-15,5-10 0 0,-8 15 1 16,8-15-1-16,-5 15 1 16,5-15-1-16,-4 13 0 15,4-13 1-15,-5 12 0 16,5-12-1-16,-5 10 1 0,5-10 0 15,-8 7 0-15,8-7-1 16,-12 2 1-16,12-2-1 16,-21 0 0-16,7 0 1 15,-1 0-2-15,-2 0 1 0,-6 0-2 16,1-2-2-16,-2 2-4 16,-4 0-4-16,-2-2-7 15,-2 2-14-15,0-4-37 16,-1 4-11-16</inkml:trace>
  <inkml:trace contextRef="#ctx0" brushRef="#br1" timeOffset="187649.9">11058 17702 282 0,'0'0'7'0,"0"0"2"0,0 0 2 15,0 0 5-15,0 0 0 16,0 0 2-16,13 4 2 0,-1-1 1 16,6-3-6-16,1 0-2 15,11 0-3-15,2 0-3 16,5 3-2-16,4-3-3 0,5 2-3 16,0-2-6-16,5 0-15 15,-1 3-54-15,0-1-1 16</inkml:trace>
  <inkml:trace contextRef="#ctx0" brushRef="#br1" timeOffset="188432.89">10660 17140 301 0,'0'0'8'0,"0"0"2"16,11 0 1-16,-11 0-1 15,0 0 1-15,7 5 1 0,-7-5 1 16,10 11 1-16,-8 2-9 16,3-1-3-16,-5-1 0 15,2 3-1-15,2 2 1 16,-2 4-1-16,1-1-1 0,-3 3 1 16,4 6-1-16,-4-3-1 15,3 0-2-15,-3 4-3 16,0-4-8-16,0 4-12 15,0-9-31-15,0 8-18 0</inkml:trace>
  <inkml:trace contextRef="#ctx0" brushRef="#br1" timeOffset="188916.58">10823 17189 324 0,'0'0'8'16,"0"0"5"-16,0 0 2 0,0 0 1 15,0 5 1-15,0-5 0 16,0 15-1-16,2-7 0 16,0 6-8-16,-2 4-4 15,5 1-2-15,-2 4-1 0,-1 2 0 16,0-1-3-16,1 6 0 16,-1-2-4-16,3 4-4 15,-3-3-7-15,4 4-12 16,-3-1-33-16,-1-5-17 15</inkml:trace>
  <inkml:trace contextRef="#ctx0" brushRef="#br1" timeOffset="189166.68">10998 17219 350 0,'0'0'5'0,"0"0"2"0,0 0 2 16,0 0-1-16,0 0 3 16,3 12-3-16,-3-1 1 15,2 1 1-15,-2 2-5 16,2 4-2-16,2 4-1 16,-2 0-1-16,1 2-3 15,-1-3-3-15,3 4-9 0,-3-2-16 16,1 3-33-16,1-6-13 15</inkml:trace>
  <inkml:trace contextRef="#ctx0" brushRef="#br1" timeOffset="189371.84">11081 17192 386 0,'0'0'7'15,"0"0"1"-15,0 0 0 16,0 0 2-16,7 5 1 0,-5 7 0 15,3-4-1-15,-3 6 0 16,2 2-6-16,1 0-1 16,-1 7-1-16,1 4-4 15,2-3-3-15,1 1-6 16,-3 3-7-16,5-1-29 0,-3 0-33 16,0 1-2-16</inkml:trace>
  <inkml:trace contextRef="#ctx0" brushRef="#br1" timeOffset="189582.82">11239 17209 361 0,'0'0'5'16,"0"0"4"-16,0 0 1 16,8 13 0-16,-8-13-1 0,4 17 1 15,2-2-1-15,-3-1 1 16,0 6-5-16,3 3-3 15,-1 2-6-15,0 0-6 16,1 1-9-16,-4 2-32 0,5 1-23 16,1-4-7-16</inkml:trace>
  <inkml:trace contextRef="#ctx0" brushRef="#br1" timeOffset="189782.9">11458 17202 416 0,'0'0'1'0,"0"0"2"16,0 4 2-16,0-4 0 15,2 16-1-15,-2-4 1 16,5 5 0-16,1 0 0 0,-1 3-1 16,0 5-7-16,4-2-14 15,2 6-48-15,-2-2-11 16</inkml:trace>
  <inkml:trace contextRef="#ctx0" brushRef="#br1" timeOffset="189982.51">11635 17156 414 0,'0'0'1'0,"0"0"3"0,0 6 2 16,0 6 1-16,2-2 0 15,0 3-1-15,-2 4 0 16,5 3 1-16,-2 2-1 16,-1 1-4-16,4 6-5 15,1-4-7-15,-2 4-13 0,2 1-44 16,-2-2-11-16</inkml:trace>
  <inkml:trace contextRef="#ctx0" brushRef="#br1" timeOffset="190172.73">11756 17214 337 0,'0'0'11'0,"0"0"4"16,0 0 3-16,8-10 1 15,-8 10 0-15,4 5 0 16,-4-5-2-16,5 17 0 0,-1-1-10 16,1-2-5-16,-1 6-2 15,1 2-6-15,2 0-6 16,4 3-15-16,-4 3-53 15,3-3 1-15</inkml:trace>
  <inkml:trace contextRef="#ctx0" brushRef="#br1" timeOffset="190866.51">10628 17127 284 0,'0'0'6'0,"0"0"4"0,0 0 1 0,0 0 2 15,-10-4-1-15,10 4 0 16,0 0 3-16,0 0 1 16,5 0-4-16,7 0-4 15,4 0-2-15,9 0-1 16,9 2 0-16,6 0 1 0,12-2-2 15,6 3-1-15,9-3 0 16,4 0 0-16,9 0 1 16,5 0-2-16,1 0 0 0,4 0 0 15,-1 0 0-15,-2 0-1 16,0 0 1-16,-8 0-1 16,4 0 0-16,-8 1 1 15,-6 3-1-15,-4-2 0 16,-6-2 0-16,-4 0-1 0,-11 0 1 15,-6 0 1-15,-11 0-1 16,-9 0 0-16,-6 0-2 16,-12 0-1-16,0 0-4 15,0 0-8-15,-12-6-15 0,-8 5-49 16,5 1-2-16</inkml:trace>
  <inkml:trace contextRef="#ctx0" brushRef="#br1" timeOffset="191467.58">10462 17629 278 0,'0'0'6'0,"0"0"2"0,12 0 3 15,-12 0 3-15,19 0 4 0,-1 0 0 16,5 0 3-16,7 0 1 16,4 1-6-16,7-1-2 15,8 3-1-15,6-3-4 16,9 2-2-16,5-2-2 16,9 2-1-16,3-2-1 15,6 3 0-15,2-1-2 0,2-2 0 16,0 3-1-16,1-3-1 15,-2 3 1-15,-5-3-1 16,-9 0 1-16,-1 0-1 0,-5 0-1 16,-13 2-6-16,-6-2-16 15,-8-2-49-15,-10-1-6 16</inkml:trace>
  <inkml:trace contextRef="#ctx0" brushRef="#br1" timeOffset="191849.19">10810 17259 377 0,'0'0'-1'0,"0"0"-1"16,0 0 3-16,1 9 1 15,-1-9 0-15,3 20 0 0,0-7 2 16,-1 2-2-16,2-1-1 16,-2 6-8-16,0 0-19 15,6 0-43-15,-4-4-4 0</inkml:trace>
  <inkml:trace contextRef="#ctx0" brushRef="#br1" timeOffset="192035.34">11143 17254 444 0,'0'0'0'0,"0"0"1"0,2 5 0 15,-2-5 0-15,0 17 0 16,2-5 1-16,1 6-1 16,-3-1-4-16,5 5-9 15,-3 3-33-15,0-3-32 0,7 3-2 16</inkml:trace>
  <inkml:trace contextRef="#ctx0" brushRef="#br1" timeOffset="192199.74">11642 17281 460 0,'0'0'0'0,"0"0"0"15,0 0-1-15,2 5 0 16,-2 5 0-16,3 0-2 15,-1 4-2-15,0 2-11 16,-2 3-25-16,6 1-38 0,-3 0 0 16</inkml:trace>
  <inkml:trace contextRef="#ctx0" brushRef="#br1" timeOffset="192303.1">11950 17430 256 0,'0'0'-23'0,"0"0"-34"15,0 0-3-15</inkml:trace>
  <inkml:trace contextRef="#ctx0" brushRef="#br1" timeOffset="193832.86">3097 17224 6 0,'0'0'17'0,"3"-12"5"0,-3 12 4 0,0 0 0 0,0-10 1 16,0 10 0-16,0 0-2 16,-7-3-3-16,7 3-4 0,0 0-3 15,-12-5 0-15,12 5 3 16,0 0 0-16,0 0 2 15,-9-10-1-15,9 10-2 0,0 0-3 16,0 0-1-16,-9-5-3 16,9 5-2-16,-16 2-3 15,9 1-1-15,-6 2-2 16,-1 0-1-16,-2 0 1 0,2 0 0 16,-4 0 0-16,1 0 0 15,-3-2 0-15,3-1 0 16,-3 1 0-16,-1-1 1 15,5-2-1-15,-7 0-1 16,5 0 0-16,-1-2 1 0,1-1-1 16,1 1 0-16,4 2 0 15,-1 0 0-15,3-3 0 16,11 3 1-16,-14 0-1 16,14 0 0-16,0 0 1 0,0 0-1 15,0 0 0-15,0 0 0 16,0 0 0-16,0 0 1 15,0 0-1-15,0 0 1 0,10 0-2 16,-2 0 1-16,1 8 1 16,3-1-1-16,-1 0 0 15,-11-7-2-15,12 15 0 16,-12-15 0-16,12 16 0 16,-4-10 0-16,-3 4 1 15,2 0-2-15,-7-10 1 0,10 18 1 16,-4-11 0-16,-6-7 0 15,9 12 0-15,-9-12 1 16,5 10-1-16,-5-10 0 0,12 8 0 16,-12-8 0-16,13 0 0 15,-13 0 2-15,23-15-1 16,-2 2 0-16,5-1 0 16,3-6 0-16,8 5 1 15,0 3-1-15,4 2-1 0,-2 3 0 16,-4 1 0-16,0 4 0 15,-5 2-2-15,-8 0-3 16,-2 0-13-16,-20 0-59 16,12 8 0-16</inkml:trace>
  <inkml:trace contextRef="#ctx0" brushRef="#br1" timeOffset="194716.79">3027 18093 275 0,'0'0'8'0,"0"0"4"0,0 0 0 16,0 0 3-16,0 0 0 16,0 0 2-16,0 0 1 15,0 0 1-15,0 0-8 16,0 0-2-16,0 0-3 16,0 0 0-16,-7 0-1 15,2 0-3-15,-39 0 1 16,21 0-2-16,23 0 1 15,-27 0 0-15,-1 0-2 0,5 0 1 16,4 0-2-16,-1 0 2 16,0 0-2-16,20 0 1 15,-24 3 0-15,-4-3 0 16,28 0-2-16,0 0 2 16,-10 2 0-16,0-2 0 0,-2 3 2 15,2 2-2-15,10-5 0 16,0 0 0-16,0 0 0 15,0 0 1-15,0 0-1 16,0 5 0-16,0 0 0 16,2 0 0-16,-2 0 1 15,2 0-1-15,16 26 0 16,-11-20 1-16,-2-1-2 0,3 2 2 16,-8-12 0-16,3 10-2 15,-2 2 1-15,-1 1 1 16,8-4 0-16,-8-9-1 15,0 0 2-15,0 0-2 16,0 0 1-16,0 0 0 16,0 0-5-16,5 0-13 15,0 3-60-15,55 4-2 16</inkml:trace>
  <inkml:trace contextRef="#ctx0" brushRef="#br1" timeOffset="195816.56">7500 16979 309 0,'0'0'5'0,"0"0"3"0,0 0 2 16,0 0 1-16,0 0 1 16,0 0 1-16,5-11 0 15,-5 11 0-15,0 0-4 16,12-1-2-16,-12 1-2 0,18 0-1 15,-7 0 0-15,10 0 1 16,2 0 0-16,3 1 0 16,4-1-1-16,2 0 0 15,2 0 0-15,-5 0-2 0,-2-1 0 16,-2-2-1-16,-7 3 1 16,-1-3-1-16,-9 3 1 15,-8 0 0-15,10-2 0 16,-10 2 1-16,0 0-1 0,0 0 2 15,0 0-2-15,0 0 1 16,0 0-1-16,0 0 0 16,0 0 0-16,-5 0-1 15,5 0 0-15,-5 5-1 16,1 5 0-16,0 0 0 0,4-1 0 16,-3 6 0-16,3 3 0 15,0-1 1-15,0 1-1 16,3 1 1-16,-1-4-1 15,4 2 0-15,1-2 0 0,-2-2 1 16,0-4-1-16,0 4 0 16,-3-6 0-16,-2-7 0 15,0 15 1-15,0-15-1 0,-7 5 1 16,0-2 0-16,-9-3-1 16,-1 0 1-16,-3 0-1 15,-3 0 0-15,2 0 0 16,-4 0-1-16,6 0-5 15,-2-5-9-15,11-3-44 16,0 8-23-16,10 0-3 0</inkml:trace>
  <inkml:trace contextRef="#ctx0" brushRef="#br1" timeOffset="196433.14">7684 17838 272 0,'0'0'7'0,"0"0"3"15,0 0 5-15,0 0 3 16,0 0 0-16,10 0 2 16,-10 0 3-16,11-2-2 15,-11 2-5-15,19 0-4 16,-10-3-3-16,4 3-2 0,-2 0-2 15,6 0-2-15,-3 0-1 16,4 0-1-16,-4 3 1 16,-14-3-3-16,0 0-1 15,23 7 0-15,-2-2-1 0,-21-5 2 16,0 0-1-16,0 0 0 16,9 13 0-16,-2-4 2 15,0 4 0-15,4-1 0 16,-17 1-3-16,-1-4-8 15,0 4-58-15,-33 19-8 16</inkml:trace>
  <inkml:trace contextRef="#ctx0" brushRef="#br1" timeOffset="197616.23">3035 17217 219 0,'0'0'5'16,"0"0"3"-16,0 0 2 0,0 0 1 15,0 0 3-15,0 0 2 16,0 0 2-16,0 0 0 16,0 0-3-16,15 9-3 15,5-4-1-15,10-2 0 0,7-1-4 16,11-2-2-16,5 3-1 16,10-3-1-16,7 0-1 15,6 0-1-15,2 0 0 16,1 0-1-16,3 0 1 15,-3 0-1-15,1-3 0 0,0 3 0 16,-4 0 0-16,2 0 0 16,-1 0-1-16,-3 0 1 15,6 0-1-15,0 0 0 16,-4 0 0-16,2 0-1 0,-1 0 0 16,2 0 1-16,-2 0-2 15,-5 6 1-15,-2-5 1 16,-33 3-2-16,10-2 3 15,39 3 0-15,-1-5 0 0,5 2 1 16,-6-2-1-16,6 0 0 16,-3-2 0-16,4-1 2 15,-13-5-2-15,-4 7 1 16,1 1 0-16,-6-6 0 0,6 4 0 16,-5 2 1-16,4-3-1 15,-5 1 0-15,4-1 0 16,-2 3-1-16,1-2 1 15,-1 0-1-15,-2-1 1 0,0 1-1 16,-2-1 0-16,-1-2 0 16,-8 2 1-16,8-1-1 15,-4-1 0-15,0 2 0 16,2-2 0-16,-4 0 0 0,5 0 1 16,-3 0-1-16,0 0 0 15,0 1 0-15,-5 1 0 16,5-3 0-16,-4 6 0 15,-4-1 0-15,-2 1 0 0,-8 0 0 16,2 0-1-16,-14 4 1 16,0 2 0-16,-9-2-1 15,-11 1-2-15,-12-5-9 16,7 13-18-16,-19-8-40 0,-6 2-2 16</inkml:trace>
  <inkml:trace contextRef="#ctx0" brushRef="#br1" timeOffset="198499.89">2988 18179 187 0,'0'0'3'0,"0"0"3"0,0 0 0 0,0 0 2 16,0 0 2-16,9 0 0 15,4 0 1-15,34-9 0 16,-23 7-4-16,9-4 0 0,42-1-3 15,-28 0-1-15,6 2-1 16,4-5 0-16,10 3-1 16,4-1 0-16,9-2 0 15,3 0-1-15,3 0 2 16,3 3-2-16,11-3 2 16,-5 3-2-16,6-1 1 0,1 3-1 15,0 1 1 1,3-1 1-16,6 0 0 0,3-1 0 15,-1 4 1-15,1 0-1 16,0-1 0-16,3 1 1 16,0-1 0-16,2 1 0 15,0-1 1-15,3 1 1 16,2-1 1-16,1 3-1 16,-1-5 0-16,2 3 0 15,5-1-1-15,-4 3 0 0,0-1-2 16,0 1 0-16,-3-4-1 15,2 2 1-15,5-1 2 16,-10 1 2-16,1-1 1 16,-6 3-1-16,-1 0 1 15,-8 0-3-15,-8 0-3 16,-4 0-6-16,-11 0-18 0,-14 0-45 16,-8-3-5-16</inkml:trace>
  <inkml:trace contextRef="#ctx0" brushRef="#br1" timeOffset="199099.17">3440 17333 318 0,'0'0'7'0,"0"0"1"16,0 0 3-16,3-7 2 15,-3 7 0-15,0 0 2 16,0 0-1-16,0 0 1 0,7 4-6 16,-7 9-1-16,2 2-4 15,3 7-1-15,-3 0 1 16,2 7-2-16,-2 4 0 0,-2-33-2 15,0 40-1-15,0 39-3 16,0-33-3-16,3-2-9 16,-3 7-32-16,0-8-30 15,2-4-5-15</inkml:trace>
  <inkml:trace contextRef="#ctx0" brushRef="#br1" timeOffset="199316.65">3847 17311 366 0,'0'0'3'0,"0"0"0"15,0 0 2-15,0 0 2 16,4 12-1-16,0 1 1 16,0 5 1-16,-4 3 0 15,4 2-2-15,-2 6-1 16,-2 6-2-16,0-35-5 0,3 42-6 15,-1 40-11-15,-2-33-36 16,0-7-21-16,0-2-6 16</inkml:trace>
  <inkml:trace contextRef="#ctx0" brushRef="#br1" timeOffset="199549.57">4123 17273 407 0,'0'0'3'0,"0"0"1"16,0 0 0-16,0 0 1 16,5 6 1-16,-3 6 0 0,3 3 0 15,-1 5 1-15,1 4-3 16,-3 3-1-16,5 6 0 16,-2 6-2-16,-5-39-6 15,5 40-5-15,10 50-11 16,-8-46-43-16,3 0-14 15</inkml:trace>
  <inkml:trace contextRef="#ctx0" brushRef="#br1" timeOffset="199766.23">4601 17236 427 0,'0'0'1'16,"0"0"2"-16,2 6-1 0,-2-6 1 15,3 19 0-15,1-1 1 16,-1 4-1-16,2 6 1 16,-2 1 0-16,3 8-2 0,0 5 0 15,1 0-4-15,1 3-5 16,1 4-9-16,2-2-23 16,6-2-40-16,-4-1-3 15</inkml:trace>
  <inkml:trace contextRef="#ctx0" brushRef="#br1" timeOffset="199966.77">4956 17251 426 0,'0'0'1'16,"0"0"2"-16,0 0 0 16,2 10 0-16,-2 2 1 15,2 6 0-15,1 7-1 16,2 2 1-16,-4 7 0 0,6 4-4 15,-2 3-3-15,-1 4-6 16,4 8-8-16,-1-6-25 16,8 2-37-16,-5 0-4 15</inkml:trace>
  <inkml:trace contextRef="#ctx0" brushRef="#br1" timeOffset="200166.87">5338 17316 412 0,'0'0'2'16,"0"0"1"-16,0 0-1 16,0 0 4-16,0 4-1 15,2 6 1-15,2 8 0 0,0 1 1 16,1 6-2-16,0 7-1 16,-5-32-2-16,7 40-5 15,9 44-3-15,-4-37-6 0,-2 10-15 16,0-10-44-16,4 3-11 15</inkml:trace>
  <inkml:trace contextRef="#ctx0" brushRef="#br1" timeOffset="200382.95">5823 17345 439 0,'0'0'1'0,"0"0"0"16,0 0 3-16,0 0-1 15,0 16 1-15,4-2-1 0,2 6 2 16,-1 8-1-16,0 3 0 16,-5-31-2-16,7 40-4 15,8 42-3-15,-7-35-6 16,4 3-12-16,-2 4-31 16,0-7-26-16,2 0-6 15</inkml:trace>
  <inkml:trace contextRef="#ctx0" brushRef="#br1" timeOffset="200600.08">6225 17395 374 0,'0'0'9'15,"0"0"1"-15,5-8-1 0,-5 8 2 16,0 0 0-16,13 0 1 16,-13 0 0-16,10 15 0 15,-3 3-7-15,1 6-2 16,2 4 0-16,-10-28-4 15,9 37-1-15,14 40-3 0,-11-34-4 16,3 1-6-16,0 2-10 16,-2 7-18-16,-4-7-33 15,3-6-6-15</inkml:trace>
  <inkml:trace contextRef="#ctx0" brushRef="#br1" timeOffset="200782.89">6613 17348 299 0,'3'-11'11'0,"-1"-3"6"16,3 2 1-16,0-6 0 0,5 6 4 16,0 4-1-16,-10 8-1 15,12 0 0-15,-3 13-10 16,2 2-6-16,-1 7-1 16,0 10-2-16,2 5-4 0,4 2-7 15,-7 9-5-15,6-3-15 16,0 4-49-16,-3-4-4 15</inkml:trace>
  <inkml:trace contextRef="#ctx0" brushRef="#br1" timeOffset="200983.39">7090 17217 411 0,'0'0'1'16,"0"0"-1"-16,0 7 0 15,2 5 1-15,0 6 0 0,4 4 0 16,-3 6 1-16,2 1 0 16,-1 8-4-16,1 3-6 15,6 2-16-15,-9 3-50 16,5-4-2-16</inkml:trace>
  <inkml:trace contextRef="#ctx0" brushRef="#br1" timeOffset="201182.92">7475 17167 408 0,'0'0'1'15,"0"0"1"-15,3 17 1 16,-1-7 0-16,3 5-1 16,-3 5 1-16,3 7-1 15,-1 3-1-15,0 7-2 16,-1 5-5-16,4 5-10 0,-5 8-11 15,6-5-19-15,0-4-30 16,-1 2-6-16</inkml:trace>
  <inkml:trace contextRef="#ctx0" brushRef="#br1" timeOffset="201349.55">7664 17348 285 0,'0'-15'7'0,"5"-5"1"0,0 0 4 16,3-2 4-16,-1 10-1 15,-7 12-1-15,10-5 2 16,-10 5 0-16,13 19-5 16,-6 1-6-16,0 10-19 0,8 14-59 15,0 4-1-15</inkml:trace>
  <inkml:trace contextRef="#ctx0" brushRef="#br1" timeOffset="202666.54">3263 17259 277 0,'0'0'5'0,"0"0"2"16,0 0 5-16,0 0 0 15,0 0 3-15,10 14 1 0,-8 6 0 16,-2 5 1-16,0 2-4 16,4 8-3-16,-4 2-6 15,0 8-1-15,0 4-2 16,0 3-1-16,2 5-2 16,-2-2-2-16,3 4-7 0,-1 0-10 15,-2 4-27 1,3-11-27-16,1-5-3 0</inkml:trace>
  <inkml:trace contextRef="#ctx0" brushRef="#br1" timeOffset="202916.65">3406 17219 360 0,'0'0'0'0,"0"0"1"16,0 10-2-16,2 3 2 16,0 1 1-16,3 9 1 0,0 2 3 15,2 4-1-15,1 8 2 16,0 3-2-16,-4 4 0 16,4 6-2-16,0 0-3 15,-1 4-5-15,0-2-9 16,0 5-25-16,-2-5-35 15,6-3-5-15</inkml:trace>
  <inkml:trace contextRef="#ctx0" brushRef="#br1" timeOffset="203149.84">3636 17268 403 0,'0'0'2'0,"0"0"-2"15,0 0 2-15,-5 8 0 16,5 2 1-16,0 10 1 16,0 0 0-16,0 8 1 15,0 3-2-15,0 7 2 0,5 6-4 16,2 3 0-16,-1 2-3 16,1 6-4-16,1 2-6 15,1-1-10-15,-1 5-45 16,3-10-13-16</inkml:trace>
  <inkml:trace contextRef="#ctx0" brushRef="#br1" timeOffset="203382.76">3795 17355 397 0,'0'0'2'16,"0"0"0"-16,0 0 1 0,0 12 1 15,0 4 0-15,2-1 0 16,4 7 0-16,-3 6 1 16,1 3-1-16,-4-31-3 15,8 35-1-15,5 42-4 16,-9-35-3-16,1 2-7 0,5-2-12 16,-1 8-30-16,0-10-23 15</inkml:trace>
  <inkml:trace contextRef="#ctx0" brushRef="#br1" timeOffset="203616.71">4049 17204 415 0,'0'0'1'0,"0"0"2"16,0 10 1-16,0 0 0 15,3 8 1-15,-3 3 1 16,4 9-2-16,4 6 2 15,-4 5 0-15,4 1-4 0,2 8-2 16,0 5 0-16,-1 1-1 16,4 1-5-16,-1 2-7 15,2 4-13-15,-2-4-28 16,5-8-24-16,-5-1-6 16</inkml:trace>
  <inkml:trace contextRef="#ctx0" brushRef="#br1" timeOffset="203832.91">4392 17286 411 0,'0'0'1'15,"0"0"-1"-15,0 0 2 16,0 10 0-16,-2 5 1 0,2 3 0 16,0 3 0-16,0 9 1 15,2 2 0-15,-2-32-2 16,2 42-1-16,8 42-2 0,-5-31-2 15,3-2-5 1,-1 6-12-16,0-2-33 0,5-3-24 16,1 0-3-16</inkml:trace>
  <inkml:trace contextRef="#ctx0" brushRef="#br1" timeOffset="204053.27">4560 17323 393 0,'0'0'0'0,"0"0"3"16,0 7 0-16,3 3 1 15,-1 8 1-15,1 4 1 16,2 4 1-16,0 12 0 0,-5-38-2 16,7 40-2-16,9 49-3 15,-7-39-4-15,1 7-8 16,0-3-17-16,5 4-48 15,-5-4-3-15</inkml:trace>
  <inkml:trace contextRef="#ctx0" brushRef="#br1" timeOffset="204266.76">4894 17323 379 0,'0'0'-1'0,"0"0"3"15,0 0 2-15,2 7 0 16,0 8 2-16,3 2-1 16,-2 8 1-16,2 3 1 15,-5-28 0-15,8 39-3 16,6 41-2-16,-3-31-2 0,-2-2-7 16,1 10-10-16,3-7-29 15,-1-3-29-15,0 2-4 16</inkml:trace>
  <inkml:trace contextRef="#ctx0" brushRef="#br1" timeOffset="204483.04">5152 17242 420 0,'0'0'3'0,"0"0"-1"15,0 0 1-15,0 9 1 16,0 1 2-16,0 10-3 0,0 5 2 15,2 2 0-15,4 10-3 16,-1-1 0-16,-1 10-4 16,6 3-6-16,1 1-7 15,-2 7-15-15,3-5-47 16,1 0-6-16</inkml:trace>
  <inkml:trace contextRef="#ctx0" brushRef="#br1" timeOffset="204682.72">5413 17268 409 0,'0'0'-2'0,"0"0"0"16,2 8 0-16,1 7 1 16,-3 5-1-16,5-1 1 15,-1 12 0-15,2 3 0 16,-6-34-3-16,7 42-10 0,10 50-19 15,-9-40-39 1,2-3-4-16</inkml:trace>
  <inkml:trace contextRef="#ctx0" brushRef="#br1" timeOffset="204900.21">5903 17283 415 0,'0'0'0'0,"0"13"-1"15,0 2 1-15,0 4-1 16,0 1 2-16,4 10-1 16,1 2-2-16,-5-32-8 0,10 40-14 15,5 42-48-15,-5-37-4 16</inkml:trace>
  <inkml:trace contextRef="#ctx0" brushRef="#br1" timeOffset="205121.73">6181 17229 396 0,'0'0'0'0,"0"0"1"0,0 0 1 15,0 7 0-15,2 6 0 16,1 1 1-16,-3 9 1 16,4 9-1-16,-1 0 2 15,4 8-3-15,-1 1-4 16,1 5-7-16,-3 8-15 0,4-2-50 16,3-2-2-16</inkml:trace>
  <inkml:trace contextRef="#ctx0" brushRef="#br1" timeOffset="205332.79">6524 17197 433 0,'0'0'0'0,"0"9"0"15,0 2-2-15,0 3 1 16,0 6 0-16,0 5 0 0,0 7 0 15,4 3 1-15,1 7-3 16,2 0-5-16,2 5-9 16,0 5-42-16,1 1-17 15</inkml:trace>
  <inkml:trace contextRef="#ctx0" brushRef="#br1" timeOffset="205549.82">6884 17273 406 0,'0'0'-2'0,"0"10"0"16,0 3 0-16,0 7-1 16,3 4 2-16,-3 6-1 15,2 2-1-15,-2-32-8 16,2 46-8-16,6 37-35 0,-2-35-18 15</inkml:trace>
  <inkml:trace contextRef="#ctx0" brushRef="#br1" timeOffset="205783.03">7145 17224 416 0,'0'0'0'0,"0"0"2"16,0 0 0-16,0 10 0 16,0 3 0-16,1 7 1 0,-1 6-1 15,6 4 2-15,-6 8 1 16,6 1-5-16,-2 9-2 16,4 1-2-16,-1 2-7 15,0 2-13-15,4 6-45 16,-4-5-9-16</inkml:trace>
  <inkml:trace contextRef="#ctx0" brushRef="#br1" timeOffset="205999.89">7331 17326 352 0,'0'0'8'0,"0"0"3"0,0 0 1 15,0 0 0-15,0 0 1 16,0 0 1-16,5 7 2 15,-5 8-2-15,4 7-6 16,2 3-2-16,-1 4-1 16,-5-29-2-16,5 38-3 0,13 38-2 15,-11-31-5-15,3 1-10 16,-3 5-24-16,1-4-40 16,-1-5-3-16</inkml:trace>
  <inkml:trace contextRef="#ctx0" brushRef="#br1" timeOffset="206132.79">7498 17662 404 0,'0'0'8'0,"0"0"0"0,0 0 0 16,0 0 0-16,0 8 1 15,-2 2 0-15,2-10-2 16,0 0-1-16,-4 25-16 16,2 1-28-16,2-3-41 15,0-1-3-15</inkml:trace>
  <inkml:trace contextRef="#ctx0" brushRef="#br1" timeOffset="206366.44">6149 17883 239 0,'0'0'1'15,"0"0"-1"-15,0 0-1 0,0 0-37 16,0 0-20-16</inkml:trace>
  <inkml:trace contextRef="#ctx0" brushRef="#br2" timeOffset="212149.78">7528 17242 116 0,'0'0'5'0,"0"0"4"0,0-8 3 16,0 8 0-16,0 0 1 0,14-10 1 15,-14 10 1-15,28-7 2 16,-6 7-3-16,0 0-3 16,5 0 0-16,-2 0-1 15,8 0 1-15,-6 0 0 0,10 0-2 16,-7 0-1-16,0 0-2 15,5 0 0-15,-3 0-2 16,6 0-1-16,-3 0 1 16,2 0-1-16,-3 0 0 15,3 0 0-15,-2 0-1 0,3 0 0 16,-1 0-1-16,0 0 1 16,3 2 0-16,-6 1-2 15,7-1 1-15,-4-2 1 16,2 2-1-16,-4-2 0 0,5 3-1 15,0-1 1-15,-3 1-1 16,2-3 1-16,2 2-1 16,-2 1 0-16,-2 0 0 0,6-2 1 15,-1 5-1-15,0-4 0 16,1-2 0-16,-6 0 1 16,7 0-1-16,-7 0 0 15,6 0 0-15,-8 0 0 16,-1-2 0-16,3 0 0 0,-1-2-1 15,-1 4 0-15,-3-1 0 16,3 1 0-16,-5 0 0 16,4 0-1-16,-6 0 1 15,4 0 0-15,5 0 1 0,-2-3 0 16,2 3-1-16,-2-3 0 16,10 1-3-16,-6-1-2 15,6-2-2-15,-3 3-1 16,-5 0-2-16,1-1-1 0,-1-2-1 15,-2 0 4-15,-3 2 2 16,1-1 2-16,-6-1 2 16,5-3 2-16,-7 3 3 15,5-2 1-15,5 3 0 16,-4-2 0-16,7-2 2 0,-1 4-2 16,4-2 2-16,-4 5 0 15,5-5-1-15,-5 1 0 16,-5 3 0-16,0-3 1 15,0 2-1-15,-2 1 1 0,-2 0-2 16,-1-3 0-16,-2 2-1 16,-2 0 0-16,-4-1 0 15,1 1 0-15,-2 0-1 0,1 1 1 16,-6 0-2-16,2-1 1 16,-8 0-4-16,-7 3-5 15,11 0-11-15,-11 0-33 0,0 0-15 16</inkml:trace>
  <inkml:trace contextRef="#ctx0" brushRef="#br2" timeOffset="213333.89">7524 17879 257 0,'0'0'1'16,"0"0"0"-16,0 0 2 15,0 0-2-15,0 0 0 0,0 0 1 16,0 0 1-16,46 8 5 15,-26-8 0-15,-3 0 2 16,5 0-2-16,3 0 2 16,3-1 2-16,4 1-2 15,0 0-1-15,5-3-5 0,5 0 0 16,1 2-2-16,4-5 0 16,3 3-1-16,-1-5-1 15,3 7 1-15,1-9 0 16,2 5-1-16,1 2 1 0,4-2-1 15,-3-2 1-15,5 2 0 16,0 0-1-16,0-3 1 16,1 4-1-16,1-4 0 0,1 3 0 15,-3 1 2-15,0-2-2 16,-3-1 0-16,-1 2 0 16,-1 0 0-16,-2 0 0 15,0 0 0-15,2 0 0 16,-8 3 1-16,6-1-1 0,-2-2 0 15,-4 0 2-15,1 3-2 16,-6-4 0-16,4 2 0 16,-4 1 1-16,1-4-1 15,-1 2 0-15,4-1 0 0,-6 5 0 16,0-5 0-16,8 2-1 16,-8-4 1-16,1 2 0 15,-1 2-2-15,-3 0 2 16,4-2 0-16,-6-1 2 15,2 2 0-15,2 0 2 0,-4 0 0 16,2 0 1-16,-4 0 1 16,0 0 0-16,0 4 1 15,-6-5-1-15,1 3 0 16,-2 1-1-16,-6-1 0 0,2 0-1 16,-6 2 1-16,0-2-2 15,-4 0 0-15,2 2 0 16,-7 1-1-16,2 0-1 0,-4 0-2 15,-7 0 0-15,10 0-3 16,-10 0-4-16,0 0-7 16,0 0-14-16,-7 1-47 15,7-1-2-15</inkml:trace>
  <inkml:trace contextRef="#ctx0" brushRef="#br2" timeOffset="-213695.01">3119 17229 134 0,'0'0'7'0,"0"0"7"15,-5-3 4-15,5 3 4 0,0 0-2 16,0 0 1-16,-12-9 0 16,12 9 0-16,-7-3-7 15,7 3-5-15,-18-5-5 16,6 5 0-16,-1 0 1 0,-4 0 2 16,-1 0-1-16,-2 0 1 15,-1 3 0-15,0-1 0 16,1 3-1-16,3-2-1 0,-1-1-1 15,9 0-2-15,2 1 1 16,7-3-2-16,0 0 0 16,-5 13 0-16,5-13-2 15,0 12 0-15,2-3 0 16,1 1 1-16,-3 3 0 16,2 2-2-16,0 2 2 0,-2 1-1 15,3 4 2-15,-1 0-1 16,-2 0 2-16,0 3-2 15,0 4 1-15,0 2 0 16,-2-4 0-16,-1 2-1 0,1 7 1 16,0-7 0-16,-3 3 0 15,5-32-2-15,-6 30-1 16,1-1 1-16,3-1 0 16,-3 1-2-16,0-6 2 0,0 2-1 15,3-3 1-15,-4-2 2 16,6 2-1-16,-2-3 2 15,2-19-2-15,-3 25 0 16,1-2 0-16,2-23 0 16,-5 20 0-16,3 2 0 15,2-22 0-15,0 0 0 16,0 7 0-16,0 3 0 16,-3 0 0-16,3 3 0 0,0-13-2 15,-2 10 1-15,0 0 1 16,-1 0 0-16,-3-1-1 15,6-9 0-15,0 0 1 16,0 0-1-16,0 0 1 16,0 0 0-16,0 0 0 15,0 5 0-15,-2 1 0 0,2-2 1 16,0 1-2-16,-2 0 1 16,2 0 0-16,-3 0 0 15,3 2 1-15,0-7-2 16,7 3 1-16,-1 0-1 15,50 16 0-15,-31-13 0 16,-3-2-1-16,-1 4 0 16,9-6 0-16,-2 3 0 0,4-2 1 15,0 1 0-15,5-1 0 16,37 1 0-16,-33-1 1 16,1 0 0-16,2-3-1 15,-1 0 0-15,1 0 0 16,-1 0 0-16,-1 0 0 15,4 0 1-15,2-3 0 0,-4 0 0 16,4 2 1-16,0-2-1 16,1-1 1-16,3-2-1 15,-5 1 0-15,6-2-1 16,-4 2 0-16,5-3 0 16,-1 3 0-16,2 0 0 15,2-2 0-15,-2-1 1 16,1 3 0-16,2 0 0 0,-3-2 1 15,2 2-1-15,-2 0 0 16,4 1 0-16,-5-2 0 16,4 1-1-16,-6 3 0 15,3-3 1-15,2 3-1 16,-3-1 1-16,3 1 1 0,-2-1-2 16,-2 3 2-16,1 0 0 15,1-2 0-15,-1 2 0 16,3-3-1-16,-1 0 1 15,3 1-1-15,-2 0 1 16,5-1-1-16,-5 1 0 16,8-1 1-16,-3 1-1 15,0-1 0-15,0-2-1 16,-2 2 0-16,4-1-1 0,2 0 0 16,3-2 0-16,-2 1-1 15,0-1 1-15,2 2 0 16,1 0 1-16,-5-2 0 15,7 3 1-15,-1-1 0 16,0-1 0-16,3 2 0 16,1 1 0-16,-1-3 0 0,6 0 1 15,-6 2 0 1,6-1 0-16,1 1 1 0,-1 0-1 16,-1 1 1-16,3 0 1 15,-2-4 1-15,-3 4-2 16,-2-3-2-16,-3 3-11 15,-3 2-19-15,-7-3-34 16,-2-4-2-16</inkml:trace>
  <inkml:trace contextRef="#ctx0" brushRef="#br2" timeOffset="-212514.81">2973 17224 186 0,'0'0'7'0,"0"0"4"0,5 0 4 0,5 0 0 15,5 0 2-15,2-2 1 16,10 2 0-16,-2-3 1 16,15 1-7-16,8-1-3 0,-2 3-3 15,11 0-3-15,1 3 0 16,9-3-2-16,-3 5 0 16,9-3 0-16,-1 0-1 15,4-2 0-15,6 0 0 0,1 0-1 16,4-2-1-16,-3 2 0 15,5-2 0-15,-2-3-1 16,1 5 1-16,-2 0 0 16,2 0 1-16,-7 0-1 15,4 0 2-15,-3 0-1 0,-3 0 0 16,1 0 0-16,-1 0 0 16,3 0-1-16,-2 0 1 15,-3 0 0-15,-3 0 0 16,1 5 2-16,-3-3-2 0,-5 0 2 15,1 3-1-15,-4-2 0 16,1-1 0-16,-3-2 0 16,0 0 0-16,0 0 0 0,-2-2 0 15,4-3 1-15,-7 0-1 16,-5-2 4-16,3-1-1 16,-8 1 0-16,2 2 0 15,-3 0 1-15,-4 0-1 16,0-1 0-16,-4 4 1 0,1 0-2 15,0 2-1-15,7 0 1 16,-9-3 0-16,5 2-1 16,3 1 0-16,2 0 0 15,3 0 0-15,2 0-1 0,2 0 1 16,5 0-1-16,-1 1-1 16,2 2 1-16,-3 1-2 15,0 2-2-15,-2 1-3 16,-3-4-3-16,3 4-4 0,-10-5 1 15,6 1-1-15,-3 0-1 16,7-1-2-16,-1-2 3 16,3 0 3-16,0 0 1 0,1 0-1 15,-1 3-6-15,-6-3-26 16,7 2-14-16</inkml:trace>
  <inkml:trace contextRef="#ctx0" brushRef="#br2" timeOffset="-210879.46">10439 17173 88 0,'0'0'6'0,"16"0"2"0,-4-4 3 16,10 4 0-16,-2 0 3 16,12 0 3-16,0 0 0 0,13 0 1 15,5 0-5-15,0 0-3 16,4 4-1-16,1-4-2 15,7 1-2-15,-2-1-4 0,5 3 0 16,-3-3 1-16,-8 2-1 16,3 0-1-16,0 4 1 15,-2-4-1-15,-2 3 0 16,-4 0-1-16,1 0 0 16,-4 0-3-16,9-2 1 0,-9 2-1 15,0-3-2-15,-1 1 0 16,0-3 1-16,5 0 1 15,-13 0 1-15,7 0 1 16,2-5 1-16,-5 2 1 16,0 1 0-16,-2-1 0 0,-2-2-2 15,-7 3 2-15,7-1-1 16,-12 1 1-16,-2-3 0 16,-4 2 0-16,1 1 0 0,1-4 1 15,-5 4-1-15,5-3-1 16,-4 4-1-16,0-5 0 15,-1 4-1-15,-2-4 0 16,-2 2 1-16,1-2-2 16,-6 2 3-16,-7 4 0 0,16-14 0 15,-16 14 1-15,7-8 0 16,-7 8-2-16,10-11-2 16,-10 11-4-16,9-4-2 0,-9 4-2 15,11-8 1-15,-11 8 1 16,12-5 2-16,-12 5 3 15,0 0 4-15,7-3 8 16,-7 3 3-16,0 0 3 0,0 0 2 16,0 0 0-16,0 0 0 15,0 0 1-15,0 0 0 16,-5 3-2-16,5-3-1 16,-4 23 4-16,1-6-1 15,-2 4 2-15,5-4-2 0,0 2-5 16,-2 3 1-16,0 3 1 15,-1 4-1-15,0 1-3 16,-2 2-3-16,0 0-1 16,3 1 2-16,-1 2-2 0,-1-3 0 15,1 3-2-15,-2-6-1 16,5 6-1-16,-6-5 0 16,2-1-1-16,-1 1 0 15,0-7-1-15,0-4 0 0,-5-5 0 16,1-1 0-16,-2-1 0 15,-6-1 0-15,-3-6 0 16,0 0 0-16,-10-1-2 16,-4-1 0-16,-3-3-4 15,-9 0-1-15,-3 0-3 0,-8 0 1 16,-8 0 0-16,-5 0 1 16,-6 0 1-16,-7 0 1 15,-4 0 3-15,-5 0 2 0,-5 0 2 16,-7 0 0-16,-3 8-1 15,1-6 1-15,-9 3-1 16,-2 2 0-16,-1-2 1 16,-2 5 0-16,-4-2 0 0,2 1-2 15,1-1 1-15,-1 4-6 16,5-4-12-16,5-1-37 16,5-1-7-16</inkml:trace>
  <inkml:trace contextRef="#ctx0" brushRef="#br2" timeOffset="-210730.01">9239 17734 333 0,'0'0'3'0,"0"0"0"0,0 0 3 16,13 0 0-16,-13 0-1 16,15 0-3-16,-3-3-46 0,5 3-19 15</inkml:trace>
  <inkml:trace contextRef="#ctx0" brushRef="#br2" timeOffset="-207663.72">11225 13333 222 0,'0'0'2'0,"0"0"3"16,0 14-1-16,0 14 3 15,0 16-1-15,2 18 2 16,1 17-3-16,6 27-18 0,1 25-38 16,3 9-8-16</inkml:trace>
  <inkml:trace contextRef="#ctx0" brushRef="#br0" timeOffset="-201931">2123 16198 88 0,'0'0'7'0,"0"0"7"16,0 0 5-16,2-10 3 16,-2 10 1-16,0 0 0 15,0 0 3-15,0 0 1 16,10-4-7-16,-10 4-4 0,6 14-3 15,-1 1-5-15,-1 8-1 16,6-4 2-16,1 3-4 16,-2 3-1-16,3 3 0 15,1-3-1-15,-1 1 0 0,1-1 0 16,-3 0 0-16,-3 0 0 16,-2 0 1-16,0-1-2 15,-5 4 1-15,0-3-2 0,-3 4 1 16,1-1 1-1,-5-6 0-15,2 3-1 0,-2-3 0 16,1-5 0-16,1 0 0 16,-2-2 1-16,-3-2-1 15,6-5 1-15,-5-1-2 16,2 3 0-16,0-1 0 0,7-9 0 16,-18 18 0-16,10-11-1 15,-1 3 1-15,1-2 0 0,-4-1-1 16,2 3 1-16,-3 0 0 15,1 0-1-15,-5 0 1 16,2-3 0-16,-3 3 1 16,-3 1-1-16,-3-5 1 15,2 5-1-15,-3-2 1 0,1-2 0 16,-1 4-1-16,-5-4 1 16,5 0-1-16,-4 1 1 15,-2 0 0-15,2-4 0 16,-3 4 0-16,-1-4 0 0,-1 1 0 15,-3-2 1 1,-1 2-1-16,0 0 1 0,1-3-1 16,-4 6 1-16,0-3-1 15,1 0 0-15,-1 2 0 0,0 1 0 16,4-1-1-16,-3 0 0 16,6 3 1-16,-1 0-1 15,6 1 0-15,-1-2 0 16,-1-2 0-16,4 6 0 15,0-1 0-15,2 1 1 0,0 2-1 16,3-1-1-16,0 6 1 16,10-10-1-16,3 3-1 15,2 1 0-15,-2 3 0 16,-2 3 0-16,1 0 0 0,1 8 1 16,-2-6-1-16,2 7 2 15,1 4 0-15,-2-1 0 16,0 8 1-16,0-1-1 15,1 3-2-15,-2 3 1 0,-1 2 0 16,2 2 0-16,-2 1 0 16,2 3 0-16,-1-4 0 15,4 3-1-15,-2-3 3 16,-1 1-1-16,-3 0 0 16,6-1 0-16,-1-4-1 15,0-1 1-15,1-1-1 0,0-2-1 16,7-41-1-1,-3 38-9-15,-1-1-23 0,4-7-44 16,2-1-3-16</inkml:trace>
  <inkml:trace contextRef="#ctx0" brushRef="#br0" timeOffset="-200280">8106 16518 1 0,'0'0'3'0,"0"0"-1"15,0 0 2-15,13-10-1 0,-13 10 0 16,14-4 0-16,-14 4 0 16,16-6 0-16,-16 6-1 15,8-2 0-15,-8 2-2 16,0 0-2-16,0 0 2 0,0 0 3 15,0 0 8-15,-6-13 5 16,6 13 5-16,-13-7 7 16,13 7 4-16,-9-10 6 15,9 10 0-15,0 0-3 16,-10-10-7-16,10 10-7 0,7-8-4 16,5 6-4-16,4-2-4 15,6 0-4-15,8 0-1 16,5-1 0-16,7 0 1 0,3 3-1 15,4-3 2-15,1 2-2 16,7 1 1-16,0 2-1 16,0 0 1-16,7 0-1 15,2 0-1-15,3 2 0 0,5 2 0 16,8 0-2-16,3-4 1 16,7 0-1-16,5 0 0 15,2-4 0-15,11 0 0 16,-1-4-1-16,-2 4 1 15,7-4 0-15,-4 1-1 16,-4 1 1-16,1 4-1 0,-7-3 0 16,-7 0 1-16,-3 5-1 15,-2-2 1-15,-7 0-1 16,1 2 1-16,-2-3 0 0,-1 0-1 16,-1 3 1-16,-2 0-1 15,-1-3 1-15,-3 3 0 16,-8-1-1-16,-4 1 1 0,-7 0-1 15,-7 0 0-15,-9 0-3 16,-3 0-4-16,-10 1-9 16,-3 2-27-16,-8-3-31 15,3 0-5-15</inkml:trace>
  <inkml:trace contextRef="#ctx0" brushRef="#br0" timeOffset="-199130.73">11515 16381 37 0,'0'0'8'0,"0"0"6"0,0 0 5 0,0 0 5 16,0 0 4-16,0 0 3 16,0 0 0-16,0 0 1 0,0 0-5 15,0 0-7-15,7-7-1 16,-7 7-2-16,21 0-3 15,-1 0-2-15,4 0 0 16,6 0-1-16,4 0-1 16,9 0-1-16,3 0 0 0,5 0-3 15,4 0 0-15,-4 0-1 16,9 0-1-16,-5 3 0 16,2-3 1-16,3 2-1 0,-3-2 0 15,3 2 0-15,-3 1-1 16,3-3-1-16,-4 3 1 15,10-1-1-15,-4-2 0 16,2 5-2-16,-1-2 0 0,-4-1 1 16,3 1 0-16,-2-1-1 15,-5 0 0-15,-4-2 1 16,0 3-1-16,-7-3 0 16,3 0 0-16,-5 0 1 15,0 0-1-15,-1 0 0 0,-4 0 1 16,5 0 0-16,-8-3-1 15,-2 1 1-15,-4 0 1 16,-1 2 0-16,-9-3 0 0,-3 1 1 16,-2 2 0-16,-13 0 1 15,14-3-1-15,-14 3 0 16,10-2 0-16,-10 2-1 16,0 0 0-16,8-3-1 0,-8 3-1 15,0 0 1-15,10-2-1 16,-10 2 1-16,0 0-1 15,0 0 0-15,7 0 0 16,-7 0 0-16,0 0 0 0,0 0 0 16,13 0 0-16,-13 0 0 15,9 5 1-15,-9-5-2 16,18 10 2-16,-3-6-1 16,-3 4 0-16,5 2 0 15,1 0 0-15,-3 4 0 0,7 4 0 16,-5-1 0-16,1 5 0 15,-4 9-1-15,-1 3 1 16,-1 5 1-16,-2 11 1 16,-2 4 0-16,-3 9 0 0,-2 4 0 15,-3 5 1-15,2-1 1 16,-2-31-3-16,0 4-1 16,2 4 1-16,-2 1-1 15,3 1 1-15,-1 6-1 16,-2 1 1-16,3 3-2 0,-1-6 1 15,1 8 0-15,-3-7 0 16,3 4 1-16,-3-4-2 16,2 1 0-16,1-3 0 15,-3-4-1-15,0 1-2 0,1-10-6 16,-1-40-7 0,0 33-8-16,0 3-5 0,0-11-4 15,0 2 2-15,0-27 4 16,0 23 9-16,-1 1 14 15,1-24 15-15,0 0 10 16,0 0 10-16,0 0 1 16,0 0 1-16,0 0-4 15,0 0-13-15,0 0-31 0,0 0-59 16,0 0-3-16</inkml:trace>
  <inkml:trace contextRef="#ctx0" brushRef="#br3" timeOffset="-176464.73">5296 17977 308 0,'0'0'4'0,"0"0"6"15,0 0 3-15,0 0 4 16,0 0 1-16,0 0 1 15,0 0 0-15,0 0 1 16,0 0-3-16,0 0-6 16,0 0-3-16,0 0-3 15,0 4-1-15,0 2 0 0,-2 51-1 16,2-27-2-16,0-6 0 16,0 1 0-16,0 6-1 15,0-2 0-15,0 3 0 16,0 2-1-16,0 1-2 15,0-2-1-15,2-1-3 16,-2-2-2-16,2-5-2 0,1-6-2 16,-3-19-4-16,0 0-1 15,0 0 2-15,0 0 1 16,0 0 2-16,0 0 5 16,0 0 3-16,2 0 3 15,1-7 5-15,26-53 4 16,-24 33 1-16,-1-5 4 15,0-1 2-15,1 0-2 0,-2 2 1 16,1-1 0-16,-1 1-2 16,-1 7 0-16,1-3-2 15,-3 27-3-15,6-19-1 16,-2-1-1-16,-4 20-1 16,0 0 0-16,0 0-1 15,3 4 0-15,-1 6-1 16,13 35 0-16,-13-25 0 0,1 8-1 15,0-3-1-15,-1 1 1 16,-2 4-1-16,3-1-2 16,-1 1 0-16,-2-10-1 15,2 2 0-15,-2-22-1 16,0 0 0-16,0 0 0 16,0 0-1-16,0 0 2 15,0 0-4-15,0 0-11 0,0 0-49 16,0 0-10-16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4:15:27.74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C00000"/>
    </inkml:brush>
    <inkml:brush xml:id="br5">
      <inkml:brushProperty name="width" value="0.05292" units="cm"/>
      <inkml:brushProperty name="height" value="0.05292" units="cm"/>
    </inkml:brush>
  </inkml:definitions>
  <inkml:trace contextRef="#ctx0" brushRef="#br0">5540 16305 300 0,'0'0'7'16,"0"0"2"-16,0 0 4 0,0 0 1 16,0 0 1-16,0 0 0 15,0 0 1-15,0 0-1 16,0 0-5-16,0 13-3 16,4-4-2-16,-1 6-1 15,2 5 0-15,3 5 1 0,-3 5 0 16,-1 4 0-16,4 3 0 15,-1 1-2-15,-1-2 1 16,-2 4-1-16,-1-2 0 0,2-4 0 16,-5 1-1-16,2-3 1 15,-2-5-1-15,2 1 0 16,-2-6 0-16,0 5 0 16,0-4-1-16,0-1 1 15,0-3-1-15,0-4 0 0,-2 0 0 16,0-3 0-16,2-12 0 15,-3 13-1-15,3-13 0 16,0 0 1-16,0 0-1 0,0 0 0 16,0 0 0-16,0 0-1 15,5 0-1-15,-5 0-3 16,2-8-2-16,-2 8-6 16,5-17-7-16,0 2-27 15,6 3-37-15,-9-6-1 0</inkml:trace>
  <inkml:trace contextRef="#ctx0" brushRef="#br0" timeOffset="516.96">5666 16277 231 0,'0'0'9'0,"0"0"4"0,10-6 5 0,-10 6 4 16,8-6 1-16,-8 6 1 16,10-7-1-16,-10 7 4 0,4 4-8 15,1 7-5-15,-5 11-4 16,3 1-2-16,-3 11-3 16,2 3 1-16,1 8-1 15,-3 7-2-15,0-1 0 16,3 2 0-16,-3 1 0 0,0-5 0 15,0-1 1-15,0-3-1 16,0-6-1-16,-3-4 2 16,3-8-2-16,-3-2 0 15,3-8 0-15,-2-2-1 0,2-5-1 16,0-10-1-16,0 0-2 16,0 0-3-16,0 0-5 15,-5-12-8-15,5-3-12 16,-5 3-36-16,3-11-17 0</inkml:trace>
  <inkml:trace contextRef="#ctx0" brushRef="#br0" timeOffset="749.39">5549 16327 272 0,'0'0'7'0,"0"0"3"15,0-9 4-15,0 9 0 0,0 0 3 16,0 0 2-16,8 0 1 16,-5 9 1-16,2 16-6 15,-3 10-4-15,0 7-4 16,1 12 0-16,2 3-3 16,-2 8-8-16,4-3-7 0,-2 0-35 15,0-4-30-15,0-5-5 16</inkml:trace>
  <inkml:trace contextRef="#ctx0" brushRef="#br1" timeOffset="5416.25">4916 16954 115 0,'0'0'6'0,"0"0"3"16,0 0 4-16,0 0 2 15,0 0 3-15,0 0 1 16,0 0 2-16,0 0 2 0,0 0-4 16,0 0-4-16,-7-3-2 15,7 3-1-15,0 0-2 16,0 0-2-16,0 0-1 15,0 0-3-15,0 0-1 0,0 0 1 16,0 0 0-16,0 0-1 16,0 0 1-16,2 3 1 15,10-3 0-15,0 0 1 16,9 0 1-16,6 2-1 16,8-2-1-16,7 0 1 0,12 0-2 15,9-2-1-15,9 2 0 16,10-3 1-16,5-1 0 15,10 1-1-15,7 3 1 0,5-5 0 16,3 5 0-16,2-2-1 16,5-1 0-16,1 0-2 15,-3 1 1-15,-3 0-1 16,-3 2 0-16,-5-3-1 0,-7 1 1 16,-12 2-1-16,-9-3 1 15,-15 3-1-15,-11 0 0 16,-12 0-2-16,-13 0-3 15,-9 0-8-15,-18 0-33 0,0 0-29 16,0 0-4-16</inkml:trace>
  <inkml:trace contextRef="#ctx0" brushRef="#br1" timeOffset="6149.09">4355 17001 239 0,'0'0'4'0,"0"0"-1"16,7 0 4-16,-7 0 3 15,12-3 1-15,-5 3 2 16,14-2 3-16,4-1-2 0,4 3 0 15,16 0-2-15,10-5-3 16,10 3-1-16,16-3-3 16,11 0 0-16,5 1-3 0,9-1 0 15,4-1-1-15,-3-1 1 16,-2 2-1-16,-9 0 0 16,-4 3 1-16,-7-1-2 15,-16 3-1-15,-11 0-3 0,-12 0-7 16,-11 0-12-16,-18-2-46 15,-1 2-4-15</inkml:trace>
  <inkml:trace contextRef="#ctx0" brushRef="#br1" timeOffset="6732.94">4319 17021 336 0,'0'0'3'0,"0"0"2"16,0 0 3-16,11-3 2 0,-11 3 2 15,9 8 2-15,-1 7-1 16,-4 5 2-16,4 11 0 16,-3-11-5-16,-2 8 0 15,2 5-3-15,-3 3 0 16,0 6-1-16,1 5-1 0,-3 3 0 16,0 4-4-16,0 0 2 15,0 4-1-15,0-6-1 16,-3 5 0-16,1-3-1 15,0-2 0-15,2-5-1 16,-3 6 1-16,1-12-2 0,2-41 0 16,0 38-1-16,-3-4-3 15,3-9-1-15,0 0-4 16,0-25-8-16,0 0-11 16,0 10-46-16,0 0-6 15</inkml:trace>
  <inkml:trace contextRef="#ctx0" brushRef="#br1" timeOffset="7265.87">4322 18113 251 0,'0'0'5'0,"0"0"4"0,0 0 4 16,0 0 2-16,0 0 4 16,0 0 1-16,0 0 1 15,0 0 3-15,3-2-3 16,2-3-4-16,59-30-3 15,-41 32-3-15,14-1-1 16,44-6-2-16,-28 7-2 0,7-1-2 16,6 4-1-16,10-3-1 15,7 3 0-15,4-2-1 16,10 2 0-16,8-3 0 16,4 3 0-16,3-2 1 15,8 2-1-15,4-3 0 16,-2-2-1-16,7 3 1 0,-5-1-2 15,0 1-1-15,-2-1 0 16,-3 1 0-16,-8-1 0 16,-8 1-1-16,-4 2 1 15,-9 0 1-15,-12-3 0 16,-5 3 1-16,-13 0 0 16,-11 0-1-16,-6 0-3 0,-43 0-6 15,25 0-7 1,-1 0-22-16,-24 0-42 0,0 0-2 15</inkml:trace>
  <inkml:trace contextRef="#ctx0" brushRef="#br1" timeOffset="7782.28">7068 17090 268 0,'0'0'2'0,"0"0"6"15,5-10 4-15,-5 10 5 16,7-10 2-16,-7 10 1 0,0 0 2 16,10-9 1-16,-10 9-1 15,4 19-3-15,-4 9-4 16,0-9-5-16,0 9-3 0,0 1 0 16,0 9 0-16,0 3-1 15,0 7-2-15,0 3-2 16,0 2-2-16,0 1 1 15,0 1-2-15,4 2-2 16,-4 2-7-16,0-7-7 16,2 5-5-16,-2-10 2 15,0 3 0-15,3-10 1 0,-3-40 8 16,0 31 5-16,0 2 12 16,0-33 9-16,0 23 3 15,0 2 1-15,0-25-1 16,0 0-4-16,0 0-14 15,0 0-46-15,0 0-32 16,0 0-5-16</inkml:trace>
  <inkml:trace contextRef="#ctx0" brushRef="#br1" timeOffset="8916.03">5415 16097 123 0,'0'0'7'0,"0"0"4"15,0 0 7-15,0 0 4 16,0 0 4-16,0 0 2 16,5-7 3-16,-5 7 0 0,0 0-5 15,0 0-6-15,0 0-4 16,0 0-2-16,0 4-2 15,3 8-3-15,-3 9-2 0,2 1-2 16,0 6-1-16,1 3 1 16,3 2-2-16,-4-6-1 15,-2 3-1-15,2-8-2 16,-2-2-1-16,0-8-1 0,0-2-2 16,0-10-1-16,0 0 0 15,0 0 0-15,-2-13 0 16,0-2-1-16,-4-4 3 15,1-6 1-15,0 0 1 0,3-3 1 16,-5-1 2-16,4 5 0 16,-2 1 2-16,0 4 0 15,2 4-1-15,1 5 4 16,2 10-2-16,0 0 1 16,-3 10-2-16,3 6 0 0,0 9-1 15,0 3-1-15,0 9 1 16,3-2-2-16,-3 7-1 15,0 0-2-15,0 0-8 16,0-5-17-16,-3-2-44 0,-4-3-5 16</inkml:trace>
  <inkml:trace contextRef="#ctx0" brushRef="#br1" timeOffset="9398.95">4861 16271 341 0,'0'0'6'0,"0"0"3"16,5 6 1-16,0 10 1 0,-3 1 1 15,4 4-1-15,-1 10 0 16,-1 1 0-16,2 5-6 16,-2 3-2-16,-4 1-2 0,3 5 1 15,-3-6 0-15,0-1 1 16,0-2-1-16,-3-5 0 16,1-2-2-16,0-8-2 15,-1-4-2-15,0-7-4 0,3-11-7 16,-2 11-8-16,2-11-24 15,5-15-32-15,0-5-5 16</inkml:trace>
  <inkml:trace contextRef="#ctx0" brushRef="#br1" timeOffset="9899.79">4856 16580 172 0,'0'0'8'0,"0"10"1"0,0-1 5 16,0 1-1-16,0 4 4 16,0-3 0-16,0 7 0 15,0-1 1-15,0-5-6 0,3 0-1 16,2 1-2-16,2-1 0 16,1-1-2-16,1-7-1 15,1 4 1-15,6-6-1 16,3 1 0-16,4-3-2 0,6 0 0 15,6 0 0-15,2-5-2 16,8 2-1-16,5-2 1 16,0 3-1-16,7 0 0 15,5-4 0-15,0 1 0 16,0 4-2-16,8-3-3 0,-5 2-2 16,12 0-5-16,-8-1-1 15,-2 3-1-15,0 0-3 16,-3 0-3-16,-7 3-14 15,-4-1-22-15,-5 5-16 0</inkml:trace>
  <inkml:trace contextRef="#ctx0" brushRef="#br1" timeOffset="10270.9">6303 16261 376 0,'0'0'2'0,"0"0"0"0,0 0 2 0,0 0 2 16,-3 10 1-16,3 6 1 16,0 7-1-16,0 4 2 15,3 8-3-15,-1 2 1 16,3 5-2-16,0 0-5 0,-3-2-5 16,3-3-5-16,-5-2-7 15,8-6-16-15,-8 1-26 16,0-10-21-16</inkml:trace>
  <inkml:trace contextRef="#ctx0" brushRef="#br1" timeOffset="10382.16">6312 16667 354 0,'0'0'9'0,"0"0"2"0,0 0 1 16,0 0-2-16,0 0 1 16,0 0-2-16,3 7-4 15,-3-7-15-15,-8 18-64 0,6-9-5 16</inkml:trace>
  <inkml:trace contextRef="#ctx0" brushRef="#br1" timeOffset="10982.31">4687 16012 180 0,'0'0'13'0,"0"-10"7"0,0 10 6 15,0-9 3-15,0 9 2 0,2-10 1 16,-2 10 0-16,9-12 2 16,-9 12-10-16,0 0-9 15,4 8-3-15,-1 6-4 16,-3 5-2-16,5 6-2 0,-5 8-1 15,0-1-1-15,4 8 0 16,-1-3-1-16,-1-3-1 16,1 1-2-16,2-8-1 15,-5-2-3-15,2-5-7 16,1-3-6-16,-3-17-17 0,0 8-32 16,0-8-16-16</inkml:trace>
  <inkml:trace contextRef="#ctx0" brushRef="#br1" timeOffset="11115.89">4751 16070 376 0,'0'0'1'0,"0"0"1"16,0 0 2-16,-2 7-2 15,2 6 1-15,0 3 0 16,2 9 0-16,7 3-6 16,3 6-23-16,10 3-44 0,1-2-6 15</inkml:trace>
  <inkml:trace contextRef="#ctx0" brushRef="#br1" timeOffset="11448.67">6290 15968 421 0,'0'0'3'16,"0"0"2"-16,10-2-1 15,-10 2 2-15,10 0 0 0,-5 10 1 16,2 1-1-16,-5 10 1 15,2 4-3-15,-4 7-3 16,0 2-3-16,0 6-7 16,0-2-9-16,-4-4-19 0,2 1-44 15,2-10-4-15</inkml:trace>
  <inkml:trace contextRef="#ctx0" brushRef="#br1" timeOffset="11565.3">6064 16090 326 0,'0'0'2'0,"-20"-3"-1"0,3 3-3 16,-8 0-13-16,-8-6-42 0,1 6-11 15</inkml:trace>
  <inkml:trace contextRef="#ctx0" brushRef="#br1" timeOffset="11899.89">4546 15874 279 0,'0'0'1'0,"0"0"4"0,0 0 2 15,12 5 6-15,3-5 3 16,9 2 0-16,12 3 0 16,11-3 3-16,20-2-2 15,13 0-3-15,16 0-4 0,14-4-7 16,14 1-7-16,-2-1-5 16,7 1-6-16,-5-3-8 15,-7 5-8-15,-10-2-6 16,-20 3-4-16,-13 0-4 0,-19 0-19 15,-7 3-10 1</inkml:trace>
  <inkml:trace contextRef="#ctx0" brushRef="#br1" timeOffset="12016">5378 15899 296 0,'0'0'-1'0,"0"0"-5"16,3 10-12-16,16-1-44 15,14-1-5-15</inkml:trace>
  <inkml:trace contextRef="#ctx0" brushRef="#br1" timeOffset="15465.33">7170 17970 272 0,'0'0'9'16,"0"0"3"-16,0 0 4 15,0 0 3-15,-3-20 2 16,3 20 1-16,0-13 4 0,0 13-1 16,0-14-7-16,0 14-2 15,0-13-4-15,0 13-2 16,0-15-3-16,3 6 0 15,4-1-3-15,-2 0-1 0,5 6 0 16,0-7 0-16,2 3 0 16,6-2 0-16,4 3-3 15,2-1 0-15,6 1 0 16,0-3 0-16,8 2 0 0,4-1 0 16,5-1 0-16,3 3 0 15,5-4 0-15,4 7 0 16,6-1 0-16,2 0 0 0,8 0 0 15,1 5 0-15,7 0 0 16,4 5 0-16,5 5 0 16,5-3 0-16,-1 3 0 15,6 2 0-15,8 8 0 16,-3-4 0-16,7 3 0 16,3 1 0-16,2 3 0 15,2-4 0-15,1 3 0 16,-3-2 0-16,5-4 0 0,-4 2 0 15,-1-3 0-15,-4-2 0 16,-4-6 0-16,-6 3 0 16,-4-5 0-16,-2-2 0 15,-9-3 0-15,-8 0 0 16,-3 0-18-16,-1-8-68 0,-16-2-2 16</inkml:trace>
  <inkml:trace contextRef="#ctx0" brushRef="#br1" timeOffset="16382.37">7152 17955 383 0,'0'0'3'0,"0"0"2"0,0 0 2 16,0 0 1-16,0 0 1 15,0 0 1-15,0 0 1 16,0 0-1-16,6-3-1 15,1 3-2-15,53-10-2 0,-39 8-1 16,15-3 1-16,39 0-1 16,-21 2 0-16,3 1 0 15,8-3-1-15,4 5 0 16,5 0 0-16,7 0 0 16,5 0-2-16,1 7 0 0,3 1 0 15,2-1-1-15,-1 3 1 16,-2 2-1-16,1 1 0 15,-3-1 0-15,0 1 1 16,-2-3 0-16,-4 5-1 16,-3-5 0-16,-2 2 1 15,1 0 0-15,-2 1-1 16,2-1 1-16,-3-2 1 16,2 0-2-16,3-3 0 15,0 1 0-15,3 0 0 0,0-4 0 16,-2-1 0-16,4 2 0 15,-7-3 0-15,3-2 0 16,-3 0 0-16,-6 2 0 16,-6-2 0-16,-5 0 0 15,-5-2 0-15,-5-4 0 0,-11 2 0 16,-39 4 0-16,32-4 0 16,1-2 0-16,-33 6 0 15,22-7 0-15,3-1-80 16,-25 8-9-16</inkml:trace>
  <inkml:trace contextRef="#ctx0" brushRef="#br1" timeOffset="17632.97">821 16290 301 0,'0'0'1'0,"0"0"0"0,0 0 1 15,2 10 2-15,1 5 1 16,-3 7 0-16,3 10 2 16,-3 16-1-16,4 16 2 15,1 15 0-15,1 15 1 16,1 15 0-16,-2-47 1 0,-3 12 2 15,8 6-1-15,-2 6 1 16,-3 5-2-16,2 7 0 16,0-2 0-16,2 10-1 0,-2 1-1 15,-5 5-3-15,3 2-2 16,-5 5-1-16,0-5-5 16,0 9-8-16,-5-6-19 15,3 4-43-15,-5-12-12 16</inkml:trace>
  <inkml:trace contextRef="#ctx0" brushRef="#br1" timeOffset="18348.81">14037 16139 428 0,'0'0'-1'0,"0"0"0"0,0 10 1 16,0 9 1-16,0 9 0 15,0 17 3-15,-2 12 0 0,2 14 1 16,0 16 4-16,2 15 0 15,3 7 0-15,2 7 1 16,-4-56-3-16,3 9-2 16,-2 0 0-16,1 4 0 15,-2 3-3-15,-1 6-3 16,0-3-22-16,11 0-58 0,-10-1-3 16</inkml:trace>
  <inkml:trace contextRef="#ctx0" brushRef="#br1" timeOffset="19715.14">7192 17629 204 0,'0'0'6'0,"0"0"3"15,0 0 2-15,0 0 3 16,0 0 1-16,0 0 3 16,0 0 0-16,0-6 0 15,0 6-4-15,0 0-3 0,0 0-3 16,15-12-1-16,-15 12-2 16,18-7-2-16,-6-2-1 15,3 5 0-15,2-1 1 16,5-2-2-16,3-1 0 0,3 3 0 15,2-3 0-15,7 1 1 16,2-1-1-16,9 3 1 16,-4-2-1-16,6 0 0 15,2 1 0-15,5 2 0 0,3-1-1 16,2 0 0-16,0 2 2 16,5 1-2-16,3 2 1 15,2 0 0-15,-3 0 0 16,3 0 2-16,1 5 2 0,1 0 0 15,1 0 1-15,-1 2 0 16,6-2 1-16,-5 3 1 16,6 1 0-16,-3 2-1 15,8-2-2-15,-1 4 0 0,4-1 0 16,-1 4-1-16,1-2-1 16,-3 3-1-16,6 0 0 15,0 4-1-15,0-5-1 16,-2 1-3-16,-6 6-1 15,6-3 0-15,-3 0-1 16,3 0 0-16,-7 0-1 0,2-3-2 16,-7 0-5-16,0-4-5 15,-6-3-16-15,-6-6-32 16,-4-1-11-16</inkml:trace>
  <inkml:trace contextRef="#ctx0" brushRef="#br1" timeOffset="20616">7190 17406 229 0,'0'0'4'16,"0"0"5"-16,0 0 3 15,0 0 1-15,5-8 1 0,-5 8 2 16,0 0 0-16,14-13 2 15,-7 5-5-15,6 1-2 16,15-8-1-16,11-3 0 16,14-1-1-16,9-1-1 15,10 3-1-15,10 3-1 16,5 1 0-16,-1 2 0 0,4 10-3 16,-6 1-1-16,6 0 0 15,0 0 0-15,-46 1-2 16,1 5 0-16,-1-1-1 15,9 0 0-15,-7-1 1 0,7 1-1 16,2 3 1-16,2-1-1 16,0 1 1-16,3-1 1 15,2 3 0-15,3 0 0 16,-4-2 1-16,4 3 1 0,0 0 0 16,7 2 2-16,-3 1-2 15,4-2 1-15,-4 1 0 16,0-1 0-16,4 3 0 15,-1 2-1-15,-3 1 0 0,4-3 0 16,1 5 0-16,0-3 0 16,3 0 0-16,-2 0-1 15,2 3 0-15,-3-2 0 16,1 0-1-16,-1-2-3 16,-2 4-5-16,-4-5-15 0,-6-3-56 15,3 1-3-15</inkml:trace>
  <inkml:trace contextRef="#ctx0" brushRef="#br1" timeOffset="29532.2">7050 16909 360 0,'0'0'3'15,"0"0"3"-15,0 0 1 0,0 0 2 16,0 0-1-16,0 0 1 16,0 0 0-16,0 0 2 15,3 10-3-15,-1-2-2 16,3 7-2-16,1 2-1 0,1 5-3 15,-5 1-14-15,5-1-50 16,-2 6-12-16</inkml:trace>
  <inkml:trace contextRef="#ctx0" brushRef="#br1" timeOffset="31583.06">14033 16142 239 0,'0'0'11'16,"0"0"4"-16,0 0 2 15,12-8 2-15,-12 8 3 16,0 0 2-16,9 8 2 0,-1 6 1 15,-5 14-10-15,2 11-4 16,-1 11-1-16,1 25-3 16,3 13 1-16,4 19-3 15,-2 12 1-15,-3-55-1 16,2 11 0-16,-2-2 0 0,0 9-1 16,4 3 2-16,-3 1-8 15,0 1 0-15,5 3 0 16,-5-7 0-16,1 2 0 15,-4-6 0-15,2-1 0 16,-3-8 0-16,0-2 0 0,1-6 0 16,-2-1-4-16,-1-11-23 15,-2-50-56-15,2 34-3 16</inkml:trace>
  <inkml:trace contextRef="#ctx0" brushRef="#br1" timeOffset="33082.44">778 17159 264 0,'0'0'4'16,"-14"-14"2"-16,9 0 4 0,-9-5 1 16,8-7 0-16,-6-6 2 15,-1-9 2-15,1-5-1 16,2-4-2-16,4 1-1 16,-3-7-1-16,4 0-2 0,0 1-1 15,2 1 0-15,-1 0-1 16,1-2 0-16,0 5-1 15,1-1 1-15,-1 5-2 16,3 0 1-16,0 0 1 16,0 2-2-16,0 1 0 0,5 1-1 15,1 1-1-15,-2 0 0 16,9 2-1-16,-4-1 0 16,5 3-1-16,0 1 0 0,1 0 0 15,0 2-1-15,0 2 2 16,0 2-1-16,-2 4 1 15,1-6-1-15,-4 6 0 16,0 0 1-16,2-1-1 0,1 1 1 16,-1 2-1-16,3 0 0 15,0 3 0-15,-3 1 0 16,6-2 1-16,-4 3-1 16,2 0 0-16,1 0 0 15,0-2 1-15,1 2-1 0,-1-2 0 16,3 0-1-16,0 0 1 15,2-1 0-15,1 1 0 16,4-3 0-16,-2 4 0 0,5 0-1 16,-3 1 1-16,3 3 1 15,2-1-1-15,1 0 0 16,-4 4 0-16,9 2 0 16,-6-1 0-16,5 1 0 15,0 2 0-15,-1 1 0 0,3 0 0 16,1 2 0-16,-1 0 0 15,1 0 1-15,5 1-1 16,-3-1 1-16,6 2-1 0,-2-5 0 16,9 3 1-16,-2-3-1 15,-1-1 1-15,2 0-1 16,1-3 1-16,-5 3 0 16,-1-4 1-16,-6-3-1 0,-8 6 1 15,-3-2 1-15,-7 1 0 16,-6 1 0-16,-3 2 0 15,-7 0-1-15,-4 0 1 16,-5 10-1-16,7-12-1 16,-7 12-2-16,0-11-3 0,0 11-4 15,0 0-14-15,0 15-47 16,0-15-15-16</inkml:trace>
  <inkml:trace contextRef="#ctx0" brushRef="#br1" timeOffset="34199.42">3286 14566 205 0,'0'0'8'0,"0"0"4"0,0 0 5 16,0 0 3-16,0 0 1 16,0 0-1-16,0 0 2 15,0 0-1-15,0 0-4 16,-5 7-5-16,3 6-2 15,-2 5-5-15,4 3 0 0,-2 1 0 16,2 6-1-16,0 2-1 16,0 2-1-16,0 0 1 15,0 1-1-15,0-6-1 0,2 0 1 16,-2-3-1-16,0 0 0 16,0-8 0-16,0-3 0 15,-4-1 0-15,1-5 0 16,3-7 1-16,-9 13-1 0,9-13 1 15,-12 5-1-15,1-5 0 16,-1 2 0-16,-3-2 0 16,-5 0-1-16,-2 2-1 15,-8 1 1-15,-5 0-1 16,-4 1 0-16,-9 2 0 0,-4 1 0 16,-8 0 0-16,-5 3 0 15,-2 0 0-15,-7 3 0 16,2-7 1-16,-1 5-1 15,2-4 1-15,-2 0-1 0,9 2 1 16,4-2 0-16,9-3-1 16,3 1 1-16,11 0-2 15,7 1-3-15,8-4-7 16,5 0-4-16,6 1-10 0,11-3-4 16,0 0-7-16,0 0-3 15,0 0-1-15,11 0 3 16,1 0 8-16,0 0 5 0,6 0 14 15,-1 0 10-15,0 0 10 16,1 2 4-16,-1 1 1 16,-2-1-2-16,2-2-32 15,-5 3-23-15</inkml:trace>
  <inkml:trace contextRef="#ctx0" brushRef="#br1" timeOffset="35248.85">7264 14655 255 0,'0'0'3'0,"0"0"1"0,0 0 3 16,0 7 1-16,0-7 0 16,7 15 0-16,-2-2 2 15,-3-1-1-15,2 5-2 16,1 8-1-16,-1-5-3 16,-1 5-1-16,-3 0 0 0,0-3 0 15,0-2-2-15,0 3 1 16,0-9 0-16,0-3 0 15,0 0-1-15,0-11 0 16,0 15 0-16,0-15 1 0,0 0 0 16,5 7 0-16,-5-7 0 15,20 0 0-15,-8-2 0 16,6 0 0-16,7-6-1 16,5 3 1-16,7-2-1 0,7-1 0 15,11-1 1-15,9-1 0 16,3 0 0-16,8-5-1 15,2 5 1-15,3-5 0 16,-6 6-1-16,1-2 1 16,-10 4-1-16,-8 0-1 0,-10 4 0 15,-8 0 1-15,-12 3-1 16,-4 0 1-16,-11 0-2 16,-12 0-4-16,0 0-5 0,0 0-12 15,-12 6-27-15,0-4-19 16</inkml:trace>
  <inkml:trace contextRef="#ctx0" brushRef="#br1" timeOffset="35398.61">8084 14779 298 0,'0'0'4'0,"0"0"1"15,0 0 0-15,0 0 0 16,0 0-14-16,0 0-50 0,0 0-4 15</inkml:trace>
  <inkml:trace contextRef="#ctx0" brushRef="#br1" timeOffset="36998.92">1967 14987 70 0,'0'0'7'0,"0"0"7"16,9-3 5-16,7 3 4 15,9 0 2-15,7-1 2 16,10 1 0-16,15 0 1 15,12 0-9-15,11 0-4 0,15-3-3 16,9-5-6-16,10 2-1 16,10 2-3-16,-2-6 1 15,5 1 2-15,-1 1 0 16,-11 3 0-16,-13 0 1 0,-13 5-4 16,-20 0-10-1,-14 0-27-15,-5 8-28 0,-26 2-7 16</inkml:trace>
  <inkml:trace contextRef="#ctx0" brushRef="#br1" timeOffset="37815.37">7289 14764 162 0,'0'0'4'0,"14"-5"4"15,2 0 3-15,9 3 5 16,7-6 3-16,15 5 4 16,15-4 0-16,11 2 1 0,6 3-2 15,8-3-4-15,5-1-4 16,2 2-3-16,8 0-4 16,-13-5 0-16,-2 5-3 0,-7-1 0 15,-8 0-1-15,-18 3 2 16,-9 2 1-16,-15-3-1 15,-15 3 0-15,-15 0 0 16,-9 0-1-16,-17 0-1 0,-14 0 0 16,-12 3-2-16,-10-1 0 15,-10 0-1-15,-7 1 0 16,-8-2 0-16,-3 5 1 16,1-1 0-16,4-2 0 15,11 1 1-15,12-1-2 16,14 1 1-16,16-1 1 0,20 2 0 15,12-5 0-15,32 3-1 16,17-3 1-16,26-3-2 16,15-5-7-16,21-6-40 0,19 9-28 15,6-5-4-15</inkml:trace>
  <inkml:trace contextRef="#ctx0" brushRef="#br1" timeOffset="39515.22">8469 14643 129 0,'0'0'5'0,"15"0"2"15,5 0 2-15,9 0 0 16,8 0 3-16,16 0 1 0,14-3 0 16,18 2 2-16,4-3-4 15,13-1-1-15,5 4-1 16,17-7-1-16,8 2-2 16,4 2 1-16,6-3-3 15,10 1 0-15,11 1-1 16,2 1 0-16,6 1-2 0,6-2 1 15,6 0-1-15,6 0 0 16,9 0 0-16,-1-3 0 16,-8 6-1-16,1-1 0 0,6 3 1 15,-16 0-1-15,-10 0 0 16,-11 3 0-16,-15 2 0 16,-15 0 1-16,-10 0 0 0,-22 0 0 15,-20 0-2-15,-19 0-7 16,-11-2-11-16,-25 1-40 15,-12 4-5-15</inkml:trace>
  <inkml:trace contextRef="#ctx0" brushRef="#br1" timeOffset="45801.36">12343 12715 373 0,'0'0'4'0,"0"0"2"16,0 0 3-16,0 10 2 15,0 0 2-15,0 10 2 16,0 0 2-16,7 5 2 0,8 0-2 15,15-11-2-15,44-19-3 16,55-34-12-16,95-41 0 16,124-44-59-16,154-41-23 15</inkml:trace>
  <inkml:trace contextRef="#ctx0" brushRef="#br1" timeOffset="48182.94">8149 15329 277 0,'0'0'4'0,"0"0"0"0,0 0 0 15,0 0 2-15,-5-11 1 16,5 11 2-16,10-4 3 16,4 4-1-16,16-2-3 0,5-1 1 15,15 1-1-15,9-3-1 16,13 2-1-16,10-5-2 15,15 6-2-15,2-3 0 16,9 0-1-16,3 3 1 16,1-3-2-16,5 5 1 0,0-3-1 15,-1 3 1-15,6 0 0 16,-3-3-1-16,1-1 0 16,4 1 1-16,5-4-1 15,-5 0 0-15,0 2 1 0,1-5-1 16,-11 3-1-16,-7-1 0 15,-7 3-1-15,-18 0-5 16,-13 2-4-16,-20 3-6 16,-11 0-13-16,-16 0-37 0,-14 3-8 15</inkml:trace>
  <inkml:trace contextRef="#ctx0" brushRef="#br1" timeOffset="48650">8112 15893 206 0,'14'0'6'16,"14"0"5"-16,29 0 4 0,22-5 0 16,38 3 1-16,27-3 0 15,35 3 0-15,35-3-1 16,14-2-5-16,13 2-14 0,15 2-21 15,8 3-40-15,1 0-3 16</inkml:trace>
  <inkml:trace contextRef="#ctx0" brushRef="#br2" timeOffset="69049.37">1350 15202 185 0,'0'0'7'0,"0"0"5"15,-9-4 5-15,9 4 2 16,0 0 0-16,0 0 2 16,0 0 0-16,0 0 1 0,0 0-5 15,0 0-5-15,14-3-3 16,-4 3 0-16,7 0-1 15,-1 3 0-15,8-1-2 0,-4 0 0 16,10-2 0-16,0 0-2 16,2 0 0-16,10 0 0 15,1-4-1-15,6-1 1 16,6-1-1-16,2-1-1 0,5 2 0 16,-2-2 0-16,2 1-1 15,-7-1 0-15,-1 3 0 16,-4-1 0-16,-5 2 1 15,-8-3-2-15,0 5 0 16,-7-4 2-16,-2 0-1 0,-1 2 1 16,-5-2-1-16,-2 3 1 15,-5-1 0-15,-3 1-1 16,-2-1 1-16,-10 3-1 16,13 0 0-16,-13 0-1 0,0 0 1 15,10 3-1-15,-10-3 0 16,2 12 0-16,3-4 1 15,-3 4-1-15,3 0 0 0,1 8 0 16,-1-2 0-16,0 7 0 16,-1-2 0-16,1 2 0 15,0 3 0-15,1 2 0 16,-4 2 0-16,3-2 0 16,0 0 0-16,-3 2 0 0,1-3 0 15,-1 2 0-15,0 1 0 16,-2-6 0-16,0 7 0 15,0-5 0-15,-2 3 0 16,-3-3 1-16,0 4-1 16,-2-2 0-16,-1-1 1 0,1 0-1 15,0 2 1-15,-1-1-1 16,0-1 0-16,-1 1 1 16,1 2-1-16,4-4 1 0,-5-2-1 15,2 5 0-15,2-4 1 16,-3-3-1-16,4 4 0 15,-1-7 0-15,0 4 0 16,0-2 0-16,0-1-1 0,3 2 1 16,-1-3 0-16,-2-2 0 15,3 2 0-15,0-4 0 16,2 2 0-16,0-1 1 16,0-3-1-16,-4-1 0 0,4-1 0 15,-2-1 1-15,2 0-1 16,0 1 0-16,-3-2 0 15,3-2 0-15,0 3 0 16,0-2 1-16,0 0-1 0,0-2 0 16,0-1 0-16,0 3 0 15,-2 0 0-15,2-2 0 16,-2 2 0-16,2-10 0 16,-3 14 0-16,3-4 0 0,-2-2 0 15,2-8 1-15,0 17-1 16,0-17 0-16,0 14 0 15,0-14 0-15,2 13 0 16,-2-13-1-16,7 12 1 0,-7-12 1 16,9 18-1-16,-9-18 1 15,9 17-1-15,-4-9 1 16,-5-8-1-16,12 14 2 16,-12-14-2-16,12 16 0 15,-12-16 0-15,18 14 0 16,-7-4 0-16,-2-2 1 0,7-1-1 15,-2 0 0-15,-2 1 0 16,3-1 0-16,2 1 1 0,1-1-2 16,0 0 2-16,1 3-1 15,1-2 0-15,1-2 1 16,0-2-1-16,-1 3 0 16,3 1 0-16,-1-4 1 0,2 2-1 15,2-2 0-15,-4-1 0 16,3 2 0-16,2-2 0 15,-4-1 0-15,6 0 1 16,-4 1-1-16,3 0 0 16,-1-1 0-16,1 0 0 0,-2 4 0 15,4-4 0-15,-2 2 0 16,1-1 0-16,-1 1 0 16,-1-1 1-16,6 0-1 15,-4 2 0-15,1-3 0 0,2 2 1 16,1-4-1-16,-3 1 1 15,2 2-1-15,0-1 0 16,-2 3 1-16,0-2-1 0,-3 0 0 16,1 1 0-16,-1-1 0 15,0 2 0-15,1-3 0 16,-2 0 0-16,4 1 0 16,0 0 1-16,2-1-1 0,-2 3 0 15,2-5 0-15,7 3 0 16,-10-1 1-16,6-2-1 15,-5 2 0-15,2 1 0 16,-5-3 0-16,3 2 0 16,-2 1 0-16,-2-1 0 0,2-2 0 15,2 0 0-15,-3 0 1 16,1 0-2-16,1 0 2 16,4 0-1-16,-4 0 0 0,-3 0 0 15,1 0 0-15,0 3-1 16,-3-3 2-16,1 0-1 15,-4 0 0-15,4 3 0 16,0-3 0-16,-1 1 1 16,1-1-1-16,2 0 0 15,1 0 0-15,2 0 1 0,-1 4-1 16,-1-4 0-16,2 2 0 16,0 0 0-16,-3 3 0 0,-1-2 0 15,4 1 0-15,-2 1 1 16,2-2-1-16,-1-1 0 15,-1-2 0-15,-1 3 0 16,3-3 0-16,0 0 0 16,-5 0 0-16,3 0 0 0,-1 0 0 15,-3-3 1-15,-1 3-1 16,-5 0 0-16,1 0 0 16,-1 0 0-16,-3 0 0 15,2 0 0-15,0 0 0 16,0 0 0-16,-2 3 0 0,5-3 0 15,2 3 0-15,1-3 0 16,-1 0 0-16,1 0 0 16,2 0 0-16,2 0 0 0,-2 0 0 15,-1 0 0-15,1 0 0 16,0 0 0-16,0-3 0 16,0 0-1-16,-2 1 1 15,1-1 0-15,-1 3 0 0,-1 0 0 16,-2-1 0-16,2-3-1 15,-2 4 1-15,0-2 1 16,-2 2-1-16,1 0 0 16,1-2 0-16,3 2 0 15,-1-3 0-15,0 3-1 0,1-2 1 16,2 2 0-16,0-3 0 16,-4 1 0-16,6 2 0 15,-4 0 0-15,0-2 0 0,-1 2 0 16,0-4 0-16,1 4 0 15,-2-1 0-15,2-2 0 16,0 3 0-16,2-3 0 16,0 3 0-16,-4-2 0 0,7-1 0 15,-3 3 0-15,2-2 0 16,1 2 0-16,-3 0 0 16,-3 0 0-16,3 0-1 15,0 0 1-15,-5 0 1 16,1 0-1-16,-3 2 0 0,3-2 0 15,-5 0 0-15,5 0 0 16,-5 0 0-16,0 0 0 16,1 0 0-16,1 0 1 0,-4 0-1 15,1 0 0-15,0-2 0 16,-2 2 0-16,-1 0 0 16,3-3 0-16,0 1-1 15,-2 2 1-15,4 0 0 16,0 0 0-16,0 0 0 0,1 0-1 15,-1 0 0-15,3-2 0 16,0 2 0-16,0-3 0 16,-3 3-1-16,4-5 1 0,-5 3 0 15,2-1 0-15,-1-2 1 16,3 3 0-16,1-1 0 16,-2-2 0-16,-1 1 0 15,3 1 0-15,-1 0 0 16,1 0 0-16,-4 1-1 0,0 0 1 15,0-1 1-15,-1 2-1 16,4-3 0-16,-8 2 0 16,6-3 0-16,-1 2 0 15,-2 0 0-15,2-1 0 0,1 1 0 16,0 2 0-16,3-2 0 16,-3 1 0-16,-1-1 0 15,3-2 1-15,3 3-1 16,-4-4 0-16,1 2 0 0,2 1 0 15,-2-2 0-15,0 0-1 16,3 3 1-16,-2-4 0 16,0 4 0-16,-1 0 0 0,2 0 0 15,-2-1 0-15,0 0 0 16,-3 3 0-16,1-3 0 16,0 2 0-16,1 1 1 15,-5-3-1-15,5 3 0 16,0-3 0-16,0 3 0 0,4-1 0 15,-3 1 0-15,2-3 0 16,-2 3 0-16,3 0 0 16,-2 0 1-16,4-3-1 15,-2 3 0-15,0 0 0 0,2 0 0 16,-1 0 0-16,-2 0 0 16,1-2 1-16,0 2-1 15,3-3 0-15,-3 0 0 16,2 3 0-16,0 0 0 0,2 0 0 15,1 0 0-15,-2 0 0 16,4 0 0-16,-2 0 1 16,-1-3-1-16,0 3 0 15,1 0 0-15,-3-1 0 16,0-2 0-16,-8 0 0 0,5 3 0 16,-2-1 0-16,0 1 0 15,-2-3 0-15,-1 0 0 16,0 3 0-16,0-2 0 0,3-1 0 15,-2 1 0-15,-1 2 0 16,-1-3 0-16,0 1 1 16,0 2-1-16,-4-3 0 15,0 1 1-15,3 0 0 0,-5 2 0 16,2-3 0-16,-4 3-1 16,-8 0 1-16,14 0 0 15,-14 0 0-15,14 0-1 16,-14 0 0-16,0 0 0 15,7-3-1-15,-7 3-3 0,0 0-7 16,0 0-37-16,0 0-35 16,0-7-1-16</inkml:trace>
  <inkml:trace contextRef="#ctx0" brushRef="#br2" timeOffset="70216.06">8705 16741 251 0,'0'0'5'16,"0"0"4"-16,10 0 3 16,-10 0 3-16,15 2 1 0,-5-2 2 15,2 0 0-15,1 0 1 16,1 0-2-16,1 0-3 16,5 0-3-16,0 0-3 15,3-2-2-15,2-1 0 0,1-2-2 16,-1 1 0-16,3-4-1 15,-1 0-1-15,1-1-1 16,-3-2 1-16,-1-1-1 16,1-2-1-16,0-4 1 0,0 0-1 15,-5 4 0-15,-1-5 0 16,2-2 1-16,-4 2-1 16,-2 1 0-16,-2 1 1 0,4-2-1 15,-5 1 1-15,1-2 0 16,-4 2 0-16,1 1 0 15,-2 0 1-15,0 2 0 16,-4 0 0-16,1-2 1 0,0 2 0 16,-3-3 1-16,1 2-1 15,-3 0 0-15,0-3 0 16,0 4 0-16,0-2-1 16,0 3 0-16,0 0 0 0,0 2 0 15,0-1-1-15,0 3 1 16,0 1-1-16,0-2 0 15,-3 2 0-15,1 2 0 16,0-3 0-16,-1-1 0 16,3 11 1-16,-2-14-1 15,2 14 0-15,0-11 0 0,0 11 1 16,0 0-1-16,-3-9 0 16,3 9 0-16,0 0-1 15,0 0 0-15,0 0 0 0,0 0 0 16,0 0 0-16,0 0 0 15,0 0-1-15,0 0 1 16,0 0-1-16,0 0 0 16,0 0-1-16,0 0-2 0,0 0-9 15,0 0-27-15,0 0-44 16,3-13-1-16</inkml:trace>
  <inkml:trace contextRef="#ctx0" brushRef="#br2" timeOffset="71298.92">9359 15266 243 0,'0'0'8'0,"0"0"3"16,0 0 2-16,0 0 4 16,0 0-1-16,0-4 2 15,0 4 0-15,0 0 3 16,0-10-7-16,0 10-2 0,2-11-2 16,-2 11-3-16,5-14 1 15,-5 5 0-15,2-4-1 16,-2-2 0-16,0-3 0 0,0-3-1 15,3-4-1-15,-3-5-1 16,2 0 0-16,-2-4-1 16,6-1-1-16,-1 0-1 15,-1 3 0-15,1-1 0 0,2 7 0 16,4-2 0-16,-6 6 1 16,2 3 0-16,0 1-1 15,2 0 1-15,-2 6 0 16,0-3-1-16,-2 3 1 15,2 0 0-15,4 2-1 0,-2 0 1 16,1-2-1-16,3 1 1 16,-6 1 0-16,3 0-1 15,0 1 1-15,0 5-1 16,-10 4 1-16,12-14-1 0,-12 14-1 16,7-4 1-16,-7 4 0 15,0 0 0-15,0 0-1 16,11-6 1-16,-11 6 0 0,0 0 0 15,0 0 1-15,0 0-2 16,0 0 0-16,0 0 0 16,0 0 0-16,0 0 0 15,0 0 0-15,0 0 0 16,2-11 0-16,-2 11 0 0,3-11 0 16,-3 11 0-16,2-7 0 15,-2 7 0-15,0 0 0 16,0 0 0-16,0 0 0 0,0 0 0 15,0 0-2-15,0 12-21 16,0 4-61-16,0-5-3 16</inkml:trace>
  <inkml:trace contextRef="#ctx0" brushRef="#br2" timeOffset="71865.2">9520 14716 300 0,'0'0'6'0,"0"0"2"0,0 6 1 15,0-6 0-15,-12 19 1 16,2 2 0-16,-3 8 1 16,-7 11 1-16,8 12-28 0,-5 12-51 15,-3 5-3-15</inkml:trace>
  <inkml:trace contextRef="#ctx0" brushRef="#br2" timeOffset="74765.87">9411 15966 287 0,'0'0'6'0,"0"0"6"16,0 0 0-16,0 0 4 0,0 0-1 15,0 0 0-15,0 0 3 16,0 0 1-16,-2 14-7 16,2-1-4-16,0 4-2 15,0 3-2-15,0-1 0 0,0 5 0 16,0 0-4-16,0-4-2 16,0-3-3-16,0-2-4 0,0-3-5 15,0 0-6-15,0-12-3 16,0 13-1-16,0-13 1 15,0 0 4-15,0 0 6 16,2-9 11-16,-2 9 8 16,5-18 10-16,0 8 6 0,-3 3 0 15,-2 7 0-15,2-11 1 16,-2 11-6-16,0 0-6 16,0 12-3-16,-2 4-4 15,-5-2-6-15,4 9-14 16,-7 7-59-16,5-10-3 0</inkml:trace>
  <inkml:trace contextRef="#ctx0" brushRef="#br2" timeOffset="77049.25">2309 15061 157 0,'0'0'6'16,"0"0"3"-16,0 0 5 15,0 0 3-15,2-9 1 0,-2 9 6 16,0 0 1-16,14 0 2 16,-12 9-7-16,1 7-2 15,1 3-5-15,-4 6-2 16,3 5-1-16,-1 4-6 0,-2 4-2 15,0-2-1-15,0 7 0 16,3 1-1-16,-3-4 1 16,0 3-1-16,0-2 0 15,0 4 1-15,-3-6-1 0,1 6 0 16,-3-8 0-16,0 0 0 16,0 2 0-16,0-3 0 15,-3-3 0-15,6 1 0 16,0-2-1-16,-3-5 1 15,2 5 1-15,1 0-1 0,-1-4 0 16,-2-1 1-16,2 3-1 16,-2-4 1-16,-2 2-1 15,2-1 0-15,3-4-1 0,-4-1 1 16,-1 0-1-16,5-2 1 16,-3 0 0-16,2-1-1 15,-1-1 0-15,-1-1 0 16,2-2 0-16,0 3 0 15,3-6 0-15,-2 1-1 0,2-2 1 16,0 0-1-16,0-1 0 16,0 0 1-16,0-1-1 15,0-2 1-15,2 4-1 0,-2-1 1 16,0 0 0-16,3 2-1 16,-3-2 1-16,0 2-1 15,0 1 1-15,0-1-2 16,0 0 1-16,0-2-1 15,0 2 0-15,0 1 0 0,0-2 0 16,0 0-1-16,0-1 1 16,0 0 0-16,0 0-1 15,0 5-1-15,3-1 0 16,-3 4 1-16,1-5 0 0,-1 1 0 16,0 1 0-16,4 0-1 15,-4-5 0-15,2 5 1 16,-2-15-3-16,5 18 0 0,-5-18-2 15,2 14 1-15,-2-14-1 16,5 15 0-16,-5-15 1 16,2 10 3-16,-2-10 0 15,3 10 2-15,-3-10 2 16,0 0 0-16,8 10-1 0,-8-10 4 16,0 0-2-16,12 4 1 15,-12-4 1-15,0 0 0 16,12 7 0-16,-12-7 1 15,13 3 0-15,-13-3 0 0,23 3 0 16,-14 0-1-16,8-3 0 16,-1 2 0-16,1-2-1 15,-5 3 0-15,5 0 1 16,1-3-2-16,2 1 1 0,-5-1 0 16,3 3 0-16,-2-3 0 15,5 3 0-15,-4-2 0 16,5 2-1-16,8-3 1 15,-5 0 0-15,7 3 0 16,-4-3-1-16,6 3 2 0,-1-3-2 16,1 0 1-16,1 0-1 15,-8 0 0-15,5 0 1 16,-2 0 0-16,0 2 1 0,-2-2 0 16,4 2 0-16,-7 0 2 15,7-2 0-15,-7 3 0 16,10-3 0-16,0 3 1 15,-1-3-1-15,3 0-1 0,1 0 0 16,2 0 0-16,-3 2-2 16,6-2 1-16,-6 2-1 15,-2 1-1-15,-1 0 0 16,-2-3 1-16,1 5-1 16,-1-3 0-16,-2-2 0 0,-3 5 0 15,6-2 0-15,-5-1 1 16,8 0-1-16,1 1 0 15,4-3 0-15,-2 3 0 0,0-3 0 16,7 0 0-16,-4 2 0 16,5-2 0-16,-7 3 0 15,-1-2 1-15,-2-1 0 16,1 3 2-16,4-3-1 0,-6 3 1 16,6-3-1-16,-5 1 1 15,7-1-1-15,1 3 0 16,2-3 0-16,1 3 0 15,-2 0-2-15,4-1-2 16,-8 4-2-16,4-2-9 0,-9-4-31 16,2 7-22-16</inkml:trace>
  <inkml:trace contextRef="#ctx0" brushRef="#br2" timeOffset="78699.46">6073 16870 182 0,'0'0'5'0,"0"0"2"0,16 0 2 16,-7 0 1-16,12-2 1 15,-5 2 0-15,12-3 1 16,-3 0 1-16,12 1-5 0,4 2-2 15,0-2-1-15,4 2-2 16,0 0 0-16,7 0-1 16,-2 0 1-16,2 0-1 0,-3 0 1 15,1 0 0-15,3 0-1 16,-4 0-1-16,10-3 1 16,-1-2-1-16,1 3 0 15,4-1 0-15,-4 1 0 16,3-1 0-16,-4 0-1 0,1 1 1 15,-4 0-1-15,-6 2 1 16,5 0-1-16,-5-3 1 16,5 3-1-16,1-3 1 15,0 3-1-15,2-2 0 0,-2 0 0 16,1-3 1-16,-6 5-1 16,3-3 1-16,-4 0-1 15,-4 2 1-15,2-2 0 16,-7 3 1-16,4 0-1 0,4 0 2 15,-6-3-2-15,5 3 1 16,-2 0-2-16,5 0 1 16,-3 0 0-16,0-1 0 15,0-2 0-15,-8 3-1 0,6-3 0 16,-7 1 0-16,1-1 1 16,-4 0-1-16,-2 0 0 15,-6 3 0-15,5-4 0 16,1 1 0-16,-4 2 0 0,1-5 0 15,-5 1 0-15,5 0-1 16,-10 3 0-16,5-5 1 16,-6 4 0-16,-3-5-1 15,-2 3 1-15,-3 0 0 16,-2 1 0-16,1-4 1 0,-2 4-1 16,4-4 0-16,-5 0 0 15,6 0 0-15,-1-1 1 0,3-3 0 16,0-1-2-16,0-2 1 15,0 2 1-15,-3-1-1 16,0-1 0-16,3 0 0 16,-1 1 1-16,-5 1 0 15,3 3 1-15,-4-3 1 16,4 2 0-16,-2-3 1 0,3 0-1 16,-3-1 0-16,-1 3 1 15,4-3 1-15,-3-3 1 16,2 4 0-16,-4-1 0 0,4 0 3 15,-2 0 0 1,-2-2-1-16,-1 0 0 0,0-1 0 16,3 1 0-16,-2-3-2 15,-1 1 0-15,1-4-2 16,0 1 1-16,1 0-1 0,-1 2 0 16,-1-1 0-16,-2 1-1 15,1 6 0-15,-2 2 0 16,-1 1 0-16,-3 11-2 0,2-9 0 15,-2 9 0-15,0 0-2 16,0 0-1-16,0 0-3 16,0 0-9-16,-12 5-29 15,12-5-38-15,-6 15-2 16</inkml:trace>
  <inkml:trace contextRef="#ctx0" brushRef="#br2" timeOffset="79566.07">9681 14662 272 0,'0'0'5'0,"0"0"3"15,0 0 3-15,0 0 1 16,-2-10 3-16,2 10-1 0,0 0 1 16,0 0 2-16,0 0-6 15,-10 0-1-15,10 0-4 16,-10 16-2-16,6-4-2 16,-7 5 0-16,4 5 0 0,-8 8 0 15,2 0 0-15,-1 2 0 16,-1 3 0-16,-1-2 0 15,4 1 0-15,0-4 1 16,-1-7-2-16,6 2 1 0,-1-2-1 16,4-3 0-16,-1-2 0 15,3-2 0-15,-1-3 0 16,0 2-1-16,0-3 1 16,3-2 0-16,0 1-1 0,0-11 1 15,3 12 0-15,-3-12-1 16,0 6 0-16,0-6 1 15,0 0-1-15,0 0 1 16,0 0-2-16,0 0-4 0,0 0-11 16,0 0-39-16,10-1-20 15,-10 1-5-15</inkml:trace>
  <inkml:trace contextRef="#ctx0" brushRef="#br2" timeOffset="80815.98">9242 16084 190 0,'0'0'8'16,"0"0"5"-16,0 0 4 15,0 0 4-15,0-10 2 0,0 10 3 16,0 0 0-16,0 0-1 16,-5-9-6-16,5 9-6 15,0 0-2-15,0 0-5 16,-3 8-2-16,3-8-3 0,0 17 0 16,0-8-1-16,-2 6 1 15,2 2 0-15,0 1-1 16,0 4 0-16,-2-2-1 0,2 0 0 15,-3-1 1-15,1 2-1 16,-1-4 0-16,0 2 1 16,1-6-1-16,-1 2 0 15,1-3 1-15,-3-2-1 16,3-2 1-16,2-8-1 0,-5 14 1 16,5-14-1-16,-5 15 1 15,5-15 0-15,-2 10 0 16,2-10-1-16,-3 10 1 0,3-10 0 15,-3 8 0 1,3-8 0-16,-5 10 0 0,5-10 0 16,-10 12 0-16,10-12 0 15,-9 12 1-15,9-12-1 0,-13 12 0 16,13-12 0-16,-12 13 0 16,12-13 0-16,-16 12 1 15,16-12-1-15,-14 13 0 16,4-6 0-16,-3-2 1 0,1 5-1 15,-1 0 1-15,-1-2 0 16,-2 2 0-16,2 0-1 16,-4-4 1-16,4 4 0 15,-4-2 0-15,1-1-1 0,-6 3 0 16,5 1 0-16,-3-3 1 16,3 3-1-16,-6-1 1 15,4-3 0-15,-5 3 0 16,2-2 0-16,-4 2 0 15,-1-8 1-15,-4 3-2 0,2 0 1 16,-5 0-3-16,3 0-4 16,-5 3-19-16,-13-3-48 15,15 2-3-15</inkml:trace>
  <inkml:trace contextRef="#ctx0" brushRef="#br2" timeOffset="86348.77">12582 13565 247 0,'0'0'7'0,"0"0"3"15,0 0 3-15,0 0 2 16,-6 0 1-16,6 0 2 0,0 0 0 15,0 0 1-15,0 0-5 16,0 0-2-16,0 0-3 16,0 0-3-16,0 0-1 15,0 0 0-15,10 0 0 16,-10 0-1-16,17 0 1 16,-2 0 0-16,2 0 1 0,9 0-1 15,3 0 0-15,4 0 0 16,4 0-2-16,6 0 1 15,-2 0-2-15,7-3 1 0,-1 1-2 16,3 0 1-16,-3-4-1 16,-5 4 0-16,3-1 1 15,-5-1 0-15,-5 1 0 16,-4 2 0-16,-11-5 0 0,1 6 1 16,-9-3 0-16,1 3 0 15,-13 0 0-15,0 0 0 16,7 0-1-16,-7 0 0 15,0 0 0-15,0 0-1 16,-5 0 0-16,5 0-1 0,-10 0 0 16,10 0-2-16,-13 6-2 15,13-6-4-15,-9 3-6 16,9-3-20-16,0 0-51 16,0 0 0-16</inkml:trace>
  <inkml:trace contextRef="#ctx0" brushRef="#br2" timeOffset="86782.28">13247 13419 365 0,'0'0'5'0,"0"0"3"16,0 0 3-16,0 0-1 0,0 0 1 16,0 0 0-16,0 0 2 15,0 0 3-15,11 8-6 16,-2-7-1-16,3 5-2 16,4-1 0-16,-1 2 0 0,9-1 0 15,-1 0-2-15,-1 0-2 16,-2 1-1-16,0 0 2 15,-3 1-4-15,-4-3 0 16,-6 5 0-16,-2-3 0 0,-5-7 0 16,0 17 0-16,-8-6 0 15,-1 0 0-15,-7 0 0 16,0 1 0-16,-5-5 0 16,1 6 0-16,-2-3 0 0,-3-1 0 15,8 1 0-15,-3-2 0 16,0-1-3-16,8-1-15 15,-6-2-30-15,18-4-39 16,-12 8 0-16</inkml:trace>
  <inkml:trace contextRef="#ctx0" brushRef="#br2" timeOffset="87882.57">12748 13444 355 0,'0'0'6'0,"0"0"4"16,0 0 4-16,0 0 0 16,0 0 1-16,0 0 2 0,9-8-1 15,-9 8 1-15,0 0-5 16,0 0-4-16,0 0-3 16,-6 3-2-16,6-3-1 15,-13 13-1-15,5-4 0 0,-2-2 0 16,-7 3-1-16,2 3 1 15,1-3-1-15,-2-3 1 16,-1 0-1-16,2 0 0 16,0-1 0-16,2-1 1 15,6 1-1-15,-2-5 0 0,0 5-1 16,9-6 1-16,-12 6-1 16,12-6 0-16,0 0 0 15,-2 13 0-15,2-13 1 16,0 0-1-16,10 10 1 0,-3-5 1 15,6 2 0-15,1-1 0 16,1 1 0-16,2 1 1 16,4-1-1-16,-1 0 1 0,2 0 0 15,-2 1-1-15,-2-1 1 16,-3 1-1-16,2 2 1 16,-3-3-2-16,-1-2-3 0,-3 5-5 15,-10-10-20-15,12 10-55 16,-12-10-3-16</inkml:trace>
  <inkml:trace contextRef="#ctx0" brushRef="#br2" timeOffset="100732.44">7192 16924 159 0,'0'0'6'0,"0"0"2"0,10 0 1 16,-10 0 3-16,20 0 1 15,-5 0 1-15,5-2 3 16,1 2 0-16,13-3-3 0,-2 1-2 15,10 0-1-15,0-1 0 16,15 0-1-16,3-2 1 16,9 0-3-16,1-2-1 15,7-1 0-15,3 1-1 16,-1 0-2-16,1-3 1 0,-5 0-1 16,1 3-1-16,-11-1-1 15,-1 3-1-15,-11 2 1 16,-7-1-1-16,-11 2 0 15,0-1 1-15,-15 3 1 0,-2 0 2 16,-11 0 0-16,-7 0 0 16,0 0 0-16,0 0-1 15,0 0-2-15,0 0-3 16,-12 0-7-16,-1 0-10 0,-4-3-25 16,2 3-31-16,-8 3-6 15</inkml:trace>
  <inkml:trace contextRef="#ctx0" brushRef="#br2" timeOffset="101381.98">7922 16763 258 0,'0'0'7'0,"20"-2"3"0,3-3 3 15,9 3 1-15,5-4-1 16,13 1 3-16,10-2-2 16,7 2 1-16,0-3-5 0,0 3-6 15,0-2 0-15,-5 5-2 16,-3-6-1-16,-6 4 1 15,-9-4 0-15,-1 3 0 16,-11-3 1-16,-2 1 2 0,-5 2-1 16,-6-5 1-16,-4 5-1 15,-5 0 1-15,-10 5-1 16,10-7-5-16,-10 7-3 16,0 0-12-16,0 0-28 15,0 0-31-15,-5 5-5 16</inkml:trace>
  <inkml:trace contextRef="#ctx0" brushRef="#br2" timeOffset="101982.4">9376 16156 242 0,'0'0'5'0,"0"0"4"0,0 0 1 16,0-9 2-16,0 9-1 15,0 0 0-15,0 0-1 0,0-10-2 16,0 10-2-16,0 0-4 15,0 0-3-15,0 6 0 16,0-6-1-16,0 0 1 16,-5 13 2-16,5-13 1 0,0 0 2 15,0 0-1-15,0 0 1 16,0 0 0-16,0 0 2 16,-3-13 0-16,3 7 0 15,0-4 0-15,0-3 0 16,3-2 1-16,-1 0 2 0,-2 1-2 15,3-1-1-15,0 0-1 16,-1 2 0-16,-2 4-1 16,0 1-1-16,0 8-1 15,0 0-1-15,0 0 1 0,0 10-1 16,0 5-3-16,0 6-5 16,0 3-32-16,5 2-35 15,-5 2-4-15</inkml:trace>
  <inkml:trace contextRef="#ctx0" brushRef="#br2" timeOffset="109115.26">1576 15230 149 0,'0'0'8'15,"0"0"4"-15,0 0 1 16,0 0 3-16,0 0 0 15,-7 3 2-15,7-3 1 0,0 0 0 16,0 0-5-16,0 0-2 16,0 8-1-16,0-8-2 15,18 7 2-15,-4-3-1 16,2 2-2-16,8-5 0 0,-2 2-2 16,6 1 0-16,2-1-2 15,-3 0 0-15,5-1-1 0,-2 1 0 16,2-3 1-16,-4 0-1 15,6 0 0-15,1 0-1 16,-3-3 0-16,3 1 0 16,0-4-1-16,-3 2 1 15,0 1 0-15,-2-1-1 0,-3 1 1 16,-4 0 1-16,2 3-1 16,-5-1 0-16,-3 1 0 15,-1 0 0-15,-2 1 0 16,1 2-1-16,-5 0 1 15,5 1-1-15,-5 2 0 0,2 1 0 16,0 0 0-16,-4 1-1 16,4 2 1-16,-7-3-1 15,3 3 1-15,-3 0-1 16,-2 2 0-16,-2-2-1 0,-1 5-5 16,0-3-14-16,-9 3-54 15,9-2-4-15</inkml:trace>
  <inkml:trace contextRef="#ctx0" brushRef="#br3" timeOffset="133065.29">3895 9363 154 0,'0'0'7'0,"0"0"3"15,0 0 4-15,0 0 3 0,0 0 3 16,0 0 1-16,0 0 2 16,0 0 0-16,0 0-4 15,0 0-3-15,0 0-5 16,-6 3-3-16,6-3-2 0,0 0-1 15,-14 3-1-15,14-3-1 16,-12 2-1-16,12-2 1 16,-18 0 0-16,18 0 0 0,-18 3 0 15,18-3-1-15,-14 5 0 16,4-3 0-16,-3 3 0 16,-1-3-1-16,1 1 0 15,-2 2 0-15,-3-2 0 0,-1-1-1 16,-1 3 1-16,-3-3 0 15,7-2 1-15,-7 0-1 16,3 3 2-16,-2-3-1 16,2 0 2-16,-3 0-1 0,4 0 1 15,-4 0-2-15,-4 0 1 16,2 0 0-16,0 2-1 16,-3 1-1-16,2-1 0 15,-2 1 0-15,3 0 0 0,0-1 0 16,-2 0-1-16,4 1 1 15,-1-2 0-15,2 3 0 16,1-2-1-16,2 0 1 16,1 1-1-16,0 0 1 0,9-3-1 15,-3 3 0-15,-1-2 1 16,3 2-1-16,1 0 1 16,9-3 0-16,-16 7-1 0,16-7 1 15,-9 7-1-15,9-7 0 16,-14 10 0-16,14-10 1 15,0 0-1-15,-9 8 1 16,9-8 0-16,0 0 0 0,0 0 2 16,0 0-1-16,0 0 1 15,0 0 0-15,0 0 0 16,0 0 0-16,0 0 0 16,0 0 0-16,0 0-1 0,0 0 0 15,-3-6 1-15,3 6-2 16,-2-12 1-16,2 2-1 15,0 0 1-15,0-2-1 16,0 0-1-16,0-3 1 16,0-5 0-16,0 3-1 0,0-3 1 15,0-5-1-15,0 0 0 16,-2-3 1-16,-1-1-1 16,3-5 1-16,0-1 0 15,-2-5 0-15,-2 1-1 0,4-3 0 16,0-3 1-16,-1-4-1 15,1-1 0-15,0 0 0 16,-2-1 0-16,2-2 0 0,-4-5 0 16,4 2 2-16,-5-1-2 15,5-2 1-15,-4-1-1 16,1 1 0-16,-4-5 0 16,2-1 0-16,-1 1-1 15,2-3-1-15,-1-1 1 0,0-1 0 16,-2-2 0-16,0-1 0 15,3-2 0-15,-1 5 2 16,1-5-1-16,-1 1 0 0,0-1 1 16,-2 2-1-16,1-2 0 15,1 5 0-15,-2-6 1 16,0 3-2-16,2 0 2 16,-1 3-1-16,3-3 1 15,-1 0-1-15,1 3 1 0,-1 0 0 16,-1 2-1-16,0-1 0 15,-1-1 1-15,1 2-1 16,1 1 0-16,-1 1-1 16,2-1 2-16,-1-2-1 0,1 4 0 15,-3 2 0-15,4 0 0 16,0 0 0-16,-1 0 0 16,1 5-1-16,2 0 1 15,-3 3-1-15,3 2 0 0,-2-3 0 16,0 4 1-16,-1 3-1 15,3 2 0-15,-2-2 0 16,-1 2 1-16,1 3-1 0,-4 0 1 16,4 2 0-16,-3 4-2 15,2-3 3-15,-1 5 0 16,-1 0-1-16,0 3 1 16,3 1 0-16,-4 0-1 15,1 4 1-15,0 2 0 0,3 0 0 16,-1 6 0-16,1-1 0 15,-3 2 0-15,3 6-1 16,-2 1 1-16,4 0-1 16,0 11 0-16,-4-13 1 0,4 13-2 15,0 0 1-15,-6-9 0 16,6 9 0-16,0 0 0 16,0 0 0-16,0 0 0 0,0 0 0 15,0 0 0-15,0 0 0 16,0 0 0-16,-2-10 0 15,2 10 1-15,0-10-2 16,0 10 0-16,0-13 1 0,2 4-1 16,1-2 0-16,0 2 1 15,-1-4-1-15,0 1 0 16,4 0 2-16,-1-4-1 16,0 2 0-16,0-5 1 15,-1 1-1-15,5-6 1 0,-2 1-1 16,2-2 1-16,1-3-1 15,3-1 1-15,-1-1 0 16,4 1-1-16,-2-4 1 16,4 3 0-16,-4-1 0 0,2 1 0 15,0-2-1-15,0 0 1 16,-2 1-1-16,4-1 1 16,-1 0-1-16,3-3 0 0,-1 2 1 15,10 0-1-15,-5-2 1 16,3-1 0-16,3 3 0 15,2-5-1-15,1 4 1 16,1-4 0-16,2 3-1 0,-1 1 1 16,2-1-1-16,0 3 0 15,5 0 1-15,1-1-1 16,-2 4 1-16,10-3 1 16,-5 2-1-16,9 0 0 0,0-2 0 15,2 5 0-15,3-3 0 16,-3 3-1-16,3 0 0 15,0 2 0-15,4 0-1 16,1 0 1-16,-1 4 0 16,1-3 0-16,-1 2 0 0,5 5 0 15,-6-1 0-15,1 6-1 16,-2 5 1-16,0-4 1 16,0 5-1-16,0 4 0 0,4-1 0 15,-4 3 0-15,3 0 0 16,2 5 0-16,-3 1 1 15,8 5-1-15,-5-1 0 16,5-1 0-16,2 4 1 16,2 2-1-16,-2 0 1 0,0-1-1 15,0 4 2-15,3 2-2 16,-4 2 0-16,-3 0 0 16,4 3 0-16,-4 2 0 0,4 1 0 15,-2-2-2-15,1 4 1 16,-2 1 0-16,1 1 1 15,1-3-1-15,-6 4 0 16,4-1 0-16,0 0 1 16,-2 3-1-16,-2 0 1 0,-5-1 0 15,2 4 0-15,-5-2 0 16,-1 2-1-16,-5 1 1 16,-5 1-1-16,1 3 1 15,-5 1-1-15,-1-5 1 0,-1 6 0 16,-5 0-1-16,2-1 1 15,2 3 0-15,-7-3-1 16,6 3 1-16,-6 3-1 16,-1 2 0-16,-1-2 1 15,0 4 0-15,-2-1 0 0,2 1 1 16,-2 1-1-16,0-1 1 16,-3 0 0-16,3 3 0 15,-2 0-1-15,-1 0 1 0,-2-1-2 16,3 7 1-16,-3-1-1 15,-4 2 1-15,4 1 1 16,-2-1 0-16,-1 4 0 0,0-2 1 16,3 6-1-16,-2-3 1 15,2 3 2-15,-6 2-4 16,4 1 0-16,0 1 0 16,-4 1 0-16,1 3 0 15,-2-3 0-15,-4 4 0 0,1-1 0 16,-2 2 0-16,3 3 0 15,0 3 0-15,1-2 0 16,-4 1 0-16,-1 0-2 16,-2 5 2-16,0-4 0 0,-5 1 0 15,-3 1-1-15,-2 4 1 16,0-5-1-16,0 5 1 16,-5 3-1-16,1-5 1 15,-2 2 1-15,2 2-1 0,-4 1 2 16,-2-2 0-16,3-1-2 15,-1-3 0-15,1-1 0 16,-3-7 0-16,5-3 0 16,-2-6 0-16,3-10 0 0,2-4 0 15,2-3 0-15,0-11 0 16,0-3 0-16,0-3 0 16,0-8 0-16,2-5 0 0,2 0 0 15,-4-5 0-15,0-4 0 16,0-6-3-16,0 3 1 15,0-7-2-15,0-8 1 16,0 12-1-16,0-12-2 16,0 0-3-16,0 0-11 0,0 0-57 15,0 0-5-15</inkml:trace>
  <inkml:trace contextRef="#ctx0" brushRef="#br3" timeOffset="133716.79">6878 9337 352 0,'0'0'4'0,"0"0"1"0,0 0 3 0,0 0-1 15,0 0 3-15,0 0 0 0,-9 1 4 16,9-1 1-16,0 0-2 15,15 11 0-15,4-9-1 16,9-2-1-16,4 3 1 16,13-3-3-16,9 0-2 0,6-5-1 15,10-2-3-15,4-1-3 16,9-2 0-16,-2-2 0 16,9-1 0-16,-1-1 0 15,1-2 0-15,-1 4 0 0,-4 0 0 16,-4-3 0-16,-6 3 0 15,-10 4 0-15,-10 1 0 16,-11 3 0-16,-12-2 0 16,-9 4 0-16,-9 2 0 0,-14 0 0 15,0 0 0-15,-2-13 0 16,-10 1-82-16,-1 3-6 16</inkml:trace>
  <inkml:trace contextRef="#ctx0" brushRef="#br3" timeOffset="133848.82">8124 9084 498 0,'0'0'3'0,"0"0"2"16,0 0 0-16,7 7-5 15,-7-7 0-15,0 0 0 0,13 0 0 16,-6-10-69-16,3 0-17 16</inkml:trace>
  <inkml:trace contextRef="#ctx0" brushRef="#br3" timeOffset="135582.92">4779 4010 198 0,'0'0'4'0,"0"0"1"0,-14-7 3 15,4-1 0-15,-6-2 3 16,-6 1 1-16,-3 4 1 16,-10-3-1-16,-7 6-2 0,-10 4-3 15,-6 13-2-15,-6 5 1 16,-10 14-4-16,-4 9 0 15,-5 9 0-15,0 12 0 16,-4 5 0-16,2 11 0 16,6 7 2-16,2 12-1 0,8 3 3 15,9 4-2-15,5 5 1 16,11 5-1-16,9 7 2 16,12 2-1-16,11 0 0 15,12 1 1-15,5-2 0 16,18-8-1-16,14 0 0 0,10-4 0 15,21-11-1-15,8-12-3 16,11-7-5-16,12-13-3 16,11-11-2-16,-3-16 0 0,10-15 1 15,9-12 3-15,-7-15 2 16,3-10 3-16,3-19 5 16,1-9 3-16,-4-11 1 15,2-8 2-15,-9-10-1 0,-7-3-3 16,-8-10-2-16,-8-6-1 15,-12-3 0-15,-11-8 0 16,-9-4 2-16,-13-3 1 16,-7-7 0-16,-10-3 1 0,-16-6-1 15,-8-6 0-15,-9-1 0 16,-19 0-1-16,-13-3-2 16,-15 4 0-16,-7 2-2 15,-17 12 0-15,-6 13 0 16,-10 13-1-16,-4 14 0 0,-8 13-1 15,-5 19 0-15,0 11 0 16,-2 18-1-16,0 8 1 16,1 11-1-16,9 12-1 0,5 10-4 15,12 0-9-15,20 12-63 16,15-2-2-16</inkml:trace>
  <inkml:trace contextRef="#ctx0" brushRef="#br3" timeOffset="136948.82">5423 3362 157 0,'0'0'5'0,"-8"-5"2"0,1 5 2 15,-6-3 3-15,-4-3 3 16,-3 4 1-16,-7 2 2 16,-3 0-1-16,-5 8-2 15,-7 4-2-15,-3 13-5 16,-6 10 0-16,0 7-2 0,-3 13 1 15,-1 6-1-15,1 14 1 16,1 8-1-16,9 10 0 16,1 8 0-16,8 5 0 15,10 9 0-15,6-2-2 16,4 9 1-16,8 2-1 0,7-4-2 16,4 5 0-16,8-6 2 15,9-2-1-15,6-4 3 16,13-1-2-16,10-16 0 0,7-4-1 15,12-16 0-15,8-6-2 16,5-13 0-16,3-11 0 16,4-15-3-16,-4-14-2 15,1-9-5-15,4-8-4 0,-8-15-2 16,5-7 0-16,-3-14 0 16,1-10 0-16,2-9 3 15,-5-8 5-15,-1-12 4 16,1-10 6-16,-7-6 3 15,-7-11 2-15,-8-12 3 0,-11-5 1 16,-12-7 0-16,-5-8-1 16,-19-10 3-16,-8 1 0 15,-10-6 0-15,-13 6 0 0,-9 4 0 16,-10 7-2-16,-8 11-1 16,-12 17-2-16,-7 13-3 15,-9 19-1-15,-8 17-2 16,-11 18-1-16,-5 20-1 0,-8 14-2 15,-1 13 1-15,-2 17-1 16,7 18-3-16,6 7-5 16,10 12-12-16,19 5-57 15,15 3-2-15</inkml:trace>
  <inkml:trace contextRef="#ctx0" brushRef="#br3" timeOffset="138339.84">2337 7378 184 0,'0'0'5'15,"20"-21"6"-15,-1-1 1 16,11-10 5-16,13-15 4 0,13-12 1 15,15-16 4-15,12-15 0 16,13-8-3-16,3-11-2 16,10-7-3-16,12 1-4 15,-4-7-4-15,3 6-2 16,-1 4-3-16,-2 6-2 0,-8 7-2 16,-8 10-1-16,-5 7-1 15,-12 16 0-15,-14 3-1 16,-8 12 0-16,-13 11 0 15,-14 8 0-15,-8 7 1 0,-11 7 0 16,-12 6 1-16,-4 12-1 16,-2-10-1-16,-9 10-3 15,4 3-7-15,7-3-13 0,-14 5-28 16,14-5-21-16,-6 12-6 16</inkml:trace>
  <inkml:trace contextRef="#ctx0" brushRef="#br3" timeOffset="138603.51">4314 5502 410 0,'0'0'4'16,"0"0"1"-16,0 0 1 0,0 0 0 16,0 0 1-16,-4-5-2 15,4 5 0-15,0 0-4 16,0 0-19-16,2 7-59 16,-2-7-3-16</inkml:trace>
  <inkml:trace contextRef="#ctx0" brushRef="#br3" timeOffset="139249.2">4657 5229 247 0,'0'0'7'0,"0"0"3"0,0 0 4 16,0 0 1-16,8-10 2 0,2 2 3 16,4 0-1-16,4-6 2 15,2-5-4-15,8-3-6 16,4-6-2-16,5-4-2 16,7-8-1-16,7-7-1 0,8-5-2 15,3-7 0-15,8-5-1 16,0-3 1-16,2-3-1 15,-5 4-1-15,-3 3 1 16,-9 9-1-16,-11 9 1 16,-7 8 0-16,-12 12-1 0,-7 8 0 15,-11 5 0-15,-7 12 0 16,0 0-4-16,0 0-3 16,-2 9-11-16,-3 6-31 0,0 0-30 15,0-3-4-15</inkml:trace>
  <inkml:trace contextRef="#ctx0" brushRef="#br3" timeOffset="139432.57">5686 4378 414 0,'0'0'4'15,"0"0"0"-15,0 0 1 0,0 0-1 16,-7-4 1-16,7 4-2 15,0 0-7-15,0 0-34 16,0 0-37-16,0 0-5 16</inkml:trace>
  <inkml:trace contextRef="#ctx0" brushRef="#br3" timeOffset="139983.24">6061 3948 309 0,'0'0'5'16,"0"0"4"-16,0 0 1 0,0 0 3 16,-4 0 1-16,4 0 2 15,0 0 1-15,0 0 0 16,-3-10-4-16,6 0-3 15,9-6-2-15,5-9-1 0,7-8-2 16,15-8 0-16,7-9-1 16,14-15 1-16,7-6-2 15,13-10 0-15,12-6-1 0,1-6 0 16,10 4-1-16,-7 6 0 16,-4 0 1-16,-9 14-1 15,-8 6 1-15,-13 14-1 16,-20 13 1-16,-10 5 1 0,-12 9-1 15,-10 7 1-15,-5 5-2 16,-5 10 1-16,0 0-1 16,0 0 0-16,-5-2-1 15,5 2 0-15,-7 10-3 0,7-10-1 16,-9 22-5-16,9-22-11 16,-9 17-59-16,9-4-4 15</inkml:trace>
  <inkml:trace contextRef="#ctx0" brushRef="#br3" timeOffset="141565.84">3917 3978 16 0,'0'0'2'0,"0"0"3"15,-12-7 1-15,2 4 2 16,-3-2 0-16,1 3 2 16,-7 0-2-16,3 2 2 15,-4 0-3-15,0 9-4 0,1 1-1 16,-4 7-3-16,0 1 0 15,-4 9-1-15,1 8-2 16,-8 3-2-16,2 8-6 0,-5 2-6 16,2 11-11-16</inkml:trace>
  <inkml:trace contextRef="#ctx0" brushRef="#br4" timeOffset="148015.16">4298 4159 117 0,'0'0'3'0,"0"0"0"15,-13 3 1-15,13-3 0 0,-12 4 3 16,2 1-1-16,-2 3 1 16,-1-1 0-16,2 3-1 0,-1 1-3 15,-4-2 1-15,2 6-3 16,-1 0 0-16,-2-1-1 16,-1 4 0-16,1 2 0 15,0 2-1-15,-5 3 1 0,2-3 0 16,0 7-1-16,-2-4 0 15,-1 8 1-15,3-5 1 16,-5 6 1-16,-2-8 2 16,3 8 0-16,-2-7 2 0,5 5 0 15,1-6 1-15,4 5-1 16,-9 0 1-16,11-1 0 16,3 3-2-16,-3-2 2 15,2 5 1-15,-4-4-2 16,7 5 1-16,-4-5-1 15,1 0 2-15,0 0-2 0,3 3 0 16,-3-4-1-16,5 0-1 16,-2 4 1-16,5-6 1 15,-1 6-2-15,3-5-1 0,-1 5 0 16,3-1 1-16,0 1 1 16,-2 2 1-16,2 1 0 15,0 0-1-15,0-2 2 16,0 6 0-16,0-8 2 0,2 4-1 15,3-1-1-15,2-3 0 16,7 1 0-16,-5 1-1 16,7-5-1-16,-4 4 0 15,0-1-1-15,1-1 1 0,-1-2-1 16,1 5 0-16,-4-4 0 16,3 3 0-16,-1-3 0 15,1 0 0-15,2-5 0 16,4 3-1-16,2-5 1 0,2-3-1 15,3-1 0-15,3-5 0 16,4 1-1-16,-2-2 0 16,2 0-1-16,3-1 1 15,-6 4-1-15,1-3 0 0,0-2 1 16,0 3-1-16,-3-3 0 16,6-1 0-16,-6-1 1 15,1-2-1-15,6-6 0 16,-2 2-1-16,5-5 1 0,-4 0 0 15,5-5-1-15,-4 2 1 16,1-4 0-16,0 2 0 16,-1-4-1-16,1 1 1 0,0-2 0 15,-1-2-1-15,2 2 1 16,4-3-1-16,-6 1 0 16,3-3 1-16,0 1-1 15,-1 1 0-15,-1-5 0 16,2 3 0-16,-3 0 0 0,-2-5 0 15,1 4 0-15,-1-6 0 16,0-3-1-16,-2 0 2 16,0-3-1-16,2-1 0 0,-4-1 1 15,2-2-1-15,-3-1 0 16,-2-1 0-16,-3-1 0 16,5-2 0-16,-4-5-1 15,-3 0 0-15,2-3 1 16,-5 1-1-16,1-3 0 0,-1 0 0 15,-1 2 1-15,-4-2-1 16,-3 0 0-16,-1 5-1 16,-3-2 1-16,-2-4 0 0,-1 1 0 15,-2 0 0-15,2-5 0 16,-2 0 1-16,0-2 0 16,-2 1 0-16,-3-1 0 15,-3 5-1-15,1-3 1 16,-8 7-1-16,0-2 1 0,-3 4 0 15,1 1 0-15,-3 0 0 16,1 2 0-16,-1 3 1 16,3 0 1-16,-6 3 0 15,3 4-1-15,1 0 1 0,-2 5 0 16,1 0 0-16,-1 4-1 16,0-2 1-16,-1 0-1 15,-3 7 1-15,-2-2-1 16,0 1 1-16,-5 2-1 0,-1 0 0 15,-2-2 0-15,-2 4 0 16,-1-1 0-16,1 1 0 16,3 1-1-16,-4 1 1 0,3 4-1 15,0 2 0-15,-2 5 0 16,0 0 0-16,0 0 1 16,-3 5-1-16,-2 0 0 15,2 3 0-15,-5 4 0 16,1-3 0-16,-1 7-1 0,-4 2 1 15,-2 1-1-15,-3 3 1 16,-1 8-1-16,1-1 0 16,-1 12 1-16,0-3-1 15,-1 8 0-15,5 6-1 0,4 6 2 16,3 5 0-16,1 4 0 16,6 9-1-16,4 4 1 15,4 3-3-15,8 3-4 16,7-5-8-16,4 2-68 0,13 0 0 15</inkml:trace>
  <inkml:trace contextRef="#ctx0" brushRef="#br4" timeOffset="148848.92">5714 3376 241 0,'0'0'5'0,"-13"-7"3"0,1 2 3 15,-4 3 4-15,-3 2 1 16,-8 0 2-16,-6 7 2 0,-9 8 1 16,-3 12-4-16,-10 10-2 15,1 13-3-15,-9 6-2 16,-1 13-3-16,-3 11-1 15,3 7-2-15,1 10 0 0,4 7 0 16,6 1 0-16,9 8 0 16,5 1-1-16,9-1 1 15,7 6 1-15,11-5-1 16,4-5 0-16,8-2 0 16,15-6-1-16,7-9 0 0,14-5-1 15,8-10 1-15,11-8 0 16,4-13-1-16,13-6 0 15,3-10 1-15,4-13-1 0,3-12-1 16,8-12 2-16,-3-11-3 16,2-14 0-16,-2-15-1 15,0-10 0-15,3-18 1 16,-1-14-1-16,-2-10 1 0,-6-15-1 16,-5-8 0-16,-9-11 2 15,-10-7 0-15,-16-1 0 16,-10-3 1-16,-24 8-1 15,-12 8 1-15,-22 6 0 16,-13 13 1-16,-15 7-1 0,-7 13-1 16,-12 15 0-16,-1 11 0 15,-4 14-3-15,-1 14-6 16,11 20-23-16,2 8-50 0,5 19-4 16</inkml:trace>
  <inkml:trace contextRef="#ctx0" brushRef="#br5" timeOffset="152448.67">3181 5145 326 0,'0'0'2'0,"0"0"1"0,-14 0 0 0,-2 0 1 0,-1 10 1 16,-8 7 2-16,-7 10 2 15,2 10 1-15,-9 16 1 16,2 14 1-16,1 13 1 15,4 18 0-15,8 13-1 0,4 11-2 16,10 11-1-16,8 6 0 16,11 3-4-16,10-4-2 15,11-9-1-15,16-5-1 0,7-15 0 16,13-18 0-16,6-14 0 16,8-20 0-16,3-20 0 15,4-17 0-15,1-20 0 0,1-12 0 16,-4-26 1-16,2-11-1 15,-10-18 0-15,-6-17 1 16,-1-10-1-16,-12-15 0 16,-9-10 1-16,-14-7-2 15,-13-8 1-15,-19 0-1 0,-8 0 0 16,-24 7 1-16,-11 8-2 16,-11 13 1-16,-8 10 0 15,-11 17 0-15,-3 12 0 16,-3 17 0-16,-4 10 0 0,1 16-1 15,2 14 0-15,3 10-1 16,9 8-5-16,10 11-7 16,11 6-32-16,14 10-38 15,12 5 0-15</inkml:trace>
  <inkml:trace contextRef="#ctx0" brushRef="#br5" timeOffset="153065.32">3293 5165 222 0,'0'0'6'0,"0"0"1"0,0 0 5 15,8-12 4-15,0 1 1 0,4-1 2 16,6-8 1-16,8-6 2 16,12-7-4-16,9-12-2 15,15-7-3-15,11-10-4 16,15-10-1-16,12-7 0 0,7-8-1 16,5 0-1-16,1 4 0 15,0 6 0-15,-17 6-1 16,-6 15 0-16,-18 12-1 15,-17 15-2-15,-17 11-3 16,-12 13-3-16,-13 5-5 16,-13 12-13-16,-7 10-55 0,-4 6-4 15</inkml:trace>
  <inkml:trace contextRef="#ctx0" brushRef="#br5" timeOffset="153732.43">3723 6892 259 0,'0'0'8'0,"20"-18"4"15,2-2 6-15,16-9 2 16,6-14 4-16,19-11 0 16,14-13 3-16,12-15-1 0,16 0-6 15,1-6-6-15,6-2-4 16,-6 6-4-16,7 0-2 15,-12 10-3-15,-3 7 0 16,-12 10-3-16,-11 10 0 0,-15 9-1 16,-13 11 0-16,-15 9-1 15,-17 14 0-15,-15 4-4 16,0 0-6-16,-20 15-36 16,0-3-27-16,-2 1-3 0</inkml:trace>
  <inkml:trace contextRef="#ctx0" brushRef="#br5" timeOffset="154534.24">5549 3312 281 0,'0'0'6'0,"0"0"3"15,0 0 1-15,0 0 2 16,0 0 3-16,0 0 0 16,3-16 2-16,7 5 3 15,5-10-6-15,10-8-1 0,12-11-1 16,15-14-1-16,13-10-1 15,19-17-1-15,16-13-2 16,17-9-1-16,7-6-1 16,14-10-4-16,7 0-1 0,-1-5 0 15,0 5-1-15,-5 5 1 16,-10 18 1-16,-14 4-1 16,-11 12 0-16,-22 19 3 15,-20 14 0-15,-20 17-2 16,-14 12-2-16,-19 14-5 15,-9 4-7-15,-9 15-24 0,-12 7-44 16,0 3-4-16</inkml:trace>
  <inkml:trace contextRef="#ctx0" brushRef="#br5" timeOffset="155215.23">6427 4661 231 0,'0'0'9'0,"0"0"5"0,19-2 4 16,-1-8 3-16,5-4 2 16,9-11 3-16,12-9 3 15,11-11 1-15,12-18-7 0,13-6-4 16,9-7-3-16,13-11-2 16,8-3-2-16,3 1-2 15,-1 3-2-15,-3 4-2 16,-6 10-4-16,-11 7-2 0,-11 9 0 15,-13 11 0-15,-17 11 0 16,-8 4 0-16,-17 10 0 16,-7 2 0-16,-10 8 0 15,-9 10-6-15,0 0-8 16,-17-10-20-16,0 10-49 0,-3 0-3 16</inkml:trace>
  <inkml:trace contextRef="#ctx0" brushRef="#br5" timeOffset="155916.81">7498 1696 353 0,'0'0'4'0,"0"0"4"16,0 0 2-16,0 0 2 15,0-7 0-15,0 7 2 16,22 0 0-16,-2 0 1 16,12 7-4-16,12 6-3 0,14 2-2 15,12 12-2-15,9 5-2 16,6 12 0-16,4 9-2 15,-2 6 1-15,-8 10 0 16,-7 6 2-16,-17 7 0 16,-7 5 0-16,-19 2 1 0,-9 2 0 15,-17 1 0-15,-3 3-1 16,-15-4 0-16,-10-2-2 16,-5 0 0-16,-5-4-1 0,-2-9 1 15,-5-2 0-15,2-6-1 16,-2-7 1-16,0-6-2 15,6-5-1-15,2-11-4 0,4-1-11 16,-3-2-63-16,6-16-5 16</inkml:trace>
  <inkml:trace contextRef="#ctx0" brushRef="#br5" timeOffset="156066.06">8022 3317 511 0,'0'0'0'0,"-18"10"0"16,9-3 0-16,-9-2-13 15,6 0-68-15,-1-1-2 0</inkml:trace>
  <inkml:trace contextRef="#ctx0" brushRef="#br0" timeOffset="162349.97">1889 5291 25 0,'0'0'5'15,"-10"12"2"-15,-4 1 2 0,3 13 7 16,-3 5 4-16,-4 9 4 16,-1 8 0-16,-6 8 3 15,2 8-2-15,3-3 0 16,3 7-1-16,-3 1-5 0,3 5-3 15,-1 3-2-15,1 3-2 16,0 1 1-16,2 1-3 16,-3 2 0-16,1 1-2 15,2-4 0-15,0 1 0 16,5-1-1-16,0-3 2 0,6-1-2 16,4-4 0-16,0-3-1 15,2 2-1-15,8-6-1 16,2-3 1-16,3 1-3 0,5 0 1 15,4-2-1-15,-1 1 0 16,7-4-1-16,0 0 0 16,2-4 1-16,0-3-2 15,8-5 1-15,-5-4-1 0,5-7 1 16,4-1 0-16,1-3 0 16,0-5 1-16,0-3-1 15,4 1 1-15,1-2-1 16,-1-3 1-16,1-2-1 0,0-4 0 15,-1-2 0-15,1-2 0 16,3-5-1-16,-2 0 1 16,1-5-1-16,0 3 1 15,-2-3-1-15,5 0 1 0,-5-3-1 16,0-2 0-16,0 0 1 16,-4-2-1-16,2-4 1 15,0 3-1-15,-2-2 0 16,-4-3 0-16,8-2 1 0,-2 0-1 15,-1-3 1-15,3 2-1 16,-1-7 0-16,1 4 1 16,0-6 1-16,-2-2-2 15,3-3 0-15,-4-1 1 0,5-1 1 16,-4 0-1-16,-1-2 0 16,5-4 1-16,-3 1-1 15,-1-2 1-15,-1-3-2 16,0-4 1-16,-3 5-1 0,-1-8 0 15,-7-1 0-15,0-4 1 16,-4-2-1-16,-4 0 0 16,-6 1 0-16,-2 3 1 15,-3 6 0-15,-7 3-2 0,-4 13-3 16,-6 5-5-16,0 11-18 16,0 14-50-16,-6-10-2 15</inkml:trace>
  <inkml:trace contextRef="#ctx0" brushRef="#br0" timeOffset="163199.21">1792 5428 202 0,'0'0'4'0,"0"0"4"0,0-11 3 15,0 11 4-15,0-17-1 16,5 5 2-16,1-6 1 16,4 1 0-16,4-5-5 15,9 0-1-15,-1-6-5 16,10-1-1-16,5-1-1 0,6-3-1 16,6-1 0-16,4-4-1 15,7-1 1-15,-1 2-1 16,3-3 0-16,8 3-1 15,-6 2 0-15,11 1 0 0,0-4-1 16,1 7-1-16,2-2 2 16,-4 8-1-16,3 0 2 15,-7 5 1-15,-1 6 1 16,-5 4 1-16,-2 0 0 0,-7 7 2 16,0 3-2-16,-5 0 0 15,-5-2-1-15,0 0-1 16,-3-1-1-16,-8-2 0 0,0 0-1 15,-3-3 1-15,-4 1-1 16,-2-2 0-16,-8-1-2 16,-1 3-3-16,-7-4-11 15,-9 11-58-15,11-12-2 16</inkml:trace>
  <inkml:trace contextRef="#ctx0" brushRef="#br0" timeOffset="164348.65">6064 1895 225 0,'0'0'4'0,"0"0"0"0,0-10 4 16,0 10 2-16,9-18 3 15,0 3 1-15,0 1 1 0,3-5 3 16,6-2-3-16,-1 1-2 16,10-1-2-16,-11 10-4 15,1-3-3-15,5-2 0 16,6 2-4-16,2-6 1 16,7 1-2-16,0-2 1 15,8-4-2-15,4 0 4 0,4-2-1 16,1 3 1-16,6-4 1 15,5 1-1-15,2-1 1 16,-3 2 1-16,9 1 0 0,-2-2-1 16,4 5 1-16,-3-1-2 15,-2 3 0-15,4 3 0 16,-2 5-1-16,-2 2 0 16,-1 3 0-16,0 4-1 0,2 3 0 15,-2 0 1-15,-2 3-1 16,-3 4-1-16,3 3 1 15,-1-1-1-15,1 7 0 16,-5 0 0-16,2 2 1 0,-2 1-1 16,3 5 1-16,-5-3 0 15,-28-11 2-15,85 42 1 16,-11 0 0-16,-11 0 1 16,-11-2-1-16,-10-6 0 15,-8-1 0-15,-15-6 1 0,-13-5-2 16,-6 3-1-16,-7-1 1 15,0 1-1-15,-7 0 1 16,-4-1 0-16,-1 1 0 16,-3-3-1-16,-3-2 1 0,-2-5-3 15,-3-3-2-15,1-1-2 16,-3-8-6-16,0-3-7 16,0-10-45-16,-8 15-15 15</inkml:trace>
  <inkml:trace contextRef="#ctx0" brushRef="#br0" timeOffset="165215.4">9095 2313 260 0,'0'0'4'0,"0"0"1"0,3 13 5 16,2-3 3-16,0 6 1 15,2 2 2-15,5 7 1 16,3 10 1-16,3 5-1 16,-1 4-2-16,1 6-4 15,-1 7-1-15,-4 4-3 0,-8 3-1 16,-5 4 0-16,-8 1 1 16,-19 3 1-16,-11 2 1 15,-16 1 1-15,-13 5-2 16,-13-4 1-16,-7 1-1 0,-7-5-2 15,-8 1-1-15,3-3-3 16,-4-5-1-16,9-6-2 16,7-9-2-16,8-3-2 15,6-10-4-15,10-5-8 0,10-7-29 16,8-10-37-16,10-8-2 16</inkml:trace>
  <inkml:trace contextRef="#ctx0" brushRef="#br0" timeOffset="166298.44">5987 1642 176 0,'0'0'5'0,"0"0"2"16,0 0 3-16,8-10 2 15,-8 10 1-15,16-7 2 16,-5-1 0-16,8 4 0 0,4-4-3 16,7-2-2-16,7 1 0 15,6-4-3-15,8-2-1 16,11 1-1-16,5-4 0 15,11 0-1-15,11-2-1 16,13-2-1-16,3 2 0 0,15-5 0 16,13 0-2-16,10-1 0 15,15-2-1-15,8-3 0 16,15-3-1-16,6 1 0 0,6 0-1 16,11-7 0-16,10 3 0 15,12-5 0-15,5 5 2 16,10-7-1-16,7 4 3 15,9-3 2-15,3 2 3 16,6-4 0-16,5 3 2 16,-3-3 0-16,5 1 1 15,-2 4 0-15,-2 0 0 0,-6 1-2 16,1 2-1-16,-11 5-2 16,-7-1-1-16,-17 1-1 15,-8 5-1-15,-20-1-1 16,-17 3-4-16,-15 9-1 15,-20 3-3-15,-22 3-7 16,-23 10-37-16,-19 5-20 0</inkml:trace>
  <inkml:trace contextRef="#ctx0" brushRef="#br0" timeOffset="167082.32">3172 7669 270 0,'15'-5'3'0,"7"0"3"0,16-5-2 16,13-7 1-16,18-2 2 15,16-12-1-15,27-6 0 16,20-5 1-16,15-7-4 0,9-8 1 16,26-5 0-16,13-2 1 15,19-4 0-15,18-6 0 16,56-2 0-16,-22-3 0 15,22-7 1-15,15 2-2 0,15-4 1 16,10-1-2-16,12-6-3 16,6 4-3-16,-25 2-5 15,36 2-16-15,1-3-34 16,-1 13-11-16</inkml:trace>
  <inkml:trace contextRef="#ctx0" brushRef="#br0" timeOffset="168015.26">3613 4851 161 0,'0'0'5'16,"36"-6"3"-16,1-1 3 0,28-3-1 16,17-5 0-16,27-2 1 15,17-8 1-15,36-3 0 16,17-4-10-16,18 3-6 16,19-8-9-16,12-3-5 0,16 1 0 15,16-9-2-15,22 2 0 16,10-12 5-16,8-3 9 15,56-7 7-15,-18-1 10 0,8-5 5 16,2-3 1-16,17-3 3 16,10 2 0-16,-5-1-2 15,10 2-4-15,-42-1-1 16,23 7-1-16,-6-2 1 16,-2 4 2-16,-31 5-2 15,-16 5 0-15,-28 7-3 0,-24-1-4 16,-28 16-11-16,-27 5-53 15,-38 10-7-15</inkml:trace>
  <inkml:trace contextRef="#ctx0" brushRef="#br0" timeOffset="168714.91">8292 6286 287 0,'11'-1'5'0,"14"-6"0"0,12-6 1 16,18-5 2-16,17-1 0 16,27-9 3-16,20-1 0 0,30-8 1 15,8-6-3-15,22 1-2 16,12-3 0-16,16-2-2 16,11-4 1-16,15-4-2 15,3-2 1-15,8-1 1 0,14 4 0 16,-5-3 0-16,-7 5 0 15,0-2 0-15,-9 5-1 16,-14 4-1-16,-14 4-1 16,-20 5-2-16,-22 4-1 0,-16 7-3 15,-24 3-4-15,-25 9-19 16,-22 9-48-16,-27-4-3 16</inkml:trace>
  <inkml:trace contextRef="#ctx0" brushRef="#br0" timeOffset="169282.95">12246 3271 298 0,'0'0'5'0,"17"-1"4"16,3-2 2-16,12 3 0 15,10 3 2-15,23 4 1 16,15 4 1-16,21 8 1 0,11 3-6 15,17 13-4-15,11 10-2 16,3 9-2-16,2 10-4 16,-3 11-4-16,-18 7-2 15,-15 7 0-15,-12 2 4 0,-27 11 3 16,-28-3 3-16,-22 2 2 16,-20-4 4-16,-27-3 4 15,-19 6 2-15,-21-12 0 16,-20 2-3-16,-7-11-6 15,-15-5-8-15,-5-5-27 0,-3-12-47 16,0-10-2-16</inkml:trace>
  <inkml:trace contextRef="#ctx0" brushRef="#br0" timeOffset="169915.74">13985 295 317 0,'0'0'1'0,"0"0"2"0,0 0 0 15,0 0 0-15,13 0 2 16,1 4-1-16,39 16 1 15,-28-10-1-15,17 8 0 16,52 21-1-16,-37-9-2 16,5 2-1-16,8 12-1 0,5 6 0 15,4 7 0-15,1 11-1 16,-6-5 1-16,-2 17-1 16,-4-3 0-16,-47-8 4 15,91 109 0-15,-29 8 1 16,-37-8 1-16,-30 3 0 0,-32-25 3 15,-30-12 0-15,-14-18-16 16,-15-35-55-16,7-4-4 16</inkml:trace>
  <inkml:trace contextRef="#ctx0" brushRef="#br0" timeOffset="170415.1">15270 1671 366 0,'0'16'3'0,"-16"16"0"0,-10 20 3 15,-17 25 3-15,-8 19 2 16,-22 31 4-16,-17 23 1 16,-16 31 0-16,-13 8-1 0,-6 12-3 15,1-3-4-15,0 0-3 16,2-8-8-16,8-14-12 15,5-21-32-15,19-18-35 0,13-17-3 16</inkml:trace>
  <inkml:trace contextRef="#ctx0" brushRef="#br0" timeOffset="170514.91">13791 3998 508 0,'0'0'1'16,"0"0"1"-16,-4-7-2 15,-9 7 0-15,-9 1-3 0,-6 13-20 16,-12 0-58-16,-11 1-4 15</inkml:trace>
  <inkml:trace contextRef="#ctx0" brushRef="#br0" timeOffset="171234.92">6011 1483 230 0,'0'0'6'0,"0"0"4"0,0 0 2 15,0 0-1-15,-7-5 1 0,7 5-1 16,-12 0 1-16,1 8-1 16,-5 2-5-16,-2 2-2 15,-34 28-1-15,-16 10-1 0,-13 15-1 16,-13 13 1-16,-16 11 0 16,-12 13 0-16,-10-2 1 15,4-12-1-15,-7 1 1 16,-2 1 1-16,-2-6 0 15,0-3 1-15,2-1 0 0,8-3 1 16,7-6-3-16,18 1-2 16,5-7 0-16,17 0-1 15,10-9-4-15,17-2-7 16,8-6-6-16,14-9-24 0,12-2-28 16,8-12-4-16</inkml:trace>
  <inkml:trace contextRef="#ctx0" brushRef="#br0" timeOffset="171582.23">1733 5256 390 0,'0'0'4'0,"0"0"2"15,0 0 0-15,-10 0 1 16,10 0-1-16,-14 16 0 0,-2 1-1 16,-4 7 1-16,-2 11-9 15,-10 5-27-15,2 4-46 16,-2 2-4-16</inkml:trace>
  <inkml:trace contextRef="#ctx0" brushRef="#br0" timeOffset="175982.13">4976 7378 249 0,'0'0'7'0,"0"0"3"0,0 0 3 16,-7-11 1-16,7 11 2 16,-13-3 1-16,3 3 0 15,-5 0 2-15,-5 10-5 16,-3 5-2-16,-4 5-2 0,-3 7-2 16,-2 5-1-16,-2 13 0 15,-2 5-1-15,7 6-1 16,2 9 0-16,2 2 0 0,4 6 0 15,9-3-1-15,7 3 1 16,5-2 1-16,15-2-1 16,10-8 1-16,10-5-1 15,5-8-1-15,12-9 0 0,7-7 0 16,8-9-1-16,6-11 0 16,-2-8-1-16,4-4-1 15,0-7 1-15,-1-11-1 16,-5-3-1-16,-3-7 1 0,-10-6 0 15,-3-3-1-15,-8-7 1 16,-3-6-1-16,-17-2 1 16,-3-3-1-16,-13-9 1 15,-3-4-1-15,-6-4 1 0,-12 1-1 16,-11-1 1-16,-4 2 0 16,-8 4 1-16,-2 6-2 15,-8 5 0-15,-2 14 0 16,-1 1 0-16,-7 13 0 0,4 2 0 15,-2 11 0-15,1 4 0 16,1 3 0-16,3 7 0 16,4 0 0-16,3 1 0 15,6 7-2-15,10 1-6 0,9 2-5 16,11 6-15-16,5-5-55 16,12-2-2-16</inkml:trace>
  <inkml:trace contextRef="#ctx0" brushRef="#br0" timeOffset="176648.84">4926 7409 80 0,'0'0'3'0,"0"0"2"0,0 0 0 16,0 0 0-16,0 0 5 16,0 0-1-16,0 0 4 15,0-7 3-15,0 7-1 16,0 0 2-16,9-13 2 0,2 3 4 16,1-2 1-16,6-5 0 15,6-5 0-15,12-9-1 16,8-3-2-16,11-11-3 15,9-4-1-15,13-9-2 16,5-3-4-16,12-8-1 0,1-1-2 16,4 1-2-16,-1-1 0 15,-6 7 0-15,-6 8-1 16,-13 5-3-16,-14 10 2 0,-15 12-1 16,-11 9-1-16,-20 9 0 15,-13 10-3-15,0 0-2 16,-13 21-5-16,-8-7-13 0,-7 11-55 15,4 5-2-15</inkml:trace>
  <inkml:trace contextRef="#ctx0" brushRef="#br0" timeOffset="177101.02">5468 8321 258 0,'0'0'6'0,"0"0"1"0,5-5 5 16,4 0 4-16,7 0 4 15,3-8 3-15,11-4 3 16,3-5 1-16,16-8-4 0,6-8-2 16,12-5-3-16,9-7-4 15,12-7-3-15,6-7-4 16,7-5 0-16,4-4-3 0,-1 1 0 15,-3 0-1 1,-9 5-1-16,-17 8 0 0,-5 7-2 16,-17 7 0-16,-17 11 0 15,-12 9 0-15,-20 13 0 0,-4 12-3 16,-12-3-9-16,-13 8-12 16,-20 10-59-16,8 7-4 15</inkml:trace>
  <inkml:trace contextRef="#ctx0" brushRef="#br0" timeOffset="177748.92">5000 8049 341 0,'0'0'6'15,"0"0"3"-15,0 0 5 16,0-11 2-16,6 1 0 0,3-5 2 16,6-1 1-16,7-12 0 15,11 1-4-15,4-8-5 16,10-4-1-16,3-1-3 15,4-2-2-15,-1 5-1 0,-5 4 0 16,-4 3 0-16,-15 11-3 16,-1 1 0-16,-16 12 0 15,-12 6 0-15,0 0 0 16,0 11 0-16,-12 4 0 16,-8 2 0-16,-2 1 0 0,-3 5 0 15,0-3 0-15,2-4 0 16,7-1 0-16,-2-2-3 15,6-4 0-15,12-9 0 0,-11 6 0 16,11-6 0-16,8-7 2 16,4-6-2-16,5 3 1 15,-1-3 0-15,-1-1-2 16,2 1 0-16,-5 4-5 0,-4-2-7 16,-8 11-17-16,17-3-49 15,-17 3-1-15</inkml:trace>
  <inkml:trace contextRef="#ctx0" brushRef="#br0" timeOffset="178515.26">4968 7731 298 0,'0'0'8'16,"0"0"2"-16,0 0 4 15,0-9 0-15,0 9 2 16,-8-9 2-16,-4 9 1 0,-1 0-1 16,-3 0-6-16,-5 11-4 15,-4 8-1-15,1 6-2 16,-1 10-2-16,0 7 1 15,3 7-1-15,5 6-1 16,4 4 1-16,5-1 0 0,8-2 0 16,8-3-1-16,12-6 1 15,5-10-1-15,10-9 0 16,6-9 0-16,5-14 0 16,5-5-1-16,2-8 0 0,2-12 0 15,0-7 1-15,-9-7-1 16,-3-6-1-16,-8-4 1 15,-8-6 0-15,-12-2 1 0,-8-5-1 16,-7-4 1-16,-13 0 0 16,-9 4 1-16,-13 4-1 15,-4 5 1-15,-6 8 0 16,-7 10-1-16,-5 8 0 0,4 15-2 16,-1 7 0-16,9 3 0 15,2 16 0-15,14 3-8 16,9 6-10-16,10 4-65 0,16-3-4 15</inkml:trace>
  <inkml:trace contextRef="#ctx0" brushRef="#br0" timeOffset="179182.39">3415 6098 324 0,'0'0'5'16,"0"-9"2"-16,0 9 2 0,-2-17 2 15,-3 4 2-15,-3 1 1 16,0-1-1-16,-1 1 0 15,-1 4-3-15,-3 4-6 0,13 4-12 16,-14 10-44-16,14-1-22 16,0 1-4-16</inkml:trace>
  <inkml:trace contextRef="#ctx0" brushRef="#br0" timeOffset="179966.33">4031 5209 182 0,'0'0'8'0,"-12"-17"5"0,-1 0 4 16,-8-1 4-16,-2 1 3 15,-4 0 0-15,-10-1 0 16,-4 8 1-16,-1 10-7 16,-2 18-3-16,-4 11-2 0,4 18-5 15,1 13 0-15,1 17 0 16,10 12 1-16,7 13 1 16,13 9-2-16,12 6 0 15,14 1 0-15,19-1-1 0,8-6-3 16,23-7-1-16,2-14-1 15,13-19 0-15,6-11-1 16,5-17 0-16,2-18 0 16,-5-19-1-16,2-11 0 0,-5-21 0 15,-6-15 0-15,-7-11 1 16,-9-12-1-16,-9-16 1 16,-14-6 0-16,-14-14-1 15,-13-2 0-15,-14-10 0 0,-25-3 0 16,-15 1-1-16,-16 5-1 15,-11 10 0-15,-13 12 1 16,-8 21-1-16,-4 16 0 16,-3 21 0-16,3 14-2 0,11 19-3 15,9 14-6-15,17 11-12 16,15 14-55-16,19-2-1 16</inkml:trace>
  <inkml:trace contextRef="#ctx0" brushRef="#br0" timeOffset="180632.93">3631 5380 259 0,'0'0'5'0,"0"-10"2"0,0 10 3 0,-12-7-1 16,4 4 3-16,-9 6-2 16,2 7 3-16,-5 9 1 15,0 14-2-15,-2 9-2 0,2 13 1 16,0 9 0-16,6 13 0 15,1 9 0-15,8 8-2 16,5 10-1-16,5 3-1 16,10 10-1-16,4-2-2 15,9 5-1-15,4-1-1 0,5 3 0 16,6-4-1-16,1 3 0 16,-1-1 1-16,4-4 0 15,1 0 0-15,-4-1-1 16,1-2 0-16,-1-4 1 0,2 0 1 15,3-5-1-15,-2-6 0 16,5 0 1-16,0-8 0 16,-2-4 0-16,0-9 1 0,0-8-1 15,-9-5 0-15,-3-9 0 16,0-6-2-16,-14-11-1 16,-4-6-3-16,-2-10-5 0,-6-7-4 15,-3-8-17-15,9-9-53 16,-18-12-1-16</inkml:trace>
  <inkml:trace contextRef="#ctx0" brushRef="#br0" timeOffset="181398.75">4170 5417 273 0,'0'0'6'0,"0"0"1"0,0 0 0 16,0 0 1-16,0 0 2 15,0 0 4-15,0 0 1 0,0 8 2 16,13 7-2-16,3 6-1 15,15 10-1-15,9 6 0 16,9 7-2-16,11 8-2 16,10 8-2-16,2 4 0 15,8 10-1-15,6 9 0 16,1 3 0-16,3 8 1 0,-8 8-1 16,-1 4 0-16,-3 3-1 15,-3 7 0-15,-9 4-1 0,-4 1-1 16,-7 3 0-16,-7 1-1 15,-7-5 0-15,-4 1 0 16,-4-4 0-16,-3-6-2 16,-3-1 0-16,-2-12 0 15,-5-8 0-15,-5-6 0 0,0-8 0 16,-5-8 0-16,-5-9 0 16,-1-7 0-16,-4-7 0 15,-2-6 0-15,-5-6 0 16,0-6 0-16,-9-7 0 0,-3 0 0 15,-1-8 0-15,-13 1 0 16,4-1 0-16,-8-2 0 16,-6 0 0-16,-2 2 0 15,-5-5 0-15,1 6 0 0,-3-6 0 16,2 3 0-16,-2-2 0 16,2-6 0-16,6 3 0 15,1-5 0-15,8-5-13 16,5-7-14-16,5-3-58 0,13-3-4 15</inkml:trace>
  <inkml:trace contextRef="#ctx0" brushRef="#br0" timeOffset="181498.6">5013 8237 461 0,'0'0'4'0,"-2"10"2"0,-9-1 0 0,-4 4 1 16,-2 5-2-16,-5-2-4 15,-3-3-38-15,0 3-40 16,0 1-6-16</inkml:trace>
  <inkml:trace contextRef="#ctx0" brushRef="#br0" timeOffset="183400.99">7264 2898 313 0,'0'0'6'16,"0"0"4"-16,0 0 1 16,-5-7 3-16,5 7 1 0,0-10 1 15,0 0 0-15,10-8 1 16,8-2-4-16,14-9-4 15,5-11-3-15,13-11 0 16,9-4-2-16,9-2 0 0,3-3-1 16,-1 3-1-16,-6 3-2 15,-7 7-2-15,-4 15 0 16,-21 4 1-16,-9 11 2 0,-6 7-2 16,-17 10 1-16,0 0 0 15,-10 7 0-15,-8 6 0 16,-1 2-2-16,1 2-10 15,-1-5-16-15,-6 4-50 16,12-2-2-16</inkml:trace>
  <inkml:trace contextRef="#ctx0" brushRef="#br0" timeOffset="184698.62">7783 2165 229 0,'0'0'7'0,"0"0"4"0,0 0 4 15,-13 0 2-15,13 0 2 16,-13 0 1-16,13 0 2 16,-13 0 0-16,13 0-4 0,-18 0-3 15,18 0-5-15,-14 10-1 16,5 0-3-16,-3 7 0 16,3 10 0-16,-7 6 0 15,2 4-1-15,1 10 0 0,1 2 0 16,1 8 1-16,4 0-1 15,7 0 0-15,3-2-2 16,9-3 0-16,3-5-1 16,8-4 0-16,2-12 0 0,7-6 1 15,5-5-1-15,-5-10 0 16,5-6 0-16,0-4 1 16,1-9-1-16,-1-3 0 0,-2-8-1 15,0-3 1 1,-5-2-1-16,-3-4 0 0,-4-2 1 15,-4-4-1-15,-6-7 1 16,-1 3-1-16,-10-5 0 16,-2-4 1-16,-4-2-4 0,-8-1 0 15,-6 2 0-15,-6-1 1 16,-2 8-1-16,-7 2 1 16,-1 8 0-16,-1 7 0 15,-4 10 1-15,2 11 0 0,-2 4 1 16,5 2-1-16,6 8-1 15,2 5-1-15,8-3-2 16,4 3-4-16,7 2-9 16,3 11-45-16,11-19-23 15,6-1-3-15</inkml:trace>
  <inkml:trace contextRef="#ctx0" brushRef="#br0" timeOffset="184832.54">7843 2113 372 0,'0'0'3'0,"0"0"1"0,-15 0 1 0,5 0 0 16,0 0-1-16,0 0-7 0,-2 0-13 15,2-5-48-15,10 5-10 16</inkml:trace>
  <inkml:trace contextRef="#ctx0" brushRef="#br0" timeOffset="185299.16">7811 2014 298 0,'0'0'5'16,"0"0"1"-16,0 0 3 15,0 0 2-15,-16-3 1 16,16 3 1-16,-9 0 3 0,9 0 2 16,-12 8-5-16,12-8-2 15,-11 5 1-15,11-5-1 16,0-5-1-16,7-13 0 0,11-6-1 15,10-11-1-15,9-7 0 16,-15 17-3-16,8-5 0 16,5-5-2-16,7-2 0 15,3-4-1-15,-1 1 1 16,4-3-2-16,-1 2 0 0,0 3 2 16,-2 1 0-16,-3 5-1 15,-2 0-2-15,-3 7 0 16,-5 2 0-16,-4 9 0 0,-1-1-3 15,-7 7-3-15,-8 8-7 16,-12 0-12-16,-4 25-59 16,-9 32-1-16</inkml:trace>
  <inkml:trace contextRef="#ctx0" brushRef="#br0" timeOffset="185665.24">7903 2853 331 0,'0'0'4'0,"0"0"3"0,-3 10 3 16,3-10 6-16,0 0 3 16,8 8 0-16,0-8 1 0,11-8 2 15,4-14-2-15,14-5-3 16,7-10-3-16,11-13-2 15,7-7-12-15,10-5 0 16,8-5 0-16,6-3 0 0,-1-3 0 16,-3 8 0-16,-9 1 0 15,-4 8 0-15,-15 6 0 16,-9 7 0-16,-15 11 0 16,-10 5 0-16,-17 10 0 15,-3 9 0-15,-13 5 0 0,-7 3 0 16,0 11 0-16,-5 1 0 15,-2 5 0-15,-1-7-23 16,-4 8-65-16,13-6-4 16</inkml:trace>
  <inkml:trace contextRef="#ctx0" brushRef="#br0" timeOffset="186115.14">8581 1478 324 0,'0'0'8'0,"0"0"3"0,0 0 3 0,0 0 4 16,0 0 1-16,-7-9-1 16,7 9 2-16,0 0-1 15,-8-11-6-15,8 11-4 0,0 0-3 16,-8-9-2-16,8 9-2 16,0 0 0-16,0-8-2 15,0 8 1-15,0 0-1 0,0 0 1 16,10-7-1-16,-10 7 1 15,13 0-1-15,-13 0 0 16,12 0 1-16,-12 0 0 16,13 0-1-16,-13 0-1 15,15 0-2-15,-15 0-3 16,13 7-8-16,-13-7-22 0,9 5-49 16,-9-5 0-16</inkml:trace>
  <inkml:trace contextRef="#ctx0" brushRef="#br0" timeOffset="186449.09">8581 1478 366 0,'-57'-27'7'16,"57"27"0"-16,0 0 4 0,0 0 0 16,0 0 1-16,0 0 2 15,5-7 0-15,-5 7 2 16,15-3-5-16,-3 3-2 15,6 3-2-15,1 4-1 16,4 0-2-16,-5 9 2 0,38 18 0 16,4 6-2-16,2 10-4 15,-5 15 0-15,-2 4 0 16,-11 7 0-16,-16 1 0 16,-26-13 0-16,-2-5 0 0,-14 2 0 15,-7-7 0-15,-6-12 0 16,-1-5 0-16,-6-5 0 15,4-9 0-15,0-4 0 16,3-6 0-16,5-3 0 0,2-10 0 16,10 2-2-16,-5 5-69 15,12-14-18-15</inkml:trace>
  <inkml:trace contextRef="#ctx0" brushRef="#br0" timeOffset="187447.78">7627 2165 193 0,'0'0'3'0,"-13"-2"5"0,3-1 3 0,10 3 5 15,-18 0 2-15,18 0 1 16,-16-3 2-16,8 1 2 16,8 2 0-16,0 0-4 0,-4-13-1 15,4 3-2-15,0 1-3 16,2-1 0-16,5-2-3 16,-2-4-1-16,2 4-2 15,0-3-1-15,2 1-1 16,-2 3-1-16,0-1 0 0,-7 12-1 15,5-7 0-15,-5 7-1 16,-2 7 0-16,-6 8-1 16,-4 12 0-16,-3 4-1 0,-2 5 1 15,-3 9 2-15,0-1 0 16,3 1 0-16,-1-1-1 16,6-4-2-16,4-12-3 0,8-2-6 15,6-11-9-15,10-5-12 16,0-10-13-16,11-7-4 15,8-11 2-15,-3-7 6 16,3-6 9-16,-8-9 14 16,3-2 17-16,-11-5 17 15,2-3 17-15,-17 3 6 0,-4 0 0 16,-7 7-4-16,-7 11-6 16,-4 4-7-16,-7 15-8 15,0 10-4-15,1 13-4 16,-4 13-4-16,6 14-2 0,-3 13 0 15,8 3 1-15,4 14-1 16,6 4 2-16,7 10-1 16,0 1 1-16,12-4 0 0,3-1 1 15,8-9-2-15,1-6-3 16,6-16 0-16,-1-7 0 16,1-14 0-16,4-13 0 15,-1-10 0-15,3-5 0 0,-6-12 0 16,-2-9 0-16,0-6-1 15,-3-5-2-15,0-3-2 16,-7-6-7-16,-4-2-15 16,7-1-54-16,-17 4-3 15</inkml:trace>
  <inkml:trace contextRef="#ctx0" brushRef="#br0" timeOffset="187768.16">7629 2101 397 0,'0'0'3'0,"-9"0"2"0,-2 7 1 0,-1 5 1 16,-3 10 2-16,-5 11 2 16,-2 6 0-16,2 11 2 15,3 9-3-15,4 12-1 0,8-1-1 16,5 5-1-16,13-3 0 16,9-6-3-16,10-8 0 15,2-9-4-15,9-17-2 16,4-9-4-16,1-18-13 0,-2-10-62 15,4-13-3 1</inkml:trace>
  <inkml:trace contextRef="#ctx0" brushRef="#br0" timeOffset="187953.8">7714 2120 446 0,'0'0'3'0,"-15"0"1"16,3 3 0-16,1-3 1 15,-1 2-1-15,12-2 2 16,0 0-1-16,0-10 1 0,25-11-3 16,22-17-3-16,23-10-9 15,9-3-67-15,-27 15-8 16</inkml:trace>
  <inkml:trace contextRef="#ctx0" brushRef="#br0" timeOffset="194448.83">12745 3466 165 0,'0'0'1'16,"12"2"0"-16,-3 6 1 15,7 1-2-15,5 1 1 16,4 2 1-16,12 4 0 0,5 0 1 15,10-3-1-15,3 9 1 16,14-4 3-16,11 4 2 16,12 3-1-16,5 4 0 15,14 4-1-15,13 4 0 0,9 7-1 16,12 3-1-16,12 11-3 16,12-2-2-16,6 17-1 15,3 7-4-15,12 10-2 0,4 4-1 16,12 8 1-16,4 7-2 15,1 5 1-15,-4 10 2 16,11-2 4-16,1-4 0 16,7 5 4-16,-2 9 4 0,2 0 0 15,0-9 2-15,0 11-2 16,0-2 0-16,-5 1 1 16,-2-1 0-16,-13-8-1 15,-2-8-1-15,-15-2 2 16,-16 2-3-16,-8-19 2 0,-13-3-2 15,-14-12-1-15,-11-3-1 16,-20-14 2-16,-12-6-2 16,-19-9-1-16,-8-16-3 15,-21-7-8-15,-5 0-32 0,-25-11-12 16</inkml:trace>
  <inkml:trace contextRef="#ctx0" brushRef="#br0" timeOffset="195233.13">11853 5504 242 0,'0'0'1'0,"0"0"2"0,5 0 1 0,13 3 1 15,1 4 2-15,13 6-1 16,16 1 1-16,17 6 2 15,9 7 0-15,21 2-2 0,7 9-1 16,17 7 0-16,20 2-1 16,10 8-1-16,7 6-1 15,14 4-2-15,3 10 0 0,13 1 1 16,14 6-1-16,3 4 0 16,13 6 0-16,8 5 0 15,-3 3 1-15,16 11-1 16,3-1 0-16,6 5-1 0,2 4 0 15,4 1 0-15,-6 7-1 16,0-5 0-16,-3-1 1 16,-12-2 1-16,-10 0 0 15,-7-6 1-15,-11-3 1 0,-16-9-1 16,-16-9-2-16,-12-3-4 16,-12-12-13-16,-18-10-39 15,-10-5-10-15</inkml:trace>
  <inkml:trace contextRef="#ctx0" brushRef="#br0" timeOffset="196248.82">14357 602 141 0,'0'0'1'15,"0"0"-1"-15,0 0 1 16,0 0 3-16,9 10-2 15,0 5 1-15,65 56 2 0,-33-36 2 16,1 5 0-16,13 7-1 16,7 4-2-16,6 10 0 15,39 49 3-15,70 35-3 16,22-5-3-16,15 9-1 16,-11-5 0-16,9 5 3 15,-8-22 0-15,-6 3 3 0,-14-6-1 16,13-3 4-16,1 2 0 15,11-3 0-15,5 4 0 16,-6 5-1-16,-4 6-1 0,5-5-3 16,0-6-3-16,-11 8-1 15,-7 1-2-15,-9-5 3 16,-8-4-2-16,-5-2 1 16,-2-3-1-16,-16-5 0 0,-7-3 1 15,-18-12 0-15,-6-7 0 16,-8-11 0-16,-8-6 1 15,-17-10 2-15,-9-13 2 16,-16-10 5-16,-8-5 1 0,-14-12 1 16,-8-3 5-16,-15-12 0 15,-4-2 0-15,-13-8-2 16,0 0-3-16,0 0-8 16,-18-11-6-16,6-3-38 0,-3 6-31 15,0 1-6-15</inkml:trace>
  <inkml:trace contextRef="#ctx0" brushRef="#br0" timeOffset="196933.36">20259 5066 288 0,'0'0'2'15,"0"0"0"-15,0 0-1 0,12-5 1 16,-1 5 0-16,1 5 0 16,6 2 0-16,3 5 0 15,9 8-1-15,2 10 0 0,6 7 1 16,-1 15 0-16,5 10 2 15,1 11 0-15,-6 8 1 16,0 10 0-16,-7 3 0 16,0 9-2-16,-13 5-1 0,-2-4 1 15,-8 0-4-15,-4-7 1 16,-3-3 0-16,-7-10-1 16,-8-5 1-16,-7-11 2 15,-6-9 3-15,-11-5 1 0,-4-4 2 16,-12-6-1-16,-1-4 2 15,-6 0-1-15,-9-3-2 16,2-10-2-16,0 0-8 16,4-4-20-16,16-4-45 15,6-8-4-15</inkml:trace>
  <inkml:trace contextRef="#ctx0" brushRef="#br0" timeOffset="197781.86">18438 8425 273 0,'0'0'2'0,"0"0"3"16,0 0 3-16,0 0 3 15,0 0-1-15,0 0 3 16,7 5-1-16,-7-5 0 15,5 14-1-15,6-7-2 16,-2-1-3-16,8-3-1 0,-2-3-1 16,8 0 1-16,1-3 0 15,12-10-1-15,1 1 2 16,7-5 0-16,11-5 0 16,6-5 1-16,12-8-1 0,2-8 0 15,10-6 0-15,3-8-1 16,4-7-1-16,0-11 1 15,2-11-1-15,-2-11-1 0,0-5 1 16,4-7-2-16,-2-9 0 16,-2-4-1-16,-3 5 1 15,-5 6-1-15,-4 9 0 16,-10 14 0-16,-8 10-1 0,-15 17 2 16,-14 13-1-16,-14 16-1 15,-11 10-1-15,-8 10-2 16,-8 5-4-16,-7 10-11 15,-7 16-46-15,-3-7-17 0</inkml:trace>
  <inkml:trace contextRef="#ctx0" brushRef="#br0" timeOffset="197915.83">20085 7067 454 0,'0'0'2'0,"0"0"1"16,-15 12-1-16,2-2 1 15,1 0-2-15,-4 8-10 16,-5 9-58-16,3-15-11 16</inkml:trace>
  <inkml:trace contextRef="#ctx0" brushRef="#br0" timeOffset="198915.32">12106 4013 308 0,'0'0'4'16,"-7"-10"2"-16,0 2 3 15,-4-2 0-15,-8-2 1 0,-8 0 1 16,-8-1 3-16,-8 6 2 16,-8 7-5-16,-9 5 0 0,-7 20-2 15,-6 7 0-15,-6 20-1 16,2 7-1-16,3 13-2 15,9 9 0-15,10 6-3 16,14 7 2-16,18 0-2 16,20 3 0-16,20-10 0 15,20-4 0-15,23-12 0 0,15-9 1 16,15-15 0-16,11-13-1 16,7-14-1-16,8-15 1 15,-4-12-1-15,2-16 0 16,-5-11 0-16,-4-14-1 0,-10-8 1 15,-17-11 0-15,-13-10 0 16,-15-6 1-16,-20-7-1 16,-20-9 1-16,-15-1 0 0,-25 2 1 15,-17 5 0-15,-15 5 0 16,-15 13-1-16,-8 13 0 16,-5 18-1-16,-2 17 1 0,4 17-2 15,1 10-2 1,9 17-5-16,14 6-7 0,17 8-33 15,20 9-37-15,16-5-1 16</inkml:trace>
  <inkml:trace contextRef="#ctx0" brushRef="#br0" timeOffset="199732.25">13853 846 329 0,'0'0'3'0,"0"0"1"16,0 0 1-16,0 0 0 15,0 0 1-15,0 0 1 0,-47 11 3 16,29 1-1-16,1 3-1 15,-2 9-2-15,-1 4 0 16,-3 5 0-16,4 6-2 16,1 5 0-16,4 0-2 0,1 6 0 15,5 30 1-15,13 21 1 16,23-1-1-16,22-8 0 16,17-23 0-16,20-25 0 0,-41-34-2 15,4-3 1 1,-3-10-2-16,6-5 0 0,-7-13 1 15,0-6 1-15,-9-5 1 16,2-7 0-16,-12-11 2 16,-6-5 0-16,-12-4-2 15,-4-2 0-15,-10-2-1 0,-7 3-1 16,-15 3-3-16,-3 6-10 16,-12 4-66-16,-5 14-1 15</inkml:trace>
  <inkml:trace contextRef="#ctx0" brushRef="#br0" timeOffset="202998.5">9242 4714 348 0,'0'0'5'0,"0"0"0"16,-10 0 0-16,10 0 2 15,-15 5 0-15,0 2 3 16,0 6 0-16,-5 1 1 0,3 4-4 15,-6 12 0-15,1 4 1 16,-5 11 1-16,2 4-1 16,5 11-1-16,-2 2 0 15,7 2-1-15,5 6-2 0,5-3 1 16,5-6-1-16,10-4-1 16,10-7-1-16,5-9 1 15,10-8-1-15,6-13 0 0,4-5 1 16,5-5-1-16,0-10-1 15,1-3 1-15,0-9-1 16,-1-8 1-16,-6-2-1 16,-5-6 0-16,-1-1 0 0,-5-8 0 15,-3-5 1-15,-6-3 0 16,-4-7-2-16,-5-2 0 16,-5-6 0-16,-8-4 0 15,-2 2 0-15,-9 0 0 0,-7 1 0 16,-9 5 0-16,-7 7 0 15,0 7 0-15,-6 5 0 16,-1 7 0-16,-6 5 0 16,1 14 0-16,1 7 0 15,1 4 0-15,7 7 0 0,1 7 0 16,6 5 0-16,3 3 0 16,12 3-14-16,9-3-12 15,-6 3-58-15,12-7-3 16</inkml:trace>
  <inkml:trace contextRef="#ctx0" brushRef="#br0" timeOffset="203449.23">9299 4711 285 0,'0'0'2'0,"0"0"3"16,0 0 1-16,-10 0 2 0,10 0 1 15,0 0 2-15,-13 0 0 16,13 0 1-16,0 0-3 16,-9-2-1-16,9 2-1 15,0 0-3-15,0 0-1 16,0 0 1-16,0 0-1 0,0 0 1 16,0 0 1-16,0 0 1 15,7-12 1-15,3 4 0 16,2-7 2-16,3 0-1 15,8-8 0-15,4-6 0 0,10-5 0 16,4-8-1-16,5-5 0 16,7-5 0-16,2-1-1 15,-2-3 0-15,2 0 0 16,-2 5-1-16,-11 6 0 0,-5 3 0 16,-7 9-5-16,-8 10 0 15,-9 3 0-15,-3 9 0 16,-10 11 0-16,0 0 0 0,0 0 0 15,0 13 0-15,-5 5 0 16,-6 5-12-16,7 10-14 16,6 4-57-16,-7 6-4 15</inkml:trace>
  <inkml:trace contextRef="#ctx0" brushRef="#br0" timeOffset="203882.63">9418 5617 365 0,'0'0'5'0,"0"0"1"16,0 0 3-16,0 0-1 15,0 0 3-15,0 0 1 16,0 0 2-16,12-8 1 0,4-3-2 16,1-6-1-16,12-8-1 15,6-9 1-15,13-9-3 16,7-8 0-16,4-10-9 15,8 0 0-15,3-6 0 16,-6 0 0-16,-2 0 0 0,-7 10 0 16,-10 6 0-16,-10 6 0 15,-11 10 0-15,-12 13 0 16,-6 5 0-16,-6 4 0 0,0 13 0 16,-12-2 0-16,1 2 0 15,-1 10 0-15,-3-3-10 16,0 8-77-16,0-6-2 15</inkml:trace>
  <inkml:trace contextRef="#ctx0" brushRef="#br0" timeOffset="204548.82">9363 5066 302 0,'0'0'8'0,"0"0"4"0,0 0 2 15,5-7 4-15,-5 7 2 16,0 0 0-16,8-8 1 16,-8 8 0-16,0 0-7 0,8 8-3 15,-8 0-3-15,-3 13-3 16,-7 1-1-16,-2 8-1 15,-9 5 0-15,0 4-2 16,-4 3 0-16,-3 0 1 0,-2-2 1 16,3 0-1-16,2-5 0 15,3-6-1-15,4-1 1 16,3-12-1-16,3 0 2 16,7-7-3-16,5-9 0 0,0 0 0 15,0 0-2-15,12 0-2 16,-1-9-3-16,-2-4-6 15,6-2-9-15,-2 1-29 16,1-4-31-16,4 1-5 16</inkml:trace>
  <inkml:trace contextRef="#ctx0" brushRef="#br0" timeOffset="205291.65">9157 5460 272 0,'0'0'8'0,"0"-10"4"16,7-4 2-16,4 1 5 15,4-7 2-15,2-5 3 0,3-5 1 16,5-5 2-16,-1-2-6 15,6 3-5-15,-5-1-2 16,3 3-3-16,-6 5-3 16,-5 4-2-16,-2 7-2 0,-5 2-3 15,-10 14 1-15,0 0-1 16,0 0 0-16,-7 15-1 16,-11 3 0-16,1 7 0 15,-8 0-1-15,-5 4 0 16,3 0-1-16,-3-1-1 0,3-1 0 15,4-5 0-15,4-4 0 16,6-3-1-16,3-10 2 16,10-5-1-16,0 0 1 15,0-17 1-15,13-1 1 0,2-5 1 16,-1-4 1-16,4-5 1 16,0 1 0-16,-2-2 0 15,2-2 1-15,-6 9-1 16,-2 1 1-16,-2 2-1 0,-5 10-2 15,-3 13 0-15,0 0-1 16,-8 11 1-16,0 8-2 16,-4 13 1-16,-6 3-1 15,1 5 0-15,2 2 1 0,-2 3-2 16,2-6 3-16,3-4-1 16,-1-8-1-16,3-2 1 15,5-13 0-15,5-12 0 16,0 0 0-16,5-5 0 0,8-15-1 15,4-6 0-15,1-5 0 16,-1-6 1-16,5 0 0 16,-4 0 0-16,-1 2-1 15,-2 8 2-15,-7 4 0 0,-7 14-1 16,-1 9 0-16,-9 5 0 16,-4 12 0-16,-1 10-3 15,-6 4-2-15,-2 5-4 16,4-3-7-16,5 1-33 0,1 1-33 15,5-9-3 1</inkml:trace>
  <inkml:trace contextRef="#ctx0" brushRef="#br0" timeOffset="205999.05">9262 4903 306 0,'0'0'3'0,"0"0"2"0,-17-8 2 16,6 5 0-16,-1 3 2 16,-8 0 1-16,-5 5 2 15,-2 8 1-15,-3 9-2 0,-5 10-2 16,3 8-2-16,0 9 0 16,-1 8-2-16,6 8-2 15,-1 2 2-15,12 4-1 16,0-4-1-16,14 0 1 15,2-5 0-15,12-5 0 0,8-10-1 16,10-7 1-16,9-8-1 16,4-12-1-16,6-10 1 15,1-10 1-15,5-4-1 16,-3-9 2-16,0-12-1 16,1-6 0-16,-7 0 0 0,0-9 0 15,-10-7 0-15,-8 1-1 16,-8-4 0-16,-8-2-1 0,-12-3 0 15,-9 3-1-15,-12 0 1 16,-9 5-1-16,-9 2-1 16,-6 11 1-16,-4 4 0 15,-4 15-1-15,-1 3 0 0,5 12 0 16,-4 4-1-16,8 14-3 16,3 2-3-16,12 7-7 15,5-2-30-15,15 2-39 16,10 3-2-16</inkml:trace>
  <inkml:trace contextRef="#ctx0" brushRef="#br0" timeOffset="207215.2">9043 5095 221 0,'0'0'4'15,"0"0"6"-15,0 0 7 0,0 0 3 16,0 0 1-16,10 0 2 16,2 0 1-16,3-7 1 15,8-3-3-15,1-2-6 16,13-3-5-16,13-10-3 16,7-3-3-16,16-3 0 0,8-7-2 15,11-6 0-15,18-6-2 16,4-4 0-16,8-4 0 15,10-1 0-15,-1-5-1 16,6 2 1-16,2-3 0 0,0 3 1 16,-2 1 0-16,2 2-1 15,-4-1 1-15,1 2 0 16,-7 5 0-16,1-2 1 16,-4 6-1-16,-6 1 1 0,-2 6-1 15,-7 3 1-15,-10 1-1 16,-10 9-1-16,-13 4 0 15,-16 7 0-15,-15 6 0 16,-15 7 0-16,-14 5 1 16,-18 0-1-16,0 10 0 0,-16 2-1 15,-5 4-5-15,-7 0-7 16,3 5-64-16,-7 3-5 16</inkml:trace>
  <inkml:trace contextRef="#ctx0" brushRef="#br0" timeOffset="207882.81">9306 5745 288 0,'0'0'8'0,"0"0"0"16,0 0 2-16,0 0 2 16,0 0 1-16,2-10 1 15,9 10 3-15,1-6 0 0,11 2-6 16,7-1-1-16,16-5 0 15,14-5-1-15,20-2-1 16,14-8 0-16,21-5-2 16,14-2 0-16,15-8 0 0,15 0-1 15,7 1-1-15,9-1-2 16,0 8 0-16,4-5 0 16,5 8-1-16,-5 1 0 15,-2 6 0-15,-6-1-2 16,-6 4 2-16,-11-1 0 0,-9 2-1 15,-17 0 0-15,-19 4 1 16,-17-1-1-16,-23 3 2 16,-16 2 0-16,-21 0 1 0,-10 2-1 15,-22 8 0-15,0-14 0 16,-7 9 1-16,-11-1-2 16,1 2-1-16,-5 0-5 15,-1 1-6-15,-2-2-16 0,-2 0-54 16,5 1-3-16</inkml:trace>
  <inkml:trace contextRef="#ctx0" brushRef="#br0" timeOffset="208299.79">12147 3916 339 0,'0'0'7'0,"0"0"4"0,7 0 3 15,5 0 3-15,8 0 0 16,8 5 2-16,14 8 0 0,10 9 0 15,8 6-6-15,4 11-4 16,1 5-3-16,-1 16-1 16,-9 6-2-16,-10 7-2 15,-13 3 0-15,-17 1 0 0,-15 0 0 16,-10 0 1-16,-18-8 0 16,-14-2 0-16,-7-10 1 15,-10-7-3-15,-9-9 0 16,-4-3 0-16,-2-9 0 0,1-1 0 15,9-8 0-15,9-3-6 16,6 5-58-16,19-19-21 16,14-3-2-16</inkml:trace>
  <inkml:trace contextRef="#ctx0" brushRef="#br0" timeOffset="209666.12">14058 1233 302 0,'0'0'5'0,"0"0"3"0,0 0 3 0,0 0 2 0,0 0 4 16,0 0 3-16,0 0 2 0,2-7 1 16,8-3-4-16,-1-10-1 15,-9 20-4-15,16-27-2 16,-2-3-1-16,11-10-3 15,28-43-2-15,-24 25-4 16,9 1-2-16,-4-5 0 16,1-2 0-16,-1 0 0 15,1 4 0-15,-3 1 0 0,2 5 0 16,-4-1 0-16,-4 8 0 16,-1-1 0-16,-25 48 0 15,18-30 0-15,1 1 0 16,-19 29 0-16,13-20 0 0,1 0 0 15,-14 20 0 1,0 0-5-16,0 0-9 0,0 0-6 16,0 9-8-16,0-1-9 15,0 0-13-15,0 2-6 16,0-10-2-16,0 0 2 16,0 0 2-16,0 0 8 15,0 0 18-15,0 0 19 16,0 0 23-16,0 0 12 0,0 0 2 15,0 0-12-15,0 0-34 16,0 0-16-16</inkml:trace>
  <inkml:trace contextRef="#ctx0" brushRef="#br0" timeOffset="-204048.16">20167 7226 331 0,'0'0'2'0,"0"0"-2"15,0 0 2-15,0 0 1 16,0 12 2-16,10 0 3 16,8 1 1-16,9 7 2 0,12 0-3 15,14 9 4-15,11 3-3 16,11 6-1-16,7-4-2 16,10 4-2-16,-1 1-2 0,2-3-1 15,-8 0 0-15,-4-2 0 16,-8-4 0-16,-7-2-1 15,-12-1 1-15,-11-7-1 16,-8-3 0-16,-10-7-2 16,-8 2-6-16,-17-12-15 0,0 0-50 15,0 0-3-15</inkml:trace>
  <inkml:trace contextRef="#ctx0" brushRef="#br0" timeOffset="-203631.41">19983 7429 259 0,'0'0'5'0,"0"0"-1"16,0 0 1-16,0 0 5 15,0 7 2-15,3 1 2 16,12 4 2-16,4 6-1 16,18 4-1-16,13 3 1 0,13 4 0 15,16 3-3-15,8 1-2 16,13-1-2-16,1-2-1 16,2-1 0-16,-4-2-1 15,-8-2 0-15,-9-5-2 16,-10-2 0-16,-15-4-2 0,-9 0 2 15,-16-6 1-15,-9 1 0 16,-13-5-2-16,-10-4 1 16,0 0-1-16,-18 0 1 0,-2-4-1 15,-5-5-1-15,3 5-4 16,-6-4-2-16,4 4-7 16,-1-6-16-16,-5 4-54 15,17 2 0-15</inkml:trace>
  <inkml:trace contextRef="#ctx0" brushRef="#br0" timeOffset="-203063.94">21788 7404 365 0,'0'0'7'0,"0"0"1"0,0-10 2 16,0 10-2-16,0 0 0 15,0 0 0-15,-18 13 0 16,0 14 0-16,-9 13-4 0,-2 17-4 15,-14 12 0-15,-6 8 4 16,-6 12-2-16,-5 0 1 16,3 5 0-16,-1-7 1 0,4-5-1 15,2-11 1-15,2-9 0 16,2-7-2-16,11-11 0 16,3-6 0-16,6-11-1 15,4-7 0-15,9-8-1 0,8-8-3 16,7-4-2-16,-3-7-4 15,8-7-8-15,9-13-11 16,11-6-19-16,3-5-21 16,6-11-13-16</inkml:trace>
  <inkml:trace contextRef="#ctx0" brushRef="#br0" timeOffset="-202697.76">21698 7454 214 0,'0'0'7'0,"5"-18"3"15,2 4 4-15,0-6 3 0,4 3 0 16,1-7 3-16,-3 3 2 16,2 3-1-16,-4 1-4 15,1 7-2-15,-8 10-4 16,4-10-5-16,-4 10-2 0,0 0-2 16,0 0 0-16,3 7-1 15,5 4 0-15,4 6-1 16,8 3 2-16,17 12 0 0,10 3 1 15,13 10 0-15,10-1-1 16,11 2 0-16,11 9 0 16,5 1 0-16,6-3-1 15,-7-1 2-15,1 0 0 0,-3-5 1 16,-4 0 0-16,-5-7 0 16,-9-3-2-16,-11-7 2 15,-8-3-1-15,-7-8 0 16,-13-1-2-16,-9-8 1 0,-12 0-1 15,-5-2-4-15,-11-8-10 16,0 0-53-16,-13-3-10 16</inkml:trace>
  <inkml:trace contextRef="#ctx0" brushRef="#br0" timeOffset="-202324.91">21225 8593 370 0,'0'0'1'0,"0"0"0"0,0 0 3 16,0 0 6-16,0 0 2 15,11 13 2-15,3-1 1 0,11 2 1 16,12 7 1-16,16 4 0 16,14 7-3-16,18 2-3 15,11 4-4-15,8 1-5 16,11 1-2-16,-3-1 0 0,-9-1 0 16,-3-6 0-16,-15-1 0 15,-11-3 0-15,-17-6 0 16,-11-2 0-16,-17-4 0 15,-9-4 0-15,-12 2-2 16,-14-1-81-16,-11-6-2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2-09-03T09:59:36.76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11895 16305 215 0,'0'0'4'0,"0"0"-1"16,0 0 2-16,0 12-2 0,0-12 2 15,6 12 0-15,-6-12-15 16,6 23-40-16,-6-23-8 16</inkml:trace>
  <inkml:trace contextRef="#ctx0" brushRef="#br0" timeOffset="8930.94">16344 12242 475 0,'0'0'2'16,"0"0"0"-16,0 0 2 16,0 0 0-16,0 0 0 15,0 0 0-15,0 0-2 0,-1-9-2 16,1 9-16-16,-2 7-64 16,2-7-3-16</inkml:trace>
  <inkml:trace contextRef="#ctx0" brushRef="#br1" timeOffset="21926.85">18722 15346 234 0,'0'0'6'0,"1"13"3"16,2-3-1-16,3 0 1 0,-1 2 2 16,0 3 0-16,2-1 1 15,0 2-3-15,1-4-19 16,-3 8-40-16,2-8-13 0</inkml:trace>
  <inkml:trace contextRef="#ctx0" brushRef="#br1" timeOffset="67771.82">15495 11860 182 0,'0'0'-8'16,"0"0"-17"-16,0 0-7 15,0 0-3-15</inkml:trace>
  <inkml:trace contextRef="#ctx0" brushRef="#br1" timeOffset="67942.36">15445 11947 130 0,'0'0'-42'0,"15"13"-1"15</inkml:trace>
  <inkml:trace contextRef="#ctx0" brushRef="#br1" timeOffset="79462.19">17258 5949 96 0,'0'0'5'0,"0"0"3"15,-3 6 3-15,3-6-1 16,0 0 3-16,0 0-1 15,-2 11 0-15,2-11 1 16,0 0-4-16,0 0-2 0,0 0-3 16,0 0-1-16,0 0 0 15,0 0 1-15,0 0 0 16,0 0 1-16,0 0-2 16,0 0 3-16,0 0-2 0,0 0-3 15,0 0-18-15,9 14-29 16,-9-14-8-16</inkml:trace>
  <inkml:trace contextRef="#ctx0" brushRef="#br1" timeOffset="108027.3">23077 6039 351 0,'0'0'1'0,"0"0"1"16,0 0-4-16,0 0-29 15,0 0-35-15,0 0-3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5-09-06T14:05:53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4434 10344 269 0,'0'0'6'16,"0"0"5"-16,0 0 2 0,0-10 2 16,0 10 3-16,0 0 0 15,0 0 3-15,0-9 0 16,0 9-6-16,0 0-4 0,0 0-3 16,-3 5-2-1,3-5-2-15,-14 17 0 0,1 0-2 16,-1 3 0-16,-9 5-1 15,-5 4 0-15,-4 9 0 0,-7-1 0 16,-4 10-1-16,-9 2 0 16,-3 6 0-16,-7 2 1 15,-2 0-1-15,-1 2 0 16,-3 4 2-16,2-6 0 0,1 0 1 16,5-3-1-16,5-2 0 15,4-3 1-15,3-1 0 16,4-3-1-16,5-6-1 15,5-4 1-15,4-1-1 16,4-4 0-16,3-5-1 0,1-6 1 16,1 1 0-16,7-5-1 15,2-2 1-15,1-6 0 16,11-7 0-16,-14 10 0 16,14-10 0-16,0 0 0 0,0 0 0 15,0 0-1-15,0 0 0 16,0 0-3-16,-7-10-4 15,7 10-6-15,-4-15-14 0,4 3-33 16,0 12-20-16,9-14-6 16</inkml:trace>
  <inkml:trace contextRef="#ctx0" brushRef="#br0" timeOffset="549.4">3243 11242 352 0,'0'0'5'0,"0"0"3"16,6-10 2-16,-6 10 3 0,5-10-1 15,-5 10 1-15,0 0 0 16,12-8 0-16,-12 8-4 0,0 10-3 16,-3 8-1-16,-4 4-2 15,-2 3-1-15,-2 7 0 16,-6 0 0-16,2 2 0 16,0 1 0-16,-2-3-1 15,2-2 0-15,0-2 0 0,5-9 0 16,-1-2 0-16,7 1-1 15,1-8 1-15,3-10-1 16,5 13 1-16,8-13 1 0,6 0 0 16,6-6 0-16,5-1 0 15,7-3 1-15,1-5 0 16,-1 3 0-16,3-1-1 16,-6 1 0-16,-6 5 0 0,-3-1 0 15,-11 1 0-15,-1 4 1 16,-13 3-1-16,12-2-2 15,-12 2 0-15,0 0 0 16,-9 5 0-16,2 0 0 16,-4-1 0-16,1 2 0 0,1-1 0 15,2-5 0-15,7 0-22 16,-13 2-61-16,13-2-4 16</inkml:trace>
  <inkml:trace contextRef="#ctx0" brushRef="#br0" timeOffset="1672.13">5915 6817 264 0,'0'0'7'0,"0"0"5"16,0 0 2-16,0 0 1 0,0-10 2 16,0 10 0-16,0 0 2 15,-10-4 1-15,10 4-9 16,-15 4-2-16,3 6-4 16,-9 8-1-16,-3 1-3 15,-9 4 1-15,-4 9-2 0,-7 0 0 16,-9 8 0-16,-2 1 0 15,-4 4-1-15,-8 2 2 16,0 6-1-16,-5 1 0 16,-5 0 0-16,-2 3 0 0,-1 0 0 15,3-2 0-15,-5 2 0 16,7-5-1-16,1 2 0 16,4-2 1-16,3-7-1 15,8 0 1-15,4-6 0 0,2 3 0 16,9-7 0-1,0-3 1-15,10-5-1 16,5-2-1-16,1-5-1 16,9-3-3-16,-1-4-3 0,10-4-3 15,-1-4-6-15,11-5-4 16,-9 9-11-16,9-9-23 16,0 0-21-16</inkml:trace>
  <inkml:trace contextRef="#ctx0" brushRef="#br0" timeOffset="2165.88">4367 7706 341 0,'0'0'5'0,"0"0"0"16,0 0 2-16,0 0 0 15,0 5-1-15,0-5 1 16,-16 22 1-16,7-6-2 16,-6 6-3-16,-5 3-2 0,-2 7 0 15,-4 5 0 1,-3 1 0-16,-4-2 0 16,6 1 0-16,1-2 0 0,0-5 0 15,6-5 0-15,3-3 1 16,9-10 0-16,8-2 1 15,0-10 0-15,19 5 0 16,10-5 1-16,6-8 0 16,12-4 0-16,5-2-1 0,7 1-2 15,3-4-12-15,3-1-64 16,3 3-1-16</inkml:trace>
  <inkml:trace contextRef="#ctx0" brushRef="#br0" timeOffset="2949.45">9187 6842 271 0,'0'0'9'0,"0"0"3"0,0 0 2 15,0 0 1-15,0 0-1 16,-5 5 0-16,-5 5 2 16,1 2-2-16,-9 5-6 0,-5 8-4 15,-4 2-2-15,-10 10-1 16,-5 5 1-16,-8 4-2 16,-5 2 1-16,-7 4 0 0,-5 6 0 15,-7-1-1-15,-1 3 0 16,-5 1 0-16,1-2 0 15,-3 1 0-15,0-3 0 16,7-3-1-16,1-4 1 16,7 0-1-16,5-8 1 0,9-3 0 15,9-4-1-15,9-5-4 16,8-2-8-16,7-12-6 16,5 1-10-16,5-6-19 15,10-1-22-15,0-10-9 0</inkml:trace>
  <inkml:trace contextRef="#ctx0" brushRef="#br0" timeOffset="3299.16">7885 7729 334 0,'0'0'7'0,"0"0"1"0,0 0-1 15,0 0 2-15,-7 4-1 16,0 6 2-16,-4 5-2 16,-1 3 0-16,-4 5-6 15,0 6 0-15,-7 3-1 16,-2 5 0-16,1-2 1 15,4-3-2-15,-1-5 1 16,7-2 0-16,7-5 1 16,7-7-1-16,9-9 1 15,19-4-1-15,9 0 2 0,11-4-5 16,8-7-11-16,6-9-45 16,11 8-16-16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511" units="deg"/>
          <inkml:channel name="T" type="integer" max="2.14748E9" units="dev"/>
        </inkml:traceFormat>
        <inkml:channelProperties>
          <inkml:channelProperty channel="X" name="resolution" value="2404.03516" units="1/cm"/>
          <inkml:channelProperty channel="Y" name="resolution" value="4260.98828" units="1/cm"/>
          <inkml:channelProperty channel="F" name="resolution" value="1.41944E-5" units="1/deg"/>
          <inkml:channelProperty channel="T" name="resolution" value="1" units="1/dev"/>
        </inkml:channelProperties>
      </inkml:inkSource>
      <inkml:timestamp xml:id="ts0" timeString="2021-02-20T08:35:24.71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14296 1023 278 0,'0'0'-1'0,"-7"0"-3"16,-6 3-4-16,3-2-15 15,-4 4-23-15,-4-2-19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3B82EB1-B157-497A-B3B0-151FD3C30A73}" type="datetimeFigureOut">
              <a:rPr lang="en-CA"/>
              <a:pPr>
                <a:defRPr/>
              </a:pPr>
              <a:t>2025-09-06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12C65C7-A042-4799-86BB-627996430EC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268886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17895E2-9FCB-4111-942F-7A6951F58E0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493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5562256-33F3-400F-833D-1C6D9017A847}" type="slidenum">
              <a:rPr lang="en-CA" altLang="en-US" smtClean="0"/>
              <a:pPr/>
              <a:t>2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802431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581400"/>
            <a:ext cx="9144000" cy="2531943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3431366"/>
            <a:ext cx="180975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3"/>
            <a:ext cx="2133600" cy="42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3429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 dirty="0" err="1">
                <a:solidFill>
                  <a:srgbClr val="FFFFFF"/>
                </a:solidFill>
              </a:rPr>
              <a:t>Pilani</a:t>
            </a:r>
            <a:r>
              <a:rPr lang="en-US" altLang="en-US" sz="900" dirty="0">
                <a:solidFill>
                  <a:srgbClr val="FFFFFF"/>
                </a:solidFill>
              </a:rPr>
              <a:t>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028950" y="5410978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950" y="3801792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6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1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8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2806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76200" y="52578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152400" y="56673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0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3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7086600" y="1171579"/>
            <a:ext cx="19050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9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803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M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2133600" y="64770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4" y="274644"/>
            <a:ext cx="8518523" cy="943927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4801" y="1418278"/>
            <a:ext cx="8518524" cy="5058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>
          <a:xfrm>
            <a:off x="457200" y="6492881"/>
            <a:ext cx="2133600" cy="365125"/>
          </a:xfrm>
        </p:spPr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6629400" y="6492881"/>
            <a:ext cx="2133600" cy="365125"/>
          </a:xfrm>
        </p:spPr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3124200" y="6492246"/>
            <a:ext cx="35052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  ZG561</a:t>
            </a:r>
            <a:r>
              <a:rPr lang="en-CA" dirty="0"/>
              <a:t>, MECHANISMS AND ROBOTICS</a:t>
            </a:r>
          </a:p>
        </p:txBody>
      </p:sp>
    </p:spTree>
    <p:extLst>
      <p:ext uri="{BB962C8B-B14F-4D97-AF65-F5344CB8AC3E}">
        <p14:creationId xmlns:p14="http://schemas.microsoft.com/office/powerpoint/2010/main" val="100312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7162800" y="6596066"/>
            <a:ext cx="19812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84388" y="6550031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2"/>
            <a:ext cx="8229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471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6" name="Group 11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6"/>
            <a:ext cx="4038600" cy="4525963"/>
          </a:xfrm>
        </p:spPr>
        <p:txBody>
          <a:bodyPr/>
          <a:lstStyle>
            <a:lvl1pPr marL="257168" marR="0" indent="-25716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199" marR="0" indent="-214308" algn="l" defTabSz="6857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0786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5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362205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9006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7423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6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600206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790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5739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3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276600" y="6596066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825" b="1">
                <a:solidFill>
                  <a:srgbClr val="101141"/>
                </a:solidFill>
              </a:rPr>
              <a:t>BITS </a:t>
            </a:r>
            <a:r>
              <a:rPr lang="en-US" altLang="en-US" sz="825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0260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55608"/>
            <a:ext cx="6537960" cy="777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50" b="1" spc="169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1005840"/>
            <a:ext cx="8503920" cy="5486400"/>
          </a:xfrm>
          <a:prstGeom prst="rect">
            <a:avLst/>
          </a:prstGeom>
        </p:spPr>
        <p:txBody>
          <a:bodyPr lIns="0" rIns="0"/>
          <a:lstStyle>
            <a:lvl1pPr marL="191989" marR="0" indent="-191989" algn="just" defTabSz="514350" rtl="0" eaLnBrk="1" fontAlgn="auto" latinLnBrk="0" hangingPunct="1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914404"/>
            <a:ext cx="7010400" cy="4571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5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5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5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992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55608"/>
            <a:ext cx="6537960" cy="777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50" b="1" spc="169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1005840"/>
            <a:ext cx="8503920" cy="5486400"/>
          </a:xfrm>
          <a:prstGeom prst="rect">
            <a:avLst/>
          </a:prstGeom>
        </p:spPr>
        <p:txBody>
          <a:bodyPr lIns="0" rIns="0"/>
          <a:lstStyle>
            <a:lvl1pPr marL="191989" marR="0" indent="-191989" algn="just" defTabSz="514350" rtl="0" eaLnBrk="1" fontAlgn="auto" latinLnBrk="0" hangingPunct="1">
              <a:lnSpc>
                <a:spcPct val="100000"/>
              </a:lnSpc>
              <a:spcBef>
                <a:spcPts val="338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914404"/>
            <a:ext cx="7010400" cy="4571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5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5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35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75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DE923C3-CD8C-4738-95ED-94BC2E42DD6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DE  ZG561, MECHANISMS AND ROBOTICS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29D9082-6628-4ABA-973B-A62DDACA0227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7" r:id="rId5"/>
    <p:sldLayoutId id="2147483708" r:id="rId6"/>
    <p:sldLayoutId id="2147483709" r:id="rId7"/>
    <p:sldLayoutId id="2147483696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892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783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675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566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1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emf"/><Relationship Id="rId3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image" Target="../media/image6.png"/><Relationship Id="rId16" Type="http://schemas.openxmlformats.org/officeDocument/2006/relationships/customXml" Target="../ink/ink4.xml"/><Relationship Id="rId1" Type="http://schemas.openxmlformats.org/officeDocument/2006/relationships/slideLayout" Target="../slideLayouts/slideLayout16.xml"/><Relationship Id="rId15" Type="http://schemas.openxmlformats.org/officeDocument/2006/relationships/image" Target="../media/image11.png"/><Relationship Id="rId4" Type="http://schemas.openxmlformats.org/officeDocument/2006/relationships/customXml" Target="../ink/ink2.xml"/><Relationship Id="rId1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emf"/><Relationship Id="rId5" Type="http://schemas.openxmlformats.org/officeDocument/2006/relationships/customXml" Target="../ink/ink6.xml"/><Relationship Id="rId10" Type="http://schemas.openxmlformats.org/officeDocument/2006/relationships/image" Target="../media/image14.png"/><Relationship Id="rId4" Type="http://schemas.openxmlformats.org/officeDocument/2006/relationships/image" Target="../media/image16.emf"/><Relationship Id="rId9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png"/><Relationship Id="rId4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3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8.xml"/><Relationship Id="rId5" Type="http://schemas.openxmlformats.org/officeDocument/2006/relationships/image" Target="../media/image30.png"/><Relationship Id="rId4" Type="http://schemas.openxmlformats.org/officeDocument/2006/relationships/customXml" Target="../ink/ink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customXml" Target="../ink/ink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25.png"/><Relationship Id="rId7" Type="http://schemas.openxmlformats.org/officeDocument/2006/relationships/image" Target="../media/image2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0.png"/><Relationship Id="rId11" Type="http://schemas.openxmlformats.org/officeDocument/2006/relationships/image" Target="../media/image39.emf"/><Relationship Id="rId5" Type="http://schemas.openxmlformats.org/officeDocument/2006/relationships/image" Target="../media/image240.png"/><Relationship Id="rId4" Type="http://schemas.openxmlformats.org/officeDocument/2006/relationships/image" Target="../media/image21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25.png"/><Relationship Id="rId7" Type="http://schemas.openxmlformats.org/officeDocument/2006/relationships/image" Target="../media/image410.png"/><Relationship Id="rId12" Type="http://schemas.openxmlformats.org/officeDocument/2006/relationships/image" Target="../media/image3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2.png"/><Relationship Id="rId11" Type="http://schemas.openxmlformats.org/officeDocument/2006/relationships/customXml" Target="../ink/ink26.xml"/><Relationship Id="rId5" Type="http://schemas.openxmlformats.org/officeDocument/2006/relationships/image" Target="../media/image392.png"/><Relationship Id="rId10" Type="http://schemas.openxmlformats.org/officeDocument/2006/relationships/image" Target="../media/image20.png"/><Relationship Id="rId4" Type="http://schemas.openxmlformats.org/officeDocument/2006/relationships/image" Target="../media/image381.png"/><Relationship Id="rId9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1.png"/><Relationship Id="rId4" Type="http://schemas.openxmlformats.org/officeDocument/2006/relationships/image" Target="../media/image35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1.png"/><Relationship Id="rId7" Type="http://schemas.openxmlformats.org/officeDocument/2006/relationships/customXml" Target="../ink/ink27.xml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0.png"/><Relationship Id="rId5" Type="http://schemas.openxmlformats.org/officeDocument/2006/relationships/image" Target="../media/image351.png"/><Relationship Id="rId4" Type="http://schemas.openxmlformats.org/officeDocument/2006/relationships/image" Target="../media/image34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270.png"/><Relationship Id="rId7" Type="http://schemas.openxmlformats.org/officeDocument/2006/relationships/image" Target="../media/image280.png"/><Relationship Id="rId12" Type="http://schemas.openxmlformats.org/officeDocument/2006/relationships/image" Target="../media/image42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0.png"/><Relationship Id="rId11" Type="http://schemas.openxmlformats.org/officeDocument/2006/relationships/customXml" Target="../ink/ink28.xml"/><Relationship Id="rId5" Type="http://schemas.openxmlformats.org/officeDocument/2006/relationships/image" Target="../media/image380.png"/><Relationship Id="rId10" Type="http://schemas.openxmlformats.org/officeDocument/2006/relationships/image" Target="../media/image300.png"/><Relationship Id="rId4" Type="http://schemas.openxmlformats.org/officeDocument/2006/relationships/image" Target="../media/image370.png"/><Relationship Id="rId9" Type="http://schemas.openxmlformats.org/officeDocument/2006/relationships/image" Target="../media/image29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7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9.xml"/><Relationship Id="rId11" Type="http://schemas.openxmlformats.org/officeDocument/2006/relationships/image" Target="../media/image46.png"/><Relationship Id="rId5" Type="http://schemas.openxmlformats.org/officeDocument/2006/relationships/image" Target="../media/image52.png"/><Relationship Id="rId10" Type="http://schemas.openxmlformats.org/officeDocument/2006/relationships/customXml" Target="../ink/ink31.xml"/><Relationship Id="rId9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customXml" Target="../ink/ink33.xml"/><Relationship Id="rId3" Type="http://schemas.openxmlformats.org/officeDocument/2006/relationships/image" Target="../media/image271.png"/><Relationship Id="rId7" Type="http://schemas.openxmlformats.org/officeDocument/2006/relationships/image" Target="../media/image320.png"/><Relationship Id="rId12" Type="http://schemas.openxmlformats.org/officeDocument/2006/relationships/image" Target="../media/image47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0.png"/><Relationship Id="rId11" Type="http://schemas.openxmlformats.org/officeDocument/2006/relationships/customXml" Target="../ink/ink32.xml"/><Relationship Id="rId5" Type="http://schemas.openxmlformats.org/officeDocument/2006/relationships/image" Target="../media/image291.png"/><Relationship Id="rId10" Type="http://schemas.openxmlformats.org/officeDocument/2006/relationships/image" Target="../media/image450.png"/><Relationship Id="rId4" Type="http://schemas.openxmlformats.org/officeDocument/2006/relationships/image" Target="../media/image281.png"/><Relationship Id="rId9" Type="http://schemas.openxmlformats.org/officeDocument/2006/relationships/image" Target="../media/image441.png"/><Relationship Id="rId1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500.png"/><Relationship Id="rId12" Type="http://schemas.openxmlformats.org/officeDocument/2006/relationships/customXml" Target="../ink/ink35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0.png"/><Relationship Id="rId11" Type="http://schemas.openxmlformats.org/officeDocument/2006/relationships/image" Target="../media/image49.png"/><Relationship Id="rId5" Type="http://schemas.openxmlformats.org/officeDocument/2006/relationships/image" Target="../media/image480.png"/><Relationship Id="rId10" Type="http://schemas.openxmlformats.org/officeDocument/2006/relationships/customXml" Target="../ink/ink34.xml"/><Relationship Id="rId4" Type="http://schemas.openxmlformats.org/officeDocument/2006/relationships/image" Target="../media/image440.png"/><Relationship Id="rId9" Type="http://schemas.openxmlformats.org/officeDocument/2006/relationships/image" Target="../media/image5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5.png"/><Relationship Id="rId4" Type="http://schemas.openxmlformats.org/officeDocument/2006/relationships/customXml" Target="../ink/ink3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8.png"/><Relationship Id="rId4" Type="http://schemas.openxmlformats.org/officeDocument/2006/relationships/customXml" Target="../ink/ink3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5" Type="http://schemas.openxmlformats.org/officeDocument/2006/relationships/customXml" Target="../ink/ink40.xml"/><Relationship Id="rId4" Type="http://schemas.openxmlformats.org/officeDocument/2006/relationships/image" Target="../media/image5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emf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5"/>
          <p:cNvSpPr>
            <a:spLocks noGrp="1"/>
          </p:cNvSpPr>
          <p:nvPr>
            <p:ph sz="quarter" idx="13"/>
          </p:nvPr>
        </p:nvSpPr>
        <p:spPr>
          <a:xfrm>
            <a:off x="2133600" y="5629275"/>
            <a:ext cx="2514600" cy="4000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3200" b="1" dirty="0">
                <a:solidFill>
                  <a:srgbClr val="FF0000"/>
                </a:solidFill>
              </a:rPr>
              <a:t>Lecture - 7</a:t>
            </a:r>
          </a:p>
        </p:txBody>
      </p:sp>
      <p:sp>
        <p:nvSpPr>
          <p:cNvPr id="6" name="Content Placeholder 5"/>
          <p:cNvSpPr txBox="1">
            <a:spLocks/>
          </p:cNvSpPr>
          <p:nvPr/>
        </p:nvSpPr>
        <p:spPr bwMode="auto">
          <a:xfrm>
            <a:off x="5506872" y="5495925"/>
            <a:ext cx="365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marL="0" indent="0" algn="r" rtl="0" fontAlgn="base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dirty="0"/>
              <a:t>Dr. Glynn John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Mechanical Engineering</a:t>
            </a:r>
          </a:p>
        </p:txBody>
      </p:sp>
      <p:sp>
        <p:nvSpPr>
          <p:cNvPr id="8" name="Title 4"/>
          <p:cNvSpPr txBox="1">
            <a:spLocks/>
          </p:cNvSpPr>
          <p:nvPr/>
        </p:nvSpPr>
        <p:spPr>
          <a:xfrm>
            <a:off x="2720454" y="36576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rtl="0"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3300" b="1" kern="1200" spc="-113" baseline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342892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685783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028675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371566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fontAlgn="auto" hangingPunct="1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3600" dirty="0"/>
              <a:t>Mechanisms and Robotics</a:t>
            </a:r>
            <a:br>
              <a:rPr lang="en-US" sz="3600" dirty="0"/>
            </a:br>
            <a:r>
              <a:rPr lang="en-US" sz="3600" dirty="0"/>
              <a:t>		</a:t>
            </a:r>
            <a:r>
              <a:rPr lang="en-IN" sz="3600" dirty="0"/>
              <a:t> DE ES DM  ZG561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373156" y="609600"/>
            <a:ext cx="7448550" cy="589360"/>
          </a:xfrm>
        </p:spPr>
        <p:txBody>
          <a:bodyPr>
            <a:noAutofit/>
          </a:bodyPr>
          <a:lstStyle/>
          <a:p>
            <a:r>
              <a:rPr lang="en-IN" sz="2400" dirty="0"/>
              <a:t>Inverse Kinematics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314700" y="5715000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1"/>
          </p:nvPr>
        </p:nvSpPr>
        <p:spPr bwMode="auto">
          <a:xfrm>
            <a:off x="6858000" y="5715000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52D7E5-A4BE-4329-ACDB-D2D986EBE08B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CA" altLang="en-US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Content Placeholder 2"/>
          <p:cNvSpPr>
            <a:spLocks noGrp="1"/>
          </p:cNvSpPr>
          <p:nvPr>
            <p:ph sz="quarter" idx="1"/>
          </p:nvPr>
        </p:nvSpPr>
        <p:spPr>
          <a:xfrm>
            <a:off x="373156" y="1571030"/>
            <a:ext cx="8237444" cy="3771900"/>
          </a:xfrm>
        </p:spPr>
        <p:txBody>
          <a:bodyPr rtlCol="0">
            <a:normAutofit/>
          </a:bodyPr>
          <a:lstStyle/>
          <a:p>
            <a:r>
              <a:rPr lang="en-IN" sz="2100" b="1" dirty="0"/>
              <a:t>Inverse Kinematics </a:t>
            </a:r>
          </a:p>
          <a:p>
            <a:pPr lvl="1"/>
            <a:r>
              <a:rPr lang="en-IN" sz="1800" dirty="0"/>
              <a:t>Inverse Kinematics of a 4 </a:t>
            </a:r>
            <a:r>
              <a:rPr lang="en-IN" sz="1800" dirty="0" err="1"/>
              <a:t>dof</a:t>
            </a:r>
            <a:r>
              <a:rPr lang="en-IN" sz="1800" dirty="0"/>
              <a:t> SCARA Arm</a:t>
            </a:r>
          </a:p>
          <a:p>
            <a:pPr lvl="1"/>
            <a:r>
              <a:rPr lang="en-IN" sz="1800" dirty="0"/>
              <a:t>Inverse Kinematics of a 2 </a:t>
            </a:r>
            <a:r>
              <a:rPr lang="en-IN" sz="1800" dirty="0" err="1"/>
              <a:t>dof</a:t>
            </a:r>
            <a:r>
              <a:rPr lang="en-IN" sz="1800" dirty="0"/>
              <a:t> RR Planar Arm using Matrix inverse</a:t>
            </a:r>
          </a:p>
          <a:p>
            <a:pPr lvl="1"/>
            <a:r>
              <a:rPr lang="en-IN" sz="1800" dirty="0"/>
              <a:t>Inverse Kinematics of a 3 </a:t>
            </a:r>
            <a:r>
              <a:rPr lang="en-IN" sz="1800" dirty="0" err="1"/>
              <a:t>dof</a:t>
            </a:r>
            <a:r>
              <a:rPr lang="en-IN" sz="1800" dirty="0"/>
              <a:t> Articulated Arm using Matrix inverse</a:t>
            </a:r>
          </a:p>
          <a:p>
            <a:pPr lvl="1"/>
            <a:endParaRPr lang="en-IN" sz="1800" dirty="0"/>
          </a:p>
          <a:p>
            <a:pPr lvl="1"/>
            <a:endParaRPr lang="en-IN" sz="1800" dirty="0"/>
          </a:p>
          <a:p>
            <a:pPr lvl="1"/>
            <a:endParaRPr lang="en-IN" sz="1800" dirty="0"/>
          </a:p>
          <a:p>
            <a:endParaRPr lang="en-IN" sz="2100" b="1" dirty="0"/>
          </a:p>
          <a:p>
            <a:pPr marL="0" indent="0">
              <a:buNone/>
            </a:pPr>
            <a:endParaRPr lang="en-IN" sz="2100" b="1" dirty="0"/>
          </a:p>
          <a:p>
            <a:pPr marL="0" indent="0">
              <a:buNone/>
            </a:pPr>
            <a:endParaRPr lang="en-IN" sz="2100" dirty="0"/>
          </a:p>
          <a:p>
            <a:endParaRPr lang="en-US" sz="21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485900" y="5715001"/>
            <a:ext cx="1600200" cy="273844"/>
          </a:xfrm>
        </p:spPr>
        <p:txBody>
          <a:bodyPr/>
          <a:lstStyle/>
          <a:p>
            <a:pPr>
              <a:defRPr/>
            </a:pPr>
            <a:fld id="{C6C4E1A7-1E26-48BB-A733-6113B56E3E57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B83051-F4D5-0C52-5E1D-D4D8EA2574AA}"/>
                  </a:ext>
                </a:extLst>
              </p14:cNvPr>
              <p14:cNvContentPartPr/>
              <p14:nvPr/>
            </p14:nvContentPartPr>
            <p14:xfrm>
              <a:off x="3330720" y="1774080"/>
              <a:ext cx="4717800" cy="122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B83051-F4D5-0C52-5E1D-D4D8EA2574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1360" y="1764720"/>
                <a:ext cx="4736520" cy="12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324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152400" y="447572"/>
            <a:ext cx="6343650" cy="628650"/>
          </a:xfrm>
        </p:spPr>
        <p:txBody>
          <a:bodyPr>
            <a:normAutofit/>
          </a:bodyPr>
          <a:lstStyle/>
          <a:p>
            <a:r>
              <a:rPr lang="en-IN" sz="2400" dirty="0"/>
              <a:t>Homogeneous Transformation Matrices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/>
              <p:cNvSpPr txBox="1">
                <a:spLocks/>
              </p:cNvSpPr>
              <p:nvPr/>
            </p:nvSpPr>
            <p:spPr bwMode="auto">
              <a:xfrm>
                <a:off x="446271" y="1838851"/>
                <a:ext cx="3371850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028" y="1308801"/>
                <a:ext cx="4495800" cy="167975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 bwMode="auto">
              <a:xfrm>
                <a:off x="446272" y="3147929"/>
                <a:ext cx="3499598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028" y="3054238"/>
                <a:ext cx="4666131" cy="16797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/>
              <p:cNvSpPr txBox="1">
                <a:spLocks/>
              </p:cNvSpPr>
              <p:nvPr/>
            </p:nvSpPr>
            <p:spPr bwMode="auto">
              <a:xfrm>
                <a:off x="446272" y="4493845"/>
                <a:ext cx="3524810" cy="1259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𝑜𝑡</m:t>
                          </m:r>
                        </m:e>
                        <m:sub>
                          <m: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IN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21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100" dirty="0"/>
              </a:p>
            </p:txBody>
          </p:sp>
        </mc:Choice>
        <mc:Fallback xmlns="">
          <p:sp>
            <p:nvSpPr>
              <p:cNvPr id="9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028" y="4848792"/>
                <a:ext cx="4699747" cy="167975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/>
              <p:cNvSpPr txBox="1">
                <a:spLocks/>
              </p:cNvSpPr>
              <p:nvPr/>
            </p:nvSpPr>
            <p:spPr bwMode="auto">
              <a:xfrm>
                <a:off x="5107358" y="1856244"/>
                <a:ext cx="3365126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9810" y="1331992"/>
                <a:ext cx="4486835" cy="145296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3"/>
              <p:cNvSpPr txBox="1">
                <a:spLocks/>
              </p:cNvSpPr>
              <p:nvPr/>
            </p:nvSpPr>
            <p:spPr bwMode="auto">
              <a:xfrm>
                <a:off x="5171231" y="3118287"/>
                <a:ext cx="3301253" cy="11088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94974" y="3014716"/>
                <a:ext cx="4401671" cy="147829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3"/>
              <p:cNvSpPr txBox="1">
                <a:spLocks/>
              </p:cNvSpPr>
              <p:nvPr/>
            </p:nvSpPr>
            <p:spPr bwMode="auto">
              <a:xfrm>
                <a:off x="5198563" y="4506010"/>
                <a:ext cx="3301253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𝑇𝑟𝑎𝑛𝑠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IN" sz="18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2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1417" y="4865013"/>
                <a:ext cx="4401671" cy="145296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02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448234" y="152400"/>
            <a:ext cx="6537960" cy="777240"/>
          </a:xfrm>
        </p:spPr>
        <p:txBody>
          <a:bodyPr/>
          <a:lstStyle/>
          <a:p>
            <a:r>
              <a:rPr lang="en-IN" sz="2400" dirty="0">
                <a:solidFill>
                  <a:schemeClr val="tx1"/>
                </a:solidFill>
              </a:rPr>
              <a:t>4 </a:t>
            </a:r>
            <a:r>
              <a:rPr lang="en-IN" sz="2400" dirty="0" err="1">
                <a:solidFill>
                  <a:schemeClr val="tx1"/>
                </a:solidFill>
              </a:rPr>
              <a:t>dof</a:t>
            </a:r>
            <a:r>
              <a:rPr lang="en-IN" sz="2400" dirty="0">
                <a:solidFill>
                  <a:schemeClr val="tx1"/>
                </a:solidFill>
              </a:rPr>
              <a:t> SCARA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278585"/>
            <a:ext cx="2590800" cy="37915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8234" y="1278585"/>
            <a:ext cx="5571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Find the joint angles  and the extension of the 4 </a:t>
            </a:r>
            <a:r>
              <a:rPr lang="en-IN" dirty="0" err="1"/>
              <a:t>dof</a:t>
            </a:r>
            <a:r>
              <a:rPr lang="en-IN" dirty="0"/>
              <a:t> SCARA Robot for the target point (650,250,200)</a:t>
            </a:r>
          </a:p>
          <a:p>
            <a:r>
              <a:rPr lang="en-IN" dirty="0"/>
              <a:t>L1= 500mm L2 = 450, L23 = 50, L3 = 350, L4 = 200.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29" y="3168081"/>
            <a:ext cx="4581140" cy="281740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4171320" y="6486120"/>
              <a:ext cx="6840" cy="432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63400" y="6477120"/>
                <a:ext cx="237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A0F217-0274-DD40-D321-8D5FC0A4246A}"/>
                  </a:ext>
                </a:extLst>
              </p14:cNvPr>
              <p14:cNvContentPartPr/>
              <p14:nvPr/>
            </p14:nvContentPartPr>
            <p14:xfrm>
              <a:off x="178200" y="2256120"/>
              <a:ext cx="8969760" cy="399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A0F217-0274-DD40-D321-8D5FC0A424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8840" y="2246760"/>
                <a:ext cx="8988480" cy="40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25039C4-F0FC-2621-1AA6-E4CB6A72CDA7}"/>
                  </a:ext>
                </a:extLst>
              </p14:cNvPr>
              <p14:cNvContentPartPr/>
              <p14:nvPr/>
            </p14:nvContentPartPr>
            <p14:xfrm>
              <a:off x="1005120" y="3258360"/>
              <a:ext cx="1207080" cy="861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5039C4-F0FC-2621-1AA6-E4CB6A72CDA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5760" y="3249000"/>
                <a:ext cx="1225800" cy="88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6717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059" y="2042246"/>
            <a:ext cx="4186822" cy="2279174"/>
          </a:xfr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sz="2400" dirty="0">
                <a:solidFill>
                  <a:schemeClr val="tx1"/>
                </a:solidFill>
              </a:rPr>
              <a:t>4 </a:t>
            </a:r>
            <a:r>
              <a:rPr lang="en-IN" sz="2400" dirty="0" err="1">
                <a:solidFill>
                  <a:schemeClr val="tx1"/>
                </a:solidFill>
              </a:rPr>
              <a:t>dof</a:t>
            </a:r>
            <a:r>
              <a:rPr lang="en-IN" sz="2400" dirty="0">
                <a:solidFill>
                  <a:schemeClr val="tx1"/>
                </a:solidFill>
              </a:rPr>
              <a:t> SCARA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813503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 = Transz(L1)*rotz(theta1)*transx(L2)*transz(L23)*rotz(theta2)*transx(L3)*rotx(180)*transz(d3)*rotz(theta4)*transz(L4)*origin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730160" y="430920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6120" y="4295160"/>
                <a:ext cx="284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7371720" y="2650320"/>
              <a:ext cx="360" cy="3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67400" y="2646000"/>
                <a:ext cx="9000" cy="1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03B2A8-9EEC-3464-7602-D3D627EFA3CA}"/>
                  </a:ext>
                </a:extLst>
              </p14:cNvPr>
              <p14:cNvContentPartPr/>
              <p14:nvPr/>
            </p14:nvContentPartPr>
            <p14:xfrm>
              <a:off x="1708920" y="3097080"/>
              <a:ext cx="30600" cy="2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03B2A8-9EEC-3464-7602-D3D627EFA3C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9560" y="3087720"/>
                <a:ext cx="493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5CBAA9-DDA2-15AA-CF6B-368B7EB9A05F}"/>
                  </a:ext>
                </a:extLst>
              </p14:cNvPr>
              <p14:cNvContentPartPr/>
              <p14:nvPr/>
            </p14:nvContentPartPr>
            <p14:xfrm>
              <a:off x="1679400" y="2708640"/>
              <a:ext cx="5061240" cy="2846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5CBAA9-DDA2-15AA-CF6B-368B7EB9A05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0040" y="2699280"/>
                <a:ext cx="5079960" cy="28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279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sz="1800" dirty="0">
                <a:solidFill>
                  <a:schemeClr val="tx1"/>
                </a:solidFill>
              </a:rPr>
              <a:t>4 </a:t>
            </a:r>
            <a:r>
              <a:rPr lang="en-IN" sz="1800" dirty="0" err="1">
                <a:solidFill>
                  <a:schemeClr val="tx1"/>
                </a:solidFill>
              </a:rPr>
              <a:t>dof</a:t>
            </a:r>
            <a:r>
              <a:rPr lang="en-IN" sz="1800" dirty="0">
                <a:solidFill>
                  <a:schemeClr val="tx1"/>
                </a:solidFill>
              </a:rPr>
              <a:t> SCARA</a:t>
            </a: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371600"/>
                <a:ext cx="8503920" cy="40119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371600"/>
                <a:ext cx="8503920" cy="4011930"/>
              </a:xfrm>
              <a:blipFill rotWithShape="0">
                <a:blip r:embed="rId2"/>
                <a:stretch>
                  <a:fillRect l="-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22CB2E-1460-D2A1-87B2-ECF7196E7F45}"/>
                  </a:ext>
                </a:extLst>
              </p14:cNvPr>
              <p14:cNvContentPartPr/>
              <p14:nvPr/>
            </p14:nvContentPartPr>
            <p14:xfrm>
              <a:off x="1039680" y="1115280"/>
              <a:ext cx="4688640" cy="2820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22CB2E-1460-D2A1-87B2-ECF7196E7F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0320" y="1105920"/>
                <a:ext cx="4707360" cy="283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201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393ED6-57E0-C20B-2D30-D2AAF39C3F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E733-3805-BFD9-B0B9-A2623A359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87AA86-B7CD-64B6-C41B-7C71282DB97D}"/>
                  </a:ext>
                </a:extLst>
              </p14:cNvPr>
              <p14:cNvContentPartPr/>
              <p14:nvPr/>
            </p14:nvContentPartPr>
            <p14:xfrm>
              <a:off x="454680" y="216720"/>
              <a:ext cx="8472960" cy="634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87AA86-B7CD-64B6-C41B-7C71282DB9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320" y="207360"/>
                <a:ext cx="8491680" cy="63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F6F057-13FA-4680-7F4D-40FF1CD62C19}"/>
                  </a:ext>
                </a:extLst>
              </p14:cNvPr>
              <p14:cNvContentPartPr/>
              <p14:nvPr/>
            </p14:nvContentPartPr>
            <p14:xfrm>
              <a:off x="3080160" y="204120"/>
              <a:ext cx="3657240" cy="6512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F6F057-13FA-4680-7F4D-40FF1CD62C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0800" y="194760"/>
                <a:ext cx="3675960" cy="65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406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7698B6-A0A2-0039-67E8-8E4769CD01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D99BE-080B-91FD-4810-C19A12886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015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CB6ACF-6576-179F-1112-F085E6CEF4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A9AB-D361-33B5-8B5F-5AD24C30A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22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371600"/>
            <a:ext cx="5212080" cy="960120"/>
          </a:xfrm>
        </p:spPr>
        <p:txBody>
          <a:bodyPr/>
          <a:lstStyle/>
          <a:p>
            <a:pPr>
              <a:buClrTx/>
            </a:pPr>
            <a:r>
              <a:rPr lang="en-IN" sz="2000" dirty="0"/>
              <a:t>d3 = 150 mm</a:t>
            </a:r>
          </a:p>
          <a:p>
            <a:pPr>
              <a:buClrTx/>
            </a:pPr>
            <a:r>
              <a:rPr lang="en-IN" sz="2000" dirty="0"/>
              <a:t>Theta1 = 46.69 </a:t>
            </a:r>
            <a:r>
              <a:rPr lang="en-IN" sz="2000" dirty="0" err="1"/>
              <a:t>deg</a:t>
            </a:r>
            <a:r>
              <a:rPr lang="en-IN" sz="2000" dirty="0"/>
              <a:t> (21.0375+25.6525)</a:t>
            </a:r>
          </a:p>
          <a:p>
            <a:pPr>
              <a:buClrTx/>
            </a:pPr>
            <a:r>
              <a:rPr lang="en-IN" sz="2000" dirty="0"/>
              <a:t>Theta2 = -59.4735 </a:t>
            </a:r>
            <a:r>
              <a:rPr lang="en-IN" sz="2000" dirty="0" err="1"/>
              <a:t>deg</a:t>
            </a:r>
            <a:endParaRPr lang="en-US" sz="2000" dirty="0"/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228600"/>
            <a:ext cx="6537960" cy="582930"/>
          </a:xfrm>
        </p:spPr>
        <p:txBody>
          <a:bodyPr/>
          <a:lstStyle/>
          <a:p>
            <a:r>
              <a:rPr lang="en-IN" sz="2400" dirty="0">
                <a:solidFill>
                  <a:schemeClr val="tx1"/>
                </a:solidFill>
              </a:rPr>
              <a:t>4 </a:t>
            </a:r>
            <a:r>
              <a:rPr lang="en-IN" sz="2400" dirty="0" err="1">
                <a:solidFill>
                  <a:schemeClr val="tx1"/>
                </a:solidFill>
              </a:rPr>
              <a:t>dof</a:t>
            </a:r>
            <a:r>
              <a:rPr lang="en-IN" sz="2400" dirty="0">
                <a:solidFill>
                  <a:schemeClr val="tx1"/>
                </a:solidFill>
              </a:rPr>
              <a:t> SCARA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91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4CE5BD-A438-AB30-BF3F-CA3235D64A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0DA3E-E2A2-E304-9EBD-A64E0301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16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Inverse of a Homogeneous Transformation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1" y="1418278"/>
            <a:ext cx="5105399" cy="505809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b="1" dirty="0"/>
              <a:t>Orthogonal Matrix</a:t>
            </a:r>
          </a:p>
          <a:p>
            <a:pPr algn="just"/>
            <a:r>
              <a:rPr lang="en-US" sz="2000" dirty="0"/>
              <a:t>A square matrix with real numbers or elements is said to be an </a:t>
            </a:r>
            <a:r>
              <a:rPr lang="en-US" sz="2000" i="1" dirty="0"/>
              <a:t>orthogonal matrix</a:t>
            </a:r>
            <a:r>
              <a:rPr lang="en-US" sz="2000" dirty="0"/>
              <a:t> if its transpose is equal to its inverse matrix.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12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5016900"/>
            <a:ext cx="1123950" cy="5524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620522"/>
            <a:ext cx="1790700" cy="5619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1243715" cy="5308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12" y="4746613"/>
            <a:ext cx="3762375" cy="1533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1" y="4000428"/>
            <a:ext cx="4327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Inverse of a Homogeneous Transformation Matrix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77A308E-A8D3-F692-09D7-2978FAC58611}"/>
                  </a:ext>
                </a:extLst>
              </p14:cNvPr>
              <p14:cNvContentPartPr/>
              <p14:nvPr/>
            </p14:nvContentPartPr>
            <p14:xfrm>
              <a:off x="729360" y="838080"/>
              <a:ext cx="8179920" cy="4862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77A308E-A8D3-F692-09D7-2978FAC586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0000" y="828720"/>
                <a:ext cx="8198640" cy="48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624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Planar Arm – Inverse Kinematics using matrix inverse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1885526"/>
            <a:ext cx="3721101" cy="301466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9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3450" y="2063455"/>
            <a:ext cx="1776032" cy="62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719919" y="3026388"/>
                <a:ext cx="1542923" cy="37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224" y="2892183"/>
                <a:ext cx="1542923" cy="374461"/>
              </a:xfrm>
              <a:prstGeom prst="rect">
                <a:avLst/>
              </a:prstGeom>
              <a:blipFill rotWithShape="0">
                <a:blip r:embed="rId4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716557" y="3430372"/>
                <a:ext cx="1404487" cy="374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.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742" y="3430829"/>
                <a:ext cx="1404487" cy="374783"/>
              </a:xfrm>
              <a:prstGeom prst="rect">
                <a:avLst/>
              </a:prstGeom>
              <a:blipFill rotWithShape="0"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B9A3507-04FB-EB9A-F132-B7554D78EE9F}"/>
                  </a:ext>
                </a:extLst>
              </p14:cNvPr>
              <p14:cNvContentPartPr/>
              <p14:nvPr/>
            </p14:nvContentPartPr>
            <p14:xfrm>
              <a:off x="150840" y="1279440"/>
              <a:ext cx="8290080" cy="5174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B9A3507-04FB-EB9A-F132-B7554D78EE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480" y="1270080"/>
                <a:ext cx="8308800" cy="51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B9E8E13-1380-6C18-AB53-FC909EAF5A95}"/>
                  </a:ext>
                </a:extLst>
              </p14:cNvPr>
              <p14:cNvContentPartPr/>
              <p14:nvPr/>
            </p14:nvContentPartPr>
            <p14:xfrm>
              <a:off x="117720" y="1107720"/>
              <a:ext cx="5152320" cy="310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B9E8E13-1380-6C18-AB53-FC909EAF5A9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360" y="1098360"/>
                <a:ext cx="5171040" cy="3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0646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A17F33-A110-D085-962C-CEE42D0C200C}"/>
                  </a:ext>
                </a:extLst>
              </p14:cNvPr>
              <p14:cNvContentPartPr/>
              <p14:nvPr/>
            </p14:nvContentPartPr>
            <p14:xfrm>
              <a:off x="142560" y="726840"/>
              <a:ext cx="8980200" cy="5700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A17F33-A110-D085-962C-CEE42D0C20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200" y="717480"/>
                <a:ext cx="8998920" cy="571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948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CCCE4F-1CE8-40B2-CD42-2F067DA5D3D7}"/>
                  </a:ext>
                </a:extLst>
              </p14:cNvPr>
              <p14:cNvContentPartPr/>
              <p14:nvPr/>
            </p14:nvContentPartPr>
            <p14:xfrm>
              <a:off x="348665" y="266868"/>
              <a:ext cx="6033960" cy="3310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CCCE4F-1CE8-40B2-CD42-2F067DA5D3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305" y="257508"/>
                <a:ext cx="6052680" cy="332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99DD4B1-23BC-DA29-0C2A-72C80B65DB4E}"/>
                  </a:ext>
                </a:extLst>
              </p14:cNvPr>
              <p14:cNvContentPartPr/>
              <p14:nvPr/>
            </p14:nvContentPartPr>
            <p14:xfrm>
              <a:off x="322200" y="992520"/>
              <a:ext cx="8723880" cy="5508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99DD4B1-23BC-DA29-0C2A-72C80B65DB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840" y="983160"/>
                <a:ext cx="8742600" cy="55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A94F561-B106-6078-2EA5-AC5E34E6AD71}"/>
                  </a:ext>
                </a:extLst>
              </p14:cNvPr>
              <p14:cNvContentPartPr/>
              <p14:nvPr/>
            </p14:nvContentPartPr>
            <p14:xfrm>
              <a:off x="4898520" y="189720"/>
              <a:ext cx="134640" cy="211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A94F561-B106-6078-2EA5-AC5E34E6AD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89160" y="180360"/>
                <a:ext cx="153360" cy="23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1455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CE5ED4E-104E-207A-019F-4F7BFA581D56}"/>
                  </a:ext>
                </a:extLst>
              </p14:cNvPr>
              <p14:cNvContentPartPr/>
              <p14:nvPr/>
            </p14:nvContentPartPr>
            <p14:xfrm>
              <a:off x="401040" y="439560"/>
              <a:ext cx="8717400" cy="5459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CE5ED4E-104E-207A-019F-4F7BFA581D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680" y="430200"/>
                <a:ext cx="8736120" cy="547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8166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8179CBF-7047-E305-E3C2-575F9E2E65C6}"/>
                  </a:ext>
                </a:extLst>
              </p14:cNvPr>
              <p14:cNvContentPartPr/>
              <p14:nvPr/>
            </p14:nvContentPartPr>
            <p14:xfrm>
              <a:off x="466200" y="73800"/>
              <a:ext cx="3885480" cy="139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8179CBF-7047-E305-E3C2-575F9E2E65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6840" y="64440"/>
                <a:ext cx="3904200" cy="14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ACF5974-5192-53A6-CAA5-1B52DB1E1AE0}"/>
                  </a:ext>
                </a:extLst>
              </p14:cNvPr>
              <p14:cNvContentPartPr/>
              <p14:nvPr/>
            </p14:nvContentPartPr>
            <p14:xfrm>
              <a:off x="881640" y="1515960"/>
              <a:ext cx="7919280" cy="3689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ACF5974-5192-53A6-CAA5-1B52DB1E1A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2280" y="1506600"/>
                <a:ext cx="7938000" cy="370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6615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3270BD0-79E0-4F13-25E9-5AB837951031}"/>
                  </a:ext>
                </a:extLst>
              </p14:cNvPr>
              <p14:cNvContentPartPr/>
              <p14:nvPr/>
            </p14:nvContentPartPr>
            <p14:xfrm>
              <a:off x="199800" y="159840"/>
              <a:ext cx="8856720" cy="6495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3270BD0-79E0-4F13-25E9-5AB8379510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440" y="150480"/>
                <a:ext cx="8875440" cy="651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2886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19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EF37B5-1F66-96B5-AE2B-484498C3C889}"/>
                  </a:ext>
                </a:extLst>
              </p14:cNvPr>
              <p14:cNvContentPartPr/>
              <p14:nvPr/>
            </p14:nvContentPartPr>
            <p14:xfrm>
              <a:off x="574560" y="695520"/>
              <a:ext cx="8687880" cy="4903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EF37B5-1F66-96B5-AE2B-484498C3C8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5200" y="686160"/>
                <a:ext cx="8706600" cy="492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7595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5B35-A6AA-F48E-DCB5-7167A26F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441D-D75B-E2FC-1A51-9DA53899A59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80D1F-3AEC-4C55-FC81-0339B1AC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7233F-778A-63C5-FC09-113CA977B9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20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DF919-1F5A-6E8E-43E7-27B1628B4C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0953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EF14-88F5-A8A0-2B90-9971EF8C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4D18A-0037-3BCA-1D37-C4D95D386E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2B43C-9E2A-F868-5E14-A0FFFF1D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71A99-0684-8307-0E11-8F2381E854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21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1845F-4C3F-6377-0495-89FF4AAB92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C6F156-5793-BA4B-7B44-C4DD6D10837C}"/>
              </a:ext>
            </a:extLst>
          </p:cNvPr>
          <p:cNvSpPr/>
          <p:nvPr/>
        </p:nvSpPr>
        <p:spPr>
          <a:xfrm>
            <a:off x="5496337" y="1417643"/>
            <a:ext cx="3326988" cy="15648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36981B-529B-474E-40F2-C1714922C041}"/>
                  </a:ext>
                </a:extLst>
              </p:cNvPr>
              <p:cNvSpPr/>
              <p:nvPr/>
            </p:nvSpPr>
            <p:spPr>
              <a:xfrm>
                <a:off x="6813854" y="2267808"/>
                <a:ext cx="1717971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𝑡𝑎𝑛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36981B-529B-474E-40F2-C1714922C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854" y="2267808"/>
                <a:ext cx="1717971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3BD903-1412-9E5D-8DA4-51BA6CFA6873}"/>
                  </a:ext>
                </a:extLst>
              </p:cNvPr>
              <p:cNvSpPr/>
              <p:nvPr/>
            </p:nvSpPr>
            <p:spPr>
              <a:xfrm>
                <a:off x="6813855" y="1930136"/>
                <a:ext cx="1632435" cy="435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3BD903-1412-9E5D-8DA4-51BA6CFA68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855" y="1930136"/>
                <a:ext cx="1632435" cy="4354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2E4CD57-6573-22B9-21E3-ADD6E262602D}"/>
                  </a:ext>
                </a:extLst>
              </p:cNvPr>
              <p:cNvSpPr/>
              <p:nvPr/>
            </p:nvSpPr>
            <p:spPr>
              <a:xfrm>
                <a:off x="5469443" y="1491774"/>
                <a:ext cx="34074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𝑏𝑠𝑖𝑛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2E4CD57-6573-22B9-21E3-ADD6E26260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443" y="1491774"/>
                <a:ext cx="3407408" cy="369332"/>
              </a:xfrm>
              <a:prstGeom prst="rect">
                <a:avLst/>
              </a:prstGeom>
              <a:blipFill>
                <a:blip r:embed="rId4"/>
                <a:stretch>
                  <a:fillRect t="-120000" r="-14490" b="-19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932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7B43-162F-7DD5-69F9-44E6087F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D3D26-4C5C-E9B0-E8FA-74E569CBEB6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B6364-A446-1F2C-EB0C-62828A41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85250-C815-BC72-CB0C-57A43CE77B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22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384A9-6AC1-5CA6-A293-6765FBB05C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24431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41BC-BE68-8328-24FD-3B440E95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F912-2019-3D9A-460A-558C9B996D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577D9-8743-DCD0-F4D3-A1F1A7AB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0A231-126C-EB46-202A-49DCADB190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23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18332-CD3F-590F-D298-C92B8056D0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0B5BCA9-4CD3-5F6F-AA5A-A7FB00682782}"/>
                  </a:ext>
                </a:extLst>
              </p14:cNvPr>
              <p14:cNvContentPartPr/>
              <p14:nvPr/>
            </p14:nvContentPartPr>
            <p14:xfrm>
              <a:off x="68400" y="438840"/>
              <a:ext cx="443880" cy="1562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0B5BCA9-4CD3-5F6F-AA5A-A7FB006827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40" y="429480"/>
                <a:ext cx="462600" cy="158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9111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56D5-50E7-90FF-C1B5-22C6DCA8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DBC5-E843-D15E-B69C-C9F7186C8B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ED70-3795-11A2-0069-1FF2FCA8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C379-353E-464C-64BD-AE6BCEB3E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24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72116-6CC7-C15B-E638-EF6220CE71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55184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29376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1B3D-0960-AD07-75B6-311F8708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007CA-6460-FCD6-626C-95420FB00E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63687-1CE9-1F1E-CBD8-2170FE3B0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2B2EC-650E-5A86-EE68-78D30D9756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26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ED4A5-9CEB-603D-79FA-1F9C6A3F94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7758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CEEC-7B8C-57BA-324A-A6E825E2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F4C70-02E3-2D79-90A1-6082921E98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FB338-4A76-868F-1834-D804BA81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20A21-D572-7ACE-E2A2-7F216C7D8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27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E2EDF-B33D-1649-3202-59E68ACF4C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94984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Planar Arm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7" y="1941727"/>
            <a:ext cx="3086100" cy="250021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9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8500" y="640152"/>
            <a:ext cx="1714500" cy="60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335168" y="274009"/>
                <a:ext cx="1542923" cy="37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168" y="274009"/>
                <a:ext cx="1542923" cy="374461"/>
              </a:xfrm>
              <a:prstGeom prst="rect">
                <a:avLst/>
              </a:prstGeom>
              <a:blipFill rotWithShape="0"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72304" y="1442065"/>
                <a:ext cx="3105787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304" y="1442065"/>
                <a:ext cx="3105787" cy="111280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981738" y="1465974"/>
                <a:ext cx="3132011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38" y="1465974"/>
                <a:ext cx="3132011" cy="111280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107058" y="822151"/>
                <a:ext cx="1874680" cy="4283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058" y="822151"/>
                <a:ext cx="1874680" cy="428322"/>
              </a:xfrm>
              <a:prstGeom prst="rect">
                <a:avLst/>
              </a:prstGeom>
              <a:blipFill rotWithShape="0">
                <a:blip r:embed="rId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451800" y="3974760"/>
              <a:ext cx="90720" cy="928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5240" y="3958200"/>
                <a:ext cx="123840" cy="12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1464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91273"/>
            <a:ext cx="8518523" cy="707945"/>
          </a:xfrm>
        </p:spPr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Planar Arm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1354321"/>
            <a:ext cx="3086100" cy="250021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29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9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6815" y="2604430"/>
            <a:ext cx="1714500" cy="60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095756" y="1380748"/>
                <a:ext cx="1542923" cy="37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6" y="1380748"/>
                <a:ext cx="1542923" cy="374461"/>
              </a:xfrm>
              <a:prstGeom prst="rect">
                <a:avLst/>
              </a:prstGeom>
              <a:blipFill rotWithShape="0"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763999" y="1784700"/>
                <a:ext cx="1874680" cy="4283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999" y="1784700"/>
                <a:ext cx="1874680" cy="428322"/>
              </a:xfrm>
              <a:prstGeom prst="rect">
                <a:avLst/>
              </a:prstGeom>
              <a:blipFill rotWithShape="0"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806816" y="2515044"/>
                <a:ext cx="3358099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816" y="2515044"/>
                <a:ext cx="3358099" cy="111280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65399" y="3947548"/>
                <a:ext cx="6109814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𝑃𝑦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99" y="3947548"/>
                <a:ext cx="6109814" cy="111280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143306" y="1408890"/>
                <a:ext cx="3105787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06" y="1408890"/>
                <a:ext cx="3105787" cy="111280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6611" y="3556606"/>
            <a:ext cx="1123950" cy="552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9861" y="4160228"/>
            <a:ext cx="1790700" cy="5619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A3F081-B277-EBFB-DFDD-B1FFDC1F9A0D}"/>
                  </a:ext>
                </a:extLst>
              </p14:cNvPr>
              <p14:cNvContentPartPr/>
              <p14:nvPr/>
            </p14:nvContentPartPr>
            <p14:xfrm>
              <a:off x="43200" y="1402560"/>
              <a:ext cx="2769840" cy="2369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A3F081-B277-EBFB-DFDD-B1FFDC1F9A0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840" y="1393200"/>
                <a:ext cx="2788560" cy="23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9870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30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867400" y="1444537"/>
                <a:ext cx="3105787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444537"/>
                <a:ext cx="3105787" cy="111280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472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Planar Arm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31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6184" y="2893565"/>
                <a:ext cx="29948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84" y="2893565"/>
                <a:ext cx="2994859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85307" y="3233270"/>
                <a:ext cx="25826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𝑃𝑥𝑆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07" y="3233270"/>
                <a:ext cx="2582695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66165" y="1806719"/>
                <a:ext cx="32623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65" y="1806719"/>
                <a:ext cx="3262303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95234" y="2152634"/>
                <a:ext cx="31847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𝑆𝑖𝑛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𝑆𝑖𝑛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34" y="2152634"/>
                <a:ext cx="3184783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>
            <a:off x="3709086" y="1818717"/>
            <a:ext cx="285750" cy="622913"/>
          </a:xfrm>
          <a:prstGeom prst="rightBrac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/>
          <p:cNvSpPr/>
          <p:nvPr/>
        </p:nvSpPr>
        <p:spPr>
          <a:xfrm>
            <a:off x="3709086" y="2921813"/>
            <a:ext cx="285750" cy="622913"/>
          </a:xfrm>
          <a:prstGeom prst="rightBrac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160744" y="1852885"/>
            <a:ext cx="161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Coupled Equations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240531" y="2956857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Decoupled Equations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629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32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79261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Planar Arm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4804" y="1695735"/>
                <a:ext cx="50338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----------------------(1)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4" y="1695735"/>
                <a:ext cx="5033879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8197" r="-2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13927" y="2057395"/>
                <a:ext cx="4621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𝑃𝑥𝑆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----------------------(2)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27" y="2057395"/>
                <a:ext cx="4621714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8197" r="-39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817012" y="1983264"/>
            <a:ext cx="3326988" cy="15648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134529" y="2833429"/>
                <a:ext cx="1717971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𝑡𝑎𝑛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706" y="2634905"/>
                <a:ext cx="1717970" cy="71468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134530" y="2495757"/>
                <a:ext cx="1632435" cy="435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706" y="2184676"/>
                <a:ext cx="1632435" cy="43544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790118" y="2057395"/>
                <a:ext cx="34074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𝑏𝑠𝑖𝑛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118" y="2057395"/>
                <a:ext cx="3407408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16393" r="-14311" b="-185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3FAE71-C737-53BF-5F89-019C71209156}"/>
                  </a:ext>
                </a:extLst>
              </p14:cNvPr>
              <p14:cNvContentPartPr/>
              <p14:nvPr/>
            </p14:nvContentPartPr>
            <p14:xfrm>
              <a:off x="5913000" y="1493640"/>
              <a:ext cx="3105000" cy="2048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3FAE71-C737-53BF-5F89-019C712091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3640" y="1484280"/>
                <a:ext cx="3123720" cy="20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2892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</a:t>
            </a:r>
            <a:r>
              <a:rPr lang="en-IN" dirty="0" err="1"/>
              <a:t>dof</a:t>
            </a:r>
            <a:r>
              <a:rPr lang="en-IN" dirty="0"/>
              <a:t> Planar Arm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85094" y="1685036"/>
                <a:ext cx="50338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----------------------(1)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4" y="1685036"/>
                <a:ext cx="5033879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8197" r="-363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94217" y="2046696"/>
                <a:ext cx="46217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𝑃𝑥𝑆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----------------------(2)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17" y="2046696"/>
                <a:ext cx="4621714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10000" r="-396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570981" y="1127398"/>
            <a:ext cx="3597328" cy="1778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257885" y="2191587"/>
                <a:ext cx="1717971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𝑡𝑎𝑛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885" y="2191587"/>
                <a:ext cx="1717971" cy="71468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289962" y="1780272"/>
                <a:ext cx="1632435" cy="435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962" y="1780272"/>
                <a:ext cx="1632435" cy="43544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570982" y="1254927"/>
                <a:ext cx="34074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𝑏𝑠𝑖𝑛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82" y="1254927"/>
                <a:ext cx="3407408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20000" r="-14311" b="-19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84693" y="2783364"/>
            <a:ext cx="18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solving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334381" y="5190568"/>
                <a:ext cx="3863686" cy="745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381" y="5190568"/>
                <a:ext cx="3863686" cy="745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098505" y="3089923"/>
                <a:ext cx="4607480" cy="718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673" y="2976898"/>
                <a:ext cx="4737322" cy="71846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4804" y="4010856"/>
                <a:ext cx="5839163" cy="719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i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4" y="4010856"/>
                <a:ext cx="5839163" cy="71994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482" y="5157555"/>
                <a:ext cx="5246757" cy="10177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den>
                          </m:f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" y="5157555"/>
                <a:ext cx="5246757" cy="101771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Down Arrow 18"/>
          <p:cNvSpPr/>
          <p:nvPr/>
        </p:nvSpPr>
        <p:spPr>
          <a:xfrm rot="3911346">
            <a:off x="6786202" y="2873970"/>
            <a:ext cx="639954" cy="14435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5C07AE-82F4-675A-3135-3BC743F40F33}"/>
                  </a:ext>
                </a:extLst>
              </p14:cNvPr>
              <p14:cNvContentPartPr/>
              <p14:nvPr/>
            </p14:nvContentPartPr>
            <p14:xfrm>
              <a:off x="33480" y="4966920"/>
              <a:ext cx="9097560" cy="1605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5C07AE-82F4-675A-3135-3BC743F40F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120" y="4957560"/>
                <a:ext cx="9116280" cy="162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7882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3892"/>
            <a:ext cx="9315449" cy="426266"/>
          </a:xfrm>
        </p:spPr>
        <p:txBody>
          <a:bodyPr>
            <a:normAutofit fontScale="90000"/>
          </a:bodyPr>
          <a:lstStyle/>
          <a:p>
            <a:r>
              <a:rPr lang="en-IN" dirty="0"/>
              <a:t>Inverse Kinematics of a 3 </a:t>
            </a:r>
            <a:r>
              <a:rPr lang="en-IN" dirty="0" err="1"/>
              <a:t>dof</a:t>
            </a:r>
            <a:r>
              <a:rPr lang="en-IN" dirty="0"/>
              <a:t> arm using matrix inverse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00662" y="1936076"/>
            <a:ext cx="3843338" cy="349924"/>
          </a:xfrm>
        </p:spPr>
        <p:txBody>
          <a:bodyPr/>
          <a:lstStyle/>
          <a:p>
            <a:r>
              <a:rPr lang="en-IN" sz="1500" dirty="0"/>
              <a:t>Find the angles for the given tool point</a:t>
            </a:r>
            <a:endParaRPr lang="en-US" sz="15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pic>
        <p:nvPicPr>
          <p:cNvPr id="7" name="Content Placeholder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00672" y="1831599"/>
            <a:ext cx="4724357" cy="2789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586162" y="2599487"/>
            <a:ext cx="212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 (650, 200, 250)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67400" y="3245818"/>
            <a:ext cx="2152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L1 = 150 mm</a:t>
            </a:r>
          </a:p>
          <a:p>
            <a:r>
              <a:rPr lang="en-IN" dirty="0"/>
              <a:t>L2 = 400 mm</a:t>
            </a:r>
          </a:p>
          <a:p>
            <a:r>
              <a:rPr lang="en-IN" dirty="0"/>
              <a:t>L3 = 300 mm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447502" y="2344669"/>
                <a:ext cx="2661241" cy="972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502" y="2344669"/>
                <a:ext cx="2661241" cy="97270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E6CEAC7-6525-54FF-F9CB-A10C9443AE18}"/>
                  </a:ext>
                </a:extLst>
              </p14:cNvPr>
              <p14:cNvContentPartPr/>
              <p14:nvPr/>
            </p14:nvContentPartPr>
            <p14:xfrm>
              <a:off x="394920" y="1379520"/>
              <a:ext cx="8541720" cy="3794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E6CEAC7-6525-54FF-F9CB-A10C9443AE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560" y="1370160"/>
                <a:ext cx="8560440" cy="38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7F0A173-A687-BFDE-76AE-E0C832355119}"/>
                  </a:ext>
                </a:extLst>
              </p14:cNvPr>
              <p14:cNvContentPartPr/>
              <p14:nvPr/>
            </p14:nvContentPartPr>
            <p14:xfrm>
              <a:off x="787680" y="3162240"/>
              <a:ext cx="4063320" cy="2915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7F0A173-A687-BFDE-76AE-E0C8323551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8320" y="3152880"/>
                <a:ext cx="4082040" cy="29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95FC47-CF1D-E4C6-0699-4E1213028149}"/>
                  </a:ext>
                </a:extLst>
              </p14:cNvPr>
              <p14:cNvContentPartPr/>
              <p14:nvPr/>
            </p14:nvContentPartPr>
            <p14:xfrm>
              <a:off x="3626640" y="2530080"/>
              <a:ext cx="2052360" cy="494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95FC47-CF1D-E4C6-0699-4E12130281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7280" y="2520720"/>
                <a:ext cx="2071080" cy="51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2939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406" y="397854"/>
            <a:ext cx="8518523" cy="943927"/>
          </a:xfrm>
        </p:spPr>
        <p:txBody>
          <a:bodyPr>
            <a:normAutofit/>
          </a:bodyPr>
          <a:lstStyle/>
          <a:p>
            <a:r>
              <a:rPr lang="en-IN" dirty="0"/>
              <a:t>Inverse Kinematics of a 3 </a:t>
            </a:r>
            <a:r>
              <a:rPr lang="en-IN" dirty="0" err="1"/>
              <a:t>dof</a:t>
            </a:r>
            <a:r>
              <a:rPr lang="en-IN" dirty="0"/>
              <a:t> arm using matrix inverse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62960" y="4132743"/>
                <a:ext cx="1843966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60" y="4132743"/>
                <a:ext cx="1843966" cy="71468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2961" y="4849428"/>
                <a:ext cx="1677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17.1027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61" y="4849428"/>
                <a:ext cx="167796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2960" y="2229238"/>
                <a:ext cx="2855975" cy="972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60" y="2229238"/>
                <a:ext cx="2855975" cy="97270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875945" y="1384871"/>
                <a:ext cx="1887055" cy="3754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945" y="1384871"/>
                <a:ext cx="1887055" cy="375487"/>
              </a:xfrm>
              <a:prstGeom prst="rect">
                <a:avLst/>
              </a:prstGeom>
              <a:blipFill rotWithShape="0">
                <a:blip r:embed="rId5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511310" y="1914627"/>
                <a:ext cx="2369779" cy="428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310" y="1914627"/>
                <a:ext cx="2369779" cy="428322"/>
              </a:xfrm>
              <a:prstGeom prst="rect">
                <a:avLst/>
              </a:prstGeom>
              <a:blipFill rotWithShape="0">
                <a:blip r:embed="rId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405474" y="2449010"/>
                <a:ext cx="2375455" cy="482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474" y="2449010"/>
                <a:ext cx="2375455" cy="48269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62961" y="1462344"/>
            <a:ext cx="2713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Solution from Forward Kinematics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3"/>
              <p:cNvSpPr txBox="1">
                <a:spLocks/>
              </p:cNvSpPr>
              <p:nvPr/>
            </p:nvSpPr>
            <p:spPr bwMode="auto">
              <a:xfrm>
                <a:off x="2446885" y="3465624"/>
                <a:ext cx="2920779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8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8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6885" y="3465624"/>
                <a:ext cx="2920779" cy="108972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3"/>
              <p:cNvSpPr txBox="1">
                <a:spLocks/>
              </p:cNvSpPr>
              <p:nvPr/>
            </p:nvSpPr>
            <p:spPr bwMode="auto">
              <a:xfrm>
                <a:off x="5478164" y="3487398"/>
                <a:ext cx="3665836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0.9557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0.2940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0.2940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0.9557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150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8164" y="3487398"/>
                <a:ext cx="3665836" cy="108972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3"/>
              <p:cNvSpPr txBox="1">
                <a:spLocks/>
              </p:cNvSpPr>
              <p:nvPr/>
            </p:nvSpPr>
            <p:spPr bwMode="auto">
              <a:xfrm>
                <a:off x="3234064" y="5034094"/>
                <a:ext cx="4267200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0.9559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0.2941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.2941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0.9559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−150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4064" y="5034094"/>
                <a:ext cx="4267200" cy="108972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C4CD9CD-38D5-E9B0-0671-DD7B1FD2EBF0}"/>
                  </a:ext>
                </a:extLst>
              </p14:cNvPr>
              <p14:cNvContentPartPr/>
              <p14:nvPr/>
            </p14:nvContentPartPr>
            <p14:xfrm>
              <a:off x="2827080" y="1287720"/>
              <a:ext cx="5973840" cy="2168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C4CD9CD-38D5-E9B0-0671-DD7B1FD2EBF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17720" y="1278360"/>
                <a:ext cx="5992560" cy="21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AAA20A3-DC9E-2E44-8B92-AFB6145DF9A0}"/>
                  </a:ext>
                </a:extLst>
              </p14:cNvPr>
              <p14:cNvContentPartPr/>
              <p14:nvPr/>
            </p14:nvContentPartPr>
            <p14:xfrm>
              <a:off x="-9000" y="2702160"/>
              <a:ext cx="9257760" cy="3852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AAA20A3-DC9E-2E44-8B92-AFB6145DF9A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18360" y="2692800"/>
                <a:ext cx="9276480" cy="387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7215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Inverse Kinematics of a 3 </a:t>
            </a:r>
            <a:r>
              <a:rPr lang="en-IN" dirty="0" err="1"/>
              <a:t>dof</a:t>
            </a:r>
            <a:r>
              <a:rPr lang="en-IN" dirty="0"/>
              <a:t> arm using matrix inverse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00842" y="3697151"/>
                <a:ext cx="1843966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tan</m:t>
                          </m:r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90" y="3786534"/>
                <a:ext cx="1843966" cy="71468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00843" y="4413836"/>
                <a:ext cx="1677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17.1027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90" y="4742115"/>
                <a:ext cx="1677959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19893" y="2255896"/>
                <a:ext cx="2855975" cy="972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90" y="1864861"/>
                <a:ext cx="3736664" cy="126618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943600" y="1618282"/>
                <a:ext cx="1887055" cy="3754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1618282"/>
                <a:ext cx="1887055" cy="375487"/>
              </a:xfrm>
              <a:prstGeom prst="rect">
                <a:avLst/>
              </a:prstGeom>
              <a:blipFill rotWithShape="0">
                <a:blip r:embed="rId5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151791" y="2009561"/>
                <a:ext cx="2678864" cy="428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791" y="2009561"/>
                <a:ext cx="2678864" cy="428322"/>
              </a:xfrm>
              <a:prstGeom prst="rect">
                <a:avLst/>
              </a:prstGeom>
              <a:blipFill rotWithShape="0">
                <a:blip r:embed="rId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379157" y="2397962"/>
                <a:ext cx="3259866" cy="482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157" y="2397962"/>
                <a:ext cx="3259866" cy="48269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60290" y="1649194"/>
            <a:ext cx="380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Solution from Forward Kinematics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3"/>
              <p:cNvSpPr txBox="1">
                <a:spLocks/>
              </p:cNvSpPr>
              <p:nvPr/>
            </p:nvSpPr>
            <p:spPr bwMode="auto">
              <a:xfrm>
                <a:off x="2874097" y="3365069"/>
                <a:ext cx="5257800" cy="10897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marR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101141"/>
                  </a:buClr>
                  <a:buSzTx/>
                  <a:buFont typeface="Arial" pitchFamily="34" charset="0"/>
                  <a:buNone/>
                  <a:tabLst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marR="0" indent="-28575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–"/>
                  <a:tabLst/>
                  <a:defRPr sz="16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  <m:sup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0.9559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0.2941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.2941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0.9559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−150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650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250</m:t>
                                    </m:r>
                                  </m:e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2129" y="3343758"/>
                <a:ext cx="7010400" cy="145296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379157" y="4604243"/>
                <a:ext cx="4593393" cy="1112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680.1421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−0.0400</m:t>
                                    </m:r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876" y="4995990"/>
                <a:ext cx="6124524" cy="145296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FB7EB0-F0FC-5ACC-6C72-BDF50A55C83A}"/>
                  </a:ext>
                </a:extLst>
              </p14:cNvPr>
              <p14:cNvContentPartPr/>
              <p14:nvPr/>
            </p14:nvContentPartPr>
            <p14:xfrm>
              <a:off x="1215360" y="2010240"/>
              <a:ext cx="6151680" cy="4093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FB7EB0-F0FC-5ACC-6C72-BDF50A55C8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6000" y="2000880"/>
                <a:ext cx="6170400" cy="41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91EC75-4AF0-06CC-8529-E036B1027EB1}"/>
                  </a:ext>
                </a:extLst>
              </p14:cNvPr>
              <p14:cNvContentPartPr/>
              <p14:nvPr/>
            </p14:nvContentPartPr>
            <p14:xfrm>
              <a:off x="222120" y="3542040"/>
              <a:ext cx="8469720" cy="2565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91EC75-4AF0-06CC-8529-E036B1027E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2760" y="3532680"/>
                <a:ext cx="8488440" cy="258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5943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86630" y="2910081"/>
                <a:ext cx="3429272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sSub>
                                  <m:sSub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30" y="2910081"/>
                <a:ext cx="3429272" cy="111280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4804" y="1554160"/>
                <a:ext cx="3192925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4" y="1554160"/>
                <a:ext cx="3192925" cy="11128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7EE2B2-6926-403B-E243-F55FEE10336F}"/>
                  </a:ext>
                </a:extLst>
              </p14:cNvPr>
              <p14:cNvContentPartPr/>
              <p14:nvPr/>
            </p14:nvContentPartPr>
            <p14:xfrm>
              <a:off x="199800" y="3106080"/>
              <a:ext cx="3291480" cy="258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7EE2B2-6926-403B-E243-F55FEE1033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440" y="3096720"/>
                <a:ext cx="3310200" cy="260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681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39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quarter" idx="1"/>
              </p:nvPr>
            </p:nvSpPr>
            <p:spPr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  <m:r>
                          <a:rPr lang="en-US" i="0">
                            <a:latin typeface="Cambria Math" panose="020405030504060302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866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6A66-40FC-689C-82B8-AE5A1C3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1AD6-8865-CD34-283B-9009FD9FD37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410C-4948-5210-C429-560977E1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90E29-D415-9946-AC01-DBC8EB0619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40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3179B-666A-F9F5-578E-C67E5C7EAA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8C9AB99-4050-A9B4-7C83-F0C4DD38CF40}"/>
                  </a:ext>
                </a:extLst>
              </p14:cNvPr>
              <p14:cNvContentPartPr/>
              <p14:nvPr/>
            </p14:nvContentPartPr>
            <p14:xfrm>
              <a:off x="304801" y="2286000"/>
              <a:ext cx="4736160" cy="3676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8C9AB99-4050-A9B4-7C83-F0C4DD38CF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441" y="2276640"/>
                <a:ext cx="4754880" cy="36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E6B3EFC-9639-6A31-39CE-2AF95A34290C}"/>
                  </a:ext>
                </a:extLst>
              </p14:cNvPr>
              <p14:cNvContentPartPr/>
              <p14:nvPr/>
            </p14:nvContentPartPr>
            <p14:xfrm>
              <a:off x="233640" y="104040"/>
              <a:ext cx="8122680" cy="655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E6B3EFC-9639-6A31-39CE-2AF95A3429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4280" y="94680"/>
                <a:ext cx="8141400" cy="65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189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78A02-A6D5-B84C-6D52-4ED7DA94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6A6B-AC2C-46F5-94FC-F75BAB97A2F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1A24-3770-BF76-4B46-1B45223F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0ED20-DD7E-9CA6-ADA0-F19B40759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41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66EB9-AC9D-1882-9020-644E26DE1A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52786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CF61-466C-10C7-336A-E45D2AA1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E167-E069-0C3F-0F23-D799D4A8299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083CC-F398-B5CD-51C2-F33531BD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B5C39-0FDF-F6A4-C687-CA0DEDC682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42</a:t>
            </a:fld>
            <a:endParaRPr lang="en-CA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AB66-9645-2E5F-88D1-4397D2E8A7A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9855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43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08953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44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7257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45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6285380" y="3264058"/>
            <a:ext cx="2457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L1 = 200mm, </a:t>
            </a:r>
          </a:p>
          <a:p>
            <a:r>
              <a:rPr lang="en-US" dirty="0"/>
              <a:t>L2 = 400mm,  </a:t>
            </a:r>
          </a:p>
          <a:p>
            <a:r>
              <a:rPr lang="en-US" dirty="0"/>
              <a:t>L3 = 300mm, </a:t>
            </a:r>
          </a:p>
          <a:p>
            <a:r>
              <a:rPr lang="en-US" dirty="0"/>
              <a:t>L5 = 150mm,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7245" y="2684194"/>
            <a:ext cx="2457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(400,350,250)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65" y="1724940"/>
            <a:ext cx="4801270" cy="3753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282200" y="2141640"/>
              <a:ext cx="4025880" cy="3745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3200" y="2136240"/>
                <a:ext cx="4047120" cy="37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04F1BE-2237-1209-6527-02B1523C3A7F}"/>
                  </a:ext>
                </a:extLst>
              </p14:cNvPr>
              <p14:cNvContentPartPr/>
              <p14:nvPr/>
            </p14:nvContentPartPr>
            <p14:xfrm>
              <a:off x="1121040" y="2449080"/>
              <a:ext cx="2186640" cy="1723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04F1BE-2237-1209-6527-02B1523C3A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1680" y="2439720"/>
                <a:ext cx="2205360" cy="174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0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1" y="1920958"/>
            <a:ext cx="8518526" cy="3793570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/>
              <a:t>Solution: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 = </a:t>
            </a:r>
            <a:r>
              <a:rPr lang="en-US" sz="1800" dirty="0" err="1"/>
              <a:t>rotz</a:t>
            </a:r>
            <a:r>
              <a:rPr lang="en-US" sz="1800" dirty="0"/>
              <a:t>(theta1)*</a:t>
            </a:r>
            <a:r>
              <a:rPr lang="en-US" sz="1800" dirty="0" err="1"/>
              <a:t>transz</a:t>
            </a:r>
            <a:r>
              <a:rPr lang="en-US" sz="1800" dirty="0"/>
              <a:t>(L1)*</a:t>
            </a:r>
            <a:r>
              <a:rPr lang="en-US" sz="1800" dirty="0" err="1"/>
              <a:t>rotx</a:t>
            </a:r>
            <a:r>
              <a:rPr lang="en-US" sz="1800" dirty="0"/>
              <a:t>(90)]*[</a:t>
            </a:r>
            <a:r>
              <a:rPr lang="en-US" sz="1800" dirty="0" err="1"/>
              <a:t>rotz</a:t>
            </a:r>
            <a:r>
              <a:rPr lang="en-US" sz="1800" dirty="0"/>
              <a:t>(theta2)*</a:t>
            </a:r>
            <a:r>
              <a:rPr lang="en-US" sz="1800" dirty="0" err="1"/>
              <a:t>transx</a:t>
            </a:r>
            <a:r>
              <a:rPr lang="en-US" sz="1800" dirty="0"/>
              <a:t>(L2)]*[</a:t>
            </a:r>
            <a:r>
              <a:rPr lang="en-US" sz="1800" dirty="0" err="1"/>
              <a:t>rotz</a:t>
            </a:r>
            <a:r>
              <a:rPr lang="en-US" sz="1800" dirty="0"/>
              <a:t>(theta3)*</a:t>
            </a:r>
            <a:r>
              <a:rPr lang="en-US" sz="1800" dirty="0" err="1"/>
              <a:t>transx</a:t>
            </a:r>
            <a:r>
              <a:rPr lang="en-US" sz="1800" dirty="0"/>
              <a:t>(L3)]*[</a:t>
            </a:r>
            <a:r>
              <a:rPr lang="en-US" sz="1800" dirty="0" err="1"/>
              <a:t>rotz</a:t>
            </a:r>
            <a:r>
              <a:rPr lang="en-US" sz="1800" dirty="0"/>
              <a:t>(theta4)*</a:t>
            </a:r>
            <a:r>
              <a:rPr lang="en-US" sz="1800" dirty="0" err="1"/>
              <a:t>rotz</a:t>
            </a:r>
            <a:r>
              <a:rPr lang="en-US" sz="1800" dirty="0"/>
              <a:t>(90)*</a:t>
            </a:r>
            <a:r>
              <a:rPr lang="en-US" sz="1800" dirty="0" err="1"/>
              <a:t>rotx</a:t>
            </a:r>
            <a:r>
              <a:rPr lang="en-US" sz="1800" dirty="0"/>
              <a:t>(90)]*[</a:t>
            </a:r>
            <a:r>
              <a:rPr lang="en-US" sz="1800" dirty="0" err="1"/>
              <a:t>rotz</a:t>
            </a:r>
            <a:r>
              <a:rPr lang="en-US" sz="1800" dirty="0"/>
              <a:t>(theta5)*</a:t>
            </a:r>
            <a:r>
              <a:rPr lang="en-US" sz="1800" dirty="0" err="1"/>
              <a:t>transz</a:t>
            </a:r>
            <a:r>
              <a:rPr lang="en-US" sz="1800" dirty="0"/>
              <a:t>(L4)]*origin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46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5124240" y="368280"/>
              <a:ext cx="22680" cy="46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8120" y="358200"/>
                <a:ext cx="3888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48371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 </a:t>
            </a:r>
            <a:r>
              <a:rPr lang="en-IN" dirty="0" err="1"/>
              <a:t>dof</a:t>
            </a:r>
            <a:r>
              <a:rPr lang="en-IN" dirty="0"/>
              <a:t> manipulator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47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57350" y="3196938"/>
          <a:ext cx="5429248" cy="160020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9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2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1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Axis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θ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α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Home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θ1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L1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θ2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θ3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θ4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90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θ5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L4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4801" y="1746086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 = [</a:t>
            </a:r>
            <a:r>
              <a:rPr lang="en-US" dirty="0" err="1"/>
              <a:t>rotz</a:t>
            </a:r>
            <a:r>
              <a:rPr lang="en-US" dirty="0"/>
              <a:t>(theta1)*</a:t>
            </a:r>
            <a:r>
              <a:rPr lang="en-US" dirty="0" err="1"/>
              <a:t>transz</a:t>
            </a:r>
            <a:r>
              <a:rPr lang="en-US" dirty="0"/>
              <a:t>(L1)*</a:t>
            </a:r>
            <a:r>
              <a:rPr lang="en-US" dirty="0" err="1"/>
              <a:t>rotx</a:t>
            </a:r>
            <a:r>
              <a:rPr lang="en-US" dirty="0"/>
              <a:t>(90)]*[</a:t>
            </a:r>
            <a:r>
              <a:rPr lang="en-US" dirty="0" err="1"/>
              <a:t>rotz</a:t>
            </a:r>
            <a:r>
              <a:rPr lang="en-US" dirty="0"/>
              <a:t>(theta2)*</a:t>
            </a:r>
            <a:r>
              <a:rPr lang="en-US" dirty="0" err="1"/>
              <a:t>transx</a:t>
            </a:r>
            <a:r>
              <a:rPr lang="en-US" dirty="0"/>
              <a:t>(L2)]*[</a:t>
            </a:r>
            <a:r>
              <a:rPr lang="en-US" dirty="0" err="1"/>
              <a:t>rotz</a:t>
            </a:r>
            <a:r>
              <a:rPr lang="en-US" dirty="0"/>
              <a:t>(theta3)*</a:t>
            </a:r>
            <a:r>
              <a:rPr lang="en-US" dirty="0" err="1"/>
              <a:t>transx</a:t>
            </a:r>
            <a:r>
              <a:rPr lang="en-US" dirty="0"/>
              <a:t>(L3)]*[</a:t>
            </a:r>
            <a:r>
              <a:rPr lang="en-US" dirty="0" err="1"/>
              <a:t>rotz</a:t>
            </a:r>
            <a:r>
              <a:rPr lang="en-US" dirty="0"/>
              <a:t>(theta4)*</a:t>
            </a:r>
            <a:r>
              <a:rPr lang="en-US" dirty="0" err="1"/>
              <a:t>rotz</a:t>
            </a:r>
            <a:r>
              <a:rPr lang="en-US" dirty="0"/>
              <a:t>(90)*</a:t>
            </a:r>
            <a:r>
              <a:rPr lang="en-US" dirty="0" err="1"/>
              <a:t>rotx</a:t>
            </a:r>
            <a:r>
              <a:rPr lang="en-US" dirty="0"/>
              <a:t>(90)]*[</a:t>
            </a:r>
            <a:r>
              <a:rPr lang="en-US" dirty="0" err="1"/>
              <a:t>rotz</a:t>
            </a:r>
            <a:r>
              <a:rPr lang="en-US" dirty="0"/>
              <a:t>(theta5)*</a:t>
            </a:r>
            <a:r>
              <a:rPr lang="en-US" dirty="0" err="1"/>
              <a:t>transz</a:t>
            </a:r>
            <a:r>
              <a:rPr lang="en-US" dirty="0"/>
              <a:t>(L4)]*origin</a:t>
            </a:r>
          </a:p>
        </p:txBody>
      </p:sp>
    </p:spTree>
    <p:extLst>
      <p:ext uri="{BB962C8B-B14F-4D97-AF65-F5344CB8AC3E}">
        <p14:creationId xmlns:p14="http://schemas.microsoft.com/office/powerpoint/2010/main" val="6961872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IN" dirty="0"/>
              </a:p>
              <a:p>
                <a:r>
                  <a:rPr lang="en-US" dirty="0"/>
                  <a:t>P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5DDA5B-0DCC-4B35-8048-DB090EE34DE8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D9082-6628-4ABA-973B-A62DDACA0227}" type="slidenum">
              <a:rPr lang="en-CA" altLang="en-US" smtClean="0"/>
              <a:pPr>
                <a:defRPr/>
              </a:pPr>
              <a:t>48</a:t>
            </a:fld>
            <a:endParaRPr lang="en-CA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DE  ZG561</a:t>
            </a:r>
            <a:r>
              <a:rPr lang="en-CA"/>
              <a:t>, MECHANISMS AND ROBOTICS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5063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529828" y="381000"/>
            <a:ext cx="3512344" cy="68222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CA" altLang="en-US" dirty="0"/>
              <a:t>THANK YOU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314700" y="5715000"/>
            <a:ext cx="3257550" cy="285750"/>
          </a:xfrm>
        </p:spPr>
        <p:txBody>
          <a:bodyPr/>
          <a:lstStyle/>
          <a:p>
            <a:pPr>
              <a:defRPr/>
            </a:pPr>
            <a:r>
              <a:rPr lang="en-US"/>
              <a:t>DE  ZG561, MECHANISMS AND ROBOTICS</a:t>
            </a:r>
            <a:endParaRPr lang="en-CA" dirty="0"/>
          </a:p>
        </p:txBody>
      </p:sp>
      <p:sp>
        <p:nvSpPr>
          <p:cNvPr id="54276" name="Slide Number Placeholder 6"/>
          <p:cNvSpPr>
            <a:spLocks noGrp="1"/>
          </p:cNvSpPr>
          <p:nvPr>
            <p:ph type="sldNum" sz="quarter" idx="11"/>
          </p:nvPr>
        </p:nvSpPr>
        <p:spPr bwMode="auto">
          <a:xfrm>
            <a:off x="6858000" y="5715000"/>
            <a:ext cx="800100" cy="285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199" indent="-214308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28" indent="-171446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20" indent="-171446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12" indent="-171446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03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795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686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577" indent="-171446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4EDCAC-E343-4FE9-BF44-C33D11AF0ACC}" type="slidenum">
              <a:rPr lang="en-CA" altLang="en-US" sz="9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CA" altLang="en-US" sz="9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485900" y="5715003"/>
            <a:ext cx="1600200" cy="273844"/>
          </a:xfrm>
        </p:spPr>
        <p:txBody>
          <a:bodyPr/>
          <a:lstStyle/>
          <a:p>
            <a:pPr>
              <a:defRPr/>
            </a:pPr>
            <a:fld id="{40EA5804-23DC-4D99-893D-09E85DF15296}" type="datetime3">
              <a:rPr lang="en-CA" smtClean="0"/>
              <a:pPr>
                <a:defRPr/>
              </a:pPr>
              <a:t>6 September 2025</a:t>
            </a:fld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152400" y="1600200"/>
            <a:ext cx="8839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i="1" dirty="0"/>
              <a:t>References: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i="1" dirty="0"/>
              <a:t>Industrial Robotics Computer Interfacing and Control – Wesley E. Snyder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r>
              <a:rPr lang="en-US" i="1" dirty="0"/>
              <a:t>Fundamentals of Robotics – Robert Schilling</a:t>
            </a:r>
          </a:p>
          <a:p>
            <a:pPr marL="214308" indent="-214308">
              <a:buFont typeface="Wingdings" panose="05000000000000000000" pitchFamily="2" charset="2"/>
              <a:buChar char="v"/>
              <a:defRPr/>
            </a:pPr>
            <a:endParaRPr lang="en-US" i="1" dirty="0"/>
          </a:p>
          <a:p>
            <a:pPr marL="214308" indent="-214308"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defRPr/>
            </a:pPr>
            <a:endParaRPr lang="en-US" i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28" ma:contentTypeDescription="Create a new document." ma:contentTypeScope="" ma:versionID="78b03f7245bfd8d6632afa56fbe3838c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38b3980a6fa73308d099b3750ca5acec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_Collaboration_Space_Locked xmlns="62c752f1-bd77-4b32-bcd5-44afe1204fc4" xsi:nil="true"/>
    <Has_Teacher_Only_SectionGroup xmlns="62c752f1-bd77-4b32-bcd5-44afe1204fc4" xsi:nil="true"/>
    <Owner xmlns="62c752f1-bd77-4b32-bcd5-44afe1204fc4">
      <UserInfo>
        <DisplayName/>
        <AccountId xsi:nil="true"/>
        <AccountType/>
      </UserInfo>
    </Owner>
    <Students xmlns="62c752f1-bd77-4b32-bcd5-44afe1204fc4">
      <UserInfo>
        <DisplayName/>
        <AccountId xsi:nil="true"/>
        <AccountType/>
      </UserInfo>
    </Students>
    <Invited_Teachers xmlns="62c752f1-bd77-4b32-bcd5-44afe1204fc4" xsi:nil="true"/>
    <Invited_Students xmlns="62c752f1-bd77-4b32-bcd5-44afe1204fc4" xsi:nil="true"/>
    <CultureName xmlns="62c752f1-bd77-4b32-bcd5-44afe1204fc4" xsi:nil="true"/>
    <Distribution_Groups xmlns="62c752f1-bd77-4b32-bcd5-44afe1204fc4" xsi:nil="true"/>
    <TeamsChannelId xmlns="62c752f1-bd77-4b32-bcd5-44afe1204fc4" xsi:nil="true"/>
    <Math_Settings xmlns="62c752f1-bd77-4b32-bcd5-44afe1204fc4" xsi:nil="true"/>
    <Teachers xmlns="62c752f1-bd77-4b32-bcd5-44afe1204fc4">
      <UserInfo>
        <DisplayName/>
        <AccountId xsi:nil="true"/>
        <AccountType/>
      </UserInfo>
    </Teachers>
    <AppVersion xmlns="62c752f1-bd77-4b32-bcd5-44afe1204fc4" xsi:nil="true"/>
    <LMS_Mappings xmlns="62c752f1-bd77-4b32-bcd5-44afe1204fc4" xsi:nil="true"/>
    <Self_Registration_Enabled xmlns="62c752f1-bd77-4b32-bcd5-44afe1204fc4" xsi:nil="true"/>
    <FolderType xmlns="62c752f1-bd77-4b32-bcd5-44afe1204fc4" xsi:nil="true"/>
    <IsNotebookLocked xmlns="62c752f1-bd77-4b32-bcd5-44afe1204fc4" xsi:nil="true"/>
    <DefaultSectionNames xmlns="62c752f1-bd77-4b32-bcd5-44afe1204fc4" xsi:nil="true"/>
    <Teams_Channel_Section_Location xmlns="62c752f1-bd77-4b32-bcd5-44afe1204fc4" xsi:nil="true"/>
    <Templates xmlns="62c752f1-bd77-4b32-bcd5-44afe1204fc4" xsi:nil="true"/>
    <NotebookType xmlns="62c752f1-bd77-4b32-bcd5-44afe1204fc4" xsi:nil="true"/>
    <Student_Groups xmlns="62c752f1-bd77-4b32-bcd5-44afe1204fc4">
      <UserInfo>
        <DisplayName/>
        <AccountId xsi:nil="true"/>
        <AccountType/>
      </UserInfo>
    </Student_Groups>
  </documentManagement>
</p:properties>
</file>

<file path=customXml/itemProps1.xml><?xml version="1.0" encoding="utf-8"?>
<ds:datastoreItem xmlns:ds="http://schemas.openxmlformats.org/officeDocument/2006/customXml" ds:itemID="{6A423573-FDA6-4ABA-AE1C-CA6CE722B43B}"/>
</file>

<file path=customXml/itemProps2.xml><?xml version="1.0" encoding="utf-8"?>
<ds:datastoreItem xmlns:ds="http://schemas.openxmlformats.org/officeDocument/2006/customXml" ds:itemID="{B24347DE-B425-428F-9DFB-D070A1813E5E}"/>
</file>

<file path=customXml/itemProps3.xml><?xml version="1.0" encoding="utf-8"?>
<ds:datastoreItem xmlns:ds="http://schemas.openxmlformats.org/officeDocument/2006/customXml" ds:itemID="{EA149851-A794-4D9F-A9C2-0E335C144733}"/>
</file>

<file path=docProps/app.xml><?xml version="1.0" encoding="utf-8"?>
<Properties xmlns="http://schemas.openxmlformats.org/officeDocument/2006/extended-properties" xmlns:vt="http://schemas.openxmlformats.org/officeDocument/2006/docPropsVTypes">
  <TotalTime>9193</TotalTime>
  <Words>1111</Words>
  <Application>Microsoft Office PowerPoint</Application>
  <PresentationFormat>On-screen Show (4:3)</PresentationFormat>
  <Paragraphs>282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Cambria Math</vt:lpstr>
      <vt:lpstr>Times New Roman</vt:lpstr>
      <vt:lpstr>Wingdings</vt:lpstr>
      <vt:lpstr>1_Office Theme</vt:lpstr>
      <vt:lpstr>PowerPoint Presentation</vt:lpstr>
      <vt:lpstr>Inverse Kinematics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Inverse of a Homogeneous Transformation Matrix</vt:lpstr>
      <vt:lpstr>2 dof Planar Arm – Inverse Kinematics using matrix inverse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 dof Planar Arm</vt:lpstr>
      <vt:lpstr>2 dof Planar Arm</vt:lpstr>
      <vt:lpstr>PowerPoint Presentation</vt:lpstr>
      <vt:lpstr>2 dof Planar Arm</vt:lpstr>
      <vt:lpstr>PowerPoint Presentation</vt:lpstr>
      <vt:lpstr>2 dof Planar Arm</vt:lpstr>
      <vt:lpstr>2 dof Planar Arm</vt:lpstr>
      <vt:lpstr>Inverse Kinematics of a 3 dof arm using matrix inverse</vt:lpstr>
      <vt:lpstr>Inverse Kinematics of a 3 dof arm using matrix inverse</vt:lpstr>
      <vt:lpstr>Inverse Kinematics of a 3 dof arm using matrix inverse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 dof manipulator</vt:lpstr>
      <vt:lpstr>5 dof manipulator</vt:lpstr>
      <vt:lpstr>5 dof manipulator</vt:lpstr>
      <vt:lpstr>PowerPoint Presentation</vt:lpstr>
      <vt:lpstr>THANK YOU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Mukund</dc:creator>
  <cp:lastModifiedBy>GLYNN JOHN .</cp:lastModifiedBy>
  <cp:revision>963</cp:revision>
  <dcterms:created xsi:type="dcterms:W3CDTF">2015-02-01T05:43:25Z</dcterms:created>
  <dcterms:modified xsi:type="dcterms:W3CDTF">2025-09-06T14:28:11Z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