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43.xml" ContentType="application/inkml+xml"/>
  <Override PartName="/ppt/ink/ink44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theme/themeOverride2.xml" ContentType="application/vnd.openxmlformats-officedocument.themeOverride+xml"/>
  <Override PartName="/ppt/ink/ink41.xml" ContentType="application/inkml+xml"/>
  <Override PartName="/ppt/ink/ink42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344" r:id="rId2"/>
    <p:sldId id="257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393" r:id="rId11"/>
    <p:sldId id="381" r:id="rId12"/>
    <p:sldId id="382" r:id="rId13"/>
    <p:sldId id="420" r:id="rId14"/>
    <p:sldId id="383" r:id="rId15"/>
    <p:sldId id="366" r:id="rId16"/>
    <p:sldId id="367" r:id="rId17"/>
    <p:sldId id="385" r:id="rId18"/>
    <p:sldId id="386" r:id="rId19"/>
    <p:sldId id="388" r:id="rId20"/>
    <p:sldId id="368" r:id="rId21"/>
    <p:sldId id="389" r:id="rId22"/>
    <p:sldId id="421" r:id="rId23"/>
    <p:sldId id="390" r:id="rId24"/>
    <p:sldId id="391" r:id="rId25"/>
    <p:sldId id="392" r:id="rId26"/>
    <p:sldId id="400" r:id="rId27"/>
    <p:sldId id="394" r:id="rId28"/>
    <p:sldId id="412" r:id="rId29"/>
    <p:sldId id="401" r:id="rId30"/>
    <p:sldId id="411" r:id="rId31"/>
    <p:sldId id="364" r:id="rId32"/>
    <p:sldId id="408" r:id="rId33"/>
    <p:sldId id="409" r:id="rId34"/>
    <p:sldId id="410" r:id="rId35"/>
    <p:sldId id="407" r:id="rId36"/>
    <p:sldId id="283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0078CDF-2FEA-4058-856D-6598BF1CC413}">
          <p14:sldIdLst>
            <p14:sldId id="344"/>
            <p14:sldId id="257"/>
            <p14:sldId id="413"/>
            <p14:sldId id="414"/>
            <p14:sldId id="415"/>
            <p14:sldId id="416"/>
            <p14:sldId id="417"/>
            <p14:sldId id="418"/>
            <p14:sldId id="419"/>
            <p14:sldId id="393"/>
            <p14:sldId id="381"/>
            <p14:sldId id="382"/>
            <p14:sldId id="420"/>
            <p14:sldId id="383"/>
            <p14:sldId id="366"/>
            <p14:sldId id="367"/>
            <p14:sldId id="385"/>
            <p14:sldId id="386"/>
            <p14:sldId id="388"/>
            <p14:sldId id="368"/>
            <p14:sldId id="389"/>
            <p14:sldId id="421"/>
            <p14:sldId id="390"/>
            <p14:sldId id="391"/>
            <p14:sldId id="392"/>
            <p14:sldId id="400"/>
            <p14:sldId id="394"/>
            <p14:sldId id="412"/>
            <p14:sldId id="401"/>
            <p14:sldId id="411"/>
            <p14:sldId id="364"/>
            <p14:sldId id="408"/>
            <p14:sldId id="409"/>
            <p14:sldId id="410"/>
            <p14:sldId id="407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23" autoAdjust="0"/>
    <p:restoredTop sz="94660"/>
  </p:normalViewPr>
  <p:slideViewPr>
    <p:cSldViewPr>
      <p:cViewPr varScale="1">
        <p:scale>
          <a:sx n="77" d="100"/>
          <a:sy n="77" d="100"/>
        </p:scale>
        <p:origin x="4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04:50.0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10221 2229 169 0,'0'0'4'0,"0"0"3"15,0-10 2-15,0 10 2 16,2-10 1-16,-2 10 0 0,10-13 2 16,3 9-1-16,1-3-2 15,8-1-4-15,9 2-1 16,8 0 0-16,6-2-2 0,15-1 0 16,2-1-1-16,17-5-2 15,13 5 2-15,5-8-2 16,9 4 0-16,12-4-1 15,9 1 1-15,7-3-1 16,8 2 1-16,4-6-1 0,8 2 1 16,3-1 0-16,0 1 0 15,-3 0 1-15,0 2-1 16,-5-3 2-16,-3 6 0 0,-9 2-1 16,-10 1 2-16,-8 2 0 15,-6 1-1-15,-11 1 0 16,-14 3 0-16,-11 2 0 15,-15 1-1-15,-14 0-1 0,-11 4 0 16,-15 0-6-16,-15 0-12 16,-7 0-40-16,-10 8-10 15</inkml:trace>
  <inkml:trace contextRef="#ctx0" brushRef="#br0" timeOffset="1616.77">10189 2246 85 0,'0'0'3'0,"0"0"-1"0,-8-7 3 16,8 7 4-16,-22 0 3 0,10 7 2 15,-4 4 0 1,-4-2 1-16,1 11-1 15,-4-7 0-15,3 9-1 16,-2-5-6-16,9 5 0 0,-8-6-2 16,5 2-2-16,2 1 0 15,-4-2 1-15,6-1-1 16,-1 5 1-16,1 0 0 16,-1-2-1-16,6 3 1 15,-3 0 0-15,5-2-1 0,0 3-1 16,2-4 0-16,-2 3 0 15,5-5 0-15,-2 4-1 16,2-4 0-16,0 0-1 0,0-3 0 16,5 4 0-16,0-3 0 15,3 2 0-15,-2-1 1 16,2 1-1-16,5-5 2 16,1 5-2-16,2-4-1 0,1 2 1 15,1 5 1-15,9-5-2 16,-3 5 1-16,9-6 0 15,2 8 0-15,1-4 0 16,9 7 3-16,-2-7-2 0,11 1 1 16,-1-2 0-16,9 1-1 15,2-2 2-15,1 2-1 16,12-3 0-16,8-3 0 16,3 1-1-16,4-6 0 15,11 1 0-15,-1-1 0 0,7-1 0 16,7-4-1-16,4 0 1 15,-6-2-1-15,10 0 0 16,5 0 0-16,0 0 0 0,6-2 0 16,-3 0 0-16,2-1 0 15,-4 0 2-15,3 1-2 16,-4 2 0-16,-7-3 0 16,2 1 1-16,3 2-1 0,-8-3 2 15,-4 3-2-15,0-2 1 16,-7-1 0-16,5 1 1 15,-5 2-1-15,-10-2 1 16,1-1 0-16,-9 0 0 16,-4 1 0-16,-9-1 1 0,-5-2 2 15,-10 0 2-15,-14 3 2 16,-6-3 0-16,-3 0 0 16,-11 1 1-16,-3-2 2 15,-7 3-1-15,-2 1-3 0,-7 0-1 16,3-1-2-16,-12 3 0 15,0 0-1-15,0 0 0 16,7-9-1-16,-7 9 0 0,0 0-1 16,0 0-1-16,0 0 1 15,0 0-2-15,0 0 0 16,0 0 0-16,0 0 0 16,0 0 0-16,0 0 0 0,0 0 0 15,0 0 1-15,-3-11-1 16,3 11 1-16,0 0-1 15,0 0 1-15,0 0 0 16,0 0 0-16,0 0 0 16,0 0 0-16,0 0 0 0,0 0-1 15,-8-7 1-15,8 7-1 16,0 0 0-16,0 0 0 16,0 0 0-16,0 0 0 0,0 0 0 15,-4-10 0-15,4 10 2 16,0 0-2-16,0 0 0 15,0 0 0-15,0-10 0 16,0 10 0-16,0 0 1 0,0 0-1 16,0 0 1-16,0 0-1 15,0 0 0-15,0 0 0 16,0 0 0-16,0 0 1 16,0 0-1-16,0 0-1 0,0 0 1 15,0 0 0-15,0 0-1 16,0 0 1-16,0 0-1 15,0 0-5-15,0 0-2 16,0 0-4-16,0 0-10 16,0 0-31-16,-8 5-20 15,8-5-6-15</inkml:trace>
  <inkml:trace contextRef="#ctx0" brushRef="#br0" timeOffset="3583.86">13523 1788 154 0,'0'0'8'0,"0"0"3"16,-7-5 2-16,7 5 2 16,0 0 0-16,-16-12 3 15,16 12 0-15,-10-8 0 0,10 8-6 16,0 0-4-16,0 0-1 16,0 0-3-16,0 0-1 15,0 0-1-15,0 0 1 0,0 0-1 16,0 6 0-16,0-6 1 15,16 17 3-15,-4-5 0 16,3 0 0-16,5 11 0 16,0 2 0-16,5 2-1 15,2 1-1-15,0 3-1 0,3 2 0 16,2-2-1-16,-2 5 0 16,0-7-1-16,-3-1 2 15,5-2-2-15,-4-3 1 16,-1 2-1-16,-2-5 0 0,0-1 0 15,-3-1 1-15,-4-4 6 32,2 4-2-32,-6-6 1 0,-4-2 0 15,1-2 0-15,-2-1 1 16,-9-7 0-16,16 7-2 16,-16-7-2-16,0 0-1 15,0 0 1-15,0 0 0 16,0 0-1-16,0 0 0 0,0 0-1 15,0 0 1-15,0 0-2 16,0-7 0-16,0 7-4 16,0 0 0-16,-13-7-1 0,13 7 0 15,-12-3-4-15,12 3-4 16,-13-2-3-16,13 2-1 16,-8 0-1-16,8 0 0 0,-13 0 0 15,13 0 1-15,-9 0 3 16,9 0 6-16,0 0 4 15,-10 0 5-15,10 0 5 16,0 0 1-16,-10-6 0 16,10 6 1-16,0 0 0 0,0-14 0 15,0 14-2-15,0-10 0 16,0 10-3-16,12-10 0 16,2 5 1-16,0-2 0 15,4-6-1-15,3 3 1 16,2-5-1-16,7-2 1 0,2-5 0 15,5-6 0-15,4 1 1 16,1-5-1-16,-1-9-1 16,2 3 1-16,-3-2-1 0,-3-1-1 15,-3 5 0-15,-7 3 0 16,-1 5 0-16,-8 0 0 16,-6 13-1-16,0 0 1 0,-10 6-1 15,-2 9 0-15,8-16 0 16,-8 16-1-16,0 0 0 15,0-9-1-15,0 9 0 16,0 0-1-16,0 0 1 0,0 0-1 16,0 0 1-16,0 0-1 15,0 0 1-15,0 0-1 16,-2 9 1-16,2-9-1 16,-6 8-1-16,6-8-3 15,-7 16-5-15,7-16-7 0,-12 12-22 16,12-3-42-16,-2 1-1 15</inkml:trace>
  <inkml:trace contextRef="#ctx0" brushRef="#br0" timeOffset="4499.79">14129 2120 258 0,'0'0'6'0,"0"0"1"15,0 0 4-15,5-7-1 16,-5 7 1-16,0 0-2 16,0 0 2-16,0 0-1 15,-2 7-4-15,-5 11-2 0,-7-1-3 16,0 5 2-16,-18 20 6 31,-5 3 3-31,-4 2-1 16,-1 0 1-16,1-3-1 15,0-1 1-15,2 1-2 16,-1-4-1-16,20-18-6 16,2-2-1-16,6-3 0 15,2-2 0-15,6-5-1 0,4-10 2 16,-6 13 0-16,6-13 1 16,0 0 1-16,0 0-1 15,0 0 0-15,6-3 0 16,-6 3-1-16,12-15 0 0,-5 3-2 15,4-1 0-15,1-1-1 16,0-1 0-16,1-2 0 16,3 1 1-16,0-3-2 0,1 1 1 15,-2 5 0-15,-1-1 0 16,-3 3 0-16,-11 11 0 16,12-8-1-16,-12 8 1 0,0 0-1 15,0 0 1-15,-14 8-1 16,-4 10 1-16,0 2-1 15,-1 3 1-15,-6 7 0 16,-3 2 1-16,3 0 0 16,-5 2 0-16,1 0 0 15,5-3 0-15,-1-6 0 0,-1-1-1 16,6-4 1-16,6-5 0 16,1-5 0-16,13-10 0 15,-13 10 0-15,13-10 0 16,0-8 0-16,8-1 0 0,3-7-1 15,3-3 1-15,4-1-1 16,1-2-1-16,1-3 1 16,-5 5 0-16,3 6-1 0,-11 1 0 15,-7 13 1-15,0 0-1 16,0 0 0-16,-7 0 0 16,-5 13 0-16,-4 1 0 0,2 9 1 15,-7-4 0-15,4 1 0 16,2 2 0-16,0-2 0 15,2-5-3-15,7-3-4 16,1-1-2-16,5-11-8 16,0 0-16-16,0 0-45 0,9 0-2 15</inkml:trace>
  <inkml:trace contextRef="#ctx0" brushRef="#br0" timeOffset="5434.02">13945 2221 267 0,'0'0'6'0,"0"0"3"0,0 0 1 16,0 0-1-16,0 8 1 0,0-8 2 16,8 13 1-16,5 9 3 31,6 3-3-31,4 5-2 15,4-1 0-15,3 6 0 16,2-1 0-16,3 6-1 16,4-3-1-16,-9-10-3 0,-3 1-1 15,3-3-1-15,-5-1 0 16,-2 1-1-16,-4 0 0 16,1-4-1-16,-3-5 0 15,-4 1 0-15,-3-2 0 0,1-7 0 16,-4 2 1-16,-7-10 0 15,7 10 1-15,-7-10-1 16,0 0 1-16,0 0 0 16,0 0 0-16,0 0-1 15,0 0-1-15,-2-7 0 0,2 7-2 16,-10-13 0-16,10 13 0 16,-11-12 0-16,11 12-1 15,-12-13 1-15,12 13 0 16,-9-15-1-16,9 15 1 0,-11-8 0 15,11 8-1-15,0 0 0 16,0 0-1-16,0 0 0 16,0 0 1-16,0 0-1 0,0 0 0 15,0 13 1-15,2-3 0 16,3 3 0-16,4 1 0 16,-2 4 1-16,2 0 0 15,2-2 1-15,-1 1-1 0,2 3 1 16,3-3-1-16,-1 1 0 15,-1 0-1-15,1-4 0 16,5-1 1-16,-7-1-1 16,1-1 1-16,-6-3-1 15,-7-8 1-15,12 11 1 0,-12-11 1 16,0 0-1-16,0 0 0 16,0 0 0-16,0 0-1 15,-7 0 0-15,7 0-1 16,-18-5 0-16,11-1-1 0,-5 5 1 15,1-5-1-15,1 5 0 16,3 1 1-16,7 0-1 16,-15-3 0-16,15 3 0 0,0 0-1 15,-7 0 1-15,7 0 0 16,0 0-1-16,0 0-2 16,0 10-3-16,0-10-6 15,9 4-30-15,-9-4-32 16,16 8-2-16</inkml:trace>
  <inkml:trace contextRef="#ctx0" brushRef="#br0" timeOffset="7066.66">13553 2725 210 0,'0'0'9'16,"0"0"2"-16,13-15 5 0,-1 3 5 16,8-9 2-16,4-4 2 15,8-6 1-15,6-9-1 16,11-4-4-16,1-4-6 15,8-6-7-15,-1-8-3 0,3 5-4 16,-1-7-2-16,-2 1 0 16,2-6 0-16,-9 7-1 15,1-2 1-15,-7 4 3 16,-7 11 2-16,-7 2 1 0,-3 7 0 16,-8 11 0-16,-6 9 0 15,-5 4-1-15,-4 9 0 16,-4 7-2-16,0 0-2 15,0 0 0-15,-9 13-1 0,2 5-1 16,-9 3 1-16,-1 11 1 16,-5 8 0-16,-6 5 0 15,-4 6-1-15,-5 7 1 0,-7 4 1 16,-22 12 3 0,-1 3-1-1,-4-5 1-15,1-3 1 16,-3-4-1-16,4-6 1 15,5-2-1-15,4-8-1 0,23-16-2 16,7-9-1-16,7-4 0 16,11-8 0-16,2-1 0 15,10-11 0-15,0 0-1 0,6-8 1 16,6-7-1-16,2-5 1 16,9-4 1-16,-1-9-1 15,11-4 0-15,3-5 0 16,15-4-2-16,-2-15-1 15,13 3 0-15,6-10 0 0,4-3 0 16,-1-2 0-16,2 2 0 16,-9 4 1-16,-1 11 2 15,-17 8 1-15,-9 10 2 0,-9 9-2 16,-10 8 0-16,-18 21 0 16,0 0-1-16,0 6 0 15,-12 21 0-15,-13 8-2 16,-8 9 1-16,-10 13 0 15,-3 13 2-15,-27 12 2 16,-4 2 1-16,-5 5 0 16,1-8 0-16,-4 2 1 15,3-10-1-15,5-5 1 0,13-11-1 16,16-17-4-16,11-11 1 16,12-4 1-16,7-13-1 15,18-12 0-15,0 0 0 16,16-18-1-16,6-3 1 15,6-9 0-15,11-10-1 0,8-2-1 16,7-7 1-16,2 4-1 16,-4 0 1-16,-5 3-1 15,-4 8 1-15,-11 6 0 16,-13 14-1-16,-19 14-1 0,0-10 0 16,-10 12-2-16,-15 6-6 15,3 5-6-15,-8 3-26 16,1-1-38-16,9 0-1 0</inkml:trace>
  <inkml:trace contextRef="#ctx0" brushRef="#br0" timeOffset="7736.09">13523 1716 273 0,'0'0'7'0,"0"0"2"0,0 0 1 0,0 0-1 0,0 0 0 15,0 0 2-15,5 8-1 16,-3 0 1-16,1 4-6 15,5 5-1-15,1 3-1 0,7 9 2 16,0 5 0-16,9-3 0 16,5 4 0-16,3-1 2 15,1-1-1-15,3-2-1 16,1-6-1-16,4-7 1 0,-2 0-1 16,-8-6 0-16,3-2-1 15,-6-3 0-15,-6 0 0 16,0-4 0-16,-6 2-1 15,-4-3-2-15,-4 2-3 0,-9-4-4 16,7 0-9-16,-7 0-39 16,0 0-21-16,-2-9-5 15</inkml:trace>
  <inkml:trace contextRef="#ctx0" brushRef="#br0" timeOffset="7949.68">13699 1852 264 0,'0'0'0'0,"0"0"-2"15,0 0 0-15,0 11 2 16,0 3 2-16,7 4-1 16,1 1 2-16,7 6 1 0,0 3 3 15,7 4 1-15,-1-7-1 16,4-1-14-16,-1 1-36 15,1-4-19-15</inkml:trace>
  <inkml:trace contextRef="#ctx0" brushRef="#br0" timeOffset="8517.25">14028 2398 197 0,'0'0'6'0,"9"17"3"0,1-2 2 16,5 1 1-16,2 9 2 15,3 0-1-15,3 6 2 16,1 0 1-16,-1-6-3 16,-1 0-7-16,-7-7-9 0,-2-3-31 15,-4-1-25-15,1-4-2 16</inkml:trace>
  <inkml:trace contextRef="#ctx0" brushRef="#br0" timeOffset="8833.58">14022 2303 210 0,'0'0'2'0,"0"0"1"0,0 0 4 15,0 5 3-15,0-5 3 16,6 23 2-16,1-3 2 16,5-1-1-16,6 11 0 15,1 2-1-15,3 7-3 0,4-1-3 16,4 2-2-16,-1-1-1 16,-4-4 1-16,8 2-2 15,-8-7 0-15,-4-3-3 16,0-6-3-16,-4-2-10 15,-7-5-15-15,-5-3-39 0,0-1-4 16</inkml:trace>
  <inkml:trace contextRef="#ctx0" brushRef="#br0" timeOffset="9083.17">14196 2638 107 0,'0'0'1'0,"0"0"0"0,5 10 1 16,6 5 1-16,-4-3 1 15,7 5 1-15,2 4 1 16,0 1 1-16,2-3-1 0,-1 4 1 16,-1-6 1-16,1 3-1 15,-2-8 1-15,-1 3-3 16,2-5-4-16,-4 0-7 15,-3 5-11-15,2-10-12 16,-1 8-15-16</inkml:trace>
  <inkml:trace contextRef="#ctx0" brushRef="#br0" timeOffset="9266.53">14067 2613 177 0,'0'0'5'15,"-13"-7"3"-15,4-3 5 16,-3 0 3-16,-4 0 0 0,4 0 0 16,-1 1-3-16,1-2 1 15,12 11-10-15,-10-5-18 16,10 5-42-16,0 8-6 16</inkml:trace>
  <inkml:trace contextRef="#ctx0" brushRef="#br0" timeOffset="10333.5">14612 1729 98 0,'0'0'8'16,"0"0"0"-16,14 0 4 15,2-3 6-15,3 1 3 0,13-1 2 16,11-4 3-16,6 0 2 16,-14 2-5-16,3-5-4 15,11 0-3-15,8-3-5 0,10-1-3 16,6-2-1-16,6-2-4 15,13 2 0-15,2-3 0 16,11-2-1-16,4 1 0 16,3 1-1-16,-2 1 1 15,10-4-1-15,-5 2 0 0,2 0 0 16,-11 1 1-16,2 1 0 16,-21 3 1-16,-6 1 0 15,-8 1-1-15,-11 4 0 16,-13 1-7-16,-9 0-16 15,-13 4-46-15,-4 4-7 0</inkml:trace>
  <inkml:trace contextRef="#ctx0" brushRef="#br0" timeOffset="11554.9">13645 2856 51 0,'0'0'3'0,"0"0"4"0,0 0 6 16,0 0 4-16,0 5 6 16,0-5 4-16,0 0 2 0,0 0 1 15,0 0-2-15,0 0-7 16,0 0-4-16,0 0-5 15,0 0-5-15,9 0-3 16,-9 0-3-16,16 0 1 16,-7 0-1-16,-1-3 3 0,9-2-2 15,-1 3 1-15,3-3 1 16,-1 3-1-16,4-3-1 16,2-1 0-16,6-1-1 0,0 2-1 15,-5 0 0-15,5 1-1 16,-5-1 0-16,0 2 0 15,-11-5 1-15,9 6-1 16,-13 0 1-16,0-1 0 0,0 3 0 16,0-2 0-16,-10 2 0 15,13-3 1-15,-13 3-1 16,9 0 0-16,-9 0 0 16,0 0-3-16,10 0-5 15,-10 0-13-15,0 0-37 0,0 0-5 16</inkml:trace>
  <inkml:trace contextRef="#ctx0" brushRef="#br0" timeOffset="13216.87">14420 2717 154 0,'0'0'4'0,"0"0"2"0,4 0 1 16,-4 0 1-16,0 0 1 16,13 0 3-16,-3 0 0 15,-10 0 3-15,15-4-4 16,5 1-2-16,-5-3 1 0,8 2-1 15,-2-4-2-15,7 4 1 16,-3-4-4-16,7 1 0 16,-2-1-1-16,5-2-2 0,-1 0 2 15,3 0-3-15,1 1 1 16,-1-4-1-16,8 1 1 16,-5 2-1-16,4-5 0 15,-4 5 0-15,5 1 1 16,-1-2-1-16,2 2 0 15,-4-1 1-15,3 2-1 0,-1-2 0 16,-4 3 0-16,2-1 0 16,-4-2 0-16,-1 0 0 15,2 0 0-15,-1 0 0 0,4 1 0 16,-5 2 0-16,6-4 0 16,1 1 0-16,-2 3 0 15,1-3 0-15,-1 4 1 16,1-3-1-16,-9 1 0 0,6 1 0 15,-6 3-1-15,-1-4 1 16,-3 1-1-16,-1 0 1 16,1-1 0-16,-2 0 1 15,-1 1 2-15,-4-1 1 16,3 1 0-16,-3 2 1 0,2-2 0 16,-2-4-3-16,1 4 1 15,-2-5-2-15,1 5 0 16,2-4-2-16,2 2-1 15,-3-4 1-15,-1 6 1 0,4 3 1 16,-4-7-1-16,5 4 1 16,-7 0-1-16,-1-1 1 15,1-1 0-15,-1 3 1 16,4-2 0-16,-6 1 0 0,1-3 1 16,4 2 0-16,-3-1 0 15,-1 1 1-15,-1-2 0 0,0 0 0 16,3 3 0-16,-3-4 0 15,-1 5-1-15,1-4 1 16,-1 0-2-16,0-3 1 16,-2 3-1-16,3 1 0 15,0-2 0-15,-4 2 1 16,1-6-1-16,0 5 0 0,0 0-1 16,0-5 1-16,3 0-1 15,-2 2 1-15,0-1 0 16,1 2 0-16,-4-3 1 15,1 2 0-15,-4-2 0 0,3 7 1 16,-6-3-1-16,0 1 0 16,1-3 1-16,0 4-2 15,-4-1 1-15,1-3-2 0,2 4 1 16,-3-3 0-16,5-4 0 16,-6 7 0-16,4-2 1 15,-5-3-1-15,1 1 0 16,2 1 0-16,-5 12-2 15,0-13-2-15,0 13 1 0,0-14 0 16,0 14 0-16,-3-13 0 16,3 13-1-16,-5-17 0 15,3 7 3-15,-3 3 0 16,0-3 1-16,1 2-2 0,-5-2 0 16,2 0 0-16,0-2 0 15,0 2 0-15,-4 0 0 16,4-2 1-16,-3 2-2 15,3 0 1-15,-4 0 0 0,4 0 0 16,-2 0 0-16,-2 3 0 16,1-1 0-16,1 1 0 15,-2 2 0-15,-1-3 0 0,3 1-2 16,-4 5 2-16,-2-3 0 16,0 2 0-16,3 0 0 15,-6 3 0-15,6 0-1 16,-6-2-1-16,6 2-5 15,-3 0-7-15,5 0-25 0,-2 2-37 16,4 4-7-16</inkml:trace>
  <inkml:trace contextRef="#ctx0" brushRef="#br0" timeOffset="13801.25">17066 1466 214 0,'0'0'8'0,"0"0"4"0,11-5 7 16,-2 1 1-16,11-2 3 16,4-1-1-16,6-3 3 0,13-3-2 15,6-1-3-15,8-1-6 16,10-3-3-16,10-1-3 15,9-3-1-15,6-3 0 16,2 0-1-16,10 0-1 0,0-2 1 16,1-1-2-16,-4 4 0 15,-4-1 0-15,-3 3-1 16,-11-1-1-16,-3 6-1 16,-16 2-3-16,-6 1-7 0,-14 6-14 15,-9 3-57-15,-15 5-3 16</inkml:trace>
  <inkml:trace contextRef="#ctx0" brushRef="#br0" timeOffset="14167.37">17079 1900 337 0,'0'0'7'15,"0"0"2"-15,0 0 3 16,5-12 3-16,4 4 0 0,9-2 1 16,4 0 1-16,16-2 0 15,6-3-6-15,16-5-3 16,14 1-2-16,13-4-1 15,16 3-1-15,5-7-1 0,-48 17-3 16,7-2-1-16,0-1 0 16,6-2 0-16,-5 4-1 15,5 0 0-15,-9-2 1 0,2 1-1 16,-12 0 0-16,0 2-5 16,-6 0-12-16,1 5-63 15,-19-2 0-15</inkml:trace>
  <inkml:trace contextRef="#ctx0" brushRef="#br0" timeOffset="15049.54">7922 2935 206 0,'0'0'5'0,"0"0"3"16,0 0 3-16,15-8 6 15,6 0 4-15,3 2 1 16,14-5 0-16,13 3 1 16,14-5-3-16,10 1-1 0,12-6-4 15,9 0-5-15,4 4-2 16,9-9-2-16,5 6-1 15,-1-8-1-15,-5 3 0 16,4 0-1-16,-5 0-1 0,-7 3-1 16,-6 1 0-16,-12 0 0 15,-14 8 0-15,-15 0-1 16,-12 8-3-16,-11 2-5 16,-13 0-12-16,-17 0-38 0,0 12-15 15</inkml:trace>
  <inkml:trace contextRef="#ctx0" brushRef="#br0" timeOffset="15250.03">8568 3082 323 0,'0'0'6'0,"0"0"3"16,11 0 3-16,6 0 3 0,12-5-1 15,19-5 2-15,17 0 0 16,19-5 0-16,18-6-8 16,27 4-34-16,15-2-44 15,10-9-3-15</inkml:trace>
  <inkml:trace contextRef="#ctx0" brushRef="#br0" timeOffset="16983.68">14619 3828 247 0,'0'0'6'0,"0"0"4"0,0 0 4 16,0 0 1-16,0 0 3 15,-7 11 2-15,7-11 0 16,-16 10 2-16,7-5-4 15,-7 0-5-15,-5 0-2 16,0 0-3-16,-1-3-1 0,-3 1-1 16,-3-3 0-16,-2 0-1 15,4-5 1-15,-1-5 0 16,-1 0 1-16,1 0-1 0,2-5 1 16,2 1-2-16,4-4 0 15,-2 1 0-15,5-1-1 16,3-1-1-16,-2-2 0 15,2 2-1-15,4-3-1 16,-1-3 0-16,2 3 0 0,1 0 2 16,-1-6-3-16,4 3 0 15,1 0 0-15,1-2 0 16,-2 2 0-16,2-1 0 16,2-2 0-16,0 3 0 15,2 0 0-15,4-2 0 0,4-2 0 16,2 0 0-16,2-2 0 15,7-1 0-15,3 2 0 16,1-2 0-16,5 0 0 0,3-1 0 16,1 4-2-16,1 2 2 15,1 2-1-15,1 0 2 16,0 3-1-16,5 0 2 0,0 1-2 16,5 7 0-16,3 2 0 15,5 2 0-15,1 2 0 16,4 3 0-16,0 5 0 15,-1 0 0-15,1 5 0 16,-3 3 0-16,-4 3-3 0,-4 6 2 16,-6 2 0-16,-6 3 0 15,-5 0-1-15,-4 9 3 16,-6-2 0-16,-7 6-1 16,-2 2 0-16,-1 0 1 0,-7 3 0 15,-1-4 0-15,-1 4 0 16,-1 0-1-16,-2-1 2 15,0-3-2-15,-2-2 0 0,-5-2 0 16,2-3 0-16,-3-1 0 16,-2-4-2-16,-2-1 2 15,0-4-1-15,-1-3 1 16,-4 1 1-16,2-4 1 0,-2-3-2 16,4-3 0-16,1-2 0 15,3-1 0-15,9-4 0 16,-12 3 0-16,12-3 0 15,0 0 0-15,0 0 0 16,0 0-2-16,-9-5-19 0,9 5-45 16,0 0-18-16</inkml:trace>
  <inkml:trace contextRef="#ctx0" brushRef="#br0" timeOffset="17532.99">15146 3500 409 0,'0'0'6'0,"0"0"2"0,0 0 1 0,4-5-1 15,-4 5 1-15,0 0 0 16,12 0 1-16,-12 0-1 0,9 12-6 16,-9 1-1-16,0 5-1 15,0 4 0-15,0 0 0 16,-5 3-1-16,-1 2 1 16,-4-8 1-16,3 4-1 15,-2-6 1-15,-2-4-1 0,4-3 1 16,7-10-1-16,-10 11 0 15,10-11-1-15,0 0 1 16,0 0-1-16,0 0 1 16,12 0-1-16,4-4 0 0,8 2 1 15,1-6 0-15,4 1 1 16,4-1 0-16,1 1 0 16,3 0 0-16,-3 1-1 15,-4 4 1-15,2-3-2 0,-8 2 0 16,-2 1 0-16,-4 0 0 15,-3 2 0-15,-8 0 0 16,-7 0 0-16,11 0 0 16,-11 0 0-16,0 0 0 0,0 0 0 15,-9 4 0-15,9-4 0 16,-9 5-5-16,2 15-70 16,7-20-11-16</inkml:trace>
  <inkml:trace contextRef="#ctx0" brushRef="#br0" timeOffset="18999.7">14566 1203 307 0,'0'0'4'0,"0"0"1"16,0 0 3-16,-12-4 0 15,12 4 1-15,-10 0 0 16,10 0 2-16,-17-3 0 0,6 3-4 16,-1 0 1-16,-2 5-4 15,-2 2-1-15,0 4-1 16,-5-2-1-16,-1 4-1 0,3 2 0 16,-4 5-1-16,-2-2 0 15,2 5 0-15,4 5-1 16,-13 19 4-16,-6 15-1 15,1 3 0-15,12-9 0 16,3 1 1-16,7-2-1 0,7-9 0 16,6 2 1-16,2-9-4 15,5 4 1-15,4-4 0 16,4-2 0-16,2 1-1 0,3-4 1 16,3 1 1-16,2-5-1 15,4-5 1-15,1-3-1 16,-1-3 2-16,3-1-1 15,2-1 1-15,-4-6-1 0,4-3 1 16,3 1 1-16,-1-7-1 16,1-2 1-16,4 0 0 15,-3-5 0-15,4-5 1 16,-1 0-1-16,-4-2 1 16,3-1-1-16,-6-2 1 0,-2 0-1 15,-9 3 1-15,2-2-1 16,-5 1 2-16,-4 1-1 15,-4 2 1-15,1 0-1 16,-4 0 1-16,-7 10-1 0,9-18 1 16,-4 11-1-16,-5 7 0 15,8-13 0-15,-8 13 0 16,3-12 1-16,-3 12 1 0,0 0-1 16,0-12 0-16,0 12-1 15,0 0 0-15,0 0-2 16,0 0 1-16,0 0-2 15,-5 0 0-15,5 0-1 0,0 0-2 16,-8 5-3-16,8-5-4 16,0 0-13-16,0 0-57 15,0 0-3-15</inkml:trace>
  <inkml:trace contextRef="#ctx0" brushRef="#br0" timeOffset="19450.12">14798 1959 327 0,'0'0'4'0,"0"0"1"0,0 0 1 0,0 0 3 0,0 0 1 15,0 0 3-15,12-7 1 16,-2 4 1-16,5 3-3 16,4-7 0-16,3-1-1 0,2-2-2 15,1-1-1-15,0-2-1 16,1 1-2-16,-1-3-1 15,-2 2 1-15,-5 3-1 16,-4 4 0-16,0 2 0 0,-5 2-1 16,-9 2 2-16,8 2-1 15,-8-2 0-15,0 25-2 16,0-5 1-16,-1 5-1 16,-6 4-2-16,2 3 0 15,-1 4 0-15,4-2-7 0,-8-6-22 16,10-6-55-16,0-3-3 15</inkml:trace>
  <inkml:trace contextRef="#ctx0" brushRef="#br0" timeOffset="128500.37">15933 6832 300 0,'0'0'4'0,"0"0"1"0,15-15 2 16,1 2 2-16,12-1 0 16,13-6-1-16,13-5 2 15,16-7-1-15,20 0-1 16,16-8-4-16,21 1-1 0,7-3 0 15,23-5 1-15,14 0-1 16,21 2 0-16,13 0 0 16,11 1-1-16,5 6 1 15,13 1 0-15,5 5-1 16,1 7 0-16,4 6-1 0,0 5 0 16,-1 8 0-16,1 6 0 15,-5 6 0-15,-9 8 0 16,-3 5 0-16,-13 6 0 15,-16 4-1-15,-17 9 0 0,-22 2 0 16,-24 1 0-16,-16 4-1 16,-28 3-1-16,-18-1 0 15,-31 4 1-15,-24 2-1 0,-18 1 1 16,-25 3 0-16,-28-3 0 16,-18 6 1-16,-26-5 0 15,-18 1 1-15,-18 0-1 0,-12-5 1 16,-19 0 0-16,-15-1 0 15,-12-2 0-15,-11-4-1 16,-6-5 1-16,-4 1-1 16,-4-11 0-16,-3 2 1 15,0-9-2-15,6-2 1 0,4-2 0 16,4-4-1-16,1-4-1 16,8-3 1-16,5-4-1 15,4-3 1-15,8 0-1 16,12-8 1-16,13-2-1 15,11-2 2-15,8-8 0 0,13-2-1 16,13-3 0-16,12-3 0 16,13 2 0-16,9-9 1 15,9 2-1-15,16-3 0 0,9 2 0 16,9-7 1-16,15 2-1 16,10 0 0-16,7-4 0 15,9 0 0-15,19 2-2 0,9-4 1 16,13 3 1-16,12-3-1 15,12 4 1-15,11-6 1 16,9 7-1-16,13-4-3 16,10 1-42-16,12 8-21 15,6 2-4-15</inkml:trace>
  <inkml:trace contextRef="#ctx0" brushRef="#br0" timeOffset="130066.8">13782 12834 335 0,'0'0'6'0,"-13"-9"3"0,6 3 3 16,-3-1 3-16,-1 0 0 16,11 7-2-16,-17-18 0 15,17 6 0-15,0 2-6 0,20 0-3 16,5-6-2-16,12-1-4 15,18-2 1-15,12-6 1 16,15 3 0-16,22-7 0 16,18-1 1-16,22-3 0 0,17-1 0 15,23-1 1-15,18-2 0 16,61 1-1-16,-15-3 1 16,56 5 0-16,-18-3-1 15,14 2 1-15,16 3-1 0,14 5 0 16,15 2 0-16,-33 7-1 15,79 4 0-15,-67 11 1 16,41 3-1-16,3 7 1 0,-3 11-1 16,-2 7 0-16,-8 12-1 15,-12 7 1-15,-50 8 0 16,18 10-1-16,-16 5 0 16,-28 7-1-16,-17 5 2 0,-29 9-1 15,-17-2 1-15,-28 3-1 16,-22 1 0-16,-24-1 0 15,-26-1-1-15,-19-1 0 16,-25 0 0-16,-26-5 1 0,-22-2 0 16,-19-1 0-16,-29-7 2 15,-20 2 0-15,-26-5 1 16,-22-2 0-16,-23-5 1 16,-20 0-2-16,-14-8 1 15,-20 1-1-15,-15-8-1 0,-16 0 1 16,-11-5-1-16,-9-2 0 15,-9-6-1-15,-14-1 2 16,-7-6 0-16,-8 0-1 0,-6-5 1 16,-8-2 0-16,-1-5-1 15,-5 0 0-15,-4-5 0 16,1-3-1-16,-1 1-1 16,2-6 0-16,1-2-2 0,5 0 0 15,1-2 0-15,3-6 0 16,7 1 0-16,6-6 1 15,2 1 1-15,8-3 0 16,6-2 1-16,7-3 1 0,9-5-1 16,10-2 0-16,15-3 0 15,12-4 1-15,14-6 0 16,18-5-1-16,16-2 1 16,20-5 0-16,16-2 0 0,15-6 1 15,20-3 0 1,17-2-2-16,16 0 1 0,18-4 0 15,13 0 1-15,17-1 0 16,7 1 1-16,23 2 0 0,10-5 1 16,17 3 0-16,12-1 1 15,18 4 0-15,12-1 0 16,21 2-1-16,9 4 0 16,20 0 0-16,12 2-1 0,21 2-2 15,17-2-4-15,15 7-36 16,13-1-37-16,14 2-2 15</inkml:trace>
  <inkml:trace contextRef="#ctx0" brushRef="#br0" timeOffset="133199.99">18845 7532 335 0,'0'0'4'0,"0"0"4"15,0 0 2-15,-7-8 3 16,7 8 2-16,-11-8 0 16,11 8 1-16,-14-10 1 15,14 10-4-15,-18-7-3 0,5 4-3 16,4 3-2-16,-6 5-2 16,-2 2-1-16,-3 6-1 15,-1 4 0-15,0 8-1 0,-6 2 0 16,4 5 0-16,-4 5 1 15,4 6 0-15,6 2 0 16,-4-1 1-16,10 6 0 16,6-5 1-16,5 1 0 15,0-2 0-15,12-2 1 0,8-4 0 16,4-1 0-16,10-8-1 16,0-6 0-16,6 0-1 15,-1-9-2-15,9-7 0 16,-4-3 0-16,4-8 0 0,-4-6 0 15,-1-1 0-15,-5-7 0 16,3-7 0-16,-6 0 0 16,-4-4 0-16,-3-1 0 0,0-5 0 15,-6-2 0-15,1 0 0 16,-6-2 0-16,-2-1 0 16,-3 0 0-16,-7 3 0 15,-3 2 0-15,1 3 0 0,-3 2 0 16,-7 4 0-16,-3-2 0 15,-8 3 0-15,4 0 0 16,-11 0 0-16,2 6 0 16,-4-1 0-16,-1 2 0 15,-4 1 0-15,0 7 0 0,-3 0 0 16,3 6 0-16,1 4 0 16,2 0 0-16,4 4 0 15,3 6 0-15,2 0 0 16,8 10-13-16,10-3-76 0,2 1-2 15</inkml:trace>
  <inkml:trace contextRef="#ctx0" brushRef="#br0" timeOffset="134333.47">18850 8259 289 0,'0'0'10'0,"0"0"3"0,5 0 4 0,-5 0-1 16,0 0 0-16,10-3-1 15,-10 3 1-15,0 0 0 16,10 10-9-16,-10 0-4 15,2 5-1-15,1 2-2 0,2 7 2 16,-3 4 1-16,4 9-2 16,-4 3 1-16,1 5-1 15,-3-1 0-15,0 8 0 0,0 1 1 16,-3-2-1-16,-5 10 0 16,3-8 2-16,-2 4-1 15,2 0 1-15,-2 3-2 16,-4-4 0-16,4 2 0 0,-2-1-1 15,0 1 0-15,2-6-1 16,0 1 1-16,0-1-1 16,2-2 1-16,3 0 0 15,-4-1 0-15,3-3 0 0,3 0 0 16,0-2 0-16,0 3-1 16,0-4 1-16,0 1 0 15,0-1 0-15,0-2-1 0,0 1 1 16,-2-2 0-16,-4 0-1 15,2-3 1-15,2 0-1 16,-3 2 1-16,-1-1 0 16,1-7-1-16,1 5 1 15,1-4-1-15,-2 0 1 0,3-2 0 16,0-3 1-16,2 0 0 16,0-5 0-16,-3 3-1 15,3-2 1-15,0-3 0 16,0-3 0-16,-2 3 0 0,2-6-2 15,-4-1 1-15,4-3 0 16,0 0 0-16,0-10-1 16,-2 11 1-16,2-11 0 15,0 0-1-15,0 11 1 0,0-11-1 16,0 0 1-16,0 0 0 16,0 0 0-16,0 0 0 15,0 0-1-15,0 0-1 0,0 0-9 16,0 0-29-16,0 0-36 15,0 0-2-15</inkml:trace>
  <inkml:trace contextRef="#ctx0" brushRef="#br0" timeOffset="136099.35">18455 10615 361 0,'0'0'7'0,"0"0"2"15,0 0 4-15,0 0 0 16,0 0 0-16,0 0-1 16,6 3 0-16,-6-3 0 15,0 14-6-15,0 1-3 0,0 7-3 16,0 10 0-16,-4 4-1 16,2 5 1-16,-3 6 0 15,5 0 0-15,-5 3 1 0,3-5 1 16,-3-4-1-16,5-6-1 15,-5-5 0-15,5-8-1 16,0-5 0-16,-2-7 1 16,2-10-2-16,0 13 0 15,0-13 0-15,0 0 0 0,0-10 1 16,-4-5 0-16,4-2 2 16,0-8-1-16,0-2-1 15,0-8 1-15,0 0 2 16,4 1-1-16,-2-3 1 0,3-1 0 15,-3 4-1-15,3 5 1 16,-2-2 0-16,-1 1-1 16,-2 4 0-16,5 1-1 15,-3 2 1-15,2 6 0 0,-2-1-1 16,-2 7 1-16,2 0-1 16,-2 11 0-16,3-10 0 15,-3 10 0-15,0 0-1 16,0 0 1-16,0 0-1 0,0 0 1 15,0 0-1-15,0 0 0 16,0 0 1-16,9-10-1 16,-9 10 1-16,0 0 0 0,0 0-1 15,10-7 1-15,-10 7 0 16,0 0 0-16,0 0 1 16,11-5-1-16,-11 5 0 15,0 0 0-15,9-3 0 16,-9 3 1-16,16-2-1 0,-9 0 0 15,4-1 1-15,3 0-1 16,5 3 1-16,-1-2-1 16,5-1 1-16,-2 2-1 0,2-2 1 15,4 3-1-15,1-3 0 16,-1 3 1-16,5-4-1 16,1 4 0-16,-1-3 0 15,3-2 1-15,2-1-1 16,-6 5 0-16,5-2 0 0,-9 0 0 15,0 2 0-15,-4-2 0 16,-4 0 0-16,-1 3 0 16,-9 0-1-16,-9 0 2 0,14 0-1 15,-14 0 1-15,0 0 0 16,0 0 0-16,0 0 1 16,0 0 1-16,0 0 0 15,0 0 0-15,0 0 0 0,0 0 1 16,0 0-1-16,0 0 0 15,0 0 0-15,0 0 0 16,0 0-1-16,0 0 1 16,0 0-1-16,0 0-2 0,0 0 0 15,0 0 0-15,-5 0 0 16,5 7-2-16,-6 11 1 16,3-1-1-16,-1 5 0 15,-1 5 1-15,-2 3 1 16,5 3 0-16,-1 1-1 0,1 1 1 15,-2 0 0-15,2-1-1 16,2-4 1-16,0 0 0 16,0 0 0-16,0-8 0 0,0 0 0 15,0-2-1-15,0-8 2 16,0 1 1-16,0-3-1 16,0-1-1-16,0-9 0 15,0 10-1-15,0-10-2 16,0 0-2-16,0 0-5 0,0 10-13 15,0-10-49-15,0 0-13 16</inkml:trace>
  <inkml:trace contextRef="#ctx0" brushRef="#br0" timeOffset="137302.67">18808 10832 278 0,'0'0'8'0,"0"0"5"0,0 0 2 0,0 0 4 15,0 0 1-15,0 0 2 16,0 0 0-16,0 0 0 16,0 0-8-16,0 0-6 0,0 0-3 15,0 0-3-15,0 11-2 16,-2 1-1-16,2 3-1 16,-3 2 1-16,3 8-1 15,-2 2 3-15,2 5 0 0,0 0 0 16,0 4 0-1,0-2 1-15,0 3-1 0,-2 0 1 16,2-2 0-16,0 0-2 16,0-3 1-16,0 2 0 0,0-3 0 15,0 1-1-15,0-3 2 16,0 6-1-16,0-1 0 16,0 4 1-16,0 1-2 15,0 4 0-15,-4-4 0 16,-1 3 0-16,0 3 0 0,1-2 0 15,-1-2 0-15,0 4-1 16,-1-6 2-16,-1 0-1 16,2-1 0-16,0 2 0 0,3-3 1 15,0 3-1-15,-1-3 0 16,1 2 1-16,-2 1-1 16,2 0 1-16,-3 2 0 15,3 2 0-15,-3 6 1 0,-2-5 0 16,0 2-1-16,0 0 1 15,-2-3-1-15,4 1 0 16,-2-1 1-16,-1-4-2 16,3-3 0-16,-2-2 0 15,0-1 0-15,4 1 1 0,-3 0-1 16,2-5 1-16,1 2-1 16,-2 0 1-16,3 0-1 15,0 0 1-15,2 0-1 0,-3 1 0 16,1-4 0-16,-1 6-1 15,3-2 1-15,-2-2 0 16,2 2-1-16,-2-2 1 16,-2 0 0-16,-1-1 0 0,1 2 0 15,-1 0 1-15,0 0 0 16,0 0 0-16,-1-2 0 16,4 0 1-16,-3-4-1 15,0 2 1-15,3-6-1 16,-3-1 0-16,5-9-1 0,-5 2 1 15,1 0-1-15,0-6 1 16,4 1-1-16,-2 0 1 16,2-9-1-16,-6 15 0 15,6-15 1-15,0 10-1 0,0-10 0 16,0 0 0-16,0 0-3 16,0 10-3-16,0-10-7 15,0 0-22-15,0 0-47 0,0-10-2 16</inkml:trace>
  <inkml:trace contextRef="#ctx0" brushRef="#br0" timeOffset="138566.57">18549 13797 292 0,'0'0'6'0,"0"0"1"0,0 0 5 16,-10-4 3-16,3 1 3 16,-2 3 3-16,-7 0 1 15,2 0-1-15,-4 0-3 16,-5 3-2-16,4 4-5 0,-1 1-2 16,2 2-3-16,1-1-2 15,-3 4 0-15,3 2-2 16,-1 0 1-16,2 5-1 15,0 4 1-15,2-1-1 0,-2 4 0 16,2 5 1-16,3 5-2 16,2 1 1-16,-1 1-1 15,8 3 1-15,2 0-1 0,0 0 0 16,2-1 0-16,10-4-1 16,0-8 1-16,6-2 1 15,2-2-2-15,4-4 0 16,3-4 0-16,3-3 0 15,3-3 0-15,-1-10 0 0,0 2 0 16,4-1 0-16,-4-2 0 16,0-5 0-16,3-2 0 15,-3-4 0-15,-4 3 0 0,4-5 0 16,-5-2 0-16,1 0 0 16,-4-5 0-16,1 3 0 15,-5 0 0-15,3-3 0 16,-6 0 0-16,0 1 0 15,-5-2 0-15,6-1 0 0,-8-3 0 16,-3 5 0-16,0-7 0 16,-1 5 0-16,-3-6 0 15,-3-1 0-15,0-1 0 16,0-2 0-16,-5 0 0 0,-1 0 0 16,-4-1 0-16,1-1 0 15,-9 6 0-15,3 1 0 16,-5 0 0-16,0 5 0 15,-4 0 0-15,-6 1 0 0,0 5 0 16,-2 0 0-16,2 4 0 16,-2 4 0-16,2 1 0 15,3 2 0-15,2 3 0 16,-1 2 0-16,6 0 0 0,1 2 0 16,6 1 0-16,-1-1 0 15,2 3 0-15,-1-5-36 16,13 0-53-16,-10 0-4 15</inkml:trace>
  <inkml:trace contextRef="#ctx0" brushRef="#br0" timeOffset="139866.92">19514 7709 457 0,'0'0'4'0,"0"0"3"16,0 0 1-16,0 0 2 0,0 0 1 16,2-10-1-16,-2 10-6 15,0 0-4-15,0 0 0 16,0 5 0-16,-2 10 0 15,2 2 0-15,0 5 0 16,0 3 0-16,0 5 0 0,5 2 0 16,4-2 0-16,4-2 0 15,-2-3 0-15,11-6 0 16,-1-7 0-16,7-2 0 0,-1-5 0 16,1-5 0-16,1-5 0 15,1-5 0-15,-5-5 0 16,-2-5 0-16,-6-1 0 15,-4-10 0-15,-4 2 0 0,-4-7 0 16,-2 3 0-16,-3-5 0 16,0 6 0-16,-3 2 0 15,-4 5 0-15,2 5 0 16,-3 4 0-16,3 3 0 0,5 13 0 16,-9-12 0-16,9 12 0 15,0 0 0-15,0 0 0 16,-10 0 0-16,10 0 0 15,-3 12 0-15,0-2 0 16,3 2 0-16,0 1 0 0,3-4-30 16,4 8-61-16,-1-1-3 15</inkml:trace>
  <inkml:trace contextRef="#ctx0" brushRef="#br0" timeOffset="141051.37">19208 13845 413 0,'0'0'6'0,"0"0"5"0,0 0 1 0,0 0 3 15,0 0 1-15,5-10 2 16,-5 10 2-16,0 0-20 16,0 0 0-16,0 0 0 0,0 0 0 15,0 0 0-15,0 5 0 16,0 10 0-16,0 7 0 15,5 0 0-15,2 6 0 16,1 2 0-16,4-1 0 16,0-1 0-16,6-3 0 0,2-6 0 15,0-5 0-15,2-1 0 16,1-5 0-16,-4-5 0 16,4-3 0-16,-3-6 0 15,-1-4 0-15,-6-5 0 0,-1-2 0 16,-5-5 0-16,2-8 0 15,-7 3 0-15,-2-8 0 16,0 3 0-16,-5-2 0 0,-4 6 0 16,5 2 0-16,-3 2 0 15,0 10 0-15,2 4 0 16,5 10 0-16,-11-13 0 16,11 13 0-16,0 0 0 15,-7-5 0-15,7 5-79 0,0 0-14 16</inkml:trace>
  <inkml:trace contextRef="#ctx0" brushRef="#br0" timeOffset="142033.57">19434 10674 404 0,'0'0'6'0,"0"0"2"0,0 0 2 16,0-10 2-16,0 10 1 16,0 0 2-16,5-13 0 0,-5 13 0 15,0 0-6-15,0 0-5 16,0 0-4-16,2 8 0 16,1 9 0-16,2 3 0 15,0 10 0-15,0-3 0 0,2 9 0 16,0-1 0-16,4-2 0 15,-1-6 0-15,-1 1 0 16,-3-6 0-16,1-7 0 16,-4-5 0-16,-3-10 0 0,7 12 0 15,-7-12 0-15,0 0 0 16,0-17 0-16,-5 0 0 16,0-8 0-16,-2-5 0 15,1-7 0-15,1-2 0 0,-2-9 0 16,5 3 0-16,-3-1 0 15,5 5 0-15,0 5 0 16,0 6 0-16,7 2 0 16,0 9 0-16,4 7 0 0,6 2 0 15,1 7 0-15,-1 1 0 16,3 2 0-16,2 7 0 16,0 6 0-16,1 2 0 0,-3 4 0 15,-6 1 0-15,-1 2 0 16,-5 1 0-16,-6 1 0 15,-2-2 0-15,-12 1 0 16,-3-3 0-16,-8 3 0 16,-5-3 0-16,2-6 0 0,1-1 0 15,0-1 0-15,2-2 0 16,4-7 0-16,11 4-12 16,8-7-76-16,0 0-2 15</inkml:trace>
  <inkml:trace contextRef="#ctx0" brushRef="#br0" timeOffset="143850.51">20905 6438 313 0,'0'0'9'0,"0"0"2"0,0 0 2 15,0 0 0-15,0 0 2 16,0 0-2-16,0 0 0 16,0 0 0-16,-2 8-7 0,2-8-5 15,0 14-1-15,0-2-4 16,4 8-10-16,-1-5-27 15,4 7-31-15,1 6-3 16</inkml:trace>
  <inkml:trace contextRef="#ctx0" brushRef="#br0" timeOffset="143999.97">21071 6985 279 0,'0'0'4'0,"0"0"0"0,3 14 1 15,-1-3 1-15,1-1-1 16,-3 2 1-16,0 3-2 0,3 5-14 16,2 7-43-16,-3-7-11 15</inkml:trace>
  <inkml:trace contextRef="#ctx0" brushRef="#br0" timeOffset="144166.82">21131 7607 242 0,'0'0'2'16,"0"0"0"-16,2 11-1 15,-2-1 2-15,0-2-2 0,3 5 2 16,3 2 0-16,-4 3-18 16,5 4-41-16,-2-4-3 15</inkml:trace>
  <inkml:trace contextRef="#ctx0" brushRef="#br0" timeOffset="144316.79">21225 8118 39 0,'0'0'2'16,"0"10"-10"-16,0-10-22 15</inkml:trace>
  <inkml:trace contextRef="#ctx0" brushRef="#br0" timeOffset="144500.17">21263 8551 184 0,'0'0'4'15,"0"0"2"-15,8 15 1 16,-8-5-1-16,4 0-3 0,-2 0-12 16,-2-10-31-1,13 11-11-15</inkml:trace>
  <inkml:trace contextRef="#ctx0" brushRef="#br0" timeOffset="146177.6">20970 7053 328 0,'0'0'6'0,"0"0"4"0,0 0 1 16,0 0 2-16,0 0-1 0,0 0 0 16,0 0 1-16,0 4-1 15,0-4-5-15,2 15-3 16,0-2-2-16,3 1 0 15,0 4 0-15,3 1 0 16,-1 4 1-16,1 6 0 0,-1-1 0 16,1 6 0-16,-1 1 0 15,1 2 0-15,-4 1-1 16,5 4 1-16,-2 0-1 16,0 0-1-16,0 0 1 0,-2 2 0 15,3 2 0-15,-1 0 0 16,1 1 0-16,-1 0 0 15,1 1 1-15,-1-1 0 0,0-3 0 16,-2 3 0-16,4-3 0 16,-5 4-1-16,1-3 1 15,0-1-1-15,2-1 0 16,-2-2-1-16,3-1 0 0,-1-2 1 16,1-4-1-16,-1 1 0 15,1-3 0-15,-1-2-1 16,0-1 0-16,-2-2 0 15,3 0 0-15,-3 1 0 0,0-3 0 16,0-3-1-16,0-2 1 16,-1 0 0-16,-1-5 0 15,0-3 0-15,-3-2 0 16,0-10 1-16,3 12 0 16,-3-12 0-16,0 0 3 0,0 0-4 15,0 0 0-15,0 0 0 16,0 0 0-16,0 0 0 15,0 0 0-15,0 0 0 16,0 0 0-16,0 0 0 0,0 0 0 16,0 0 0-16,0 0 0 15,0 0 0-15,0 0 0 16,0 0 0-16,0 0 0 0,5-8 0 16,-5 8 0-16,0 0 0 15,0 0 0-15,0 0 0 16,0 0 0-16,0 0 0 15,0 0 0-15,0 0 0 0,0 0 0 16,0 0 0-16,0 0 0 16,0 0 0-16,0 0 0 15,0 0 0-15,0 0 0 16,0 0 0-16,0 0 0 0,0 0 0 16,0 0 0-16,0 0 0 15,0 0 0-15,0 0 0 16,0 0 0-16,0 0 0 15,0 0 0-15,0 0 0 16,0 0 0-16,0 0 0 0,0 0 0 16,0 0 0-16,0 0 0 15,0 0 0-15,0 0 0 16,0 0 0-16,0 0 0 0,0 0 0 16,0 0 0-16,0 0 0 15,-3 8-69-15,3-8-20 16</inkml:trace>
  <inkml:trace contextRef="#ctx0" brushRef="#br0" timeOffset="147166.57">20875 6448 292 0,'0'0'9'15,"0"0"4"-15,0 0 6 16,0 0 2-16,0 0 3 15,-9-10 1-15,9 10-1 16,0 0 1-16,-9-12-9 0,9 12-5 16,-12-3-4-16,12 3-4 15,-12 0-5-15,-1 0-2 16,-1 5-6-16,-6-2-10 0,5 7-12 16,-5 5-45-16,2-5-4 15</inkml:trace>
  <inkml:trace contextRef="#ctx0" brushRef="#br0" timeOffset="147686.7">20622 6553 355 0,'0'0'8'0,"0"0"4"16,0 0 0-16,-5 11 1 16,5-11 0-16,-10 15 0 0,5-2 0 15,-5-1 0-15,5 3-8 16,-3 0-2-16,3 5-3 15,1-3-2-15,1 3-5 16,3-5-2-16,0 4-4 0,5-3-1 16,2-2-3-16,-1-4-3 15,1 3 0-15,0-3 2 16,-7-10 3-16,12 16 5 16,-12-16 7-16,13 13 5 0,-13-13 7 15,8 11 2-15,-8-11 3 16,0 0 1-16,8 8 3 15,-8-8-2-15,0 0-5 16,14 13-2-16,-14-13-3 0,8 8-1 16,-8-8-2-16,17 10 0 15,-7-3-2-15,-3-4-3 16,6 4-5-16,-13-7-6 16,22 8-9-16,-9-3-9 0,-1 0-3 15,0-3-4-15,-1 3 0 16,1-1 9-16,-12-4 15 15,17 5 18-15,-17-5 13 16,0 0 13-16,0 0 7 0,0 0 0 16,3 10 1-16,-3-10-5 15,0 0-11-15,0 0-9 16,12 0-5-16,-12 0-5 0,18-2-4 16,-6-1-5-16,5-2-8 15,-2 0-16-15,-2-2-44 16,6 3-6-16</inkml:trace>
  <inkml:trace contextRef="#ctx0" brushRef="#br0" timeOffset="147851.87">21025 6869 349 0,'0'0'7'0,"0"0"5"16,0 0 0-16,0 0 2 16,0 0-1-16,0 0 0 15,0 0 1-15,0 0-1 0,0 0-7 16,0 0-5-16,0-5-5 15,0 5-8-15,4-10-26 16,11 5-39-16,-5-2-2 16</inkml:trace>
  <inkml:trace contextRef="#ctx0" brushRef="#br0" timeOffset="147999.87">20974 6507 219 0,'0'0'1'0,"0"0"2"16,-7-10-1-16,7 10-8 15,0 0-36-15,-5-7-12 0</inkml:trace>
  <inkml:trace contextRef="#ctx0" brushRef="#br0" timeOffset="148199.64">21022 6381 345 0,'0'0'4'16,"0"0"1"-16,0 0 2 15,0 0 1-15,10-2 0 0,-10 2 0 16,18 5 0-16,-6 4 1 16,2 4-4-16,4 2-2 15,0 5-5-15,-2-1-4 16,2 9-9-16,-3-9-19 0,-2 9-26 15,6 1-12-15</inkml:trace>
  <inkml:trace contextRef="#ctx0" brushRef="#br0" timeOffset="148329">21236 6804 243 0,'0'0'10'0,"0"0"5"0,0 0 2 16,-11 13 1-16,11-13 1 15,-7 8-2-15,7-8 0 16,-10 11-5-16,10-11-38 15,-7 11-39-15,7-11-7 16</inkml:trace>
  <inkml:trace contextRef="#ctx0" brushRef="#br0" timeOffset="149600.17">21195 8638 136 0,'0'0'8'0,"0"0"5"0,0 0 7 0,0-10 4 15,0 10 6-15,0 0 3 16,-4-10 3-16,4 10 2 16,0 0-4-16,0 0-5 0,0-7-5 15,0 7-5-15,0 0-7 16,0 0-3-16,0 0-3 15,0 14-2-15,2 4-2 16,0 4-1-16,4 8-1 0,-3 4 1 16,4 6 1-16,0 4 1 15,0 1-2-15,1 0 0 16,0-1 0-16,-1-1-1 16,2-1 0-16,0-5 0 0,-2-5 0 15,-3 0-1-15,4-4 1 16,-3-1 0-16,1-8 0 15,-4 2 0-15,0-9 0 0,-2-2 1 16,0-10 0-16,3 10 0 16,-3-10 0-16,0 0 0 15,0 0 1-15,0 0 0 0,0 0 0 16,0 0 1-16,0 0-1 16,0 0-1-16,0 0 0 15,0 0-2-15,0 0-2 16,0 0-2-16,0 0-3 15,0 0-5-15,0 0-14 16,-16 5-55-16,16-5-2 0</inkml:trace>
  <inkml:trace contextRef="#ctx0" brushRef="#br0" timeOffset="151033.32">21091 9526 365 0,'0'0'9'0,"0"0"4"0,0 0 2 16,0 0 0-16,0 0 0 0,5 6-1 16,-5-6 1-16,0 18-1 15,0-4-7-15,5 6-4 16,-3 5-3-16,1 7 0 0,0 5 0 16,2 6 0-16,-3-4 0 15,0 2 0-15,1-3 0 16,0-5-1-16,-3-6 0 15,2-8-1-15,-2-4 0 0,0-2 1 16,0-13 0-16,2 10 0 16,-2-10 1-16,0 0 0 15,3-7 1-15,-3-6 0 0,2-5 0 16,-2-4 0-16,0-10-1 16,3-3 1-16,-3-7-1 15,0-5 0-15,0-3 1 16,-3 6-1-16,3-1 0 15,-5 6 1-15,3 3-1 16,0 7 1-16,-1 10-1 0,-2-2 1 16,3 7 0-16,0 3 1 15,2 11-1-15,-3-11 0 16,3 11 0-16,0 0 0 0,-6-13 0 16,6 13 0-16,0 0-1 15,0 0 0-15,0 0 0 16,0 0-1-16,0 0 1 15,0 0 0-15,0-9 0 0,0 9 0 16,0 0 0-16,0 0 0 16,0 0 0-16,3-11 0 15,-3 11-1-15,18-7 1 0,-9 0 0 16,9-1 0-16,5 1 0 16,4-6 0-16,5 1 0 15,6 2 0-15,-4-2 0 16,6 1 0-16,-3-1 1 15,-5 2-2-15,-2 3 1 0,-8 0-1 16,-4 4 1-16,-8 1 0 16,-10 2 0-16,9 0 1 15,-9 0-1-15,0 0 1 0,0 0 1 16,0 0-1-16,0 0 1 16,0 0-1-16,0 0 0 15,0 0 1-15,0 0-1 16,0 0 0-16,0 0-1 15,0 0 1-15,0 0-1 0,0 0 0 16,0 0 0-16,0 0 0 16,0 0-1-16,0 0 1 15,0 0 0-15,0 0-1 16,0 0 1-16,0 0 0 0,0 0 0 16,0 0 0-16,0 0 0 15,0 0 0-15,0 0 0 16,0 0 0-16,0 0 1 15,0 0-1-15,0 0 1 0,0 0-1 16,0 0 1-16,0 0-1 16,0 0 1-16,0 0-1 15,0 0 0-15,0 5 1 0,0 5-1 16,0 4-1-16,3 9 1 16,0 7 0-16,0 7 0 15,2 5 0-15,-1 5 0 16,4 0 0-16,-1 0 0 15,1-2-1-15,2-6 1 0,-3-2 0 16,1-5 0-16,2-7 0 16,-3-5 0-16,-2 0 0 15,2-7 0-15,-1-5-2 16,-6-8-3-16,4 14-6 0,-4-14-10 16,0 0-59-16,0 0-5 15</inkml:trace>
  <inkml:trace contextRef="#ctx0" brushRef="#br0" timeOffset="152784.01">21347 9554 322 0,'0'0'6'0,"0"0"2"0,0 0 1 0,0 0 1 15,8 0 1-15,-8 0 1 16,4 15 2-16,-1-2 0 15,0 6-6-15,-1 4-2 0,1 7 0 16,-1 4 0-16,5 6-2 16,2 0 0-16,-2 4-1 15,2 1-2-15,-1 2 1 16,0 0-2-16,-3 1 0 0,2-2 0 16,-5 2 0-16,0-2-1 15,-2 2 1-15,0-4 0 16,0 3 0-16,0-3 1 15,0-2-1-15,3-2 1 0,-3-2-1 16,2-4 0-16,1-2 0 16,-3-2 0-16,3 0 0 15,0-5-1-15,-1 1 1 0,0 2 0 16,1-3 0-16,-1-1 0 16,-2 1 1-16,0 0 0 15,3 0 0-15,-1 3-1 16,-2-3 1-16,2-4 0 15,-2 4 1-15,3-1-1 0,-1 1 0 16,1-5 0-16,-1 5 1 16,1-2 0-16,-3-4 0 15,0 3 1-15,3-2-1 0,-1 0 1 16,1-3-1-16,1 5 1 16,-4-4-1-16,5 0-1 15,-2-4 1-15,-1 4 0 16,0-4-1-16,-2 1 1 15,6 0-1-15,-6 0 1 0,3 2 0 16,2-2 1-16,-5 6-1 16,1-7 0-16,-1 3 0 15,3 1 1-15,0-4-1 0,-1 4 0 16,-2-1-1-16,3 1 1 16,-3-3 0-16,0 0-2 15,0-4 0-15,0 3 0 16,2-4 0-16,-2-2 0 0,0 3 0 15,0-4 0-15,0-7 0 16,2 15 0-16,-2-15 0 16,0 12 0-16,0-12 0 15,0 10 0-15,0-10 0 0,0 0 0 16,0 10 0-16,0-10 0 16,0 0 0-16,0 12 0 15,0-12 0-15,3 18 0 16,-3-8 0-16,0 5 0 15,2-3 0-15,-2-2 0 0,4 5 0 16,-4-3 0-16,0-2 0 16,2 3 0-16,-2-1 0 15,2-2 0-15,-2 1 0 0,3 0 0 16,-1 2 0-16,1-4 0 16,-3 4 0-16,2-6 0 15,-2-7 0-15,2 13 0 16,-2-13 0-16,0 0 0 0,0 0 0 15,0 0 0-15,0 0 0 16,0 0 0-16,0 0 0 16,0 0 0-16,0 0 0 15,0 0 0-15,0 0 0 16,0 0 0-16,0 0 0 0,0 0 0 16,0 0 0-16,0 0 0 15,0 9 0-15,0-9 0 16,0 0 0-16,3 13 0 15,-3-13 0-15,0 20 0 0,2-8 0 16,-2 4 0-16,3 0 0 16,-3 2 0-16,0 1 0 15,2-1 0-15,-1 7 0 0,-1-8 0 16,0-2 0-16,7 0 0 16,-7-4 0-16,0-11 0 15,3 10 0-15,-3-10 0 16,0 0 0-16,0 0 0 0,0 0 0 15,0 0 0-15,0 0 0 16,0 0 0-16,0 0 0 16,0 0 0-16,0 0 0 15,0 0 0-15,0 0-7 0,0 0-44 16,-3-4-34-16,3 4-2 16</inkml:trace>
  <inkml:trace contextRef="#ctx0" brushRef="#br0" timeOffset="154033.6">21542 12024 253 0,'0'0'9'0,"0"0"4"0,0 0 7 15,0 0 1-15,0 0 3 16,0 0 1-16,0 0 5 15,0 0-1-15,0 0-7 0,0 0-4 16,0-10-4-16,0 10-3 16,0 0-2-16,-9-6-2 15,9 6-1-15,-12-7-6 0,0 7 0 16,2 0 0-16,-5 0 0 16,2 0 0-16,-1 3 0 15,-2 2 0-15,0 2 0 16,-2 1 0-16,3 2 0 15,0 5 0-15,3 0 0 0,-4 2 0 16,7 3 0-16,-1 7 0 16,0 3 0-16,2 1 0 15,4 0 0-15,1 1 0 16,3 0 0-16,0 0 0 0,5-4 0 16,2-1 0-16,6-5 0 15,-3 1 0-15,5-6 0 16,2-3 0-16,1 4 0 15,-1-5 0-15,1-1 0 0,4-2 0 16,-3-1 0-16,-1-2 0 16,1 4 0-16,-1-4 0 15,-1-1 0-15,3-2 0 0,-2-1 0 16,1 0 0-16,2-1 0 16,1-2 0-16,-2 0 0 15,2-5 0-15,1-1 0 16,-1-1 0-16,-2 0 0 15,-2 0 0-15,-2-4 0 0,0 2 0 16,-2 2 0-16,-1-6 0 16,-1 1 0-16,-2 0 0 15,0-1 0-15,-2-2 0 16,1 1 0-16,0-7 0 0,-2 4 0 16,0-3 0-16,-2-2 0 15,0 0 0-15,-3-1 0 16,1-1 0-16,-3-1 0 15,0 0 0-15,0 3 0 0,-3-6 0 16,-4 6 0-16,0 0 0 16,-3-3 0-16,-3 6 0 15,-2-6 0-15,0 5 0 0,-7 0 0 16,2 2 0-16,-2 0 0 16,2 4 0-16,-6-3 0 15,5 5 0-15,-2 1 0 16,6 4 0-16,-1 0 0 15,4 2 0-15,-2-1 0 0,4 6 0 16,-1 0 0-16,6 0 0 16,-2 3 0-16,9-3 0 15,-16 14 0-15,11-6 0 0,5-8 0 16,0 11-50-16,0-11-40 16,10 10-2-16</inkml:trace>
  <inkml:trace contextRef="#ctx0" brushRef="#br0" timeOffset="154653">22241 12185 461 0,'0'0'5'0,"0"0"2"0,0 0 2 16,-4-10 1-16,4 10 1 0,0 0-3 16,0 0-8-16,0 0 0 15,0 0 0-15,0 0 0 16,0 20 0-16,4-3 0 15,10 8 0-15,0 0 0 0,5 4 0 16,5 2 0-16,2-1 0 16,8-11 0-16,0-1 0 15,-2-4 0-15,3-9 0 16,-3-2 0-16,1-3 0 0,-4-8 0 16,-1-6 0-16,-5-2 0 15,-4-5 0-15,-1-3 0 16,-6-5 0-16,-8-4 0 15,1-3 0-15,-5-5 0 16,-2-2 0-16,-3 0 0 0,-6 9 0 16,-1-3 0-16,0 13 0 15,3 0 0-15,2 15 0 16,-2-1 0-16,9 10 0 0,-14 19-60 16,14-19-33-16</inkml:trace>
  <inkml:trace contextRef="#ctx0" brushRef="#br0" timeOffset="155566.59">21544 6553 388 0,'0'0'8'0,"0"0"3"0,0 0 2 0,0 0 1 16,10 0 1-16,-10 0 0 15,0 0 1-15,4 4 0 0,-4 6-6 16,3 5-5-16,-3 2-5 15,2 6 0-15,1 2 0 16,-1 4 0-16,-1-2 0 0,9 5 0 16,-1-7 0-16,-2 3 0 15,6-9 0-15,-1 2 0 16,6-7 0-16,2-4 0 0,-3-3 0 16,0-2 0-16,3-5 0 15,-3-3 0-15,1-1 0 16,-2-9 0-16,-2-2 0 15,-1 0 0-15,-1-9 0 0,-5-3 0 16,-2-1 0-16,-2-7 0 16,-3 3 0-16,0-2 0 15,-8 7 0-15,3-3 0 16,-4 7 0-16,2 5 0 16,-4 7 0-16,11 11 0 0,-17-8 0 15,17 8 0-15,-13-2-17 16,8 12-74-16,5 12-3 15</inkml:trace>
  <inkml:trace contextRef="#ctx0" brushRef="#br0" timeOffset="156366.46">22018 9453 486 0,'0'0'3'0,"0"0"1"16,0 0 0-16,0 0 0 15,0 7 0-15,3 7 0 16,1 0-2-16,1 10-2 16,3 1 0-16,1 10 0 0,2 2 0 15,4 3 0-15,-1 1 0 16,-1-3 0-16,2-4 0 15,-4-3 0-15,-2-6 0 16,-2-6 0-16,-4-5 0 0,2-6 0 16,-5-8 0-16,0 0 0 15,0 0 0-15,-10-2 0 16,3-13 0-16,0-8 0 0,-4-3 0 16,1-12 0-16,1-4 0 15,0-8 0-15,5 0 0 16,1-3 0-16,1 3 0 15,2 5 0-15,0 1 0 16,5 9 0-16,2 5 0 0,3 8 0 16,2 2 0-16,4 7 0 15,-2 6 0-15,7 2 0 16,-5 5 0-16,5 8 0 16,-1 4 0-16,-6 3 0 0,-2 5 0 15,1 2 0-15,-8 0 0 16,-5 1 0-16,-5-2 0 15,-8 0 0-15,-4 1 0 16,-8-2 0-16,-4-3 0 0,-1 1 0 16,-3-4-82-16,4-4-5 15</inkml:trace>
  <inkml:trace contextRef="#ctx0" brushRef="#br0" timeOffset="158953.95">15866 6992 325 0,'0'0'6'0,"0"0"2"0,0 0 3 15,-3-8 2-15,3 8 1 16,-9-6 0-16,2 2-1 16,-4 4 1-16,-6 0-5 0,2 10-4 15,-2 2-2-15,-3 5 0 16,-3 2-3-16,1 9 1 15,-3 1 0-15,5 4 0 16,1 1 0-16,-1 7 1 0,2-5 0 16,6 5 0-16,2-2 0 15,2 1 0-15,5 1 1 16,3-4-1-16,3 0-1 0,8 1 1 16,1-9-1-16,5 3 1 15,3-4 0-15,5-4 0 16,0-4 0-16,7-6 1 15,0-6 0-15,3-8 1 16,-1 0 0-16,1-4-1 0,3-10 2 16,-3-1-1-16,-5-6 1 15,0-1 0-15,-3-3 1 16,-5-3-6-16,0-1 0 16,-4-6 0-16,-3 1 0 0,-6-6 0 15,-3-1 0-15,-2-7 0 16,-4 3 0-16,0-4 0 15,-7 1 0-15,-8 2 0 16,0 4 0-16,-7 7 0 0,-1 1 0 16,-4 6 0-16,-3 3 0 15,-2 10 0-15,-3 5 0 16,-2 5 0-16,3 5 0 0,-8 3 0 16,8 7 0-16,0 7 0 15,-1 4 0-15,8 5 0 16,2-1 0-16,10 7-13 15,0 0-71-15,15-4-3 0</inkml:trace>
  <inkml:trace contextRef="#ctx0" brushRef="#br0" timeOffset="160036.28">15704 7674 332 0,'0'0'6'0,"0"0"2"0,0 0 1 0,0 0 1 16,0 0-1-16,-9 3 1 15,9-3-1-15,-7 15 0 16,1-1-6-16,-1 9-1 15,-1 4-2-15,-1 8 1 16,-3 9 1-16,1 7 0 0,-4 5 1 16,-2 6 0-16,-1 2 2 15,-7 6 0-15,3 1 0 16,-7 3 0-16,4-1-3 16,-1-3 2-16,-1 1-1 0,4 0 0 15,2-1-1 1,1-3 0-16,3-3-1 0,1 0 2 15,2-4-1-15,-2 0-1 16,2-1 0-16,-1-4 1 0,3-1-2 16,-5 0 1-16,4-4 0 15,-3-3-1-15,-3 0 0 16,4-7 1-16,-2 0-1 0,1-7 0 16,2 0 0-16,3-5 0 15,2-3 0-15,2-3 0 16,2-5 0-16,-4 2 0 15,7-3 0-15,-4-4 0 0,2 1 0 16,0-4 1-16,1 2-1 16,3-11 0-16,-6 9 1 15,6-9-1-15,0 0-1 16,0 0-4-16,0 0-8 16,0 0-18-16,0-5-46 0,0-3-2 15</inkml:trace>
  <inkml:trace contextRef="#ctx0" brushRef="#br0" timeOffset="160668">14817 9594 329 0,'0'0'7'0,"0"0"3"0,0 0 2 15,0 0 3-15,0 0 2 16,0 0-3-16,0 0 1 0,0 0 0 16,0 0-5-16,0 0-4 15,20 10-1-15,-3-5-3 16,5 5 0-16,6 0 0 16,5-1 0-16,1 2 0 0,7-4-1 15,-2 0 0-15,-3-2 0 16,0 1 0-16,-1-4 0 15,-8 0-1-15,0-2 1 16,-6 3 0-16,-4-3 0 0,-2 0 0 16,-5 0 0-16,-3 0-1 15,-7 0 1-15,13 0-1 16,-13 0-1-16,0 0-5 0,0 0-4 16,0 0-13-1,0 0-56-15,0 0 0 0</inkml:trace>
  <inkml:trace contextRef="#ctx0" brushRef="#br0" timeOffset="161135.78">14824 9601 310 0,'0'0'6'0,"0"0"4"16,0 0 1-16,-9 0 1 15,9 0 1-15,-12 0 1 0,1 6 0 16,2 0 0-16,-3 10-6 15,-1 4-3-15,1 7-1 16,-4 12-2-16,2 3 0 0,2 8 0 16,-1 7-1-16,-4 5 1 15,4 2 0-15,1 1 1 16,-4-1 0-16,0 0-1 16,0 3 2-16,2-5-1 0,-4-5 0 15,-1 0-1 1,3-5 0-16,2-5 0 0,-2-4-1 15,2-11-1-15,6-7-2 16,-2-6-4-16,8-4-2 16,-6-7-2-16,8-8-5 0,0 0-2 15,0 0-17-15,0 0-43 16,8-13-1-16</inkml:trace>
  <inkml:trace contextRef="#ctx0" brushRef="#br0" timeOffset="161649.79">15245 9674 331 0,'0'0'9'15,"0"0"2"-15,0 0 3 0,0 0-3 16,-3 9 3-16,1 1-1 16,2 8 0-16,-2 2 0 15,-1 6-7-15,-2 10-3 16,-1 6-3-16,-1 7 2 0,-2 0 0 15,-9 8-1-15,6-2 0 16,-6 1-1-16,1 2 0 16,-3-9 1-16,3 0-1 0,-3-3-2 15,8-5-6-15,-6-6-10 16,6-2-20-16,6-7-38 16,-1-6-4-16</inkml:trace>
  <inkml:trace contextRef="#ctx0" brushRef="#br0" timeOffset="163617.12">14882 10094 296 0,'0'0'6'15,"0"0"2"-15,0 0 0 16,0 0 2-16,0 3-1 0,0-3 0 15,-3 17 0-15,-1-2 1 16,-1 3-5-16,-2 2-4 16,2 6 0-16,-4 5 1 0,2 1 0 15,2 7-1-15,-2 3 1 16,-3 3-1-16,0 2 0 16,-2 2 1-16,-1 1-1 15,-1 0 0-15,-4-2-1 0,3 2-1 16,-3-2 1-16,2-4-1 15,3-2 1-15,-4 3-2 16,1-3 1-16,4 0 2 16,-1 3-1-16,-1-3 2 15,3 0-1-15,2-3 1 0,-3 1 1 16,1-5 0-16,1 0 1 16,-2-3-1-16,2-3 0 15,-2-4 0-15,0 3 0 0,1-6-1 16,-1 0 0-16,5 0 0 15,-4-1-1-15,4-5 0 16,2 1-1-16,0 1 1 0,1-3 0 16,0 2-1-16,-1-4 0 15,1 1 1-15,-1 2-1 16,0 2 1-16,-2-2-1 16,1 3-1-16,1 5 1 0,-2 0 0 15,2 1 0-15,-2 0 1 16,-1-1 0-16,1 0 0 15,2-8 1-15,0 1 0 16,0-4-1-16,3-3 1 0,-2 0 0 16,4-10-1-16,-5 10-1 15,5-10 0-15,0 0 0 16,0 0 0-16,0 7 1 16,0-7-1-16,0 0 0 15,0 0 0-15,0 0 2 16,0 0-1-16,-2 11 1 0,2-11-1 15,-2 11 0-15,-1-1 0 16,1 3 1-16,-1 5-1 16,-1-7-1-16,-4 4 0 0,5 0 1 15,-2-5-1-15,3 3 0 16,-1-4 0-16,3-9 0 16,-4 18 0-16,1-11 0 0,3-7 0 15,-5 17 1-15,5-7-1 16,-2-2 1-16,0 4-1 15,-4 1 0-15,3-3 1 16,3-10-1-16,-4 12 0 0,4-12 0 16,0 0 0-16,-3 9 1 15,3-9 0-15,0 0 1 16,0 0 1-16,0 0 0 16,0 0 1-16,0 0 0 15,0 0 1-15,0 0 0 0,0 0-1 16,0 0 1-16,0-4-2 15,0 4 1-15,0 0-1 16,-7-10 0-16,7 10 0 16,0 0 0-16,-13-12 0 0,13 12 1 15,-14-8-4-15,6 5 0 16,-2 1 0-16,-2 2 0 16,0 0 0-16,-1 0 0 0,-4 0 0 15,-1 8 0-15,0-2 0 16,-1 3 0-16,-2 3 0 15,2-2 0-15,-1 2 0 16,0 3 0-16,1 2 0 16,-1-2 0-16,2 3 0 0,1 2 0 15,-3-1 0-15,3 1 0 16,-3 0 0-16,2-1 0 16,1 4 0-16,-1-3 0 15,-1 0 0-15,1 2 0 0,4-2 0 16,-4-1 0-16,6 4 0 15,-1-7 0-15,6 5 0 16,2 1 0-16,0-2 0 16,3-2 0-16,2-1 0 0,7 4 0 15,-2 0 0-15,7 1 0 16,1 1 0-16,1-3 0 16,4 1 0-16,1-1 0 15,4 3 0-15,-5-3 0 0,3-6 0 16,-1 4 0-16,1-3 0 15,-2-3 0-15,1-2 0 16,-4-3 0-16,0-3 0 0,0 0 0 16,3-2 0-16,1-2 0 15,-3-2 0-15,5-3 0 16,-1-5 0-16,4 0 0 16,-1-5 0-16,-1 0 0 15,-1 0 0-15,6-2 0 0,-9 0 0 16,4-3 0-16,-6 2 0 15,3 1 0-15,-3-3 0 16,0 3 0-16,-1-3 0 16,-2 3 0-16,-1-4 0 0,-1 5 0 15,-5 0 0-15,6 2 0 16,-5-3 0-16,-1-1 0 16,-1 4 0-16,-2-4 0 0,-1 1 0 15,-1-5 0-15,1-1 0 16,-3-2 0-16,0-2 0 15,0 2 0-15,-3-2 0 16,1 2 0-16,-1 3 0 0,-1 2 0 16,-2 3 0-16,-1 4 0 15,-1 1 0-15,1 2 0 16,-6 0 0-16,1 3 0 16,-3-3 0-16,-4 2 0 0,-4 3 0 15,-5 0 0-15,3 3 0 16,0 2 0-16,-1 0 0 15,-2 2 0-15,6 6 0 16,2-6 0-16,8 6 0 0,2-8-27 16,10 0-64-16,-2-22-4 15</inkml:trace>
  <inkml:trace contextRef="#ctx0" brushRef="#br0" timeOffset="164633.51">15091 6991 384 0,'0'0'7'0,"0"0"2"0,0-7 3 0,0 7 2 16,0 0-1-16,0 0 1 15,4-13-1-15,-4 13 1 16,0 0-7-16,3 14-3 16,-1 4-2-16,2 4-2 0,-2 6 0 15,5 1 0-15,1 8 1 16,5-2 0-16,1-1-1 15,4-6 1-15,1-3 0 16,4-8 0-16,2-8 0 0,0-2 1 16,-1-7 0-16,6-8 1 15,-5-8 2-15,-3-8-5 16,3-3 0-16,-5-5 0 16,-7-3 0-16,-1-5 0 0,-8 1 0 15,-1 2 0-15,-3-4 0 16,-7 9 0-16,-3 2 0 15,-4 9 0-15,5 3 0 16,-3 5 0-16,-1 6 0 0,4 5 0 16,9 2 0-16,-10 9 0 15,10-9-67-15,2 23-22 16</inkml:trace>
  <inkml:trace contextRef="#ctx0" brushRef="#br0" timeOffset="165350.16">13299 12034 434 0,'0'0'1'0,"0"0"2"0,0 0-2 16,0 13 2-16,3-1 1 16,2 7-1-16,-2 4 1 15,7 7 0-15,2 0-1 0,0 4-1 16,3-4 0-16,2-3-1 15,3-4 0-15,3-9 1 16,-1-4 2-16,0-7 0 16,1-3 2-16,-1-13 1 0,-5-1 1 15,-1-11 1-15,0 0-4 16,-3-7-5-16,-5-3 0 16,-6-5 0-16,-2 0 0 0,0 1 0 15,0 1 0-15,-2 7 0 16,-6 4 0-16,4 6 0 15,-2 5 0-15,6 16 0 16,-5-13 0-16,5 13-86 0,0 0-3 16</inkml:trace>
  <inkml:trace contextRef="#ctx0" brushRef="#br0" timeOffset="166017.81">14015 9949 417 0,'0'0'6'0,"0"0"3"16,0 0 1-16,0 0 1 0,0 0-1 15,0 0 0-15,0 0 0 16,-3 7 0-16,6 11-5 15,2 1-4-15,3 10-1 16,4 4 0-16,0 5 0 0,1-5 1 16,-1 3-1-16,-2-5-1 15,0-6 1-15,-1-5 0 16,-4-2 1-16,0-6 1 16,-5-12 0-16,4 7 0 15,-4-7 0-15,-4-7 1 0,-1-11-3 16,-2-4 0-16,-2-7 0 15,-4-11 0-15,3-12 0 16,-2-5 0-16,1-3 0 16,4-6 0-16,-2 1 0 0,4 3 0 15,5 5 0-15,0 5 0 16,2 13 0-16,8 3 0 16,4 15 0-16,4 3 0 0,5 13 0 15,2 5 0 1,-4 13 0-16,2 4 0 0,-3 8 0 15,-5 9 0-15,-8 4 0 16,-7-2 0-16,-5 7 0 0,-7-3 0 16,-8-1 0-16,-3-5 0 15,6-10-70-15,-3 2-17 16</inkml:trace>
  <inkml:trace contextRef="#ctx0" brushRef="#br0" timeOffset="198099.69">13732 12725 200 0,'0'0'7'0,"0"0"5"15,0 0 4-15,0 0 3 16,0 0 4-16,0 0 0 16,0 0 2-16,0 0-1 0,-8-10-7 15,8 10-4-15,-10 0-4 16,0 10-4-16,-2 4-4 16,-1 5-1-16,-8 10-1 0,0 9-1 15,-6 6 0-15,-3 8-1 16,0 3-4-16,0 2-4 15,0 1-11-15,5 4-25 16,1-4-25-16,4-5-5 0</inkml:trace>
  <inkml:trace contextRef="#ctx0" brushRef="#br0" timeOffset="209166.68">15976 14568 260 0,'0'0'7'15,"0"0"5"-15,0 0 1 0,0 0 3 16,0-10 1-16,0 10 2 15,0 0 2-15,0-10 1 16,0 10-5-16,0 0-4 16,0 0-2-16,0 0-1 0,0-9-2 15,0 9-2-15,0 0-1 16,0 0-1-16,-12 9-2 16,6 4 0-16,-4 2-1 15,-2 7 0-15,-6 2 0 0,0 1 1 16,-1 8-1-16,-1-4 1 15,3-1-1-15,-1-6 0 16,0 1 0-16,6-6 0 16,3 0-1-16,-2-6-1 0,2-2-2 15,9-9-4-15,-10 10-7 16,10-10-8-16,0 0-18 16,-13 5-40-16,19-5-2 0</inkml:trace>
  <inkml:trace contextRef="#ctx0" brushRef="#br0" timeOffset="209516.77">16549 14539 385 0,'0'0'5'15,"0"0"3"-15,0 0 2 0,0 0 2 16,0 0 0-16,-5 2 0 16,5-2 0-16,-10 11 0 15,0-2-5-15,0 6-3 16,-2 0-2-16,0 5-2 0,-1-1 0 15,-1 3 0-15,1 1 1 16,3-3-2-16,3-3-2 16,-1 0-3-16,3 3-10 15,0-5-29-15,3-5-35 0,2 0-2 16</inkml:trace>
  <inkml:trace contextRef="#ctx0" brushRef="#br0" timeOffset="209766.88">17330 14497 403 0,'0'0'1'0,"0"0"0"15,0 0 1-15,0 0 1 16,0 0 2-16,-5 12 0 15,-3 3 1-15,-7 2 0 16,-3 6 0-16,-3 4 0 0,-4 3-2 16,-5-1 0-16,2 6-3 15,1-8-5-15,7 2-14 16,1 2-53-16,3-10-5 16</inkml:trace>
  <inkml:trace contextRef="#ctx0" brushRef="#br0" timeOffset="210002.86">17625 14536 420 0,'0'0'3'0,"0"0"2"0,0 0 1 16,0 0-1-16,0 0 2 15,-7 20-1-15,-5-3 0 16,-6 3 1-16,-5 8-3 16,-3 3-3-16,-4 4-5 0,5 2-20 15,2-2-53-15,3-5-3 16</inkml:trace>
  <inkml:trace contextRef="#ctx0" brushRef="#br0" timeOffset="210583.71">20301 14343 323 0,'0'0'1'0,"0"0"-1"0,-5 17 1 16,3-5 1-16,-5 6 0 16,-1 4 0-16,-5 3 1 15,-1 2-4-15,-4 6-9 16,1-2-31-16,-1-3-22 15,4-3-7-15</inkml:trace>
  <inkml:trace contextRef="#ctx0" brushRef="#br0" timeOffset="210784.09">20659 14311 348 0,'0'0'5'0,"0"0"3"16,0 22 2-16,-7-8 0 16,-5 9 1-16,-4 7 0 15,-1 3 0-15,-5 6 0 16,-4 3-8-16,0-8-11 0,5-6-59 16,2 10-6-1</inkml:trace>
  <inkml:trace contextRef="#ctx0" brushRef="#br0" timeOffset="211483.54">15217 14433 407 0,'0'0'6'0,"0"0"2"0,0 0 2 15,0 0 2-15,0 0-1 16,-5-3 0-16,1 10 0 15,-14 15 0-15,-1 21-7 16,-14 7-12-16,-26 20-71 16,9 16-3-16</inkml:trace>
  <inkml:trace contextRef="#ctx0" brushRef="#br1" timeOffset="-213596.8">16520 13320 471 0,'0'0'4'16,"0"0"2"-16,0 0 1 15,0 0 0-15,0 0 1 0,0 0 0 16,0 0-8-16,0 7 0 15,0 10 0-15,-3 4 0 16,-2 3 0-16,0 6 0 16,0-1 0-16,0 4 0 0,5-3 0 15,-4-2-42-15,-2-5-44 16,6-2-5-16</inkml:trace>
  <inkml:trace contextRef="#ctx0" brushRef="#br1" timeOffset="-213146.29">16534 13065 447 0,'0'0'3'0,"0"0"1"0,-14-10 0 15,14 10 1-15,-20 0 0 16,4 0 0-16,-5 10 1 15,-4 5 1-15,0 12-3 0,-5 13-1 16,2 7-1-16,1 10 0 16,-1 4 0-16,7 4 0 15,5 4-1-15,7 0 0 0,6-1 0 16,6-4 1-16,9-8-1 16,13-3 0-16,9-12 0 15,12-3 1-15,3-13-2 16,8-8 0-16,5-14 0 0,5-6 0 15,-2-14 0-15,-3-8 0 16,-7-10 0-16,-5-9 0 16,-11-10 0-16,-7-7 0 15,-16-8 0-15,-9-7 0 0,-9-11 0 16,-19-4 0-16,-6-1 0 16,-15 5 0-16,-3 6 0 15,-11 12 0-15,-9 13 0 16,-5 29 0-16,-2 17 0 15,3 17 0-15,1 29 0 0,1 11 0 16,7 25-80-16,9 17-11 16</inkml:trace>
  <inkml:trace contextRef="#ctx0" brushRef="#br1" timeOffset="-209712.27">14028 11162 396 0,'0'0'7'16,"0"0"1"-16,0-11 4 15,0 11 0-15,0-8 1 0,0 8 1 16,2-13 0-16,-2 13 0 16,7-12-6-16,-7 12-2 15,12-8-3-15,-12 8-1 0,21-4 0 16,-12 4-2-16,2 0 0 15,3 1 0-15,-2 4 0 16,-3 8 0-16,3-1 0 16,-5 6 0-16,-5-1 0 0,-2 4 0 15,0 0 0-15,-7-1 0 16,-5 2 0-16,1 0 0 16,-1-7 0-16,-2 0 0 0,3-2 0 15,4-3 0-15,7-10 0 16,-10 8 0-16,10-8 0 15,0 0 0-15,0 0 0 16,8-6 0-16,1-1 0 16,2-3 0-16,3-3 0 15,2 1 0-15,-2 2 0 0,2-5-7 16,0-2-77-16,-6 2-2 16</inkml:trace>
  <inkml:trace contextRef="#ctx0" brushRef="#br1" timeOffset="-209297.25">13950 10942 422 0,'0'0'3'0,"0"0"1"0,-9 0 1 16,-2 0 0-16,-1 2 0 16,0 8 1-16,-6 3-1 15,1 7 2-15,-1 5-2 16,1 9-1-16,2 1 0 0,6 6-1 15,-2 6 1-15,6 1-1 16,5-3 1-16,0-4-2 16,10 2-1-16,8-7 0 0,2-3 0 15,7-5 0-15,2-9 0 16,9-5 0-16,2-3 0 16,-1-11 0-16,6-5 0 15,-1-8 1-15,0-9-1 16,-3-5 0-16,-4-6 1 15,-7-4 0-15,-2-2 1 0,-14-6-3 16,-3-2 0-16,-11-7 0 16,-3 1 0-16,-14-3 0 15,-6 3 0-15,-9 4 0 16,-5 7 0-16,-8 6 0 0,-3 17 0 16,-4 7 0-16,3 12 0 15,-1 12 0-15,6 6 0 0,14 16-20 16,7-1-65-16,9 1-3 15</inkml:trace>
  <inkml:trace contextRef="#ctx0" brushRef="#br1" timeOffset="-207180.23">14824 8336 432 0,'0'0'7'16,"0"0"1"-16,0 0 3 15,-7-12 1-15,7 12 0 16,-2-13 1-16,2 5 0 16,-3-2-10-16,3 10-3 0,5-17 0 15,-5 17 0-15,13-17 0 16,-6 14 0-16,5-2 0 16,2 5 0-16,-2 0 0 15,1 5 0-15,-1 2 0 0,0 4 0 16,-2 3 0-16,-4-1 0 15,-2 4 0-15,-4 1 0 16,0-1 0-16,-4 0 0 16,-2-2 0-16,0 0 0 0,-1-2 0 15,5-4 0-15,2-9 0 16,0 15 0-16,0-15 0 16,7 10 0-16,4-6 0 15,-2 2 0-15,3-1 0 0,4 1 0 16,-4-2 0-16,6 0 0 15,-6 2 0-15,1-1 0 16,-4 2 0-16,-2 0 0 0,-7-7 0 16,2 21 0-16,-2-14 0 15,-11 5 0-15,-5-2 0 16,-5 0 0-16,-4 1 0 16,-5-2 0-16,-2-2 0 15,-1 1-15-15,-1-5-20 0,-14-3-48 16,18-3-3-16</inkml:trace>
  <inkml:trace contextRef="#ctx0" brushRef="#br1" timeOffset="-206780.06">14768 8078 372 0,'0'0'6'0,"-15"-7"3"0,5 7 1 16,-3-3 1-16,-4 3 2 15,-3 0 0-15,-3 10 0 16,-1 7 1-16,2 8-5 16,1 6-2-16,5 12-1 0,0 5-1 15,7 9-2-15,5 0 0 16,4 0-1-16,16-1 0 16,1-3-1-16,11-7 0 15,7-7 0-15,6-3 0 16,5-11 0-16,3-11 1 0,6-8 0 15,0-6 0-15,-3-16 0 16,0-7-2-16,-5-13 0 16,-7-3 0-16,-10-9 0 0,-10-6 0 15,-13-5 0-15,-7-1 0 16,-14-2 0-16,-16 5 0 16,-11 5 0-16,-3 5 0 15,-9 15 0-15,-1 10 0 0,-4 16 0 16,-1 6 0-16,10 30-28 15,3 5-55-15,12 10-3 16</inkml:trace>
  <inkml:trace contextRef="#ctx0" brushRef="#br1" timeOffset="-204547.4">19029 11544 403 0,'0'0'6'0,"0"0"3"0,0 0 1 15,0 0 0-15,0 0 0 16,0 0 1-16,0 0 0 0,-2 4 0 16,-3 12-6-16,-6-2-3 15,2 9-2-15,-3-2 1 16,-4 4 0-16,-1 0-1 16,-3-2 0-16,6-3-1 0,-2-2 1 15,4-7 0-15,-1 2-1 16,4-6 0-16,9-7 1 15,-5 8-1-15,5-8 1 16,14 2-1-16,4-2 1 16,5-2 1-16,1-3-1 0,8-3 1 15,4 0 0-15,1 0 0 16,-5-1-1-16,0 1 1 16,-4 1-1-16,-7 3-1 15,-5 1-5-15,-7 3-6 0,-9 0-27 16,16 0-42-16,-16 0-1 15</inkml:trace>
  <inkml:trace contextRef="#ctx0" brushRef="#br1" timeOffset="-204346.97">19034 11573 459 0,'0'0'5'0,"0"0"1"16,0 0 0-16,0 0-1 15,0 0 1-15,0 8-1 16,0 7 0-16,2 3 1 16,1 1-5-16,-1 8-2 15,4 0-1-15,1 5-3 0,-2-2-9 16,5-3-34-16,12 20-117 16</inkml:trace>
  <inkml:trace contextRef="#ctx0" brushRef="#br1" timeOffset="-203894.76">19069 11393 398 0,'0'0'5'0,"0"0"2"15,-15-11 2-15,8 9 0 16,-6 0 2-16,-4 2-1 15,-7 4 1-15,0 14 1 0,-4 7-6 16,4 9 0-16,0 11-4 16,-1 2 0-16,7 8-1 15,1 4 0-15,9 1 0 0,3-7 0 16,5 6-1-16,5-10 0 16,10-2 0-16,5-10 1 15,7-6 0-15,5-8 0 16,6-6 0-16,4-5 0 0,4-12 1 15,3 0-1-15,-2-16 2 16,-2-2-1-16,2-7 1 16,-10-9 0-16,-4-1-3 0,-8-9 0 15,-9-6 0-15,-5-3 0 16,-13 0 0-16,-14-7 0 16,-10 3 0-16,-10 2 0 15,-3 9 0-15,-14 3 0 16,1 13 0-16,-2 11 0 0,1 12 0 15,6 4 0-15,7 8-4 16,3 22-68-16,14-14-15 16</inkml:trace>
  <inkml:trace contextRef="#ctx0" brushRef="#br1" timeOffset="-203213.01">19116 8975 429 0,'0'0'6'0,"0"0"1"0,0 0 2 16,0 0-1-16,0 0-1 15,3 5 1-15,-3-5 0 0,0 17 0 16,-8-7-5-16,4 5-3 16,-5 2 0-16,2 3 0 15,-2 2-1-15,4 3 0 0,1-3 0 16,4-1 0-16,4-2 0 16,5-2 1-16,8-3-1 15,1-3 1-15,5-3 1 0,-2-1 0 16,2-2 1-16,0 0-1 15,-7-2 0-15,0-1 0 16,-7 1 1-16,-9-3-1 16,0 0 1-16,5 7-2 15,-5-7-2-15,-17 5-6 0,0-3-23 16,2-2-49-16,-10 3-2 16</inkml:trace>
  <inkml:trace contextRef="#ctx0" brushRef="#br1" timeOffset="-203046.9">19114 8943 441 0,'0'0'5'0,"0"0"1"16,14-13 0-16,-1 7 0 0,-6-5 1 16,5 1-1-16,2 0-4 15,0 3-8-15,1-1-29 16,2 6-44-16,-1-3-2 15</inkml:trace>
  <inkml:trace contextRef="#ctx0" brushRef="#br1" timeOffset="-202696.77">19193 8769 397 0,'0'0'4'16,"-15"0"1"-16,2 0 1 0,-4 10 2 15,-10 3 0-15,0 8 2 16,-8 9-2-16,0 9 2 15,3 7-3-15,2 6-2 16,9 5-2-16,12 2 0 0,9-2-1 16,3-3 0-16,15-1-1 15,8-9 0-15,12-6 0 16,2-6 1-16,6-13 1 16,7-6-1-16,-1-13 1 0,3-5 0 15,-1-13 1-15,1-9 0 16,-5-10 1-16,-8-7-1 15,-10-9-4-15,-7-3 0 16,-13-9 0-16,-6-2 0 0,-12 1 0 16,-16 1 0-16,-7 11 0 15,-12 1 0-15,-7 19 0 16,-3 11 0-16,-9 16 0 16,-2 12 0-16,7 20 0 15,1 9 0-15,12-6-61 0,7 24-24 16</inkml:trace>
  <inkml:trace contextRef="#ctx0" brushRef="#br1" timeOffset="-201646.94">21767 10619 400 0,'0'0'5'0,"5"-12"2"15,-5 12 3-15,7-14 1 16,-7 14 1-16,9-13-1 16,-9 13 0-16,0 0 0 0,0 0-3 15,4 17-4-15,-4 8-2 16,-4 4-2-16,-2 7 0 16,1 3 0-16,0-1 1 15,5 1-1-15,0-7 0 0,7 1 0 16,4-11 0-16,1-3 0 15,6-9 1-15,1-3 0 16,1-7 0-16,-3 0 1 0,1-8 0 16,-3-9 1-16,-5 0-1 15,0-5 1-15,-8-3 0 16,-2-2-3-16,-5 6 0 16,-4-4 0-16,-7 4 0 0,-3 9 0 15,-1 7 0-15,-3 3 0 16,1 4-4-16,2 9-7 15,5 3-10-15,-2-1-24 16,7 4-40-16,4-2-2 0</inkml:trace>
  <inkml:trace contextRef="#ctx0" brushRef="#br1" timeOffset="-201213.34">21825 10330 339 0,'0'0'5'0,"-11"0"1"0,1 0 1 0,-4 2 1 15,-4 9 4-15,-5 5 0 16,-4 12 0-16,-5 6 1 16,2 8-4-16,0 8-2 15,6 9 1-15,4 1-3 0,3 4-1 16,11-4-1-16,6-2-1 15,5-4 0-15,10-8 0 16,8-6 0-16,5-5 0 16,6-8 1-16,3-7 0 0,5-10 0 15,1-5 1-15,1-8 0 16,2-9-2-16,-5-8 1 16,1-7 0-16,-7-8 0 15,-5-5-1-15,-5-6 1 0,-7-8-1 16,-11-4 1-16,-7-2 0 15,-15 1-1-15,-5 4 0 16,-12 5 0-16,-5 14-1 16,-11 6 0-16,-2 10-1 0,1 12-1 15,1 8-5-15,6 6-6 16,8 4-15-16,-6 4-57 16,30 1 0-16</inkml:trace>
  <inkml:trace contextRef="#ctx0" brushRef="#br1" timeOffset="-200480.37">21358 7738 410 0,'0'0'6'0,"0"0"1"15,0 0 1-15,0 0 1 16,0 0 0-16,7 3 1 0,-7-3 1 15,12 2 0-15,-1-2-4 16,3 0-2-16,1 0-1 16,7-2 0-16,1-3-1 15,4-2 0-15,1-3-1 0,-3 2 0 16,-4 1-2-16,-3 0 0 16,-4 2 0-16,-3 2 0 15,-11 3 0-15,7 5 0 16,-7 7 0-16,-2 6 0 0,-3 1 0 15,0 4 0-15,-1 4 0 16,-1 4 0-16,0-2 0 16,2-2 0-16,-2-4 0 0,7-2-11 15,-1-6-12-15,1 0-60 16,0-8-3-16</inkml:trace>
  <inkml:trace contextRef="#ctx0" brushRef="#br1" timeOffset="-200047.33">21554 7429 385 0,'0'0'5'0,"-10"-10"2"0,10 10 2 16,-18-12 0-16,6 7-1 16,-6 5 1-16,-7 0 1 15,-2 7 0-15,-5 18-4 16,2 9-2-16,-3 11-1 15,1 9 0-15,0 8-1 0,10 8 1 16,2-1 0-16,5 1-1 16,10-1 0-16,5-7 0 15,5-3 0-15,12-9 0 0,9-6 1 16,6-11-1-16,7-12 0 16,7-8-1-16,5-9 1 15,-1-11-1-15,3-11 1 16,-2-15 0-16,2-7 1 15,-12-9-1-15,1-9 0 0,-4-8 1 16,-13-11-3-16,-5-5 0 16,-15 1 0-16,-8-1 0 15,-11 6 0-15,-19 8 0 0,-14 14 0 16,-5 13 0-16,-12 24 0 16,-7 17 0-16,0 25 0 15,-7 17 0-15,16 15-52 0,6 24-34 16,3 27-2-1</inkml:trace>
  <inkml:trace contextRef="#ctx0" brushRef="#br1" timeOffset="-197279.9">18537 6589 391 0,'0'0'5'16,"0"0"3"-16,2-12 1 16,-2 12 0-16,-2-16 2 0,-3 8-1 15,5 8 1-15,-20-17 0 16,6 16-5-16,-2 1-2 16,-3 0-2-16,-4 7-1 0,3 4-1 15,3 3-1-15,-1 1 0 16,6 2 0-16,4 3 0 15,3-3 1-15,8 1 0 16,12-1 0-16,2 0 1 0,10-5 0 16,8 4 1-16,3-4 0 15,2-2 0-15,2 2-1 16,-4-2 0-16,-4 0 0 16,-10 0-1-16,-3 2 1 15,-6 0 0-15,-10 3 0 0,-5 1 0 16,-7-4 0-16,-11 0 1 15,-5 1-1-15,-2-1 1 16,-5-4-1-16,-2-3 0 16,2-4 0-16,0-1 1 0,4-1-1 15,1-10 1-15,5-3-1 16,5-6 0-16,4-3 0 16,9-3-1-16,2-2-1 0,11-2 0 15,3 2 1-15,6 4-4 16,4 2-5-16,-1-2-11 15,2 6-59-15,-5 8-4 16</inkml:trace>
  <inkml:trace contextRef="#ctx0" brushRef="#br1" timeOffset="-196777.58">18493 6411 370 0,'0'0'6'0,"0"0"2"0,-13-13-1 0,-2 8 1 16,0-2 1-16,-4 5 1 16,-6 2 0-16,-8 0 0 15,-5 5-4-15,-1 12-1 0,-3 5-1 16,-1 9-1-16,1 7 0 15,5 9-1-15,3 6 0 16,6 4-1-16,13 2-1 16,7 0 0-16,8 4 0 0,21-10 0 15,4 2 0-15,12-10 0 16,12-8 2-16,6-9-1 16,4-6 0-16,6-12 1 15,2-10 1-15,1-6 0 16,1-10 0-16,-7-9 2 0,0-7 0 15,-4-13 0-15,-3-3 1 16,-11-4 0-16,-5-2-1 16,-9-8-5-16,-10-2 0 0,-11-6 0 15,-9 3 0-15,-9 7 0 16,-13 2 0-16,-13 11 0 16,-9 7 0-16,-16 18 0 15,-8 14 0-15,-8 10 0 0,-10 14 0 16,6 16 0-16,-8 5 0 15,6 9-83-15,14 9-5 16</inkml:trace>
  <inkml:trace contextRef="#ctx0" brushRef="#br1" timeOffset="-194679.97">20984 2574 401 0,'0'0'6'16,"0"-13"4"-16,0 6 3 15,0-3 2-15,0 3 1 16,0-3 1-16,0 0-1 16,0 10-1-16,0 0-13 0,0 7-2 15,0 15 0-15,-2 6 0 16,-3 4 0-16,2 7 0 16,-1 4 0-16,1-2 0 15,-2-1 0-15,2-7 0 0,2-9 0 16,1-4 0-16,0-5 0 15,0-15 0-15,0 12 0 16,0-12 0-16,-3-7 0 0,3-8 0 16,-6-7 0-16,6-8 0 15,-2-2 0-15,0-8 0 16,-1-5 0-16,1 7 0 0,-1 0 0 16,3 3 0-1,0 8 0-15,0 7 0 0,0 10 0 16,0 10 0-16,10 0 0 15,1 10 0-15,3 12 0 16,6 3 0-16,5 10 0 16,-1 3 0-16,6-2 0 0,-2 4 0 15,4-3 0-15,-5-2 0 16,3-8 0-16,-5-5 0 16,-5-7 0-16,2-2 0 0,-6-6 0 15,-7-7 0-15,-9 0 0 16,16-13 0-16,-14-4 0 15,0-5 0-15,-2-6 0 16,0-5 0-16,0-10 0 0,0-2 0 16,0 1 0-16,-2 4 0 15,0 0 0-15,-1 6 0 16,3 6 0-16,-3 9 0 16,3 3 0-16,0 16 0 15,0 0 0-15,0 0 0 0,13 0-2 16,-6 13-85-16,3 2-1 15</inkml:trace>
  <inkml:trace contextRef="#ctx0" brushRef="#br1" timeOffset="-194462.88">21646 2611 492 0,'0'0'3'0,"0"0"1"0,2-10 1 16,-2 10-1-16,10-15-1 0,-10 15-3 15,13-17 0-15,-1 9 0 16,5 5-5-16,0 3-51 16,6 3-29-16,2 2 0 15</inkml:trace>
  <inkml:trace contextRef="#ctx0" brushRef="#br1" timeOffset="-194297.36">21620 2735 399 0,'0'0'5'16,"0"0"2"-16,0 0 2 0,0 0 2 16,14 0 1-16,-2 0 0 15,5 0 0-15,7-8-1 16,6 8-15-16,2 11-56 15,9-11-18-15</inkml:trace>
  <inkml:trace contextRef="#ctx0" brushRef="#br1" timeOffset="-193613.11">22418 2509 435 0,'0'0'6'0,"3"-10"1"0,-3 10 2 16,0-17 0-16,0 6 0 15,0-3 0-15,-10 3 1 16,-1 3-1-16,-5 0-5 0,-7 8-3 16,0 0 0-16,-7 5-1 15,6 6 0-15,-3 7 0 16,4 2 0-16,6 3-1 15,6 3 1-15,9-1 1 0,4 3-1 16,12-1 2-16,7 1-2 16,7-4 0-16,4-1 0 15,3-1 0-15,3-3 0 16,-1 1 0-16,-2 0 0 16,-3-5 0-16,-7 3 0 0,2-4 0 15,-10 2 0-15,-4-2 0 16,-6-4 0-16,-4 0 0 15,-3 0 0-15,-12 0 0 16,-6-5 0-16,-5 2 0 0,-7-3 0 16,-2-4 0-16,-2 0 0 15,-6 0 0-15,3 0 0 16,5-8 0-16,4-5 0 16,3-5 0-16,10-6 0 0,5-3 0 15,8-8 0-15,4-4 0 16,14 1 0-16,5-4 0 15,0 5 0-15,6 2 0 16,-2 6 0-16,-1 1 0 0,-1 11 0 16,-1 1 0-16,-1 14 0 15,-9 2-72-15,4 0-15 16</inkml:trace>
  <inkml:trace contextRef="#ctx0" brushRef="#br2" timeOffset="-187693.95">14778 12041 492 0,'0'0'5'0,"0"0"2"16,0 0 0-16,0 0-7 15,5-9 0-15,-5 9 0 16,0 0 0-16,0 0 0 0,0 0 0 16,2 7 0-16,0 7 0 15,-2 4 0-15,3 2 0 16,-1 5 0-16,1 2 0 16,0 5 0-16,-1-4 0 0,3 4 0 15,-2-8-69-15,1 1-22 16</inkml:trace>
  <inkml:trace contextRef="#ctx0" brushRef="#br2" timeOffset="-186128.77">17901 13758 445 0,'0'0'4'0,"0"0"3"0,0 0 1 15,0 0 1-15,0-12 2 16,0 2 0-16,2 2 0 16,4-4-6-16,1-1-5 15,-2 1 0-15,4 0 0 0,5 2 0 16,-2 3 0-16,-3-1 0 15,4 4 0-15,-1 4 0 16,-1 0 0-16,-2 0 0 16,1 7 0-16,-3 5 0 0,-1 1 0 15,-4 2 0-15,-2 2 0 16,-4 5 0-16,-9 0 0 16,1 0 0-16,-4-2 0 0,-3 1 0 15,4-2 0-15,-2-4 0 16,4-5 0-16,5-3 0 15,8-7 0-15,-9 12 0 16,9-12 0-16,0 0 0 16,12 0 0-16,0 0 0 0,6-1 0 15,0-5 0-15,3 1 0 16,-1-2 0-16,3 2 0 16,-4 0 0-16,2 0 0 15,-7 0 0-15,-1 3 0 0,-1-1 0 16,-12 3 0-16,13 0 0 15,-13 0 0-15,0 0 0 16,0 0 0-16,0 0-23 16,7 5-63-16,-7-5-3 0</inkml:trace>
  <inkml:trace contextRef="#ctx0" brushRef="#br2" timeOffset="-185159.29">21118 11903 447 0,'0'0'5'0,"0"0"2"15,0 0 2-15,0 0 0 16,0 0 2-16,0-10-1 16,0 10 1-16,10-10-9 0,-10 10-2 15,14-12 0-15,-7 7 0 16,5 3 0-16,-3-1 0 16,4 0 0-16,-1 3 0 15,1 0 0-15,-3 3 0 0,-3 2 0 16,-7-5 0-16,8 17 0 15,-8-4 0-15,0-1 0 16,-8 0 0-16,1 1 0 16,-7-1 0-16,1 1 0 0,-2-1 0 15,5-2 0-15,0 0 0 16,10-10 0-16,-12 14 0 16,12-14 0-16,0 12 0 0,0-12 0 15,14 13 0-15,-4-8 0 16,5 2 0-16,-3 1 0 15,6-4 0-15,-3 2 0 16,0-1 0-16,-3 0 0 16,-4 0 0-16,-8-5 0 15,12 10 0-15,-12-10 0 0,0 0 0 16,-2 10 0-16,-5-6 0 16,-6-1 0-16,-2 2 0 15,-3-3 0-15,-4 1 0 16,0 0 0-16,2-3 0 0,2 2 0 15,1-2-3-15,8-27-71 16,-2 27-11-16</inkml:trace>
  <inkml:trace contextRef="#ctx0" brushRef="#br2" timeOffset="-184013.7">15548 9971 478 0,'0'0'4'16,"0"0"2"-16,2-10 1 15,-2 10 0-15,0 0 2 0,5-10-9 16,-5 10 0-16,0 0 0 16,0 10 0-16,-7 4 0 15,0 7 0-15,-6 1 0 16,-2 5 0-16,-2 3 0 0,5-1 0 15,-4-1 0-15,4-3 0 16,-2-6 0-16,5 1 0 16,2-8 0-16,2-2 0 0,5-10 0 15,-4 10 0-15,4-10 0 16,0 0 0-16,4-2 0 16,4-3 0-16,7-5 0 0,4 0 0 15,4 0 0-15,4-2 0 16,1 0 0-16,-1 2 0 15,-1 0 0-15,-3 5 0 16,-7-5-5-16,1 10-78 16,-17 0-3-16</inkml:trace>
  <inkml:trace contextRef="#ctx0" brushRef="#br2" timeOffset="-183811.9">15500 10045 457 0,'0'0'3'0,"0"0"1"16,0 0 1-16,11 2 1 15,-1 8 0-15,-1 5 0 0,7 3 0 16,-4 6 0-16,3 9-2 16,2 3-2-16,-2 5-5 15,5 6-10-15,-7-3-68 0,7 0-2 16</inkml:trace>
  <inkml:trace contextRef="#ctx0" brushRef="#br2" timeOffset="-182680">18229 10231 453 0,'0'0'5'0,"0"0"1"16,0 0 2-16,0-10 1 15,0 10 0-15,0 0 0 16,-7-8 0-16,7 8-6 16,-18 0-3-16,8 5 0 15,-5 5 0-15,5 2 0 0,1 5 0 16,-4 1 0-16,5 2 0 16,4 0 0-16,4-1 0 15,0 1 0-15,2-5 0 16,8 3 0-16,3-6 0 0,-2 1 0 15,8-4 0-15,-5 2 0 16,5-6 0-16,-1 2 0 16,2-2 0-16,-4-3 0 15,-4 1 0-15,-3-1 0 0,-9-2 0 16,13 7 0-16,-13-7 0 16,0 11 0-16,-8-7 0 15,-4 4 0-15,-2-1 0 0,-7 1-19 16,-6 15-47-16,2-19-21 15</inkml:trace>
  <inkml:trace contextRef="#ctx0" brushRef="#br2" timeOffset="-182479.9">18142 10226 419 0,'0'0'7'0,"0"0"2"0,13-15 1 16,-4 5 0-16,6-3 1 16,5-1-1-16,8-1-3 15,4-7-13-15,7 2-71 16,9 0-6-16</inkml:trace>
  <inkml:trace contextRef="#ctx0" brushRef="#br2" timeOffset="-181863.57">20949 9079 438 0,'0'0'7'16,"0"0"1"-16,0 0 2 0,-7-10 0 16,7 10 1-16,-9-6-1 15,9 6 1-15,-21 4-5 16,9 10-6-16,-1 1 0 15,1 10 0-15,-3 5 0 0,0 4 0 16,3 3 0-16,-1 1 0 16,6 1 0-16,5-6 0 15,2-2 0-15,0-3 0 16,5-8 0-16,7-3 0 0,1-7 0 16,3-5 0-16,2-2 0 15,0-6 0-15,-4-4 0 16,1-3 0-16,-2-5 0 15,-6-3 0-15,0 1 0 0,-7 3 0 16,0-4 0-16,-7 6 0 16,-5 4 0-16,-6 3 0 15,2 3 0-15,-2 2-73 16,0 7-15-16</inkml:trace>
  <inkml:trace contextRef="#ctx0" brushRef="#br2" timeOffset="-180946.99">15936 7689 407 0,'0'0'5'0,"0"0"2"0,0 0 0 16,0 0 2-16,0 0 2 15,0 0 0-15,10-5 2 16,4 0-1-16,4 3-3 0,5-3-2 16,1 2-1-16,5-5-1 15,1 1-3-15,0-3-2 16,-5 5 0-16,3-2 0 15,-11 3 0-15,-2 1 0 0,-6 0 0 16,-9 3 0-16,11 10 0 16,-11 2 0-16,0 8 0 15,-2 5 0-15,-3 2 0 16,-2 6 0-16,3 1 0 0,-1-1 0 16,1 1-2-16,-1 13-60 15,5-20-24-15,5-2 0 16</inkml:trace>
  <inkml:trace contextRef="#ctx0" brushRef="#br2" timeOffset="-180079.89">18211 7850 430 0,'0'0'4'0,"0"0"2"16,0 0-1-16,-5-9 1 15,5 9 0-15,-16 0-1 16,0 0 1-16,2 2-1 0,-4 10-3 16,1 1-1-16,2 4 0 15,0 5 0-15,5-1 0 16,0 0 0-16,8 2 0 0,2-1 1 16,2-5-1-16,5 3 0 15,4-5 0-15,3 2-1 16,6-5 2-16,2 1-1 15,0-2 0-15,6-3 0 16,-4 0 0-16,2-3-1 0,-9 0 1 16,1 0-1-16,-9 0 1 15,-9-5 0-15,3 12 0 16,-3-12 0-16,-12 14 0 16,-4-7 1-16,-3 0 0 15,-1-6 0-15,-3 5-1 0,2-6 1 16,-2 0 0-16,8-6 0 15,-2-1-2-15,6-2 0 16,4-8 0-16,7-4 0 0,0 2 0 16,11-6 0-16,3-2 0 15,9 0 0-15,2-3 0 16,-1 0 0-16,3 5 0 0,-2-4-29 16,0 9-57-16,0 2-1 15</inkml:trace>
  <inkml:trace contextRef="#ctx0" brushRef="#br2" timeOffset="-178927.92">21263 6089 395 0,'0'0'8'0,"0"0"3"15,0 0 1-15,3-10 2 16,-3 10 1-16,2-12 1 16,-2 12 0-16,0-15 0 0,-5 7-8 15,5 8-8-15,-18-10 0 16,9 10 0-16,-4 0 0 15,-4 2 0-15,-1 6 0 16,4 2 0-16,-2 3 0 0,4-1 0 16,-1 0 0-16,8 1 0 15,5-1-2-15,0-2 1 16,0-10 1-16,16 10 0 16,-2-8 1-16,2-2 1 0,1-2-2 15,3-6 0-15,-6-2 0 16,2-2 0-16,-2 0 0 15,-6-3 0-15,0 3 0 16,-6 2 0-16,0 0 0 0,-2 10 0 16,0-11 0-16,0 11 0 15,0 8 0-15,0 5 0 16,0 3 0-16,0 12 0 16,0-3 0-16,0 8 0 0,0-1 0 15,0 2 0-15,-2-9 0 16,-5 3-76-16,7-2-13 15</inkml:trace>
  <inkml:trace contextRef="#ctx0" brushRef="#br2" timeOffset="-177462.57">20940 3523 454 0,'0'0'4'0,"0"0"2"16,0 0 1-16,0 0 0 15,0 0 1-15,7 0 1 0,-7 0 0 16,18-3-2-16,-4 0-7 16,9-1 0-16,4-2 0 15,3-1 0-15,5-1 0 16,4 4 0-16,-2-2 0 0,-3 4 0 15,-5-2 0-15,-5 4 0 16,-8-3-2-16,-2 3-14 16,-14 0-3-16,0 0-3 15,0 0 2-15,0 0 0 16,-7 0 5-16,-5 0 6 16,-1 3 6-16,-4-2 7 0,4 4 6 15,-4 1 1-15,4 1 1 16,1-2 0-16,3 8-1 15,1-3-3-15,3 5-1 0,5 1-2 16,0 4-2-16,2 0 0 16,5 5 0-16,6-1 0 15,2 6 0-15,3 0-1 16,-1 1-1-16,3-2 1 0,-2 0-1 16,-4-1 0-16,-1 1 0 15,-6-4 0-15,0-3 0 16,-7 0 1-16,-4-6 0 0,-8-4 0 15,-9 1 0-15,-6-6 0 16,-1 0 1-16,-6-7-1 16,-1 0-1-16,-2-2 1 15,2-6-1-15,3-2-3 0,5-2-2 16,6 3-9-16,4 9-47 16,12-16-23-16,5 4-2 15</inkml:trace>
  <inkml:trace contextRef="#ctx0" brushRef="#br2" timeOffset="-177196.54">21700 3668 477 0,'0'0'4'0,"0"0"2"16,0 0 2-16,0 0 0 16,0 0 0-16,-2-9-8 15,2 9 0-15,0 0 0 16,14-16 0-16,-1 16 0 16,4-4 0-16,6 2 0 0,-6 2-33 15,8 2-53-15,0 0-3 16</inkml:trace>
  <inkml:trace contextRef="#ctx0" brushRef="#br2" timeOffset="-177046.81">21696 3813 421 0,'0'0'3'0,"0"0"1"16,0 0 1-16,0 0 1 15,9 0 1-15,3 0-1 0,8 0-8 16,10-6-69-16,5-1-4 15</inkml:trace>
  <inkml:trace contextRef="#ctx0" brushRef="#br2" timeOffset="-176296.6">22513 3602 454 0,'0'0'4'0,"0"0"3"15,-3-15 0-15,-4 7 3 16,0 0-2-16,-6 0 0 0,-2-3 0 15,-6 4-3-15,-1 1-5 16,-3 6 0-16,-1 3 0 16,3 9 0-16,1 1 0 15,5 2 0-15,4 5 0 0,6-3 0 16,7-2 0-16,4-1 0 16,8-3 0-16,9-4 0 15,6-5 0-15,1-2 0 0,6-4 0 16,-5-7 0-16,2-1 0 15,-6-6 0-15,0 4 0 16,-11-3 0-16,2 4 0 16,-11-2 0-16,-1 5 0 15,-4 10 0-15,0 0 0 0,0 0 0 16,0 16 0-16,0 6 0 16,0 9 0-16,0 12 0 15,0 4 0-15,5 7 0 0,-2-1 0 16,4-2-10-16,1-1-78 15,-3-5-2-15</inkml:trace>
  <inkml:trace contextRef="#ctx0" brushRef="#br2" timeOffset="-171712.9">16033 4534 412 0,'0'0'6'0,"0"0"2"0,0 0 2 15,0 0 0-15,-3-8 1 16,3 8-1-16,0 0-1 15,-17 0 1-15,5 5-6 16,-9 6-3-16,-4 7-1 16,-9 0-1-16,-3 4 0 0,-5 3 1 15,-6-1 0-15,4 1 0 16,-2-2 1-16,7-6-1 16,7 1-1-16,4-7 0 15,10 3 0-15,6-5 1 0,12-9 0 16,5 12 0-16,18-6 0 15,7-4-1-15,4 3 2 16,6 2 0-16,10 1 0 16,-3-5-1-16,8 4 0 0,-8-3 0 15,-5 4 0-15,-7-1 0 16,-5-2 0-16,-5 3-1 16,-5 1 0-16,-8 1 1 15,-7 1-1-15,-5-3 1 0,-3 6 0 16,-9-3 0-16,-6 6 1 15,-4-3 0-15,-8-2-1 16,-7 6 1-16,-5-1 0 16,-8 0-1-16,-3 0 0 0,4 1 0 15,-3 0 0-15,5-4 0 16,4 1-1-16,9 0 0 16,4-3-1-16,11-2 0 15,6 0 0-15,13-10 1 0,-8 15 0 16,13-8 0-16,13 1 1 15,4-1 1-15,5-1 1 16,10-2 0-16,8-1-1 16,2-3 1-16,8 0 0 0,2 0 1 15,1-6-1-15,1 2 1 16,-1 1-1-16,-9-2 0 16,-4 3 0-16,-8-2 0 15,-10 4 0-15,-7 0-1 0,-7-1 2 16,-13 1-3-16,0 0 0 15,0 0 0-15,0 0 0 16,0 0 0-16,0 0 0 16,0 0 0-16,0 0 0 0,0 0 0 15,0 0 0-15,-10 0 0 16,10 0-4-16,-13-5-28 16,13 5-54-16,-12-2-2 15</inkml:trace>
  <inkml:trace contextRef="#ctx0" brushRef="#br2" timeOffset="-171029.98">16530 4682 401 0,'0'0'6'0,"0"0"0"15,-6-8 0-15,6 8 1 0,-15-7-1 16,3 1 0-16,-5 2-1 16,-5 1 1-16,-1 3-6 15,1 0-1-15,-3 0 0 0,1 0 0 16,1 5 0-16,5-3 0 16,4 4 0-16,3-4-2 15,11-2-1-15,-12 5 1 16,12-5 1-16,-5 10-1 15,5-10 0-15,0 15 1 0,0-3 2 16,0 6 1-16,5 1 0 16,2 4 0-16,-2 4 0 15,6 1 0-15,-2 1 0 0,1 2 0 16,1-3-1-16,-2 2 1 16,1-2 0-16,0-6-1 15,-2 0 1-15,1 0 0 0,-4-7-2 16,0-2-9-1,3 2-22-15,-6-4-45 0,-2-2-1 16</inkml:trace>
  <inkml:trace contextRef="#ctx0" brushRef="#br2" timeOffset="-170846.96">16187 5028 413 0,'0'0'7'0,"0"0"1"15,0-10 0-15,0 10-1 16,2-9 1-16,8 1 0 0,5 4-1 16,5-4 1-16,7 3-6 15,8 0-6-15,5 0-11 16,4 15-61-16,1-10-4 0</inkml:trace>
  <inkml:trace contextRef="#ctx0" brushRef="#br2" timeOffset="-170659.85">16721 4961 423 0,'0'0'1'16,"0"0"0"-16,0 0 1 16,0 0-1-16,5 16 1 15,-3-4 0-15,3-3 0 16,1 7 0-16,1 4 0 0,-2-1-9 15,2 4-15-15,6-4-53 16,-11 1-2-16</inkml:trace>
  <inkml:trace contextRef="#ctx0" brushRef="#br2" timeOffset="-170477.95">16734 4830 435 0,'0'0'3'16,"0"0"0"-16,0 0-1 16,0 0-2-16,9-4-5 0,-9 4-33 15,15 0-37-15,-5 4-3 16</inkml:trace>
  <inkml:trace contextRef="#ctx0" brushRef="#br2" timeOffset="-170279.97">17198 4895 485 0,'0'0'4'16,"0"0"1"-16,0 0-1 15,0-10 1-15,0 10-1 16,5-7 0-16,-5 7-4 15,12-8 0-15,4 8-19 0,5 3-65 16,-3 2-1-16</inkml:trace>
  <inkml:trace contextRef="#ctx0" brushRef="#br2" timeOffset="-170129.97">17109 5061 415 0,'0'0'3'0,"0"0"2"15,5 0 2-15,7 0-1 16,5-2 0-16,13 2-23 0,5-3-56 16,9-5 1-16</inkml:trace>
  <inkml:trace contextRef="#ctx0" brushRef="#br2" timeOffset="-165663.71">17774 4842 344 0,'0'0'7'0,"0"0"4"16,0 0 3-16,0 0 3 16,-5-8 2-16,5 8 0 15,-2-11 2-15,2 11 0 0,-3-10-7 16,3 10-3-16,3-15-5 16,4 5-1-16,8 3-3 15,5-3-2-15,2 2 0 16,8-2 0-16,0 5 0 0,5 0 0 15,2 5 0-15,-2 0-2 16,-8 0 2-16,-2 4-1 16,-7 2 1-16,-6 4 0 15,-7 0 1-15,-5 5-1 16,-8 3 2-16,-5-4-2 0,-1 1 0 16,-5 3 0-16,1-4 0 15,3-1 0-15,-1-1 0 16,7-4 0-16,-1 2 0 15,5-3 0-15,5 4-2 0,0-3 0 16,5 3 1-16,3-4 0 16,6 3 0-16,4 3 1 15,-1-1 1-15,8-4-1 0,0 4 0 16,-2 1 1-16,-4-1-1 16,4 2 0-16,-6-3 0 15,-5 1 0-15,0 1 0 16,-7-2 1-16,1-1 0 0,-6 0 0 15,-13 3 1-15,-1-3-2 16,-9 2 0-16,-7-2 0 16,-4-3 0-16,-6 1 0 15,-3-4 0-15,-1 2 0 16,-1-6 0-16,5 0 0 0,6 0 0 16,6-6 0-16,3 5 0 15,11-5 0-15,3-1 0 16,11 7-9-16,0-15-15 15,0 15-59-15,13-12-4 0</inkml:trace>
  <inkml:trace contextRef="#ctx0" brushRef="#br2" timeOffset="-165013.45">18514 4886 396 0,'0'0'7'0,"0"0"3"0,3-8 3 16,-3 8 1-16,0 0 0 16,2-11 0-16,-2 11-1 15,0 0 0-15,0 0-6 16,-7 6-4-16,2 6-2 0,-4 3-2 16,-2-1 0-16,-1 6 1 15,0-2-1-15,-3 2-2 16,5-3-2-16,-3-5-2 15,3 1-5-15,3-4-7 16,0 2-18-16,7-11-46 0,-6 12-2 16</inkml:trace>
  <inkml:trace contextRef="#ctx0" brushRef="#br2" timeOffset="-164697.3">18353 4880 380 0,'0'0'5'0,"0"0"1"15,0 0 2-15,10 0 1 16,-10 0 2-16,19 5-1 16,-3 0 1-16,4 2 1 0,2 3-4 15,3 3-2-15,3 1-1 16,2 4-3-16,-4-6 0 15,4 5 0-15,-5-4-1 16,-2-3 0-16,-3 0-1 0,-8-2 1 16,2-4-1-16,-3-2 1 15,-11-2-1-15,7 6-1 16,-7-6-1-16,0 0-6 16,0 0-9-16,-2-8-52 15,2 8-13-15</inkml:trace>
  <inkml:trace contextRef="#ctx0" brushRef="#br2" timeOffset="-163929.15">18949 4625 347 0,'0'0'9'0,"0"0"5"16,0 0 3-16,0 0 1 16,4-14 1-16,-4 14 0 15,0 0 0-15,0 0 0 16,0 0-9-16,-13 6-5 0,3 12-2 15,-8 8-1-15,-1 7-1 16,-4 9-1-16,3 3 0 16,1 9 0-16,1 3 0 0,8 0 0 15,8-2 0-15,2 0 0 16,10-5 0-16,6-6 0 16,7-2 0-16,4-5 1 15,6-8 0-15,-2-1-5 16,7-14-10-16,5 4-67 15,1-1-3-15</inkml:trace>
  <inkml:trace contextRef="#ctx0" brushRef="#br2" timeOffset="-160663.22">19029 4904 385 0,'0'0'6'0,"0"0"3"16,0 0 2-16,7-12 1 15,-7 12 3-15,11-17-1 16,-4 7 1-16,0-2 1 15,3-1-6-15,3 1-3 0,1 1-1 16,4 4-1-16,1-2-5 16,4 4 0-16,-3 0 0 15,5 5 0-15,-5 0 0 16,2 7 0-16,-8 4 0 0,0 6 0 16,-10-1 0-16,-1 7 0 15,-6-2 0-15,-6 4 0 16,-9 6 0-16,-1-6 0 15,-4-1 0-15,-4-1 0 0,4-3 0 16,4-1 0-16,-1-6 0 16,8-3 0-16,1-2 0 15,11-8 0-15,-14 7 0 16,14-7 0-16,0 0 0 0,12 0 0 16,1 0 0-16,1-3 0 15,6-1 0-15,4-2 0 16,4 4 0-16,4-7 0 15,-2 5 0-15,0 2 0 0,-4-3 0 16,3 5 0-16,-9-3 0 16,-6 1 0-16,-1 2 0 15,-3 0 0-15,-10 0 0 16,0 0 0-16,7 0 0 0,-7 0 0 16,0 0 0-16,0 0 0 15,0 0 0-15,0 0 0 16,0 0 0-16,0 0-24 15,-5 0-61-15,5 0-3 0</inkml:trace>
  <inkml:trace contextRef="#ctx0" brushRef="#br2" timeOffset="-160279.15">19399 4598 475 0,'0'0'3'16,"0"0"2"-16,0 0 0 16,0 0 1-16,0 0 0 0,0 0 0 15,7-6-1-15,-7 6-5 16,23 11 0-16,-3 6 0 15,1 2 0-15,16 11 0 16,0 3 0-16,2 4 0 0,3 2 0 16,-1 6 0-16,-9-3 0 15,-2-3 0-15,-9 4 0 16,-5-4 0-16,-7-2 0 16,-9 3 0-16,-9 0 0 0,-12-3 0 15,-6 1 0-15,-3-5 0 16,-7-2 0-16,0 3-12 15,2-9-73-15,3-3-5 16</inkml:trace>
  <inkml:trace contextRef="#ctx0" brushRef="#br2" timeOffset="-158945.49">20240 4751 436 0,'0'0'6'16,"0"0"2"-16,0 0 2 15,0 0 2-15,0 0 0 0,0 0-1 16,0 0 0-16,0 0-6 15,0 0-5-15,0 10 0 16,0 7 0-16,0 3 0 16,0 5 0-16,7 0 0 15,-5 7 0-15,1-2 0 0,-1-1 0 16,1-1 0-16,-1-4 0 16,-2-1-11-16,2-3-74 15,-2-3-3-15</inkml:trace>
  <inkml:trace contextRef="#ctx0" brushRef="#br2" timeOffset="-158596.74">20029 4910 397 0,'0'0'8'15,"0"0"2"-15,0 0 3 0,0 0 0 16,0 0 1-16,0 0 1 16,0-10 2-16,0 10 0 15,24 0-10-15,-2-3-7 0,3 1 0 16,5-1 0-16,10 1 0 16,4-3 0-16,1 2 0 15,-1 1 0-15,-1 0 0 16,-11-1 0-16,-4 3 0 15,-6-2 0-15,-7 2 0 0,-5 0 0 16,-10 0 0-16,0 0 0 16,0 0 0-16,0 0 0 15,0 0 0-15,0 0 0 0,2 5-4 16,-2-5-83-16,0 0-3 16</inkml:trace>
  <inkml:trace contextRef="#ctx0" brushRef="#br2" timeOffset="-156696.74">20679 4759 419 0,'0'0'5'0,"0"0"2"0,0 0 2 16,3-11 0-16,-3 11 1 15,12-12 1-15,-5 5 0 16,6-6 0-16,1 6-5 16,4 0-2-16,-1-1-2 0,3 3-1 15,1 2 0-15,-2 3-1 16,1 0 0-16,0 3-1 15,-8 5 1-15,0-1-1 16,1 3 1-16,-6 2 0 0,-2 1 0 16,-5 1 0-16,0 1 1 15,-9 1 0-15,-1-2-1 16,-3 1 1-16,1-2-1 16,-1 1 0-16,1-3 0 0,7 1-1 15,0-2 0-15,2-3 0 16,3-7 0-16,6 15 1 15,1-7 0-15,5-4-1 16,3 3 1-16,2 1 0 0,1 2 1 16,2 0-1-16,0 0 0 15,2-1 0-15,-5 2 0 16,1-2 0-16,-3 1 0 16,-5 0 0-16,-5 0 1 0,-3 1 0 15,-2-2 0-15,-9 1 0 16,-7-3 0-16,-6 4 2 15,-3-4-3-15,-4-2 0 16,-1 0 0-16,-3-3 0 0,4-2 0 16,4 3 0-16,4-3 0 15,2 0 0-15,6-5 0 16,3 2 0-16,10 3 0 16,-9-6-10-16,9 6-16 0,0 0-57 15,0-8-4-15</inkml:trace>
  <inkml:trace contextRef="#ctx0" brushRef="#br2" timeOffset="-156147.2">21340 4491 380 0,'0'0'8'0,"0"0"2"15,2-13 3-15,-2 13 0 16,0-10 2-16,0 10 0 0,-2-11 0 15,2 11-1-15,-10 0-6 16,0 7-4-16,0 11-3 16,-4 6-1-16,1 11 0 15,-2 6 0-15,2 6 0 0,1 6 2 16,5 1-2-16,4 3 2 16,6-2-1-16,6 0 1 15,9-4 0-15,9 1-2 16,5-2 1-16,8-8-2 0,7-2-5 15,6-8-13-15,11-5-63 16,5-2-3-16</inkml:trace>
  <inkml:trace contextRef="#ctx0" brushRef="#br2" timeOffset="-153727.42">21533 4709 409 0,'0'0'6'16,"0"0"3"-16,11-7 2 15,-11 7 1-15,0 0 1 0,10-8-1 16,-10 8 1-16,0 0 0 15,12 0-6-15,-12 10-1 16,0 2-6-16,0 11 0 16,0-3 0-16,0 5 0 0,0 4 0 15,2-2 0-15,-1 0 0 16,-1-4 0-16,7-3 0 16,-2-6 0-16,-3 1 0 0,3-5 0 15,-5-10 0-15,7 12 0 16,-7-12 0-16,0 0 0 15,0 0 0-15,0 0 0 16,0 0 0-16,0-9 0 0,0 9 0 16,0-13 0-16,0 2-22 15,-7 3-64-15,7 8-3 16</inkml:trace>
  <inkml:trace contextRef="#ctx0" brushRef="#br2" timeOffset="-153079.7">21742 4464 376 0,'0'0'8'0,"0"0"1"0,0 0 3 15,0 0 1-15,0 0 0 16,0 0 1-16,0 0 1 16,0 0 0-16,21 0-5 0,-5 2-4 15,7 10-2-15,7 3-1 16,4 10-1-16,6 2 1 16,3 8-2-16,-4 5 0 15,-2 1 0-15,-4 5 0 16,-6 0 0-16,-7 2 0 15,-3-4 1-15,-10 3-2 0,-7-7 0 16,0 0 0-16,-12-6 0 16,-2 1 0-16,-2-5 0 15,-3-3 0-15,-2-5 0 0,4-4 0 16,0-3 0-16,2-7-4 16,5 3-12-16,-4 6-59 15,14-17-10-15</inkml:trace>
  <inkml:trace contextRef="#ctx0" brushRef="#br2" timeOffset="-151596.9">22510 4647 425 0,'0'0'5'0,"0"0"4"16,7-8 1-16,-7 8 3 16,11-7 0-16,-11 7 0 15,7-9 1-15,-7 9-5 0,0 0-9 16,0 0 0-16,7 9 0 15,-7 6 0-15,0 7 0 16,0 6 0-16,0-2 0 16,0 8 0-16,0-3 0 0,0 1 0 15,3-4 0-15,-1 2 0 16,-2-8-14-16,3-2-71 16,-3-1-3-16</inkml:trace>
  <inkml:trace contextRef="#ctx0" brushRef="#br2" timeOffset="-151280.22">22276 4830 422 0,'0'0'4'0,"0"0"0"16,0 0 2-16,6-2 1 0,-6 2 2 15,17-2 0-15,1-1 0 16,3 0 1-16,4-1-2 16,8 1-3-16,5-1 0 15,3 1-2-15,-3 0 0 0,-1-2-2 16,1 5 0-16,-12 0-2 16,-1 0-1-16,-6 0-2 15,-6 0-3-15,0 0-3 16,-13 0-4-16,15 3-10 0,-15-3-30 15,0 0-29-15,0 0-3 16</inkml:trace>
  <inkml:trace contextRef="#ctx0" brushRef="#br2" timeOffset="-150446.87">22950 4659 394 0,'0'0'7'0,"0"0"3"0,-3-10 2 16,3 10 1-16,0-10 2 15,0 10 0-15,0-16 1 16,3 4 0-16,1 4-7 15,5-3-5-15,4 4-4 0,6 0 0 16,0 2 0-16,4 2 0 16,-2 3 0-16,8 0 0 15,-4 0 0-15,-3 3 0 0,-5 2 0 16,-5 5 0-16,1 0 0 16,-10 2 0-16,-3 1 0 15,0 3 0-15,-7-2 0 16,-6 0 0-16,3 1 0 15,-4 0 0-15,3-3 0 16,4-2 0-16,0 7 0 0,1-6 0 16,6 1 0-16,6-3 0 15,6 4 0-15,1-3 0 16,8 2 0-16,4-2 0 0,0 0 0 16,3 1 0-16,-4-5 0 15,-4 5 0-15,0-5 0 16,-10 4 0-16,-10-10 0 15,7 18 0-15,-9-11 0 0,-8 4 0 16,-10-4 0-16,-5 0 0 16,-8 0 0-16,1-2 0 15,-2-2 0-15,-3-1 0 0,7 0 0 16,0-2 0-16,10 0-12 16,0-2-11-16,-2 2-61 15,22 0-2-15</inkml:trace>
  <inkml:trace contextRef="#ctx0" brushRef="#br2" timeOffset="-148679.98">23703 4353 311 0,'0'0'7'0,"0"0"6"0,0 0 2 16,0 0 2-16,2-8 1 15,-2 8 0-15,0 0-1 16,0 0 1-16,0 8-8 16,-7 13-4-16,-3 4-4 0,0 8-1 15,0 8-1-15,-5 12 0 16,3-1 1-16,1 5 0 15,7 0-1-15,1-1 1 16,3-1 0-16,11-7 1 16,3-4 1-16,6-3-1 0,4-5 0 15,6-10 0-15,0 2 1 16,6-6 0-16,-2-4-1 16,4-6 1-16,-6-2-2 0,0-3-4 15,-5-1-5-15,-4 2-17 16,9-7-56-16,-22 2 0 15</inkml:trace>
  <inkml:trace contextRef="#ctx0" brushRef="#br2" timeOffset="-145429.52">23936 4653 418 0,'0'0'6'0,"0"0"3"16,0-11 2-16,0 11 1 15,6-10 1-15,-6 10 0 16,9-17 1-16,-1 7 1 16,1 3-15-16,4-3 0 0,2 7 0 15,0-4 0-15,2 7 0 16,1 0 0-16,4 2 0 16,-2 6 0-16,-2 2 0 0,-4 2 0 15,-1 3 0-15,-6 2 0 16,-7 0 0-16,-2 6 0 15,-11-3 0-15,-6-3 0 16,-4 5 0-16,-2-4 0 0,-3-4 0 16,7-1 0-16,1-3 0 15,5-3 0-15,4-1 0 16,11-6 0-16,0 0 0 16,5 1 0-16,11-1 0 0,6-1 0 15,2-5 0-15,6 1 0 16,3-5 0-16,-1 6 0 15,3-2 0-15,-2-1 0 16,-9 4 0-16,-2 1 0 0,-4-1 0 16,-3 1 0-16,-5 2 0 15,-10 0 0-15,0 0 0 16,0 0 0-16,0 0 0 16,0 0 0-16,0 0-4 0,-10-2-30 15,-12 2-53-15,22 0-2 16</inkml:trace>
  <inkml:trace contextRef="#ctx0" brushRef="#br2" timeOffset="-145097.02">24235 4350 427 0,'0'0'6'16,"0"0"2"-16,4-8 1 16,-4 8 2-16,15-7 0 0,-2 4 1 15,5 3 0-15,1 0 0 16,6 10-9-16,2 9-3 16,8 6 0-16,0 8 0 15,2 9 0-15,-2 3 0 0,-5 4 0 16,-6 1 0-16,-4-1 0 15,-5 1 0-15,-9-3 0 16,-12-2 0-16,-6-3 0 16,-11 0 0-16,-1-8 0 15,-6 4 0-15,-5-9 0 0,5 4-2 16,6-9-84-16,-4-3-2 16</inkml:trace>
  <inkml:trace contextRef="#ctx0" brushRef="#br2" timeOffset="-142980.06">18369 5564 405 0,'0'0'6'0,"0"0"4"16,0 0 2-16,2-13 1 16,-2 13 1-16,0 0 0 15,0-7-1-15,0 7 1 0,-13 0-6 16,-1 10-6-16,-2 9-2 16,-3 6 0-16,3 2 0 15,-4 7 0-15,3 5 0 16,2-2 0-16,8 2 0 15,7-2 0-15,0-5 0 0,13-2 0 16,1-3 0-16,6-10 0 16,2 0 0-16,3-6 0 15,5-6 0-15,0-5 0 16,0 0 0-16,-3-10 0 0,-2-2 0 16,-6 0 0-16,-3-8 0 15,-7-3 0-15,-4 3 0 16,-5 1 0-16,-12-1 0 15,-2 3 0-15,-9 4 0 0,-2 6 0 16,-5 4 0-16,5 3 0 16,-5 3 0-16,9 9 0 15,1-3-3-15,4 7-45 16,11 1-36-16,5-2-3 0</inkml:trace>
  <inkml:trace contextRef="#ctx0" brushRef="#br2" timeOffset="-142246.52">19190 5655 442 0,'0'0'5'0,"0"0"3"16,0-13 2-16,0 13 0 0,3-11 0 16,-3 11 0-16,0 0-1 15,0 0-2-15,0 0-7 16,2 10 0-16,-2 8 0 15,6 3 0-15,-6 4 0 0,2 2 0 16,1 5 0-16,4-4 0 16,-7-4-13-16,5 1-14 15,-3-3-54-15,-2-4-3 0</inkml:trace>
  <inkml:trace contextRef="#ctx0" brushRef="#br2" timeOffset="-142030.15">19079 5794 436 0,'0'0'4'0,"0"0"2"15,0 0 0-15,0 0 1 16,0-12 0-16,0 12 1 16,17-13 0-16,-2 8-1 15,2-5-2-15,6 3-3 0,4-1-1 16,10 4-3-16,-2-2-9 15,10 2-37-15,2 4-33 16,-4 0-1-16</inkml:trace>
  <inkml:trace contextRef="#ctx0" brushRef="#br2" timeOffset="-141477.96">19648 5680 456 0,'0'0'5'0,"-5"-7"2"0,5 7 0 15,-5-18 1-15,0 8 1 16,2-4-1-16,0 0 0 16,3 0-5-16,3 2-3 0,7-1 0 15,5 3 0-15,5 3 0 16,3 2 0-16,4 5 0 15,-5 0 0-15,3 5 0 16,-2 2 0-16,-7 6 0 16,-3-1 0-16,-5 4 0 0,-6-4 0 15,0 2 0-15,-2 4 0 16,-4-6 0-16,-4 3 0 16,1 0 0-16,-3-5 0 15,2 0 0-15,4 0 0 16,4-10 0-16,-10 17 0 0,10-17 0 15,2 15 0-15,6-8 0 16,1-2 0-16,7 3 0 16,0-3 0-16,5 5 0 0,-5-4 0 15,5 2 0-15,-1 0 0 16,-6 1 0-16,-1-1 0 16,-1 2 0-16,-7 0 0 15,-5-2 0-15,0-8 0 0,-17 14 0 16,-3-6 0-16,-10-1 0 15,-2-3 0-15,-7 2 0 16,1-4 0-16,-2 1 0 16,5 0 0-16,3-3 0 0,9 0-18 15,9 0-63-15,3-3-3 16</inkml:trace>
  <inkml:trace contextRef="#ctx0" brushRef="#br2" timeOffset="-140162.08">20507 5534 394 0,'0'0'6'0,"0"0"5"0,8-10 1 15,-8 10 3-15,4-13 1 16,-4 13 0-16,6-9 0 16,-6 9-1-16,0 0-5 0,0 0-10 15,5 9 0-15,-5 9 0 16,0 4 0-16,0 3 0 16,0 2 0-16,3 4 0 15,1-2 0-15,1-2 0 16,-2-2-18-16,1-1-30 0,-1-2-36 15,-3-6 0-15</inkml:trace>
  <inkml:trace contextRef="#ctx0" brushRef="#br2" timeOffset="-139846.92">20306 5711 391 0,'0'0'5'0,"0"0"2"16,0 0 1-16,0-11 1 16,0 11 3-16,22-12 0 15,-2 6 2-15,8-1 0 0,9-1-4 16,3 1-2-16,7 0-2 16,-2 2-1-16,-3-1-2 15,-2 2-1-15,-8 4-1 16,-4-3 0-16,-12 2 0 15,-5 1-1-15,-11 0 2 0,0 0-2 16,0 0 0-16,0 0 0 16,0 0 0-16,0 0 0 15,-5 4 0-15,5-4-5 0,-13 12-20 16,18-3-55-16,-5-9-5 16</inkml:trace>
  <inkml:trace contextRef="#ctx0" brushRef="#br2" timeOffset="-138161.24">21087 5461 343 0,'0'0'7'0,"0"0"4"15,0 0 4-15,0-8 3 16,0 8 0-16,0 0-1 15,0 0 1-15,0 0-1 0,0 0-5 16,-11 7-6-16,1 11-3 16,-2 1-2-16,-1 8-1 15,4 0 1-15,-3 6-1 0,2-4 0 16,4 0 0-16,6-1 0 16,0 0 0-16,6-6 0 15,9-6 1-15,1 2 0 0,9-8 1 16,0-2 0-16,5-6 0 15,0-2 0-15,2 0 1 16,1-7 0-16,-8-3 0 16,-3-5 0-16,-5 2-1 0,-10-5-2 15,-4 2 0-15,-6 1 0 16,-9 0 0-16,-10 3 0 16,-6 4 0-16,-6 4 0 15,-3 4 0-15,4 0 0 16,-4 7-14-16,12-2-43 0,0 9-26 15,11-1-2-15</inkml:trace>
  <inkml:trace contextRef="#ctx0" brushRef="#br2" timeOffset="-136946.45">16656 5700 405 0,'0'0'7'16,"0"0"1"-16,0 0 4 15,7-10 0-15,-7 10 1 0,0 0-1 16,0 0 0-16,0 0 0 16,-12-2-6-16,-3 9-3 15,-4 8-2-15,-4 3-1 16,-4 3 0-16,-3-1 0 0,-2 3 1 15,2-1 0-15,5-5-1 16,3-2-1-16,7-2 0 16,5-6 0-16,10-7 0 0,0 0 0 15,5 7 0-15,12-7 1 16,10 0-1-16,5 0 1 16,4-2 0-16,3-1 0 15,-1 1-1-15,-6 2 0 16,-5 0 0-16,-4 0 1 15,-14 7 1-15,-6 4-1 0,-8 3 1 16,-10 4 0-16,-9 0 1 16,-6 5-1-16,-2 2 0 15,-11 0-1-15,1 2 0 16,-4-4-1-16,2-1 0 0,5 0 0 16,1-5-1-16,9-4 1 15,4-1 0-15,12-4 0 16,13-8 0-16,0 0 0 0,13 10 0 15,14-10 1-15,8-2 0 16,2-6 1-16,10 3 0 16,5 0 0-16,-5-2-1 0,3 1 0 15,0 4 1-15,-8-3-3 16,-8 5-2-16,-1 0-4 16,-13-3-7-16,-5 3-13 15,-5 8-52-15,-10-8-3 0</inkml:trace>
  <inkml:trace contextRef="#ctx0" brushRef="#br2" timeOffset="-136446.89">17053 5757 450 0,'0'0'2'15,"-4"-4"0"-15,-7-2 0 0,-1 1 1 16,-5 2-1-16,0 0 0 16,-8 2 1-16,0 1-1 15,-3 0-1-15,4 1 0 0,-3 8-1 16,6-1 0-16,4-2-2 16,2 2 1-16,8 2-1 15,-1-3 1-15,8 3-1 0,0 2 1 16,10 4 1-16,0-2 1 15,8 3 0-15,-4 3 1 16,4 3-1-16,1-2 1 16,-3 0-1-16,-2 6-1 15,-1-2 1-15,-3-1-1 0,-5-2-1 16,-3 3-4-16,-2-2-8 16,-2-3-24-16,-3-1-41 15,0-4-1-15</inkml:trace>
  <inkml:trace contextRef="#ctx0" brushRef="#br2" timeOffset="-136297.14">16805 6017 353 0,'0'0'3'16,"0"0"0"-16,8-13 1 0,4 12-1 15,5-10 1-15,4 9-18 16,6 2-45-16,8-4-6 15</inkml:trace>
  <inkml:trace contextRef="#ctx0" brushRef="#br2" timeOffset="-136147.03">17178 5963 381 0,'0'0'5'0,"0"0"1"16,0 0 0-16,0 7 2 0,-2 5-2 15,-1-2 1-15,3 5 0 16,-2 2 0-16,2-2-4 15,0 3-9-15,0-2-26 16,2 2-42-16,3-8-3 0</inkml:trace>
  <inkml:trace contextRef="#ctx0" brushRef="#br2" timeOffset="-135997.2">17165 5843 426 0,'0'0'3'0,"0"0"-1"16,0 0-1-16,8-7-2 16,-8 7-10-16,15-17-52 0,-2 17-9 15</inkml:trace>
  <inkml:trace contextRef="#ctx0" brushRef="#br2" timeOffset="-135810.31">17541 5878 480 0,'0'0'5'15,"0"0"0"-15,0 0-1 0,0-7-1 16,0 7 0-16,5-10 0 16,-5 10-2-16,14-10-8 15,4 7-33-15,-1 3-42 0,0 0-1 16</inkml:trace>
  <inkml:trace contextRef="#ctx0" brushRef="#br2" timeOffset="-135679.52">17516 6007 355 0,'0'0'3'0,"0"0"2"16,0 0 2-16,12 0-1 0,-1 0-3 15,15-10-46-15,4 10-22 16,13-2-2-16</inkml:trace>
  <inkml:trace contextRef="#ctx0" brushRef="#br2" timeOffset="-135010.93">21933 5685 433 0,'0'0'5'0,"0"0"2"0,0 0 0 16,0 0 1-16,9-5-1 15,-9 5 1-15,14-5 0 16,-2 0 0-16,8 5-5 15,1 0-3-15,4 0-9 0,7 0-19 16,14 8-52-16,-16-6-1 16</inkml:trace>
  <inkml:trace contextRef="#ctx0" brushRef="#br2" timeOffset="-134859.75">21904 5809 414 0,'0'0'2'0,"0"0"1"15,0 0 2-15,5 2 3 16,-5-2 1-16,20 0 1 0,5 0-1 16,4 0-1-16,9 0-12 15,1 0-37-15,9 0-34 16,7 0-5-16</inkml:trace>
  <inkml:trace contextRef="#ctx0" brushRef="#br2" timeOffset="-134397.28">22563 5616 451 0,'0'0'6'0,"0"0"2"0,0-10 0 16,0 10 1-16,0 0 0 15,0 0 0-15,0 0 0 16,0 10-7-16,0 5-2 16,0 4 0-16,-3 4 0 0,3 2 0 15,0 2 0-15,0 2 0 16,0-4 0-16,0 0 0 15,5 0 0-15,-5-6-9 16,0 1-74-16,0 0-2 16</inkml:trace>
  <inkml:trace contextRef="#ctx0" brushRef="#br2" timeOffset="-133996.89">22763 5621 415 0,'0'0'9'16,"0"0"2"-16,0 0 2 16,5-10 1-16,-5 10-1 0,0 0 1 15,0 0 0-15,-5-2-6 16,-4 2-8-16,-3 7 0 16,1 2 0-16,1 7 0 15,6 2 0-15,-1 1 0 0,5-2 0 16,5 3 0-16,4 1 0 15,7 0 0-15,3-4 0 16,4-2 0-16,2 0 0 16,-6 0 0-16,3-5 0 15,-1 0 0-15,-4-1 0 0,-2-4 0 16,-5 3 0-16,-10-8 0 16,11 7 0-16,-11-7 0 15,4 10 0-15,-4-10 0 0,-11 10 0 16,-1-6 0-16,-5 4 0 15,0-2 0-15,-6-3 0 16,-2 1 0-16,-2-4 0 16,3 3 0-16,-1-6-30 0,-5-1-54 15,12-5-3-15</inkml:trace>
  <inkml:trace contextRef="#ctx0" brushRef="#br2" timeOffset="-133612.48">22788 5616 453 0,'0'0'5'0,"0"0"2"0,0 0 1 15,-9-5 2-15,9 5 1 16,0 0-1-16,0 0-3 0,-7-10-7 15,7 10 0-15,14-3 0 16,4 1 0-16,3-1 0 16,9-2 0-16,3 1 0 0,9 1 0 15,-2-5 0-15,2 6 0 16,-8-3 0-16,-6 0 0 16,-3 3 0-16,-7 2 0 15,-6-3 0-15,-12 3 0 0,0 0 0 16,0 0 0-16,0 0 0 15,0 0 0-15,0 0 0 16,0 0 0-16,0 0 0 16,-10 3 0-16,1-1 0 15,9-2-7-15,-21 20-83 0,3-15-1 16</inkml:trace>
  <inkml:trace contextRef="#ctx0" brushRef="#br2" timeOffset="-129763.83">1100 4582 426 0,'0'0'5'0,"0"0"2"16,-3-9 2-16,3 9-1 16,-7-13 1-16,7 13-1 15,-13-9 0-15,-2 6-1 16,-2 3-5-16,-4 12-2 0,-3 4-1 16,-1 3-1-16,-2 9 0 15,2 2 0-15,0 1 2 0,8 1-1 16,6-1 1-16,9-7-1 15,4-2 2-15,11-6-1 16,7-8 0-16,7-5 2 16,8-6-3-16,0-8 2 0,5-11-1 15,-3-3 1-15,0-12 1 16,-5-3-1-16,-4-7 1 16,-3-8-1-16,-10-7 2 15,-3 1-1-15,-7-10 0 16,-3 2 1-16,-2-2-1 0,-7 9 1 15,-2 2-1-15,-4 14 0 16,1 8 0-16,-2 11-2 16,0 15 0-16,2 12 0 15,1 15 0-15,2 17-2 0,4 9 1 16,3 14-1-16,2 8 0 16,0 6 1-16,4 5 0 15,6-5 0-15,3 0 0 16,4-4-1-16,1-11-1 0,-4-7-2 15,4-2-7-15,-6-12-26 16,6-6-45-16,1-13-2 16</inkml:trace>
  <inkml:trace contextRef="#ctx0" brushRef="#br2" timeOffset="-129426.98">1398 4534 395 0,'0'0'4'0,"0"0"0"0,0 0-1 16,-6 7 1-16,6-7 0 15,-7 19-1-15,4-6 1 16,1 2-1-16,2 0-2 0,0 5-1 16,10-7 0-16,3 0 1 15,1-1 0-15,9-6 1 16,0-6 1-16,1 0 0 0,3-6 1 15,-7-6 1-15,0-2 0 16,-5-6 1-16,-5 3-1 16,-5-5 0-16,-5 1-2 15,-10 0 0-15,-7 5-2 16,-6 7-1-16,-2 1-1 0,-7 8-4 16,0 2-6-16,4 13-13 15,-2 5-33-15,11 1-25 16,9-4-3-16</inkml:trace>
  <inkml:trace contextRef="#ctx0" brushRef="#br2" timeOffset="-129180.33">1787 4236 462 0,'0'0'4'0,"0"0"0"15,-5-8 1-15,-4 8 0 16,-4 0-1-16,1 8 1 15,-6 4 0-15,4 10-1 16,-4 6-3-16,8 10-2 0,3 12 0 16,5 0 1-16,2 10-1 15,5 3 1-15,4-7 0 16,7 3 1-16,-7-1-2 16,3-6-2-16,-7-6-1 0,3-1-6 15,-8-13-16-15,-10-3-57 16,5-8-3-16</inkml:trace>
  <inkml:trace contextRef="#ctx0" brushRef="#br2" timeOffset="-129012.77">1670 4610 390 0,'0'0'6'0,"0"0"1"0,0-12 1 16,0 12 1-16,16-20-1 15,1 8 2-15,8-6-2 16,5-2-2-16,15 5-20 16,12-7-65-16,-3 4 1 0</inkml:trace>
  <inkml:trace contextRef="#ctx0" brushRef="#br2" timeOffset="-128829.04">2155 4457 426 0,'0'0'5'0,"0"0"0"16,-12 7 2-16,12-7 0 16,-10 4 0-16,10-4 0 15,0 0 1-15,0 0 0 0,10 5-6 16,15-5-9-16,-3 0-26 16,10-5-48-16,0 1-1 15</inkml:trace>
  <inkml:trace contextRef="#ctx0" brushRef="#br2" timeOffset="-128680.02">2100 4623 438 0,'0'0'2'15,"0"0"0"-15,0 0 2 16,0 0 0-16,13 2 0 0,4-2 0 16,5-2 0-16,6-6-2 15,17 0-18-15,9 1-62 16,1-5-3-16</inkml:trace>
  <inkml:trace contextRef="#ctx0" brushRef="#br2" timeOffset="-127680.04">3102 4149 415 0,'0'0'5'0,"0"0"2"16,0 0 1-16,-2-12-1 15,2 12 1-15,-23 2-1 16,9 11 0-16,-6 4 1 15,-6 12-6-15,1 9-2 16,4 4-1-16,-4 8 0 16,5 4 1-16,8-2-1 0,3 0 0 15,7-4 0-15,2-9 1 16,11-5-1-16,1-6 1 16,5-6 1-16,7-10 0 0,4-4 1 15,-1-8 0-15,3-3 0 16,2-4 2-16,-4-7-1 15,-6-4 1-15,-1-6 0 16,-9 3 0-16,-5-2-1 16,-7-2 0-16,-11 6 0 0,-6 5-2 15,-4-2-1-15,-7 11 0 16,-4 3-1-16,0 4-1 16,0 3-2-16,4 8-4 0,3-1-5 15,12 4-11-15,0-5-59 16,13-1-2-16</inkml:trace>
  <inkml:trace contextRef="#ctx0" brushRef="#br2" timeOffset="-127312.56">3698 3918 426 0,'0'0'6'0,"0"0"1"16,0-9 1-16,0 9 1 15,-7-5-1-15,-3 8 0 16,-7 8 0-16,-4 12 0 0,0 9-5 15,-7 18-2-15,3 6-1 16,-5 19 1-16,0 5-1 16,5 6 0-16,4 3 0 0,5-2 1 15,4-1 0-15,8-7 0 16,4-4-1-16,9-13 0 16,6-7 0-16,11-8-2 15,12-13-7-15,10-9-28 0,9-10-46 16,8-10 0-16</inkml:trace>
  <inkml:trace contextRef="#ctx0" brushRef="#br2" timeOffset="-126479.99">3919 4301 431 0,'0'0'5'0,"0"0"2"0,0 0 1 0,0 0 0 16,0 0-1-16,0 0 1 15,6 6 0-15,-6 12-1 0,-6 2-4 16,-1 9-3-16,-3 6 0 16,-5 3 0-16,5-1-1 15,-2 5 1-15,-2-5 0 0,3-8 0 16,2-1 0-16,0-9 0 16,5-4 0-16,1-5 1 15,3-10 0-15,0 0 0 16,-5-7 0-16,5-8 0 15,3-7 1-15,-1-10-1 0,3-1 1 16,0-6 0-16,1 1 0 16,-2 4 1-16,1 4 0 15,0 2-3-15,-3 9 0 0,1 6 0 16,-3 13 0-16,13-1 0 16,-4 2 0-16,3 12 0 15,2 6 0-15,5 6 0 16,1 0-2-16,5 5 2 15,-6-3 0-15,6 3-1 0,-2-5 1 16,-3-3 0-16,-3-7 0 16,-2-5 0-16,-4-2 0 15,2-6 1-15,-2-2-1 0,-11 0 2 16,12-15-2-16,-7-2 0 16,1-8 0-16,-1-2 0 15,-1-10 0-15,-1 1 0 16,2-3 0-16,-1 0 0 15,1 4 0-15,0 5 0 0,1 5 0 16,-4 5 0-16,1 8 0 16,-3 12 0-16,0 0 0 15,12 3-13-15,-8 6-25 0,5 9-47 16,3-1-2-16</inkml:trace>
  <inkml:trace contextRef="#ctx0" brushRef="#br2" timeOffset="-126211.41">4544 4424 468 0,'0'0'4'0,"0"0"1"0,0 0 1 15,0 0 0-15,0 0 0 0,0 0 1 16,9-10-1-16,3 7-3 16,6 1-3-16,0 0 0 15,8-1 0-15,2 1 0 16,4 2-5-16,-5 0-48 16,6 0-32-16,-3-3-2 15</inkml:trace>
  <inkml:trace contextRef="#ctx0" brushRef="#br2" timeOffset="-125963.11">5027 4267 477 0,'0'0'3'0,"0"0"0"0,0 0 0 15,0 0 1-15,11 9 0 16,-6 3 0-16,-1 7 0 0,1 6 0 16,-2 4-2-16,2 4-1 15,-5 5-1-15,5-2-2 16,-2-1-5-16,-3-4-11 16,5 1-65-16,-1-6-3 15</inkml:trace>
  <inkml:trace contextRef="#ctx0" brushRef="#br2" timeOffset="-125479.08">5376 4447 412 0,'0'0'4'0,"0"0"2"0,7-6 2 0,5 1 1 0,1 3 1 15,6 0 1-15,9-1 0 16,6-2 0-16,5 0-3 0,0 5-2 15,8-2-3-15,-3-1 0 16,1 3-1-16,-2 0-1 16,-6 0-2-16,-5 0-3 15,-7 0-3-15,-5 0-7 0,-7 0-11 16,-13 0-57-16,7 5-3 16</inkml:trace>
  <inkml:trace contextRef="#ctx0" brushRef="#br2" timeOffset="-124963.29">6110 4295 425 0,'0'0'4'0,"0"0"1"0,0 0 1 16,0 0 0-16,6-3 2 15,-6 3-1-15,19-1 2 0,-1-5 0 16,5 5-4-16,4-3-1 16,6 0-1-16,0 4-1 15,3-3-4-15,1 0-6 16,-7 3-9-16,-3 0-19 0,-4 0-46 16,-13 3-1-16</inkml:trace>
  <inkml:trace contextRef="#ctx0" brushRef="#br2" timeOffset="-124679.87">6217 4328 322 0,'0'0'4'0,"0"0"0"0,0 0 3 16,0 8 1-16,0-8 1 15,3 18 2-15,2-5 0 16,2 4 2-16,6 1-4 0,2 1 0 16,0 7-2-16,8-7 0 15,-6 6-1-15,5-3-1 16,-2 0-1-16,-3 3 0 15,-5-3 0-15,-1-1 0 16,-9-1 0-16,-2-4 1 0,-4 2 0 16,-9-3-1-16,-4-5 1 15,-6 2-1-15,-4-4 0 16,-3-1-1-16,0-5 0 16,-2 1-3-16,-1-3-2 0,4 0-5 15,3-5-9-15,1 0-43 16,9-7-24-16,0-6-3 15</inkml:trace>
  <inkml:trace contextRef="#ctx0" brushRef="#br2" timeOffset="-124360.33">6496 3968 449 0,'0'0'5'0,"0"0"1"0,7-12 1 15,-7 12 1-15,13-15 0 16,-3 12 0-16,8 1 1 16,1 2 0-16,4 12-7 15,9 13-2-15,3 5 0 0,2 15 0 16,3 3 0-16,4 10 0 16,-2 4 0-16,-1 6 0 15,1-4 0-15,-8 2 0 0,-6-2 0 16,-3-1 0-16,-13-1 0 15,-10-1 0-15,-4-6 0 16,-15 2 0-16,-8-7 0 16,-5-1 0-16,-2-13 0 0,-5 7 0 15,2-16-12-15,-3-2-74 16,12-9-1-16</inkml:trace>
  <inkml:trace contextRef="#ctx0" brushRef="#br2" timeOffset="-123980.27">7425 4382 481 0,'0'0'4'15,"0"0"0"-15,0 0 0 16,0 0 0-16,0 0 0 0,3 4 0 15,-3 12 0-15,4 3-2 16,0 11-2-16,-2 3 0 16,1 4 0-16,-1 2-9 15,5 4-24-15,3-1-49 0,-5-5-4 16</inkml:trace>
  <inkml:trace contextRef="#ctx0" brushRef="#br2" timeOffset="-123795.81">7257 4542 438 0,'0'0'3'15,"0"0"0"-15,7-8 1 16,3 2 0-16,5-4 1 0,10 3-1 16,5-1 1-16,9 1 0 15,3-3-8-15,13 10-22 16,5-4-53-16,0 0-2 15</inkml:trace>
  <inkml:trace contextRef="#ctx0" brushRef="#br2" timeOffset="-123163.14">8357 4096 459 0,'0'0'4'15,"0"0"2"-15,0 0 0 0,0 0 0 16,0 0 1-16,-12 0-1 15,2 11 1-15,-10-1-1 16,0 2-2-16,-7 8-4 0,-6 0 0 16,1 4 0-16,-5-1 0 15,2 2 0-15,-2 0 0 16,7-3 0-16,3-3 0 16,10 2 0-16,4-4-2 15,10-8 2-15,6 4-1 0,12-2 1 16,7-7 0-16,9 0 0 15,8-1 1-15,4 2-1 16,3-5 0-16,-1 0 2 16,-3 0-2-16,-8 0 0 0,-4 0 0 15,-7 2 0-15,-13 4 0 16,-10-6 0-16,-5 15 0 16,-17-3 0-16,-3 0 0 0,-10 6 0 15,-3 1 0-15,-8 1-2 16,4 3 2-16,-3-2-1 15,0 3 1-15,7-5-1 16,6-1 1-16,5 2-1 0,7-7 0 16,11 0 1-16,9-3-1 15,0-10 1-15,17 15-1 16,10-10 1-16,8-2 0 16,12-3 0-16,5 0 0 0,7-5-1 15,6 0-4-15,3 0-10 16,-2-5-36-16,7 2-32 15,-4 1-2-15</inkml:trace>
  <inkml:trace contextRef="#ctx0" brushRef="#br2" timeOffset="-122463.84">9090 4198 231 0,'0'0'9'0,"0"0"7"0,0 0 6 16,0 0 3-16,0 0 3 16,-7-12 1-16,7 12 4 15,-10-7-2-15,10 7-7 16,-18-10-7-16,4 7-5 0,1 1-3 15,-6 0-4-15,-2 2-2 16,-1 0-1-16,-3 4-1 16,3 1 0-16,-3 1-1 15,5 1 0-15,1-2 0 0,3 2 0 16,4 0 0-16,12-7-1 16,-13 10 1-16,13-10 0 15,-2 13 0-15,2-3 0 16,2 2-1-16,6 3 1 0,2 2-1 15,2 6 1-15,1 4-1 16,-1 3 1-16,1 2-1 16,-3 3 1-16,2-1-1 0,-5-2 1 15,1 3-2-15,-3-8-5 16,0 3-13-16,-1-5-59 16,-4-6-5-16</inkml:trace>
  <inkml:trace contextRef="#ctx0" brushRef="#br2" timeOffset="-122280.08">8725 4491 434 0,'0'0'4'0,"0"0"-1"0,0 0 2 16,13-7 0-16,-4 5 1 15,11-4 0-15,5 2-1 16,10 0 0-16,2 0-11 15,13 1-27-15,2 1-46 0,0 0-2 16</inkml:trace>
  <inkml:trace contextRef="#ctx0" brushRef="#br2" timeOffset="-122130.08">9284 4457 413 0,'0'0'3'0,"0"0"1"0,-2 11 0 16,2-11 0-16,0 18 1 15,0-6 0-15,0 3-2 16,2 3-3-16,1-7-14 0,-3 2-61 16,9-1-3-16</inkml:trace>
  <inkml:trace contextRef="#ctx0" brushRef="#br2" timeOffset="-121963.87">9409 4089 499 0,'0'0'3'0,"0"0"1"16,0 0 1-16,0 0-5 15,0 0 0-15,0 0 0 16,-11 10-49-16,11-2-32 16,5 2-4-16</inkml:trace>
  <inkml:trace contextRef="#ctx0" brushRef="#br2" timeOffset="-120562.79">2230 5673 377 0,'0'0'7'0,"0"0"2"16,0 0 2-16,0 0-1 16,0-6 1-16,0 6 0 15,0 0 0-15,0 0-1 0,12-4-4 16,-2 4-4-16,5 0-3 16,5 0-9-16,4 0-34 15,7 4-34-15,-2-1-3 16</inkml:trace>
  <inkml:trace contextRef="#ctx0" brushRef="#br2" timeOffset="-120412.89">2173 5906 355 0,'0'0'2'0,"0"0"3"16,0 0 4-16,7 0 0 15,5 0 1-15,9-6 0 16,4 2 0-16,9 0-12 15,5 4-45-15,14-4-22 0,7-6-8 16</inkml:trace>
  <inkml:trace contextRef="#ctx0" brushRef="#br2" timeOffset="-119346.43">3102 5428 376 0,'0'0'7'0,"0"0"2"16,0-13 4-16,0 13-1 15,0-10 1-15,0 10 0 16,0 0-2-16,-18-5 2 0,9 15-5 16,-3 8-4-16,-4 8-3 15,-2 12 1-15,-1 6-1 16,-1 8 1-16,1-2 1 15,1 2-2-15,4 0 0 0,5-2 0 16,1-8 0-16,7-5 0 16,1-5 0-16,9-10 0 15,7-7 0-15,3-5 0 16,6-7 0-16,2-3 0 0,3-11 1 16,0-3 0-16,-2-4 1 15,-6-4 0-15,-3-3-1 16,-5 3-2-16,-12-3 0 0,-4 3 0 15,-12 5 0-15,-5 4 0 16,-6 6 0-16,-2 3 0 16,-1 4 0-16,-2 4-6 15,10 6-10-15,-4 0-17 16,9 5-50-16,10-3-3 0</inkml:trace>
  <inkml:trace contextRef="#ctx0" brushRef="#br2" timeOffset="-118713.15">3576 5313 353 0,'0'0'7'0,"0"0"5"0,0 0 2 15,0 0 0-15,0 0 1 16,0 0 0-16,-12-4 0 0,12 4 1 16,-15 19-9-16,5 4-1 15,-4 10-2-15,1 8-1 16,-4 8-1-16,-3 13 1 15,0 3 0-15,5 4 0 0,2 3 1 16,4-3-2-16,6 1-1 16,3-11 1-16,12-2-2 15,6-10 0-15,9-7-7 16,15-3-22-16,16-12-52 16,-4-5-3-16</inkml:trace>
  <inkml:trace contextRef="#ctx0" brushRef="#br2" timeOffset="-115360.02">3997 5609 412 0,'0'0'5'15,"0"0"4"-15,0-13 1 16,0 5 2-16,0-2 1 0,0 0 0 16,0-2 0-16,0 4 1 15,-8 1-6-15,8 7-6 16,-15-2-2-16,0 4 0 16,-2 5 0-16,0 6 0 15,-3 2 0-15,2 0 0 0,1 3 0 16,2-2 0-16,7 1 0 15,8 0 0-15,3-1 0 16,10-1-2-16,1 0 2 16,9 0 0-16,4 0 0 0,3 3 2 15,-2-4-2-15,0 1 0 16,0 0 0-16,-3-1 0 16,-5 1 0-16,-5 0 0 0,-5-3 0 15,-3 3 0-15,-7-2-2 16,-7 2 0-16,-6-2-1 15,-6-5 1-15,-4 3 0 16,-2-4 1-16,0-2 0 16,-2-5 1-16,7 0 1 0,0-6 1 15,6-11 0-15,6-2 0 16,5-6 0-16,3-5 0 16,8-4 0-16,7-1-2 15,5-4 0-15,-1 4 0 0,6 2 0 16,1 4 0-16,-1 2 0 15,-6 12 0-15,-1 0-2 16,-2 7 0-16,-3 1-1 0,-3 7-4 16,-10 0-3-16,16 10-13 15,-14 2-25-15,0 1-36 16,3-3-2-16</inkml:trace>
  <inkml:trace contextRef="#ctx0" brushRef="#br2" timeOffset="-114413.3">4349 5767 340 0,'0'0'11'0,"0"0"4"15,0 0 6-15,0 0 0 16,0 0 0-16,0 0 2 15,6-6-1-15,-6 6 0 16,0 0-10-16,12-2-9 16,0 2-3-16,8 0 0 0,3-2 0 15,9-1 0-15,3 2 0 16,4-5 0-16,6-2 0 16,0 4 0-16,0-3 0 0,-6 1 0 15,-6-1 0-15,1 3 0 16,-9 0 0-16,-5 2 0 15,-5 2 0-15,-5 0 0 16,-10 0 0-16,13 0 0 0,-13 0 0 16,0 0 0-16,0 0 0 15,0 0 0-15,0 0 0 16,0 0 0-16,0 0 0 16,0 0 0-16,-9 2 0 0,9-2 0 15,-9 4 0-15,9-4 0 16,-12 11-9-16,12-11-77 15,-13 10-3-15</inkml:trace>
  <inkml:trace contextRef="#ctx0" brushRef="#br2" timeOffset="-114046.84">5243 5486 461 0,'0'0'5'0,"0"0"2"0,0-7 2 16,0 7-1-16,0 0 1 16,0 0-1-16,0 0-4 15,0 0-4-15,0 13 0 0,0 6 0 16,0 6 0-16,0 5 0 15,3 2 0-15,0 5 0 16,0-5 0-16,-1 1 0 16,1-5 0-16,-1-3 0 0,3-6 0 15,-5-2 0-15,2-4 0 16,1-6 0-16,-3-7 0 16,0 13 0-16,0-13 0 0,0 0 0 15,0 0 0-15,0 0-30 16,0 0-54-16,0 0-4 15</inkml:trace>
  <inkml:trace contextRef="#ctx0" brushRef="#br2" timeOffset="-113361.09">5627 5611 332 0,'0'0'9'0,"0"0"3"0,0 0 3 0,0 0 2 15,0 0 1-15,0 0 0 16,0 0 1-16,0 0 0 16,0 0-8-16,0 0-4 15,7 0-1-15,-7 0-1 0,15 5 0 16,0-4-1-16,5-1-1 15,4 4 1-15,6-2 0 16,2-2-1-16,6 0-3 16,2 0 0-16,-3 0 0 15,0 0 0-15,-7 0 0 0,-3 0 0 16,-4-2 0-16,-9-2 0 16,-1 4 0-16,-13 0 0 15,10 0 0-15,-10 0 0 0,0 0 0 16,0 0 0-16,0 0 0 15,0 0 0-15,0 0 0 16,0 0 0-16,-5-1 0 16,5 1 0-16,-12 0 0 0,12 0 0 15,-15 0-22-15,15 0-65 16,-12 0-4-16</inkml:trace>
  <inkml:trace contextRef="#ctx0" brushRef="#br2" timeOffset="-112144.03">6519 5492 425 0,'0'0'4'0,"0"0"2"16,0 0 1-16,-3-13 0 16,3 13 1-16,-17-15 0 15,5 11 0-15,-4-3 0 0,-3-1-4 16,-9 5-1-16,3 3-2 15,-2 3 0-15,2 5-1 16,-3 0 0-16,9 3-1 16,1-1 0-16,9 0 0 15,4 0 0-15,5-10 1 0,7 15-1 16,8-10 1-16,7-5 1 16,3 0 0-16,3 0 1 15,-1-8 0-15,3 1 1 16,-6-3-1-16,-1 2 2 0,-3 1 0 15,-8-1 0-15,-1 4-1 16,-11 4-3-16,7-3 0 16,-7 3 0-16,0 7 0 0,0 3 0 15,-3 8 0-15,-1 2 0 16,4 2 0-16,-4 2 0 16,4 1 0-16,0-1 0 15,4 0 0-15,0-2 0 0,4-7 0 16,-1-1 0-16,-3-1 0 15,7-7-12-15,-6 12-54 16,-5-18-19-16,14 3-3 16</inkml:trace>
  <inkml:trace contextRef="#ctx0" brushRef="#br2" timeOffset="-111844.79">6606 5244 465 0,'0'0'3'0,"0"0"0"0,0 0 2 0,0 0 0 0,5-2 0 16,4 2 1-16,7 10 1 16,5 4-1-16,4 6-2 15,8 7-2-15,4 8-2 16,1 2 0-16,-4 6 0 15,-1 3 0-15,-6-1 0 0,-6 0 0 16,-7 0 0-16,-14-1 0 16,-3-2 0-16,-17-2 0 15,-2-3 0-15,-11-7 0 0,6-1-28 16,-5-4-56-16,2-5-5 16</inkml:trace>
  <inkml:trace contextRef="#ctx0" brushRef="#br2" timeOffset="-111012.77">7393 5321 412 0,'0'0'6'15,"0"0"3"-15,0 0 2 0,5-10 1 16,-5 10 2-16,0 0 0 16,10-13 0-16,-10 13 0 15,0 0-9-15,8 0-5 16,-4 11 0-16,1 6 0 0,0 5 0 15,3 3 0-15,-1 5 0 16,1 2 0-16,-1 3-6 16,-2-19-77-16,1 17-3 15</inkml:trace>
  <inkml:trace contextRef="#ctx0" brushRef="#br2" timeOffset="-110813.33">7239 5482 393 0,'0'0'5'0,"0"0"3"0,0 0 2 15,7-4 1-15,4 0 2 16,6 0 0-16,8-2 1 0,7 2 0 16,7-6-5-16,14 5-9 15,-1-4-18-15,6 5-61 16,6 0-4-16</inkml:trace>
  <inkml:trace contextRef="#ctx0" brushRef="#br2" timeOffset="-110512.81">8350 5266 483 0,'0'0'3'0,"0"0"1"15,0 0 0-15,0 0 1 16,0 0-1-16,0 7 1 16,0 4-2-16,0 3-3 15,0 6 0-15,0 3 0 0,0-1 0 16,0 3 0-16,0 0 0 15,0-6-8-15,2 2-36 16,3-4-41-16,-2-8-1 0</inkml:trace>
  <inkml:trace contextRef="#ctx0" brushRef="#br2" timeOffset="-110129.59">8633 5234 471 0,'0'0'4'0,"0"0"0"0,0 0 1 15,0 0 0-15,0 0 0 16,-5 0 0-16,5 0 0 16,-17 10 0-16,4-5-3 0,6 7-2 15,-3 0 0-15,3 1 0 16,-1 4 0-16,3-2 0 15,5 3 0-15,0-1 0 16,13-3 0-16,-1 3 0 16,2-3 0-16,4 1 0 0,5-3 0 15,-2-2 0-15,2 0 0 16,-5-1 0-16,1 1 0 16,-6-2 0-16,-6-2 0 15,-7-6 0-15,10 11 0 16,-10-11 0-16,-2 10 0 0,2-10 0 15,-20 12 0-15,5-4 0 16,-5-3 0-16,3 2-23 16,-1-2-61-16,-4-2-4 0</inkml:trace>
  <inkml:trace contextRef="#ctx0" brushRef="#br2" timeOffset="-109796.5">8662 5224 453 0,'0'0'6'0,"0"0"2"0,0 0 0 16,0 0 2-16,11 0 1 16,-11 0 0-16,13 0-7 15,4-2-4-15,0-1 0 16,3 1 0-16,12-4 0 0,0 6 0 15,3-2 0-15,2 0 0 16,-2 2 0-16,-2 0 0 16,-6 0 0-16,-5 0 0 15,-10 0 0-15,-1 0 0 0,-11 0 0 16,0 0 0-16,0 0 0 16,0 0 0-16,0 0 0 15,0 0 0-15,0 0 0 0,-3 12-7 16,3-12-81-16,-10 8-2 15</inkml:trace>
  <inkml:trace contextRef="#ctx0" brushRef="#br2" timeOffset="-104179.97">341 7828 387 0,'0'0'5'16,"0"0"1"-16,0 0 1 16,0 0 0-16,0 0 0 15,0 0 0-15,0 0 0 16,11 0 1-16,-1 2-5 0,4 0-1 16,4 1-1-16,7 3-4 15,0-4-6-15,7 0-18 16,5 3-51-16,-2-2-1 15</inkml:trace>
  <inkml:trace contextRef="#ctx0" brushRef="#br2" timeOffset="-104013.72">352 8018 352 0,'0'0'5'0,"0"0"1"15,0 0 4-15,10 0 2 16,-1 0-1-16,7 0 0 15,3 0 1-15,13 0-5 0,0 0-14 16,11-2-66-16,9-1-3 16</inkml:trace>
  <inkml:trace contextRef="#ctx0" brushRef="#br2" timeOffset="-100896.95">1064 7541 377 0,'0'0'7'0,"0"0"2"16,0-9 1-16,0 9 1 15,0 0 0-15,0 0-1 16,-15-4 1-16,15 4-1 16,-14 21-5-16,3 2-3 0,-3 8-2 15,2 9-1-15,-4 3 1 16,2 4 0-16,1 1 0 16,4-1 1-16,4-3-1 0,2-5 1 15,3-3 0-15,10-9 0 16,0-2 1-16,5-11-1 15,2-1 0-15,3-8 1 16,3-5-1-16,-2-3 0 16,7-3 1-16,-6-10-1 15,1 1 1-15,-6-4 0 0,-4-1-1 16,-4 0 0-16,-6-1 0 16,-3 4-1-16,-12 3 0 15,-6 2-2-15,-2 4 1 16,-4 3-2-16,1 5-1 0,-7 2-3 15,10 6-3-15,3 2-8 16,2 1-16-16,15 0-47 16,-3-1-3-16</inkml:trace>
  <inkml:trace contextRef="#ctx0" brushRef="#br2" timeOffset="-100480.34">1502 7394 398 0,'0'0'5'0,"0"0"3"15,0 0 0-15,0 0 0 0,-7-2-1 16,7 2 1-16,-16 15 0 16,7 5-1-16,-4 11-5 15,-2 10-2-15,3 2 0 0,-3 15-1 16,5 1 1-16,0 1 0 15,5-1 1-15,5 1 0 16,2-5 0-16,9-4-1 16,6-4-3-16,5-7-4 15,8 0-12-15,12-8-60 0,-2-10-1 16</inkml:trace>
  <inkml:trace contextRef="#ctx0" brushRef="#br2" timeOffset="-97880.05">1529 7761 335 0,'0'0'7'0,"0"0"3"16,0 0 3-16,0 0 2 15,-10 0 0-15,10 0-1 0,0 0 0 16,0 0 1-16,0 0-8 15,0 0-2-15,13 13-3 16,-1-11-1-16,3-2 0 0,7 5 0 16,3-3 1-16,2 1 0 15,1-1 0-15,-1-2-1 16,1 0 1-16,-6 0-1 0,0 0 1 16,-4 0-1-16,-6-2 1 15,-2 2-1-15,-10 0 0 16,0 0 1-16,10 0-1 15,-10 0 0-15,0 0-1 16,0 0-5-16,0 0-6 0,-7-3-14 16,-14 3-57-16,21 0 0 15</inkml:trace>
  <inkml:trace contextRef="#ctx0" brushRef="#br2" timeOffset="-97247.09">1976 7686 405 0,'0'0'6'0,"0"0"2"0,0 0 3 16,-5-9 0-16,5 9 0 0,-4-10 1 15,4 10 0-15,-3-13 0 16,3 13-6-16,0-10-3 16,0 10-2-16,5-12-1 15,7 9-1-15,0 2 0 0,12-5 1 16,-3 6-1-16,2 0 0 15,2 0 1-15,0 7-1 16,-6 7 0-16,-1-3 1 0,-8 9-1 16,-6 0 1-16,-4 5-1 15,-2-1 1-15,-8 1-1 16,-5 0 1-16,1 2 1 16,-4-4-1-16,3-1 0 15,-2-5 1-15,5-5-1 16,4 1-1-16,8-13 1 0,-10 11 0 15,10-11 0-15,0 0 0 16,0 0 1-16,4 4-1 16,7-4 2-16,1-3-1 0,6-2 0 15,-4 2 1-15,9-4 0 16,2 0-1-16,-5 3-1 16,0-4 1-16,-3 3-1 15,0 0 0-15,-6 2 0 0,-11 3 1 16,12-2-1-16,-12 2 0 15,0 0-1-15,0 0 1 16,0 0-1-16,0 0-1 0,0 0-2 16,0 0-5-16,0 0-8 15,2-15-62-15,-2 15-6 16</inkml:trace>
  <inkml:trace contextRef="#ctx0" brushRef="#br2" timeOffset="-96913.4">2265 7263 440 0,'0'0'3'0,"0"0"0"15,0 0 0-15,0 0 0 0,0 0 0 16,0 0 0-16,10 12 0 16,2 5 1-16,3 11-2 15,10 2-1-15,7 9 1 0,2 8 0 16,7 3 0-16,4 5 0 16,-1 4-1-16,-7 2 1 15,-5 2-1-15,-14-1 1 0,-11 5 1 16,-9 2-2-16,-16 3-8 15,-19 0-71-15,-5 0-2 16</inkml:trace>
  <inkml:trace contextRef="#ctx0" brushRef="#br2" timeOffset="-94712.84">2847 7528 426 0,'0'0'5'15,"0"0"2"-15,0 0 1 16,0 0 1-16,0 0-1 15,0 0-2-15,0 0 1 16,0 7 1-16,0 3-6 0,2 8-2 16,3 1-1-16,0 6 0 15,-1 0-2-15,3 7-5 16,2-7-12-16,-2 8-60 16,0-6-3-16</inkml:trace>
  <inkml:trace contextRef="#ctx0" brushRef="#br2" timeOffset="-94513.34">2714 7711 327 0,'0'0'3'0,"0"0"2"0,0 0 0 15,7-7 1-15,6 2 2 16,-1 3 0-16,5-3 2 15,9-1-2-15,-4 2-2 16,5 1-9-16,3-4-24 16,-10 4-42-16,13-2-5 15</inkml:trace>
  <inkml:trace contextRef="#ctx0" brushRef="#br2" timeOffset="-94246.93">3093 7511 425 0,'0'0'5'0,"0"0"1"15,0 0 1-15,0 0-1 16,0 0 0-16,7 7 1 0,-5 3-1 15,3 4 0-15,0 7-3 16,0 1-3-16,3 3-2 16,-1 4-6-16,-2-7-14 0,-8 9-60 15,6-4 1-15</inkml:trace>
  <inkml:trace contextRef="#ctx0" brushRef="#br2" timeOffset="-93880.19">3259 7521 405 0,'0'0'5'0,"0"0"3"16,0 0 2-16,7-8 0 16,-7 8 1-16,0 0-1 15,0 0 0-15,0 0 0 0,0 0-4 16,-7 11-4-16,-1 0-1 15,4 7-1-15,-3 4-1 16,3-2 1-16,-1 3 0 16,5-5-1-16,3 3 1 15,6-1-1-15,-1-5 1 0,2-3-1 16,2 0 1-16,4-1 0 16,-4-5 0-16,-2-1 0 15,1 4 1-15,-3-7-1 16,-8-2 1-16,13 7-1 15,-13-7 1-15,5 10-2 0,-5-10-3 16,-2 8-8-16,-9-8-27 16,-2 2-43-16,2 0-2 15</inkml:trace>
  <inkml:trace contextRef="#ctx0" brushRef="#br2" timeOffset="-93713.19">3199 7506 409 0,'0'0'4'0,"7"-7"0"16,6 1 1-16,4-4 0 15,3 3 1-15,13-3-3 16,0 5-17-16,10-4-58 0,-2 1-4 16</inkml:trace>
  <inkml:trace contextRef="#ctx0" brushRef="#br2" timeOffset="-93163.42">690 8906 405 0,'0'0'5'0,"0"0"2"0,0 0 2 0,0 0 0 16,0 0 0-16,0-10 0 16,0 10 0-16,0 0-1 15,0 0-4-15,7-8-5 0,5 8-10 16,1-2-24-16,4-2-45 15,3 4-2-15</inkml:trace>
  <inkml:trace contextRef="#ctx0" brushRef="#br2" timeOffset="-93013.16">652 9062 353 0,'0'0'4'0,"0"0"2"15,0 0 1-15,0 0 1 16,5 5 1-16,2-3 0 15,8-2 1-15,10 0-7 16,3 0-23-16,4-2-52 0,5-3-2 16</inkml:trace>
  <inkml:trace contextRef="#ctx0" brushRef="#br2" timeOffset="-92763.35">1084 8899 462 0,'0'0'4'15,"0"0"2"-15,0 0 0 16,0 0 1-16,0 0 0 16,0 0-1-16,6 0 1 15,-6 0-1-15,17-3-6 0,-2 3 0 16,2-3 0-16,6 3 0 15,2 0-4-15,2 0-10 16,-3-2-26-16,6-1-44 16,-3 3-3-16</inkml:trace>
  <inkml:trace contextRef="#ctx0" brushRef="#br2" timeOffset="-92513.22">1395 8747 461 0,'0'0'4'0,"0"0"1"0,0 0-1 16,0 0 0-16,0 7 0 15,0 1 0-15,3 2 0 0,-1 6 0 16,1 2-3-16,-1 2-1 15,3 5-2-15,0 0-4 16,0-2-10-16,-1 2-64 16,5-2-4-16</inkml:trace>
  <inkml:trace contextRef="#ctx0" brushRef="#br2" timeOffset="-92109.3">1589 8788 489 0,'0'0'3'15,"0"0"1"-15,-5-9 1 16,5 9 1-16,-3-7-2 0,3 7-4 16,-2-10 0-16,2 10 0 15,0-11 0-15,0 11 0 16,13-7 0-16,-4 6 0 15,4 1 0-15,-1 0 0 0,0 1 0 16,4 4 0-16,-7 5 0 16,1 0 0-16,-2 5 0 15,-8 0 0-15,0 2 0 16,0 3 0-16,-2 0 0 0,-4 2 0 16,-4-4 0-16,3 2 0 15,2-4 0-15,0-1 0 16,2-5 0-16,-2 1 0 15,5-11-2-15,0 12 2 0,0-12 0 16,8 2 2-16,2-2-4 16,2-6-2-16,8 2-8 15,-2 4-50-15,6-9-22 16,6-4-4-16</inkml:trace>
  <inkml:trace contextRef="#ctx0" brushRef="#br2" timeOffset="-91913.01">1971 8710 468 0,'0'0'4'15,"0"0"0"-15,0 0-1 16,0 0 0-16,0 0 0 16,5 5 1-16,0 5 0 0,3 2 0 15,-1 2-5-15,-2 4-3 16,8 7-9-16,-6 2-43 15,1-7-27-15,-4 2-2 16</inkml:trace>
  <inkml:trace contextRef="#ctx0" brushRef="#br2" timeOffset="-91730.03">1912 8813 427 0,'0'0'3'0,"0"0"1"15,0-9 1-15,0 9-1 16,10-10 0-16,0 4 0 0,4 0 0 16,2 0-3-16,6 4-15 15,0 0-63-15,3-1-2 16</inkml:trace>
  <inkml:trace contextRef="#ctx0" brushRef="#br2" timeOffset="-91528.99">2233 8675 432 0,'0'0'6'0,"0"0"0"15,0 0 0-15,0 0 0 0,0 0 0 16,0 0 0-16,0 0 1 16,1 7 0-16,7 6-5 15,-5 2-1-15,2 1 0 16,-1 5-2-16,5 1-5 0,-7-4-10 15,0 1-63-15,3-1-4 16</inkml:trace>
  <inkml:trace contextRef="#ctx0" brushRef="#br2" timeOffset="-91197.32">2443 8641 454 0,'0'0'4'0,"0"0"2"0,0 0 1 16,0 0 0-16,0 0 0 16,0 0 0-16,-9 0 0 15,9 0-1-15,-15 8-3 0,15-8 0 16,-15 16-3-16,7-9-2 16,4 6 1-16,4-1 1 15,0 1-1-15,0 2 1 16,7-5 0-16,2 2 0 0,7-2 0 15,-2 0 1-15,4-1-1 16,-1 2 1-16,-2-4 1 16,-3 0-2-16,1-2 0 0,-3 1 0 15,-10-6 0-15,7 12 0 16,-7-12 0-16,-2 14 0 16,-8-6-6-16,10-8-44 15,-20 17-33-15,3-12-4 16</inkml:trace>
  <inkml:trace contextRef="#ctx0" brushRef="#br2" timeOffset="-91030.48">2431 8554 435 0,'0'0'4'0,"0"0"0"15,18-3 0-15,-4 1 1 16,2 0 0-16,3 2-3 15,1-6-10-15,-20 6-67 0,34 0-4 16</inkml:trace>
  <inkml:trace contextRef="#ctx0" brushRef="#br2" timeOffset="-90145.97">491 9901 440 0,'0'0'4'0,"0"0"0"15,-10-2 0-15,10 2 0 16,-15 0 0-16,2 0 0 0,-2 5 0 16,1 4-1-16,-4 9-3 15,-1 0-1-15,3 4 0 16,2 6 0-16,-2-2 0 15,4-1-1-15,8 1 1 0,1-5 0 16,3-1 0-16,5-5 0 16,7-10 0-16,6-3 1 15,1-4 0-15,6-9 1 0,1-8 0 16,3-4 2-16,-4-6 1 16,-1-6 1-16,-4-4 2 15,0-6-1-15,-5-3 1 16,-7-3 0-16,-3-6 0 15,-5 2-4-15,-2 1-3 0,-9 4 0 16,1 5 0-16,-4 9 0 16,3 8 0-16,-1 9 0 15,4 14 0-15,8 5 0 16,-12 24 0-16,12 14 0 0,0 6 0 16,7 11 0-16,1 7 0 15,0 2 0-15,6 5 0 16,-1-9-4-16,1 1-5 15,0-11-5-15,0-6-15 0,11-6-57 16,-11-9-1-16</inkml:trace>
  <inkml:trace contextRef="#ctx0" brushRef="#br2" timeOffset="-89830.01">722 9899 434 0,'0'0'4'0,"0"0"-2"15,0 0 2-15,-10 7-1 16,7 3 0-16,-2 0 0 0,1 5 1 16,-1 2-1-16,5-1-3 15,0 3 0-15,0-2 0 16,7-2 0-16,3-3 1 16,5-4-1-16,2-3 1 0,1-5 0 15,2-3 1-15,-1-4 1 16,1-5 0-16,-5-6 1 15,0-2 1-15,-5-2 0 0,-3 3 0 16,-7-4 0-16,0 3-1 16,-10 6-1-16,-4 1-2 15,-4 8-1-15,-2 3-4 16,-2 4-6-16,-3 8-15 0,-12 5-58 16,24-1-2-16</inkml:trace>
  <inkml:trace contextRef="#ctx0" brushRef="#br2" timeOffset="-89592.59">1005 9661 458 0,'0'0'5'0,"0"0"2"16,-13-7 0-16,13 7 0 0,-12 0-1 15,3 7 0-15,0 6 1 16,2 9-1-16,0 6-4 15,7 8-2-15,0 5-2 16,0 7 2-16,7 2-1 0,0 0-1 16,4 1-1-16,-4-4-3 15,3 0-2-15,-5-7-7 16,3 0-18-16,-1-10-52 16,-7-6-1-16</inkml:trace>
  <inkml:trace contextRef="#ctx0" brushRef="#br2" timeOffset="-89063.89">918 9981 404 0,'0'0'6'0,"0"0"4"0,0 0 1 0,0 0 0 0,0 0 0 15,0 0 0-15,5 0 1 16,-5 0 0-16,18-3-7 16,-4 0-3-16,6-1-4 15,8 1-10-15,-4 0-68 0,9-6-5 16</inkml:trace>
  <inkml:trace contextRef="#ctx0" brushRef="#br2" timeOffset="-88730.51">1256 9822 474 0,'0'0'3'0,"0"0"0"15,0 0 1-15,0 0 0 16,12-4 0-16,-12 4 0 16,13-6 1-16,-1 4-2 15,-2-4-11-15,12-18-54 0,1 19-23 16,-3-8-1-16</inkml:trace>
  <inkml:trace contextRef="#ctx0" brushRef="#br2" timeOffset="-88580">1238 10010 445 0,'0'0'1'0,"0"0"1"15,0 0 1-15,6 2 1 0,4-2 1 16,6 0-1-16,5-6-1 16,6 3-11-16,5-10-68 15,5-2-4-15</inkml:trace>
  <inkml:trace contextRef="#ctx0" brushRef="#br2" timeOffset="-87796.68">1709 9707 497 0,'0'0'3'0,"0"0"0"16,0 0 1-16,0 0 0 15,-3-11-4-15,3 11 0 0,3-15 0 16,4 5 0-16,2 0 0 16,7 0 0-16,3 0 0 15,3 2 0-15,6 4 0 16,-4 1 0-16,2 3 0 15,-7 0 0-15,-1 5 0 0,-3 5 0 16,-11 3 0-16,-1 1 0 16,-3 4 0-16,-5 2 0 15,-2-2 0-15,-3 1-2 16,-3-2 2-16,6 3-1 0,0-6 0 16,2-1 1-16,5-1 0 15,0-12-1-15,14 16 1 16,2-14 0-16,3 3 0 0,1-3 0 15,5 1 1-15,3-1-1 16,-4 0 0-16,1 1 0 16,-5 2 0-16,-3 0 1 15,-4 5-1-15,-6 0 1 0,-7 0 1 16,0 2-2-16,-12 3 0 16,-10 2 0-16,-4 1 0 15,-6 0 0-15,-5-4 0 0,-5 4-11 16,-5-9-26-1,-1 1-47-15,6-3-3 0</inkml:trace>
  <inkml:trace contextRef="#ctx0" brushRef="#br2" timeOffset="-87196.96">157 9428 395 0,'0'0'6'0,"0"0"4"0,0-10 1 16,0 10 1-16,0 0-2 15,0 0 1-15,0 0 1 16,-9 20-1-16,9 16-4 0,5 8-5 16,-1 12-1-16,4 8 0 15,2 13 0-15,0 5 1 16,-1 0-1-16,0 2 0 15,-4-4-1-15,-3-4 1 0,3-4 0 16,-5-7 0-16,0-6 0 16,-3-6 1-16,1-12-2 15,0-8-1-15,-1-9-2 0,1-7-4 16,2-17-4-16,0 0-7 16,0 0-15-16,0-27-51 15,0-3-2-15</inkml:trace>
  <inkml:trace contextRef="#ctx0" brushRef="#br2" timeOffset="-86079.99">132 9526 309 0,'0'0'6'16,"-9"-7"2"-16,9 7 1 16,-15-14 2-16,7 6 2 0,8 8 1 15,-12-17 2-15,3 7-2 16,9 10-5-16,-3-10-2 15,3 10-3-15,0 0-1 16,0 0-2-16,12-4-1 0,0 4-1 16,11 0 0-16,2 0 2 15,7 1-1-15,10-1 2 16,10 0 0-16,8 0 1 16,7-1 0-16,13-5 0 0,7 2 0 15,2-4 0-15,6 2 0 16,4 2 0-16,0 2-2 15,0 0 1-15,1-1-1 16,-5 3 0-16,2-3 1 0,0 3-1 16,-3-2 0-16,0-3 1 15,3 0 0-15,-7-2 1 16,-1-4 1-16,-2-1 1 0,-10-1 0 16,-5-1 0-16,-7-1 0 15,-9 0 0-15,-8 0-1 16,-6 3-1-16,-7-4 1 15,-11 9-1-15,-1-2 1 16,-11 4-4-16,-1-3 0 0,-11 8 0 16,0 0 0-16,2-9 0 15,-2 9 0-15,0 0 0 16,-9-6 0-16,9 6 0 0,0 0 0 16,-9 0 0-16,9 0 0 15,-2 15 0-15,2 3 0 16,0 11 0-16,0 6 0 15,0 12 0-15,0 9 0 16,0 7 0-16,5 6 0 0,-3 0 0 16,4 9 0-16,1-7 0 15,-2-4 0-15,2-3 0 16,-2-2 0-16,3-5 0 0,-3-5 0 16,0-4 0-16,-3-6 0 15,1-5 0-15,1-8 0 16,-4-1 0-16,0-6 0 15,0-5 0-15,0-2 0 16,0-3 0-16,0 1 0 0,0-13 0 16,0 15 0-16,0-15 0 15,-2 10 0-15,2-10 0 16,0 0 0-16,-5 7 0 16,5-7 0-16,0 0 0 0,-9 8 0 15,9-8 0-15,-16 10 0 16,7-3 0-16,-7-4 0 15,-1 4 0-15,-3-2 0 0,-2 2 0 16,-3 1 0-16,-4-4 0 16,-4 2 0-16,-5-1 0 15,-1 0 0-15,-8-3 0 16,-1 4 0-16,-6-2 0 0,-3-2 0 16,-8 6 0-16,-2-3 0 15,-7 0 0-15,-4 2 0 16,-1-1 0-16,-8 1 0 15,0-2 0-15,-3 2 0 0,1-1 0 16,5-5 0-16,-1-1 0 16,5 0 0-16,6 0 0 15,3 0 0-15,5 0 0 16,4 0 0-16,5 0 0 16,2 0 0-16,1 6 0 0,6-5 0 15,4 2 0-15,2 2 0 16,4-2 0-16,1 0 0 15,10-3 0-15,-2 3 0 16,11-3 0-16,-2 0 0 0,3 1 0 16,1-1 0-16,9 3 0 15,-3 0 0-15,10-3 0 16,-12 1 0-16,12-1 0 0,0 0 0 16,2-8-73-16,8 5-17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11:50.0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2060"/>
    </inkml:brush>
    <inkml:brush xml:id="br4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7186 7243 435 0,'0'0'1'0,"23"-5"-2"0,9-17-73 0,11 9-1 16</inkml:trace>
  <inkml:trace contextRef="#ctx0" brushRef="#br0" timeOffset="52282.98">20045 13669 274 0,'0'0'1'0,"0"0"-2"0,0 0-8 16,0 5-29-16,0-5-24 0</inkml:trace>
  <inkml:trace contextRef="#ctx0" brushRef="#br1" timeOffset="147416.01">22772 4079 0 0,'0'0'4'16,"0"0"-3"-16,0 0 1 0,0 0-1 16,0 0-1-16,0 0-2 15,0 0 1-15,0 0-1 16,0 0-1-16,0 0 3 0</inkml:trace>
  <inkml:trace contextRef="#ctx0" brushRef="#br1" timeOffset="147566.43">22772 4079 6 0,'0'0'14'0,"0"0"3"0,0 0 4 15,0 0 3-15,0 0-4 16,0 0-5-16,0 0-4 15,0 0-8-15,0 0-25 0,0 0-19 16</inkml:trace>
  <inkml:trace contextRef="#ctx0" brushRef="#br0" timeOffset="190916.12">12365 5916 264 0,'0'0'8'0,"0"0"6"0,0 0 3 16,0 0 4-16,-10 0 0 15,10 0 0-15,0 0 1 0,0 0-3 16,0 0-7-16,0 0-5 16,0 12-4-16,13-2-2 15,8 2-2-15,7 5-1 16,10 2 2-16,9 9 0 16,12 0 1-16,8 2 0 0,8 2 0 15,7 0 0-15,2 3 0 16,6-1 1-16,2 1 0 15,2 3 0-15,1-2-2 0,-6-2 1 16,1 2 0-16,-5-2-1 16,-2-2 1-16,0 2-1 15,-9-8 0-15,-2-1-1 16,-7 0 0-16,-3-6 0 0,-13-1-3 16,-8-6-2-16,-7 1-2 15,-11-4-7-15,-9-1-21 16,2-4-38-16,-16-4-2 15</inkml:trace>
  <inkml:trace contextRef="#ctx0" brushRef="#br0" timeOffset="192287.97">12318 6047 195 0,'0'0'2'0,"0"0"1"0,0 10 3 15,0-3 3-15,0 10 3 16,0 6 2-16,2 7 1 16,1 11 2-16,1 6-1 0,5 9-1 15,3 8-3-15,-3 0-1 16,9 14-3-16,-4-1-2 16,4 5-1-16,0 6-1 0,-1-2 2 15,0 1-1-15,-2 0 2 16,1 4-1-16,-2-1-1 15,2 1 1-15,-4-4-1 16,0 7 1-16,1-6-1 0,-1 8 1 16,1-5 0-16,-4 0 0 15,3 2 0-15,1-5 1 16,-1 2 0-16,1-2-1 0,-1-1-1 16,0 0-1-16,4-5-1 15,-4-3 0-15,1 3-1 16,-1-3 0-16,0 0 0 15,-4-2-1-15,2 1 1 0,-1-1 0 16,0 4-1-16,-2-2 0 16,-3 0 0-16,1 0-1 15,0 1 0-15,1-1 1 16,-4 0-1-16,3-2 1 16,-2 2 4-16,1 1 0 0,1-1-1 15,0-5 0-15,0 4 0 16,1-1 0-16,-4-2 1 15,3 0-1-15,0-4-4 0,-1 0 0 16,-1-2 0-16,-1-5 0 16,1-3 0-16,2-1 0 15,-3-3 0-15,1-3 0 16,0-1 0-16,-1-7 0 0,0 2-2 16,-2-6 2-16,3 0 2 15,-1-7-2-15,-2-3 0 16,3-7 0-16,-1 0 0 15,-2-8 0-15,2-5 0 0,-2 0 0 16,0-12 0-16,0 10-4 16,0-10 2-16,0 0-2 15,0 0 0-15,0 0-1 16,0 0 0-16,0 0 0 16,0 0-2-16,0 0-1 15,0 0-2-15,-7-4-3 0,7 4-3 16,-2-10-3-16,2 10-1 15,-3-11 0-15,3 11 1 16,-2-9 4-16,2 9 3 0,0-9 2 16,0 9 6-16,0 0 2 15,0 0 3-15,-2-11 1 16,2 11-1-16,0 0 2 0,0 0 0 16,0 0 3-16,0 0 1 15,0 0 2-15,0 0 2 16,0 0 2-16,4-3 1 15,6 3 0-15,3-2-1 0,4 2-2 16,10 0-1-16,6 0-3 16,10 0-1-16,8 0 0 15,6 0-1-15,10 2 0 16,6 4-1-16,3-2-1 0,2 0-1 16,-6 2-2-16,2 2-6 15,-9-8-18-15,-18 0-54 16,13 3-2-16</inkml:trace>
  <inkml:trace contextRef="#ctx0" brushRef="#br0" timeOffset="193432.79">14045 6651 310 0,'0'0'3'0,"0"0"-2"16,0 0-1-16,0 0 0 15,0 0 3-15,0 8 3 16,2 6 0-16,3 13 2 0,1 14-2 16,3 6 0-16,3 14 4 15,1 13-1-15,4 9-1 16,3 10-3-16,3 9 0 16,1 4-1-16,-1 6 2 0,2 7 2 15,2 4 1-15,-4-1 2 16,-2 2-1-16,0 2 1 15,-1-4 0-15,-3 2-1 0,1 0-2 16,-4-3-2-16,0-2-2 16,4 0-2-16,0 1 0 15,1-2-2-15,1-5 1 16,3 2 0-16,0-5-1 0,-2 1 0 16,0-9 0-16,1 1 1 15,-3-7-1-15,-3-2 0 16,3-7 0-16,-3 0-1 15,-2-5 1-15,1-3 1 16,-3-1 0-16,1-3 0 0,2 0 0 16,-2-4 0-16,-1 1 0 15,0-3 0-15,1 1 0 16,-3-3 1-16,-3 1-1 16,1-8 2-16,-3 0-1 0,2-1 1 15,-2-9-1-15,-3 0-2 16,1-10 0-16,-1-1 0 15,0-4 0-15,4-8 0 0,-3 5 0 16,-1-10 0-16,0 1 0 16,6-1 0-16,-6-5 0 15,3 1 0-15,1-3 0 16,-4-3 0-16,1 1 0 0,1-6 0 16,-4-7 0-16,3 9 0 15,-3-9 0-15,0 0 0 16,0 0 0-16,0 0-3 15,0 0-16-15,2-8-48 0,-2 8-18 16</inkml:trace>
  <inkml:trace contextRef="#ctx0" brushRef="#br0" timeOffset="194350.19">12961 11031 274 0,'0'0'8'0,"0"0"2"0,0 0 5 16,0 0 2-16,0 0 0 15,0 0-1-15,0 0 1 16,-7-7 1-16,7 7-6 15,0 0-2-15,7 9-2 16,11 1-1-16,1 3 0 0,11 2 0 16,7 4 1-16,9 1-1 15,9 5-1-15,8-3-3 16,5 0 1-16,4 3-1 0,8-5-1 16,-4 2 1-16,4 1 0 15,2-1 1-15,2 1 0 16,-2-1 0-16,6-1-1 15,-4 2 0-15,0 2-1 16,3-4 1-16,-2 3-2 16,-4-2 1-16,2-5-1 0,-6 3 1 15,-5-5-2-15,-5 2 0 16,-3-5 0-16,-6 1 0 16,-11-3 0-16,-5-3 0 0,-7 1 0 15,-8-3 0-15,-7 0 0 16,-3 0 0-16,-6-5 0 15,-11 0 0-15,10 2 0 0,-10-2 0 16,0 0 0-16,0 0 0 16,0 0 0-16,0 0 0 15,0 0-21-15,0 0-58 16,0 0-5-16</inkml:trace>
  <inkml:trace contextRef="#ctx0" brushRef="#br0" timeOffset="195449.28">12819 5992 331 0,'0'0'7'0,"0"0"3"16,0 0 3-16,-4 3 3 16,4-3 2-16,-8 2 0 15,8-2 0-15,-14 6 0 16,14-6-8-16,-18 11-2 16,9-1-4-16,-2 5-2 0,-1 5-2 15,2 5 0-15,-3 2 0 16,6 3 0-16,-3 4 0 15,5-4 1-15,5 5-1 16,0-3 0-16,0 0 1 0,5-4-1 16,3-4 0-16,1-4 0 15,7-3 1-15,-1-4 0 16,4-8 1-16,4-3-1 16,-1-2 2-16,3-7-1 0,0-6 1 15,-3 4 0-15,0-6 0 16,-2 0-1-16,-5-3 1 15,-2-1-1-15,-9-1 0 0,1-5 1 16,-2 3-2-16,-3-6 1 16,-3 1 0-16,-4 3-2 15,0-4 0-15,-6 6 0 16,1 2 0-16,-5 0 0 0,6 6 0 16,-7 1 0-16,4 6 0 15,-4-1 0-15,1 3 0 16,7 3 0-16,-2 2-5 15,2 0-3-15,10 0-6 16,-10 4-11-16,10-4-25 16,-5 11-33-16,5-11-3 0</inkml:trace>
  <inkml:trace contextRef="#ctx0" brushRef="#br0" timeOffset="195866.27">12795 5957 304 0,'0'0'8'0,"0"0"4"0,0 0 0 16,0 0 0-16,0 0 1 0,0 0 3 15,8 0 0-15,-8 0-1 16,16 3-7-16,0 4-3 15,1 4-2-15,5 1 1 16,8 2-2-16,5 6 1 16,5 0-2-16,5 3 1 0,-1-1 0 15,8 0 0-15,1 1 0 16,2-4 0-16,-6 1 1 16,1-2-1-16,-4 0-1 0,-5-5 0 15,-4 3 0-15,-5-4-1 16,-4-1 0-16,-9 0-1 15,-4-1-1-15,-3-3-1 16,-12-7 1-16,9 15-2 0,-9-15-1 16,0 0-6-16,0 7-8 15,0-7-26-15,0 0-29 16,-6 3-3-16</inkml:trace>
  <inkml:trace contextRef="#ctx0" brushRef="#br0" timeOffset="196465.87">12877 6401 332 0,'0'0'8'15,"0"0"2"-15,0 0 1 0,0 0 2 16,0 0-1-16,0 0 0 16,0 0 2-16,0 0 0 15,10 10-6-15,5 0-3 0,10 3-2 16,2 1 1-16,13 4 1 15,-1 0-2-15,11-2-1 16,0 1-1-16,4 1 1 16,1 0-1-16,-2-4 0 0,-4 5-1 15,-2-3 1-15,-2-4-1 16,-13 3 0-16,0-5 0 16,-7 2 0-16,-5-4 0 0,-5-3-1 15,-5-1 0-15,-10-4 0 16,10 5 0-16,-10-5-2 15,0 0 0-15,0 0-3 16,0 0-2-16,0 0-10 0,0 0-28 16,0 0-30-16,0 0-3 15</inkml:trace>
  <inkml:trace contextRef="#ctx0" brushRef="#br0" timeOffset="196949.26">13525 6309 349 0,'0'0'9'0,"0"0"3"16,0 0 2-16,0 0-1 15,-9-7 2-15,9 7 0 16,-21 0 0-16,9 5 1 16,-3 5-8-16,0 7-3 0,3 5-2 15,2 6 0-15,0 1-2 16,5 8 0-16,5-2 0 16,0-3 0-16,12 1-1 15,1-6 1-15,7-2-1 0,0-8 1 16,3-5 0-16,1-7 1 15,-2 0 0-15,3-5 0 16,-5-2 1-16,2-8 1 16,-2-5 0-16,-3 0 0 15,1-5 0-15,-8-2-2 0,0-6-2 16,-7 2 0-16,-3-5 0 16,-8 1 0-16,-5 4 0 15,-7 3 0-15,-1 2 0 16,-7 8 0-16,1 10 0 0,-4 3 0 15,2 10 0-15,4 8-22 16,22 4-61-16,-18 0-2 16</inkml:trace>
  <inkml:trace contextRef="#ctx0" brushRef="#br0" timeOffset="198100.05">13516 5806 309 0,'0'0'7'0,"0"0"5"0,0 0 1 0,-3-12 2 16,3 12 2-16,-9-12 0 15,9 12 1-15,-16-10 0 16,6 5-6-16,0 5-6 16,-5-3-1-16,3 3-2 15,-3 3-1-15,-5 4 0 0,1 3-2 16,-2 4 0-16,-4 2 1 16,1 4-1-16,-1-1 0 15,-5 6 1-15,5 0-1 0,-2 0 1 16,-1 4-2-16,1 4 1 15,2 1 0-15,1 1-1 16,-4 4 1-16,3 1-1 16,3 6 1-16,0-8-1 15,4 5 1-15,-2 1 0 0,6-5 0 16,1 4 0-16,1-3 0 16,4 1-1-16,4 0 1 15,-2 0 0-15,1 2-1 16,3-4 0-16,-1 1 0 15,3-3 0-15,0 3 0 0,0-5-1 16,3-4 1-16,4-1 0 16,1-2 0-16,-3 1 1 0,2-7 0 15,0 3 0-15,1-3 0 16,2 2 2-16,0-6 0 16,0 0 0-16,5 2-1 15,-3-3 0-15,3 0 1 0,0-2-1 16,2 0 1-16,-1-2 0 15,8-1-1-15,-4-2 1 16,3-3 0-16,1 1 1 16,3-3 0-16,1-2 0 15,1-1 0-15,-1-2 0 0,2 0 1 16,-3-5 0-16,3-2 0 16,-2-4-1-16,1 2 0 15,-4-2 0-15,-1 2-1 16,-1-4 0-16,0 2 0 0,-6 2 0 15,-4 0-1-15,-1-1 1 16,-5 2-2-16,-7 8 0 16,13-14 0-16,-13 14 0 0,5-15 0 15,-5 15 0-15,2-13 0 16,-2 13 0-16,0-8 0 16,0 8 0-16,0 0 0 15,-2-8 0-15,2 8 0 0,0 0 0 16,0 0 0-16,0 0 0 15,0 0 0-15,-8 0 0 16,8 0 0-16,0 0 0 16,-10 0 0-16,10 0-10 0,-7 4-49 15,7-4-28-15,-10 3-2 16</inkml:trace>
  <inkml:trace contextRef="#ctx0" brushRef="#br0" timeOffset="198466.6">13438 6938 403 0,'0'0'5'0,"0"0"2"0,0 0 0 16,0 0 1-16,0 0 1 15,0 0 1-15,8 10 2 16,-8-10 0-16,15 8-3 0,-7-3-3 15,9 0 0-15,1-3 0 16,-2 1-1-16,5 0-2 16,-2-3 0-16,1 0-3 15,-2 0 0-15,-4-3 0 0,-1 3 0 16,-3 0 0-16,-10 0 0 16,10 3 0-16,-10-3 0 15,0 18 0-15,-3 0 0 16,-2 0 0-16,-4 4 0 0,-4 0 0 15,3 5 0-15,-3-2 0 16,1-2 0-16,2-1 0 16,0-7-6-16,10-15-51 15,-10 15-28-15,10-15-3 0</inkml:trace>
  <inkml:trace contextRef="#ctx0" brushRef="#br0" timeOffset="199066.82">13314 5685 311 0,'0'0'8'0,"0"0"6"0,0 0 3 0,0 0 4 16,-10-7-1-16,10 7 0 15,0 0 1-15,0 0 1 16,0 0-6-16,0 0-4 15,6 0-4-15,8 0-1 0,3 0 0 16,3 0 0-16,6-3-7 16,6-5 0-16,-2 1 0 15,-1 0 0-15,-3-4 0 0,-2 4 0 16,-7 0 0-16,-5 7 0 16,-1 0 0-16,-9 7 0 15,-2 11 0-15,0 2 0 16,-4 7 0-16,-5 5 0 0,2 5 0 15,0 0 0-15,5 3 0 16,2 0-77-16,0-9-9 16</inkml:trace>
  <inkml:trace contextRef="#ctx0" brushRef="#br2" timeOffset="214118.27">12265 5982 272 0,'0'0'8'0,"0"0"4"16,0 0 1-16,0 0 0 15,-2-10 2-15,2 10-2 0,-10 0 1 16,10 0 1-16,-12 14-10 15,6-3-2-15,-1 3-6 16,5-1 1-16,-1 5 0 16,3-6-1-16,0 3 1 15,0-15 2-15,16 17 4 0,-7-14 2 16,6-1 3-16,-2-2 1 16,-1-5 3-16,-1-2 1 15,3-3 1-15,-4-2-2 0,0-1 1 16,-7-4-4-16,-3 1 0 15,0 2-3-15,0 2-1 16,-9-1-2-16,0 4-2 16,-6 3-2-16,2 6 0 0,-1 0-2 15,-2 6 1-15,0 6 0 16,0-1-2-16,7 6 1 16,1-6 0-16,3 4-1 0,5 0 0 15,3-5 0-15,4-3 0 16,5-4-1-16,6 0 2 15,-4-3 0-15,2-3 2 16,-4 0 0-16,-2-4 0 16,-2-3-1-16,-3 0-2 0,-5 10-5 15,0-17-10-15,0 17-24 16,0 0-37-16,0 0-4 16</inkml:trace>
  <inkml:trace contextRef="#ctx0" brushRef="#br2" timeOffset="-214230">12290 6069 210 0,'0'0'2'0,"0"0"-1"16,0 0 2-16,0 0 1 16,0 0 1-16,0 0 1 15,0 4 2-15,0-4-1 16,-4 18 0-16,4-5-1 0,-3-1 0 15,-2 3-1-15,1 2 0 16,-2 6-1-16,1-3-1 16,0 2 0-16,-2 3-1 15,2-2 1-15,-6 5-1 0,4 2 1 16,0-1-2-16,-3 4 0 16,2-3 0-16,-4 1 0 15,5-1 0-15,-4 5 0 16,7-7-1-16,-6 4 1 0,3 0 0 15,-2-2-1-15,2 5 0 16,0-6 0-16,0 6 0 16,-4-3 0-16,2 5 0 15,1-2-1-15,-5 0 1 0,-3 4-1 16,-2-2 1-16,3 1-1 16,-3 1 0-16,6-2 1 15,-5 0-1-15,5 3 2 0,-4 3-1 16,7-7 0-16,-1 4 0 15,-1-1 0-15,4 1 0 16,0-3 0-16,-3 3-1 16,2-2 0-16,3-7 0 15,-2 7 0-15,0-5-1 0,0 0 2 16,-2 0-1-16,2-1 1 16,2-2 0-16,-2 2 1 15,1-3-1-15,-3 4 2 16,2-4-2-16,-1 3 1 0,3 1 0 15,0-1 0-15,-2 3 0 16,2-3 0-16,-5 3 0 16,2-1 0-16,1 1 0 15,-3-3 0-15,-1-2-1 0,-1 1 1 16,5 1-1-16,-6-1 1 16,6-1 0-16,-3 3-1 15,3-9 0-15,-1 8 0 16,1-1 1-16,-3 0-3 0,5 4 2 15,-3-3 0-15,1 0-1 16,-3 2 1-16,1 4 1 16,0-7-1-16,0 7 0 15,-1-5 2-15,2-1-1 0,-2 1 0 16,3-4 1-16,0 0-2 16,-4 3 2-16,4 1 2 15,0 0 0-15,-2-2 0 16,0 2 0-16,2 4 0 0,-3-3-1 15,-3 6 1 1,1-1-2-16,3 4-2 0,-4 1 1 16,1 1-1-16,-6 2 0 15,6-2-1-15,-4 4 1 16,4-4 1-16,-6 2 0 0,9-3 2 16,-7 1-1-16,4 5 1 15,5-1 0-15,-6 3 1 16,6-5-1-16,-3 0-1 0,3 5 2 15,-1-4-3-15,3 1-1 16,0-4 1-16,-2-4-1 16,0 6 0-16,-1-7 1 0,0 0 0 15,1-3-1-15,-2 1 0 16,-3-6-2-16,3-1-4 16,-4 0-9-16,1-12-46 15,5 6-9-15</inkml:trace>
  <inkml:trace contextRef="#ctx0" brushRef="#br2" timeOffset="-212396.55">13996 6703 253 0,'0'0'1'0,"0"0"1"16,0 0 0-16,0 0 0 15,-9 10 2-15,7 2 0 16,-1-2 1-16,1 8 0 15,-3-1 0-15,0 5-1 0,3 5 1 16,0 3-1-16,-4 5 0 16,-1 3-2-16,-3-1 0 15,0 10 0-15,-5-6-1 0,3 6 0 16,-6-2-1-16,6 7 1 16,-6-2-1-16,4-3 0 15,-2 3 1-15,4-2-1 16,-1 2 0-16,1-5 0 0,0 6 0 15,-3-8 1-15,3 0 1 16,-4-2 0-16,4-1 0 16,-6 2 2-16,7 0 0 0,-5 0 1 15,4 3-1-15,-6-5-1 16,6 2 0-16,0 0-1 16,-3 2 1-16,3-7-2 15,-1 3 0-15,3-5 0 16,-2 1 0-16,2 4 1 0,-2-7-1 15,-1 7 0-15,1-8 0 16,0 5 0-16,-2-2 0 16,2-1-1-16,-1 3 0 15,1-2 0-15,3 3 0 0,-2-4 0 16,2 3 0-16,-3 0 0 16,-1 3 1-16,2-6 0 15,-1 1 0-15,2-3 0 16,1 3-1-16,-4-3 1 0,3-2-1 15,0 1 1-15,0-2-1 16,0 0 1-16,-7 1 1 16,4 0-4-16,1 2 2 15,-1-2 0-15,1 2 0 0,3-2 0 16,-7 3-1-16,7-4 1 16,1 3 0-16,-5-3 0 15,6-1 1-15,-2-1-1 16,-2 0 0-16,1-5 0 0,1 3 0 15,-2 0 0-15,1 0-1 16,1-3 1-16,1 0 0 16,-4 1 0-16,2-1 0 15,-1 3-1-15,7-3 1 16,-6 0 0-16,3-2 0 0,-1 2 0 16,3-2 1-16,-2 3-1 15,-1-2 0-15,4 2 1 0,-5 2 1 16,4-4-1-16,-2 7 2 15,-2-6-1-15,0 6 0 16,-3-3 0-16,8-3 0 16,-6 3 0-16,2-2 0 0,1-1 0 15,-1 0-1-15,4-5 0 16,-7 3 0-16,4-3-1 16,2 1 1-16,-2-1 0 15,1 0-1-15,1 3 1 0,-2-2 0 16,0 1 0-16,-1 1 1 15,0 3-1-15,3-4 0 16,-4 3 1-16,4-2-1 16,-3 0 0-16,1-3 0 15,2 4 0-15,-2-2 1 0,2-2 0 16,0 5-1-16,-3-2 0 16,0 1 1-16,1 0 0 15,-3 2 0-15,5-3 0 0,-5-1-1 16,3 2 0-16,2-5 0 15,-3 2 1-15,3-3-2 16,0 2 1-16,-2-3 0 16,2 3-1-16,3-3 0 0,-4-2 0 15,1 1 1-15,1-1-1 16,1 0 0-16,-2 1 0 16,3-6 0-16,2-7 0 15,-8 15 0-15,8-15 0 0,-3 15 0 16,3-15-1-16,-4 15-2 15,4-15-1-15,-8 12-2 16,8-12-3-16,-12 16-2 16,12-16-6-16,-13 7-10 15,13-7-31-15,0 0-17 0</inkml:trace>
  <inkml:trace contextRef="#ctx0" brushRef="#br2" timeOffset="-210498.02">11065 10466 193 0,'0'0'5'0,"0"0"6"16,0 0 1-16,0 0 3 15,0 0 2-15,0 0 0 0,0 0 0 16,0 0-1-16,0 0-6 15,0 0-2-15,0 0-4 16,0 10-3-16,0-10 0 16,13 12-1-16,-1-4 1 0,6-1 2 15,1 3 1-15,9-2 0 16,4 2 0-16,6-3 0 16,-1 4 0-16,10-4 0 0,3 2-1 15,0 1-1-15,4 0 0 16,-2 0-1-16,3 4 1 15,0-1-2-15,-3 2 0 16,-2-1 1-16,-4 4 1 16,0-3-2-16,-2 2 1 0,1-1 0 15,-3-2-1-15,-3-2 1 16,0 1 0-16,-8-1-1 16,4-2 1-16,-5 2-1 15,3-2 1-15,-8-3-1 16,-1 4 0-16,-2-4-1 0,6 0-2 15,-1 1-1-15,-2-1-1 16,0 1 1-16,-1-3-1 16,1 0 0-16,0-2 0 15,-2-1 1-15,-4 0 2 0,1 2 2 16,-2 0-1-16,-1 0 1 16,-1-1 0-16,0 3-1 0,-5-5 1 15,1 2-1-15,-2 0 1 16,0-2 0-16,-10-1 0 15,12 3 1-15,-12-3 1 16,12 3 0-16,-12-3 0 0,13 2 0 16,-13-2-1-16,7 3 1 15,-7-3-6-15,0 0-12 16,12 6-40-16,-12-6-12 16</inkml:trace>
  <inkml:trace contextRef="#ctx0" brushRef="#br2" timeOffset="-209913.19">11035 10438 354 0,'0'0'8'0,"0"0"2"0,-14-6 3 16,14 6-1-16,-18-8 0 16,8 8 0-16,-2 0 0 15,-3 0 0-15,5 10-7 16,1 2-3-16,1 4-2 0,5 3 0 15,3 1 0-15,7-3 0 16,6 0 0-16,8 1 1 16,3-9 0-16,3-1 1 15,5-6 0-15,-2-2 1 0,0-7 1 16,-5-2 1-16,-2-4 1 16,-6-5 0-16,-7 4 0 15,-7-4 0-15,-6 1-1 0,-12-1-1 16,-8 4-1-1,-1 2-1-15,-6 6-2 0,0 1-1 16,-2 8 0-16,2 5-5 16,8 11-10-16,1 23-64 15,14-14-6-15</inkml:trace>
  <inkml:trace contextRef="#ctx0" brushRef="#br2" timeOffset="-209162.19">12455 10909 427 0,'0'0'3'0,"0"0"-1"0,0 0 1 16,0 0 0-16,-8 5-1 15,8-5 0-15,-3 15 1 0,1-5 0 16,2 0-2-16,0 5-1 15,5-5 1-15,5-3 0 16,2 1 1-16,4-8 0 16,1 0 1-16,5 0 0 15,-5-8 1-15,3-2 2 0,-2-2 0 16,-6 0 1-16,-2-1 0 16,-5 1-1-16,-5 2 0 15,-10-1-1-15,-7 10-2 16,-3 1-3-16,-3 0 0 0,-4 4 0 15,-1 10 0-15,4 0 0 16,-1-2 0-16,8 8 0 16,5-8-3-16,7 1 4 0,5-13-1 15,12 10-1-15,8-10 1 16,7-5 0-16,6-5 0 16,-1-5 1-16,3-5 1 15,-6 8-2-15,-4-7 0 0,-10 2 0 16,-10 3 0-16,-5 14 0 15,-13-11 0-15,-7 11 0 16,-7 8-2-16,-8 1-12 16,9-9-68-16,3 16-4 15</inkml:trace>
  <inkml:trace contextRef="#ctx0" brushRef="#br2" timeOffset="-207494.98">13990 6693 323 0,'0'0'9'0,"0"0"3"0,-8-9 3 16,8 9 3-16,0 0 0 0,-4-11-2 15,4 11 0-15,0 0 1 16,0 0-9-16,0 0-4 16,-5 11-2-16,5-2-3 0,2 1 2 15,5 0 0-15,7 2 1 16,-2-2 0-16,2-3 1 16,6-2 1-16,0-5 1 15,0 0 0-15,2-2 0 0,-4-5 1 16,-3-3-1-16,-2-1 0 15,-6-3 1-15,-7 4-2 16,0 1-4-16,0 9 0 16,-18-13 0-16,4 8 0 0,-2 5 0 15,-3 0 0-15,3 7 0 16,0-2 0-16,3 5 0 16,1 0 0-16,1 1 0 0,9-3 0 15,2-8 0-15,5 14 0 16,5-11 0-16,4-3 0 15,4-3 0-15,-3-3 0 16,2-2 0-16,-2 0 0 16,-4-1 0-16,-4 0 0 0,-7 9 0 15,0-13 0-15,0 13 0 16,-21-2-7-16,9 7-14 16,-5 17-45-16,5-4-19 0</inkml:trace>
  <inkml:trace contextRef="#ctx0" brushRef="#br2" timeOffset="-204947.46">13645 5043 260 0,'0'0'6'0,"0"0"2"0,0 0 2 16,0 0 3-16,4-2 1 16,-4 2 3-16,9 0 1 15,-9 0 2-15,14 0-2 16,-4 2-4-16,-2 3-1 0,6 0-1 15,2 1-2-15,0-2-2 16,7 4-1-16,-3-1-2 16,9-1-1-16,-1 2-1 0,4 1 0 15,0 0-1-15,1 4 0 16,0-1 0-16,0 6 1 16,1-4-1-16,0 5 1 15,-2 2-1-15,1 1 0 0,-3 1 0 16,2 4-1-16,0 0-1 15,0 3 2-15,-4-3-1 16,2 5 0-16,-3-2 1 16,-2-1-1-16,3 1 1 0,-9 3 0 15,3-3 0-15,1 1-1 16,-4 2 0-16,2 1 1 16,-5 1 0-16,2 0-1 15,-2-1 1-15,-2 1-1 0,0 3 1 16,-3-7 0-16,-1 4-2 15,-1-3 0-15,0 3 0 16,-2-5 0-16,-2 2 0 16,1-2 0-16,-3 0 0 0,1-1 0 15,0-1 0-15,-4 1 0 16,0-1 0-16,0-2 0 16,0 1 0-16,0 1 0 15,-4-1 0-15,-3 1 0 0,5-1 0 16,-5 0 0-16,0-2 0 15,0 0 0-15,-4 3 0 16,1-3 0-16,-3-2 0 16,-3-1 0-16,-2 6 0 0,1-6 0 15,-1 3 0-15,-1 0 0 16,-1 0 0-16,-3 2 0 16,0-5 0-16,-2 6 0 15,1-4 0-15,-6 1 0 16,2-1 0-16,-1 0 0 0,-3-3 0 15,0 4 0-15,-1-2 0 16,0-2 0-16,0 2 0 16,-2-3 0-16,-1 0 0 0,-3-1 0 15,2-2 0-15,0-2 0 16,-4-2 0-16,4-1 0 16,-2-2 0-16,-1-2 0 15,0-1 0-15,2-3 0 0,2 2 0 16,-1-4 0-16,-6-2 0 15,6 0 0-15,-3 0 0 16,1 0 0-16,-2-2 0 16,2-4 0-16,2-1 0 15,-6-3 0-15,3 1 0 0,3 2 0 16,0-6 0-16,0-2 0 16,1 0 0-16,2 1 0 0,-1-4 0 15,3 1 0-15,0-1 0 16,-1-2 0-16,4 3 0 15,-1-3 0-15,0 1 0 16,2-1 0-16,3-2 0 16,-1 1 0-16,3-1 0 0,-2 0 0 15,5 0 0-15,-2-3 0 16,5 5 0-16,-4-2 0 16,7-2 0-16,-4 0 0 0,3 0 0 15,3-1 0-15,-3 1 0 16,6-4 0-16,-2 1 0 15,1-2 0-15,-2-1 0 16,4 0 0-16,-1-3 0 16,1 4 0-16,-2-1 0 0,2-2 0 15,-1 3 0-15,2-4 0 16,-2 4 0-16,2-1 0 16,0 0 0-16,2-3 0 0,-5 7 0 15,5-10 0-15,2 4 0 16,-1 0 0-16,4 0 0 15,0 1 0-15,0-5 0 16,0 6 0-16,4-4 0 16,-1 4 0-16,2 0 0 0,0 3 0 15,3 0 0-15,-4 2 0 16,1 5 0-16,2-2 0 16,4 3 0-16,-4-4 0 15,4 5 0-15,1-3 0 0,0 3 0 16,-2 0 0-16,3 4 0 15,-1 1 0-15,-2 1 0 16,0 0 0-16,-1 2 0 16,-1 2 0-16,-8 8 0 0,17-14 0 15,-17 14 0-15,16-11 0 16,-16 11 0-16,14-4 0 16,-14 4 0-16,12-3 0 0,-12 3 0 15,0 0 0-15,9-5 0 16,-9 5 0-16,0 0 0 15,0 0 0-15,0 0 0 16,0 0 0-16,0 0 0 16,9-5 0-16,-9 5 0 0,0 0 0 15,0 0 0-15,0 0 0 16,0 0 0-16,0 0 0 16,0 0 0-16,0 0 0 15,0 0 0-15,0 0 0 0,0 0-9 16,0 0-47-16,0 0-33 15,7 0 0-15</inkml:trace>
  <inkml:trace contextRef="#ctx0" brushRef="#br2" timeOffset="-204496.68">12481 5313 400 0,'0'0'6'0,"0"0"2"0,0 0 1 0,0 0 0 16,0 0 0-16,0 0 1 0,0 0 0 15,0 5 1-15,0-5-4 16,9 8-2-16,0-6-1 16,2-2 1-16,11-5 0 15,3-5 0-15,4-2 0 0,3-5-2 16,6-6-3-16,1 1 0 16,-1 0 0-16,-5 2 0 15,-1 2 0-15,-8 4 0 16,1 6 0-16,-10 8 0 0,-3 4 0 15,-7 10 0-15,-3 10 0 16,-2 6 0-16,-2 10 0 16,-3 2 0-16,-2 6 0 15,2 0 0-15,-5-2 0 16,7 0 0-16,-4-6-30 0,2-6-55 16,5-6-3-16</inkml:trace>
  <inkml:trace contextRef="#ctx0" brushRef="#br2" timeOffset="-203747.45">13679 5085 451 0,'0'0'5'0,"0"0"2"15,0 0 0-15,0 0 1 0,0 0-1 16,0 7 1-16,0 2-1 16,0 5 1-16,-2 1-5 15,2 5-3-15,0 5 0 0,0 3 0 16,5-2 0 0,-5-1 0-16,5 0 0 0,-2-6 0 15,-1-1 0-15,1-3 0 16,-3-5 0-16,0-10 0 15,2 10 0-15,-2-10 0 0,0 0 0 16,0 0 0-16,-2-10 0 16,-3-3 0-16,-3-2 0 15,0-5 0-15,-4-4 0 16,-1-3 0-16,-1-1 0 0,1 0 0 16,-2 3 0-16,6 4 0 15,-2 4 0-15,4 4 0 16,5 4 0-16,2 9 0 15,0 0 0-15,0 0 0 0,7 8 0 16,3-2 0-16,10 4 0 16,2 0 0-16,11 0 0 15,3-2 0-15,12-6 0 16,10 3 0-16,9-5-76 16,-1-10-14-16</inkml:trace>
  <inkml:trace contextRef="#ctx0" brushRef="#br2" timeOffset="-189880.08">14042 4307 376 0,'-9'-9'1'0,"-4"-4"1"16,-9-9-1-16,-8-7 2 0,-5-9-1 15,-12-1-1-15,-8-4 2 16,-10-6 0-16,-6 12-1 16,-2 4-1-16,-8 11-1 0,-11 12 1 15,-11 13-2-15,-6 12 1 16,-8 17-2-16,-7 18 0 15,-10 8 0-15,-3 14 0 16,1 13 1-16,-4 4 1 0,4 12 2 16,5 7 1-16,-2 2 3 15,17 5 0-15,4 1 1 16,13 5 1-16,9 2 1 16,13 9 0-16,15 5-1 0,13 4-1 15,16 8-2-15,13 7-1 16,18 7 0-16,4 7 0 15,26-3-2-15,13 4-1 16,14-5 0-16,17 3 0 0,15-13-1 16,12-8 0-16,13-12-1 15,10-6 0-15,20-16 1 16,4-13 0-16,14-17-1 16,3-11 1-16,9-17 1 0,-1-12 0 15,9-16 0-15,1-13-1 16,-3-15 0-16,-1-15-2 15,-1-15-1-15,-1-17 0 16,-7-12 0-16,-4-10 0 0,-8-11 1 16,-11-12 0-16,-6-7 1 15,-12-5 2-15,-12-8 1 16,-14-9 2-16,-16-2 2 16,-13-9-1-16,-20-10 0 0,-12-3 0 15,-15-14 0-15,-16-4-1 16,-11-8-2-16,-21-3-1 15,-16 1-2-15,-16-6 0 16,-17 8 1-16,-20 6-1 16,-22 8-1-16,-20 19-1 0,-27 17-1 15,-19 14-6-15,-12 30-32 16,-8 25-40-16,-5 22-1 16</inkml:trace>
  <inkml:trace contextRef="#ctx0" brushRef="#br0" timeOffset="-134346.68">17121 5470 258 0,'0'0'2'0,"0"0"2"0,0 0 1 0,0 0 0 0,0 0 1 16,0 0-1-16,0 0 2 16,0 0 3-16,7 2 1 15,-7-2 1-15,18 0-2 16,-4 0 1-16,9-2 0 16,4-4 3-16,10 2-1 0,13-9-4 15,8-2-3-15,18-2-2 16,9-3-1-16,14-5-1 15,11-3 0-15,17-5-1 16,11-3 0-16,14-1-1 0,9-2 1 16,18-5 0-16,5 0 0 15,15-4 0-15,7 1 1 16,3 2-2-16,2-2 1 0,-4 5-1 16,1-3 0-16,-9 6-1 15,-10 0 1-15,-8 1 0 16,-9 3 0-16,-15 0 0 15,-16 6 0-15,-12 1 1 16,-15 6 0-16,-17 3 0 0,-12 2 0 16,-23 4 0-16,-15 5 0 15,-12 4 0-15,-16 4 1 16,-19 0-1-16,0 0-4 16,0 9-7-16,-12 1-22 0,-6 0-42 15,-3 5-4-15</inkml:trace>
  <inkml:trace contextRef="#ctx0" brushRef="#br0" timeOffset="-132830.56">17148 5561 240 0,'0'0'5'0,"0"0"5"0,0 0 3 0,0 0 2 16,0 0-1-16,0 0-3 0,0 0-2 16,0 0 1-16,0 0-6 15,0 0-2-15,7 10-3 16,9 0-1-16,5 0 1 16,7 5 3-16,4 0 2 0,10 5 1 15,6-1-1-15,7 1 0 16,4 3-1-16,6 2 1 15,4 1-1-15,9 2 1 16,1-1 0-16,3 7 1 16,7-4-2-16,6 10 0 0,4 2 0 15,4-2 1-15,3 4-3 16,0 1 0-16,6 2 0 16,3 0-1-16,9 3 0 15,0-6 1-15,1 3 0 0,8 0 1 16,5-2-1-16,0 3 1 15,0-7-1-15,-1 6-1 16,4 0 0-16,-10-5-1 0,1 3 0 16,-8-3 0-16,-10 0 0 15,1 0-1-15,-4 0 1 16,-8-7 0-16,-9 3 1 16,-10-4 0-16,-2-2 0 0,-14-3-1 15,-4-1-1-15,-17-4 1 16,-7-1-1-16,-8-4 1 15,-9-3-1-15,-6-7 1 16,-5-1 2-16,-12-8 2 16,12 10 3-16,-12-10 1 0,0 0 1 15,0 0 1-15,0 0 0 16,0 0-1-16,0 0 0 16,0 0-3-16,3-5-2 15,-3 5-5-15,0-10-6 0,0 10-12 16,0 0-37-16,-3-12-19 15,3 12-5-15</inkml:trace>
  <inkml:trace contextRef="#ctx0" brushRef="#br0" timeOffset="-130379.49">21116 7099 231 0,'0'0'2'0,"0"0"1"0,0 0 0 0,0 0 4 15,0 0 3-15,10 0 2 16,-3 4 3-16,11 0 1 15,1 3-2-15,9 1 1 16,4-1-1-16,11 3-3 0,-1-2-3 16,1 4-3-16,3-2-1 15,-3 0-2-15,1 2-1 16,-6-4 0-16,-1 2-1 16,-10-3 0-16,-2 1 1 0,0-4-1 15,-5 4 0-15,-8-6 0 16,-2 1 1-16,1-1 0 15,-11-2 0-15,9 6 1 16,-9-6 2-16,0 0 0 0,0 0 1 16,0 0 1-16,0 0-1 15,0 0 2-15,0 0-1 16,0 0 0-16,0 0-1 16,0 0-1-16,0 0 0 0,0-11-1 15,0 11 0-15,0-17 1 16,-2 5 0-16,-1-6 1 15,3-1 0-15,-4-9 1 16,-2-2-1-16,3-9 0 16,-1-1 0-16,1-7-2 0,0-3 0 15,1-2 0-15,-2-2-1 16,1-6 1-16,1 5-1 16,-1-3 1-16,-2-2-1 0,2-4 0 15,1-1 0-15,-1-2-1 16,3 0-1-16,0-2 2 15,0-3 0-15,3 3-2 0,-1 0 0 16,1-2 0-16,-1 5 0 16,1 2 0-16,0 0 0 15,2 4 0-15,-1-2 0 16,1 8 0-16,0-1 0 0,6 1 0 16,-4 1 0-16,2 6 0 15,-4-1 0-15,3-2 0 16,2 2-2-16,-3-2 1 15,0 4 0-15,2 1 1 16,-2 1 1-16,-2 2 0 0,0-1-1 16,-1 6 2-16,5 3-2 15,-7 0 0-15,3 5 0 16,-3 2 0-16,1 3 0 16,-1-1 0-16,3 5 0 0,-3-2 0 15,1 2 0-15,-1 3 0 16,4-3 0-16,-4 2 0 15,3 1 0-15,-3 2 0 0,1-2 0 16,-1 5 0-16,0-1 0 16,1 1 0-16,-3 4 0 15,0 8 0-15,2-10 0 16,-2 10 0-16,0 0 0 0,0 0 0 16,0 0 0-16,0 0 0 15,0 0 0-15,0 0 0 16,0 0 0-16,0 0 0 15,0 0 0-15,0 0 0 16,0 0 0-16,0 0 0 0,-7 0 0 16,7 0 0-16,0 0 0 15,-14 10 0-15,14-10 0 16,-18 12 0-16,6-4 0 16,-3 0 0-16,-2-1 0 0,-4-1 0 15,1 3 0-15,-1-1 0 16,-7-4 0-16,6 0 0 15,-4 2 0-15,4-1 0 16,0 1 0-16,7-2 0 0,3 0-8 16,5 7-3-16,7-11-9 15,7 14-17-15,13-1-48 16,2-3 0-16</inkml:trace>
  <inkml:trace contextRef="#ctx0" brushRef="#br0" timeOffset="-129064.33">18525 6181 193 0,'0'0'7'0,"0"0"3"0,0 0 4 15,0 0 5-15,0 0 1 0,0 0 1 16,0 0 2-16,0 0 0 16,0 0-4-16,0 0-3 0,0 0-5 15,-11-10-1-15,11 10-3 16,0 0-1-16,0 0 0 15,0 0 0-15,0 0-1 16,0 0-1-16,0 0 1 0,0 0-1 16,0 0 0-16,0 0-1 15,0 0 0-15,-9-4 0 16,9 4-2-16,0 0 1 16,0 0 0-16,-10 0-1 0,10 0 0 15,0 0 0-15,0 0 0 16,-8 0-1-16,8 0 1 15,0 0 0-15,0 0-1 16,-12 4 1-16,12-4 0 16,0 0 0-16,0 0 0 0,-10 2 0 15,10-2 0-15,0 0 0 16,0 0 0-16,0 0 0 16,0 0-1-16,-8 5 0 15,8-5 0-15,0 0 0 0,0 0 0 16,0 0-3-16,-5 7-10 15,5 11-46-15,0-18-18 16</inkml:trace>
  <inkml:trace contextRef="#ctx0" brushRef="#br0" timeOffset="-127594.99">17958 6289 117 0,'0'0'4'0,"0"0"4"0,0 0 1 0,7 8 10 16,6-1 2-16,7 0 1 0,7 6 1 15,5 2 0-15,16 7-2 16,7 3-3-16,7 5-2 15,9-4-8-15,7 12-2 0,1-5 0 16,3 7-3-16,3-4-1 16,1 2 1-16,-1-1-2 15,-3-8 1-15,-5 6-1 16,-5-3-1-16,-7-2 1 0,-10-6-2 16,-11 1-2-16,-9-5-5 15,-15-2-10-15,-8-7-31 16,-5 5-18-16</inkml:trace>
  <inkml:trace contextRef="#ctx0" brushRef="#br0" timeOffset="-126613.77">18229 6161 59 0,'0'0'11'0,"0"0"6"15,-7-2 6-15,7 2 3 0,0 0 2 0,-11-8 2 16,11 8 0-16,-12-5 1 15,12 5-8-15,-9-5-8 16,9 5 0-16,-16-3-4 0,16 3-1 16,-17 0-2-16,7 0-1 15,-2 0-1-15,0 0-1 16,-1 5-2-16,-2 0 0 16,0 3-2-16,-2 2 2 0,-1-1 0 15,-2 1-1-15,3 2 2 16,2 1-1-16,-5 2 0 15,5 2 1-15,-2 1 0 16,-1 1-2-16,6 4 0 0,2-1-1 16,-2 2 0-16,2 1 0 15,2 3 0-15,3-1 0 16,0 1 0-16,3 1 1 16,2-1-1-16,0 1 0 15,0-2 0-15,0 6 0 0,0-4 0 16,5-1-1-16,-1-1 0 15,5-2 0-15,0 2 0 16,1-2 1-16,3-3-1 0,-1-3 1 16,0-4 0-16,1 1 0 15,-1-4 0-15,-1 0 0 16,-2-4 1-16,1-1 0 0,0-4 0 16,0 4 0-16,-3-5 1 15,3 0 0-15,3 2-1 16,1-2 1-16,2 1-1 15,-2-3 1-15,2 0 0 0,-2 0-2 16,1 0 0-16,-3 0 0 16,-2 0 0-16,1 0 0 15,-11 0 0-15,9 0-3 16,-9 0-2-16,0 0-10 0,12 0-18 16,9 0-44-16,-21 0-1 15</inkml:trace>
  <inkml:trace contextRef="#ctx0" brushRef="#br0" timeOffset="-125847.49">19374 6586 254 0,'0'0'3'0,"0"0"0"0,-2 6 2 0,2-6 2 16,-12 12 3-16,1-5 0 0,2 9 3 15,-8 0 0-15,-1 5-1 16,0 1-2-16,1 1 0 15,-1 9 0-15,-1-3-1 16,4 4 0-16,-2-4 0 0,4 3-2 16,3 2 0-16,1 2 0 15,0-2-2-15,1 1-1 16,8 0-1-16,0-6-2 0,0 1-1 16,4-3 1-16,3-4 0 15,1-3 0-15,2-1 1 16,4-6 0-16,4-3 0 15,-6-3 1-15,3-2 0 0,0-2 0 16,-2-1 1-16,-1-2-2 16,-5 0 1-16,-7 0-1 15,11 0 1-15,-11 0-2 16,0 0-3-16,0 0-4 16,0 0-7-16,0 0-17 0,0-10-47 15,0 10-3-15</inkml:trace>
  <inkml:trace contextRef="#ctx0" brushRef="#br0" timeOffset="-125181">19257 7174 296 0,'0'0'3'0,"0"0"1"0,0 0 1 0,0 0 1 16,0 0 2-16,0 0 1 15,-7 10 0-15,7-10 2 0,-2 13-3 16,2-13 1-16,0 12-2 16,0-12 1-16,7 12-1 0,-7-12 2 15,15 7 0-15,-5-4 1 16,5-1 0-16,0-2 0 15,3-2 0-15,7-5-1 16,-4-1-1-16,4-2-2 0,3 1-1 16,-6-4 0-16,-1 1 0 15,0-4-1-15,-3 4 0 16,-1-3 0-16,-4 0 0 16,-3-2 0-16,-3-2-2 15,0-4 1-15,-1-2-3 0,-1 4 0 16,-3-7 0-16,0 3 0 15,1 3 0-15,-3-1 0 16,0 0 0-16,0 7 0 16,0-2 0-16,0 0 0 0,-3 1 0 15,1-2 0-15,-3 4 0 16,-1-3 0-16,2 1 0 16,-5 1 0-16,3-5 0 0,-1 1 0 15,-4 5 0-15,-1-2 0 16,3-1 0-16,-2 6 0 15,1 0 0-15,-3 2 0 16,4 3 0-16,-1 4-8 0,-3-2-8 16,4 5-11-16,-6 0-6 15,2 0-19-15,1 3-11 16,-1 4 1-16,1-7 6 16,5 3 17-16,7-3 19 0,-16 4 19 15,16-4 15-15,-9 3 19 16,9-3 14-16,-20 3-9 15,10 9-39-15,0-7-43 16,0 4-11-16</inkml:trace>
  <inkml:trace contextRef="#ctx0" brushRef="#br0" timeOffset="-124591.9">18006 6931 319 0,'0'0'9'0,"0"0"3"0,0 0 2 0,0 0 2 15,2-9 1-15,-2 9-2 16,0 0 0-16,0 0 1 0,12-4-9 16,3 4-2-16,11 8-4 15,3 4 0-15,11 3-1 16,9 6 0-16,13 1 1 16,6 4 0-16,11 2 1 15,3 1-1-15,5 2 0 0,8-2 1 16,-3 1 0-16,0 0 0 15,-3-1 0-15,-10-1 0 16,-4-1-1-16,-6-5 1 16,-11 1-1-16,-14-4 0 0,-7-5-1 15,-9-1-1-15,-6-1 1 16,-10-6 1-16,-12-6 1 16,11 10-1-16,-11-10-3 0,-5 0-8 15,-6 0-24-15,2 0-43 16,-3-8-2-16</inkml:trace>
  <inkml:trace contextRef="#ctx0" brushRef="#br0" timeOffset="-123980.85">18301 7104 0 0,'0'0'1'0,"0"0"2"0,0 0 4 16,0 0 2-16,0 0 3 15,0 0 5-15,0 0 4 16,0 0 3-16,-12 0-1 0,2 0-3 16,10 0-2-16,-13-1-3 15,13 1-4-15,-17 0-4 16,17 0-3-16,-13 0-6 16,13 0-15-16,-5 4-29 15,5-4-6-15</inkml:trace>
  <inkml:trace contextRef="#ctx0" brushRef="#br0" timeOffset="-123145.77">17884 6859 205 0,'0'0'9'0,"0"0"5"15,0 0 5-15,0 0 2 16,0 0 0-16,0 0 0 16,0 0-2-16,0 0 0 0,0 0-6 15,0 8-4-15,0 2-5 16,5 1-2-16,2 5 0 16,0 3 1-16,4 6 3 15,-2 5-2-15,7 1 0 0,-4 2-1 16,0 3 0-16,1 5 0 15,-7 1 0-15,7 0-1 16,-7 5 0-16,-1-5-1 16,-3 1 0-16,-2 0 0 15,0-2 0-15,-5-2-1 0,-3-1 0 16,1-2 1-16,-3 4-1 16,3-2 0-16,-6 1 1 15,1 1-1-15,-4 0 1 0,4 2 1 16,-5 3 0-16,0-1 0 15,-3 3 1-15,0-2 0 16,-5 4 0-16,0 3 2 16,0 0-1-16,-2-2 0 0,-3-1-1 15,0 3 1-15,0 0 0 16,5 0 0-16,-4 1-1 16,4-2-1-16,0 4 1 15,-2-6-1-15,4 8 1 0,-4-2-1 16,3 2 0-16,-4-2 1 15,1 2 0-15,-3 1 0 16,0 3-1-16,0-3 0 16,0 3-1-16,1 1 1 0,-4-6-1 15,3 1 0-15,-2 3 0 16,2-3 0-16,-4-4 0 16,3 3 0-16,2-4 0 15,-3 0 0-15,2-3 0 0,2-2-1 16,1 0 1-16,2-4-1 15,3-2 0-15,2-3 0 16,0-1 0-16,5-5-2 16,0 0-2-16,1-8-8 0,-2 0-18 15,9-8-51-15,0-6-2 16</inkml:trace>
  <inkml:trace contextRef="#ctx0" brushRef="#br0" timeOffset="-121943.92">19282 7386 266 0,'0'0'6'0,"0"0"7"0,0 0 4 0,-5-14 3 16,5 14 0-16,-9-8 0 16,9 8 3-16,-18-10-2 15,8 9-6-15,1 1-6 0,-7 4-5 16,-4 8-2-16,3 11 0 16,-9 4-2-16,-3 8-2 15,0 10 2-15,-11 6 0 16,-3 9-1-16,4 4 2 0,-3 5 1 15,-1 4-2-15,6-4 2 16,0 3-1-16,2-1 1 16,5-4 1-16,5-1-1 15,0-1 1-15,4-3-2 0,-4-1 0 16,4-5-1-16,-1 3 0 16,0-1 0-16,-3-4 0 15,0 2 0-15,-2 2 1 16,4-4-1-16,-3 3 3 15,-2-2 0-15,3-1 0 0,-1 1 0 16,4-3 0-16,1-2-1 16,-2-4 0-16,3-2-1 15,1 2-1-15,1-2 0 0,0-2 0 16,4 1 0-16,-4 1 0 16,6-2 0-16,-4 0 0 15,4-2 0-15,3 0 0 16,-4-1 0-16,-2 1 0 0,2-3 1 15,1-3-1-15,0 4 1 16,-3-6-1-16,-1 1 1 16,-1-1 0-16,3-3 0 0,-4 1-1 15,4-6 1-15,-5 1 0 16,6-2-1-16,-3-1 0 16,-1-1 0-16,2 0 0 15,-2-1 0-15,4 2 1 16,-7-2-1-16,3 2 0 0,-3 0 0 15,1 3 0-15,-2-2 1 16,1 2-1-16,3-3 1 16,-3 0 0-16,2-2 0 15,4-2 0-15,2-2 0 0,1-3 0 16,-1-1 0-16,5-2-1 16,-1-2 0-16,0 2 1 15,4-3 0-15,-1 4 0 0,0-3 0 16,-3 0 0-16,3 2 1 15,-3 0-1-15,2 0 0 16,-2-3 0-16,8-7-1 16,-8 16 0-16,8-16 0 0,0 0 0 15,-9 7 0-15,9-7 0 16,0 0 0-16,0 0 0 16,-5 10 0-16,5-10 0 15,0 0-2-15,-11 9-4 0,11-9-7 16,0 0-9-16,0 0-37 15,0 0-24-15,0-7-3 16</inkml:trace>
  <inkml:trace contextRef="#ctx0" brushRef="#br0" timeOffset="-121230.52">19369 6928 278 0,'0'0'6'0,"0"0"5"0,0 0 2 0,0 0 3 0,8-6-1 16,-8 6 1-16,0 0 3 16,13-11 1-16,-13 11-5 15,16-13-4-15,0 3-2 0,1-1 0 16,3-7 0-16,7-5 0 16,3 1-1-16,6-4-1 15,-2-5 0-15,3 5-1 0,-5-5-1 16,0 7 0-16,-8 2 0 15,0 2-1-15,-10 5 0 16,-6 5 0-16,-3 0-4 16,-5 10 0-16,0-10 0 15,0 10 0-15,0 0 0 0,-10-5-2 16,10 5-13-16,-12 0-14 16,-11 2-53-16,13 6-3 15</inkml:trace>
  <inkml:trace contextRef="#ctx0" brushRef="#br0" timeOffset="-120629.99">17776 6309 254 0,'0'0'5'0,"0"0"5"0,0 0 3 0,0 0 5 0,0 0 3 16,0 0 3-16,9-7 2 15,0-1 1-15,6-4-4 0,5-3-3 16,3-5-2-16,6-2-5 16,4-6-3-16,6-2-1 15,-4-6-2-15,-1-1 1 16,-1 2-3-16,-6 3-5 0,-4 0 0 15,-9 4 0-15,-3 1 0 16,-4 7 0-16,-5 9 0 16,-2-2 0-16,0 13 0 15,0 0 0-15,-7 4 0 0,-2 5-13 16,9 16-72-16,0 1-2 16</inkml:trace>
  <inkml:trace contextRef="#ctx0" brushRef="#br0" timeOffset="-117678.33">16788 10043 141 0,'0'0'7'0,"0"0"2"0,0 0 5 0,0 0 4 16,0 0 5-16,0 0 1 16,0 0 2-16,0 0-1 0,0 0-4 15,0 0-3-15,0 0-4 16,0 0-3-16,-10-3-4 16,10 3-2-16,0 0 1 15,-12 3-3-15,12-3 0 16,-11 4-1-16,11-4-1 0,0 0 1 15,-9 12 1-15,9-12-1 16,0 0 0-16,-12 13 0 16,12-13 0-16,-6 10 1 0,6-10 0 15,-7 15-1-15,7-8 0 16,0-7 0-16,-5 18 0 16,5-8 0-16,0 0-1 15,0-1 0-15,0 2 1 0,0-2-1 16,0 1 0-16,0 2 0 15,2-4 1-15,1 2-1 16,-1-3 1-16,3 3 0 16,0-2 0-16,-4 2 0 0,6 0 1 15,0 2-1-15,-2 1 1 16,5 1 0-16,0 1 0 16,2 0 0-16,1-3 0 15,2 1-1-15,0 1 1 0,2-2 0 16,-5-1 0-16,3 1-1 15,0 1 1-15,-2-4-1 16,-1-1-1-16,-2 1 1 16,0-3-1-16,0 1 0 0,0-4 1 15,0 1 1-15,2 0 0 16,-1-3 0-16,-2 2 0 16,3-3-1-16,-1 0 1 15,1 0-1-15,-3 2-1 16,0-2 0-16,0 3-1 0,-9-3 1 15,10 3-1-15,-10-3 0 16,11 2 0-16,-11-2 0 16,0 0 0-16,7 5 0 0,-7-5 0 15,0 0 0-15,0 0 0 16,0 0 0-16,0 0 0 16,0 0 0-16,0 0 0 15,0 0 0-15,0 0 0 0,9 2 0 16,-9-2 1-16,0 0-1 15,0 0 0-15,0 0 0 16,10 8 0-16,-10-8 0 16,0 0 1-16,13 10-1 0,-13-10 0 15,12 7 1-15,-1-7-1 16,-4 5 1-16,5-3 0 16,3 1-1-16,-3 0 0 15,6 0 1-15,-3-3-1 0,0 1 1 16,2-1 0-16,3 0 0 15,-6 0 0-15,9 0 0 16,-5-4 0-16,1 1 1 16,1 0-1-16,1 1-1 0,-9 0 1 15,2-1-1-15,-3 3 0 16,-11 0 0-16,12 0 0 16,-12 0-1-16,0 0 1 15,0 0 0-15,0 0 0 0,0 0-1 16,0 0-2-16,0 0-1 15,0 0-7-15,-5 7-39 16,5-7-35-16,0 0 1 16</inkml:trace>
  <inkml:trace contextRef="#ctx0" brushRef="#br0" timeOffset="-116346.7">16816 10556 292 0,'0'0'9'0,"0"0"5"0,0-16 4 15,0 16 3-15,0-16 3 0,0 5 2 16,-3 1 0-16,-2-2 1 15,0 2-9-15,-8 0-4 16,1 2-4-16,-3-1-3 16,-2 4-2-16,-3 0-5 15,0-1 0-15,-5 6 0 0,0 0 0 16,-2 0 0-16,-3 8 0 16,-2 2 0-16,-3 5 0 15,0 5 0-15,1 0 0 0,-1 7 0 16,-1 3 0-16,4 2 0 15,0 5 0-15,8 5 0 16,-1 5 0-16,7 3 0 16,-2 5 0-16,8 1 0 15,2 4 0-15,5-1 0 0,3 0 0 16,2-2 0-16,7 3 0 16,5 0 0-16,4-6 0 15,3 3 0-15,6-2 0 0,5-4 0 16,4 2 0-16,1-7 0 15,8-7 0-15,4-1 0 16,5-8 0-16,3-5 0 16,7-6 0-16,0-10 0 0,5-5 0 15,2-4 0-15,1-7 0 16,-5-8 0-16,0-7 0 16,-6-6 0-16,-5-4 0 15,-4-3 0-15,-3-7 0 0,-10-2 0 16,-1-6 0-16,-6-2 0 15,-5-3 0-15,-11-4 0 16,-2-5 0-16,-6-6 0 16,-6 1 0-16,0 3 0 0,-13-2 0 15,1 4 0-15,-6 4 0 16,-1 6 0-16,-4 7 0 16,-4 2 0-16,-1 10 0 15,-2 3 0-15,-2 7 0 16,-3 3 0-16,-2 2 0 0,0 5 0 15,-3 5 0-15,3 8 0 16,-5 2 0-16,-1 2 0 16,-1 11 0-16,-1 5 0 15,0 6 0-15,-5 1 0 0,4 5 0 16,-5 4 0-16,5 3 0 16,-4 8 0-16,3 0 0 15,2 1 0-15,0 4 0 0,3 2 0 16,5 1 0-16,2 1 0 15,5 0 0-15,10-2 0 16,8 8 0-16,7-3 0 16,10 0 0-16,15 2 0 0,10 1 0 15,12-3 0-15,13-6 0 16,2-3 0-16,12-5 0 16,5-10 0-16,1-4 0 15,0-11 0-15,-1-8 0 16,1-6 0-16,-8-8 0 0,0-10 0 15,-8-8 0-15,-1-9 0 16,-1-6 0-16,-10-10 0 16,-2-7 0-16,-6-8 0 0,-7-7 0 15,-6-3 0-15,-6-10 0 16,-11-6 0-16,-6 1 0 16,-10-3 0-16,-11 3 0 0,-4 6 0 15,-11 8 0-15,-4 4 0 16,-7 14 0-16,-4 8 0 15,-7 9 0-15,1 10 0 16,-8 6 0-16,0 4 0 16,-5 11 0-16,-1 4 0 15,-1 6 0-15,2 11 0 0,2 9 0 16,1 6 0-16,9 16 0 16,7 4 0-16,9 18 0 0,7 3-36 15,20 12-53-15,9 8-4 16</inkml:trace>
  <inkml:trace contextRef="#ctx0" brushRef="#br0" timeOffset="-115564.15">16816 10546 314 0,'0'0'10'0,"0"-14"2"0,0 6 3 0,0-5 0 15,-3 1 4-15,-7-4-1 16,-3 1 0-16,-4 1 1 15,-5 4-9-15,-6 4-2 16,1 6-2-16,-8 4-2 16,-2 8-1-16,0 12 0 0,-4 6-1 15,2 15-1-15,0 7-1 16,1 12 0-16,3 10-1 16,8 7 3-16,2 7 0 15,7 1 0-15,11 5 1 0,7 0 0 16,7-5 1-16,11-3 0 15,12-13 0-15,7-6-1 16,11-9-1-16,6-14 0 16,5-11-1-16,11-14 2 15,0-7-3-15,7-12 0 0,-2-10 0 16,1-7 0-16,-1-11 0 16,-5-4 0-16,-3-10 0 15,-8-7 0-15,-6-9 0 0,-11-1 0 16,-10-10 0-16,-7-8 0 15,-13-5 0-15,-10-9 0 16,-7-1 0-16,-17-7 0 16,-8 2 0-16,-9 3 0 0,-13 7 0 15,-3 11 0-15,-9 9 0 16,-9 15 0-16,-6 11 0 16,-3 24 0-16,-3 13 0 15,-2 17 0-15,1 20 0 16,1 17 0-16,11 25 0 0,4 19-62 15,21 7-24-15,16 13 0 16</inkml:trace>
  <inkml:trace contextRef="#ctx0" brushRef="#br0" timeOffset="-113694.21">16734 11739 300 0,'0'0'8'0,"0"0"5"0,0 0 2 16,0 0 2-16,0 0 4 0,0 0 0 15,0 0 1-15,0 0-1 16,0 0-8-16,0 0-4 16,0 0-3-16,0 0-2 15,0 5-3-15,0 5 0 16,5 5-1-16,-1 3 0 0,4 7 1 15,-1 0 0-15,3 2 1 16,0 6-1-16,2 5 1 16,6 3 1-16,-6 5-1 15,8 9 0-15,0 1 0 0,2 6 0 16,3 8 0-16,5 4 0 16,2 3-1-16,3 7 1 15,5 7 0-15,-3 4 0 16,8 6 0-16,0 6 0 0,4 7 1 15,-1 5 0-15,1 0-3 16,1 1 0-16,5 5 0 16,2 0 0-16,0 2 0 0,0 0 0 15,5-3 0-15,-3-3 0 16,6-2 0-16,-3 0 0 16,0-3 0-16,0-4 0 15,-2-3 0-15,2-6 0 16,-2 0 0-16,-3-8 0 0,-5-2 0 15,-5-5 0-15,3-8 0 16,-5-5 0-16,-5-9 0 16,-3-4 0-16,-5-7 0 15,-2-7 0-15,-5-9 0 0,-6-7 0 16,-3-7 0-16,-4-3 0 16,-4-7 0-16,-1-5 0 15,-7-10 0-15,0 0 0 0,5 10 0 16,-5-10 0-16,0 0 0 15,0 0 0-15,0 0 0 16,0-6 0-16,0 6 0 16,0 0 0-16,0 0 0 15,0 0 0-15,0-9 0 0,0 9 0 16,0 0 0-16,0 0 0 16,-2-10 0-16,2 10 0 15,0-10 0-15,0 10 0 16,2-10 0-16,-2 10-7 0,0-15-80 15,0 15-2-15</inkml:trace>
  <inkml:trace contextRef="#ctx0" brushRef="#br0" timeOffset="-111330.31">18912 15421 299 0,'0'0'8'0,"-7"-5"4"0,7 5 5 0,-12-8 1 15,12 8 4-15,-18-12 2 16,11 4 1-16,-6 3 0 0,3 1-5 16,3 1-6-16,-6 3-2 15,-1 0-3-15,-4 7-3 16,1 6-6-16,-6 7 0 16,3 1 0-16,-2 12 0 0,0 5 0 15,-1 6 0-15,4 3 0 16,1 5 0-16,4 5 0 15,3 0 0-15,4 5 0 16,3-3 0-16,4-2 0 16,6-4 0-16,6 0 0 0,6-3 0 15,7-7 0-15,5-1 0 16,9-8 0-16,3-6 0 16,8-3 0-16,3-3 0 15,4-5 0-15,-3-7 0 0,6-6 0 16,-3-4 0-16,-1-1 0 15,0-12 0-15,-5-2 0 16,0-5 0-16,1-4 0 0,-8-4 0 16,2-2 0-16,-7-2 0 15,-4-2 0-15,-3-3 0 16,-7-4 0-16,-5 0 0 16,-5-6 0-16,-6-5 0 0,-6-3 0 15,-3 0 0-15,-5-4 0 16,-9 5 0-16,-2-5 0 15,-5 4 0-15,-2 6 0 16,-9 3 0-16,2 6 0 16,-5 7 0-16,-2 2 0 15,-3 4 0-15,-5 3 0 0,0 6 0 16,-4 3 0-16,-1 5 0 16,3 3 0-16,-3 7 0 15,0 0 0-15,1 5 0 16,6 7 0-16,1 6 0 0,3 7 0 15,2 4 0-15,5 3 0 16,2 8 0-16,5 2 0 0,7 13 0 16,1-3 0-16,8 7 0 15,5 1 0-15,4 4 0 16,4 2 0-16,7-1 0 16,4-3 0-16,3-5 0 15,3 1 0-15,9-9 0 0,-2-4 0 16,9-6 0-16,1-9 0 15,4-8 0-15,5-3 0 16,2-6 0-16,6-5 0 16,0-8 0-16,2-3 0 0,-1-9 0 15,4-9 0-15,-2 0 0 16,-3-7 0-16,-5-1 0 16,-6-6 0-16,-5-2 0 15,-3-1 0-15,-10-6 0 0,-8-3 0 16,-11-3 0-16,-7-6 0 15,-7-6 0-15,-11-3 0 16,-11 1 0-16,-4-1 0 16,-11 6 0-16,0 7 0 0,-9 7 0 15,-2 6 0-15,-3 11 0 16,-1 11 0-16,0 4 0 16,-3 13 0-16,2 13 0 15,8 7 0-15,7 12 0 16,1 5 0-16,19-5-38 0,15 15-54 15</inkml:trace>
  <inkml:trace contextRef="#ctx0" brushRef="#br0" timeOffset="-109197.15">21784 6409 98 0,'0'0'4'0,"0"0"1"0,0 0-1 16,0 0 2-16,0 0 1 16,-9 0 4-16,9 0 3 0,0 0 2 15,0 0-1-15,0 0 0 16,0 0 1-16,-3 9 0 16,3-9-1-16,0 0-2 0,0 0-2 15,-2 10-2-15,2-10 1 16,0 10-2-16,0-10 0 15,0 10-1-15,0-10-1 16,0 0 1-16,0 12-1 0,0-12-1 16,0 7 1-16,0-7-1 15,0 0 0-15,0 13 0 16,0-13-1-16,0 0 0 16,2 10 0-16,-2-10 0 0,0 0-2 15,0 0-1-15,0 0-10 16,0 0-39-16,0 0-18 15,0 0-6-15</inkml:trace>
  <inkml:trace contextRef="#ctx0" brushRef="#br0" timeOffset="-108646.71">21887 5356 307 0,'0'0'4'0,"0"0"1"0,0 0 1 15,0 0-1-15,-11 4 2 16,6 12 0-16,0 6 1 16,-2 8 1-16,2 14-4 0,-5 6 1 15,2 14-1-15,-1 5 1 16,-1 5-1-16,2 8-2 16,1 3 0-16,-5 4 0 15,1-7 0-15,4-1-1 0,-2-9-1 16,-2-7 0-16,4-8-1 15,2-13-5-15,0-9-4 16,3-10-4-16,2-11-2 16,0-14-10-16,0 0-22 0,0 0-27 15,9-18-2-15</inkml:trace>
  <inkml:trace contextRef="#ctx0" brushRef="#br0" timeOffset="-107896.17">21758 5256 204 0,'0'0'6'0,"0"0"3"0,0 0 2 15,0 0 0-15,0 0 2 16,0 0 1-16,0 0 1 0,0 0 1 15,0 0-5-15,0 0 0 16,9-4-2-16,-9 4 0 16,12-5 1-16,1 2-1 15,4-2 2-15,6 0-1 0,4 0 0 16,2 0-1-16,7 3-2 16,3 2 0-16,2 0 0 15,1 2-2-15,-3 6 0 16,4 2-1-16,-4 2-1 0,0 6 0 15,-1-1-1-15,-2 0 0 16,1 3-1-16,-3 0 0 16,-1 0 1-16,-4 2 0 0,-4 0 1 15,-3 0-1-15,-2 0 2 16,-10 3-1-16,1 0 1 16,-11 2 1-16,0-2-2 15,-9 0-1-15,0 0 1 16,-3-3-1-16,-4 0-1 0,2-2 0 15,-2 2 0-15,4-4 0 16,-1 0-1-16,1-4-2 16,0 3-4-16,8-4-10 15,-5-3-63-15,4 2-1 0</inkml:trace>
  <inkml:trace contextRef="#ctx0" brushRef="#br0" timeOffset="-106711.54">21745 6614 282 0,'0'0'5'0,"0"0"5"0,0 0 0 0,0 0 2 16,0-10 1-16,0 10-1 15,0 0 1-15,0 0 0 16,0 0-5-16,0 0-2 0,10-2-2 15,-10 2 0-15,12-5 0 16,-2 5 0-16,1-3 2 16,3 1-1-16,-2-1 0 0,8 0 0 15,0-1 0-15,2 4-2 16,1-3 0-16,2 3-1 16,5 0 0-16,-3 0 0 15,1 7-2-15,1-1 1 16,-1-1 0-16,-2 2 0 0,-1 0 0 15,-2 4 0-15,-3-2 0 16,-5 1 1-16,0 3 0 16,-5-1 0-16,-1 0 0 15,-4 1 1-15,-2 2-1 0,0 0 1 16,-1-1-1-16,-2 1 1 16,0-2-1-16,-5 4 0 15,2-3 0-15,-2 2-1 0,0-4 1 16,1 1-1-16,-1-1 0 15,0-2 0-15,-3 2-1 16,3-2 1-16,0-1 0 16,0 0-1-16,5-9 1 0,-9 16 0 15,9-16-2-15,-8 10 1 16,8-10-2-16,0 0-2 16,-12 11-2-16,12-11 0 15,0 0-3-15,0 0-5 0,-12 0-17 16,-4 0-47-16,16 0-2 15</inkml:trace>
  <inkml:trace contextRef="#ctx0" brushRef="#br0" timeOffset="-106213.99">21698 6561 282 0,'0'0'5'0,"-11"6"4"0,7 4 1 16,-4-1 1-16,1 12 3 0,-1 1-1 15,-2 8 2-15,6 4 1 16,-4 1-3-16,8 7-4 16,0-1-1-16,5 7 0 15,5-5-2-15,8-4 1 0,7-6 0 16,1-4-1-16,10-7-1 16,3-7 0-16,5-13-1 15,9-2 0-15,2-12 0 16,-4-5-1-16,4-5-1 0,-5-1 0 15,-5 1 0-15,-11-1 2 16,-6 6 0-16,-8 3-1 16,-11 6 1-16,-9 8-1 15,0 0 0-15,-12 0 0 0,0 0 0 16,-1 2-4-16,4 4-3 16,2-1-6-16,7-5-10 15,-11 1-29-15,11-1-33 16,0-14-3-16</inkml:trace>
  <inkml:trace contextRef="#ctx0" brushRef="#br0" timeOffset="-105863.77">22374 5725 216 0,'0'0'8'0,"0"0"4"0,0-14 5 0,0 14 2 16,5-11 5-16,-5 11 2 15,5-15 0-15,-5 15 1 16,4-12-6-16,-4 12-6 16,0 0-4-16,0 0-2 0,0 12-4 15,-4 10-1-15,-1 10-2 16,0 13-1-16,-1 17 1 15,-1 8-1-15,0 14 1 0,-1 5 0 16,0 7-1-16,3 1 0 16,1-3-1-16,1-4-1 15,1-3-4-15,-1-11-3 16,3-12-10-16,0-4-15 0,-4-16-44 16,4-6-3-16</inkml:trace>
  <inkml:trace contextRef="#ctx0" brushRef="#br0" timeOffset="-105596.66">22384 5881 419 0,'0'0'4'0,"0"0"0"16,0 0-1-16,0 10 1 15,0 5 0-15,0 17 0 16,0 10 0-16,-5 14 0 0,0 14-3 16,-4 12-1-16,0 8 1 15,2 4 0-15,-4 0-1 16,2-10 0-16,-1-5-3 16,8-12-11-16,-7 0-42 0,5-20-21 15,4-10-4-15</inkml:trace>
  <inkml:trace contextRef="#ctx0" brushRef="#br0" timeOffset="-104063.15">22255 6817 216 0,'0'0'6'0,"0"0"1"0,0 0 3 0,4 11 0 15,-4-11 1-15,5 8 2 16,-5-8 1-16,5 16 1 15,-5-16-6-15,2 12-1 16,-2-12-1-16,3 10-1 0,-3-10-2 16,0 0-1-16,0 0 0 15,0 0 0-15,0 0-1 16,0 0 1-16,0 0-1 16,0 0 1-16,0 0 0 0,0 0-1 15,0 0 1-15,0 0-1 16,0 0-1-16,0 0 1 15,0 0-2-15,0 0 0 0,0 0-2 16,0 0 1-16,0 0 1 16,0 0-2-16,0 0 2 15,0 0-1-15,0 0 1 16,0 0 0-16,0 0 0 16,0 0 0-16,0 0 0 15,0 0 1-15,0 0 1 0,0 0-1 16,0 0 3-16,0 0-1 15,0 0 1-15,0 0 2 16,0 0 0-16,0 0 1 16,0 0 0-16,0 0 1 0,0 0-1 15,0 0 0-15,0 0-1 16,0-5-1-16,0 5-3 0,0 0 0 16,0 0-2-16,0 0 0 15,0 0 0-15,2 8-1 16,-2-8 1-16,12 17-1 15,-4-5 1-15,4 4 1 0,1-2-1 16,2 6 0-16,3 5 0 16,2 4 0-16,2 1 1 15,3 5 0-15,1 4 1 16,7 3 1-16,2 8 0 0,2 4 1 16,6 1-1-16,1 4 0 15,4 9 0-15,3-2 0 16,4 6-2-16,0 2 1 15,2 3-1-15,3 2 1 16,2 4 0-16,-5-2 0 0,6 1 1 16,-4 5-1-16,-1 2 0 15,0-3-1-15,0 3 0 16,-4-2 0-16,4 0 0 16,-3 0 0-16,-4-4-1 0,2-1 1 15,-1 1 0-15,0-5-1 16,-2-3 1-16,-5-6-1 15,-1 0 0-15,-2-4 0 0,-1-3-1 16,-5-5 0-16,-1-5 1 16,-5 0 0-16,0-7 0 15,-5-3 0-15,-3-5-1 16,-2-7 1-16,-2-3 0 0,-4-4 1 16,-4-7-1-16,0-6 0 15,-2 0 0-15,-8-10-1 16,0 0-2-16,0 0-4 0,2-10-13 15,-12-4-59-15,6-7-2 16</inkml:trace>
  <inkml:trace contextRef="#ctx0" brushRef="#br0" timeOffset="-102278.9">22438 5509 245 0,'0'0'5'0,"0"0"0"0,0 0 2 0,0 0 1 16,8-2 4-16,-8 2 2 0,12 7 0 15,-4 6 2-15,1 4-4 16,3 5 0-16,6 5-3 15,2 5 0-15,7 13-3 0,5 2-2 16,4 10 1-16,6 0-2 16,0 10 0-16,8 5 2 15,0 7 1-15,4 3 1 16,-2 2 1-16,3 8 1 0,2-3-2 16,1 7 0-16,4 1-1 15,-6-5-1-15,10 2-1 16,0 0-2-16,1-2-1 15,5-3-1-15,-3 0 1 16,2-4-1-16,-4 1 0 0,0 3 0 16,-5-5-1-16,2 3 1 15,-7-3 0-15,-2 3 1 16,-2-4 0-16,-2-3 1 16,-1 0 0-16,-3-3 0 0,-2-3 1 15,0-2-1-15,-3 0 0 16,-4-2-1-16,3-4-1 15,-1-5 1-15,-4 1-1 16,1-1 0-16,-5-3 0 16,0-5 0-16,-2-4 0 0,0-2 1 15,-3-4-1-15,-2-4 0 16,-3-7 1-16,-2 1-1 0,-3-10 0 16,1 2 0-16,-6-4 0 15,0-6 1-15,-4-3-1 16,-3 1 0-16,-5-13 0 15,13 12 0-15,-13-12 2 0,0 0-1 16,0 0 1-16,0 0 0 16,0 0 0-16,0 0 0 15,0 0 0-15,0 0 0 16,0 0-1-16,0 0 0 0,0 0-1 16,0 0 1-16,0 0-1 15,0 0-1-15,2 7 0 16,-2-7-1-16,0 0 0 15,0 0-1-15,0 0-1 0,0 0 0 16,0 13-1-16,0-13 1 16,0 0 1-16,-2 10 0 15,2-10 0-15,0 12 1 16,0-12 0-16,0 15 2 0,0-15-1 16,0 15 0-16,0-15 0 15,2 11 0-15,-2-11 1 16,5 17 0-16,-5-17 0 15,5 11 0-15,-5-11 0 16,5 14 0-16,-5-14 0 0,10 14 0 16,-10-14 0-16,8 15 0 15,-8-15 0-15,4 12 1 16,-4-12-1-16,0 0 0 16,0 0 1-16,3 7 0 0,-3-7 0 15,0 0 1-15,0 0-2 16,0 0 0-16,0 0-3 15,0 0-3-15,0 0-4 16,0 0-9-16,0 0-19 0,0 0-13 16,0-4-10-16,0 4 1 15,0 0 6-15,0 0 9 16,0 0 15-16,-7 0 19 0,7 0 30 16,0 0 21-16,0 0 11 15,0 0-1-15,0 0-6 16,0 0-7-16,0 0-9 15,0 0-9-15,0 0-5 0,0 0-5 16,0 0-1-16,0 0-3 16,-8 8-1-16,8-8 0 15,-3 14-1-15,0-4 1 16,1 4 0-16,0 1 0 16,-1 3 0-16,1 2-1 0,-3 4 1 15,0 1-1-15,-5 2 1 16,2 1 0-16,-2 0-2 15,-2-5 1-15,-3 5-1 16,-2-6 1-16,0-2 0 0,-6-3 0 16,0-2 1-16,-1-2 1 15,-5-6 0-15,1-2 0 16,-4-3 1-16,0 1-2 0,-6-3 1 16,0 0-1-16,1-5-2 15,0 2-1-15,3-1 0 16,-1-1 0-16,2 0-1 0,4-1 0 15,4 4 0-15,5 0-2 16,8-1-8-16,-1 1-7 16,13 2-36-16,0 0-29 15,0 0-1-15</inkml:trace>
  <inkml:trace contextRef="#ctx0" brushRef="#br0" timeOffset="-101130.27">24860 9319 363 0,'0'0'7'0,"0"0"1"0,-9-2 3 16,9 2 1-16,-15 0 2 0,0 0 0 16,0 0 1-16,-8 7 1 15,4 1-5-15,-6 4-2 16,-5 7-2-16,0 4-1 16,-5 4-2-16,1 9 0 0,-6 3-1 15,3 8 1-15,-6 2-1 16,4 5-3-16,-3 4 0 15,4 1 0-15,6 1 0 16,5-1 0-16,7-2 0 16,4-2 0-16,12-4 0 15,4-1 0-15,7-3 0 0,11-2 0 16,4-3 0-16,3-6 0 16,8-3 0-16,1-5 0 0,6-9 0 15,2-5 0-15,5-6 0 16,0-5 0-16,1-8 0 15,2-5 0-15,-6-7 0 16,1-3 0-16,-3-5 0 0,-7-4 0 16,-1-1 0-16,-4-3 0 15,-5-3 0-15,-2-7 0 16,-6 1 0-16,1-8 0 16,-6-4 0-16,-5-1 0 0,-4-7 0 15,-3 1 0-15,-6-1 0 16,-10 2 0-16,-2 5 0 15,-7 6 0-15,-5 7 0 16,-2 8 0-16,-3 9 0 16,-2 8 0-16,-3 9 0 0,0 8 0 15,-2 5 0-15,-5 9 0 16,0 14 0-16,0 6 0 16,-1 9 0-16,1 8 0 15,2 7 0-15,6 8 0 0,4 4 0 16,10 2 0-16,10 2 0 15,12 1 0-15,7-3 0 16,15-3 0-16,9-7 0 0,16-6 0 16,3-9 0-16,6-9 0 15,1-11 0-15,8-12 0 16,0-10 0-16,0-7 0 16,3-18 0-16,-6-5 0 0,-1-10 0 15,-3-7 0-15,-8-7 0 16,-7-4 0-16,-10-6 0 15,-11-6 0-15,-11-4 0 0,-8 0 0 16,-13-8 0-16,-12 1 0 16,-7-1 0-16,-10 5 0 15,-5 10 0-15,-8 10 0 16,-2 15 0-16,-8 15 0 16,1 19 0-16,-3 10 0 15,-3 21 0-15,0 10 0 0,3 10 0 16,3 9 0-16,7 5 0 15,9 7 0-15,16 8 0 16,10 5 0-16,16-3 0 0,12-3 0 16,21-5 0-16,13-10 0 15,12-13 0-15,10-11 0 16,8-23 0-16,6-14 0 16,4-14 0-16,-2-16 0 0,-2-12 0 15,-9-8 0-15,-9-4 0 16,-14-6 0-16,-14-4 0 15,-17 4 0-15,-13-1 0 0,-23 4 0 16,-9 7 0-16,-18 10 0 16,-8 14 0-16,-8 13 0 15,-1 15 0-15,0 13 0 16,7 14-35-16,8 14-55 16,7 4-4-16</inkml:trace>
  <inkml:trace contextRef="#ctx0" brushRef="#br0" timeOffset="-99814.27">24409 10281 138 0,'0'0'9'0,"0"0"5"0,0 0 4 0,0 4 3 16,0-4 2-16,0 0 0 15,9 12 1-15,-9-12 1 16,0 0-6-16,0 0-3 16,0 0-3-16,0 0 0 15,0 0 1-15,0 0-1 0,0 0-1 16,3 13 0-16,-3-13-2 15,-3 12-2-15,-4-2-3 16,0 1 0-16,-4 5-2 0,-1 4-2 16,-1 5 0-16,-1 5 0 15,-4 4 0-15,-1 9 0 16,-1 6-1-16,-5 6 0 16,-3 6 0-16,-2 6 0 0,0 4 0 15,-4-1 1-15,2 3 1 16,-3 6 0-16,-5-3 0 15,3 5 0-15,-6-1 0 16,-1 3 0-16,-3 1 1 16,-3 2-3-16,3 3 0 0,-8 1 0 15,3 1 0-15,-5 3 0 16,-3 0 0-16,-2-1-1 16,3-5 1-16,-8 5 0 15,5-7-1-15,-3-2 0 0,1-3 1 16,4 1-1-16,3-5 0 15,2-2 1-15,2-3 0 16,4-3 0-16,1-2 0 16,4 0-1-16,1-1 1 0,1-1-1 15,1 2 0-15,0 0 1 16,2 2 0-16,-1 1 0 16,5-1 1-16,-5 2 0 0,2 1 1 15,4 1-1-15,-3 0 1 16,3-3 0-16,-2 2-2 15,4-5 1-15,-3-1-1 16,5 1 1-16,-4-2-1 0,1-3 0 16,1-3 0-16,0 1 0 15,0-4 1-15,-1 2 0 16,3-4 0-16,1-1 1 16,-4-7-1-16,11 2 0 15,-1-7 1-15,1-3-1 0,2-1 0 16,3-5 0-16,4-5 0 15,1 1-1-15,-1-4 0 16,6 1 0-16,-2-2 0 16,1-4 0-16,2 1 1 0,-1-3-1 15,2-2 0-15,-3-3 1 16,7-1-1-16,1-11 1 16,-6 12 1-16,6-12-1 0,0 0 1 15,0 0 0-15,0 0-1 16,0 0-3-16,0 0-5 15,0 0-9-15,0-23-60 16,0 23-6-16</inkml:trace>
  <inkml:trace contextRef="#ctx0" brushRef="#br0" timeOffset="-98613.55">21728 15088 142 0,'0'0'1'0,"0"0"0"0,0 0 6 0,9-11 8 0,-9 11 8 16,10-9 7-16,-10 9 1 16,8-11 3-16,-8 11 0 15,5-10 2-15,-5 10-3 16,0 0-8-16,-2-13-5 16,2 13-4-16,-16-7-3 0,3 7-2 15,-1 0-2-15,-5 2 0 16,-4 3-2-16,-4 4-1 0,-1 7 0 15,-2 4-4-15,-2 7-2 16,-3 4 0-16,1 7 0 16,6 7 0-16,-2 4 0 15,5 6 0-15,0 4 0 0,11 1 0 16,-2 2 0-16,9-5 0 16,7 2 0-16,7-4 0 15,9-6 0-15,3-4 0 16,9-6 0-16,7-9 0 15,7-7 0-15,5-8 0 0,5-8 0 16,-2-7 0-16,-1-5 0 16,6-7 0-16,-5-8 0 15,-1-3 0-15,-6-2 0 0,-6-1 0 16,0-7 0-16,-9-2 0 16,-3-2 0-16,-6-2 0 15,-3-3 0-15,-9-5 0 16,-5-6 0-16,-2-1 0 15,-9 0 0-15,-9-3 0 0,-4 0 0 16,-8 4 0-16,-2 3 0 16,-8 9 0-16,0 4 0 15,-7 10 0-15,2 7 0 0,-2 10 0 16,-1 10 0-16,-4 5 0 16,3 12 0-16,-1 5 0 15,0 11 0-15,6 9 0 16,2 5 0-16,7 8 0 15,5 6 0-15,10 6 0 0,5 5 0 16,10 0 0-16,5-3 0 16,13-4 0-16,9-4 0 15,7-6 0-15,10-13 0 0,2-10 0 16,12-9 0-16,3-13 0 16,4-10 0-16,2-5 0 15,-5-15 0-15,3-5 0 16,-5-7 0-16,-7-3 0 15,-14-2 0-15,-2 0 0 0,-17-3 0 16,-8 0 0-16,-9 0 0 16,-15 4 0-16,-15-1 0 15,-9 4 0-15,-6 9 0 16,-5 9 0-16,0 10 0 0,0 1 0 16,2 4-50-16,10 17-41 15</inkml:trace>
  <inkml:trace contextRef="#ctx0" brushRef="#br0" timeOffset="-97279.98">18296 4924 221 0,'0'0'2'0,"0"0"0"0,-12-2 2 0,12 2-1 0,-16 0 0 16,16 0 0-16,-16-2-1 15,16 2 0-15,-21 0-2 0,21 0-3 16,-12 0-9-16,12 0-14 16,-13 4-16-16,13-4-8 15</inkml:trace>
  <inkml:trace contextRef="#ctx0" brushRef="#br0" timeOffset="-96864.2">18125 4949 239 0,'0'0'7'0,"0"0"3"16,0 0 2-16,0-13 3 15,0 13 2-15,0-12 0 0,2 2 3 16,-2 0 1-16,0 3-5 16,0 0 0-16,0-3-4 15,0 10-3-15,5-15-1 16,-5 15-3-16,12-12 0 16,-1 10-2-16,3-1-1 0,9 3-2 15,2 0 0-15,10 0 1 16,-1 3-1-16,3 3 0 15,0 7 0-15,4 2 1 16,-9 0-1-16,3 5 2 0,-8 2-2 16,-3 0 0-16,-4 3 0 15,-2-3 0-15,-1 1 1 16,-10-1 0-16,-1-2 1 16,-6-1-1-16,0 1 0 0,-8 0 0 15,-6 0 1-15,-7-3-2 16,0 3 1-16,-7-5-1 15,-2 0-1-15,-2-3-1 0,0-2 0 16,2-2 1-16,-2-4-2 16,-4-1 2-16,12-3-4 15,-3 0 1-15,4-5-3 16,-2-2-6-16,11 2-23 16,0-3-39-16,0 1-4 0</inkml:trace>
  <inkml:trace contextRef="#ctx0" brushRef="#br0" timeOffset="-96214.4">18068 4977 307 0,'0'0'3'0,"0"0"2"0,-5-13 3 0,5 13-2 0,-11-10 2 15,11 10-1-15,-12-10 1 0,12 10 0 16,-13-12-3-16,13 12-4 15,-7-10 1-15,7 10-2 16,0-11 0-16,0 11-3 16,0-8-5-16,0 8-3 0,7-17-2 15,-3 9-1-15,-4 8 1 16,9-13-1-16,-9 13 1 16,7-10-9-16,-7 10-6 0,0 0 1 15,0 0 1-15,0 0 1 16,0 0 2-16,0 0-1 15,0 0 1-15,0 0 13 16,0 0 16-16,3-10 10 16,-3 10 6-16,0 0 3 0,0 0 0 15,-7-5 4-15,7 5-2 16,0 0-1-16,0 0-4 16,0 0-5-16,0 0-4 0,0-10-3 15,4 6 0 1,10-2-2-16,5-4-1 0,6-2-1 15,9-5 1-15,14 2-1 16,6-4-1-16,12-6-1 16,8 2 0-16,8-4 0 0,10 0-2 15,9-3 2-15,6 0-2 16,0 0 0-16,8-2 1 16,0 0-1-16,5 0-1 0,2 0 0 15,-7 4 1-15,-1 0-3 16,-7 5 0-16,-11 0-1 15,-4 5-2-15,-10 2 0 16,-10 5 0-16,-7-2 1 16,-8 6-2-16,-10 3 2 0,-9-1 2 15,-8 2 2-15,-10-2 0 16,-6 3 1-16,-14 2-1 16,0 0 2-16,0 0-2 15,-7-5-6-15,0 3-23 0,7 2-40 16,-20 0-3-16</inkml:trace>
  <inkml:trace contextRef="#ctx0" brushRef="#br0" timeOffset="-95697.09">17963 4920 249 0,'0'0'3'0,"0"0"1"0,-10 4 3 0,3 6 0 16,-6 3 2-16,6 4-1 15,-3 5 2-15,-2 3-1 0,9 5-2 16,0-4-1-16,3 5-1 16,5-4-1-16,10 3 0 15,0-7 1-15,10-4 0 16,-1-5-5-16,7-1-17 15,13-5-48-15,-3-6-2 0</inkml:trace>
  <inkml:trace contextRef="#ctx0" brushRef="#br0" timeOffset="-94996.77">19958 4295 239 0,'0'0'8'0,"0"0"4"0,0 0 4 0,0 0 2 0,7-4 2 15,-7 4 1-15,0 0 0 16,16-3 2-16,-16 3-6 15,20 0-5-15,-3 3-3 0,8-2-2 16,5 8-3-16,2 3-1 16,5-2 0-16,3 3-1 15,0 5-1-15,-3 2 1 16,-2 2-1-16,-3 3 1 0,-5 1 0 16,-2 0 1-16,-5-1 0 15,-5 3 0-15,-5-3 1 16,-2-3-1-16,-3-3 2 15,-5 0-2-15,-3-1 1 16,-5-5-1-16,-1 2 1 0,-3 0-2 16,-4-5-1-16,4 0-2 15,-3-3-4-15,2-4-4 16,-2 2-10-16,6-5-39 16,-1 0-24-16,10 0-4 0</inkml:trace>
  <inkml:trace contextRef="#ctx0" brushRef="#br0" timeOffset="-91830.16">17785 6111 245 0,'0'0'8'0,"0"0"2"15,0 0 0-15,0 0-1 0,0 0-1 16,0 0 1-16,-3 10-1 16,-3 7 1-16,4 12-6 15,-3 7-3-15,0 11-4 0,-2 5-12 16,-3 7-41-16,0 14-6 15</inkml:trace>
  <inkml:trace contextRef="#ctx0" brushRef="#br0" timeOffset="-91212.38">17019 9403 262 0,'0'0'2'0,"-10"15"-1"15,5-1-7-15,-2 7-22 0,2 0-30 16,0 0-1-16</inkml:trace>
  <inkml:trace contextRef="#ctx0" brushRef="#br0" timeOffset="-89797">19844 6676 317 0,'0'0'6'0,"0"0"0"0,0 0 0 15,0 0 0-15,-8 8 1 16,8 1-1-16,-2 7 0 0,-3 3 0 15,3 6-3-15,-1 4-2 16,-1 8-1-16,1 8 2 16,-3 4-2-16,2 4-2 0,-4 1-3 15,1 4-3-15,0 0 1 16,-4 3-1-16,-1-8 0 16,-1 0-1-16,4-6 0 15,-3 0 3-15,1-2 3 16,1-9 2-16,-2-1 0 0,2 1 0 15,0-5 1-15,1 2-1 16,-2-2 1-16,1 2 0 16,3-4 0-16,-4 3-1 15,4-2 2-15,-2 1-1 0,1 0 0 16,0-1 1-16,1 3-1 16,0-4 0-16,-9 3 1 15,7 0 1-15,-6 6-1 16,5-6 0-16,-5 3 0 0,6-1 0 15,-7 2 0-15,9-3 0 16,0 2 0-16,-1-1 0 16,0-4 0-16,1 1-1 0,2-2 1 15,-3 0 0-15,3-1-2 16,-2 2 1-16,0 2 1 16,0-3-1-16,-2 7 1 15,2-7 2-15,0 8-1 0,0-8 0 16,-1 9 1-16,-2-3 1 15,5-3-1-15,-4 5 0 16,-2 1-1-16,-1 1 1 16,1 3-1-16,-1 0 0 15,-2-5 0-15,3 8-1 0,-1-3 0 16,-1-2 0-16,4-1-1 16,-1-3 0-16,-1-3 0 15,2 3 0-15,-1-3 0 0,1-2 0 16,-2-4 0-16,1 2 0 15,3-1 0-15,-4-1 1 16,3 4-1-16,2-5 0 16,-1-1 0-16,-1 1-1 0,0-2 1 15,4 0 0-15,-1-4 0 16,0-1-1-16,3-3 2 16,-5-1-1-16,3-3 1 15,2 0 0-15,-1-2-1 0,-2 0 1 16,3-2 1-16,0 3-1 15,-1-3 0-15,-3 2 0 16,4-3 0-16,2 4 2 16,-5 1-2-16,5-12 3 0,-7 20 0 15,7-20-1-15,-5 12 1 16,5-12 0-16,-5 13-1 16,5-13 0-16,0 0-1 15,-10 10-1-15,10-10-4 16,0 0-3-16,-3 9-4 0,3-9-4 15,0 0-8-15,0 0-25 16,-5 13-26-16,5-13-4 16</inkml:trace>
  <inkml:trace contextRef="#ctx0" brushRef="#br0" timeOffset="-88712.25">17871 6352 137 0,'0'0'-1'0,"0"0"-1"0,-5 12-1 0,3 0 0 15,-3 13-1-15,-2 2 1 16,4 23 0-16,-5 8 3 16,6 23 3-16,2 11-1 15,0 27 3-15,2 12-11 0,6 14-23 16,-1 17-3-16</inkml:trace>
  <inkml:trace contextRef="#ctx0" brushRef="#br0" timeOffset="-88660.08">17864 9133 1 0</inkml:trace>
  <inkml:trace contextRef="#ctx0" brushRef="#br0" timeOffset="-87231.08">18793 10084 346 0,'0'0'7'0,"0"0"3"0,0 0 3 0,0-12 4 0,0 12-1 16,0-13 2-16,0 13 1 16,-3-16 1-16,-5 5-5 0,2 4-3 15,-5 0-4-15,2-4-1 16,-3 7-4-16,-6 1-3 15,-1 3 0-15,-4 3 0 0,-7 12 0 16,0 2 0-16,-4 5 0 16,-3 11 0-16,-2 1 0 15,2 9 0-15,3 1 0 16,-1 6 0-16,9-1 0 0,4 5 0 16,8-1 0-16,9 4 0 15,5-6 0-15,3 4 0 16,11-3 0-16,9 0 0 15,6-3 0-15,6-4 0 0,5-8 0 16,5-2 0-16,4-9 0 16,3-2 0-16,3-12 0 15,0-6 0-15,-1-6 0 16,1-9 0-16,0-10 0 0,-7-3 0 16,3-11 0-16,-6-2 0 15,2-4 0-15,-8-9 0 16,4 2 0-16,-8-6 0 15,-3-1 0-15,-7-1 0 0,-8-3 0 16,-6-2 0 0,-9-3 0-16,-2 3 0 0,-10 1 0 15,-7 7 0-15,-4 3 0 16,0 6 0-16,-9 7 0 0,0 5 0 16,-2 11 0-16,-7 5 0 15,-4 1 0-15,-3 8 0 16,-3 2 0-16,-1 3 0 15,-2 0 0-15,0 10 0 0,-3 2 0 16,9 6 0-16,-2 7 0 16,6 2 0-16,6 10 0 15,8 5 0-15,5 5 0 16,3 10 0-16,8-3 0 0,7 11 0 16,5-3 0-16,2 3 0 15,10-4 0-15,11-1 0 16,4-6 0-16,8-4 0 15,4-6 0-15,7-6 0 16,3-13 0-16,3-7 0 0,3-17 0 16,-1-6 0-16,6-15 0 15,-1-14 0-15,1-4 0 16,-3-11 0-16,-4-1 0 0,-6-7 0 16,-7-4 0-16,-10 1 0 15,-13-4 0-15,-16 2 0 16,-5-2 0-16,-21-1 0 15,-12 6 0-15,-13 1 0 0,-12 14 0 16,-7 9 0-16,-14 21 0 16,2 14 0-16,-6 20 0 15,2 14 0-15,11 8 0 0,13 8 0 16,23-1 0-16,15-6 0 16,23-11-42-16,25-7-50 15,17-16-2-15</inkml:trace>
  <inkml:trace contextRef="#ctx0" brushRef="#br0" timeOffset="-82598.12">18711 8682 123 0,'0'0'3'0,"0"8"-1"0,3 2 0 0,-1 2 2 0,1 5 0 0,-3 3 0 16,2 7 1-16,-2 6-1 15,0 1 1-15,0 4-2 16,-5 9 1-16,-2-5-1 0,-2 12 0 16,0 3 0-16,0 5-1 15,-2 2 2-15,1-2 0 16,1 1 1-16,0-4 0 15,2 0 0-15,2-6 1 0,1-6 1 16,-1-3-1-16,2-5 0 16,-1 6-1-16,0 1-2 15,-3-5-1-15,2 1 0 16,-2-2-1-16,2 0 0 0,-1-11-1 16,2 6 0-16,1-12 0 15,1-4-1-15,-1-2 1 16,3-5-1-16,0 1 1 0,-2-5 0 15,2-8 2-15,0 14 4 16,0-14 2-16,-2 11 1 16,2-11 2-16,0 0 1 0,0 0 1 15,0 0 0-15,0 0 0 16,0 0-7-16,0 0-8 16,0 0-11-16,0 0-17 15,0-9-19-15,0 9-19 16</inkml:trace>
  <inkml:trace contextRef="#ctx0" brushRef="#br0" timeOffset="-82480">18565 10055 242 0,'0'0'4'0,"0"0"2"0,0 0-1 16,0 0 0-16,0 0-14 0,-16 7-44 15,16-7-5-15</inkml:trace>
  <inkml:trace contextRef="#ctx0" brushRef="#br0" timeOffset="-81862.64">18703 8343 124 0,'0'0'6'0,"0"0"2"0,0 0 3 16,0 0 1-16,0 0 3 0,11-11 5 16,-11 11 4-16,0 0 0 15,5-11-3-15,-5 11-3 16,0 0-1-16,0 0-2 16,0 0-3-16,0 0-4 0,0 0-2 15,0 0-2-15,0 0-1 16,0 0-2-16,0 0-1 15,0 0 2-15,0 0 1 0,4 17 0 16,-1 5 0-16,-1 6-2 16,1 9 1-16,-1 2 1 15,0 9 3-15,2-2-4 16,-2 2-10-16,-2-4-16 16,-2-1-43-16,2-4-2 0</inkml:trace>
  <inkml:trace contextRef="#ctx0" brushRef="#br0" timeOffset="-79864.04">18912 10840 133 0,'0'0'10'0,"0"0"5"0,0 0 4 0,0 0 0 16,0 0 4-16,0 0 2 0,-5 5 2 15,5-5 3-15,0 0-6 16,-12 0-4-16,12 0 0 15,0 0 0-15,0 0-3 16,0 0-2-16,0 0-3 0,0 0-3 16,0 0-3-16,0 0-2 15,0 0-2-15,0 8-1 16,5-1-1-16,0 3 0 16,0 4 0-16,-1 6 1 0,7 2-1 15,-4 6 2-15,2 5-1 16,3-4 1-16,-3 8 0 15,1 3-1-15,-1 4 1 16,2 1 0-16,1 2 0 16,1 0 0-16,-3 5-1 0,4 0 0 15,-1 8 0-15,2 1 0 16,2 2 1-16,0 1-1 16,1 1 0-16,0 4 1 0,-5 0-1 15,4 3 0-15,-3-3 1 16,4 3-1-16,-1-2 1 15,3 1-1-15,-1-1 1 16,6-1-1-16,0-2 0 16,3 0 0-16,-1 0 0 0,1-5 0 15,-1 2 0-15,0 0 0 16,-2-1 0-16,0-4 0 16,0 0-1-16,2-2 1 15,-8-2-1-15,6-1 0 0,-2-2 0 16,2 0-1-16,-2-2 1 15,-2-1-1-15,2-2 1 16,0 0-1-16,-4-2 2 0,1-3-1 16,0 3 1-16,-5-6 0 15,3 1 0-15,-2-1 0 16,2 2 0-16,-3-2 0 16,0-5 0-16,2 4-1 0,1-6 1 15,-4-3 0-15,4 1-1 16,-4-5 1-16,4 0-1 15,-6-3 0-15,1 1 1 16,-1-1 0-16,1-2-1 16,-1 2 1-16,0 0-1 0,1-2 2 15,-3 5-4-15,0-3 1 16,0-2 0-16,2 1 1 16,1 3-1-16,-3-2 1 0,-3-2-1 15,3 2 1-15,0-2 1 16,-5 2 0-16,2-4-1 15,-2-1 1-15,1 0-1 16,-4 0 1-16,3-4-1 0,-2 2 2 16,1 2-2-16,-1-5 0 15,2 1 0-15,-1-1 0 16,-1-1 0-16,0-4 0 16,-3-7 0-16,5 14 0 0,-5-14 0 15,0 0 0-15,0 8 0 16,0-8 0-16,0 0 0 15,0 0 0-15,0 0 0 16,0 0 0-16,0 0 0 0,0-4 0 16,0 4 0-16,0-17 0 15,-2 10 0-15,-4-5 0 16,3 5-9-16,-1-6-8 16,1 4-12-16,3 9-52 0,0 0-5 15</inkml:trace>
  <inkml:trace contextRef="#ctx0" brushRef="#br0" timeOffset="-78847.54">20080 14358 270 0,'0'0'2'0,"0"0"1"0,0 0 2 0,0 0-1 16,-5 0 1-16,5 0 5 15,0 0 5-15,0 0 5 16,0 0 1-16,0 0 2 16,0 0 1-16,0 0 0 15,3-5-1-15,-3 5-2 0,0 0-6 16,0 0-3-16,-3-10-3 16,3 10-4-16,-15-10-5 15,5 5 0-15,1 0 0 16,-7 0 0-16,2 1 0 0,-2-2 0 15,2 6 0-15,-2-2 0 16,-3 2 0-16,1 2 0 16,-1 4 0-16,-1 3 0 15,1 1 0-15,3 0 0 0,-2 5 0 16,4-1 0-16,3 4 0 16,2 0 0-16,2 1 0 15,4 1 0-15,-2 5 0 0,5-3 0 16,0 5 0-16,0-2 0 15,0 5 0-15,2-2 0 16,4 1 0-16,-2-2 0 16,4 0 0-16,5-2 0 15,-1-3 0-15,5 1 0 0,0-3 0 16,6-1 0-16,4-4 0 16,1 1 0-16,9-7 0 15,-5 3 0-15,8-2 0 0,-3 0 0 16,1-2 0-16,1-4 0 15,-2 2 0-15,3-6 0 16,-5 2 0-16,2-2 0 16,-2-2 0-16,0-1 0 15,-1-4 0-15,-1-1 0 16,-1-2 0-16,-5 0 0 0,-2-2 0 16,0-1 0-16,-5-1 0 15,0 1 0-15,-5-1 0 0,0-4 0 16,0 3 0-16,-5-5 0 15,-1 3 0-15,-4 0 0 16,3-3 0-16,-5-5 0 16,-1 0 0-16,-2-2 0 0,-2-5 0 15,-6 2 0-15,0 1 0 16,1-4 0-16,-5-1 0 16,-1 4 0-16,-4 0 0 15,-1 3 0-15,-2 0 0 0,-4 4 0 16,-3 1 0-16,-1 2 0 15,-6 0 0-15,1 6 0 16,-5-1 0-16,-1 7 0 16,-1 1 0-16,-5 7 0 15,8 0 0-15,0 0 0 16,2 7 0-16,1 3 0 0,4 3 0 16,7 6 0-16,5-4 0 15,16 7 0-15,-3 1-66 0,5-3-28 16</inkml:trace>
  <inkml:trace contextRef="#ctx0" brushRef="#br0" timeOffset="-77747.52">19434 15322 361 0,'0'0'7'0,"0"0"2"0,0 0 2 15,0 0 2-15,0 0 1 0,0 0 3 16,0 0 2-16,0 0 1 16,15-4-5-16,-3-7-2 15,6-2-1-15,6-7-12 16,4-5 0-16,4-1 0 16,6-10 0-16,6 0 0 0,1-2 0 15,5 2 0-15,-3-2 0 16,-5 3 0-16,2 8 0 15,-8 5 0-15,-12 7 0 0,1 2 0 16,-9 6 0-16,-7 2 0 16,-9 5 0-16,10-5 0 15,-10 5 0-15,10-6 0 16,-10 6 0-16,15-7 0 16,-15 7 0-16,15-7 0 0,-15 7 0 15,10-4 0-15,-10 4 0 16,0 0 0-16,0 0 0 15,0 0 0-15,0 0 0 16,0 0 0-16,0 0 0 0,0 0 0 16,10-3 0-16,-10 3 0 15,0 0 0-15,10-4 0 16,-10 4 0-16,7-3 0 0,-7 3 0 16,0 0 0-16,10-8 0 15,-10 8 0-15,0 0 0 16,7-5 0-16,-7 5 0 15,0 0 0-15,11-7 0 0,-11 7 0 16,0 0 0-16,0 0 0 16,0 0 0-16,0 0 0 15,0 0 0-15,0 0 0 16,0 0-4-16,0 0-84 16,0 10-2-16</inkml:trace>
  <inkml:trace contextRef="#ctx0" brushRef="#br0" timeOffset="-77129.79">20431 14872 378 0,'0'0'7'0,"0"0"2"16,-15-6 3-16,15 6 2 0,-12-8 2 16,12 8 2-16,-16-4-1 15,16 4 0-15,-10-3-6 16,10 3-3-16,0 0-4 16,8 3-4-16,1 6 0 15,12 4 0-15,1-1 0 0,8 5 0 16,9 5 0-16,6 1 0 15,7-1 0-15,6 3 0 16,6-3 0-16,3 2 0 0,0-1 0 16,3-1 0-16,2 1 0 15,-3-3 0-15,-2 0 0 16,1 1 0-16,-3-3 0 16,-8 0 0-16,-1-3 0 0,-6-1 0 15,-8-2 0-15,-6-2 0 16,-6-3 0-16,-14 1 0 15,0-3 0-15,-7-1 0 16,-9-4 0-16,0 0 0 16,0 0 0-16,0 0 0 0,0 0 0 15,-14 0 0-15,14 0 0 16,-18 1-75-16,0-1-14 16</inkml:trace>
  <inkml:trace contextRef="#ctx0" brushRef="#br0" timeOffset="-76298.05">19661 15844 254 0,'0'0'9'0,"0"0"5"0,0 0 5 15,0 0 2-15,0 0 2 16,0 0 0-16,0 0 2 15,0 0-1-15,0 0-9 0,0 0-4 16,0 0-4-16,0 0-2 16,7 0-2-16,5 3 1 15,8-1 1-15,12 1 0 0,10-3 1 16,11 2-1-16,11-2 0 16,14 0 0-16,8-5-1 15,8 0 0-15,9-2-2 16,3-3 0-16,2 2-1 0,0-5 0 15,2 2 0 1,-3 1 0-16,-8-1 0 0,-2-1 0 16,-10 0-1-16,-7 2 1 15,-9 3 0-15,-13-1 0 0,-11 6 1 16,-10 0-2-16,-12-1 0 16,-8 3 0-16,-17 0 0 15,0 0 0-15,0 0 0 16,-9 7 0-16,-9-2 0 15,-5-2 0-15,1 4 0 0,-10 1-50 16,10-8-37-16,-4 0-2 16</inkml:trace>
  <inkml:trace contextRef="#ctx0" brushRef="#br0" timeOffset="-75330.28">20316 15356 349 0,'0'0'7'0,"0"0"3"0,0 0 3 15,0 0 0-15,0 0 1 16,0 0 0-16,0 0 1 16,5 12 1-16,-5-1-8 0,0 1-6 15,0 1-9-15,0 1-30 16,0 5-40-16,0 2-4 15</inkml:trace>
  <inkml:trace contextRef="#ctx0" brushRef="#br0" timeOffset="-75161.39">20328 15770 407 0,'0'0'3'15,"0"0"1"-15,0 0 0 0,0 11 0 16,0-11 1-1,0 17 0-15,3-9-1 0,-3 8-2 16,0-7-7-16,2 7-11 16,1-7-18-16,0 9-33 15,-3 1-11-15</inkml:trace>
  <inkml:trace contextRef="#ctx0" brushRef="#br0" timeOffset="-75014.17">20291 16171 334 0,'0'0'6'0,"0"0"2"16,0 13 3-16,0-1 3 15,0-2 1-15,0 5-1 0,3 1 0 16,-1 2 0-16,3 2-10 16,-3-2-14-16,1-1-36 15,0 3-30-15,-3-1-4 0</inkml:trace>
  <inkml:trace contextRef="#ctx0" brushRef="#br0" timeOffset="-74847.62">20252 16679 386 0,'0'0'5'0,"0"0"1"0,0 13 3 0,0-4 0 16,0 7 1-16,0-2 0 15,0 6 1-15,0 0-1 16,0-4-4-16,0 2-7 0,0-5-7 16,0 2-11-16,0-3-25 15,0-12-37-15,0 0-1 16</inkml:trace>
  <inkml:trace contextRef="#ctx0" brushRef="#br0" timeOffset="-73930.66">20296 15879 184 0,'0'0'8'0,"0"0"4"0,0 0 8 0,0 0 5 16,0 0 4-16,0-12 1 16,0 12 4-16,0-11 2 0,0 11-5 15,-2-9-5-15,2 9-5 16,0 0-4-16,0 0-5 16,0 0-1-16,0 0-4 15,0 20-1-15,0 5-4 0,0 6-2 16,0 12 0-16,2 11 0 15,1 7 0-15,1 12 0 16,-4 6 0-16,6-2 0 16,-6 7 0-16,3-5 0 0,-3 0 0 15,0-4 0-15,0-5 0 16,0-6 0-16,0-7 0 16,0-7 0-16,2-14 0 15,0-6 0-15,1-8 0 0,-1-6 0 16,-2-16 0-16,0 0 0 15,7-4 0-15,-4-13 0 16,2-12 0-16,0-12 0 16,2-10 0-16,3-8 0 0,3-11 0 15,-3-7 0-15,2 3 0 16,-1-5 0-16,1 2 0 16,-3 6 0-16,-1 3 0 15,0 1 0-15,-6 8 0 0,-2 7 0 16,0 5 0-16,0 4 0 15,-5 10 0-15,3 5 0 16,-6 8 0-16,3 7 0 16,5 13 0-16,-7-9 0 15,7 9 0-15,-10 18 0 0,8 3 0 16,-4 14 0-16,3 7 0 16,3 7 0-16,-2 14 0 0,2 2 0 15,0 4 0-15,-3 0 0 16,3 0 0-16,-2-7 0 15,0 0 0-15,-6-12-16 16,-7-6-72-16,13-12-2 16</inkml:trace>
  <inkml:trace contextRef="#ctx0" brushRef="#br0" timeOffset="-73214">19817 16848 348 0,'0'0'7'0,"0"0"3"0,0 0 4 0,0 0 1 16,-13-5 0-16,13 5 1 15,0 0 0-15,0 0 2 16,7-3-6-16,9 3-3 0,9 0-2 16,7 0-1-16,10 0 0 15,10 0 1-15,11-3-2 16,8-4-5-16,9 0 0 15,5-4 0-15,1 0 0 0,-1-4 0 16,-3 0 0-16,-5-2 0 16,-10 6 0-16,-8-1 0 15,-13 4 0-15,-9 3 0 16,-12 0 0-16,-9 3 0 0,-5 2 0 16,-11 0 0-16,0 0 0 15,-15 2 0-15,0 6-31 16,0 0-54-16,-10-1-3 15</inkml:trace>
  <inkml:trace contextRef="#ctx0" brushRef="#br0" timeOffset="-72846.78">20055 16808 339 0,'0'0'7'0,"0"0"3"16,0 0 4-16,0 0 3 0,0 0-1 16,-10-3 1-16,10 3 1 15,-12 3 2-15,4 4-6 16,1 8-4-16,-3 7-1 16,3 10-1-16,7 6 1 0,-6 8-6 15,6-18-3-15,0 5 0 16,0-1 0-16,0 7 0 15,0-2 0-15,3 5 0 16,0-2 0-16,2 0 0 16,0-3 0-16,2 3 0 0,-5-6 0 15,3-2 0-15,-1-4 0 16,0 1 0-16,1-1 0 16,0-6 0-16,-3-7-9 15,3-3-26-15,-5-12-51 0,7 2-2 16</inkml:trace>
  <inkml:trace contextRef="#ctx0" brushRef="#br0" timeOffset="-72475.1">20741 16780 424 0,'0'0'6'0,"0"0"2"0,0 0 2 0,8 0 2 15,-8 0 2-15,7 6 1 16,-2 6 0-16,-1 8-8 0,-1 10-7 15,3 6 0-15,-1 9 0 16,-1 10 0-16,-1-28 0 16,2 10 0-16,-3-2 0 15,0 5 0-15,-2 2 0 0,3-3 0 16,-2 0 0-16,-1 1 0 16,5-3 0-16,-5-3-6 15,0-5-84-15,2-6-2 16</inkml:trace>
  <inkml:trace contextRef="#ctx0" brushRef="#br0" timeOffset="-68878.51">22475 15495 484 0,'0'0'4'0,"0"0"1"0,0 0 2 0,0 0 1 0,0 0-5 16,0 0-3-16,0 0 0 16,0 0 0-16,0 0 0 15,-4 7 0-15,-1 6 0 16,1-1 0-16,2 8 0 0,0 2 0 16,2 8 0-16,0 0 0 15,4 4 0-15,7 1 0 16,1-8 0-16,6 3 0 15,1-8 0-15,4-8 0 0,2-3 0 16,0-7 0-16,0-4 0 16,-3-7 0-16,3-7 0 15,-8-6 0-15,3-8 0 16,-5 2 0-16,-5-12 0 16,-1 1 0-16,0-6 0 0,-7 4 0 15,-2 5 0-15,0-3 0 16,-2 8 0-16,-7 1 0 15,4 8 0-15,-4 7 0 0,2 3 0 16,7 10 0-16,-13-10 0 16,13 10 0-16,0 0 0 15,-15-5 0-15,15 5 0 16,0 0-39-16,0 0-58 0</inkml:trace>
  <inkml:trace contextRef="#ctx0" brushRef="#br0" timeOffset="-68079.12">20662 13825 468 0,'0'0'3'0,"0"0"1"0,0 0 0 0,0 0 1 15,0 0 0-15,0 12 0 16,0 3 1-16,2 3 0 15,3 6-3-15,-3 4-1 16,11 2-2-16,-3 2 0 16,5-2 0-16,2-3 0 0,6-4 0 15,-4-7 0-15,6-6 0 16,-2-3 0-16,-1-7 0 16,0 0 0-16,-4-7 0 15,0-5 0-15,-7-8 0 0,4-2 0 16,-7-8 0-16,-1-5 0 15,-7-2 0-15,0-6 0 16,0 7 0-16,-7-5 0 16,-6 7 0-16,3 2 0 0,-1 7 0 15,0 9 0-15,4 3 0 16,7 13 0-16,-12-10 0 16,12 10 0-16,0 0 0 15,-9 5 0-15,9 13 0 0,13-2-73 16,-8 4-21-16</inkml:trace>
  <inkml:trace contextRef="#ctx0" brushRef="#br0" timeOffset="-67326.82">18064 16073 459 0,'0'0'5'0,"0"0"2"0,0 0 0 16,0 0 2-16,0 0-1 0,-9-6 0 15,9 6 0-15,-3 13-8 16,3 4 0-16,5 3 0 16,6 6 0-16,-2 4 0 15,7 3 0-15,1-2 0 0,5-6 0 16,6 0 0-16,2-4 0 16,-3-9 0-16,5-5 0 15,-2-4 0-15,-2-3 0 16,-2-7 0-16,-3-4 0 0,-1-3 0 15,-7-7 0-15,-2 5 0 16,-6-8 0-16,-2 0 0 16,-5-3 0-16,0 0 0 15,-8-1 0-15,-1 1 0 0,-2 4 0 16,-1 4 0-16,-1 2 0 16,1 5 0-16,12 12 0 15,-12-13 0-15,12 13 0 16,0 0 0-16,-18-8-68 15,23 8-26-15</inkml:trace>
  <inkml:trace contextRef="#ctx0" brushRef="#br0" timeOffset="-66346.18">15421 11068 460 0,'0'0'5'0,"0"0"1"0,0 0 1 15,0 0 0-15,0 0-1 16,3 5 1-16,-3 3 1 0,0 6-3 16,0 1-5-16,0 3 0 15,0 5 0-15,5 5 0 16,4 0 0-16,2-3 0 15,3-1 0-15,4 1 0 0,1-5 0 16,4-5 0-16,2-3 0 16,-2-4 0-16,0-5 0 15,0-3 0-15,2-3 0 0,-4-7 0 16,0-5 0-16,-1-3 0 16,-2-2 0-16,-3-4 0 15,-2-6 0-15,-9 0 0 16,4-4 0-16,-8-1 0 15,-3 0 0-15,-2 1 0 0,-5 4 0 16,0 3 0-16,-2 4 0 16,2 3 0-16,-2 8 0 15,12 12 0-15,-16-13 0 16,16 13 0-16,-9-7 0 0,9 7 0 16,0 0 0-16,0 10 0 15,0-10-13-15,4 13-79 16,12-1-3-16</inkml:trace>
  <inkml:trace contextRef="#ctx0" brushRef="#br0" timeOffset="-65464.14">19464 10154 440 0,'0'0'6'0,"0"0"1"0,0 0 3 0,0 0-1 16,2-7 1-16,-2 7 0 16,0 0 0-16,0 0-1 0,0 12-9 15,0 3 0-15,0 4 0 16,3 4 0-16,-2-1 0 15,8 8 0-15,1-3 0 0,4-2 0 16,2-2 0-16,4-4 0 16,-3-5 0-16,5-3 0 15,1-4 0-15,-4-4 0 16,4-3 0-16,-5-3 0 0,-1-7 0 16,0 1 0-16,-2-9 0 15,-2 1 0-15,-4-3 0 16,1-7 0-16,-5 2 0 15,-5-7 0-15,0 4 0 0,0-1 0 16,-7 1 0-16,-1 3 0 16,1 8 0-16,-3 1 0 15,0 5 0-15,10 11 0 16,-12-13 0-16,12 13 0 16,0 0 0-16,-8-4 0 0,8 4 0 15,0 0 0-15,2 4-13 16,-2-4-80-16,13 7-3 15</inkml:trace>
  <inkml:trace contextRef="#ctx0" brushRef="#br0" timeOffset="-64380.72">24856 10590 418 0,'0'0'7'0,"0"0"3"0,0 0 2 16,0 0 0-16,0 0 0 0,-5-10 1 16,5 10 0-16,0 0 1 15,0 5-14-15,0 5 0 16,0 4 0-16,0 2 0 16,2 6 0-16,1 0 0 0,4 5 0 15,6 1 0-15,-4-3 0 16,4-3 0-16,2-3 0 15,5-3 0-15,-3-8 0 16,6-4 0-16,-3-4 0 0,1-3 0 16,0-6 0-16,-1-7 0 15,-3 0 0-15,1-7 0 16,-7-2 0-16,5-5 0 16,-9 3 0-16,0 1 0 15,-4-2 0-15,2 3 0 0,-5 5 0 16,0 3 0-16,-3 7 0 15,3 10 0-15,-7-15 0 0,7 15 0 16,0 0 0-16,-10-7 0 16,10 7 0-16,0 0 0 15,-4-13-12-15,4 13-82 16,0-12-2-16</inkml:trace>
  <inkml:trace contextRef="#ctx0" brushRef="#br0" timeOffset="-61964.4">22447 4867 381 0,'0'0'8'0,"0"0"3"0,0 0 2 0,0-12 3 0,0 12 1 15,0-15 1-15,0 15 1 16,-1-10-1-16,1 10-8 15,0 0-10-15,0 0 0 0,0 8 0 16,0 11 0-16,1 6 0 16,7 3 0-16,-1 6 0 15,4 3 0-15,-1 0 0 0,-3 1 0 16,4-9 0-16,-4 1 0 16,0-5 0-16,-2-4 0 15,-3-3 0-15,1-5 0 16,-3-6 0-16,0-7 0 15,0 0 0-15,0 0 0 0,-10-2 0 16,3-13 0-16,0-6 0 16,-4-5 0-16,4-4 0 15,-3-4 0-15,-1-3 0 0,4-3 0 16,2 3 0-16,2 2 0 16,3 5 0-16,0 3 0 15,0 4 0-15,3 7 0 16,2 0 0-16,2 2 0 0,2 2 0 15,0 4 0-15,1-2 0 16,1 3 0-16,3-1 0 16,1 4 0-16,-3-2 0 15,4 4 0-15,1 2 0 0,-2 0 0 16,-1 4 0-16,0 6 0 16,-2-2 0-16,0 2 0 15,1 5 0-15,-10-3 0 16,3 3 0-16,-6 0 0 0,0-1 0 15,-7-1 0-15,-4 5 0 16,-1-6 0-16,-2 3 0 16,-2-5 0-16,0 0 0 15,-5-2 0-15,6-2 0 0,-2-1 0 16,4 0 0-16,1 0 0 16,3-2 0-16,-2-1 0 15,11-2 0-15,-7 5 0 16,7-5 0-16,0 0 0 0,4 13 0 15,10-8 0-15,2 2 0 16,5 0 0-16,4 3 0 16,4 3 0-16,1-1 0 15,3 0 0-15,-4 1 0 16,4 2 0-16,-3-3 0 0,-3-2 0 16,-3 3 0-16,-1-4 0 15,-6 1 0-15,0-5 0 16,-4 2 0-16,-3-1 0 15,-10-6 0-15,10 2 0 0,-10-2 0 16,0 0 0-16,0 0 0 16,0 0 0-16,0 0 0 15,0 0 0-15,-3-2 0 16,3 2 0-16,-14-8 0 0,14 8 0 16,-13-2 0-16,3-1 0 15,10 3 0-15,-14-2 0 16,14 2-69-16,-11 0-26 0</inkml:trace>
  <inkml:trace contextRef="#ctx0" brushRef="#br0" timeOffset="-60864.19">20431 3938 482 0,'0'0'4'0,"0"0"1"0,0 0 1 0,0 0 0 15,0 0 0-15,0 0-4 0,-6 13-2 16,6 7 0-16,0 1 0 15,3 10 0-15,2 1 0 16,3 8 0-16,1-3 0 0,1 0 0 16,3-3 0-16,-1-1 0 15,-2-9 0-15,-2 0 0 16,-1-7 0-16,-5-5 0 16,1-2 0-16,-3-10 0 0,0 0 0 15,-8-3 0-15,-1-12 0 16,-2-5 0-16,-1-6 0 15,0-7 0-15,2-4 0 0,-2-6 0 16,4 0 0-16,-2-3 0 16,5 5 0-16,3 3 0 15,2 6 0-15,2 4 0 16,5 4 0-16,9 7 0 16,0 2 0-16,8 10 0 0,2 2 0 15,-3 3 0-15,5 10 0 16,-7 8 0-16,2 7 0 15,-8 0 0-15,-3 9 0 16,-7-2 0-16,-5 2 0 0,-5-3 0 16,-7-5 0-16,-3-1 0 15,-2-5 0-15,-1-2 0 16,0-6 0-16,4-3 0 16,4-3 0-16,10-6 0 0,-8 10 0 15,8-10 0-15,8 7 0 16,4-2 0-16,9 1 0 15,3-2 0-15,3 1 0 0,3 0 0 16,5 2 0 0,0 1 0-16,-3-3 0 0,-2 0 0 15,-2 0 0-15,-2 3 0 16,-6-1 0-16,1 3 0 16,-5-1-67-16,-5-3-24 0</inkml:trace>
  <inkml:trace contextRef="#ctx0" brushRef="#br0" timeOffset="-59829.2">17056 6319 451 0,'0'0'4'0,"0"0"3"0,-9-12 2 0,9 12 1 0,-11-18 1 15,11 18 1-15,-12-11-5 16,12 11-7-16,-10 0 0 15,10 16 0-15,0 9 0 16,5 8 0-16,2 4 0 16,3 5 0-16,3 5 0 15,-1-6 0-15,-2 1 0 0,3-6 0 16,-6-6 0-16,0-9 0 16,1-3 0-16,-5-8 0 15,-3-10 0-15,0 0 0 0,0 0 0 16,0-10 0-16,-8-5 0 15,0-7 0-15,-1-8 0 16,4-8 0-16,-6-4 0 16,6-2 0-16,1-3 0 0,1 0 0 15,3 2 0-15,3 6 0 16,1 2 0-16,7 9 0 16,-1 9 0-16,7 9 0 0,3 4 0 15,-2 6 0-15,1 8 0 16,-1 7 0-16,-2 5 0 15,2 5 0-15,-6-1 0 16,-3 4 0-16,-7-1 0 16,-2-2 0-16,-8 2 0 15,-5-2 0-15,-4-5 0 0,-2-1 0 16,-4 1 0-16,4-8 0 16,3-4 0-16,1-1 0 15,5-1 0-15,10-6 0 0,0 9 0 16,10-6 0-16,8 0 0 15,4 1 0-15,3 0 0 16,5 2 0-16,0 2 0 16,-3-4 0-16,0 2 0 0,-2-5 0 15,0 5 0-15,-8-1 0 16,3 0 0-16,-7-3 0 16,2 5 0-16,-3-1 0 0,-2-1 0 15,0 7 0-15,-10-12-66 16,7 13-25-16</inkml:trace>
  <inkml:trace contextRef="#ctx0" brushRef="#br0" timeOffset="-44714.14">23154 3195 278 0,'0'0'11'0,"0"0"6"0,0 0 4 0,0 0 2 0,-3 10 4 16,3-10 1-16,0 0 2 15,0 0 1-15,8-4-9 16,9-13-5-16,3-14-11 0,18-3-6 16,4-12 0-16,10-6 0 15,13-12 0-15,1-5 0 16,10-3 0-16,0 1 0 0,-2-1 0 15,-7 5 0-15,-7 7 0 16,-10 8 0-16,-11 12 0 16,-11 9 0-16,-8 10 0 15,-10 13 0-15,-10 8 0 16,-10 1 0-16,-8 19 0 16,-4 5 0-16,-5 9 0 0,-8 9-11 15,0 4-51-15,-9 12-27 16,-2 6 0-16</inkml:trace>
  <inkml:trace contextRef="#ctx0" brushRef="#br0" timeOffset="-44413.92">23176 3364 385 0,'0'0'8'0,"0"0"2"0,0 0 2 16,0-7 2-16,5-2 2 15,5-10 1-15,8-3 2 16,7-8 1-16,9-9-10 0,11-8-10 16,10-8 0-16,9-4 0 15,3-4 0-15,6 4 0 16,-4-2 0-16,-2 6 0 16,0 8 0-16,-15 4 0 0,-7 11 0 15,-16 3 0-15,-4 6 0 16,-9 10 0-16,-11 5 0 15,-5 8 0-15,0 0 0 16,-13 7 0-16,-4 2 0 0,-3-4-15 16,-8 25-73-16,-11 2-4 15</inkml:trace>
  <inkml:trace contextRef="#ctx0" brushRef="#br0" timeOffset="-44029.94">23236 2839 453 0,'0'0'5'0,"0"-15"3"0,0 5 2 16,0-2 1-16,0-1 0 16,0 1 2-16,0-2-13 15,0-3 0-15,0 17 0 0,0 0 0 16,3 18 0-16,-3 10 0 15,0 12 0-15,-5 6 0 16,-1 20 0-16,-1 3 0 16,-1 1 0-16,-5 3 0 15,4-6 0-15,-1-11 0 0,1-6 0 16,0-8 0-16,5-15 0 16,4-9 0-16,0-18 0 15,20 7 0-15,-3-9 0 0,12-13 0 16,10-2 0-16,7-8 0 15,12-2 0-15,6-6 0 16,8 4 0-16,0-4 0 16,5 6 0-16,-4 0 0 15,-11 8-36-15,0 6-54 0</inkml:trace>
  <inkml:trace contextRef="#ctx0" brushRef="#br0" timeOffset="-35063.01">8209 1439 393 0,'0'0'7'0,"0"0"3"0,0 0 2 0,0-12 1 15,0 12 2-15,0 0 0 16,0-13 0-16,0 13 0 16,0 0-6-16,0 0-4 15,0 0-3-15,0 0-2 0,-6 15 0 16,3 0 0-16,-4 2 0 15,7 20 0-15,-5 6 0 16,3 4 0-16,-1 0 0 16,1 0 0-16,0-15 0 15,-1-13 0-15,3-3 0 16,0-16 0-16,-8 9 0 0,8-9 0 16,-11-12 0-16,10 2 0 15,-4-2 0-15,3-3 0 16,-3-7 0-16,2-1 0 15,0 1 0-15,-2-5 0 0,3 2 0 16,-3-2 0-16,3 2 0 16,-3 6 0-16,5-4 0 15,0 5 0-15,0 1 0 0,5 10 0 16,-5 7 0-16,17-10 0 16,-4 10 0-16,-1 7 0 15,3 3 0-15,22 27 0 16,7 9 0-16,-1 2 0 15,4 2 0-15,-2-10 0 0,-8-6 0 16,-7-9 0-16,-7-9 0 16,-11-10 0-16,3 0 0 15,-3-4 0-15,-2-2 0 0,-10 0 0 16,13-20 0-16,-11 10 0 16,0-2 0-16,1-3 0 15,-3-3 0-15,2-7 0 16,-2 0 0-16,0-1 0 15,0-2 0-15,0-1 0 0,0-3 0 16,0 4 0-16,0-1 0 16,0 1 0-16,-2-1 0 15,2 4 0-15,-3-3 0 16,1 6 0-16,2 0 0 0,0 4 0 16,0 10 0-16,0 8 0 15,0 0 0-15,0 0 0 16,0 0 0-16,0 0 0 15,5 8-77-15,-3 3-14 0</inkml:trace>
  <inkml:trace contextRef="#ctx0" brushRef="#br0" timeOffset="-32264.18">18517 2598 397 0,'0'0'5'0,"0"0"1"15,0 0 3-15,-5-10 0 0,5 10 1 16,0 0 1-16,0 0 1 16,0 18 1-16,11 3-3 15,-4 10-4-15,4 9 0 0,10 0-2 16,-2 9-1-1,9 0-1-15,-1 1-1 0,1-1 0 16,2-7-1-16,-3 1-1 16,-2-6-1-16,-6-3-3 15,-2-2-9-15,-11 3-64 0,-4-20-5 16</inkml:trace>
  <inkml:trace contextRef="#ctx0" brushRef="#br0" timeOffset="-32030.99">18656 2546 442 0,'0'0'5'15,"0"0"1"-15,0 0 1 16,0 0-1-16,0 0 1 16,0 0 1-16,10 11 1 0,3 10 0 15,-1 12-3-15,4 7-3 16,3 9 0-16,3 8-3 15,6 5 0-15,-3 0 0 0,-1-3 0 16,3 5 0-16,-4-9-10 16,2 2-20-16,-11-10-51 15,-3-3-4-15</inkml:trace>
  <inkml:trace contextRef="#ctx0" brushRef="#br0" timeOffset="-31595.91">18378 3071 393 0,'0'0'6'0,"0"0"2"0,0 0 2 16,-7-9 0-16,7 9 1 15,0 0-1-15,0 0 2 16,5 0 1-16,9 7-6 0,6 6-1 16,8 6-2-16,9 6 1 15,5 0 0-15,6 5 1 16,2-4-1-16,1 2-5 0,4-3 0 16,-3-6 0-16,-2-2 0 15,-5-6 0-15,-6-4 0 16,-5-2 0-16,-6-5 0 15,-5 0 0-15,-4-7 0 16,-6-6 0-16,-6-7 0 16,-4-5 0-16,-3-6 0 0,0-7 0 15,-7-6 0-15,-3-3 0 16,2-1 0-16,-4 4 0 16,5 2 0-16,-4 8 0 0,6 2 0 15,0-1 0-15,5 8-31 16,10 3-58-16</inkml:trace>
  <inkml:trace contextRef="#ctx0" brushRef="#br0" timeOffset="-30438.66">8924 1498 394 0,'0'0'4'0,"0"0"3"0,0 0 2 15,0 0 1-15,0 0 0 16,0 0 1-16,0 0 0 16,12 0 0-16,-12 0-4 15,13 0-2-15,-3 0-3 0,4 0-7 16,-3 0-17-16,5 5-60 15,2-2-2-15</inkml:trace>
  <inkml:trace contextRef="#ctx0" brushRef="#br0" timeOffset="-30312.11">8839 1724 442 0,'0'0'4'0,"0"0"1"16,10 0 0-16,3 0 0 15,7 0 1-15,9 0-6 0,-4-10-64 16,7 17-12-16</inkml:trace>
  <inkml:trace contextRef="#ctx0" brushRef="#br3" timeOffset="-25397.25">20018 5547 397 0,'0'0'8'0,"0"0"3"16,2-13 3-16,-2 13 1 0,3-10 1 15,-3 10 0-15,2-10 0 16,-2 10 0-16,0 0-14 16,0 10-2-16,0 5 0 15,0 0 0-15,0 4 0 0,0 6 0 16,2 0 0-16,4 0 0 15,-3-3 0-15,2 3 0 16,-1-5 0-16,-1-3 0 16,2 0 0-16,-3-7-2 15,0 0-25-15,-2 13-56 0,0-23-4 16</inkml:trace>
  <inkml:trace contextRef="#ctx0" brushRef="#br3" timeOffset="-24663.28">19961 5331 308 0,'0'0'8'0,"0"0"4"0,0 0 2 0,0 0 3 0,0 0 3 0,-10-10 1 16,10 10 1-16,-10-8 0 15,10 8-7-15,-15-12-4 0,3 9-3 16,-4 3-2-16,2 0-3 16,-4 3 0-16,-4 7-2 15,-5 7-1-15,2 6 3 16,-5 6-1-16,5 8 0 0,-5 10 1 15,5 0 0-15,0 6 0 16,8 6 1-16,7-2-4 16,5-2 0-16,5 2 0 15,13-8 0-15,6 1 0 0,11-7 0 16,8-5 0-16,2-7 0 16,6-5 0-16,2-6 0 15,5-8 0-15,-2-4 0 16,-1-5 0-16,0-8 0 0,-1-8 0 15,-6-7 0-15,1-7 0 16,-7-8 0-16,-2-3 0 16,-7-8 0-16,-6-8 0 15,-7-3 0-15,-7-5 0 16,-8 0 0-16,-5-5 0 0,-13 3 0 16,-9 6 0-16,-8 4 0 15,-2 4 0-15,-11 11 0 16,-1 11 0-16,-6 8 0 0,-2 16 0 15,5 4 0-15,0 7 0 16,2 18 0-16,2 2 0 16,16 15-64-16,13 5-24 15</inkml:trace>
  <inkml:trace contextRef="#ctx0" brushRef="#br3" timeOffset="-23379.54">17829 8675 394 0,'0'0'7'0,"0"0"4"0,0 0 2 16,0 0 3-16,-6-10 0 15,6 10 2-15,0-15 1 16,-1 6-2-16,1-4-17 0,0 3 0 16,5-1 0-16,-1 3 0 15,-4 8 0-15,18-13 0 16,-6 13 0-16,0 0 0 15,-1 2 0-15,1 9 0 0,-4 1 0 16,2 5 0-16,-6 0 0 16,-4 6 0-16,0 2 0 15,-7 1 0-15,-6-1 0 16,-1 0 0-16,-4-2 0 0,1-3 0 16,-1-3 0-1,6-5 0-15,2-2 0 0,10-10 0 16,-8 10 0-16,8-10 0 15,0 0 0-15,16-10 0 16,-4 2 0-16,8-2 0 0,-3-4 0 16,8-1 0-16,-7-5 0 15,6 5-11-15,-4-7-26 16,-8 0-48-16,4-3-4 0</inkml:trace>
  <inkml:trace contextRef="#ctx0" brushRef="#br3" timeOffset="-22981.01">17901 8430 387 0,'0'0'5'15,"-15"-5"3"-15,6 2 2 16,-4 1 0-16,-4 2 2 0,-3 0-1 16,-6 2 1-16,-1 8 1 15,0 12-7-15,-3 6-2 16,0 7-1-16,3 6-2 16,2 4 0-16,5 5 0 15,0 2-1-15,10 0 0 0,8-3 1 16,2-4 0-16,10 0 0 15,9-6-1-15,9-9 1 16,2-1 0-16,7-9 1 16,8-10-1-16,-3-2 1 0,8-8-1 15,-3-8 1-15,1-6 0 16,-5-9 1-16,2-4 1 16,-8-8 1-16,-3-4-5 15,-9-6 0-15,-9-2 0 0,-6-8 0 16,-10-2 0-16,-7-4 0 15,-12 1 0-15,-9 8 0 16,-4 3 0-16,-11 9 0 0,-6 8 0 16,-1 12 0-16,-3 12 0 15,7 8 0-15,-2 15 0 16,9 10 0-16,4 5 0 16,17 2-43-16,6 10-44 15,12 5-2-15</inkml:trace>
  <inkml:trace contextRef="#ctx0" brushRef="#br3" timeOffset="-21697.67">17590 13153 424 0,'0'0'6'0,"0"0"3"0,-2-6 1 0,2 6 2 0,0-10 1 16,0 10 1-16,0-18 0 15,2 11-5-15,3-3-9 16,1-1 0-16,-6 11 0 0,19-14 0 16,-4 6 0-16,0 4 0 15,3 1 0-15,-2 0 0 16,2 3 0-16,-1 3 0 16,1 1 0-16,-6 5 0 15,-4 0 0-15,-3 4 0 0,-5-1 0 16,0 1 0-16,-7 2 0 15,-4-5 0-15,-1 4 0 16,-3-2 0-16,3-2 0 0,2-2 0 16,10-8 0-16,-11 12 0 15,11-12 0-15,0 0 0 16,9 11 0-16,3-9 0 16,2 0 0-16,2 3 0 0,1-2 0 15,0 1 0-15,3 2 0 16,-3-2 0-16,0 2 0 15,-4 1 0-15,0-2 0 16,-6 5 0-16,-7-10 0 0,3 17 0 16,-8-7 0-16,-8 3 0 15,-5-3 0-15,-4 2 0 16,-5-2 0-16,0-3 0 16,-6-2 0-16,3-3 0 0,3 2 0 15,3-4 0-15,1-4-18 16,1 2-42-16,12-9-27 15,3 3-2-15</inkml:trace>
  <inkml:trace contextRef="#ctx0" brushRef="#br3" timeOffset="-21230.16">17627 12805 417 0,'0'0'4'0,"0"0"1"0,0 0 1 0,-12-3 1 15,0 3 1-15,-3 3 1 16,-4 11 1-16,-4 4 0 16,-7 9-3-16,0 7-2 0,3 11-1 15,-1 2-1-15,6 10 0 16,5 3-2-16,10-3 0 15,7 0 0-15,2-3-1 16,12-2 0-16,9-7 1 16,6-3 0-16,11-12-1 0,6-3 1 15,0-7 0-15,4-8 0 16,2-4-1-16,0-8 1 16,1-6-1-16,-4-8 1 15,-4-9 2-15,-3-4-3 16,-7-5 0-16,-3-5 0 0,-12-5 0 15,-4-8 0-15,-9-4 0 16,-7-8 0-16,-11 0 0 16,-10 0 0-16,-14 0 0 0,-6 7 0 15,0 9 0-15,-9 8 0 16,0 15 0-16,0 12 0 16,6 14 0-16,1 11 0 15,13 11-76-15,9 2-13 0</inkml:trace>
  <inkml:trace contextRef="#ctx0" brushRef="#br3" timeOffset="-20196.55">18993 8313 413 0,'0'0'6'0,"0"0"4"0,0 0 1 0,6-7 2 16,-6 7 1-16,0 0-1 16,0 0 0-16,0 0 1 15,0 0-10-15,10 5-4 0,-8 10 0 16,-2 5 0-16,0 2 0 16,0 3 0-16,-2 4 0 15,-5 0 0-15,-3 2 0 16,-3-4 0-16,3-5 0 0,-4 1 0 15,0-3 0-15,8-6 0 16,-4-3 0-16,10-11 0 16,-11 8 0-16,11-8 0 0,9-4 0 15,3-3 0-15,6-3 0 16,3-4 0-16,2 0 0 16,2 3 0-16,0 1 0 15,-6-1 0-15,-1 2 0 0,1 4 0 16,-11-8-21-16,-8 13-62 15,15-2-3-15</inkml:trace>
  <inkml:trace contextRef="#ctx0" brushRef="#br3" timeOffset="-19981.01">19004 8382 428 0,'0'0'7'0,"0"0"3"0,0 0 2 16,-11-4 1-16,11 4-1 15,0 0 0-15,0 0 1 16,-3 12-9-16,3 3-4 16,3 5 0-16,3 2 0 15,-1 3 0-15,6 4 0 0,-7 1 0 16,6 0-3-16,-5-5-38 16,6-4-42-16,-2-3-5 15</inkml:trace>
  <inkml:trace contextRef="#ctx0" brushRef="#br3" timeOffset="-19563.5">18997 8168 404 0,'0'0'5'0,"0"0"2"0,-12-17 1 16,12 17 1-16,-18-11 0 15,4 6 1-15,-2 5 0 16,-2 0 0-16,-1 12-4 15,-1 13-2-15,3 7-1 0,-1 13 0 16,9 5-1-16,0 4 0 16,7 6-1-16,2-4 0 15,8-1 0-15,9-5 0 16,3-6-1-16,10-9 0 0,0-6 0 16,2-10 1-16,5-5 0 15,-2-10 0-15,-3-4 0 16,2-1 1-16,-6-16 0 15,0-2 2-15,-6-3-1 16,-7-10-3-16,0 0 0 0,-10-10 0 16,-5-3 0-16,0-4 0 15,-14-6 0-15,-7 0 0 16,-5 4 0-16,-3 3 0 16,-5 6 0-16,-1 15 0 0,-4 10 0 15,1 17 0-15,2 7 0 16,7 22 0-16,-1 17-59 15,13 0-27-15,7 11-1 0</inkml:trace>
  <inkml:trace contextRef="#ctx0" brushRef="#br3" timeOffset="-18878.34">19541 12183 432 0,'0'0'6'0,"0"0"3"0,5-12 2 0,-5 12 1 0,6-13 2 16,-6 13 0-16,4-11-1 15,-4 11-13-15,0 0 0 16,-7 4 0-16,-1 6 0 0,0 1 0 16,1 6 0-16,2-1 0 15,5 4 0-15,0-4 0 16,7 1 0-16,6 0 0 16,-2-5 0-16,8 0 0 0,-2-4 0 15,6-1 0-15,-4 1 0 16,-4-3 0-16,-3 0 0 15,1-5 0-15,-13 0 0 0,12 5 0 16,-12-5 0-16,0 0 0 16,-7 7 0-16,-2-2-16 15,-9-1-41-15,3-4-31 16,-5 0-2-16</inkml:trace>
  <inkml:trace contextRef="#ctx0" brushRef="#br3" timeOffset="-18746.5">19528 12133 429 0,'0'0'5'16,"0"0"3"-16,8-10 0 0,-8 10 1 16,10-12-1-16,-10 12 1 15,12-15 0-15,-1 8-4 16,-4-4-12-16,5 7-34 16,1-1-40-16,-3 0-1 15</inkml:trace>
  <inkml:trace contextRef="#ctx0" brushRef="#br3" timeOffset="-18378.54">19552 11966 421 0,'0'0'5'0,"-11"-1"2"15,-7 1 2-15,4 0 0 0,-9 7 2 16,1 5-1-16,-6 5 1 16,-4 6 0-16,9 12-4 15,2 4-2-15,5 10-2 16,4 1-1-16,8 5-2 0,4 0 0 15,14 0 0-15,4-6 0 16,9-7 0-16,8-8 0 16,2-6 0-16,7-6 0 0,5-15 0 15,0-4 0-15,-2-9 0 16,0-8 0-16,-2-8 0 16,-6-5 0-16,-3-8 0 15,-4-5 0-15,-10-4 0 0,-7-1 0 16,-8-7 0-16,-7 0 0 15,-9-2 0-15,-14-1 0 16,-7 7 0-16,-10 11 0 16,-2 11 0-16,-10 8 0 0,0 18 0 15,2 12 0 1,6 13-27-16,9 7-60 0,12-2-4 16</inkml:trace>
  <inkml:trace contextRef="#ctx0" brushRef="#br3" timeOffset="-17531.01">23290 7350 410 0,'0'0'6'0,"0"0"3"0,0 0 2 0,0 0 2 15,0-10-1-15,0 10 0 16,0 0 1-16,-2 14-1 16,-3 1-5-16,-2 13-4 15,2 2-3-15,2 4 0 16,3 4 0-16,0-5-1 0,0 5 0 15,8-8 1-15,-1-8-1 16,5-5 1-16,1-7 0 16,5-5 0-16,-2-5 1 15,2 0 0-15,-2-10 0 0,1-2 2 16,-8-2-3-16,1-1 0 16,-4-3 0-16,-6-1 0 15,-6-2 0-15,-4 7 0 16,-2-1 0-16,-3 5 0 0,-2 3 0 15,-1 7 0-15,-2 2 0 16,5 8 0-16,-2 3-13 16,5 1-12-16,0 11-48 0,6-16-14 15</inkml:trace>
  <inkml:trace contextRef="#ctx0" brushRef="#br3" timeOffset="-17114.89">23234 7132 373 0,'0'0'5'15,"-11"-3"4"-15,1 3 0 0,-3 5 0 16,-3 5 0-16,-2 7 1 16,-4 8 1-16,0 10 0 15,1 7-4-15,4 5-3 0,4 7-2 16,6 4 1-16,7 1-1 15,5-2 0-15,10 0 0 16,11-8-1-16,6-4 0 16,2-7 0-16,6-9 0 15,4-11 0-15,1-9 0 0,5-6 1 16,-8-6 0-16,-2-12 1 16,-3-4 2-16,-7-6 0 15,-5-2 0-15,-7-9 0 16,-6 0 1-16,-10-7-2 0,-2-4-4 15,-12-2 0-15,-8-1 0 16,-5 0 0-16,-10 4 0 16,-2 6 0-16,-5 11 0 15,-6 8 0-15,4 14 0 0,-3 13 0 16,5 12 0-16,7 18-16 16,12 1-69-16,1 9-2 15</inkml:trace>
  <inkml:trace contextRef="#ctx0" brushRef="#br3" timeOffset="-16328.14">23087 13006 335 0,'0'0'6'0,"0"0"3"0,0 0 4 0,0-10 4 0,0 10 3 15,0 0 0-15,0-13 3 16,0 13 1-16,0 0-5 15,-3-7-3-15,3 7-7 0,0 0-9 16,0 0 0-16,0 0 0 16,0 0 0-16,0 0 0 15,10 0 0-15,2 0 0 16,6 0 0-16,5 0 0 0,2 0 0 16,1-5 0-16,4 0 0 15,-5 0 0-15,-2 0 0 16,-7 0 0-16,-3 2 0 0,-13 3 0 15,10 0 0 1,-10 0 0-16,-14 18 0 0,-2-3 0 16,-5 4 0-16,3 3 0 15,-3 6 0-15,0-3 0 0,3 2 0 16,8 0 0-16,0-7 0 16,7 0 0-16,3-3 0 15,0-5 0-15,3-2 0 16,-3-10-5-16,15 13-33 15,-5-13-49-15,-1 0-2 0</inkml:trace>
  <inkml:trace contextRef="#ctx0" brushRef="#br3" timeOffset="-15725.13">23179 12808 363 0,'0'0'7'0,"0"0"1"0,0 0 5 16,-3-11 1-16,3 11 1 15,-8-10 3-15,8 10-2 0,-14-12 2 16,2 7-5-16,-4 3-4 16,0 2-3-16,-2 7-2 15,-5 8-2-15,4 4 0 16,-4 11-1-16,1 8-1 16,-4 6 0-16,5 6 2 0,5 1-2 15,2 4-2-15,8 0 2 16,4-4-1-16,2-1 0 15,13-5 1-15,4-5-1 0,8-4 0 16,9-8 1-16,3-3 0 16,4-10 0-16,3-9 1 15,6-6 0-15,-1 0 1 16,-1-12 0-16,-4-5-2 0,2-7 0 16,-9-4 0-16,-3-7 0 15,-6-2 0-15,-8-5 0 16,-6-2 0-16,-9-4 0 15,-5-9 0-15,-5 1 0 0,-11-4 0 16,-10 3 0-16,-6 3 0 16,-7 5 0-16,-7 11 0 15,-4 8 0-15,4 15 0 16,-7 15 0-16,7 6 0 0,3 21 0 16,3 5 0-16,13 12 0 15,2 8-57-15,13-2-32 16</inkml:trace>
  <inkml:trace contextRef="#ctx0" brushRef="#br3" timeOffset="-14727.98">20383 15262 397 0,'0'0'6'0,"0"0"4"0,-5-13 2 0,5 13 1 16,-7-14 2-16,1 4 1 16,2 0 1-16,-4-3-1 0,8 13-7 15,-14-12-9-15,14 12 0 16,-18-3 0-16,9 6 0 15,-2 5 0-15,1 2 0 16,-2 2 0-16,4 3 0 16,3 2 0-16,3 0 0 0,2-2 0 15,2-2 0-15,11 2 0 16,2-5 0-16,3 2 0 16,3-3 0-16,4 0 0 15,3-5 0-15,-3 3 0 0,2-2 0 16,-8 0 0-16,4 1 0 15,-8-2 0-15,-3 4 0 16,-2-3 0-16,-10-5 0 16,8 15 0-16,-8-15 0 0,-3 18 0 15,-7-11 0-15,1 3 0 16,-7-1 0-16,-5 1 0 16,0-5 0-16,-4 0 0 15,3-3 0-15,0 1 0 0,2-3 0 16,5-3 0-16,2-4 0 15,6-1 0-15,2-6 0 16,5-1 0-16,3-6 0 16,6 0 0-16,2-2 0 0,3 1 0 15,1 3 0-15,0-4 0 16,2 6 0-16,-4-1 0 16,2 11-14-16,-7-6-28 15,-8 13-42-15,14-9-3 0</inkml:trace>
  <inkml:trace contextRef="#ctx0" brushRef="#br3" timeOffset="-14194.69">20291 15009 413 0,'0'0'6'0,"-12"-5"1"0,4 0 2 16,-4 3 2-16,-3-1-1 15,0 3 1-15,-5 0 0 0,-2 8 1 16,0 6-6-16,-3 11-2 16,2 5-1-16,1 10-2 15,2 4 1-15,2 9 0 16,4 1-1-16,4 6 1 0,6-3-2 15,4 0 0-15,14 0 0 16,0-9 0-16,10-5 0 16,5-6 0-16,5-4 0 0,7-8 0 15,3-8 0-15,4-9 0 16,-1-8 0 0,3-3 0-16,-1-11 0 0,-2-2 0 15,-5-4 0-15,-2-2 0 16,-7-5 0-16,-4-6 0 0,-4 1 0 15,-7-5 0-15,-9-3 0 16,-1-4 0-16,-8-9 0 16,-10 2 0-16,-7-6 0 15,-13 0 0-15,-8 0 0 0,-6 9 0 16,-4 9 0-16,-6 4 0 16,2 15 0-16,-5 12 0 15,6 8 0-15,2 18 0 16,4 14 0-16,6 4-79 0,9 0-10 15</inkml:trace>
  <inkml:trace contextRef="#ctx0" brushRef="#br3" timeOffset="-12326.71">9563 1434 383 0,'0'0'6'16,"0"0"3"-16,0-13 2 0,0 13 1 0,-3-9 0 0,3 9 0 0,-8-13 1 16,8 13-1-16,-17-7-6 15,7 4-3-15,-3 3-2 0,4 0-1 16,-6 0 0-16,0 3-1 15,2 4-1-15,1-2 2 16,3 5-1-16,0 3 1 16,4 4 0-16,3-3 0 15,2 4 1-15,5 0 0 0,3 1 0 16,4-1-1-16,16 6 3 16,13 7 0-16,6-9 0 15,3 0-1-15,-7-6 0 0,-8 1 1 16,-16-1 0-16,-11-1 0 15,-8-5-2-15,-13 5 0 16,-6-5 0-16,-6 0 0 16,0 0 1-16,-10-8-1 15,3-2 0-15,2 0 1 0,0-7-2 16,8-5 0-16,12 1 0 16,5 4 0-16,0-8 0 15,5-2 0-15,0-2 0 0,5-2 0 16,7 0-9-16,1 0-60 15,4-4-17-15</inkml:trace>
  <inkml:trace contextRef="#ctx0" brushRef="#br3" timeOffset="-10912.57">9492 1421 340 0,'0'0'6'0,"0"0"1"0,0 0 5 0,0 0 0 15,0-9 3-15,0 9 0 16,3-8 1-16,-3 8 1 15,8-10-5-15,-8 10-3 0,7-10-1 16,-7 10-3-16,10-10-1 16,-10 10 0-16,15-3-3 15,-15 3 1-15,17 0-2 16,-9 0 1-16,2 3-1 16,0 5 0-16,-3 2 1 0,1 2-1 15,-3 3 1-15,-3 0-1 16,-2 5 1-16,0-3 0 15,0 18 2-15,-12 7 0 16,-6 0-2-16,0-5-6 16,-6-5-15-16,-14-2-61 0,24-10-2 15</inkml:trace>
  <inkml:trace contextRef="#ctx0" brushRef="#br3" timeOffset="-9430.4">8049 2352 375 0,'0'0'5'0,"0"0"2"0,0 0 0 0,0 0 1 0,0 0 3 0,15-1 1 16,-1 1 2-16,7 0 1 16,11-3-4-16,5-1-1 15,8 1 0-15,10-5-2 16,1 3-2-16,4-4-1 16,0 1-2-16,-5 0-3 0,-5 4 1 15,-11-1-1-15,-11 2-2 16,-10 1-1-16,-18 2-8 15,0 0-8-15,-1 7-33 0,-16-2-30 16,-6 2-4-16</inkml:trace>
  <inkml:trace contextRef="#ctx0" brushRef="#br3" timeOffset="-9114.18">8292 2380 357 0,'0'0'8'0,"0"0"1"0,0 0 1 15,0 0 1-15,0 0 3 16,0 0 0-16,0 0 2 15,16 15 1-15,0-3-7 16,5 4-1-16,4 3 0 0,5 3-2 16,2 3-2-16,0 3-1 15,-2 1 0-15,0 1-2 16,-3 2 1-16,-4 1-1 16,-11-4-2-16,-7 1 0 15,-5-3 0-15,-7-2 0 0,-14-3 0 16,-4-4 0-16,-7-3 0 15,-3-3 0-15,-4-2 0 16,-3-6 0-16,-3-4 0 16,3 0 0-16,-1-4 0 0,4-6 0 15,4-2 0-15,6 1 0 16,8-1 0-16,2-1 0 16,19 13-12-16,-9-17-71 0,15 9-3 15</inkml:trace>
  <inkml:trace contextRef="#ctx0" brushRef="#br3" timeOffset="-8880.65">8953 2509 508 0,'0'0'3'0,"0"0"-3"0,0-10 0 0,0 10 0 0,0 0 0 16,15-11 0-16,-4 5 0 16,1-2 0-16,6 5 0 15,1 2 0-15,6 1 0 0,0-3-14 16,5 3-73-16,-8 0-1 16</inkml:trace>
  <inkml:trace contextRef="#ctx0" brushRef="#br3" timeOffset="-8748.08">8961 2638 464 0,'0'0'4'0,"0"0"1"16,0 0 1-16,12 7 0 15,-1-7 1-15,8 3 0 16,3-3-7-16,18 0-75 0,0 0-6 16</inkml:trace>
  <inkml:trace contextRef="#ctx0" brushRef="#br4" timeOffset="-2628.93">18969 4113 381 0,'0'0'10'0,"0"0"2"15,-7-10 3-15,7 10 2 0,-2-15 2 16,2 15 1-16,-7-18 1 0,7 18-5 15,-6-13-16-15,6 13 0 16,0 0 0-16,0 0 0 16,0 8 0-16,6 6 0 15,1 3 0-15,0 1 0 16,5 7 0-16,1-2 0 0,-1 1 0 16,1-1 0-16,-1-4 0 15,-2-1 0-15,-2-4 0 16,-1-1 0-16,-4-2 0 15,-3-11 0-15,2 7 0 0,-2-7 0 16,0 0 0 0,0 0 0-16,0 0 0 0,-7-6 0 15,7 6-12-15,-3-7-77 16,3 7-4-16</inkml:trace>
  <inkml:trace contextRef="#ctx0" brushRef="#br4" timeOffset="-1346.8">18782 6010 438 0,'0'0'5'0,"0"0"3"0,0 0 3 15,-4-13 1-15,-1 2 1 0,3 5 1 16,0-7-4-16,2-1-10 16,0-1 0-16,4 0 0 15,4 1 0-15,1-3 0 16,2 6 0-16,3-2 0 0,2 6 0 16,-2-1 0-16,1 8 0 15,-2 0 0-15,1 0 0 16,-1 10 0-16,-3 5 0 15,-8 5 0-15,-2 2 0 16,0 5 0-16,-5 1 0 0,-4-3 0 16,-7-1 0-16,4-1 0 15,2-3 0-15,0-3 0 16,3-4 0-16,7-13 0 0,-10 14 0 16,10-14 0-16,0 7 0 15,0-7 0-15,5 3 0 16,7-3 0-16,3 0 0 15,2-3 0-15,6-4 0 0,-3 2 0 16,8-3 0-16,-4 1 0 16,-2 0 0-16,-4 2 0 15,-4-1 0-15,-4 5 0 16,-10 1 0-16,11 0 0 0,-11 0 0 16,0 19-30-16,0-19-58 15,0 15-4-15</inkml:trace>
  <inkml:trace contextRef="#ctx0" brushRef="#br4" timeOffset="-282.17">21864 5761 480 0,'0'0'5'0,"0"0"3"0,0 0 1 15,0-8 0-15,0 8-9 16,2-14 0-16,3 4 0 16,-2 3 0-16,3-8 0 0,-6 15 0 15,16-15 0-15,-3 8 0 16,-1 2 0-16,9 3 0 15,-5-1 0-15,0 3 0 16,1 3 0-16,-2-1 0 0,-3 8 0 16,-5 0 0-16,-4 1 0 15,-3 6 0-15,0 0 0 16,-3-3 0-16,-6 1 0 16,2 0 0-16,-7 0 0 0,7-5 0 15,0-1 0-15,2 2 0 16,5-11 0-16,-2 12 0 15,2-12 0-15,7 7 0 0,5-1 0 16,4-4 0-16,3 3 0 16,0 0 0-16,7 0 0 15,-7 0 0-15,1 2 0 16,1 1 0-16,-9-4 0 16,-3 6 0-16,0 0 0 0,-9-10 0 15,0 18 0-15,-3-9 0 16,-7 1 0-16,-12 0 0 15,-3 3 0-15,-3-3 0 16,-4-3 0-16,-2 3 0 0,-1-7 0 16,-6 1-75-16,14 2-14 15</inkml:trace>
  <inkml:trace contextRef="#ctx0" brushRef="#br4" timeOffset="653.27">16801 10981 430 0,'0'0'5'0,"0"0"3"0,0 0 2 0,2-10 2 16,-2 10 1-16,0 0 0 15,0 0-1-15,0 0-4 16,0 0-8-16,-2 10 0 0,-9 5 0 16,6 3 0-16,-2 4 0 15,-3 0 0-15,0 2 0 16,0 1 0-16,-4-4 0 16,6-2 0-16,-2-4 0 0,0-2 0 15,0-4 0-15,10-9 0 16,-13 10 0-16,13-10 0 15,0 0 0-15,0 0 0 16,0 0 0-16,10-5 0 0,3-2 0 16,2 0 0-16,7-3 0 15,-2 0 0-15,5 2 0 16,-3-2 0-16,-4 5 0 16,-1 3-13-16,-7 9-51 0,-2-7-22 15,-8 0-3-15</inkml:trace>
  <inkml:trace contextRef="#ctx0" brushRef="#br4" timeOffset="836.17">16760 10989 449 0,'0'0'5'0,"0"0"0"16,0 0 0-16,0 0 0 15,0 0 1-15,3 12 2 0,2 3 0 16,3 5 0-16,4 2-3 15,3 5-2-15,-3 10-1 16,6-4-5-16,-1 6-19 16,15-4-60-16,-14-2-3 0</inkml:trace>
  <inkml:trace contextRef="#ctx0" brushRef="#br4" timeOffset="1552.34">18782 10310 459 0,'0'0'4'0,"0"0"1"0,6-15 2 15,-6 15-1-15,2-10 1 16,-2 10 0-16,5-7 0 16,-5 7-1-16,0 0-3 15,0 12-3-15,0 1 0 0,-2 6 0 16,-1 3 0-16,3 2 0 16,0 0 0-16,0-2 0 15,5 1 0-15,3-6 0 0,2 0 0 16,2-5 0-16,1-2 0 15,1-2 0-15,-1-1 0 16,-3-2 0-16,2 0 0 16,1-2 0-16,-13-3 0 0,12 4 0 15,-12-4 0-15,0 0 0 16,0 13 0-16,0-13 0 16,-12 15 0-16,-1-11 0 15,1 4-5-15,-6-1-10 0,4 1-21 16,14-8-49-16,-23 10-2 15</inkml:trace>
  <inkml:trace contextRef="#ctx0" brushRef="#br4" timeOffset="1736.19">18748 10300 409 0,'0'0'5'15,"0"0"2"-15,12-3 2 0,1-1 0 16,4 1 0-16,1 0 1 16,7-2-1-16,2 4-5 15,2-6-24-15,7 7-58 0,1-3-3 16</inkml:trace>
  <inkml:trace contextRef="#ctx0" brushRef="#br4" timeOffset="2753.01">24602 9819 331 0,'0'0'9'0,"0"0"4"0,0 0 4 0,8-9 2 16,-8 9 2-16,0 0 1 0,10-13 2 16,-10 13 1-16,0 0-8 15,3-10-4-15,-3 10-13 16,0 10 0-16,-9 0 0 15,2 8 0-15,-2 4 0 0,-4 3 0 16,3 2 0-16,3 3 0 16,2 2 0-16,5-5 0 15,0 0 0-15,7-5 0 16,8-2 0-16,2-5 0 0,1-3 0 16,1-6 0-16,2-6 0 15,-2 0 0-15,-1-6 0 16,-6-6 0-16,1-3 0 15,-6-2 0-15,-5 2 0 0,-2-4 0 16,-7-1 0-16,-8 5 0 16,-2 2 0-16,-6 6 0 15,1 5 0-15,-2 4 0 16,-1 5 0-16,7-7-73 0,1 17-16 16</inkml:trace>
  <inkml:trace contextRef="#ctx0" brushRef="#br4" timeOffset="3803.17">18997 15725 426 0,'0'0'5'0,"0"0"3"0,0 0 3 15,0 0 0-15,0 0 2 16,0 0 0-16,0 0 0 16,0 0-2-16,0 0-11 0,0 0 0 15,7 0 0-15,-7 0 0 16,18 0 0-16,-4 0 0 16,4 0 0-16,-1-2 0 0,8 0 0 15,-7-4 0-15,-1 3 0 16,0 2 0-16,-5-2 0 15,-3 3 0-15,-9 0 0 16,9 4 0-16,-9 9 0 0,0-1 0 16,-7 6 0-16,1 1 0 15,-1 2 0-15,0 3 0 16,0-1 0-16,-2-1 0 16,0 0 0-16,4-4 0 15,0-4 0-15,5 1 0 0,0-15-18 16,-5 15-68-16,5-15-4 15</inkml:trace>
  <inkml:trace contextRef="#ctx0" brushRef="#br4" timeOffset="4601.84">20240 14497 427 0,'0'0'6'0,"0"0"1"0,0 0 2 0,0-8 0 15,0 8 0-15,-4-10 1 16,4 10 0-16,-16-7 0 16,3 4-6-16,-2 3-1 15,0 0-2-15,-2 5 0 16,-1 5-1-16,4 3 0 15,1-1-1-15,5 0 0 0,4 1 0 16,1 1 0-16,3-1 1 16,12-3-1-16,-1 2 1 15,3-2 0-15,4 1 0 0,4-1 1 16,-2-3-1-16,0 1 1 16,-1-4 0-16,-3 2-1 15,-2 0 1-15,-3-1 0 0,-11-5 0 16,7 12 0-16,-7-12 0 15,-2 13-1-15,-7-8 2 16,-3 0-2-16,-2 0 0 16,-1 0 0-16,0-5 0 0,-3 0 0 15,4 0 0-15,-1 0 0 16,7-5 0-16,-2-2 0 16,5-4 0-16,2-3 0 15,3-1 0-15,0-3 0 16,8-3 0-16,0 0 0 15,2-1 0-15,2 0 0 0,1 1 0 16,1 5 0-16,-1 1-4 16,1 5-14-16,-3 12-47 15,3-4-20-15</inkml:trace>
  <inkml:trace contextRef="#ctx0" brushRef="#br4" timeOffset="5421.44">21717 15373 462 0,'0'0'3'0,"0"0"2"0,0-12 1 0,0 5 1 16,0 7 1-16,0-20 0 15,-5 10 1-15,-2 0-6 16,-2 0-3-16,-7 8 0 0,-1-1 0 15,0 3 0-15,-6 8 0 16,4 3 0-16,1 3 0 16,1 3 0-16,6 0 0 15,7 0 0-15,1 1 0 16,3-3 0-16,7-5 0 0,4-3 0 16,8-4 0-16,1-3 0 15,6-3 0-15,-5-4 0 16,-1-3 0-16,1-5 0 15,-5 2 0-15,-3-2 0 0,-3 5 0 16,-3-1 0-16,-7 11 0 16,7-13 0-16,-7 13 0 15,0 0 0-15,0 4 0 16,0 14 0-16,0 4 0 0,0 6 0 16,-2 4 0-16,2 5 0 15,-2-1 0-15,2 6 0 16,0-9-17-16,4-8-73 15,2-5-2-15</inkml:trace>
  <inkml:trace contextRef="#ctx0" brushRef="#br4" timeOffset="6688.86">9632 2373 456 0,'0'0'6'0,"0"-13"2"0,0 13 0 16,0-16 2-16,0 3-1 16,-5 1-1-16,-5-1-2 15,-2 1-6-15,-6 7 0 16,-6 2 0-16,-1 3 0 0,-3 8 0 15,-4 6 0-15,5 4 0 16,1 7 0-16,5-3 0 16,10 3 0-16,6 0 0 0,5-6 0 15,8-1 0-15,7-7 0 16,10-5 0-16,-3-4 0 16,5-2 0-16,-2-8 0 15,0-6 0-15,-3 2 0 16,-2-3 0-16,-2-5 0 0,-8 4 0 15,-1-2 0-15,-6 2 0 16,-3 7 0-16,0-1 0 16,0 10 0-16,0 0 0 15,-3 7 0-15,1 8 0 0,2 10 0 16,0 10 0-16,0 2 0 16,0 7 0-16,2 3 0 15,1-2 0-15,-3 0 0 0,0-1 0 16,0-4 0-16,0-8 0 15,0-2 0-15,0-10-66 16,0-11-27-16</inkml:trace>
  <inkml:trace contextRef="#ctx0" brushRef="#br4" timeOffset="8552.78">11635 1478 429 0,'0'0'5'0,"0"0"2"0,0 0 2 16,0 0 0-16,0 0 1 15,0 0 0-15,0 0 1 0,0 0-1 16,-12 0-5-16,1 0-3 15,-3 10 0-15,-3 0-2 16,-12 5 2-16,-13 10-2 16,-10 6 0-16,-1 2 0 15,-3 4 0-15,1-5 0 0,10-1 0 16,15-12 0-16,16-4 0 16,4-2 0-16,10-4 0 15,15-1 0-15,10-5 0 0,12-1 0 16,8 0 0-16,4-2 0 15,4 0 0-15,1 0 0 16,-2 3 0-16,-7-1 0 16,-5 3 0-16,-8 3 0 0,-12-1 0 15,-8 3 0-15,-12 2 0 16,-5 3 0-16,-13 5 0 16,-10 5 0-16,-8 0 0 15,-8 2 0-15,-9 5 0 16,-2 3 0-16,-7-2 0 15,0 4 0-15,6-11 0 0,1 2 0 16,7-1 0-16,9-6 0 16,9 0 0-16,12-6 0 15,13-3 0-15,16-2 0 0,13-5 0 16,14 0 0-16,6-5 0 16,14 0 0-16,6-2 0 15,5-3 0-15,7-3 0 16,-5 1 0-16,-5-1 0 0,0 1 0 15,-14 0 0-15,-2 4 0 16,-15 0 0-16,-10 2 0 16,-8 1 0-16,-8 0 0 0,-9 0 0 15,0 0 0-15,-13 7 0 16,2-3 0-16,1-1 0 16,-5 4 0-16,0-3 0 0,-2-3 0 15,3 2 0 1,1-3 0-16,5 0-13 15,8 0-76-15,-8-4-3 0</inkml:trace>
  <inkml:trace contextRef="#ctx0" brushRef="#br4" timeOffset="9086.22">12211 1570 411 0,'0'0'6'0,"0"0"1"0,0 0 2 16,0 0 1-16,0 0-1 16,-5-9 1-16,5 9 0 0,-15-3 0 15,6 0-5-15,-4 3-3 16,-2 0-1-16,-3 0-1 16,-1 0 0-16,-1 3 0 0,0 2 0 15,0-3-1-15,0 3 1 16,11-2 2-16,-26 12 0 15,7 2 0-15,11 3 0 16,9-3 1-16,13 0-1 16,13 6 0-16,0-3 0 0,6-1-2 15,-4 4 0-15,-1 2-1 16,-6 4 1-16,-3 3 0 16,0 3 0-16,-6-4 0 15,2 5 0-15,-6-1 1 0,0-1-1 16,0-2-1-16,0-4-2 15,-6-4-5-15,4 1-12 16,-10 5-53-16,2-15-14 16</inkml:trace>
  <inkml:trace contextRef="#ctx0" brushRef="#br4" timeOffset="9269.75">11826 1946 417 0,'0'0'6'16,"0"0"1"-16,2-14 1 16,-2 14 1-16,20-18 0 0,-5 11 0 15,7 0 1-15,6-3 1 16,4 10-8-16,4-7-3 16,8 7-12-16,-7 17-57 0,7-17-14 15</inkml:trace>
  <inkml:trace contextRef="#ctx0" brushRef="#br4" timeOffset="9469.48">12385 1850 396 0,'0'0'7'0,"0"0"3"0,0 0 0 16,4 8 2-16,-4-8 0 15,6 17 1-15,2-2 0 16,-4 5 0-16,-1 0-6 0,2 4-3 15,-1 4-1-15,2-2-2 16,-3 4-3-16,1-5-6 16,-4-7-11-16,-2 3-64 15,2-3-2-15</inkml:trace>
  <inkml:trace contextRef="#ctx0" brushRef="#br4" timeOffset="9669.52">12348 1719 496 0,'0'0'4'16,"0"0"1"-16,-5-12 1 0,5 12-6 16,0-11 0-16,0 11 0 15,0 0 0-15,2-12 0 16,8 15 0-16,-10-3-85 15,18 15-4-15</inkml:trace>
  <inkml:trace contextRef="#ctx0" brushRef="#br4" timeOffset="9936.42">12790 1724 484 0,'0'0'4'0,"0"0"1"16,0 0 1-16,0 0-1 15,0 0 2-15,0 0-7 0,8-3 0 16,1 1 0-16,6-1 0 15,7 3-4-15,-1 0-81 16,1 0-3-16</inkml:trace>
  <inkml:trace contextRef="#ctx0" brushRef="#br4" timeOffset="10070.93">12713 1939 422 0,'0'0'6'0,"0"0"1"0,5 3 1 16,4-3 0-16,7 0 1 15,7 0-4-15,4-8-20 16,10-2-58-16,10 0-6 16</inkml:trace>
  <inkml:trace contextRef="#ctx0" brushRef="#br4" timeOffset="13085.03">13187 1632 406 0,'0'0'6'0,"0"0"2"0,0 0 2 0,0 0 1 0,0 0 0 16,0-7 1-16,0 7 0 15,0 0 0-15,11-12-5 16,-11 12-3-16,17-8-2 0,-4 5 0 16,-4 1-1-16,6 0-1 15,0-1 1-15,5 3-2 16,-3 0 1-16,1 0 0 16,6 5 2-16,6 5 0 15,-5 5-1-15,-7 5 1 0,-13-2-2 16,-5 3 0-16,-18-3 0 15,-1 1 0-15,-2-4 0 16,1 0 0-16,6 0 0 16,2-5 0-16,2-3 0 0,10-7 0 15,0 15 0-15,10-11 0 16,2 2 0-16,5 5 0 16,0-7 0-16,4 3 0 0,1 3 0 15,0 0 0-15,-2 5 0 16,-3 3 0-16,-2-1 0 15,-3 0 0-15,-3 4 0 16,-5-2 0-16,-4 3 0 0,-4-2 0 16,-12-8 0-16,-4 3 0 15,1-3 0-15,-9-2 0 16,-2 0 0-16,-2-5 0 16,2-5 0-16,0 0 0 15,1 0 0-15,3-5 0 0,10-5 0 16,-2 0 0-16,6-2 0 15,4 0 0-15,5-1 0 16,6 3-8-16,-3 10-52 16,17-24-27-16,4 6-1 0</inkml:trace>
  <inkml:trace contextRef="#ctx0" brushRef="#br4" timeOffset="13703.05">13865 1399 381 0,'0'0'8'0,"0"0"2"0,0 0 3 15,0-11 1-15,0 11 0 16,0-8 0-16,0 8 0 0,0 0 1 15,-9-3-8-15,9 3-3 16,-18 12-2-16,8 3-2 16,-4 13 2-16,-12 14 1 0,0 12-1 15,-2 13 0-15,0 12 0 16,9 8 0-16,6-4 0 16,13-13-2-16,5-10 0 15,11-8 0-15,3-2 0 16,8-11 0-16,8-12 0 0,3-4 0 15,-1-11 0-15,3-4 0 16,-1-5 0-16,-1-3 0 16,-8 0 0-16,-3 0 0 15,-7-3 0-15,-7 0 0 0,-13 3 0 16,12-5 0-16,-12 5 0 16,-8 0 0-16,8 0 0 15,-15 0 0-15,5 0 0 0,10 0 0 16,-15 0 0-16,15 0 0 15,-7 0 0-15,7 0-14 16,0 0-36-16,0 0-37 16,-10-2-1-16</inkml:trace>
  <inkml:trace contextRef="#ctx0" brushRef="#br4" timeOffset="14303.29">14090 1638 472 0,'0'0'2'0,"0"0"2"0,0 0 0 0,0 0 1 16,0 0 3-16,0 0-2 16,0 0 2-16,9 7-6 15,-4 0-2-15,0 5 0 16,-3 3 0-16,3 2 0 0,1 3 0 15,-3 0 0-15,1 2 0 16,-1-2 0-16,2-2 0 16,-5-1 0-16,4-4 0 15,-1-1 0-15,-3-12 0 0,2 12 0 16,-2-12 0-16,0 0 0 16,0 0 0-16,0 0 0 15,0 0 0-15,0 0 0 0,0 0 0 16,0 0 0-16,4-12-84 15,-2 1-7-15</inkml:trace>
  <inkml:trace contextRef="#ctx0" brushRef="#br4" timeOffset="14735.85">14316 1352 408 0,'0'0'7'0,"0"0"3"0,0 0 3 0,0 0-1 0,0 0 2 15,0 0 0-15,0-10 0 0,0 10 0 16,0 0-9-16,0 0-5 16,9 4 0-16,-1 8 0 15,4 0 0-15,0 6 0 16,11 8 0-16,14 18 0 0,0 11 0 16,4 2 0-16,-2 5 0 15,-4 0 0-15,-13 1 0 16,-10-12 0-16,-12-7 0 15,-9 4 0-15,-7-6 0 0,-5-2 0 16,-7-3 0-16,3-3 0 16,-3-6 0-16,6-4 0 15,1-6 0-15,-2-9-7 16,9 1-82-16,1 0-3 0</inkml:trace>
  <inkml:trace contextRef="#ctx0" brushRef="#br4" timeOffset="17102.44">15083 1600 383 0,'0'0'6'0,"0"0"3"0,0 0 3 16,0 0 1-16,0 0 2 16,0 0 0-16,0 0 2 0,0 0 0 15,0 0-6-15,0 0-3 16,0 0-3-16,0 0-5 16,0 8 0-16,0 1 0 15,0 9 0-15,0 2 0 0,0 2 0 16,0 5 0-16,0-2 0 15,0 3 0-15,3-9 0 16,-2 1 0-16,-1 0 0 16,4 2 0-16,-9 3-55 0,5-13-35 15,-5 3 1-15</inkml:trace>
  <inkml:trace contextRef="#ctx0" brushRef="#br4" timeOffset="17403.31">14860 1739 467 0,'0'0'5'0,"0"0"0"0,0 0 1 15,0-10 1-15,0 10 1 16,10-3 0-16,8 1-3 0,1-1-5 15,8 3 0-15,5 0 0 16,6 0 0-16,2 3 0 16,-1-1 0-16,1 1 0 15,-3-3 0-15,-7 3 0 16,0-2 0-16,-12 2 0 0,2 0 0 16,-20-3 0-16,0 0-85 15,7 2-4-15</inkml:trace>
  <inkml:trace contextRef="#ctx0" brushRef="#br4" timeOffset="19119.69">15590 1521 386 0,'0'0'6'0,"0"0"3"0,0 0 2 0,0 0 2 0,0 0 1 15,-12-5 1-15,12 5 1 0,0 0 0 16,0 0-5-16,-10-8-4 16,10 8-2-16,0 0-3 15,0 0-2-15,3-12 0 16,-3 12 0-16,16-2 0 0,-5 2 0 15,1 0 0-15,3 0 0 16,-2 2 0-16,1 0 0 16,1 6 0-16,-3-1 0 15,1 1 0-15,-3 2 0 0,-10-10 0 16,23 24 0-16,-21-2 0 16,-4 1 0-16,-11-6 0 15,-4 4 0-15,1-7 0 16,7-3 0-16,9-11 0 15,-3 16 0-15,3-16 0 0,15 15 0 16,3-5 0-16,-2 0 0 16,7 0 0-16,0 2 0 15,-1 3 0-15,-2-3 0 0,0 1 0 16,-2-1 0-16,-9 1 0 16,-1-4 0-16,-6 1 0 15,-2-3 0-15,-10 1 0 16,1 1 0-16,-14-5 0 0,0-2 0 15,-6 0 0-15,-1 1 0 16,-5 0 0-16,5-3 0 16,0 0 0-16,1 0-2 15,8 0-10-15,-3 0-12 16,6-3-60-16,18 3-3 0</inkml:trace>
  <inkml:trace contextRef="#ctx0" brushRef="#br4" timeOffset="19469.88">16117 1302 467 0,'0'0'4'0,"0"0"0"0,0 0 1 0,0 0 0 15,0 0 0-15,0 0 0 16,0 0 0-16,-8 11 0 16,-1 3-4-16,4 4-1 0,-11 14 3 15,-3 23-1-15,-3 4-2 16,-1 8 0-16,4 10 0 16,6 4 0-16,3-3 0 0,10-12 0 15,12-13 0-15,6-12 0 16,4-1 0-16,11-8 0 15,2-7 0-15,4-10 0 16,3-8 0-16,1-7 0 16,-1 0 0-16,-3-2 0 15,-7 2-82-15,-4-10-7 0</inkml:trace>
  <inkml:trace contextRef="#ctx0" brushRef="#br4" timeOffset="19935.81">16274 1638 478 0,'0'0'1'16,"0"0"2"-16,0 0 2 15,0 0 0-15,-6-13 0 0,6 13 1 16,0-10 0-16,0 10-4 16,0-13-2-16,0 13 0 15,13-12 0-15,-3 5 0 0,-1 1 0 16,4 4 0-16,-1 0 0 16,4 2 0-16,-4 0 0 15,-2 0 0-15,12 10 0 16,1 2 0-16,-9 10 0 0,-6 6 0 15,-8-2 0-15,-10 2 0 16,-5-6 0-16,-5-4 0 16,6 0 0-16,-2-9 0 15,7 1 0-15,9-10 0 16,-7 12 0-16,7-12 0 0,7 8 0 16,10-6 0-16,0-2 0 15,11 0 0-15,-3-2 0 16,12 0 0-16,-7-9-15 15,4 4-72-15,-1-3-3 0</inkml:trace>
  <inkml:trace contextRef="#ctx0" brushRef="#br4" timeOffset="20203.78">16587 1270 486 0,'0'0'4'0,"0"0"0"16,0 0 1-16,0-9-1 0,0 9 2 16,5 0-4-16,4 0-2 15,4 0 0-15,2 12 0 16,5 1 0-16,2 6 0 16,-10-1 0-16,31 33 0 0,-1 14 0 15,-2 7 0-15,-10 7 0 16,-8 10 0-16,-22 1 0 15,-15-11 0-15,-22-25 0 16,7 3-69-16,-14-8-21 0</inkml:trace>
  <inkml:trace contextRef="#ctx0" brushRef="#br4" timeOffset="26653.27">15125 2578 448 0,'0'0'7'0,"0"0"3"0,0 0 1 16,0 0 2-16,0 0 0 15,0 0-4-15,0 0-9 0,0 0 0 16,3 10 0-16,-3 5 0 15,0 5 0-15,0 2 0 16,0 6 0-16,0-1 0 0,0 5 0 16,0-1 0-16,-3-2 0 15,3-5 0-15,0-1 0 16,0-6 0-16,0-4 0 16,0 1 0-16,0-14 0 0,0 11-71 15,0-11-19-15</inkml:trace>
  <inkml:trace contextRef="#ctx0" brushRef="#br4" timeOffset="26969.52">14980 2774 425 0,'0'0'7'0,"0"0"3"16,0 0 2-16,0 0 2 0,0 0 0 15,2-10 2-15,5 5-3 16,8-2-13-16,10 1 0 16,4-1 0-16,8 0 0 15,9-5 0-15,0 2 0 0,7 2 0 16,-3-2 0-16,-1 6 0 16,-6-2 0-16,-8 1 0 15,-10 5 0-15,-4 0 0 0,-8 0 0 16,-3 0 0-16,-10 0 0 15,0 0 0-15,0 8 0 16,0-8 0-16,-12 7 0 16,-1-7 0-16,-10 6-68 15,11-4-21-15</inkml:trace>
  <inkml:trace contextRef="#ctx0" brushRef="#br4" timeOffset="27571.47">15667 2658 466 0,'0'0'5'0,"0"0"4"0,-13-13 1 15,13 13 2-15,-14-18-3 16,12 10-9-16,-6-5 0 16,3-2 0-16,5 0 0 15,3 3 0-15,9 5 0 16,6-4 0-16,1 6 0 0,4 1 0 16,2 4 0-16,0 7 0 15,-4 3 0-15,-5 2 0 16,-4 0 0-16,-7 6 0 15,-5-1 0-15,0 1 0 0,-8-1 0 16,-1-2 0-16,-4-1 0 16,3-1 0-16,0-3 0 15,2 0 0-15,8-10 0 16,-7 15 0-16,7-15 0 0,5 13 0 16,3-9 0-16,4 0 0 15,3 4 0-15,-2 1 0 16,3-3 0-16,2 4 0 15,0 0 0-15,-8 0 0 0,2 3 0 16,-2-1 0-16,-7 3 0 16,-3-3 0-16,-8 0 0 15,-7 1 0-15,-3-1 0 16,-6-4 0-16,-3 2 0 0,-6-6 0 16,1 5 0-16,0-9 0 15,0 1 0-15,2-1 0 16,5 0 0-16,0-1 0 15,7-5 0-15,8-1-12 16,10 7-73-16,0-12-2 0</inkml:trace>
  <inkml:trace contextRef="#ctx0" brushRef="#br4" timeOffset="28153.26">16222 2410 438 0,'0'0'5'0,"0"-12"3"0,0 12 2 0,-8-13 2 16,8 13-1-16,-18-9 1 0,6 9 1 16,-5 0-11-16,-6 12-2 15,3 13 0-15,-4 8 0 16,1 15 0-16,-2 4 0 0,3 8 0 16,2-1 0-16,11 8 0 15,-2-5 0-15,9-5 0 16,2-6 0-16,10-3 0 15,5-8 0-15,10-3 0 0,2-7 0 16,8-8 0-16,-1-3 0 16,6-6 0-16,-2-1 0 15,-1-4 0-15,-3-6 0 16,-4-2 0-16,-7 0 0 16,-6 0 0-16,-2 0 0 0,-15 0-88 15,8-10-1-15</inkml:trace>
  <inkml:trace contextRef="#ctx0" brushRef="#br4" timeOffset="28620.1">16346 2757 483 0,'0'0'5'0,"-3"-11"2"0,1 3 1 0,2-1 0 0,0-3-8 15,0-1 0-15,2-3 0 0,6-2 0 16,4 6 0-16,3-1 0 15,2 6 0-15,1 0 0 16,4 7 0-16,-5 0 0 16,3 7 0-16,-8 7 0 0,1 4 0 15,-10 4 0-15,-3 3 0 16,-3-3 0-16,-10 6 0 16,-1-1 0-16,-6-5 0 0,3 1 0 15,-1-6 0-15,1 0 0 16,2-4 0-16,15-13 0 15,-12 15 0-15,12-15 0 16,0 0 0-16,5 5 0 16,7-5 0-16,5-4 0 0,3 0 0 15,0-3 0-15,10 2 0 16,7-5-69-16,-12 0-18 16</inkml:trace>
  <inkml:trace contextRef="#ctx0" brushRef="#br4" timeOffset="28887.82">16617 2390 478 0,'0'0'6'0,"0"0"1"0,-8-13 2 16,8 13 2-16,-5-7-11 16,5 7 0-16,0 0 0 15,8-7 0-15,6 13 0 16,9 5 0-16,7 14 0 0,2 8 0 15,5 3 0-15,-2 9 0 16,-3 10 0-16,-7 2 0 16,-5 0 0-16,-10 1 0 15,-10 0 0-15,-7-6 0 16,-11 0 0-16,-11-10 0 0,3-2 0 16,-6-10 0-16,0 2-57 15,-1-5-34-15</inkml:trace>
  <inkml:trace contextRef="#ctx0" brushRef="#br4" timeOffset="39719.75">17195 2370 365 0,'0'0'10'0,"0"0"3"0,0 0 2 16,0 0 2-16,0 0 2 0,0 0-1 15,0 0 0-15,-3-10 1 16,3 10-8-16,18-9-5 15,0 4-6-15,4 3 0 16,3-6-3-16,5 8-19 16,2 0-59-16,-7 0-3 0</inkml:trace>
  <inkml:trace contextRef="#ctx0" brushRef="#br4" timeOffset="39904.72">17079 2541 424 0,'0'0'4'0,"0"0"2"16,0 10 3-16,0-10 1 16,7 0 1-16,5 0 1 15,8 0 1-15,3-5 0 0,7-4-4 16,7 1-9-16,2-4 0 16,8 4 0-16,-4 1-37 15,5 1-44-15,-4 4-5 16</inkml:trace>
  <inkml:trace contextRef="#ctx0" brushRef="#br4" timeOffset="40302.94">17730 2119 473 0,'0'0'4'0,"0"0"0"15,0-11 2-15,0 11 0 0,0 0-1 16,0 0 1-16,0 0 1 16,-7 2-7-16,3 15 0 15,2 6 0-15,-3 4 0 0,5 9 0 16,-2-3 0 0,2 4 0-16,0-4 0 15,0-1 0-15,-3-7 0 16,3 0-8-16,10-6-76 15,-10-9-3-15</inkml:trace>
  <inkml:trace contextRef="#ctx0" brushRef="#br4" timeOffset="40701.84">17976 2119 436 0,'0'0'5'0,"0"0"2"16,0 0 0-16,-7-11 1 0,7 11 0 16,-13-3 0-16,3 3 1 15,-6 3-1-15,7 4-4 16,-1 3-3-16,2 3 1 16,1 4-1-16,4-2-1 0,3 3 1 15,3-1-1-15,4-1 3 16,16 7 0-1,7-8-3-15,-4 5 0 16,5-8 0-16,-1 3 0 16,0-5 0-16,-3 5 0 15,-2-8 0-15,-13 1 0 16,-12-8 0-16,10 14 0 0,-10-14 0 16,-10 10 0-16,-4-3 0 15,-4-1 0-15,-7-1 0 16,0 2 0-16,-8-4 0 15,6 1 0-15,-8-4 0 0,8 0 0 16,-3 3-56-16,8-6-33 16,5-11 0-16</inkml:trace>
  <inkml:trace contextRef="#ctx0" brushRef="#br4" timeOffset="40886.08">18013 2102 435 0,'0'0'5'0,"0"0"2"16,5-8 1-16,-5 8 2 16,15-9-1-16,2 1 1 0,3 4-1 15,8-6 1-15,4 8-13 16,0-8-35-16,12 5-45 16,-1 0-4-16</inkml:trace>
  <inkml:trace contextRef="#ctx0" brushRef="#br4" timeOffset="42435.91">8119 3073 438 0,'0'0'6'0,"0"0"2"0,0 0 1 15,0 0 2-15,0 0 0 16,-13-6 0-16,13 6 0 0,-12 0-5 16,2 0-6-16,0 0 0 15,-2 4 0-15,-4 4 0 16,-1 2 0-16,0 2 0 0,-5 3 0 15,-1 0 0-15,-2 0 0 16,3 2 0-16,-3 1 0 16,5-1 0-16,3-5 0 15,5 1 0-15,2-4 0 0,10-9 0 16,0 10 0-16,12-7 0 16,2-3 0-16,9 0 0 15,7-3 0-15,4 3 0 16,4-2 0-16,-1 0 0 0,-2 2 0 15,-5 0 0-15,-5 2 0 16,-3 6 0-16,-12 1 0 16,-7 4 0-16,-3 2 0 15,-13 2 0-15,-11 2 0 16,1 4 0-16,-7-3 0 0,-2 2 0 16,-5 1 0-16,1-1 0 15,2-2 0-15,1-3 0 16,8 0 0-16,6-4 0 0,4-1 0 15,5-2 0 1,10-10 0-16,0 9 0 0,7-6 0 16,9-3 0-16,3 0 0 15,6 0 0-15,5 0 0 0,4-5 0 16,1 3 0-16,1 0 0 16,1-1 0-16,-2-2 0 15,-3 3 0-15,-5 2 0 16,-4 0 0-16,1-3-42 0,-6 3-42 15,1 0-4 1</inkml:trace>
  <inkml:trace contextRef="#ctx0" brushRef="#br4" timeOffset="42752.74">8489 3136 461 0,'0'0'5'0,"0"0"1"0,0 0 2 15,0-13 0-15,0 13 0 16,-7-4 0-16,-4 4-1 0,-1 0-7 16,-3 4 0-16,-2 11 0 15,-1 3 0-15,1 7 0 16,0 4 0-16,2 3 0 15,5 3 0-15,5 0 0 16,5 1 0-16,0 0 0 0,7-2 0 16,4-1 0-16,3-7 0 15,-1 2 0-15,-1-6 0 16,2 0 0-16,-3-4-6 16,1-1-78-16,-5 1-3 0</inkml:trace>
  <inkml:trace contextRef="#ctx0" brushRef="#br4" timeOffset="42929.45">8350 3476 416 0,'0'0'3'16,"0"0"-1"-16,7-13 1 16,1 6 0-16,4-1-2 0,5 1-7 15,3-8-21-15,-2 7-43 16,9 1-5-16</inkml:trace>
  <inkml:trace contextRef="#ctx0" brushRef="#br4" timeOffset="43053.15">8611 3426 381 0,'0'0'8'0,"0"0"2"15,0 9 2-15,0-9 0 16,-5 17 1-16,5-6 0 16,-3 2 1-16,3 1-2 15,0-2-7-15,0 1-6 16,8 1-13-16,-8 11-62 0,0-25-5 15</inkml:trace>
  <inkml:trace contextRef="#ctx0" brushRef="#br4" timeOffset="43203.05">8576 3267 461 0,'0'0'3'0,"0"0"0"16,0 0 0-16,0 0 1 15,0 0-1-15,0 0-1 0,10-3-11 16,-3 3-66-16,13 3-5 16</inkml:trace>
  <inkml:trace contextRef="#ctx0" brushRef="#br4" timeOffset="43403.3">8911 3321 494 0,'0'0'4'0,"0"0"1"0,-5-4 0 16,5 4-2-16,0 0-3 15,11-13 0-15,-4 8 0 16,7 1 0-16,7 4 0 0,1-3 0 16,6-4-49-16,-7 7-36 15,-1 4-3-15</inkml:trace>
  <inkml:trace contextRef="#ctx0" brushRef="#br4" timeOffset="43535.6">8919 3441 454 0,'0'0'4'0,"0"0"1"15,0 0 1-15,5 5 1 16,4-5 0-16,7 0 0 16,3 0 0-16,6 0 0 0,0-5-8 15,12 5-27-15,3-7-52 16,-2-1-4-16</inkml:trace>
  <inkml:trace contextRef="#ctx0" brushRef="#br4" timeOffset="44035.85">9446 3194 472 0,'0'0'5'0,"0"0"3"0,0 0-1 0,0 0 0 16,0 0 1-16,0 7-4 0,0 7-4 15,-3 3 0-15,1 11 0 16,2 0 0-16,0 3 0 16,0 2 0-16,0-1 0 15,0-3 0-15,5-1-3 16,-5-3-82-16,2-9-3 0</inkml:trace>
  <inkml:trace contextRef="#ctx0" brushRef="#br4" timeOffset="44386.47">9685 3188 469 0,'0'0'5'0,"0"0"1"16,0 0 1-16,-6-12 1 15,6 12 1-15,-15 0-2 0,6 0-7 16,-2 8 0-16,-1 2 0 16,-1 3 0-16,3 7 0 15,3 5 0-15,5-2 0 16,2-2 0-16,5 4 0 0,7-4 0 16,3-4 0-16,5 0 0 15,4-2 0-15,1-3 0 16,3-2 0-16,-3 0 0 15,-4 1 0-15,0-4 0 16,-6 3 0-16,-3-2 0 0,-12-8 0 16,3 14 0-16,-3-14 0 15,-12 15 0-15,-4-8 0 16,-3 0 0-16,-4-2 0 0,-2 3-9 16,17-6-77-16,-21-2-3 15</inkml:trace>
  <inkml:trace contextRef="#ctx0" brushRef="#br4" timeOffset="44571.72">9609 3158 457 0,'0'0'5'0,"0"0"2"0,0 0 2 15,13-5 1-15,2 3 0 16,7-3 0-16,11-3-7 15,11-2-3-15,16 8 0 0,17-8-77 16,-5-5-9-16</inkml:trace>
  <inkml:trace contextRef="#ctx0" brushRef="#br4" timeOffset="47869.54">8874 14105 411 0,'0'0'5'0,"0"0"2"0,0 0 1 0,0 0 2 16,-10 3 0-16,10-3 1 0,-15 12-2 15,5-5 1-15,1 3-5 16,-2 2-3-16,-1 5-1 15,2 4-1-15,0-1 0 0,2 0-1 16,4 2 1-16,1 0 0 16,3-4 0-16,3-4 0 15,4-1 0-15,5-6 1 16,8-7 0-16,5-2 0 16,5-13 1-16,2-5 0 0,3-7 2 15,2-5 1-15,-1-11-1 16,-2-1-1-16,-4-7-3 15,0-10 0-15,-11-6 0 0,-6 0 0 16,-6 0 0-16,-7-2 0 16,-2 8 0-16,-11 4 0 15,1 10 0-15,0 12 0 16,-3 7 0-16,3 12 0 16,1 16 0-16,1 8 0 0,8 25 0 15,-3 7 0-15,3 12 0 16,-3 12 0-16,5 14 0 15,0 5 0-15,0 2 0 16,0-3 0-16,7-3 0 16,-2-8 0-16,4-1 0 0,0-15 0 15,0-1-4-15,6-10-83 16,-2-9-3-16</inkml:trace>
  <inkml:trace contextRef="#ctx0" brushRef="#br4" timeOffset="48186.21">9193 14256 447 0,'0'0'2'0,"0"0"0"0,-9 10 0 16,2 1 1-16,0-2 1 16,0 3-1-16,-2 4 1 15,2 3 0-15,2-5-2 0,5 3 0 16,0-4 1-16,5-3-1 15,8-7 0-15,6-3 0 16,4-3 1-16,0-7-1 16,4-3 2-16,-5-5 0 0,3-2 1 15,-7-3-1-15,-4 1 1 16,-7 2-5-16,-7-2 0 16,-2 5 0-16,-11-1 0 15,-2 5 0-15,-6 1 0 16,-2 10 0-16,-7 2 0 0,8 7-12 15,-8 3-11-15,2 3-62 16,9 2-2-16</inkml:trace>
  <inkml:trace contextRef="#ctx0" brushRef="#br4" timeOffset="48436.22">9520 13927 469 0,'0'0'6'0,"-3"-15"2"0,-2 2 1 16,3 1 2-16,-3 2-3 16,1-2-8-16,4 12 0 15,-16-5 0-15,9 17 0 0,-6 13 0 16,3 15 0-16,6 9 0 16,-1 8 0-16,2 10 0 15,3 2 0-15,3 4 0 16,4-2 0-16,0-7 0 0,9 3-22 15,13-10-65-15,-22-10-3 16</inkml:trace>
  <inkml:trace contextRef="#ctx0" brushRef="#br4" timeOffset="48621.22">9413 14246 455 0,'0'0'4'15,"0"0"1"-15,0 0 1 16,5-10 1-16,-5 10 0 0,18-12 0 16,-1 4 0-16,8-1-2 15,2-4-8-15,8 6-32 16,2-6-46-16,5-2-4 0</inkml:trace>
  <inkml:trace contextRef="#ctx0" brushRef="#br4" timeOffset="48785.95">9839 14246 503 0,'0'0'1'16,"0"0"0"-16,-11 3 0 15,11-3 1-15,0 0-1 16,0 0 1-16,0 0-2 16,0 0 0-16,13 7-3 15,1-10-21-15,4-1-60 0,4-6-2 16</inkml:trace>
  <inkml:trace contextRef="#ctx0" brushRef="#br4" timeOffset="48935.49">9814 14330 493 0,'0'0'2'0,"0"0"0"16,-5 13 0-16,5-13 0 16,-3 12 0-16,3-12 1 15,3 10 0-15,9-5-1 0,8-5-2 16,7 0-15-16,-3-6-67 15,22-11-3-15</inkml:trace>
  <inkml:trace contextRef="#ctx0" brushRef="#br4" timeOffset="49420.14">10526 13689 498 0,'0'0'3'0,"0"0"1"15,0 0-1-15,0 0 0 0,0 14-3 16,-7 6 0-16,-6 10 0 16,-1 7 0-16,-9 13 0 15,1 7 0-15,-3 5 0 0,5 5 0 16,7-4 0-16,8-3 0 16,5-5 0-16,5-13 0 15,13-7 0-15,7-10 0 16,5-8 0-16,1-12 0 0,2-5 0 15,-3-5 0-15,0-10 0 16,-7-2 0-16,-6-3 0 16,-8-5 0-16,-3 3 0 15,-6 2 0-15,-11-1 0 16,-3 4 0-16,-6 9 0 0,-3-1 0 16,-1 9 0-16,-1 0 0 15,2 9 0-15,7 2-5 16,-7 3-36-16,12-3-45 15,1 2-3-15</inkml:trace>
  <inkml:trace contextRef="#ctx0" brushRef="#br4" timeOffset="49736.85">10986 13562 448 0,'0'0'5'0,"0"0"2"0,0 0 3 0,0 0 1 0,3-7 0 15,-3 7-1-15,-8 7-1 16,-5 11-9-16,-6 10 0 0,-3 11 0 16,-6 13 0-16,1 13 0 15,-3 11 0-15,5 3 0 16,8 4 0-16,4-5 0 15,10-3 0-15,3-6 0 16,11-7 0-16,8-8 0 0,6-9 0 16,12-10 0-16,4-11 0 15,10-2 0-15,20-11-85 16,-13-11-5-16</inkml:trace>
  <inkml:trace contextRef="#ctx0" brushRef="#br4" timeOffset="51371.99">11331 14014 376 0,'0'0'8'0,"3"-12"2"0,2 4 5 0,-3-4 1 0,6-4 3 16,-5 2 1-16,-1-4 0 15,0 3 2-15,1 4-17 16,-3 0-5-16,0 11 0 15,-10-7 0-15,0 7 0 0,0 0 0 16,-4 9 0-16,1 1 0 16,0 3 0-16,3-1 0 15,0 6 0-15,8-1 0 16,2 0 0-16,7 0 0 0,6 3 0 16,9 0 0-16,3-2 0 15,5-1 0-15,-3 1 0 0,4-4 0 16,-2-2 0-16,-4 3 0 15,-6-3 0-15,-4 1 0 16,-5-3 0-16,-5 2 0 16,-3-2 0-16,-2 0 0 15,-7-2 0-15,-5-4 0 0,-6 4 0 16,-3-5 0-16,0-3 0 16,-5 0 0-16,5-5 0 15,-1-5 0-15,4-5 0 16,4-5 0-16,3-5 0 0,11-5 0 15,3-2 0-15,12-3 0 16,1 1 0-16,10-5 0 16,0 4 0-16,12 4 0 15,-8 2 0-15,7 7 0 0,-12 7-55 16,3 0-32-16,-3 2-2 16</inkml:trace>
  <inkml:trace contextRef="#ctx0" brushRef="#br4" timeOffset="51621.84">11858 13984 511 0,'0'0'0'0,"0"-6"0"0,0 6 0 0,5-9 0 16,-5 9 0-16,10-12 0 0,-10 12 0 16,15-10 0-16,-6 10 0 15,5 0 0-15,6 0-12 16,-1 0-74-16,1 0-4 0</inkml:trace>
  <inkml:trace contextRef="#ctx0" brushRef="#br4" timeOffset="51820.29">12298 13904 506 0,'0'0'2'0,"0"0"1"16,1 18-3-16,-1-8 0 0,4 7 0 15,1 8 0-15,-2-1 0 16,1 11 0-16,-4-4 0 15,3 5 0-15,-3-6 0 16,5-2-75-16,-1-2-13 16</inkml:trace>
  <inkml:trace contextRef="#ctx0" brushRef="#br4" timeOffset="52087.09">12683 14041 507 0,'0'0'4'0,"0"0"-4"0,3-8 0 16,-3 8 0-16,4-10 0 16,-4 10 0-16,13-7 0 15,-1 2 0-15,3 2 0 0,5 1 0 16,5-1 0-16,5 2 0 15,5-3 0-15,6-3 0 16,5 2 0-16,-4-7 0 16,-13 2-75-16,17 0-15 15</inkml:trace>
  <inkml:trace contextRef="#ctx0" brushRef="#br4" timeOffset="52805.01">13645 13822 449 0,'0'0'5'0,"0"0"1"0,0-8 3 0,0 8 0 16,-3-17 1-16,-4 9 0 0,-3-1 0 15,-8 2-7-15,-4-2-3 16,-6 9 0-16,-1 0 0 16,-6 7 0-16,3 0 0 15,2 4 0-15,5 3 0 16,6 1 0-16,8 2 0 0,8-2 0 16,3-3 0-16,14-2 0 15,5-5 0-15,6 1 0 16,2-6 0-16,3-3 0 0,5-7 0 15,-8 0 0-15,1-3 0 16,-3 1 0-16,-6-1 0 16,-6 5 0-16,-3 2 0 15,-10 6 0-15,9-3 0 0,-5 12 0 16,-2 4 0-16,0 10 0 16,1 1 0-16,2 6 0 15,-1 5 0-15,4 3 0 16,2-4 0-16,0 1 0 0,-3-16-9 15,-7 6-77-15,11-7-2 16</inkml:trace>
  <inkml:trace contextRef="#ctx0" brushRef="#br4" timeOffset="53119.09">13906 13389 491 0,'0'0'4'0,"0"0"0"0,-2-14 2 0,2 14 0 16,0 0-6-16,0 0 0 15,0 0 0-15,12 7 0 16,5 15 0-16,5 8 0 0,3 14 0 16,7 6 0-16,3 12 0 15,2 5 0-15,-1 3 0 16,-6 0 0-16,-6 3 0 15,-7-2 0-15,-9-1 0 16,-8-9 0-16,-8 2 0 0,-9-7 0 16,-5-1 0-16,-8-10 0 15,0 0 0-15,-4-13 0 16,6-15-67-16,1 3-23 16</inkml:trace>
  <inkml:trace contextRef="#ctx0" brushRef="#br4" timeOffset="53405.88">14576 13691 481 0,'0'0'4'16,"0"0"1"-16,0 0 0 16,0 0 1-16,0 0 0 0,0 12-2 15,0 6-4-15,0 4 0 16,0 11 0-16,2 2 0 16,2 4 0-16,-2-5-7 15,-2 6-77-15,3-5-3 16</inkml:trace>
  <inkml:trace contextRef="#ctx0" brushRef="#br4" timeOffset="53587.97">14437 13825 489 0,'0'0'4'0,"0"0"0"15,0 0 1-15,0 0 0 16,0 0-1-16,0 0-4 0,15-7 0 15,5 7 0-15,8 0 0 16,4 0 0-16,10 0 0 16,-2-3-25-16,9 2-60 15,4-2-4-15</inkml:trace>
  <inkml:trace contextRef="#ctx0" brushRef="#br4" timeOffset="53802.74">15035 13625 487 0,'0'0'2'0,"0"0"1"16,0 0 1-16,9 15 1 0,-4-3 0 16,0 8 0-16,-1-1-5 15,-1 6 0-15,2 5 0 16,-3 4 0-16,-2-3 0 15,11-21-72-15,-9 19-14 0</inkml:trace>
  <inkml:trace contextRef="#ctx0" brushRef="#br4" timeOffset="54129.41">15484 13575 493 0,'0'0'4'15,"0"0"0"-15,0 0 2 16,0 0-2-16,0 0-4 0,-8 0 0 16,8 0 0-16,-18 10 0 15,6 2 0-15,-3 6 0 16,5 0 0-16,1 6 0 16,1-2 0-16,3 2 0 0,5 4 0 15,9-3 0-15,9 2 0 16,2-5 0-16,4 3 0 15,-1-3 0-15,7-2 0 0,-5-2 0 16,-5 0 0 0,-3-4 0-16,-4-2 0 0,-8 1 0 15,-5-1 0-15,-5-2 0 16,-10-2 0-16,-2 4 0 16,-15 10-52-16,2-19-37 0</inkml:trace>
  <inkml:trace contextRef="#ctx0" brushRef="#br4" timeOffset="54302.4">15558 13575 495 0,'0'0'2'0,"20"0"-1"15,3 0 1-15,1 0 0 0,5 0-5 16,9-5-47-16,2 5-33 15,-5 0-1-15</inkml:trace>
  <inkml:trace contextRef="#ctx0" brushRef="#br4" timeOffset="55119.83">10524 14935 466 0,'0'0'5'0,"0"0"2"0,0-10 2 0,0 10 2 16,0 0-1-16,-2-12-7 0,2 12-3 16,-11 0 0-16,1 14 0 15,1 4 0-15,-7 7 0 16,4 7 0-16,-1 5 0 0,1 3 0 15,5 4 0-15,5-5 0 16,2-1 0-16,7-5 0 16,11-7 0-16,-1-6 0 15,8-8 0-15,0-4 0 0,2-8 0 16,-3 0 0-16,-1-10 0 16,-3-2 0-16,-8-3 0 15,1-6 0-15,-13 5 0 16,0-4 0-16,-11 5 0 0,-3-3 0 15,-6 8 0-15,-3 2 0 16,-1 1 0-16,-1 7 0 16,2 4 0-16,-2 6 0 15,11 1 0-15,1-3 0 16,13-8-82-16,0 0-8 0</inkml:trace>
  <inkml:trace contextRef="#ctx0" brushRef="#br4" timeOffset="55436.22">11135 14647 450 0,'0'0'6'0,"0"0"4"0,10-4 1 0,-10 4 2 15,0 0-1-15,0 0-3 0,0 0-9 16,0 19 0-16,-18 9 0 16,-6 9 0-16,-1 10 0 15,-2 10 0-15,-3 9 0 16,0 7 0-16,5 0 0 16,8-3 0-16,9 2 0 0,8-9 0 15,2-9 0-15,11-4 0 16,10-11 0-16,3-4 0 15,4-11 0-15,13-1 0 16,6-11-86-16,-8-10-4 0</inkml:trace>
  <inkml:trace contextRef="#ctx0" brushRef="#br4" timeOffset="56153.37">11292 15049 441 0,'0'0'5'0,"0"0"3"0,0 0 1 0,0 0 2 0,0 0 0 15,5 0 0-15,-5 0 1 16,14 0-9-16,-1-6-3 16,2 4 0-16,5 2 0 15,5-2 0-15,2 2 0 0,6-2 0 16,1-1 0-16,3-2 0 15,-7 3 0-15,0-1 0 16,-3 1 0-16,-6-1 0 16,-5 0 0-16,-6 3 0 0,-10 0 0 15,8 0 0-15,-8 0 0 16,0 0 0-16,0 0 0 16,0 0 0-16,-8 0-17 15,-9 0-70-15,17 0-2 16</inkml:trace>
  <inkml:trace contextRef="#ctx0" brushRef="#br4" timeOffset="56623.42">11908 14970 488 0,'0'0'3'16,"0"0"2"-16,0-8 1 16,0 8 0-16,0-17-3 15,0 7-3-15,0-3 0 0,3 1 0 16,1 2 0-16,-1-2 0 16,6 3 0-16,0-2 0 15,5 4 0-15,-1 2 0 16,4 3 0-16,1-1 0 0,3 3 0 15,-3 3 0-15,-3 6 0 16,-2 4 0-16,-6 4 0 16,-7 5 0-16,-5 6 0 15,-7-1 0-15,-8 5 0 0,-5 0 0 16,-4 0 0-16,0-2 0 16,2-3 0-16,5-7 0 15,4-2 0-15,4-4 0 16,8-6 0-16,6-8 0 15,0 0 0-15,20 7 0 0,-2-7 0 16,10-7 0-16,1 3 0 16,0-4 0-16,7-1 0 15,-4 1 0-15,-2 1 0 0,-8 1 0 16,3 2 0-16,-16 4-55 16,5 0-33-16</inkml:trace>
  <inkml:trace contextRef="#ctx0" brushRef="#br4" timeOffset="56985.58">12286 14658 511 0,'0'0'0'0,"0"0"0"16,0 0 0-16,-3-8 0 15,3 8 0-15,0 0 0 0,0 0 0 16,7 8 0-16,6 9 0 16,2 7 0-16,5 6 0 15,2 5 0-15,7 12 0 16,4 0 0-16,-3 8 0 0,3 2 0 16,-9 2 0-16,3-2 0 15,-14 3 0-15,-3-1 0 16,-10-2 0-16,-10-5 0 15,-7-7 0-15,-13-3 0 0,0-3 0 16,-5-9 0-16,5-5 0 16,-2-10 0-16,7-1 0 15,2-8 0-15,14-9-56 16,9 3-34-16,-3-19-2 16</inkml:trace>
  <inkml:trace contextRef="#ctx0" brushRef="#br4" timeOffset="57369.41">13051 14952 511 0,'0'0'0'0,"0"0"0"0,0 0 0 16,0 0 0-16,0 0 0 15,0 0 0-15,0 6 0 16,0 8 0-16,-2 8 0 0,-3 3 0 16,-1 10 0-16,4-1 0 15,-3 1 0-15,5 4 0 16,18-6-78-16,-18-8-14 16</inkml:trace>
  <inkml:trace contextRef="#ctx0" brushRef="#br4" timeOffset="57553.05">12867 15116 466 0,'0'0'3'0,"0"0"2"16,5-8 1-16,4 6 1 16,5-6 0-16,5-2 0 15,6 3 1-15,5-6-6 0,4 6-2 16,12-2 0-16,-7-6-12 15,6 2-72-15,4 1-2 16</inkml:trace>
  <inkml:trace contextRef="#ctx0" brushRef="#br4" timeOffset="57752.23">13478 14897 497 0,'0'0'2'16,"0"0"0"-16,0 0 2 0,0 0 0 15,-10 13-2-15,10-3-2 16,0 3 0-16,0 6 0 16,0 6 0-16,1 0 0 15,6 7 0-15,-5-5 0 16,3 5 0-16,-2-12-9 0,-3 4-78 16,0-6-1-16</inkml:trace>
  <inkml:trace contextRef="#ctx0" brushRef="#br4" timeOffset="58135.94">13828 14863 500 0,'0'0'3'0,"0"0"1"15,0 0 0-15,0 0-4 16,0 0 0-16,0 0 0 15,0-9 0-15,0 9 0 0,-16 0 0 16,0 4 0-16,2 4 0 16,-2 5 0-16,0 1 0 15,0 3 0-15,2 0 0 0,5 6 0 16,4-3 0-16,5 0 0 16,8-2 0-16,7-2 0 15,2-1 0-15,6 0 0 16,4-1 0-16,1-3 0 15,-6 3 0-15,-3-1 0 0,-3 2 0 16,-4-3 0-16,-10 2 0 16,-2 4 0-16,-7-3 0 15,-7 0 0-15,-7-2 0 16,-1 2 0-16,-10-5-30 0,4-8-58 16,3 0-4-16</inkml:trace>
  <inkml:trace contextRef="#ctx0" brushRef="#br4" timeOffset="58285.77">13849 14811 487 0,'0'0'2'0,"0"0"0"16,16-12 1-16,0 6 1 0,7-1-1 16,6 0 1-16,6 0-5 15,5-3-27-15,4 5-53 16,-1 2-4-16</inkml:trace>
  <inkml:trace contextRef="#ctx0" brushRef="#br4" timeOffset="59152.74">9892 16409 455 0,'0'0'4'0,"0"0"3"0,-2-10 0 0,2 10 1 16,-8-10 0-16,-1 5 1 0,-6-2 0 15,-4 4-5-15,-4 3-4 16,-5 3 0-16,-4 7 0 16,2 7 0-16,-7 3 0 15,5 7 0-15,2 5 0 0,5 1 0 16,5 1 0-16,8-1 0 16,10-4 0-16,2-7 0 15,14 0 0-15,6-9 0 16,10-8 0-16,0-7 0 0,5-11 0 15,4-9 0-15,0-6 0 16,2-6 0-16,-4-5 0 16,-2-11 0-16,-3-2 0 15,-7-3 0-15,0-1 0 16,-11-5 0-16,-5 3 0 0,-7 1 0 16,-4-3 0-16,-9 10 0 15,-1 0 0-15,-3 11 0 16,0 7 0-16,0 8 0 0,5 6 0 15,-2 8 0-15,1 20 0 16,7 15 0-16,4 17 0 16,0 10 0-16,2 11 0 15,6 12 0-15,-1 10 0 0,5-1 0 16,2-3 0-16,0-8 0 16,4-4 0-16,-6-9 0 15,8-12-46-15,-6-5-44 0,-1-16-3 16</inkml:trace>
  <inkml:trace contextRef="#ctx0" brushRef="#br4" timeOffset="59522.33">10223 16473 461 0,'0'0'5'0,"0"0"0"0,0 0 0 0,-7 10 1 16,2-2 0 0,-6 5 0-16,2 4 0 0,-1 5 0 15,-3 3-4-15,6 0-1 16,2-1-1-16,3-1 2 0,2-4-2 16,9-6 0-16,9-9 0 15,4-4 0-15,3-4 0 16,2-12 0-16,0 0 0 15,1-5 0-15,-5 1 0 0,-4-4 0 16,-6-1 0-16,-10 4 0 16,-6 0 0-16,-10 4 0 15,-12 2 0-15,1 5 0 16,-6 5 0-16,-4 5 0 0,-2 5-6 16,10 8-26-16,5-1-54 15,1-2-2-15</inkml:trace>
  <inkml:trace contextRef="#ctx0" brushRef="#br4" timeOffset="59769.36">10593 16147 511 0,'0'0'0'0,"0"0"0"15,-7-13 0-15,7 13 0 16,-13-5 0-16,13 5 0 15,-17 5 0-15,4 13 0 16,4 16 0-16,-1 9 0 0,3 3 0 16,1 16 0-16,1 3 0 15,5 6 0-15,3-1 0 16,-1-4 0-16,11-1 0 16,-8-8 0-16,4-2-41 15,9-11-48-15,-13-6 0 0</inkml:trace>
  <inkml:trace contextRef="#ctx0" brushRef="#br4" timeOffset="59970.95">10400 16521 443 0,'0'0'3'0,"0"0"1"15,0 0 1-15,9-10 1 0,1 4 1 16,8 2 1-16,7-4-1 15,5 3 1-15,2 0-4 16,10 1-6-16,-3-4-18 16,-1 3-61-16,16 0-4 0</inkml:trace>
  <inkml:trace contextRef="#ctx0" brushRef="#br4" timeOffset="60222.07">11115 16424 450 0,'0'0'5'16,"0"0"1"-16,0 0 2 15,-9 0 1-15,9 0 0 16,0 0 0-16,0 0 1 15,0 0-5-15,12 0-5 0,3 0 0 16,2 0 0-16,3-2-28 16,10-3-56-16,-3 0-4 15</inkml:trace>
  <inkml:trace contextRef="#ctx0" brushRef="#br4" timeOffset="60385.86">11085 16575 495 0,'0'0'2'0,"0"0"0"16,0 0 0-16,-7 8 1 0,7-8 1 16,0 0-1-16,7 4-3 15,9-4 0-15,10-4 0 16,4-4 0-16,2 8-77 16,18-13-9-16</inkml:trace>
  <inkml:trace contextRef="#ctx0" brushRef="#br4" timeOffset="61052.37">11860 16324 505 0,'0'0'3'0,"0"0"0"16,-4-4-3-16,4 4 0 15,-3-12 0-15,1 2 0 16,2-1 0-16,0-3 0 16,0 2 0-16,9-1 0 0,9 2 0 15,-1 0 0-15,8-2 0 16,7 1 0-16,-3 4 0 16,4 6 0-16,-3-1 0 15,0 3 0-15,-10 8 0 0,-3 7 0 16,-11 4 0-16,-4 5 0 15,-4-3 0-15,-11 6 0 16,-1 1 0-16,-4-3 0 16,1-1 0-16,-1-4 0 0,4-2 0 15,1-4 0-15,8 1 0 16,2-5 0-16,3 2 0 16,10-4 0-16,6-1 0 15,3-4 0-15,3 4 0 0,8-2 0 16,-5-2 0-16,5 1 0 15,-5 2 0-15,-3 1 0 16,-4-4 0-16,-6 6 0 16,-4-2 0-16,-8 4 0 0,-8-1 0 15,-12 0 0-15,-5 2 0 16,-12 3 0-16,-8-1 0 16,-12 0 0-16,-5-6 0 0,-5 5 0 15,0-5 0-15,5 2 0 16,-5-8-28-16,10-2-58 15,6-2-5-15</inkml:trace>
  <inkml:trace contextRef="#ctx0" brushRef="#br4" timeOffset="61601.98">9193 15872 467 0,'0'0'4'0,"0"-13"1"0,0 6 2 16,0 7 2-16,4-15-1 15,-4 15 1-15,0 0-7 0,5 7-2 16,-5 30 0-16,0 18 0 16,0 17 0-16,-2 17 0 15,-1 12 0-15,3 16 0 16,0 6 0-16,-2-6 0 0,2 0 0 15,0-10 0-15,0-12 0 16,-2-8 0-16,-1-10 0 16,-8-20 0-16,7-4-8 15,4-20-79-15,-8-15-2 16</inkml:trace>
  <inkml:trace contextRef="#ctx0" brushRef="#br4" timeOffset="62901.94">9163 15701 368 0,'0'0'4'15,"0"0"1"-15,0 0 2 16,0 0 0-16,0 0 1 16,0 0 2-16,0 0 0 0,14-8 1 15,9 8-3-15,7 0-1 16,11-2-1-16,14-2 0 15,12 3-1-15,13-4-2 16,4 3 0-16,14-4-1 0,6 1 0 16,10 3 0-16,0-1-1 15,10 1 0-15,8 2 0 16,7 2 0-16,1 3 0 16,6 3 0-16,0-1 0 0,-1 3-1 15,2 1 1-15,-4-7 0 16,1 0 0-16,-4-1 1 15,-4 0 0-15,-2-3 0 16,-4 0 1-16,-4 0 1 16,-3-3-1-16,-7 3 2 0,-4-3-1 15,-5 2-2-15,-8-2-2 16,-2-1 0-16,-10-2 0 16,-3 1 0-16,-11 3 0 0,-6-3 0 15,-10 0 0-15,-11 3 0 16,-7-1 0-16,-13 0 0 15,-6 3 0-15,-4-2 0 16,-16 2 0-16,0 0 0 0,0 0 0 16,1-8 0-16,-1 8 0 15,0 0 0-15,-10-12 0 16,10 12 0-16,-12-8 0 16,12 8 0-16,-12 0 0 0,2 5 0 15,0 13 0-15,-2 7 0 16,-1 7 0-16,-1 18 0 15,-2 8 0-15,-1 13 0 16,2 6 0-16,1 11 0 16,3 1 0-16,1 3 0 0,-2 2 0 15,4-5 0-15,3-4 0 16,1-8 0-16,1-8 0 16,-2-8 0-16,5-5 0 0,0-12 0 15,0-7 0-15,5-7 0 16,0-5 0-16,-3-6 0 15,1-6 0-15,-3-1 0 16,0-3 0-16,-3 2 0 0,-4-2 0 16,-2 1 0-16,-5 0 0 15,2 3 0-15,-5-1 0 16,2 0 0-16,-3 1 0 16,2-3 0-16,-2 1 0 15,0-4 0-15,1-1 0 0,-1 2 0 16,-1-6 0-16,-4 4 0 15,-2-2 0-15,-6-1 0 16,-5 0 0-16,-1-1 0 16,-13 1 0-16,-5-1 0 0,-8-2 0 15,-7 2 0-15,-10 1 0 16,-6 2 0-16,-15-3 0 16,-7 3 0-16,-7 1 0 0,-13 1 0 15,-2 0 0-15,-7 4 0 16,-4 0 0-16,1 2 0 15,-1-1 0-15,1 1 0 16,-2-1 0-16,6 3 0 16,69-10 0-16,-10 2 0 0,3-1 0 15,-14 0 0-15,6 2 0 16,-4-1 0-16,1 3 0 16,-4 3 0-16,2-4 0 0,-3 4 0 15,6-1 0-15,0 1 0 16,1-1 0-16,1 1 0 15,10-1 0-15,-2-1 0 16,7 3 0-16,7-4 0 16,10 2 0-16,11-2 0 15,4-3 0-15,5 1 0 0,10-3 0 16,0-3 0-16,8 3 0 16,5-3 0-16,7-2 0 15,0 0-62-15,0 0-25 0,0 0-2 16</inkml:trace>
  <inkml:trace contextRef="#ctx0" brushRef="#br4" timeOffset="63935.97">9172 16981 339 0,'0'0'6'0,"0"0"5"0,0 0 5 0,0 0 3 0,0 0-1 15,0 0 0-15,0 0 2 16,0 0 0-16,3 17-4 16,-3 16-6-16,2-10-4 15,-2 6-2-15,2 8 1 0,-2 2-2 16,3 8-3-16,-1 1 0 15,4 9-16-15,6-3-65 16,-7 1-2-16</inkml:trace>
  <inkml:trace contextRef="#ctx0" brushRef="#br4" timeOffset="71905.52">8266 5445 240 0,'0'0'6'0,"0"0"4"0,0 0 2 0,0 0 3 16,0 0 3-16,0 0 2 15,0 0 3-15,0 0 5 16,0 0-4-16,7-5-2 0,0-5 0 16,0-5-4-16,4-2-1 15,3-14-2-15,4 0-3 16,2-9-3-16,0-4-9 15,4-5 0-15,-2-6 0 0,3-2 0 16,1 0 0 0,-6 4 0-16,-1 4 0 0,-1 3 0 15,-6 8 0-15,-4 10 0 0,-1 6 0 16,-2 8 0-16,-5 3 0 16,0 11 0-16,0 0 0 15,0-10 0-15,0 10 0 16,0 0 0-16,0 0 0 15,0 0 0-15,0 0 0 16,0 8 0-16,0-8 0 0,0 0 0 16,0 10 0-16,0-10 0 15,-3 10 0-15,3-10 0 16,-2 10 0-16,2-10 0 0,0 0 0 16,0 0 0-16,0 0-11 15,-10 0-73-15,10 0-6 16</inkml:trace>
  <inkml:trace contextRef="#ctx0" brushRef="#br4" timeOffset="72836.02">8310 4570 341 0,'0'0'6'0,"0"0"2"0,-15-3 3 0,5 2 2 16,-2 1 1-16,-1 0-2 0,-1 0 1 16,-7 7 1-16,7 8-5 15,-4 7-3-15,4 7 0 16,1 9-1-16,3 7 0 16,0 4 0-16,2 8-1 0,6 0 1 15,2 5-2-15,2-5 1 16,9 0-3-16,6-3 1 15,8-4-1-15,2-4 0 16,8-5 0-16,2-7 0 0,6-7 0 16,1-6 0-16,4-9 1 15,-4-12-1-15,1 0 1 16,-1-15 0-16,-2-3 1 16,-1-9-1-16,-9-3 1 0,0-7 0 15,-4-4-3-15,-9-7 0 16,1-4 0-16,-10-3 0 15,-8-4 0-15,-2-1 0 16,-7-4 0-16,-7 2 0 0,-9 3 0 16,-9 1 0-16,-1 8 0 15,-8 9 0-15,3 6 0 16,-5 9 0-16,-2 5 0 16,6 11 0-16,-1 5 0 0,3 5 0 15,-1 9 0-15,6 5 0 16,5 8 0-16,5 1 0 15,4 6 0-15,6-1 0 16,7-1 0-16,2-5 0 0,14-2-48 16,3-1-39-16,6-8-3 15</inkml:trace>
  <inkml:trace contextRef="#ctx0" brushRef="#br4" timeOffset="73353.19">8211 4588 365 0,'0'0'8'0,"0"0"2"0,0 0 1 0,0 0 2 0,0 0 1 16,0 0 1-16,0 0 2 16,2-3 0-16,6-6-4 15,1-4-3-15,7-8-1 0,-2-3 0 16,1-6-9-16,5-4 0 15,0-9 0-15,5-4 0 16,-2-2 0-16,1-3 0 16,3-2 0-16,-7 2 0 15,8-6 0-15,-8 9 0 0,-1 0 0 16,4 7 0-16,-9 1 0 16,1 10 0-16,0 3 0 15,-4 8 0-15,-4 5 0 0,0 5 0 16,-7 10 0-16,7-1 0 15,-7 1 0-15,3 8 0 16,0 10 0-16,-3 2 0 16,3 8 0-16,-3-1 0 0,-6 10-83 15,6 4-8-15</inkml:trace>
  <inkml:trace contextRef="#ctx0" brushRef="#br4" timeOffset="73752.57">8728 5067 372 0,'0'0'8'0,"0"0"4"0,7-6 2 16,-4-4 3-16,4-7 1 16,5-6 1-16,8-7 2 15,5-12-1-15,5-7-10 16,7-11-10-16,2-2 0 0,4-7 0 16,-1-5 0-16,1 2 0 15,-6 1 0-15,-2 8 0 16,-8 1 0-16,-5 10 0 0,-9 7 0 15,-6 11 0-15,-5 6 0 16,-2 9 0-16,-9 9 0 16,-4 5 0-16,-2 3 0 15,0 4 0-15,3 3 0 0,0 10 0 16,-6-3-33-16,6 1-55 16,1-1-4-16</inkml:trace>
  <inkml:trace contextRef="#ctx0" brushRef="#br4" timeOffset="74202.93">8660 3832 399 0,'0'0'6'0,"0"0"2"0,0 0 2 16,0 0 2-16,0 0 1 15,0-12 1-15,0 12 1 16,13-7 1-16,4-2-4 0,8 9-6 16,5 0-6-16,12 6 0 15,1 4 0-15,6 8 0 16,1 6 0-16,0 10 0 15,-6 6 0-15,-2 8 0 0,-4-2 0 16,-8 3 0-16,-6 6 0 16,-9 0 0-16,-5-6 0 15,-5-2 0-15,-5 0 0 16,-3-12 0-16,-4 2 0 0,-6-9 0 16,6-3 0-16,-5-10 0 15,2-5 0-15,0-6 0 16,10-4 0-16,-13 2 0 15,13-2 0-15,-9 0 0 16,1-10-10-16,8 10-77 0,-5-10-2 16</inkml:trace>
  <inkml:trace contextRef="#ctx0" brushRef="#br4" timeOffset="75204.76">5537 6936 337 0,'0'0'7'0,"0"0"4"0,0 0 4 0,-7-13 2 0,7 13 2 16,0 0 1-16,-11-10 1 16,11 10-1-16,0 0-6 0,0 0-3 15,0 0-3-15,11 5-3 16,6 5-1-16,5 5-2 0,15 3-2 16,3 2 0-16,8 5 0 15,7-1 0-15,4 3 0 16,1 1 0-16,4 1 0 15,-1 4 0-15,-1-3 0 16,0 2 0-16,-5-3 0 0,-1-1 0 16,-6-2 0-16,0-3 0 15,-8-3 0-15,-5-2 0 16,-7-7 0-16,-5 3 0 16,-4-7 0-16,-12 0 0 0,-9-7 0 15,16 2 0-15,-16-2 0 16,0 0 0-16,0 0 0 15,-6-5 0-15,6 5 0 16,-15-7 0-16,15 7 0 16,-15-3-84-16,0-2-6 0</inkml:trace>
  <inkml:trace contextRef="#ctx0" brushRef="#br4" timeOffset="76120.49">6315 7103 397 0,'0'0'6'0,"0"0"2"0,0 0 3 0,-17-14 0 15,9 11 1-15,-4 3 1 16,-6 0 1-16,-1 3-1 16,-5 7-5-16,0 13-3 0,1 9-1 15,2 13-1-15,0 5-1 16,1 8 0-16,6 9 0 16,6 8-2-16,6 0 0 0,4-4 0 15,8-5 0-15,10 0 0 16,2-12 0-16,10-5 0 15,4-9 0-15,6-13 0 16,0-6 0-16,3-11 0 16,-1-10 0-16,1-9 0 0,-3-7 0 15,-2-12 0-15,-2-4 0 16,-6-5 0-16,-8-8 0 16,-4-5 0-16,-4-4 0 15,-11-3 0-15,-5-11 0 0,-5 4 0 16,-8-5 0-16,-10 2 0 15,-1 2 0-15,-6 9 0 16,-4 6 0-16,-2 11 0 0,-4 9 0 16,1 13 0-16,2 7 0 15,-4 10 0-15,2 10 0 16,0 9 0-16,1 14 0 16,3 7 0-16,0 9 0 15,8 10 0-15,5 6 0 0,7 4 0 16,12 3 0-16,6-3 0 15,12-1 0-15,11-9 0 16,8-5 0-16,8-11 0 16,2-7 0-16,4-14 0 0,-4-4 0 15,4-13 0-15,-7-5 0 16,2-12 0-16,-8-6 0 16,-5-7 0-16,-3-7 0 0,-5-5 0 15,-7-5 0-15,-5-3 0 16,-8-4 0-16,-4-5 0 15,-13-6 0-15,-7 6 0 16,-10-1 0-16,-3 8 0 16,-5 7 0-16,-2 13 0 0,0 7 0 15,-1 18 0-15,6 7-19 16,0 20-68-16,14 1-3 16</inkml:trace>
  <inkml:trace contextRef="#ctx0" brushRef="#br4" timeOffset="76552.93">6174 7988 411 0,'0'0'5'0,"0"0"2"0,0 0 0 0,0 0 1 16,4-9 1-16,4 9 1 16,4 0 0-16,7 0 1 15,7 0-5-15,9 7-1 0,2 6-1 16,13 1 1-1,5 6-1-15,3 0 1 0,8 2-1 16,1 6-4-16,2-1 0 16,-3 0 0-16,4-2 0 15,-4 0 0-15,-10-3 0 0,-1-4 0 16,-12-3 0-16,-4-1 0 16,-11-3 0-16,-9-7 0 0,-4 4 0 15,-15-8 0-15,12 2 0 16,-12-2-26-16,-14-13-59 15,1-1-4-15</inkml:trace>
  <inkml:trace contextRef="#ctx0" brushRef="#br4" timeOffset="76985.65">6499 7199 391 0,'0'0'6'0,"0"0"2"16,0 0 1-16,0 0 1 15,0 0 1-15,0 0 0 16,0 0 0-16,20 0 2 0,5 7-5 15,1 8-2-15,15 5 0 16,5 6 0-16,12 2-1 16,9 5 1-16,3-1-2 15,2 0-4-15,2-2 0 0,1 0 0 16,-6-6 0-16,-2-1 0 16,-5-6 0-16,-7-1 0 15,-11-6 0-15,-3 4 0 0,-11-4 0 16,-6-4 0-16,-11 0 0 15,-1-2 0-15,-12-4 0 16,0 8 0-16,0-8 0 16,-5 10 0-16,5-10-3 15,-20 10-32-15,8-2-51 0,0 2-3 16</inkml:trace>
  <inkml:trace contextRef="#ctx0" brushRef="#br4" timeOffset="77440.03">7301 7639 449 0,'0'0'4'15,"0"0"0"-15,-7 0 1 16,7 0 1-16,-18 10 0 0,6 2 0 16,0 6 2-16,-6 9-1 15,4 5-2-15,-2 6 0 16,4 10-1-16,2-4-2 0,2 6-2 15,4-4 0 1,4-2 0-16,4-1 0 0,8-9 0 16,4-4 0-16,4-10 0 15,4-8 0-15,6-9 0 0,6-3 0 16,-2-10 0-16,3-8 0 16,-2-5 0-16,2-5 0 15,-2-2 0-15,-3-5 0 16,-5-2 0-16,-4 2 0 15,-9-2 0-15,0 0 0 0,-10-5 0 16,-4 0 0-16,-9-1 0 16,-12 2 0-16,-1 2 0 15,-8-1 0-15,-5 9 0 16,-4 2 0-16,-1 14 0 16,-5 9 0-16,8 6 0 0,-2 18 0 15,4 7 0-15,8 7 0 16,4 4 0-16,7 3 0 15,7 3 0-15,6-10 0 0,1-2-88 16,14 0-3-16</inkml:trace>
  <inkml:trace contextRef="#ctx0" brushRef="#br4" timeOffset="79302.51">3969 4863 292 0,'0'0'8'0,"0"0"0"0,0 0 1 0,0 0 4 16,0 0 0-16,7 2 3 15,6-2 2-15,4 0 2 16,6 0-7-16,9 0-1 0,5 0-1 16,11-5-1-16,3 0-1 15,9 1-2-15,5-2-2 16,5-1-1-16,-1-1 0 15,3 1-1-15,1-3-1 16,-4-2-1-16,-2-1 0 0,-7 3-1 16,-6 3 1-16,-9-3-1 15,-13 6 1-15,-7-2 0 16,-7 3 0-16,-18 3 2 16,0 0-1-16,0 0-1 0,-18 0 1 15,-2 3 0-15,-7-1-2 16,-2 6-1-16,-12-1-1 15,2 1 0-15,-6 2-1 16,-2 2 0-16,-6 3 0 16,2-5-1-16,-2 5 1 0,5-5 1 15,7-1 0-15,4-1 1 16,9-3 1-16,8-5 0 16,5 0-1-16,15 0 1 0,0-10 0 15,15 1 0-15,5-2-2 16,5 6-7-16,7-4-14 15,1 0-55-15,1 2-2 16</inkml:trace>
  <inkml:trace contextRef="#ctx0" brushRef="#br4" timeOffset="80069.51">3537 4538 328 0,'0'0'6'0,"0"0"2"0,-12-10 2 15,1 5 1-15,-3 3 2 0,-5-1 1 16,-3 3 0-16,-2 0 0 15,-3 10-5-15,-3 4-2 16,0 10-1-16,0 0-1 16,3 11 0-16,-1 1 0 0,5 7 0 15,5 1-1-15,2 4 0 16,7-2-1-16,6 4 0 16,3-3-1-16,0 0-1 15,12-5 0-15,4-3-1 16,5 3 1-16,4-11-1 0,8-4 1 15,-4-5 0-15,8-4 0 16,4-11 1-16,-2-2-1 16,3-7 2-16,-1-8-1 15,-4-5 0-15,-3-5 1 0,1-7 0 16,-7-1 1-16,-3-4-1 16,-5-5 0-16,-6-5 0 15,-7 0-3-15,-4-5 0 16,-6 0 0-16,-6-6 0 0,-9 4 0 15,-4 0 0-15,-5 4 0 16,-1 7 0-16,-4 5 0 16,-3 6 0-16,1 6 0 0,-2 8 0 15,-3 6 0-15,2 7 0 16,4 6 0-16,-4 8 0 16,5 4 0-16,7 1 0 15,0 4 0-15,7 1-4 16,6-2-3-16,7-1-4 0,5-4-5 15,8-2-16-15,9-3-53 16,3-6-2-16</inkml:trace>
  <inkml:trace contextRef="#ctx0" brushRef="#br4" timeOffset="80502.98">3371 4457 301 0,'0'0'7'0,"0"0"6"0,0 0 2 0,0 0 3 16,0 0 1-16,0 0 0 16,-11-3 0-16,11 3 1 15,0 0-6-15,7 5-4 16,4 2-2-16,8 0-3 15,4 2-1-15,9-5 1 0,11 1-1 16,4-3 0-16,10-2 0 16,8 0-2-16,1-2 0 15,3-5 1-15,7 1-1 16,-4-4 1-16,0 3 0 0,-5-3-1 16,-5 0 0-16,-4 1 1 15,-13 1-3-15,-1 3 0 16,-12 0 0-16,-8 0 0 15,-3 3 0-15,-12-1 0 16,-9 3 0-16,0 0 0 0,0 0 0 16,0 0 0-16,-9 0 0 15,-4 0 0-15,-2 0-5 0,-2 0-17 16,-8 10-60 0,8-5-5-16</inkml:trace>
  <inkml:trace contextRef="#ctx0" brushRef="#br4" timeOffset="80969.4">3435 5098 373 0,'0'0'4'0,"0"0"3"0,0 0-1 0,0 0 1 16,0 0 3-16,0 0 0 0,12-3 2 16,6 3 0-16,6-3-2 15,8-1-2-15,11 1 0 16,10-1-1-16,7-1-2 15,6-5 0-15,6 3-2 0,0-4-1 16,5 1 0-16,0-2 0 16,-2-3 0-16,-6 2 0 15,-3 1 0-15,-3-2 0 16,-5 1 0-16,-11 3-1 16,-5 0 0-16,-10 3 0 0,-9 3 0 15,-6 0 0-15,-6 2 0 16,-11 2 1-16,0 0-2 15,0 0 0-15,0 10 0 16,-13-8-2-16,3 6-5 16,-6-6-4-16,4 6-13 0,-8-1-42 15,6-7-21-15</inkml:trace>
  <inkml:trace contextRef="#ctx0" brushRef="#br4" timeOffset="81419.4">4277 4386 405 0,'0'0'5'0,"0"0"2"16,-12-4 1-16,12 4 2 0,-10-4-1 15,10 4 1-15,0 0 0 16,0 0 1-16,0 14-4 16,10 1-3-16,10 7-1 0,7 6 0 15,5 6-1-15,5 6 1 16,4 2-2-16,-2 5 2 16,-4-3-1-16,-3 1-1 15,-4 3 0-15,-8-7 1 0,-6 1-1 16,-9 3 2-16,-5-6-3 15,0-2 0-15,-10-1 0 16,-7-2 0-16,-3-4 0 16,-2-3 0-16,-6-2 0 15,1-8 0-15,3-2 0 0,-6-3 0 16,7-2 0-16,-2-5 0 16,5-2 0-16,1-3 0 15,6 0 0-15,-2 0-10 0,11-15-40 16,4 15-36-16,0 0-2 15</inkml:trace>
  <inkml:trace contextRef="#ctx0" brushRef="#br4" timeOffset="81886.34">3431 5247 363 0,'0'0'6'0,"0"0"0"0,0 0 4 0,0 0-1 0,0 0 1 15,-6-11 1-15,6 11 2 0,20-12 1 16,0 5-4-16,17-3-2 16,8 0-1-16,14-2-1 15,8 2-1-15,8 0-1 0,2 0-1 16,3-3 0-16,0 1-2 16,-4 2 1-16,-7-1-1 15,-9 0 1-15,-5 1-1 16,-13 3 1-16,-7-1-1 0,-8 2 1 15,-9 5-1-15,-9 1 1 16,-9 0 0-16,0 0-1 16,-9 0 0-16,-3 0-2 15,-6 0-1-15,-5 5-3 16,-2-3-6-16,4 6-10 0,0 14-57 16,-4-15-8-16</inkml:trace>
  <inkml:trace contextRef="#ctx0" brushRef="#br4" timeOffset="84274.94">7301 7585 325 0,'0'0'10'0,"0"0"4"0,-12-13 2 15,12 13 4-15,-15-9-2 16,3 3 1-16,-4 2 0 16,-3 4 0-16,1 7-9 0,-1 13-4 15,-4 13-3-15,1 8-1 16,-1 9 0-16,4 4-1 15,6 8 0-15,5 3 1 16,6-3 0-16,4-5-1 16,10-8 0-16,9-7 1 15,4-9-1-15,5-6-1 0,4-10 1 16,1-7 0-16,2-10 0 16,3-6 1-16,-5-5-1 15,1-11 1-15,0-3 0 16,-6-5 1-16,-3-7 1 0,-7-3-4 15,-8-4 0-15,-7-4 0 16,-7-3 0-16,-13-1 0 16,-7 2 0-16,-11 0 0 15,-6 8 0-15,-6 7 0 0,5 9 0 16,-7 10 0-16,2 14 0 16,2 7 0-16,9 17 0 15,-1 5-58-15,16 3-30 0,8 2 0 16</inkml:trace>
  <inkml:trace contextRef="#ctx0" brushRef="#br4" timeOffset="90237.63">7220 7629 380 0,'0'0'7'0,"0"0"2"16,0 0 1-16,0 0 0 0,-13-10 0 15,13 10 0-15,-17 0 0 16,4 3 0-16,-6 4-5 15,1 13-3-15,-2 3-1 0,0 9-1 16,-2 11 1-16,-1 3 0 16,4 6 1-16,1 6 0 15,6 3 0-15,4-1 0 16,8-6 0-16,0-2 1 16,13-6-1-16,8-5 0 0,4-9 1 15,8-5-1-15,1-12 0 16,2-7-1-16,6-6 1 15,-3-4 0-15,2-16 0 16,1-1 0-16,-5-6 0 16,-3-8 0-16,-4 1 0 0,-5-8 1 15,-4-4 0-15,-9-6-3 16,-5-4 0-16,-7-2 0 16,-7-7 0-16,-8 4 0 0,-5 2 0 15,-3 5 0-15,-4 4 0 16,-3 12 0-16,-2 8 0 15,1 13 0-15,0 11 0 0,-4 10 0 16,3 14 0-16,2 13 0 16,-1 9 0-16,7 7 0 15,5 9 0-15,1 6 0 16,11 2 0-16,4-1 0 0,3-3 0 16,10-8 0-16,10-11 0 15,8-6 0-15,1-9 0 16,4-17 0-16,4-4 0 15,2-7 0-15,4-12 0 16,-8-8 0-16,2-4 0 0,-7-9 0 16,-5-1 0-16,-6-5-14 15,-14-2-16-15,-13 0-56 16,-1 6-2-16</inkml:trace>
  <inkml:trace contextRef="#ctx0" brushRef="#br4" timeOffset="104753.2">1718 16173 279 0,'0'0'0'0,"0"0"0"0,0 0 0 0,0 0 0 0,12 0 0 0,-12 0 0 16,20 0 0-16,-8 0 1 15,8 0 0-15,1 0 1 0,1-2 0 16,5 2 1-16,5 0 1 16,6 0 2-16,4 2 1 15,8 2-1-15,4 0 1 16,11 1 1-16,5 0-1 15,6 0-1-15,9 3 0 0,12-4-1 16,0 1-1-16,10 0 0 16,12-2 0-16,8 2 0 15,9-5 1-15,9 0-2 0,4 0 0 16,10 0-1-16,7-5-1 16,1 2 0-16,6 3 1 15,6 0-1-15,3 0-1 16,-1 0 1-16,8 3-1 0,0 2 1 15,7-1-1-15,8-4 1 16,0 3-1-16,-3-3 0 16,8 0 0-16,7 0 0 15,0-3 0-15,5 2 0 16,0-2-1-16,-7-2 1 0,8 2-1 16,-7 1 1-16,4 2-1 15,-5 0 1-15,-13 0 0 16,-2 0 0-16,-10-3 1 15,4 3 0-15,-16 0 2 0,-6 0 0 16,-6 0 0-16,-14-2 0 16,-10-1 1-16,-12 3-3 15,-17 0-2-15,-22 0-5 0,-14 0-7 16,-18 0-7-16,-26 3-51 16,-9-1-6-16</inkml:trace>
  <inkml:trace contextRef="#ctx0" brushRef="#br4" timeOffset="105521.12">2426 15829 401 0,'0'0'1'0,"0"0"0"0,0 0 1 0,0 0-1 0,0 0 0 16,-7 2 1-16,7-2-1 15,-18 11 1-15,1-1-1 16,-3 2-1-16,-7 5 1 15,-10 8 1-15,-9 5 1 16,-5 5 0-16,-9-1 1 0,-4 6 1 16,-7-1-1-16,4 1 0 15,1-5 0-15,1-8 0 16,10-2-1-16,9-7-1 16,3-6 0-16,10-2 0 15,11-6-1-15,5-1-1 0,4 0-1 16,13-3-1-16,0 0 1 15,-2 12 1-15,15-2 1 16,9 2 0-16,20 1 2 0,15 6 1 16,15-1 1-16,22 6 1 15,20-1-1-15,18 2-1 16,15 0-1-16,10 1-1 16,9 7-7-16,-2-4-27 15,7 3-52-15,1-1 1 0</inkml:trace>
  <inkml:trace contextRef="#ctx0" brushRef="#br4" timeOffset="106705.24">8365 15909 390 0,'0'0'2'0,"0"0"-1"0,0 0-1 0,0 0 0 16,0 0 1-16,0 0 2 15,12 2 1-15,-2 3 2 0,5 2-1 16,5 3 2-16,7 5 2 16,8 3 2-16,5-1-2 15,6 2-1-15,5 2-1 16,3-4-1-16,4-1-1 15,-4 2-1-15,1-8-1 0,-8 3-2 16,-3-6 1-16,-6 1-1 16,-11-3 0-16,-7 2 1 15,-5 0 0-15,-10 4 2 16,-5 1-1-16,-10 7 1 0,-15 6 0 16,-5 7 0-16,-12 6-2 15,-10 9-2-15,-11 3 0 16,-8 9 0-16,-1 0 0 0,-5 6 0 15,2-8 0-15,6 0 0 16,-1-13-22-16,21-4-63 16,11-13-3-16</inkml:trace>
  <inkml:trace contextRef="#ctx0" brushRef="#br4" timeOffset="109336.02">5376 17214 253 0,'0'0'3'0,"0"0"3"0,0 0 1 16,0 0 2-16,0-5 0 0,0 5 2 15,0 0 0-15,0 0 1 16,0 0-9-16,0 0-13 16,0 0-37-16,5 8-19 15</inkml:trace>
  <inkml:trace contextRef="#ctx0" brushRef="#br4" timeOffset="111651.66">4399 17699 376 0,'0'0'1'0,"0"0"-2"0,0 0 1 0,0 0 2 16,0 0 1-16,5-10 3 15,5-2-1-15,3-5 0 16,9-6 1-16,-3-6 3 16,44-43-1-16,16-15 0 15,16-14-1-15,19-21-2 0,13-14 1 16,14-15-1-16,3-2 1 15,-15 14-1-15,9-7-1 16,3 0 1-16,1-5-1 0,1-4 1 16,-1 2 0-16,3-3-1 15,-4 0-1-15,1 2 0 16,-6 3 0-16,1 5 0 16,-5 4-1-16,-8 9-1 0,-7 12 0 15,-7 13 0-15,-11 7-1 16,-10 14 0-16,-12 16 0 15,-15 12-1-15,-12 12 1 16,-13 12 0-16,-7 10 1 16,-12 8 1-16,-9 4-1 0,-9 13 1 15,5-9-2-15,-5 9 0 16,0 0 0-16,-7-3-5 16,7 3-3-16,-14-3-8 15,5 3-26-15,0 0-44 0,-2 0 0 16</inkml:trace>
  <inkml:trace contextRef="#ctx0" brushRef="#br4" timeOffset="112036.82">7287 14216 379 0,'0'0'7'0,"0"0"1"0,0 0 0 0,0 0 1 0,0 0-2 15,-3-9 1-15,3 9 1 16,0 0 0-16,12-5-6 16,4 0-1-16,5 2 0 15,7-4 0-15,9-3 2 0,10-2 0 16,4-6 0-16,5-2-1 15,4 1 0-15,-3-4 0 16,-5 2-1-16,-7 3 1 16,-7 8 0-16,-12 7 1 0,-8 6 0 15,-11 19-1-15,-12 17 0 16,-13 11 0-16,-6 15 1 16,-10 12-2-16,-2 11-3 15,-8 1-6-15,-4 11-14 0,-3 4-55 16,1-12-10-16</inkml:trace>
  <inkml:trace contextRef="#ctx0" brushRef="#br4" timeOffset="112685.52">4794 17288 365 0,'0'0'4'0,"0"0"2"0,0-9 2 0,0 9 0 0,-10-18 3 16,3 13 0-16,-8 0 1 16,4 5-2-16,-1 3-2 0,-5 6-3 15,-3 4-1-15,-5 9-1 16,0 3-2-16,-9 6 0 15,1 5-1-15,-4-2 4 16,-2 6-1-16,-2 2 1 16,0 0 0-16,1-2-2 15,0 1 0-15,0 0-1 0,3-5 0 16,37-36-2-16,-27 36 2 16,-17 23-1-16,42-39 1 15,8-8 1-15,16-9 1 0,12-3 0 16,17-13-3-16,15-1-18 15,14-6-61-15,8-5-4 16</inkml:trace>
  <inkml:trace contextRef="#ctx0" brushRef="#br4" timeOffset="113954.08">5565 16302 254 0,'0'0'6'0,"0"0"3"0,2 13 3 0,-2-13 0 0,7 16 3 0,-4-5 1 16,0-1 1-16,1 0 1 16,-4 0-2-16,0-10-1 0,3 9 0 15,-3-9-1-15,0 0-1 16,5-7 1-16,-5-5-2 16,0-8-1-16,0-7-1 15,0-11-2-15,0-9-3 0,0-15-1 16,2-7-1-16,1-12 0 15,2-8-1-15,-3-11 0 16,5-8-1-16,1-9-1 0,0-7 1 16,-1-7 0-16,-2-8 1 15,0-5-2-15,3-9 0 16,-3 2-2-16,-4-6 2 16,5-4 0-16,-1 0 0 0,2 0 0 15,1-2-2-15,2 0 3 16,2 1 0-16,3-1 1 15,-1 2-2-15,2 3 0 16,3-1 0-16,1 3 0 16,3 5 0-16,-3 2 0 0,-1 3 0 15,4 7 0-15,-3 5 0 16,2 7 0-16,-2 7 0 16,-5 8 0-16,5 8 0 0,-8 11 0 15,1 5 0 1,-3 9 0-16,-3 6 0 0,-1 13 0 15,-4 5 0-15,-2 5 0 16,0 8 0-16,-2 5 0 0,-4 10 0 16,-1 2 0-16,2 5 0 15,-5 6 0-15,2 0 0 16,0 5-2-16,8 9 1 0,-14-15 0 16,14 15 0-16,-10-10 1 15,10 10-1-15,0 0-1 16,0 0 1-16,-10-7-1 15,10 7 0-15,0 0 0 16,0 0 1-16,-2-13-1 16,2 13 1-16,-3-6 1 0,3 6-1 15,-2-14 1-15,2 14-1 16,-3-10 1-16,3 10 0 16,-2-10-1-16,2 10 0 0,0 0-2 15,-2-9-4-15,2 9-2 16,0 0-4-16,0-7-5 15,0 7-8-15,0 0-11 16,0 0-15-16,0 0-12 0,4-11-6 16</inkml:trace>
  <inkml:trace contextRef="#ctx0" brushRef="#br4" timeOffset="114413.24">5937 10870 293 0,'0'0'9'0,"0"0"4"0,0 0 4 0,0 0 1 0,0 0 2 16,0 0 2-16,-7 5 0 16,7-5-1-16,-8 12-7 0,-2 2-5 15,1 9-2-15,-7 4-2 16,-3 9-1-16,-4 3 0 16,-7 8 0-16,-4 8 0 15,-8 1 0-15,-1 2 0 0,-1 1 0 16,-4-3-1-16,1 2 0 15,2-5-1-15,3-7 0 16,5-9-1-16,7-7 1 16,5-10-2-16,10-7 0 0,15-13 0 15,-7-8 0-15,9-15 0 16,8-12 0-16,12-6 0 16,-1-12 0-16,6-8 0 15,3-6 0-15,0-3 0 0,2-2 0 16,-2 3 0-16,2 7 0 15,-8 8 0-15,-1 6 0 16,-5 15 0-16,-4 9 0 0,-3 12 0 16,-11 12 0-16,12 27 0 15,0 8 0-15,-4 17 0 16,6 16 0-16,7 11 0 16,0 15 0-16,12 8 0 0,2-1 0 15,5 0 0-15,-3 1 0 16,15-20-53-16,-3 12-35 15</inkml:trace>
  <inkml:trace contextRef="#ctx0" brushRef="#br4" timeOffset="115620.74">5535 15962 300 0,'0'0'5'0,"5"17"2"0,-3 0 2 0,3 7 2 0,0 8 1 15,5 8 2-15,-3 11 4 16,4 12 2-16,3 2-4 0,-2 9-2 15,1 5 0-15,-3 5-2 16,-3 3 0-16,1-1-3 16,-6 1-2-16,1-5-1 15,-3 2-1-15,0-10-1 0,0-34-2 16,0-1-1-16,-5-1-1 16,5-1 0-16,-3-2 0 15,1 2-1-15,-1-8-1 16,1 4-1-16,0-6 2 15,2 0-2-15,-3 0 0 0,1-4-2 16,2-3-2-16,-3 2-4 16,3-8-4-16,-2 2-3 15,2-1-7-15,0-15-18 16,-3 7-33-16,3-7-7 0</inkml:trace>
  <inkml:trace contextRef="#ctx0" brushRef="#br4" timeOffset="116055.01">5374 17115 425 0,'0'0'4'0,"0"0"1"0,0 0 1 0,0 0 0 0,0 0 0 16,7 8 1-16,0 4 1 16,3 2 0-16,-5-1-5 15,3 2-1-15,1 2 0 0,1 3 1 16,3 2-1-16,1 3-1 15,4 2 1-15,-4 3-1 16,4 0 1-16,0 2 0 16,-1-2 1-16,1 4-1 0,-1-6 0 15,0 4-1-15,0-5 1 16,-1 3 0-16,1-8 2 16,-3-7-4-16,1-5 0 15,1-6 0-15,1-8 0 0,0-18 0 16,28-46 0-16,12-23 0 15,5-16-55-15,20-40-33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23:52.85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17146 5479 270 0,'0'0'10'0,"0"0"7"0,0 0 4 15,0 0 3-15,0 0 2 16,-3-5 3-16,3 5-1 16,-10-14 1-16,5 1-7 0,-2-2-8 15,0-4-5-15,-6-2-1 16,3-8-4-16,-4-3-4 16,-2-3 0-16,2-2 0 0,-7 0 0 15,4 0 0-15,-3 2 0 16,3 5 0-16,0 5 0 15,8 6 0-15,0 6 0 16,4 6 0-16,5 7 0 0,0 0 0 16,-10-5 0-16,10 5 0 15,0 0 0-15,3 10 0 16,4 0 0-16,-2 3-17 0,7 4-8 16,-6 12-49-1,6-6-14-15</inkml:trace>
  <inkml:trace contextRef="#ctx0" brushRef="#br0" timeOffset="351">17332 5367 374 0,'0'0'6'0,"0"0"5"16,3-8 0-16,-3 8 3 16,0-17 0-16,0 6 2 0,0-4 1 15,-3-5 1-15,-4-3-6 16,1 2-3-16,-1-9-2 16,0 0-5-16,-4-2-2 15,-1-3 0-15,5 1 0 0,-3 2 0 16,2 4 0-16,-2 3 0 15,6 8 0-15,-1 2 0 16,0 5 0-16,5 10 0 16,0 0 0-16,0 0-10 0,2 13-9 15,6 4-19-15,14 5-48 16,-15 3-2-16</inkml:trace>
  <inkml:trace contextRef="#ctx0" brushRef="#br0" timeOffset="583.74">17489 5336 383 0,'0'0'6'16,"0"-13"4"-16,0 3 0 15,0-5 2-15,-3-7 1 16,1-2-1-16,-1-6 1 0,-1-3 1 15,-5-3-7-15,5 3-3 16,-4 4-1-16,4 4-3 16,-4 7-7-16,5 6-11 15,3 12-63-15,0-13-1 0</inkml:trace>
  <inkml:trace contextRef="#ctx0" brushRef="#br0" timeOffset="1450.87">20940 4617 293 0,'0'0'7'0,"0"0"1"15,0 0 5-15,0 0 1 16,0 0 3-16,-5-10 2 15,5 10 3-15,0-19 0 0,2 4-4 16,1-3-2-16,4-9-2 16,4-5-2-16,1-3-1 15,5-5-2-15,0-2-2 16,1-2 0-16,-1 0-5 0,-2-4-2 16,2 1 0-16,-6 5 0 15,-2 5 0-15,-1 8 0 16,-4 4 0-16,-1 4 0 15,-3 11 0-15,0 10 0 16,0 0 0-16,0 8-11 0,-3 15-16 16,1 13-50-16,0-3-10 15</inkml:trace>
  <inkml:trace contextRef="#ctx0" brushRef="#br0" timeOffset="1718.27">21206 4464 387 0,'0'0'7'0,"0"0"3"16,7-17 2-16,-2 2 2 16,2-3-1-16,6-10 2 15,4-1 0-15,1-3 1 0,7-8-7 16,2 3-4-16,0 0-1 15,5 3 0-15,-4-1-4 16,1 7 0-16,-6 3 0 0,-3 9-4 16,-5 3-7-16,0 10-16 15,-8 9-54-15,-4 4-5 16</inkml:trace>
  <inkml:trace contextRef="#ctx0" brushRef="#br0" timeOffset="1916.69">21441 4392 426 0,'0'0'4'0,"3"-10"1"16,3-2 2-16,3-4 0 16,1 2 0-16,5-9 0 15,4-2 0-15,9 0 0 0,-1-1-9 16,3 3-17-16,5 1-59 15,0 5-3-15</inkml:trace>
  <inkml:trace contextRef="#ctx0" brushRef="#br0" timeOffset="2216.67">21698 4629 366 0,'0'0'8'0,"0"0"3"0,0 0 2 15,7-14 1-15,0 4 1 16,3-3 0-16,8-1 1 15,5-4 1-15,4-1-8 0,0-4-2 16,10 3-3-16,-4 0-4 16,6 3-5-16,-7 0-13 15,5-13-55-15,-7 23-11 0</inkml:trace>
  <inkml:trace contextRef="#ctx0" brushRef="#br0" timeOffset="2367.13">21767 4677 299 0,'0'0'7'0,"0"0"3"16,8 2 4-16,5-2 0 15,6-2 0-15,8-6 0 16,15 3-24-16,3-5-47 16,10-2-10-16</inkml:trace>
  <inkml:trace contextRef="#ctx0" brushRef="#br0" timeOffset="3085.66">20356 6817 167 0,'0'0'2'0,"0"0"0"15,0 0 5-15,0 0 9 16,0 0 6-16,0 0 7 0,0 0 4 16,0 0 0-16,0 0 1 15,0 0 0-15,0 0-3 16,0 0-10-16,0 0-6 16,0 0-6-16,-10 2-3 15,10 11-3-15,0 2-1 0,0 7-2 16,0 3 0-16,0 4 0 15,2 4 1-15,1-1-1 16,2 0 1-16,0-2-2 16,-1-5-3-16,7-1-12 0,-6 1-47 15,2-10-17-15</inkml:trace>
  <inkml:trace contextRef="#ctx0" brushRef="#br0" timeOffset="3299.98">20599 6913 378 0,'0'0'5'0,"0"0"1"0,0 10 2 16,0 3 0-16,0 4 1 16,3 4 0-16,-1 4 1 15,1 4 0-15,1 0-3 0,2 6-3 16,-1-5-3-16,0 4-7 15,-3-6-16-15,-2-1-54 16,7-5-2-16</inkml:trace>
  <inkml:trace contextRef="#ctx0" brushRef="#br0" timeOffset="3500.87">20868 7040 371 0,'0'0'3'0,"0"2"2"0,-2 9 2 16,2 3 1-16,-3 4 1 16,3 4 1-16,0 3 0 15,0 4 1-15,0 3-3 0,0-1-2 16,3 1-5-16,1-3-10 16,1-4-34-16,2 3-33 15,-2-6-3-15</inkml:trace>
  <inkml:trace contextRef="#ctx0" brushRef="#br0" timeOffset="3666.57">21116 7139 370 0,'0'0'3'0,"0"15"3"16,-4 3 4-16,-2 7 0 15,-1 4 0-15,-1 8 1 16,1 3-1-16,-1 4-2 15,6 6-15-15,-1-11-65 0,3-1-4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2-09T07:59:36.6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23561 12431 345 0,'0'0'1'0,"0"0"-1"0,0 9 0 0,0-9-2 16,7 13-13-16,-7-13-48 15,11 11-5-15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24:51.9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19457 8788 279 0,'0'0'5'0,"0"0"3"0,0 0 3 16,0 0 0-16,0 0 2 0,0 0 0 16,0 0-1-16,0 0 1 15,0 0-4-15,0 0-2 16,0 0-1-16,9 0-2 15,2 0 0-15,3 0 0 16,4 0 1-16,6 0-1 16,6 4 0-16,5-4 0 0,7 2-2 15,5-2 1-15,10 0-1 16,3 0-1-16,9 0 1 16,9-2 0-16,9-3-1 0,5 0 1 15,5 2-1-15,7-4 0 16,6-1 0-16,4-2 0 15,0 3-1-15,5-1 1 16,-4 1-1-16,4 0 0 0,-3 0 0 16,-6-1 2-16,-3 3-2 15,-5 0 0-15,-10 0 0 16,-11 3 0-16,-6-3 0 0,-13 2 0 16,-12 0 2-16,-10 1 0 15,-10 0 2-15,-11 2 0 16,-8-3-1-16,-11 3-6 15,0 0-14-15,0-7-57 16,-8 7-1-16</inkml:trace>
  <inkml:trace contextRef="#ctx0" brushRef="#br0" timeOffset="1482.29">19424 8868 146 0,'0'0'5'0,"0"0"6"16,0 0 4-16,0 0 3 15,8-12 6-15,-8 12 0 16,0 0 5-16,9-13 2 16,-9 13-4-16,0 0-4 0,0 0-3 15,0 0-5-15,0 0-5 16,0 0-3-16,0 6-4 15,0 8-1-15,0 5-2 16,-2 6 0-16,-1 11 0 0,1 1 0 16,2 7 1-16,0 6-1 15,0 2 0-15,0 3 0 16,0-1 0-16,0 5 1 16,0-2 0-16,0 5 1 15,0 0 1-15,-2 0 0 0,-3 2 0 16,2 3 1-16,-4 2 0 15,1 4-1-15,-3 4 0 16,4-3-1-16,-5 2 0 16,2 4 2-16,-4-1-2 0,5 0 0 15,-4-3 0-15,2 2-1 16,-3-4 1-16,3 1-1 16,-3-6 0-16,5 3-1 0,-3-2 0 15,-3-2 1-15,6-1 1 16,-6 1 0-16,6-2-1 15,-5-2 2-15,5 3-1 16,-4-3 0-16,4 1 1 0,-5-3-1 16,1 5-1-16,4-2-1 15,2-1 0-15,-2 0 0 16,-1 4 0-16,1-7 0 16,2 3-1-16,-2 0 1 0,2-1 0 15,-6-1 1-15,4 3-1 16,0-5 0-16,0 3 0 15,-4-1 0-15,-1 0 0 16,-1 0-1-16,6-2 1 16,-3-1-1-16,-3-2 1 0,3-1 0 15,1 2-1-15,2-4 2 16,-4 1-1-16,0-1 1 16,3-1 0-16,0 1 0 0,0-4 0 15,-1 2-1-15,-2-6 1 16,3 2-1-16,-1-4 0 15,0 0 0-15,-2-4 0 16,-1 2 0-16,-1-5 0 0,1-2 1 16,5 3-1-16,-6-9 1 15,6 3 0-15,-3-4-1 16,5-2 1-16,-3-3-1 16,3 0 1-16,0-1-1 15,1-4 1-15,-1-1-1 0,0 2 0 16,3-2 1-16,-4-1-1 15,3-2 0-15,1 1 1 16,-4 0-1-16,5-3 0 16,-2 1 0-16,1-4 1 0,-1 1-1 15,1-3 0-15,2-7 0 16,0 14 0-16,0-14 1 16,0 0-1-16,0 0-1 0,-2 7 0 15,2-7-3-15,0 0-4 16,0 0-10-16,-4-10-48 15,4 10-16-15</inkml:trace>
  <inkml:trace contextRef="#ctx0" brushRef="#br0" timeOffset="2867.15">18735 13793 259 0,'0'0'6'16,"0"0"1"-16,0 0 4 15,0 0 2-15,6 0 0 0,-6 0 2 16,0 0-1-16,0 0 3 16,12 0-4-16,-12 0-2 15,18 3-2-15,-7-2-2 0,13 2-1 16,3 0 1-16,5-3-2 15,8 2-1-15,-1 1-1 16,10 0 0-16,7-3-1 16,4 3 0-16,2-3-1 15,3 0 0-15,4 1 1 0,0 2-1 16,9-3-1-16,-2 0 1 16,7 0 0-16,-1 0 0 15,4 0 0-15,-1 3-1 16,4-3 2-16,-1 0-2 0,1 1 0 15,1-1 0-15,-4 0 1 16,-2 0-1-16,1 0 1 16,-5 0-1-16,-1 0 1 0,-4 0 0 15,-1-1 0-15,-4-2-1 16,-1 3 1-16,-1 0 0 16,-4-3 1-16,-4 2-1 15,-6 1-1-15,-2 0 1 16,-6-3 0-16,-7 3-1 0,-4 0 1 15,-8-3-1-15,-6 3 1 16,-5 0 0-16,-6-3 0 16,-10 3 0-16,11 0 1 15,-11 0 0-15,0 0 1 0,0 0 0 16,0 0 0-16,0 0 0 16,0 0 0-16,0 0-1 15,0 0 0-15,0 0-2 0,0 0 0 16,0 0 0-16,0 0-1 15,0 0 1-15,0 0-1 16,0 0 0-16,0 0 1 16,0 0-1-16,0 0 1 15,0 0 0-15,0 0 0 0,0 0 0 16,0 0-1-16,0 0 1 16,0 0 0-16,0 0-1 15,0 0 1-15,0 0 0 16,0 0-1-16,11 0 2 15,-11 0-1-15,8-2 0 0,-8 2 1 16,10 0 0-16,-10 0-1 16,12 0 1-16,-12 0-1 0,13 0 0 15,-13 0 1-15,17 2 0 16,-7 1-1-16,1 0 1 16,-4-3-1-16,-7 0 1 15,14 0-1-15,-14 0-1 16,8 3-5-16,-8-3-7 0,0 0-23 15,12 0-44-15,-12 0-3 16</inkml:trace>
  <inkml:trace contextRef="#ctx0" brushRef="#br0" timeOffset="4565.6">21956 8732 115 0,'0'0'5'0,"0"12"3"0,2 3 1 16,-2 5 4-16,0 7 1 15,0 3 2-15,0 12 0 0,0 4 2 16,-4 6-3-16,4 6 0 16,-5 4 0-16,2 5 0 15,-5 0-1-15,1 4 0 16,0 2-2-16,2 2 0 0,-5-5-1 15,2 5-3-15,-1-1-1 16,-1 1-2-16,-3 1-1 16,3 6 1-16,-8-2 0 0,6 4 0 15,-5 0 0-15,2 0 1 16,-3 1-1-16,4-2-1 16,-2-1 0-16,2 0-1 15,-1-3 1-15,5 1-1 0,-2-4-2 16,-3-1 2-16,7-1-1 15,-4 3 0-15,2 0 0 16,-2-5 0-16,1 2 0 16,-1-2 0-16,2 0 2 15,3-3-4-15,-1-3 1 0,3 2-1 16,-2-6 0-16,2-1 0 16,-2-2 0-16,6 2 0 15,-4-4-1-15,0-3 2 16,1-3-1-16,-1 0 0 0,0-2 0 15,-3 3 0-15,5-2 0 16,-4-1 0-16,2-4 0 16,-2 4 0-16,-1-4-1 15,1 3 1-15,-3-4-1 0,0-5 1 16,2 3 0-16,-1-3 0 16,1-1 0-16,-2-3-1 15,2 0 1-15,4-6 0 0,-3 6 0 16,-1-5 1-16,3-1-1 15,2-1 0-15,-2-4 1 16,3 4-1-16,0-6 0 16,-3 6 1-16,2-6-1 15,1 0 0-15,-4 0-1 0,1 3 1 16,0-3 0-16,-2 3 0 16,2-3 0-16,1 1 0 15,-2 1-1-15,1-4 1 0,0 0 0 16,3 2 0-16,-1-2-1 15,1-1 1-15,0-4 0 16,-1 6 0-16,1-2 0 16,-1 1 0-16,-2-2 0 15,0 1 0-15,2 1 0 0,-1 0 0 16,-4 0 0-16,6 0 1 16,-6 5-1-16,3-9 1 15,0 4-1-15,0 2 1 0,1-4-1 16,-1-3 1-16,2 0-1 15,0-2 0-15,0-2 1 16,3 4-1-16,-2-5 1 16,0 3-1-16,-1-4 1 15,1 4 0-15,-1-1 1 0,1 0-2 16,2-1 1-16,-2-2-1 16,-1 1 1-16,3-10 0 15,-5 15 0-15,5-15-1 0,-3 13 1 16,3-13-1-16,0 0 0 15,0 10 0-15,0-10-1 16,0 0 0-16,0 0 1 16,0 0 0-16,0 0-1 15,0 0 1-15,0 0-2 0,0 0-4 16,0 9-11-16,0 0-56 16,0-9-4-16</inkml:trace>
  <inkml:trace contextRef="#ctx0" brushRef="#br0" timeOffset="5566.07">19484 8792 361 0,'0'0'7'15,"0"0"2"-15,5-10 3 16,-5 10 0-16,-3-10 2 16,3 10 1-16,-13-10 0 15,6 7 1-15,-7 3-5 0,1-2-4 16,-2 2-2-16,0 5-1 16,-1 5-2-16,4 2 0 15,0 3-2-15,5-1 0 16,0 4 0-16,1 0-1 0,6-1 1 15,0-5-1-15,11-2 1 16,1-5 1-16,6-5 0 16,3 0 0-16,2-11 2 15,2 5 0-15,-2-12 1 0,-2 1 0 16,-5-3 0-16,-2-2-4 16,-6-3 0-16,-8 2 0 15,-2 4 0-15,-14 2 0 0,2 2 0 16,-9 8 0-16,-2 7 0 15,-2 2 0-15,-1 13 0 16,1 1 0-16,5 9 0 16,7 0 0-16,3 0 0 15,10 0 0-15,4-2 0 0,12-6 0 16,9-7 0-16,3-5 0 16,10-5 0-16,1-3 0 15,0-9 0-15,-1-3 0 16,-10 0 0-16,-3-5 0 0,-5 0 0 15,-9-2 0-15,-9 2 0 16,-7 5 0-16,-8 2 0 16,-7 6 0-16,-3 3 0 0,-2 4 0 15,2 10-11-15,-3 4-27 16,11 6-46-16,4 0-2 16</inkml:trace>
  <inkml:trace contextRef="#ctx0" brushRef="#br0" timeOffset="6382.5">21944 8643 346 0,'0'0'5'0,"0"0"2"0,0 0 3 16,-13-8 1-16,13 8 2 16,-14 0-2-16,1 0 1 0,1 0 0 15,0 6-5-15,-2 3-2 16,5 1-3-16,2 0-1 16,3 2-2-16,2 1 0 15,2-3 0-15,8 0 1 16,2-6 2-16,8 2 0 15,-2-6 3-15,5 0 1 0,-2-7 1 16,3-4 2-16,-1-1-1 16,0-5 1-16,-5-1-1 15,-7 1-1-15,0-2-1 16,-9-2-3-16,0 6-3 0,-13 1 0 16,-2 3 0-16,-8 9 0 15,-2 2 0-15,-4 11 0 16,1 3 0-16,-2 6 0 15,9 2 0-15,0 0 0 0,9-2 0 16,7 0 0-16,5-5-2 16,13-1 1-16,3-8 1 15,9-5-1-15,3-1 2 0,-1-7-1 16,6-2 1-16,-6-6 1 16,-4-2-2-16,-6-4 0 15,-4 5 0-15,-11-4 0 0,-2 5 0 16,-11 5 0-16,-8 2 0 15,-4 8 0-15,-2 8-13 16,-12 28-61-16,8-11-11 16</inkml:trace>
  <inkml:trace contextRef="#ctx0" brushRef="#br0" timeOffset="7337.15">18843 13625 404 0,'0'0'4'0,"0"0"1"0,0 0 1 16,0 0 0-16,-10 0 2 0,10 0 0 16,-18 12 0-16,9-2 1 15,-7 7-4-15,4 3-1 16,-3 3-1-16,3 3 0 15,5 2-2-15,-2 0 0 0,9-6-1 16,0 2 0-16,4-9 0 16,5-3 1-16,6-9 1 15,3-3 0-15,2-3 1 16,2-4 1-16,0-8 1 0,-4-3 1 16,-1 1 1-16,-2-2-1 15,-8-3-6-15,-4 1 0 16,-6 1 0-16,-6 4 0 15,-9 3 0-15,0 3 0 16,-6 10 0-16,-1 0 0 0,-2 7 0 16,-1 5 0-16,6 8 0 15,2 3 0-15,5-3 0 16,8 0 0-16,7-3 0 0,2-6 0 16,14-4 0-16,5-7 0 15,4 0 0-15,7-10 0 16,3-5 0-16,-3-5 0 15,1-3 0-15,-6-2 0 0,-4 0 0 16,-5 1 0-16,-9-1 0 16,-9 5 0-16,0 2 0 15,-15 4 0-15,-2 9 0 16,-6 5 0-16,-4 5 0 0,2 9 0 16,3 10 0-16,0-2-16 15,10 7-70-15,12-4-2 16</inkml:trace>
  <inkml:trace contextRef="#ctx0" brushRef="#br0" timeOffset="8349.89">21305 13684 424 0,'0'0'4'0,"0"0"2"0,0 0 1 16,0 0 2-16,-2-10 0 16,2 10 1-16,-7-2 0 15,7 2 0-15,-19 2-3 0,10 3-3 16,-2 5-1-16,-3 3-2 15,4 1 0-15,2 3-1 16,1-2 0-16,2 3 0 16,5-4 0-16,0-4-1 0,5 0 1 15,2-5 0-15,6-5 0 16,6 0 0-16,-1-8 0 16,3 0 0-16,-2-5 2 0,1-2 0 15,-6-3 1-15,4 3-3 16,-11-4 0-16,-2 1 0 15,-5 1 0-15,-2 2 0 16,-8 0 0-16,-8 5 0 0,2 5 0 16,-9 5 0-16,0 0 0 15,-1 12 0-15,2 9 0 16,-1 1 0-16,5 3 0 16,8 2 0-16,2 1 0 0,7-2 0 15,6-2 0-15,10-8 0 16,6-1 0-16,8-5 0 15,5-10 0-15,-2 0 0 16,5-5 0-16,-5-8 0 16,0 1 0-16,-8-5 0 0,-1-1 0 15,-10-1 0-15,-3-4 0 16,-8 3 0-16,-5 1 0 16,-5 1 0-16,-7 4 0 0,-3 3 0 15,-2 9 0-15,-3 2 0 16,-3 5 0-16,4 10 0 15,-1 0 0-15,2 2 0 16,6 0 0-16,7-2 0 16,3 1 0-16,7-16 0 0,5 9 0 15,9-9 0-15,9-9 0 16,1-7 0-16,7-1 0 16,-2-3 0-16,1-2 0 0,-9-1 0 15,-5 4-6-15,-11-1-16 16,-14 8-62-16,1 2-3 15</inkml:trace>
  <inkml:trace contextRef="#ctx0" brushRef="#br1" timeOffset="13600.72">19484 8900 214 0,'0'0'8'16,"0"0"1"-16,7 0 1 0,-7 0 3 16,0 0 2-16,10 7 0 15,-4 2 1-15,-4 0-1 16,3 9-5-16,2-4-3 16,3 11-8-16,0 0-12 15,-2 7-25-15,8 10-23 0,-5-2-9 16</inkml:trace>
  <inkml:trace contextRef="#ctx0" brushRef="#br1" timeOffset="13784.7">19834 9913 63 0,'0'0'1'15,"2"16"2"-15,-2-2 1 0,5 4 2 16,3 2 1-16,-3 6 0 15,0 2 3-15,5 9-1 16,-2-8-8-16,-1 7-10 16,0-4-10-16,-2 0-8 0</inkml:trace>
  <inkml:trace contextRef="#ctx0" brushRef="#br1" timeOffset="13901.08">19969 10753 6 0,'0'0'-6'16</inkml:trace>
  <inkml:trace contextRef="#ctx0" brushRef="#br1" timeOffset="14049.04">20033 11343 68 0,'0'0'1'0,"0"13"0"16,-4-1 0-16,4 5 1 15,-2 3-8-15,2 5-10 16,0 4-3-16</inkml:trace>
  <inkml:trace contextRef="#ctx0" brushRef="#br1" timeOffset="14250.87">20095 12185 80 0,'0'0'5'0,"0"10"3"16,-5 7 1-16,5 6 2 0,0 4-2 16,0 8 0-16,0 2 1 15,0 5-1-15,3 4-3 16,-1-8-4-16,10 2 1 15,-7-3-18-15,8 0-33 0,-10-2 1 16</inkml:trace>
  <inkml:trace contextRef="#ctx0" brushRef="#br1" timeOffset="15337.11">19627 9210 0 0,'11'25'0'0,"1"8"3"15,4 6-2-15,0 5 1 16,2 13-1-16,-1-5 0 16,3 10-1-16,-5-8 2 0,2 8-2 15,1 3 1-15,-6-3-2 16,4 5 1-16,-4 0 0 16,2-1 0-16,-1-1-2 0,-1 5 1 15,1-3 1-15,-3 2 0 16,4-2 0-16,-1-1 3 15,-1 2 1-15,-4-4 6 16,2 0-1-16,0-3 2 16,3-3-1-16,-4-4 0 0,-1 1 0 15,-1-8-2-15,3 7-1 16,-2-4-3-16,-1 5-3 16,-2-1-6-16,1-1-6 0,1 0-3 15,-2 0-12-15,4 6-11 16</inkml:trace>
  <inkml:trace contextRef="#ctx0" brushRef="#br1" timeOffset="16932.63">22103 8665 240 0,'0'0'1'15,"0"0"-2"-15,0 0 2 16,0 0 1-16,5 7 2 0,-1 3 0 16,1 5 1-16,4 6-1 15,0 4 2-15,1 6-1 16,3 7-1-16,4 6 1 0,-2 3-2 15,1 7 1-15,5 6-1 16,-2 4 4-16,2 4 0 16,0 5 1-16,3 4 1 15,0-2 0-15,1 7-1 0,2-1 1 16,1 3-1-16,2 2-2 16,-1 0-2-16,4 3 0 15,-1-3-3-15,3 3 0 0,2 3 1 16,-3-3-1-16,4 3-1 15,-1-1 0-15,1 1 0 16,-4 0 1-16,3-3-1 16,-3 3 2-16,-6-2 0 15,4 1-1-15,-4-5 2 0,2 4-1 16,0-7 0-16,-3 2 0 16,-2-1 0-16,3 0-2 15,-1-1 0-15,1-2 0 16,-7-2 0-16,7 2 0 0,-3-1-1 15,0-1 1-15,-3-2 0 16,0 0-1-16,1 0 1 16,-1-5-1-16,3 4 0 0,-9-3 0 15,5-2 0-15,0-2 0 16,-2-2 0-16,1 1 1 16,-1-7 0-16,-1-2 0 15,0 1 0-15,-1-3-2 0,1-2 2 16,-2-3 0-16,0 2 2 15,-4-4-4-15,-2-4 1 16,3-1 0-16,-6-2 0 16,2-2-1-16,-3-3-2 15,1 1-6-15,-4-4-10 0,-1-11-27 16,8 6-25-16,-8-7-3 16</inkml:trace>
  <inkml:trace contextRef="#ctx0" brushRef="#br1" timeOffset="18232.68">19561 8888 174 0,'0'0'2'0,"0"0"1"16,0 0 2-16,-3 12-1 16,3-2 1-16,0 8 2 15,3 1-2-15,1 10 2 16,7 2 0-16,-1 11-5 0,2 3 0 15,3 7 0-15,5 7 0 16,-1 4-1-16,4 6-1 16,0 2 0-16,4 6 2 15,-3 5 2-15,4 2 2 0,-1 5 0 16,3 0 2-16,5 6 1 16,-6 1 0-16,6 3 2 15,1 10-2-15,1-7-1 16,5 2-3-16,-3 2-1 15,4-7-1-15,-6 8 0 16,7 0 0-16,-3-3 0 0,1-3 0 16,-3 0 0-16,-1-4 0 15,-1 3-1-15,-4 3 0 16,1-6-1-16,1 0-1 0,-3-1 1 16,-2-4-2-16,2 0 1 15,-4-3-1-15,4 0 1 16,3-3 0-16,-3 1 0 15,2-2 0-15,-4-7-1 0,5 2 1 16,-5-4-1-16,6-1 1 16,-7-6-1-16,1-1 1 0,-3-5 0 15,1 2 0-15,1-5 0 16,-2 2 0-16,1-5 0 16,-4 2 0-16,2-7 0 15,-4-5 0-15,0 6-1 0,-2-11 2 16,-3 2 0-1,-4-2 0-15,2-2 0 0,-5-2 0 16,0-2 0-16,-3 4 0 16,3-8 0-16,-2 5 0 15,-3-12-1-15,2 2 0 16,-2-5-2-16,-3-2-2 0,3-8-2 16,-2 1-4-16,-3-13-6 15,3 12-11-15,-3-12-15 16,9 0-26-16,-9 0-2 0</inkml:trace>
  <inkml:trace contextRef="#ctx0" brushRef="#br1" timeOffset="19182.31">21320 13764 229 0,'0'0'3'16,"0"0"3"-16,0 0 1 16,0 0 1-16,-8 0 2 0,8 0 0 15,0 0 2-15,13 0 1 16,9 0-3-16,3 0-2 15,7 0 0-15,11 0-2 16,9 2-1-16,5 0-2 0,7-2 0 16,3 3-1-16,6-3-1 15,6 2 0-15,3-2 0 16,6 0 0-16,1 0 0 16,3 0-1-16,2 0-1 0,1 0 1 15,6-2-1-15,-4-1-1 16,-3-1-1-16,3 1-2 15,-1-2-1-15,-8 2-2 0,-1-2-2 16,-4 3 2-16,-9-1 0 16,-2-1-1-16,-7-2 1 15,-5 4 2-15,-9-2 3 16,-8-2 1-16,-1 1 2 16,-12 3 3-16,-8-1 5 0,-7 1 1 15,-2 2 4-15,-13 0 0 16,0 0 0-16,0 0-1 15,0 0 0-15,0 0-2 16,0 0-3-16,-11-6-3 0,11 6-3 16,-12 0-2-16,12 0-8 15,-7-1-19-15,7 1-39 16,0 0-6-16</inkml:trace>
  <inkml:trace contextRef="#ctx0" brushRef="#br2" timeOffset="23265.46">19353 8856 152 0,'0'0'6'0,"0"0"3"15,0 0 3-15,0 0 2 16,0 0-1-16,0 0 3 0,0 0-2 16,0 0 1-16,0 0-7 15,0 0-3-15,0 0-3 16,-13 12-1-16,1 6-1 15,1 2-1-15,-3 6 0 16,-2 5 1-16,-3 7-1 0,-1 5 1 16,-3 4 0-16,-1 8 0 15,-3-2 0-15,-3 8-1 16,-5 3 1-16,-8 5-3 16,-4 6 3-16,-5-6 0 0,-3 13 0 15,-7 5 2-15,0 1 0 16,-5 6 0-16,0-1 2 15,0 2 1-15,-1 8 3 0,-6 8-2 16,5-4 2-16,-4-1-3 16,1 6 0-16,3-1 2 15,0 3-2-15,-6 5 0 16,8-3-1-16,-5-4-1 0,-3 4-2 16,3 3 1-16,-3-2 0 15,1-6-3-15,2 3 1 16,2-7-1-16,-2 2-1 15,3 0 1-15,0-5 1 0,-2-3-1 16,4 3 1-16,0-7-1 16,1 2 1-16,3 0 0 15,-1-5 0-15,2-4 0 16,2-3-1-16,5-1 1 0,3-4-1 16,-3 0 1-16,3-6 0 15,0 0-1-15,8-6 1 16,-2-1 0-16,7-4 0 15,-1-2-4-15,11-10-8 16,-1 2-25-16,5-13-27 0,9-10-5 16</inkml:trace>
  <inkml:trace contextRef="#ctx0" brushRef="#br2" timeOffset="24497.28">21880 8767 64 0,'0'0'9'0,"0"0"5"0,0 0 9 0,0 0 3 16,2-8 1-16,-2 8 0 16,0 0-1-16,0 0 0 15,-8 0-9-15,0 10-5 16,-1 8-6-16,-7 4-4 0,0 10-1 16,-5 5 0-16,1 15 0 15,-1 8 1-15,-7 4 0 16,1 8 0-16,-4 2-1 15,0 11 2-15,-4-1-3 0,0 3 1 16,-8 1 1-16,-3 1 0 16,0 6 0-16,-5-1 1 15,-2 5 1-15,1-2 0 16,-3 2 0-16,1 10 1 16,2-5 0-16,2-2-1 0,-2 1-1 15,0-4-1-15,-1 4 0 16,2 0 1-16,1-4-1 15,2-2 0-15,1-3 1 0,5 0 0 16,-3-2-1-16,3 0 0 16,8-1-1-16,-2-7 0 15,4 1-1-15,-1-2-1 16,-4-1 1-16,5 0-1 0,-3-6 1 16,1 2 0-16,-6-4 0 15,1 1 0-15,1-4 0 16,-4 2 0-16,1-7-1 15,3-1 1-15,2-4 0 0,-1-6-1 16,5-3 1-16,0-2 0 16,2-3 0-16,5 0 0 15,-3-3 0-15,6-2 0 16,0 0 0-16,0 3 0 16,1-3 1-16,-1 0-1 0,2-2 0 15,-1-1-1-15,3-3-5 16,0-5-7-16,0-3-18 15,6 4-34-15,0-13-6 0</inkml:trace>
  <inkml:trace contextRef="#ctx0" brushRef="#br2" timeOffset="25400.74">16234 13575 265 0,'0'0'2'0,"0"0"0"0,0 0 1 16,0 0 3-16,0 0 1 16,7 0 1-16,3 0 1 0,7 0 1 15,6 0-1-15,7 0-1 16,13 0-1-16,3 0-1 15,12-3-2-15,6 1-1 16,8 2-1-16,5-2-1 0,8-4 0 16,4 2 0-16,5-2 0 15,8 1-1-15,-2-2 0 16,9 0 1-16,2-4-1 16,2 4 0-16,9-3 0 0,-1 6 1 15,1-6-1-15,2 2 0 16,8-4 1-16,-6 7-1 15,-1 0-1-15,6-4 1 16,-7 1-1-16,0 0 0 0,-2 4 0 16,-7-6 1-16,-8 2 0 15,-5-2 2-15,-10 3 1 16,-8-1 0-16,-5 1 1 16,-17 0 3-16,-4 1-1 0,-13-1 4 15,-8 4 1-15,-9 2 1 16,-9-3-1-16,-6 2 0 15,-13 2-2-15,0 0-3 16,0 0-8-16,0 0-46 16,-18 2-30-16,-1 9-4 0</inkml:trace>
  <inkml:trace contextRef="#ctx0" brushRef="#br2" timeOffset="28533.73">17201 10595 138 0,'0'0'4'0,"11"8"2"0,5-2 3 15,6 4 0-15,10 3 2 16,5 4 1-16,18 1 1 0,0 2-1 15,14 5-1-15,9-4-3 16,6-1-2-16,5 1-1 16,3 4-2-16,6-6 1 15,8 3-2-15,11-2 1 16,0 4-2-16,-3-4 1 0,12 2 1 16,7 3-1-16,3-2 1 15,6 2-1-15,1-8 1 16,9 6 0-16,0-9 1 15,4 6-1-15,1-11 0 0,7 2-3 16,-3-6 0-16,1-3-2 16,2-2 0-16,0-2-2 0,-3-6 0 15,3-4 0-15,-2-2 0 16,-3-9 1-16,0 3 0 16,-3-5 2-16,-2 3 1 15,-2-5 0-15,-5-1 1 0,-3 3-1 16,-3-1 3-16,-3 1-2 15,-7-3 0-15,-2 2 0 16,-10-5 0-16,-6 1 1 16,-5-2 1-16,0 0 3 15,-11 0 2-15,-8 0 0 0,-8 2 3 16,-3 0 1-16,-9 1 1 16,-7 1-1-16,-9 3-2 15,-11 4 0-15,-5 1 1 16,-12 2 0-16,-5 6-2 0,-8 0-1 15,-1 5-1-15,-11 7-2 16,5-17-2-16,-5 17-4 16,-5-4-7-16,-6-3-12 15,-1 1-41-15,-1 6-17 0</inkml:trace>
  <inkml:trace contextRef="#ctx0" brushRef="#br2" timeOffset="28900.88">23584 10188 376 0,'0'0'4'0,"0"0"4"0,0 0 0 0,0 0 0 16,0 0 1-16,0 0 0 15,0 0 0-15,9 11 1 0,-9-11-3 16,18 7-3-16,-1 0-1 16,6-2-1-16,4 3 0 15,8-3 0-15,10 0-1 0,2-3 0 16,2-2-1-16,3 2 0 16,-2-2-1-16,-5 3 0 15,-10 0 1-15,-5 7 1 16,-13 8 2-16,-17 5 1 15,-10 17 1-15,-20 12 1 0,-9 15 1 16,-16 15-8-16,-18 9-76 16,-1 4-3-16</inkml:trace>
  <inkml:trace contextRef="#ctx0" brushRef="#br2" timeOffset="41982.28">10405 11494 317 0,'0'0'4'0,"0"0"-1"0,0 0-1 15,0 0-7-15,0 0-29 16,0 0-29-16,0 5-2 15</inkml:trace>
  <inkml:trace contextRef="#ctx0" brushRef="#br2" timeOffset="44482.37">12944 14472 198 0,'0'0'2'0,"0"12"-1"0,0 1 0 16,0-1 1-16,0 7 0 15,3 5 3-15,-1 3-1 0,1-2 0 16,-1 4-19-16,5 8-31 15,-2-8-8-15</inkml:trace>
  <inkml:trace contextRef="#ctx0" brushRef="#br2" timeOffset="44632.57">12949 15475 94 0,'0'0'-3'15,"0"10"-11"-15,0 3-24 16,0-1-1-16</inkml:trace>
  <inkml:trace contextRef="#ctx0" brushRef="#br2" timeOffset="63717.09">20132 8596 311 0,'0'0'8'0,"0"0"6"16,-2-10 1-16,2 10 3 15,-5-10 3-15,5 10 0 16,-8-20 1-16,8 20 0 0,-12-9-8 16,2 6-5-16,0 3-3 15,0 3-2-15,-5 8-2 16,0 9-1-16,-3 8-1 16,6 1 0-16,-2 6 0 0,6 5 1 15,3-3-1-15,3 3 1 16,4-6-1-16,5-2 1 15,9-3-1-15,2-8 0 16,10-4 1-16,-4-7 0 16,7-5 0-16,1-5 0 0,3-7 0 15,-5-5 1-15,0-5 1 16,-3-4 0-16,-4-4 0 16,-6-4 1-16,-4-3-4 0,-8-3 0 15,-3-3 0-15,-2 1 0 16,-7-4 0-16,-3 6 0 15,-8 1 0-15,-2 6 0 16,-4 6 0-16,-1 4 0 0,0 11 0 16,-2 2 0-16,-1 7 0 15,3 5 0-15,3 6 0 16,5 2 0-16,2 0 0 16,7 2-14-16,-2 3-34 0,10-5-38 15,8-8 1-15</inkml:trace>
  <inkml:trace contextRef="#ctx0" brushRef="#br2" timeOffset="64382.65">20142 8492 222 0,'0'0'5'0,"0"0"2"15,0-8 4-15,0 8 3 16,13-8 4-16,-1 6-2 16,8-3 3-16,2 4 1 15,9 1-4-15,2-4-3 0,3 4-3 16,6-2-3-16,2 2-1 16,9 0-2-16,-1 0-1 15,10-2-1-15,3-1 0 0,4-3-1 16,3-1 1-16,5 0-2 15,0 0 1-15,-2-3-1 16,-1 0 1-16,-7 0-1 0,-10 3 0 16,-4-1 1-16,-11 1-1 15,-7 4 0-15,-15 2 1 16,-3-3 0-16,-9 4 0 16,-8 0 0-16,0 0 0 15,0 0 0-15,0 0 1 0,0 0 0 16,0 0-1-16,0 0-2 15,0 0-8-15,0 0-27 16,0 8-33-16,0-8-6 16</inkml:trace>
  <inkml:trace contextRef="#ctx0" brushRef="#br2" timeOffset="64999.52">20236 8965 246 0,'0'0'6'16,"0"0"1"-16,0 0 4 16,8 0 2-16,-8 0 1 15,22 3 1-15,-4-3 1 0,7 0 1 16,5 0-4-16,7 0 0 16,7-5-4-16,9-1 1 15,7-1-2-15,6-3 0 0,6-2 0 16,8-3-1-16,-3 1-1 15,2 1-1-15,-4 1 1 16,-3-4-4-16,-10 7 1 16,-8 1-2-16,-6 0 0 15,-16 6 0-15,-5 0-1 0,-8-1 0 16,-7 3-1-16,-12 0 2 16,9 0-1-16,-9 0 1 15,0 0-1-15,-2 10-1 0,2-10-3 16,0 0-5-16,-10 13-10 15,10-13-26-15,-12 7-31 16,12-7-4-16</inkml:trace>
  <inkml:trace contextRef="#ctx0" brushRef="#br2" timeOffset="65566.3">21365 8430 347 0,'0'0'7'0,"0"0"2"0,0 0 4 15,0 0 1-15,0 0 1 16,0 0 0-16,0 0 1 16,0-10-1-16,0 10-6 15,-10 0-3-15,10 0-3 0,-13 20-1 16,4-3-2-16,-4 8-1 16,3 2 0-16,-2 8 0 15,4 2 1-15,1 0 0 0,7 0 0 16,0 1 0-16,4-5 0 15,7-2 1-15,3-4 0 16,7-5 0-16,-2-4 0 16,8-6 0-16,1-5 1 15,1-4-1-15,4-3 1 16,-3-8 1-16,0-4 1 0,-3-2 0 16,-4-6 1-16,-4-5 0 15,-6-3-1-15,-4-1 1 16,-6-6-2-16,-3 1-3 0,-7-4 0 15,-5 3 0-15,-6 4 0 16,-5 3 0-16,-4 3 0 16,0 10 0-16,-6 6 0 15,1 6 0-15,2 3 0 0,0 3-9 16,8 6-74-16,2 4-3 16</inkml:trace>
  <inkml:trace contextRef="#ctx0" brushRef="#br2" timeOffset="66582.64">20525 8022 335 0,'0'0'6'0,"0"0"4"16,0 0 1-16,0 0 3 0,0 0 0 16,0 0-1-16,0-11 0 15,0 11 1-15,0 0-5 16,15-3-4-16,-3 3-2 0,3 0 0 15,5 8 0-15,4 2-1 16,5 2 1-16,5 1-1 16,6 2 0-16,-1 7 0 15,3-3-1-15,-4 4 1 16,4 2-1-16,-2-1 0 0,-3 6 1 16,-2 3-1-16,-5 4 1 15,-6 0-1-15,4 3 0 16,-8 7-1-16,0-3 1 0,-1 3-1 15,-1 6 0-15,-1-4 1 16,-1 0-1-16,-4 1-1 16,3-1 2-16,-3-5 0 15,-5 1 0-15,-2 0-1 0,-2-3 1 16,-3-5-1-16,-3 0 1 16,-2-5 0-16,-7 4-1 15,0-10-1-15,-3 4 1 16,-1-5 0-16,0-2 1 15,-2 2-1-15,-4-6 0 0,-1 1 0 16,-2 0 1-16,-4-2-1 16,-1-1 1-16,-3-1 0 15,-1 0 0-15,-6-1-1 0,3-1 1 16,-3 2 0-16,3-7 0 16,0 3-1-16,2-4 1 15,0 2-1-15,0-3 1 16,5-2 0-16,3-2 0 0,-1-3 0 15,4 0 0-15,4 0 0 16,3 0 1-16,0-5-1 16,4 2 0-16,2-2 0 15,2 3 0-15,9 2-1 0,-10-2 0 16,10 2-2-16,0 0-4 16,0 0-10-16,-13-8-11 15,13 8-55-15,0 0-2 16</inkml:trace>
  <inkml:trace contextRef="#ctx0" brushRef="#br2" timeOffset="67082.38">20640 9245 464 0,'0'0'4'0,"0"0"1"0,0 0 1 0,0 0 0 16,0 5 0-16,0-5 0 16,-8 12 0-16,-4-2 0 15,-6 3-4-15,-2-1-2 16,-4 5 0-16,-4 1 0 0,1 1 0 16,-1-4 0-16,3 0 0 15,3-5 0-15,5-2 0 16,1-4 0-16,7 1 0 15,9-5 0-15,-12 3 0 0,12-3 0 16,0 0 0-16,0 0 0 16,0 0 0-16,14 5 0 15,-2-3 0-15,8 1 0 16,3 4 0-16,2-3 0 0,7 2 0 16,-2 5 0-16,2-3 0 15,1 3 0-15,-4-4 0 16,-1 3 0-16,-6-2 0 15,0-1 0-15,-6-2 0 0,-4 0 0 16,-3 0 0-16,-9-5 0 16,11 4 0-16,-11-4 0 15,0 0 0-15,0 0 0 16,0 0 0-16,0 0 0 0,0 0-14 16,0 0-68-16,0 0-3 15</inkml:trace>
  <inkml:trace contextRef="#ctx0" brushRef="#br2" timeOffset="71417.58">17155 9478 335 0,'0'0'5'16,"0"0"0"-16,0 0-1 0,0 0-1 15,0 0 1-15,0 0 0 16,0 0 2-16,0 0 1 16,18 7-4-16,-3 3 0 0,5 2 2 15,0 3 1-15,9 6 0 16,4 0 0-16,9 7-1 15,0-3 0-15,10 4-1 0,6 3 0 16,6 3-1-16,6-3-1 16,5 1 0-16,6-1 0 15,11-3 1-15,7 4-1 16,6-6-1-16,4 0 2 16,15 0-2-16,4 1 0 0,8-6 0 15,6 5 0-15,4-7-1 16,8 2 1-16,8 0-1 15,2-4 0-15,2-1 1 16,6-4-1-16,-1-1 0 16,3-3 0-16,5-5 1 0,0-4-1 15,0 0 1-15,-1-8-1 16,9-4 1-16,2-3 0 16,0-10 0-16,0 0 1 0,-1-10 0 15,1-2 2-15,-6-5-1 16,-1-8 2-16,-11-4-1 15,-1-3 1-15,-9-5-1 16,-7-2 1-16,-9 0-2 0,-12-2 0 16,-13 5 0-16,-13 3 0 15,-10 2 0-15,-12 4 1 16,-18 3 0-16,-14 6 1 0,-7 4-5 16,-14 7 0-16,-7 2 0 15,-8 5 0-15,-9 3 0 16,-6 5 0-16,-2 1 0 15,0 7 0-15,0 9 0 16,-5-16 0-16,5 16 0 0,-10-7 0 16,10 7 0-16,-10 0-12 15,10 0-22-15,3 7-51 16,-3-7-2-16</inkml:trace>
  <inkml:trace contextRef="#ctx0" brushRef="#br2" timeOffset="71766.38">23587 8729 429 0,'0'0'2'0,"0"14"1"16,0-6 1-16,4 5 0 15,1 2 1-15,8 5 1 16,4 0 0-16,10 2 1 16,8-5-1-16,15 1-2 0,5-6 0 15,12-1-1-15,-1-3-1 16,6 1-1-16,-4 0 1 16,-9 1 0-16,-4 5 2 15,-18 7 1-15,-12 10 1 0,-17 11 0 16,-14 6-6-16,-21 12 0 15,-10 7 0-15,-18 8 0 16,-7-1 0-16,-3 6-20 16,-9-8-65-16,-3-9-3 0</inkml:trace>
  <inkml:trace contextRef="#ctx0" brushRef="#br2" timeOffset="73615.19">12502 11301 203 0,'0'0'7'0,"0"0"3"0,0 0 5 15,4-3 2-15,-4 3 1 16,0 0 2-16,0 0 0 15,14-2 1-15,-14 2-6 16,0 0-4-16,0 0-3 16,0 0-1-16,0 0-3 0,0 0 0 15,0 0 0-15,0 0-1 16,0 0-1-16,0 0 0 0,0 0 1 16,0 0 0-16,0 0 1 15,0 0-1-15,0 0 0 16,0 0 0-16,0 0-1 15,0 0 0-15,0 0-1 0,0 0-1 16,0 0 0-16,0 0-1 16,0 0 0-16,0 0 1 15,0 0-1-15,0 0 1 16,0 0 0-16,0 0 0 0,0 0 0 16,0 0 1-16,0 0-1 15,7 7 0-15,-7-7-2 16,0 0-6-16,0 0-39 15,0 0-24-15,0 0-4 16</inkml:trace>
  <inkml:trace contextRef="#ctx0" brushRef="#br2" timeOffset="75252.44">10623 11945 305 0,'0'0'6'16,"0"0"2"-16,0 0 4 15,0 0 1-15,7-5 2 16,-7 5 2-16,0 0 1 0,0 0 0 16,0 0-7-16,0 0-3 15,0 0-4-15,0 0-1 16,0 0-1-16,0 0-2 16,11 10-1-16,-6-2 0 0,1 4 1 15,2 1 0-15,5 1 1 16,-3 1-1-16,4 2 0 15,-1 1 1-15,4-1-1 16,1 0 1-16,0 0-1 16,1 3 1-16,1 1-1 0,1-4 1 15,-2 2 0-15,6 1-1 16,-3 0 1-16,0 0 0 0,6 0-1 16,-1 0 1-16,0-1 0 15,3 1-1-15,3 0 1 16,1-2-1-16,1-1 1 15,-1-3 0-15,9 4-1 16,-3-1 1-16,3-4-1 0,3 2 1 16,-4-1-1-16,6-2 1 15,-4 1-1-15,6-1 1 16,-2-1-1-16,-1-3 1 16,3 3 0-16,-1-1-1 15,3-3 1-15,-2 1-1 0,4-3 1 16,1-3-1-16,2 1 0 15,1-1 1-15,-3-2-1 16,2 0 1-16,-1 0-1 16,1 0 1-16,-2-2-1 0,3-6 1 15,-3 6-1-15,-2-6 0 16,0 1 1-16,-1-5 0 16,-3 2 1-16,2 3 0 0,-4-6 0 15,2 1 1-15,-3-3-1 16,-5-3 1-16,0 1-1 15,1 2 1-15,-3-2-1 0,-2-1 0 16,-2 1-1-16,0 0 1 16,-6 0-1-16,1-3 1 15,0-1-1-15,-5 5 1 16,3-4-1-16,-3-2 0 16,0-1 0-16,-5 2 0 0,6-4 0 15,-1 2 0-15,-2-2 0 16,-1 0 0-16,3 0 0 15,-5 0 0-15,-2 3 1 16,3 3 0-16,-5 2-2 16,-4-1 0-16,-2 6 0 0,-5 4 0 15,-5 8 0-15,5-12 0 16,-5 12 0-16,0 0 0 0,0 0 0 16,0 0 0-16,0 0 0 15,0 0 0-15,0 0 0 16,0 0 0-16,0 0 0 15,-5-8-15-15,5-9-48 0,0 17-23 16,0 0-3-16</inkml:trace>
  <inkml:trace contextRef="#ctx0" brushRef="#br2" timeOffset="75732.31">13240 11803 352 0,'0'0'1'0,"0"0"0"15,0 0 2-15,0 0 5 16,0 0 4-16,0 0 3 0,9 11 0 16,4-9 0-16,9 1 1 15,1-3 0-15,6 0-1 16,4 0-4-16,1-5-4 16,4-3-2-16,-3-2 0 0,2 1-1 15,0-2-1-15,-5 2 0 16,1 1-2-16,-8 0 0 15,-3 4 1-15,-7 1-2 16,-5 3 0-16,-10 0 0 0,10 13 0 16,-10-1 0-16,0 8 0 15,-5 5 0-15,0 4 0 16,0 4 0-16,-3 5 0 0,1-2 0 16,-6 1 0-16,6-5 0 15,-3 1-16-15,6-16-48 16,-1 8-21-16,-4-3-2 15</inkml:trace>
  <inkml:trace contextRef="#ctx0" brushRef="#br2" timeOffset="77082.58">10819 11881 309 0,'0'0'4'0,"0"0"2"0,0 0 2 16,0 0-1-16,0 0 1 15,0 0 0-15,0 0 1 16,0 5 3-16,0-5-5 16,0 0 1-16,-9 4-1 0,9-4-1 15,-8 6 1-15,8-6 0 16,-18 4-1-16,18-4 1 15,-16 3-1-15,16-3 0 16,-16 0-1-16,16 0 1 0,-14 0-1 16,14 0 0-16,-11-3 0 15,11 3-2-15,-14-4 0 16,14 4 0-16,-16-10-1 16,7 5 1-16,-1 0-1 0,0 0 1 15,0 0-1-15,0 0 0 16,3 0 0-16,-4 2 0 15,11 3-1-15,-12-7 0 16,12 7 0-16,-13-3 0 16,13 3 0-16,-9-4 0 0,9 4 1 15,0 0-1-15,-10-6 1 16,10 6 0-16,0 0-1 0,-9-5 1 16,9 5-1-16,0 0-1 15,-9-2 1-15,9 2 1 16,0 0-2-16,0 0 0 15,-9-5 0-15,9 5 0 16,0 0 0-16,0 0 0 0,0 0 0 16,0 0 0-16,0 0 0 15,0 0 0-15,0 0 0 16,0 0 0-16,0 0 0 16,0 0 0-16,0 0 0 15,0 0 0-15,0 0 0 0,0 0 0 16,-7 5-2-16,7-5 0 15,0 17 1-15,0-4 1 16,0 2 0-16,0 7 0 0,0 0 1 16,-3 3-1-16,3 5 0 15,-2 0 0-15,-2 2 0 16,2 0 1-16,2 0-1 0,0 3 0 16,0-2 0-16,0-4 0 15,0 0 0-15,0-1 0 16,2-6 0-16,-2-3 0 15,4 2-1-15,-4-9 1 0,0 1 0 16,0-13 0-16,0 15 1 16,0-15 0-16,0 0 1 15,0 0-2-15,0 0 0 16,0 0 0-16,0 0 0 16,0 0-6-16,-9 0-18 0,-12-6-58 15,21 6-4-15</inkml:trace>
  <inkml:trace contextRef="#ctx0" brushRef="#br2" timeOffset="78182.42">11665 11482 311 0,'0'0'5'0,"0"0"4"0,0 0 1 16,0 0 3-16,0 0 1 15,0 0 3-15,0 0 2 16,0 0 0-16,0 0-6 16,-8 0-2-16,8 0-3 0,0 0-2 15,0 0-2-15,0 0-2 16,8 5-2-16,-8-5 0 16,16 5 0-16,-3 2-1 0,4 1 1 15,3 2 1-15,3 4-1 16,2 1 1-16,5 5-1 15,7 0 0-15,2 8 0 0,9-2 0 16,4 4 0-16,7 5-1 16,8-1 0-16,6 3 0 15,6 1 0-15,8 1-1 16,5 4-2-16,7 1-2 16,6 0-5-16,-1 1-1 15,13 4-7-15,0 1-7 0,2 3-5 16,0-4-1-16,0 3 1 15,-4 0 1-15,2-3 4 16,0 1 4-16,-8-5 6 16,-4-3 8-16,-6 0 8 0,-10-7 2 15,-2-1-1-15,-10-7-14 16,-13-2-35-16,-1 0-5 16</inkml:trace>
  <inkml:trace contextRef="#ctx0" brushRef="#br2" timeOffset="79032.62">11476 11400 319 0,'0'0'5'0,"0"0"-2"16,0 0 1-16,0 0 0 16,0 0 1-16,0 0 1 0,12 8 1 15,6 2 0-15,-2-2-2 16,10 9 1-16,6-2 1 15,7 3 0-15,4 3-1 16,9 1 1-16,5 0-1 0,7 3-1 16,4 0-1-16,4 2-1 15,2 0 0-15,1 3-1 16,2 3-1-16,3-2 0 16,-6 2 0-16,-1 4 0 15,1-3-1-15,0 4 1 0,-1 3 0 16,-2-3-1-16,-6 2 0 15,-1-3 0-15,-4 0 0 16,-5-5 0-16,-3 1-2 0,-5-7-5 16,-4-1-18-16,4-3-49 15,-13-4 0-15</inkml:trace>
  <inkml:trace contextRef="#ctx0" brushRef="#br2" timeOffset="80305.71">10586 10944 235 0,'0'0'7'0,"0"0"3"0,0 0 2 16,0 0 2-16,0 0 1 16,-9-7 0-16,9 7-1 0,0 0-1 15,0 0-5-15,0 0-4 16,2 7-2-16,3 3-2 15,4 0 0-15,7 4 1 16,1 7 3-16,8-4-1 0,7 6 0 16,0-4 2-16,5 1-1 15,0 2-1-15,4 0 1 16,-4-1-2-16,0-5-1 16,-2 4 1-16,-4-2 1 0,0-1-2 15,-4-2 0-15,-4-2 0 16,-1-4 0-16,-2-1-1 15,-5-1 0-15,-5-2 0 16,-10-5-1-16,15 5-1 0,-15-5-2 16,0 0 0-16,0 0-2 15,0 0-10-15,0 0-14 16,0 0-39-16,0 0-5 16</inkml:trace>
  <inkml:trace contextRef="#ctx0" brushRef="#br2" timeOffset="80582.71">11336 11353 495 0,'0'0'3'0,"0"0"1"0,0 0 0 0,0-10 1 15,0 10-5-15,0 0 0 16,0 0 0-16,0-12 0 16,0 12-20-16,13 8-63 0,-13-8-3 15</inkml:trace>
  <inkml:trace contextRef="#ctx0" brushRef="#br2" timeOffset="81482.5">14541 12745 421 0,'0'0'5'0,"0"0"0"0,0 0 2 15,0 0-1-15,9-2 1 16,-9 2-1-16,16 0 1 16,-4 2 1-16,4 6-5 15,2-1-2-15,5 3 0 0,0 0 0 16,10 5 0-1,-7-2 0-15,5 4-1 0,-1-3 1 16,-5 1-1-16,2 0 1 16,-3 0 0-16,-3-1-1 15,-4-3 0-15,-2-1 1 0,-6-1-1 16,-9-9 0-16,12 11 0 16,-12-11-2-16,0 0 0 0,0 0-3 15,0 0-7-15,0 0-31 16,0 0-38-16,0 0-1 15</inkml:trace>
  <inkml:trace contextRef="#ctx0" brushRef="#br2" timeOffset="84600.54">11460 11249 222 0,'0'0'10'16,"0"0"4"-16,0 0 6 15,0 0 2-15,0 0 3 0,0 0 1 16,-7-10 1-16,7 10 3 16,0 0-9-16,0 0-6 15,0 0-3-15,0 0-4 16,0 0-3-16,0 0-1 0,0 0 0 15,0 0-1-15,20 0 1 16,0-2-1-16,12-1 0 16,8-2 1-16,7-2 0 15,13-3 0-15,8-5-1 16,11 0 0-16,5 1-2 0,2-4 1 16,6 3-2-16,4 0 1 15,-5-2 0-15,6 4 0 16,-7 1 0-16,-9 5-1 0,1 0 1 15,-10 4-1-15,-7-2 1 16,-8 5 0-16,-12-3-1 16,-10 3 0-16,-7 0 1 0,-12 0-1 15,-3 0 1-15,-13 0 0 16,0 0-2-16,0 0-2 16,0 0-4-16,0 0-9 15,-10 0-25-15,0 0-43 16,-9 3-2-16</inkml:trace>
  <inkml:trace contextRef="#ctx0" brushRef="#br2" timeOffset="85415.3">11366 11209 356 0,'0'0'6'0,"0"0"4"0,0 0 2 15,0 0 1-15,-10-5 1 16,10 5 1-16,-7-7 0 15,7 7 0-15,-13-4-5 0,13 4-4 16,-17 4-2-16,4 6-1 16,1 0-2-16,-1 5-1 15,6 4 1-15,-5 6-1 0,7 2 1 16,-1 6 0-16,6-4 0 16,4 1 0-16,4 0 0 15,8-4 1-15,2-3-1 16,7-5 0-16,2-3 1 0,1-10 0 15,6-3 0-15,-1-2 1 16,-1-5 0-16,2-7 1 16,-4-3 1-16,-5-3-5 15,-1-3 0-15,-8-2 0 0,-7-4 0 16,-4-2 0-16,-5-7 0 16,-12 4 0-16,0-2 0 15,-8 4 0-15,-3 5 0 16,0 0 0-16,0 11 0 15,-5 5 0-15,6 5 0 0,-3 4 0 16,5 10 0-16,0 0 0 16,2 4 0-16,9 6 0 15,-1-5-33-15,10 3-51 16,5 2-5-16</inkml:trace>
  <inkml:trace contextRef="#ctx0" brushRef="#br2" timeOffset="86048.88">11411 11434 288 0,'0'0'9'0,"0"0"4"15,0 0 3-15,8 3 2 0,1-3 1 16,7 0 3-16,3 0-2 16,6-3 1-16,9 2-8 15,7-6-4-15,3 3-3 16,11-3-3-16,2 0 0 0,8-1-1 16,2-2 0-16,5 0-1 15,3 0-1-15,1 0 1 16,4 0-1-16,-1 3 1 15,-4 0 0-15,-1-1 0 0,-1 1 1 16,-6 2 1-16,-5 3-1 16,-5-1 1-16,-5 0 0 15,-7 3-1-15,-3-2 0 16,-7 2 0-16,-8 0 0 0,-2 0-1 16,-11 0 0-16,0 0 1 15,-14 0 0-15,12 0 1 16,-12 0 0-16,0 0-1 15,0 0 1-15,0 0-1 0,0 0 0 16,0 0-2-16,0 0-2 16,-8-5-2-16,8 5-6 15,0 0-6-15,-12 0-23 16,12 0-44-16,0 0-2 0</inkml:trace>
  <inkml:trace contextRef="#ctx0" brushRef="#br2" timeOffset="86666.28">12847 11058 348 0,'0'0'7'0,"0"0"3"0,0 0 3 16,0 0 1-16,0 0 0 16,-5-7 0-16,5 7-1 15,0 0 1-15,0 0-6 0,5 5-4 16,7 4-1-16,-2 1-1 16,5 5-1-16,0 2 1 15,3 4 0-15,-3 1 0 16,-6 3-1-16,-3-3 1 15,-6 5 0-15,-3-5-1 16,-9 1 0-16,-10-1-2 0,-4 1-7 16,-3-6-15-16,-23-1-55 15,19 1-2-15</inkml:trace>
  <inkml:trace contextRef="#ctx0" brushRef="#br2" timeOffset="87665.8">11814 10724 366 0,'0'0'6'0,"0"0"2"15,0 0 2-15,0 0 1 16,0 0 0-16,-8-12 1 0,8 12 0 16,0 0-1-16,0 0-4 15,0 0-2-15,5-9-3 16,6 9-1-16,8 0 0 15,0 3-1-15,9 3 1 16,2-1 0-16,4 4-1 16,3 2 1-16,6 1 0 0,-6 3-1 15,3 2 1-15,0 5-1 16,-3-1 0-16,-7 0 1 16,0 4-1-16,-2-1 1 0,-4 1-1 15,-2 0 0-15,1 2 1 16,-6 1 0-16,-2-3 0 15,-1 2 1-15,-3 0-1 0,1 1 0 16,-5-4 1-16,2 3 0 16,-5-2-1-16,-1 2-1 15,-1-4 1-15,-2-2 0 16,0 4 0-16,0-5 0 0,-5 3 0 16,1-1 0-16,-2-1 0 15,-1-3-1-15,-3 5 1 16,0-3-1-16,-3-1 1 15,4 1 0-15,-4 0-1 16,3 0 0-16,-4-5 1 0,1 5-1 16,1-6 1-16,-1 1-1 15,1-2 1-15,0-3-1 16,-2 5 0-16,0-3 0 16,-1-2-1-16,3 1 1 0,-4-3-1 15,2 3 1-15,-2-1 0 16,-3-3 0-16,1 1 0 15,1-4 1-15,-3 2 0 0,0-2 0 16,-2 0 0-16,0 0 0 16,-3-1 0-16,0-2 1 15,-3 2-1-15,4 0 0 16,-3 0 0-16,2-2 0 16,2 2 0-16,4 0 0 0,-4-3-1 15,10 0 1-15,1 0 0 16,3 0 1-16,9 0-2 15,-11 0 0-15,11 0 0 0,0 0 0 16,0 0-7-16,0 0-6 16,0 0-17-16,0 0-52 15,11-6-4-15</inkml:trace>
  <inkml:trace contextRef="#ctx0" brushRef="#br2" timeOffset="88033.35">11965 11548 443 0,'0'0'4'0,"0"0"1"0,0 0 1 15,0 0-1-15,0 10 1 16,0-10 0-16,-13 15 0 15,-3-2 0-15,-2 2-4 16,-3-1 0-16,-5 6-1 16,-4-2 1-16,-2-1 0 0,2 0-1 15,0 1 1-15,0-8 0 16,8 1 0-16,2 0 0 16,5-5 0-16,4-2-1 15,11-4 2-15,0 0-3 0,6 7 0 16,11-4 0-16,8-1 0 15,5 1 0-15,5-1 0 16,2 3 0-16,6-2 0 16,-2 3 0-16,-1 0-3 0,3-12-80 15,-6 12-2-15</inkml:trace>
  <inkml:trace contextRef="#ctx0" brushRef="#br2" timeOffset="89315.54">12852 11159 77 0,'0'0'4'0,"0"0"2"15,0 0 3-15,0 0 6 16,0 0 2-16,10 0 1 0,-10 0 2 16,10 0 0-16,-10 0-2 15,9 0-3-15,-9 0-5 16,0 0-5-16,14 0 0 15,-14 0-3-15,0 0-1 16,0 0-1-16,0 0 0 0,0 0 1 16,9 6 1-16,-9-6 3 15,13 4 2-15,-3-1 3 16,4 0 1-16,6-3 0 0,10 0 1 16,7 0-1-16,3 0 1 15,19-7-5-15,12-2-1 16,5 0-3-16,11-4-1 0,8-4-1 15,4 3-1-15,8-7 0 16,5 7 0-16,-3-4 0 16,-5-2-1-16,1 3 0 15,-6 2 0-15,-4 6 1 16,-6-7-3-16,-10 11-15 0,-13 1-45 16,-12 4-6-16</inkml:trace>
  <inkml:trace contextRef="#ctx0" brushRef="#br2" timeOffset="90267">9443 11658 195 0,'0'0'8'0,"0"0"5"16,0 0 4-16,10-11 2 0,8 7 1 16,1 0 1-16,3-7 0 15,11 5 0-15,4-2-7 16,8 2-4-16,9-1-4 15,3-1-1-15,3 1-2 0,15-1-1 16,4-2 0-16,8-2-1 16,5 0 0-16,7-4 0 15,2 2 2-15,5-3-1 0,6-1 0 16,-3 3 0-16,5 1-1 16,1-2 1-16,-4 4-1 15,1 0-1-15,3 2-1 16,-11-5-1-16,-7 5-3 15,-3-1-2-15,-14 0-1 16,-6 4-8-16,-12-3-13 0,-9 0-40 16,-11 5-3-16</inkml:trace>
  <inkml:trace contextRef="#ctx0" brushRef="#br2" timeOffset="91368.4">9498 11593 134 0,'0'0'3'0,"0"0"7"16,-6-7 4-16,6 7 4 0,18-5 1 16,-1 2 5-16,13-2 0 15,8-2 1-15,16 5-3 16,8-9-6-16,13 2-3 0,15-4-4 15,9 1-2-15,13 0-3 16,4-3-2-16,15-1 0 16,9 2-1-16,7-4 0 15,7 4-1-15,2-4 0 0,8 3 1 16,3-2-1-16,6 2 0 16,2-3 0-16,1 7 0 15,3-4 0-15,-5 0 0 16,0 2 0-16,0 3 0 15,0 0 0-15,-3-1 0 16,-5 0 1-16,-7 2-1 0,-2 1 0 16,-3-2 0-16,-5 5 0 15,-4-5 1-15,-7 2-1 16,-8 1 0-16,-3-3-1 0,-8 2 1 16,-12 0 0-16,-6-1-1 15,-19 0 1-15,-13 2-1 16,-13-1 0-16,-13 3-4 15,-15 0-24-15,-7 2-35 16,-21 3-5-16</inkml:trace>
  <inkml:trace contextRef="#ctx0" brushRef="#br2" timeOffset="92032.48">10168 10880 267 0,'0'0'1'0,"0"0"-1"0,0 0 0 16,0 0 1-16,13 0 0 15,-3 2 2-15,2 3 1 16,11 9 0-16,4 4 1 16,8 5 1-16,4 6 2 0,16 1-1 15,4 5 0-15,14 0 0 16,6 6 0-16,11-3-1 0,4 5 1 16,10-2-2-16,6 1 0 15,9 0 0-15,8 4-1 16,4 0 1-16,4 2-4 15,6 6 1-15,4 2-2 0,2 1 1 16,4 3-2-16,3 4-5 16,3 1-13-16,2-3-46 15,11 9-6-15</inkml:trace>
  <inkml:trace contextRef="#ctx0" brushRef="#br2" timeOffset="92766.13">14982 10870 458 0,'0'0'2'0,"0"0"1"0,0 0-1 16,0 0 1-16,0 0 0 16,5 10 1-16,-3 0-1 0,3 4 0 15,0 1-1-15,-3 3-1 16,9 4-2-16,-4-3-1 15,5 2-8-15,-5-4-14 0,-1-2-55 16,8-3-3 0</inkml:trace>
  <inkml:trace contextRef="#ctx0" brushRef="#br2" timeOffset="93199.11">15049 10528 448 0,'0'0'4'0,"0"0"1"0,-11-4 1 16,2 1-1-16,-6 0 0 16,-5 3 0-16,-5 13 0 15,-5 5 0-15,-2 8-4 0,0 11-1 16,2 10-1-16,5 11 1 16,3 3 0-16,9 4 0 15,11 1 2-15,4-4-1 0,16-2 0 16,9-9 0-16,6-3 1 15,11-10-1-15,3-9 2 16,5-7-2-16,5-12 0 16,1-7 1-16,1-3 0 0,-1-13 1 15,-1-5 0-15,-8-7-3 16,-6-4 0-16,-9-8 0 16,-6-2 0-16,-11-11 0 15,-9-4 0-15,-12-4 0 0,-8-6 0 16,-10 2 0-16,-9 0 0 15,-7 5 0-15,-7 5 0 16,-7 12 0-16,-8 8 0 16,-4 13 0-16,-8 9 0 15,-3 10 0-15,1 14 0 0,3 11 0 16,7 5 0-16,17 12-7 16,12 5-79-16,18 3-2 0</inkml:trace>
  <inkml:trace contextRef="#ctx0" brushRef="#br2" timeOffset="94399.5">14716 12564 468 0,'0'0'4'0,"0"0"1"15,-3-10 2-15,-2 0 0 16,5 3 1-16,0-5 1 16,0-4-6-16,3 2-3 15,6-1 0-15,7 3 0 0,3 0 0 16,6 3 0-16,0 9 0 15,3 0 0-15,-3 9 0 16,-4 3 0-16,-3 3 0 16,-6 5 0-16,-9 2 0 15,-3 3 0-15,-8-1 0 0,-4 4 0 16,-8-3 0-16,-3-1 0 16,4-2 0-16,-3-4 0 15,4-1 0-15,8-4 0 0,10-13 0 16,-9 7 0-16,9-7 0 15,12 0 0-15,5-10 0 16,7 0 0-16,1-9 0 16,10 1-5-16,-7-5-12 0,6-2-7 15,-6-4-9-15,2-1-4 16,-13 0-2-16,-3-4 4 16,-7 2 2-16,-7-3 13 15,-4 5 14-15,-10-2 13 0,-6 13 14 16,-10-1 8-16,2 4 3 15,-11 7 2-15,-1 9-3 16,-5 0-6-16,1 9-7 16,-6 9-5-16,5 0-4 15,4 6-4-15,0 8-1 0,11 0-2 16,5 8 0-16,13 2-2 16,10 2 1-16,2 1-1 15,14 0 0-15,14-5 0 0,4-3 1 16,16-5-1-16,2-7 1 15,8-10 1-15,8-5 0 16,1-10 1-16,2-7 2 0,0-11-3 16,-4-7-2-16,-8-5 0 15,-7-4 0-15,-10-9 0 16,-13-4 0-16,-11-2 0 16,-16-8 0-16,-9-1 0 15,-16 2 0-15,-12 2 0 0,-9 1 0 16,-9 14 0-16,-7 9 0 15,0 12 0-15,-5 14 0 16,12 14 0-16,18 7-84 16,-6 4-7-16</inkml:trace>
  <inkml:trace contextRef="#ctx0" brushRef="#br2" timeOffset="97000.74">12628 10501 292 0,'0'0'5'0,"-5"-15"1"0,-2-3 2 15,-6-4 3-15,-1-3 2 16,-9-7 0-16,-7 0 4 15,-9-3-1-15,-6 6-1 0,-7-1-4 16,-10 7-1-16,-16 9-3 16,-9 6-1-16,-9 3-2 15,-11 5-2-15,-10 13 0 16,-9 4-2-16,-8 11 1 0,-6 6 0 16,4 8 1-16,-4 8 0 15,4 7 0-15,-1 7 0 0,8 13 0 16,6 10 0-16,7 7 1 15,12 17 0-15,5 8 0 16,14 18-1-16,10 9 0 16,19 5 0-16,11 6 1 15,17 5-1-15,16 1-2 16,19-7 0-16,21-4-1 0,19-11 1 16,16-4 0-16,18-14 1 15,8-9-1-15,21-15 0 16,12-12 0-16,9-12 0 0,16-16 1 15,7-15-1-15,15-16-1 16,10-18 1-16,7-10-1 16,5-18 1-16,6-14 0 15,-3-15 0-15,-1-10 0 0,-7-13 1 16,-6-9 0-16,-11-10 2 16,-12-10 0-16,-16-16 0 15,-12-8 0-15,-12-11 1 0,-18-11 1 16,-15-11-1-16,-14-6-1 15,-20-6-1-15,-16-1 0 16,-18 1-1-16,-18 3 1 16,-24 6 1-16,-24 2-3 15,-21 14 0-15,-24 1 0 16,-26 13 0-16,-24 8 0 0,-21 20 0 16,-20 16 0-16,-21 21 0 15,-11 29 0-15,-16 23-4 16,-2 24-1-16,5 30-9 0,5 18-20 15,22 29-50-15,22 15-1 16</inkml:trace>
  <inkml:trace contextRef="#ctx0" brushRef="#br2" timeOffset="98284.64">20172 8332 288 0,'0'0'4'0,"-7"0"-1"0,-3 0 1 16,-5 0 0-16,0 4 1 15,-5 1 0-15,-5 4 1 0,-2 1 2 16,-1 5-4-16,1 3 1 16,0 9-2-16,4 10 1 15,3 0 0-15,4 13 1 0,0 2-1 16,9 5 0-16,2 0 1 15,5 5-2-15,7-8 1 16,8-4-1-16,5-8 0 16,0-5-1-16,12-7 1 15,-2-11-1-15,7-6 0 0,3-6 0 16,0-5 1-16,2-2-1 16,0-7 1-16,1-2 0 15,-4-11 1-15,-2 2 1 16,-2-7 1-16,-8 3 2 0,1-7 1 15,-8-1-1-15,-3-7 1 16,-9-4-1-16,-1 0-1 16,-7-6-1-16,-4-3-2 15,-5-1-2-15,-7 1 0 0,-5 2 0 16,-1 9-1-16,-5 7 0 16,0 5 1-16,-1 6-2 0,-1 13 0 15,-4 4 0-15,3 4-1 16,-2 4 0-16,2 2-1 15,-2 4-3-15,9 3-5 16,-6-3-8-16,8 2-18 16,19 3-43-16,-8-4-1 0</inkml:trace>
  <inkml:trace contextRef="#ctx0" brushRef="#br2" timeOffset="98902.39">20162 8443 336 0,'0'0'4'0,"-13"0"-1"0,13 0 2 15,-19 0 0-15,8 0 1 16,-5 0 0-16,-6 4 1 16,-2 6-1-16,0 7-3 15,2 10 1-15,-3 9-1 0,4 5 0 16,0 6 0-16,8 10 0 16,8 0 0-16,5 0 0 15,5-2 0-15,10-3 0 16,8-8-1-16,1-9 0 15,8-5-1-15,11-10 1 0,-4-10 0 16,3-8 1-16,1-4 0 16,4-11 3-16,-7-4 2 15,0-10-1-15,-11-3 1 0,-3-7-1 16,-10-7-1-16,-2-9 0 16,-12-4-3-16,-8-2 0 15,-6-1-2-15,-11 3-1 16,-1 6 0-16,-5 6-1 0,-1 13-1 15,-3 7-3-15,4 12-6 16,-4 6-8-16,13 7-16 16,0 10-43-16,8 0-3 15</inkml:trace>
  <inkml:trace contextRef="#ctx0" brushRef="#br2" timeOffset="99300.88">20211 8366 234 0,'0'0'5'0,"0"0"1"15,0 0 5-15,9 0 4 16,0 0 3-16,9 2 3 15,8-2 1-15,10 0 1 0,8-2-2 16,9 2-2-16,11-6-3 16,8 2-4-16,15-2-3 15,5 2-1-15,7-1-2 16,3-4-1-16,3 5-2 0,-1 0 0 16,-2-2-2-16,-2 4 1 15,-8-3-1-15,-11 2-1 16,-11 3 0-16,-10 0 0 15,-16 0 0-15,-9 0 0 0,-10 3 0 16,-10-1 1-16,-15-2 0 16,0 0-1-16,0 15-5 15,-18-11-14-15,-23 7-57 16,18-1-1-16</inkml:trace>
  <inkml:trace contextRef="#ctx0" brushRef="#br2" timeOffset="99815.35">20063 9014 182 0,'0'0'5'16,"0"0"5"-16,0 0 5 15,17-2 6-15,1 0 3 0,7 2 4 16,7 0 1-16,10 0 1 16,8 0-3-16,6 0-4 15,12 0-5-15,2 0-5 16,1 0-3-16,9-6-3 0,2 3-2 16,0-4-1-16,0 3 0 15,-3-1-1-15,1-4-1 16,-8 5-1-16,-8 2 0 15,-9-3 0-15,-5 5-1 0,-13 0 1 16,-7-2-1-16,-5 2 0 16,-10 0 1-16,-5 0 0 15,-10 0-2-15,0 0-2 16,0 0-6-16,0 0-10 0,0 0-50 16,0 0-9-16</inkml:trace>
  <inkml:trace contextRef="#ctx0" brushRef="#br2" timeOffset="100298.49">21312 8279 306 0,'0'0'8'0,"0"0"4"16,0 0 1-16,-12-5 3 15,12 5 2-15,0 0 3 16,-10-8-1-16,10 8 0 16,0 0-8-16,0 0-4 0,0 0-1 15,0 0-3-15,6 15-1 16,6 5-2-16,2 3-1 15,4 6 1-15,4 6 0 16,4 7-1-16,-5 2 1 16,4 6-1-16,-5-2 1 15,-3 1-1-15,-1 2 1 0,-7-4 0 16,-6 3 0-16,-3-6 1 16,-10-1 0-16,-8-6 0 0,1 0 0 15,-10-7 0-15,0-3-1 16,-3-2 1-16,0-8-1 15,-2-4-1-15,4-6-1 0,3-5-1 16,0-2-3-16,8 0-3 16,-1-9-5-16,9-7-5 15,-1 2-9-15,4-13-36 16,6 2-17-16</inkml:trace>
  <inkml:trace contextRef="#ctx0" brushRef="#br2" timeOffset="100665.68">21320 8375 327 0,'0'0'3'0,"-3"-12"4"15,1 2 3-15,-3-2 1 16,-2-3 2-16,0 0 3 16,-6 3 0-16,3-6 0 15,0 9-3-15,2 0-4 0,8 9-4 16,-17-4-1-16,17 4-1 15,-5 13-1-15,5 3 0 16,10 4-1-16,4 4 2 0,6 7 0 16,8 6 0-16,9 3 0 15,3 2 0-15,3 2-1 16,1-2-1-16,-4 1 1 16,-3 1-1-16,-9-4 0 15,-9 0 1-15,-8-3 1 0,-11-3-1 16,-6 1 1-16,-13-2 0 15,-9-4 0-15,-6-2 0 16,-9-2-1-16,1 0-3 0,0-1-9 16,-3-6-42-16,8 2-29 15,4-5-2-15</inkml:trace>
  <inkml:trace contextRef="#ctx0" brushRef="#br2" timeOffset="103899.06">2836 10228 41 0,'0'0'3'0,"0"0"-1"16,0 0 2-16,0 0 0 16,0 0-2-16,0 0-9 0,-5 5-17 15</inkml:trace>
  <inkml:trace contextRef="#ctx0" brushRef="#br2" timeOffset="115232.52">3585 10934 186 0,'0'0'4'0,"0"0"2"15,0 5 2-15,0-5 1 16,0 0 1-16,0 0 0 0,0 12 0 16,0-12 0-16,0 0-4 15,0 0-3-15,-4 11-16 16,4-4-31-16,0-7-15 15</inkml:trace>
  <inkml:trace contextRef="#ctx0" brushRef="#br2" timeOffset="135335.5">10869 5479 281 0,'0'0'8'0,"0"0"7"0,-12 15 5 0,12-15 2 16,-10 13 4-16,10-13 1 16,-8 12 1-16,8-12 2 15,10-17-7-15,22-24-7 16,30-20-5-16,30-26-7 16,30-23-4-16,43-17 0 0,42-20-78 15,11-11-8-15</inkml:trace>
  <inkml:trace contextRef="#ctx0" brushRef="#br2" timeOffset="138398.82">12030 2960 430 0,'0'0'-29'0,"0"0"-44"0,0 0-3 16</inkml:trace>
  <inkml:trace contextRef="#ctx0" brushRef="#br2" timeOffset="149415.89">12633 10062 447 0,'-5'-9'1'16,"-2"-7"1"-16,-8-6 0 0,-5-7 1 15,-9-4 0-15,-8-7 2 16,-14-1 0-16,-8-5 0 16,-8 10-1-16,-13 6 0 15,-4 10-2-15,-8 11 1 0,-14 9-2 16,1 9-1-16,-12 19 0 16,-7 5-1-16,-3 15 1 15,-8 9-1-15,1 12 0 0,-4 11 2 16,-2 9 1-16,6 10 0 15,2 8 0-15,8 9 1 16,4 11 0-16,12 6 1 16,8 11 1-16,11 2 0 0,9 17-5 15,15 5 0-15,11 9 0 16,9 7 0-16,15 4 0 16,15 3 0-16,13-1 0 15,12-2 0-15,20-9 0 0,14-7 0 16,18-10 0-16,16-8 0 15,16-18 0-15,17-15 0 16,24-12 0-16,15-17 0 16,18-16 0-16,18-19 0 0,23-16 0 15,15-25 0-15,7-16 0 16,15-22 0-16,0-22 0 16,7-18 0-16,-2-20 0 0,-10-15 0 15,-8-11 0-15,-6-17 0 16,-15-11 0-16,-24-12 0 15,-15-11 0-15,-21-11 0 16,-23-17 0-16,-17-12 0 16,-27-16 0-16,-23-10 0 0,-22-12 0 15,-23-11 0-15,-17-7 0 16,-27 4 0-16,-18 9 0 16,-29 14 0-16,-26 17 0 15,-26 25 0-15,-23 28 0 0,-33 29 0 16,-30 30 0-16,-25 35 0 15,-20 31 0-15,-23 33 0 16,-19 37 0-16,-9 35 0 16,-10 40 0-16,-3 36 0 15,21 48-54-15,-21 40-40 0</inkml:trace>
  <inkml:trace contextRef="#ctx0" brushRef="#br2" timeOffset="153465.75">12947 10546 431 0,'0'0'5'0,"0"0"1"16,0 0 2-16,-8 0 2 16,8 0 2-16,-15-3 0 15,11-8 1-15,-6-6 1 0,9-15-14 16,2-14 0-16,16-19 0 15,15-17 0-15,21-25 0 16,9-8 0-16,21-22 0 0,22-7 0 16,9-2 0-16,14 2 0 15,5 6 0-15,6 7 0 16,1 9 0-16,6 16 0 16,-9 12 0-16,-11 14 0 15,-6 18 0-15,-21 16 0 0,-14 8 0 16,-19 15 0-16,-15 11 0 15,-19 5 0-15,-12 4 0 16,-10 3 0-16,-10 0 0 16,0 0 0-16,0 0 0 15,0 0 0-15,0 0 0 0,0 0 0 16,0 0 0-16,0 8 0 16,0-8 0-16,0 0 0 15,4 12-88-15,-4-12-1 0</inkml:trace>
  <inkml:trace contextRef="#ctx0" brushRef="#br2" timeOffset="154115.78">15095 8328 438 0,'0'0'5'0,"0"-17"3"0,0 5 2 15,0-6 3-15,0-4 1 16,0 5 0-16,0-3-5 16,-4 2-9-16,0 3 0 15,4 15 0-15,-6 5 0 0,4 18 0 16,2 7 0-16,2 10 0 16,4 9 0-16,7 3 0 15,3 4 0-15,2-1 0 0,8-5 0 16,4-11 0-1,4-6 0-15,5-5 0 0,-2-17 0 16,0-3 0-16,6-8 0 16,-6-11 0-16,2-5 0 15,-4-9 0-15,-5-8 0 0,-3-6 0 16,-7-8 0-16,-3-6 0 16,-10-6 0-16,-7-5 0 15,-2-1 0-15,-8 3 0 0,-4 3 0 16,-2 6 0-16,0 9 0 15,-2 12 0-15,2 5 0 16,7 12 0-16,-1 5 0 16,10 10 0-16,0 0 0 15,-7-5 0-15,7 5 0 0,0 0 0 16,0 0 0-16,0 0 0 16,0 8 0-16,0-1 0 15,5 5 0-15,0 6 0 0,2-4 0 16,-5 11-45-16,9-1-49 15</inkml:trace>
  <inkml:trace contextRef="#ctx0" brushRef="#br2" timeOffset="166366.15">6841 15183 417 0,'0'0'5'0,"0"0"0"0,0 0 1 15,11-8-1-15,-1 8 1 16,2 0 0-16,1 0 0 16,8 4 1-16,4 4-5 15,3 5-1-15,4-1 0 16,0 9 0-16,5-5-1 0,1 7 1 16,-1-4 0-16,0 4 0 15,-7-1 0-15,0-2 0 16,-2-3 0-16,-6-2 0 0,-1-2 0 15,-5-2 1-15,-6-5 2 16,-10-6 1-16,13 0 0 16,-13 0 1-16,0-20 1 15,-8-2-1-15,-2-8-6 16,-4-7 0-16,-4-7 0 0,-5-6 0 16,2-3 0-16,-2-5 0 15,3-3 0-15,-3 2 0 16,6 5-26-16,8 4-60 0,-9-1-3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22:51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12228 5259 301 0,'0'0'6'0,"0"0"5"0,0 0 5 16,0 0 3-16,0 13 3 0,0-13 5 15,13-3 2-15,20-32 2 16,38-34-4-16,65-58-5 15,89-56-22-15,134-44 0 16,163-66-60-16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2-09T08:32:41.092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24421 6785 370 0,'0'0'8'0,"0"0"3"16,0 0 2-16,0 0 2 0,0 0 0 15,0 0 2-15,0 0-1 16,0 0 1-16,-10 3-8 15,10-3-3-15,0 0-2 0,0 0-4 16,0 0-6-16,0 0-27 16,0 9-49-16,0-9-2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31:53.7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2525 4897 44 0,'0'0'4'16,"0"0"2"-16,16 0 2 0,-16 0 1 16,17-2 3-16,-2 2 2 15,7 0 3-15,3 0 0 16,0 0 0-16,7 0-2 16,5-3 0-16,8 3-1 15,-3 0-1-15,8 0-2 0,-1-2 1 16,6-2-2-16,5 3-3 15,0-2 0-15,4 3-1 16,8-4 0-16,3 1-2 0,2-2 1 16,5 0 0-16,3-3-2 15,4 4 0-15,6-1-1 16,-1-1 1-16,-2 2 0 16,5 1-2-16,-2-2 3 15,8 1-2-15,2 4 0 0,-3-3 0 16,1 0-1-16,5 0 1 15,-4 3-1-15,6 0 1 16,1 0-1-16,-2 3 0 0,4 3 0 16,3-4 0-16,-4 4 0 15,10-2-1-15,0 3 1 16,2-1 0-16,-2 0 0 16,7 2-1-16,2 0 0 15,-1-3 1-15,6 2-1 0,-5-2 1 16,7 0-1-16,-4 0 0 15,3-2 2-15,-6-2-2 16,-4 2 1-16,7 1 0 0,-2-1-1 16,-8 0 1-16,-4 0-1 15,-4 1 0-15,-9 0 0 16,-5 0 0-16,-3 0-3 16,-12 4-9-16,-7 0-12 0,-6-3-32 15,-7 5-11-15</inkml:trace>
  <inkml:trace contextRef="#ctx0" brushRef="#br0" timeOffset="1054.03">11649 4972 128 0,'0'0'2'16,"16"2"-1"-16,0 1 3 16,14-3-2-16,6 2 2 15,13 0-2-15,15 1 5 0,16-1 1 16,8 1-1-16,8-3 0 15,8 2 0-15,18-2-1 16,7 3 2-16,10 0-1 16,0-2-3-16,24 5-2 15,-2-1 1-15,18 0-1 0,12-3 0 16,3 4 0-16,-1-2-1 16,16-2-1-16,7 4 3 15,3-2-3-15,7-1 0 16,3 4 0-16,5-4 0 15,-1-1 0-15,3 4 0 0,-2-6 4 16,-3 0 3-16,-3 0 3 16,-6 0 1-16,-6-6 4 15,-13 1 0-15,-4-2 2 0,-8 0-2 16,-14-1-1-16,-16 0-3 16,-14 1-3-16,-15 0-2 15,-18 0-2-15,-12 1-1 0,-26-1 0 16,-14 2 0-16,-19 0 0 15,-11 3-3-15,-17-1-7 16,-15 3-8-16,-17 0-22 16,-13 3-32-16,-22 4-6 15</inkml:trace>
  <inkml:trace contextRef="#ctx0" brushRef="#br0" timeOffset="2253.38">1464 6029 265 0,'0'0'3'15,"0"-12"0"-15,0 12-1 0,0-13 0 16,0 13 1-16,11-18 0 16,-2 14-1-16,2-6 0 15,3 8-1-15,4 2 1 16,7 0 2-16,4 5 0 0,9 2 0 15,4 6 2-15,13-4 0 16,4 4 0-16,18-6 0 16,8 5-2-16,11-4 0 15,9 2-1-15,20-7 0 16,5 1 0-16,15-1 0 0,10-3-1 16,11 3 0-16,4-1 1 15,14 1-1-15,11-2 0 16,1 5-1-16,6-4 0 15,5 1 1-15,13 2-1 0,3 0 1 16,6 2-1-16,2-2 1 16,13 3-1-16,2-1 2 15,2 3 0-15,8-3-1 0,4 1 1 16,6-3-1-16,3 3 0 16,5-6 2-16,-7 0-2 15,15 1 1-15,-4-3 1 16,0 0 1-16,-2 0 1 0,-8-5 0 15,3 3 1-15,-13-4 0 16,-4 4 0-16,-19-6-1 16,-3 3 0-16,-16-2-2 15,-13-1 0-15,-21 1-1 16,-20 0-1-16,-21 2 0 0,-22-1-3 16,-22 5-4-16,-24-2-9 15,-24 3-38-15,-19 0-26 16,-30 0-2-16</inkml:trace>
  <inkml:trace contextRef="#ctx0" brushRef="#br0" timeOffset="12266.65">19156 8279 209 0,'0'0'10'16,"0"0"5"-16,0 0 5 16,0 0 5-16,0 0 1 15,0 0 3-15,-4-10 0 0,4 10 3 16,0 0-10-16,0 0-5 16,0 0-5-16,0 0-4 15,0 0-3-15,-8 0-2 16,-3 10-2-16,1-1 0 0,-2 4-1 15,-3 2 0-15,-4 5 1 16,-1 0 0-16,-1-1 0 16,0-1 0-16,-4 2 0 15,0-7-1-15,1 4-1 0,2-6-2 16,5-1-4-16,-3-2-4 16,8-4-4-16,-1-4-8 15,13 0-7-15,-7 3-26 16,7-3-22-16,7 0-2 15</inkml:trace>
  <inkml:trace contextRef="#ctx0" brushRef="#br0" timeOffset="12550.1">19422 8306 397 0,'0'0'6'0,"0"0"1"16,0 0 0-16,0 0 1 15,-5 0 0-15,-8 5 0 16,1 2 0-16,-6 3 0 0,-1 0-4 16,-8 5-3-16,2 0 1 15,-1-1-1-15,1 1 0 16,4 3 0-16,3-7-4 0,0 3-6 15,4-10-8-15,7 6-21 16,4 0-31-16,3-10-10 16</inkml:trace>
  <inkml:trace contextRef="#ctx0" brushRef="#br0" timeOffset="12799.86">19740 8297 366 0,'0'0'5'15,"0"0"2"-15,0 0 2 16,0 0-1-16,-8 9 0 0,1 1 1 16,-7 0-1-16,-4 5 2 15,-2 1-5-15,-5 2-2 16,-3 2-1-16,-2 0-2 15,5-3-7-15,1-5-14 16,4 1-35-16,8-1-17 0,4-2-6 16</inkml:trace>
  <inkml:trace contextRef="#ctx0" brushRef="#br0" timeOffset="13049.84">20087 8303 401 0,'0'0'3'0,"0"0"1"0,0 0 0 15,0 0 1-15,-7 8 0 16,-5-1 1-16,-6 6 1 16,-9 2 0-16,-3-1-3 0,-5 4-1 15,-2 4 1-15,-2-2-1 16,4 0-3-16,3-9-6 15,4 6-10-15,8-11-10 16,10 2-30-16,10-8-21 0,0 0-5 16</inkml:trace>
  <inkml:trace contextRef="#ctx0" brushRef="#br0" timeOffset="13233.17">20381 8316 374 0,'0'0'3'15,"0"0"4"-15,0 0 0 16,0 0 0-16,0 8 1 16,-10 0 1-16,-3 9 0 15,-4 2 1-15,-10 1-3 0,-8 12-3 16,-5-1-2-16,-4 5-7 16,-9-1-17-16,-2-6-52 15,13 1-3-15</inkml:trace>
  <inkml:trace contextRef="#ctx0" brushRef="#br0" timeOffset="13916.28">20977 8219 295 0,'0'0'5'0,"0"0"2"0,20 0 3 16,-7 3 3-16,6 4 0 16,6-4 1-16,5 4 3 0,10 1 0 15,2-4-4-15,3 4-4 16,1-4-2-16,5 2 0 16,-4-1-3-16,2-3 0 15,-9-2-1-15,-5 3-2 0,-2-3-2 16,-12 0-6-16,-3 0-9 15,-11 0-22-15,9 0-36 16,-16 0-5-16</inkml:trace>
  <inkml:trace contextRef="#ctx0" brushRef="#br0" timeOffset="14254.98">21174 8043 222 0,'0'0'9'0,"0"0"5"0,0 0 3 15,9 3 2-15,1 2 2 16,8 0 1-16,-1 2-1 16,12 1 2-16,7 2-7 15,6 0-6-15,0-2-2 0,6 0-2 16,-4-2-3-16,4 1-5 16,-9-5-7-16,-4 1-13 15,-6 2-11-15,-13-5-39 16,-2 0-6-16</inkml:trace>
  <inkml:trace contextRef="#ctx0" brushRef="#br0" timeOffset="14520.01">21320 7843 256 0,'0'0'7'0,"8"2"2"16,6 6 5-16,9-1 2 15,2 1 3-15,14 2 0 16,11-2 1-16,4 3 1 16,-1-5-6-16,7 2-5 15,-6-5-8-15,-5 2-12 16,-6-2-13-16,-10-3-33 0,-8 0-20 15</inkml:trace>
  <inkml:trace contextRef="#ctx0" brushRef="#br0" timeOffset="14716.54">21447 7749 224 0,'0'0'7'0,"0"0"2"15,15 0 2-15,2 0 2 0,7 0 2 16,15 4 2-16,10-1-1 16,15 4 1-16,3-2-14 15,15 1-25-15,10-2-41 16,-7-1-5-16</inkml:trace>
  <inkml:trace contextRef="#ctx0" brushRef="#br0" timeOffset="15533.3">19417 7619 303 0,'0'0'5'0,"0"0"3"0,0 0 4 16,10-1 1-16,-10 1 3 15,20-15 3-15,-6 4 1 16,9-3 0-16,2-1-4 0,5-7-2 16,0 2-3-16,7-2-2 15,2-3-2-15,1 0-2 16,3 3-2-16,-9-1 0 16,1 5-1-16,-5 1 0 0,-5 5-1 15,-7 2 0-15,-4 5-1 16,-14 5-4-16,12-4-2 15,-12 4-5-15,0 6-13 16,-5 14-53-16,-2-6-6 0</inkml:trace>
  <inkml:trace contextRef="#ctx0" brushRef="#br0" timeOffset="15868.07">19829 7575 321 0,'0'0'7'0,"0"0"3"15,12-8 2-15,1 4 1 16,3-6 2-16,5-1 2 16,4 0-2-16,5-4 0 0,5 0-6 15,2 0-3-15,2 1-2 16,4 0-3-16,-3 3-2 16,-1 0-7-16,-9 2-12 0,-3-4-39 15,-6 8-17-15</inkml:trace>
  <inkml:trace contextRef="#ctx0" brushRef="#br0" timeOffset="16233.09">20703 7636 400 0,'0'0'6'0,"0"0"1"0,0 0 1 16,0 0-1-16,0 0 1 16,9-1 1-16,-9 1-1 0,19-16 0 15,-1 10-4-15,4-4-3 16,6-1-4-16,6-3-9 16,11-15-59-16,2 18-7 15</inkml:trace>
  <inkml:trace contextRef="#ctx0" brushRef="#br0" timeOffset="16383.15">21106 7531 445 0,'0'0'3'0,"0"0"1"0,0 0 0 16,10-3 0-16,2-1 0 15,11-4-1-15,7-7-9 16,19 0-68-16,11-3-6 0</inkml:trace>
  <inkml:trace contextRef="#ctx0" brushRef="#br0" timeOffset="19983.29">18574 8193 232 0,'0'0'1'0,"0"0"0"16,0 0 3-16,0 0 3 15,0 0 3-15,13 1 3 0,-1-1 1 16,6 3 1-16,12-1-1 15,0-2 0-15,9 2-2 16,1-2-3-16,12 0-2 16,-3 0-2-16,1 0-3 0,0 0-2 15,-5 0-3-15,0-4-5 16,-10 1-12-16,-1 3-17 16,-6-8-31-16,-9 8-4 0</inkml:trace>
  <inkml:trace contextRef="#ctx0" brushRef="#br0" timeOffset="20283.52">18765 8071 229 0,'0'0'2'15,"0"0"1"-15,13-3 3 0,-13 3 1 16,23-2 2-16,-4-1 3 16,11 1 0-16,7-2 0 15,6 3 0-15,6-2-2 0,-1 3-1 16,4-4-6-16,-3 4-7 15,-3-3-14-15,-9 0-26 16,-5 3-21-16</inkml:trace>
  <inkml:trace contextRef="#ctx0" brushRef="#br0" timeOffset="20499.91">18818 7934 193 0,'0'0'5'0,"0"0"6"15,7-5 0-15,11 0 1 0,4 3 0 16,8-1 1-16,5-2 1 16,7 2-1-16,3 3-12 15,-1-1-17-15,6 1-26 16,-13 0-21-16</inkml:trace>
  <inkml:trace contextRef="#ctx0" brushRef="#br0" timeOffset="20701.79">18977 7729 271 0,'0'0'1'0,"0"0"0"15,0 0 1-15,4-2 5 16,12 2-1-16,4 0 3 0,4 0 0 16,12 0 1-16,10 0-7 15,5 4-26-15,13-4-38 16,8 2-4-16</inkml:trace>
  <inkml:trace contextRef="#ctx0" brushRef="#br1" timeOffset="38104.37">24227 7907 187 0,'0'0'7'0,"0"0"3"0,0 0 5 15,0 0 2-15,0 0 2 16,0 0 1-16,0 0 2 0,0 0-2 16,0 0-4-16,0 0-7 15,0 0-3-15,8 0-2 16,-8 0-2-16,12 0-1 15,-5 3-1-15,8 1 1 16,5 0 0-16,0 0 2 0,10 3-1 16,2-2 1-16,3 0 0 15,10 3-1-15,-3-3 1 16,3 0-1-16,-1-3 0 16,1 3 0-16,-3 0 2 0,1-2-2 15,-8 1 1-15,-11-1 0 16,-2-1-1-16,-1 1 1 15,-12-1 0-15,-9-2 1 16,0 0 2-16,0 13 0 0,-12-6 0 16,-16 3 1-16,1 2 0 15,-12 6 0-15,-11-1-1 16,-5 2-1-16,1 6-5 16,-6-7-25-16,8 4-51 0,7-4-2 15</inkml:trace>
  <inkml:trace contextRef="#ctx0" brushRef="#br1" timeOffset="47950.01">21561 6577 325 0,'0'0'8'0,"0"0"5"0,0 0 3 16,0 0 3-16,0 0 1 0,-7 5 0 15,7-5 1-15,0 0 1 16,4 4-7-16,6-4-3 15,3 0-4-15,4-4-1 16,5-4-2-16,6 1-5 0,4-6 0 16,5-1 0-16,1-1 0 15,2-3 0-15,-6 1 0 16,1 5 0-16,-7-3 0 16,-8 5 0-16,-8 5 0 0,0 5 0 15,-12 0 0-15,6 18 0 16,-4 4 0-16,-2 5 0 15,0 11 0-15,2 3 0 16,-2 6 0-16,0 5 0 0,3 5 0 16,-3-10 0-16,2 3-61 15,5-3-30-15</inkml:trace>
  <inkml:trace contextRef="#ctx0" brushRef="#br1" timeOffset="58750.13">24396 8529 300 0,'0'0'7'0,"0"0"4"16,0 0 4-16,0 0 1 0,5-3 3 16,-5 3 0-16,0 0 0 15,0 0 0-15,0 0-6 16,0 5-3-16,-10 5-5 15,0 0 0-15,-7 2-2 16,0 6 0-16,-8 0-1 0,-3 1 1 16,-2 4-1-16,1-4 0 15,-1-1 0-15,5-1-1 16,0-2-1-16,5-6-3 0,5 4-5 16,3-8-11-16,12-5-18 15,-2 10-42-15,2-10-2 16</inkml:trace>
  <inkml:trace contextRef="#ctx0" brushRef="#br1" timeOffset="59150.27">24188 8538 385 0,'0'0'9'0,"0"0"2"16,0 0 2-16,0 0 1 0,0 0 0 16,0 0 0-16,2 6-1 15,-2-6 0-15,3 10-7 16,-1 2-4-16,3 5-1 16,4 3 0-16,5 5 0 0,5 2 0 15,6 3 2-15,2 3 0 16,3-4-1-16,2-4 1 15,-2-1-1-15,-3-4-2 16,1-5 0-16,-9-3 0 0,-3-4 0 16,-7-3 0-16,-9-5 0 15,11 7 0-15,-11-7 0 16,0 0 0-16,0 0 0 16,0 0 0-16,0 0 0 0,0 0 0 15,0 0 0-15,0 0 0 16,-6-12 0-16,6 12-40 15,-5-10-50-15</inkml:trace>
  <inkml:trace contextRef="#ctx0" brushRef="#br1" timeOffset="62900.04">22308 6750 385 0,'0'0'7'0,"0"0"3"16,0 0 3-16,-4-9 1 15,4 9 2-15,0 0 0 16,0 0-1-16,-5-10 0 16,5 10-6-16,0 0-4 0,2 11-3 15,3 2-2-15,6 2-1 16,-2 5 1-16,7 1-1 16,-2 3 1-16,6-2 0 15,0-2-1-15,2-3-3 0,-6-5-6 16,3 0-13-16,-4 6-47 15,0-18-15-15</inkml:trace>
  <inkml:trace contextRef="#ctx0" brushRef="#br1" timeOffset="63083.42">22552 6731 433 0,'0'0'6'0,"0"0"1"15,0 0 1-15,0 0 0 0,2 4 0 16,-2 8 0-16,0 4 1 15,-2 11 0-15,-5 0-6 16,0 13-2-16,-1 1 1 16,-2 9-4-16,-5-2-5 15,8 3-20-15,7-4-54 0,-8-7-3 16</inkml:trace>
  <inkml:trace contextRef="#ctx0" brushRef="#br1" timeOffset="68317.39">20261 7860 363 0,'0'0'9'16,"0"0"2"-16,0 0 1 0,0 0 1 16,0 0 2-16,0 0 0 15,0 0 0-15,-4-7 0 16,4 7-8-16,-10 0-2 15,10 0-2-15,-13 7-2 16,8 3 0-16,0 0 0 0,-2 0 0 16,4 3-1-16,0-2 1 15,1 3-1-15,2-6 0 16,0 3 1-16,0-11 0 16,11 10 1-16,-2-8 0 0,1-2 2 15,3-2 0-15,-1-3 2 16,1-5-3-16,-1-3-3 15,-5-2 0-15,0 1 0 16,-1-4 0-16,-6 4 0 0,0-1 0 16,-6 0 0-16,-3 2 0 15,-3 8 0-15,-4 1 0 16,2 4 0-16,-2 2 0 0,0 8 0 16,0 5 0-16,4-3 0 15,5 5 0-15,-1-3 0 16,8 3 0-16,0-2 0 15,5-4 0-15,5-1 0 16,5-7 0-16,2 4 0 16,3-7 0-16,2 0 0 0,-1-5 0 15,-2-3 0-15,-1-4 0 16,-6-1 0-16,0-1 0 16,-7-3 0-16,-2 2 0 15,-3-3 0-15,-5 3 0 0,-5 7 0 16,-3 0 0-16,-1 5 0 15,-4 3 0-15,1 5 0 0,-3 5 0 16,5 5 0-16,0-3 0 16,3 3 0-16,6-3 0 15,2 3 0-15,4-5 0 16,0-3 0-16,10 1 0 16,2-6 0-16,-1-2 0 0,6 0 0 15,-1-5 0-15,2-3 0 16,-6 0 0-16,1-5 0 15,-5 1 0-15,-1-1 0 16,-7 3 0-16,0 10 0 16,-3-12 0-16,-4 7 0 0,-5 5 0 15,-3 0 0-15,0 5 0 16,-3 2 0-16,4 3 0 16,1 2 0-16,1-2 0 0,1 1-2 15,7-1-4-15,1-2 0 16,3-8 0-16,3 13 2 15,7-13 0-15,0 0 1 16,3 0 1-16,4-6 0 0,-3-5 1 16,2 1 1-16,-4-2 1 15,-2-3 1-15,-3 2 0 16,-4 1 0-16,-3 2 0 16,-3 3 0-16,-7-1 0 0,-2 6-1 15,-3 2 0-15,0 0-1 16,-2 7-1-16,-1 3 0 15,3 0 0-15,3 2 0 0,-1 1 0 16,9-1 0-16,-2-1-1 16,6 0 2-16,0-11-1 15,13 14 0-15,-3-10 1 16,5-4-1-16,2 0 1 16,-2 0-1-16,2-8 1 15,-1 4-1-15,-4-3 1 0,-3-3-1 16,-9 10 1-16,9-15-1 15,-9 15-1-15,-6-13-3 16,-4 8-3-16,-2 5-7 0,-1 0-11 16,-1 0-35-16,-3 8-19 15,1 2-4-15</inkml:trace>
  <inkml:trace contextRef="#ctx0" brushRef="#br1" timeOffset="70367.42">20709 9413 424 0,'0'0'5'0,"0"0"1"15,0 0 0-15,0 0 0 16,-13 5 0-16,6 5 0 16,0 2 0-16,-4 8 0 0,4 0-4 15,2 5-2-15,3 0-1 16,2 2 1-16,7-5 0 16,11-4 0-16,1-3 0 15,6-8 1-15,2-7 0 0,3 0 2 16,-2-10 2-16,-6-5 0 15,0-3 2-15,-7-4 0 16,-7-6 0-16,-8 2-4 16,0-4-3-16,-12 0 0 0,-6 6 0 15,-2-1 0-15,-2 13 0 16,-1 4 0-16,-2 6 0 16,3 7 0-16,0 7-36 15,7 5-48-15,7 8-4 0</inkml:trace>
  <inkml:trace contextRef="#ctx0" brushRef="#br1" timeOffset="70582.89">21044 9666 445 0,'0'0'2'0,"0"12"-1"15,-5 0 1-15,-2 11 1 16,-3 1-1-16,-8 14 0 16,-2 5 0-16,-2 3-2 15,-3 2-11-15,3-11-47 16,3 7-21-16</inkml:trace>
  <inkml:trace contextRef="#ctx0" brushRef="#br1" timeOffset="70983.45">21220 9475 463 0,'0'0'4'16,"0"0"1"-16,0 0-1 0,0 0 1 15,0 10-1-15,0 0 1 16,-4 2-1-16,-1 6 1 16,0 0-4-16,0 3-1 15,5-1 0-15,0 3-1 0,7-6 1 16,3-3 0-16,5-6 0 16,2-3 1-16,4-5-1 15,-2-5 1-15,3-8 0 16,1-1 0-16,-6-6 1 0,-2-5 0 15,-3-2 2 1,-3-1-4-16,-7 2 0 0,-2 1 0 16,-6 0 0-16,-6 8 0 15,-5 4 0-15,2 8 0 16,-8 5 0-16,4 8-9 0,-4 4-28 16,8 3-47-16,0 5-1 15</inkml:trace>
  <inkml:trace contextRef="#ctx0" brushRef="#br1" timeOffset="71183.17">21620 9582 471 0,'0'0'2'0,"0"0"0"15,-4 19 1-15,-4-3 0 16,1 4 1-16,-6 6 0 15,1 4-1-15,-3 5 1 0,0 2-3 16,-2-5-4-16,5 6-15 16,-2-11-62-16,7-2-4 15</inkml:trace>
  <inkml:trace contextRef="#ctx0" brushRef="#br1" timeOffset="71499.87">21755 9470 476 0,'0'0'3'0,"0"0"0"15,0 0 0-15,0 8 0 16,0 2 1-16,0 2-1 16,-3 3 0-16,-2 5 1 0,3 2-3 15,2 0-1-15,0 0 0 16,10-4 0-16,5 0 0 15,5-9 0-15,2-4 1 16,5-5-1-16,0-5 1 16,1-8 1-16,-3-3 0 0,-6-7 0 15,-1-4-2-15,-11 0 0 16,-4-3 0-16,-6 2 0 16,-6 3 0-16,-9 4 0 15,-4 3 0-15,0 13-34 0,-6 0-49 16,-2 5-4-16</inkml:trace>
  <inkml:trace contextRef="#ctx0" brushRef="#br1" timeOffset="71750.13">22172 9168 511 0,'0'0'0'0,"0"0"0"16,0 0 0-16,0 0 0 15,5 13 0-15,2 1 0 16,1 9 0-16,6 4 0 16,2 13 0-16,-1 4 0 0,0 13 0 15,-3 6 0-15,-5 6 0 16,-7 2 0-16,-14 6 0 16,-14-3 0-16,-9 1-38 15,-15-2-49-15,-10-5-4 16</inkml:trace>
  <inkml:trace contextRef="#ctx0" brushRef="#br1" timeOffset="72083.22">20418 9161 490 0,'0'0'3'0,"0"0"-1"15,0 0 1-15,-5 20 0 0,-4 6 1 16,-7 17 0-16,4 14-2 15,-3 17-2-15,0 15 0 16,8 8 0-16,9 12 0 16,18-3 0-16,14-4 0 0,24-11 0 15,14-11 0-15,23-16-85 16,13-14-2-16</inkml:trace>
  <inkml:trace contextRef="#ctx0" brushRef="#br1" timeOffset="81199.91">24085 5507 361 0,'0'0'8'0,"0"0"0"16,0 0 3-16,0 0 1 15,0 0 0-15,0 0 1 0,0 0 1 16,3 4 0-16,-3-4-7 16,0 0-1-16,0 13-2 15,0-13 0-15,0 12-2 16,0-12 0-16,6 11-1 15,-6-11 0-15,14 12 1 0,-14-12 0 16,17 5 0-16,-9-5 1 16,2 0 1-16,-10 0 0 15,15-5 2-15,-15 5 0 0,12-12-4 16,-12 12-2-16,0-13 0 16,0 13 0-16,-5-12 0 15,5 12 0-15,-20-8 0 16,13 5 0-16,-6 3 0 15,13 0 0-15,-15 6 0 0,15-6 0 16,-16 12 0-16,16-12 0 16,-4 12 0-16,4-12 0 15,0 13 0-15,0-13 0 0,18 10 0 16,-6-10 0-16,1 0 0 16,4 0 0-16,-4-3 0 15,1-4 0-15,-3 0 0 16,-11 7 0-16,12-16 0 0,-12 16 0 15,0-14 0 1,0 14 0-16,-7-10 0 0,-4 7 0 16,-1 3 0-16,2 0 0 15,0 0 0-15,0 3 0 0,10-3 0 16,-15 7 0-16,15-7 0 16,0 0 0-16,-7 13 0 15,7-13 0-15,0 0 0 16,7 2 0-16,-7-2 0 0,8 0 0 15,-8 0 0-15,10 0 0 16,-10 0 0-16,0 0-12 16,0 0-11-16,2-10-46 15,-2 10-17-15</inkml:trace>
  <inkml:trace contextRef="#ctx0" brushRef="#br1" timeOffset="98683.13">22384 15123 438 0,'0'0'3'0,"0"0"3"0,0 0 0 16,0 0 2-16,-12 10 0 16,3 3 2-16,0 3 1 0,-3 7-1 15,-4 2-2-15,2 2-5 16,-6 5-3-16,2 3 0 15,-1-7 0-15,1 1 0 0,1-9-7 16,6-20-46-16,-1 12-32 16,3-7-1-16</inkml:trace>
  <inkml:trace contextRef="#ctx0" brushRef="#br1" timeOffset="98849.93">22229 15088 453 0,'0'0'2'0,"0"0"3"16,0 0 2-16,3 8 3 16,6 2 1-16,2 5 1 0,8 5-1 15,4 4-11-15,4 9 0 16,8 4 0-16,5-3 0 16,19-4-39-16,-4 5-47 15</inkml:trace>
  <inkml:trace contextRef="#ctx0" brushRef="#br1" timeOffset="151599.91">23733 6852 393 0,'0'0'6'0,"0"0"3"0,0 0 2 16,0 0 3-16,-7-8 0 15,7 8 1-15,0-12 0 0,0 5 1 16,7-4-5-16,5 1-4 15,6 3-7-15,1 0 0 16,6 5 0-16,2 2 0 16,3 2 0-16,-5 11 0 0,-5 3 0 15,-3 7 0-15,-5 4 0 16,-8-2 0-16,-4 3 0 16,-8-4 0-16,-4 1 0 15,-4-4 0-15,-3 0 0 16,1-9 0-16,-4 1 0 0,7-6 0 15,0-2 0-15,5-5 0 16,3-3 0-16,4-6 0 16,3-9 0-16,8-2 0 15,4-6 0-15,8-5 0 0,5-1 0 16,0 0 0-16,-3 2 0 16,3 3 0-16,-5 5 0 15,-3 7 0-15,-7 2 0 0,-10 13 0 16,10 0 0-16,-10 10 0 15,0 5 0-15,-2 2 0 16,2 5 0-16,0 3 0 16,0 2 0-16,7 1 0 0,1-3 0 15,4-3 0-15,2-4 0 16,7-3 0-16,1-5-13 16,-7-3-72-16,12-4-2 15</inkml:trace>
  <inkml:trace contextRef="#ctx0" brushRef="#br1" timeOffset="151835.42">24235 6961 482 0,'0'0'2'0,"0"0"0"0,0 0 1 0,0 10 1 15,0 0-1-15,0 1 1 16,-3 10 0-16,1-4-1 16,-1 8 1-16,1 2-6 15,0-2-4-15,2 2-15 0,0-2-62 16,-3-3-3-16</inkml:trace>
  <inkml:trace contextRef="#ctx0" brushRef="#br1" timeOffset="152300.01">24347 6852 448 0,'0'0'5'16,"0"0"1"-16,0 0 0 16,0 0 0-16,0 0 0 0,0 0 0 15,-5 2 0-15,5-2-1 16,-3 20-4-16,3-6-1 15,0 2 0-15,3-2 0 0,2-1 0 16,7-6 1-16,6 1 0 16,-4-8 0-16,6 0 0 15,-1-5 0-15,2-8 2 16,-1-4-1-16,-3-2 2 0,-2-4-2 16,-5 3-2-16,-1 0 0 15,-6 5 0-15,0 1 0 16,-3 14 0-16,0 0 0 15,0 0 0-15,0 7 0 16,0 11 0-16,0 4 0 0,0 5 0 16,3 3 0-16,4 0 0 15,2 2 0-15,2 1 0 16,-1-2 0-16,-1-6 0 16,1-1 0-16,-4 0 0 0,-6-5 0 15,-3-5 0-15,-7-1 0 16,-5-6 0-16,-3 0 0 15,-4-1 0-15,-2-3 0 0,-4-3-9 16,-2 0-12-16,5-3-62 16,3-3-4-16</inkml:trace>
  <inkml:trace contextRef="#ctx0" brushRef="#br1" timeOffset="152499.99">24734 6934 460 0,'0'0'1'0,"0"0"1"0,0 0 0 0,0 9 1 15,0 1-1-15,0 0 1 16,0 2 0-16,0 5-3 16,-3 0-9-16,3-6-33 0,0 1-39 15,0 1-1-15</inkml:trace>
  <inkml:trace contextRef="#ctx0" brushRef="#br1" timeOffset="152816.72">24809 6745 450 0,'0'0'6'0,"0"0"1"0,-8-10 1 15,8 10 1-15,-3-10 0 0,3 10 0 16,3-14 1-16,-3 14-7 15,17-8-3-15,-5 8 0 16,6 0 0-16,3 8 0 16,-2 2 0-16,-1 3 0 0,-4 0 0 15,-1 3 0-15,-8 1 0 16,-3 3 0-16,-4 2 0 16,-5-2 0-16,-6-1 0 15,1 2 0-15,-1-5 0 0,1-1 0 16,7-2 0-16,0-3 0 15,5-10 0-15,0 12 0 16,7-9 0-16,3-3-6 16,8-3-15-16,-6 3-62 0,5-7-3 15</inkml:trace>
  <inkml:trace contextRef="#ctx0" brushRef="#br1" timeOffset="153066.67">25042 6517 473 0,'0'0'3'0,"0"0"2"0,0 0 0 16,0 0 0-16,0 0 0 16,0 0 0-16,5 8 1 15,5 3-2-15,5 7-4 0,5 7 0 16,0 5 0-16,4 8 0 16,1 6 0-16,-3 6 0 15,-4 3 0-15,-5 5 0 0,-13 1 0 16,-13 4 0-16,-9 1 0 15,-16-3 0-15,-6-4 0 16,-9 0 0-16,-9-7-14 16,2-8-26-16,-4-5-46 15,-1-10-1-15</inkml:trace>
  <inkml:trace contextRef="#ctx0" brushRef="#br1" timeOffset="153401.51">23793 6659 388 0,'0'0'5'15,"-9"-11"2"-15,9 11 2 16,-16-12 1-16,3 7 1 15,-2 1 1-15,-5-1 1 0,1 5 0 16,-4 7-4-16,-2 15-2 16,2 8-1-16,2 12-2 15,-1 7 0-15,11 8 0 0,7 11-2 16,4-2 1-16,9 1-1 16,16-3 0-16,8-4-2 15,11-11 0-15,8-6 0 16,8-11 0-16,7-5 0 15,0-12-10-15,13-18-69 0,-1 3-6 16</inkml:trace>
  <inkml:trace contextRef="#ctx0" brushRef="#br1" timeOffset="154399.85">23204 6794 474 0,'0'0'5'0,"0"0"1"15,2-9 2-15,-2 9 2 16,0 0-2-16,3-13-8 0,-3 13 0 15,0 0 0-15,0 8 0 16,0 12 0-16,0 5 0 16,0 7 0-16,2 3 0 15,3 7 0-15,2 2 0 16,4-2 0-16,-4-5 0 0,3-5 0 16,-1-2 0-16,-1-10 0 15,0-3 0-15,-6-10 0 16,-2-7 0-16,0 0 0 15,0 0 0-15,-10-16 0 16,2-4 0-16,-1-8 0 0,-3-11 0 16,-2-5 0-16,2-9 0 15,-1-1 0-15,9-3 0 16,1 2 0-16,3 3 0 0,0 5 0 16,7 8 0-16,10 9 0 15,2 5 0-15,3 10 0 16,3 3 0-16,0 12 0 15,5 0 0-15,-5 12 0 0,-4 6 0 16,-3 4 0-16,-2 5 0 16,-12 3 0-16,-4 0 0 15,-13 1 0-15,-3 0 0 16,-12-5 0-16,-4-1 0 0,0-5 0 16,-5-2 0-16,7-3 0 15,0-9 0-15,10 4 0 16,2 3-58-16,18-13-30 15,0 0-4-15</inkml:trace>
  <inkml:trace contextRef="#ctx0" brushRef="#br1" timeOffset="155417.76">24617 6513 278 0,'0'0'10'0,"0"0"6"0,0 0 3 16,0 0 2-16,0 0 4 15,-10-3 1-15,10 3 0 16,0 0 1-16,-7-5-9 15,7 5-6-15,-10 0-3 0,10 0-3 16,-15 5-2-16,15-5-2 16,-15 15-1-16,7-5-1 15,3 2 0-15,3 1 0 16,2-4 0-16,2 1 2 16,-2-10 0-16,18 10 1 0,-3-10 1 15,0 0-4-15,-3-10 0 16,4-2 0-16,-4-2 0 15,-3-7 0-15,-3-1 0 16,-4 2 0-16,-2 0 0 0,-8 3 0 16,-1 5 0-16,-6 2 0 15,-3 10 0-15,-2 0 0 16,1 10 0-16,-1 2 0 0,5 5 0 16,2 3 0-16,6-3 0 15,7 4 0-15,2-2 0 16,10-5 0-16,6 2 0 15,5-7 0-15,7-3 0 0,-6-4 0 16,6-4 0-16,-5-6 0 16,-3-4 0-16,-4-3 0 15,-6-2 0-15,-7-4 0 16,-5 2 0-16,-5 3 0 16,-10-2 0-16,-5 5 0 0,-9 6 0 15,1 2 0-15,-2 5 0 16,0 7 0-16,3 5 0 15,7 3 0-15,5 2 0 16,6-6 0-16,4 3-85 0,17 1-5 16</inkml:trace>
  <inkml:trace contextRef="#ctx0" brushRef="#br1" timeOffset="156316.26">23372 5576 481 0,'0'0'3'0,"0"0"2"0,0 0 0 16,-4-8 1-16,4 8 0 0,0 0-1 15,-8 0-5-15,3 8 0 16,2 9 0-16,3 1 0 15,0 9 0-15,0 2 0 16,3 7 0-16,2-3 0 0,3 0 0 16,-1-4 0-16,-2-1 0 15,3-8 0-15,-3-5 0 16,-3-5 0-16,-2-10 0 0,0 0 0 16,0-8 0-16,-2-4 0 15,-1-8 0-15,-5-7 0 16,1-3 0-16,0-5 0 15,2-1 0-15,2-2 0 0,1 1 0 16,2 2 0-16,2 3 0 16,6 7 0-16,4 3 0 15,3 7 0-15,-1 5 0 16,7 7 0-16,-7 3 0 0,4 8 0 16,0 2 0-16,-9 5 0 15,1 0 0-15,-8 2 0 16,-2 3 0-16,-2 0 0 0,-10-2 0 15,-4-4 0-15,-3 4 0 16,-1-4 0-16,-7-2 0 16,10 3-9-16,-3-2-78 15,7-1-2-15</inkml:trace>
  <inkml:trace contextRef="#ctx0" brushRef="#br1" timeOffset="170165.92">24460 5179 260 0,'0'0'8'0,"3"-12"3"0,-2 0 6 16,-1-3 0-16,0-5 5 16,0-5-1-16,-1-4 3 15,-7-6 1-15,-6 1-8 0,-4-2-1 16,-7 7-8-16,-7 0 0 15,-5 8-4-15,-7 4 0 16,-9 7-2-16,-11 10-1 16,-14 2 0-16,-3 16-1 0,-9 7-1 15,-4 7 1-15,-3 8-1 16,3 11 0-16,2 10 1 16,12 8-2-16,11 7 3 15,9 8 0-15,12 8 1 0,14 5 0 16,13 4 1-16,8 3-1 15,17 0 0-15,11 2 1 16,15-3-1-16,12-5-1 16,20-6 1-16,14-8-1 15,13-12 1-15,17-12 0 0,8-16 0 16,7-11 0-16,9-19 0 16,2-14-1-16,-1-25 0 15,1-11 0-15,-8-17 0 0,-5-11 0 16,-9-14 0-16,-11-8 1 15,-10-12-1-15,-17-12 0 16,-19-4 0-16,-19-7 1 16,-20-2-1-16,-17-2 0 0,-24 4 2 15,-21 10-3-15,-14 14 0 16,-23 13 0-16,-16 19 0 16,-21 20 0-16,-7 20 0 15,-20 17 0-15,-10 12 0 0,-3 25 0 16,-5 19 0-16,4 24 0 15,9 25 0-15,4 23 0 16,26 24-58-16,14 48-30 16</inkml:trace>
  <inkml:trace contextRef="#ctx0" brushRef="#br1" timeOffset="173283.23">19355 12208 362 0,'0'0'7'16,"0"0"0"-16,0 0 3 0,0 4-1 15,0-4 2-15,0 0 0 16,0 16 0-16,0-16 1 15,-6 13-6-15,6-2-2 0,-2-1-1 16,-1 3 0-16,3 1-1 16,0 1-1-16,0 0-1 15,9 0 1-15,-2-3 0 16,2-5 0-16,7 2 2 0,1-9 1 16,5 0 1-16,3-10 2 15,3-8 0-15,2-4 2 16,-1-8-1-16,0-5-2 15,1-7-6-15,-5-5 0 0,-2-10 0 16,-5-5 0-16,-6-1 0 16,-5-3 0-16,-5-1 0 15,-2 2 0-15,-4 9 0 16,-6 4 0-16,-3 10 0 0,-2 10 0 16,0 9 0-16,-2 6 0 15,2 9 0-15,0 6 0 16,-2 9 0-16,2 13 0 15,0 8 0-15,3 6 0 16,2 9 0-16,4 4 0 0,1 6 0 16,5 6 0-16,9-6 0 15,0-3 0-15,8 0 0 16,-1-11 0-16,4 1 0 16,-1-8 0-16,4-5 0 0,-1-4 0 15,-3-9 0-15,2 2 0 16,-4-7 0-16,0-4 0 15,-5 0 0-15,-1-2 0 0,-11-3 0 16,14 0 0-16,-14 0 0 16,0 0 0-16,0 0 0 15,0 0 0-15,0 0 0 16,0 0 0-16,0 0 0 0,0 0 0 16,0 0 0-16,0 0 0 15,0 0 0-15,0 0 0 16,0 0 0-16,0 0 0 15,0 0 0-15,0 15-61 16,0-15-30-16</inkml:trace>
  <inkml:trace contextRef="#ctx0" brushRef="#br1" timeOffset="173999.83">19939 12126 439 0,'0'0'7'0,"0"0"2"0,0 0 2 16,0 0 2-16,0-10 1 15,0 10 2-15,0 0-14 16,0 0-2-16,0 0 0 16,0 0 0-16,0 0 0 0,5 7 0 15,-5 3 0-15,0 4 0 16,2 0 0-16,-2 3 0 15,0 0 0-15,2 3 0 0,1-2 0 16,-3-6 0-16,2 1 0 16,-2-13 0-16,0 14 0 15,0-14 0-15,0 0 0 16,0 0 0-16,0 0 0 16,0 0 0-16,0 0-50 0,8-6-39 15,-8 6-1-15</inkml:trace>
  <inkml:trace contextRef="#ctx0" brushRef="#br1" timeOffset="174284.15">20240 12275 511 0,'0'0'0'16,"0"0"0"-16,0 0 0 0,12 4 0 15,-12-4 0-15,2 10 0 16,-2 0 0-16,-5 3 0 16,-8 7 0-16,1 0 0 0,-3 4 0 15,1 6 0-15,-4 0 0 16,6-1 0-16,-6-4-10 15,6-3-79-15,5-1-4 16</inkml:trace>
  <inkml:trace contextRef="#ctx0" brushRef="#br1" timeOffset="174870.9">20567 12225 411 0,'0'0'1'0,"0"0"1"16,0 0 1-16,0 0 0 16,7 10 1-16,-7-10 0 0,5 17 0 15,1-7 2-15,-6-10-2 16,14 15 2-16,-6-10 0 16,7-5 0-16,-1 0 0 15,4-10 1-15,2-4 1 0,5-9-1 16,2-9-1-16,-2-3 0 15,-2-10-2-15,-2-7 0 16,-3-10-1-16,-1-4-3 16,-6-6 0-16,-7 0 0 0,-4-1 0 15,0 7 0-15,-12 2 0 16,2 14 0-16,-2 11 0 16,-1 6 0-16,-2 17 0 15,3 9 0-15,-3 18 0 0,-2 14 0 16,2 14 0-16,3 11 0 15,-1 9 0-15,5 7 0 16,-1 7 0-16,6-1 0 16,6-3 0-16,9-9 0 15,0-6 0-15,8-5 0 0,0-9 0 16,2-7 0-16,5-9 0 16,-6-14-13-16,-9 0-73 15,13-2-3-15</inkml:trace>
  <inkml:trace contextRef="#ctx0" brushRef="#br1" timeOffset="175350.99">21099 12039 485 0,'0'0'3'0,"0"0"2"16,0 0 2-16,-3-13 0 0,3 13-3 15,0-14-4-15,0 3 0 16,0 0 0-16,0-3 0 16,7 4 0-16,4 4 0 15,1 1 0-15,0 0 0 0,1 2 0 16,2 3 0-16,-2 8 0 16,-4 3 0-16,-2 6 0 15,-1 1 0-15,-6 0 0 0,-3 7 0 16,-4 0 0-16,-1-3 0 15,-5-2 0-15,4 0 0 16,2-5 0-16,-1-3 0 16,6-2 0-16,0-3 0 0,2-7 0 15,7 10 0-15,5-6 0 16,1-4 0-16,6 0-21 16,13-4-65-16,-9-3-3 15</inkml:trace>
  <inkml:trace contextRef="#ctx0" brushRef="#br1" timeOffset="175533.01">21579 12059 462 0,'0'0'3'0,"0"0"1"16,-3 10 1-16,1-1 1 0,-4 2 0 16,1 3 1-16,0 6-1 15,1 0 1-15,-4 5-2 16,4 0-5-16,-2 0 0 0,3-3-10 15,3-7-46-15,0 5-29 16,0-4-1-16</inkml:trace>
  <inkml:trace contextRef="#ctx0" brushRef="#br1" timeOffset="175983.44">21929 12012 446 0,'0'0'2'0,"0"0"1"0,-8 10 1 15,8-10 1-15,-12 19 0 0,4-8 1 16,3 3 0-16,-3-2 0 16,7 1-1-16,1-3-1 15,1 0 0-15,10-5 0 16,2-5 0-16,4 0 0 15,5-13-1-15,1-3-3 0,-2-9 0 16,5-8 0-16,-1-5 0 16,-5-10 0-16,1-12 0 15,-3-4 0-15,-3-6 0 16,-6-4 0-16,0 0 0 0,-9 4 0 16,0 11 0-16,-5 7 0 15,-6 12 0-15,1 17 0 16,-6 13 0-16,-2 19 0 15,-2 17 0-15,3 17 0 0,-1 8 0 16,4 14 0-16,0 5 0 16,5 6 0-16,6-4 0 15,3 2 0-15,5-11 0 16,7-4 0-16,4-10-43 0,6-9-44 16,3-10-4-16</inkml:trace>
  <inkml:trace contextRef="#ctx0" brushRef="#br1" timeOffset="176416.6">22356 11897 487 0,'0'0'3'16,"0"0"2"-16,0 0 1 0,-10-1 1 16,10 1-4-16,0 0-3 15,-8-7 0-15,8 7 0 16,0 0 0-16,-2-13 0 15,8 9 0-15,6 3 0 16,2 1 0-16,-1 0 0 16,2 0 0-16,2 0 0 0,-5 7 0 15,-1 4 0-15,-6-3 0 16,-5 5 0-16,0 2 0 16,-5 0 0-16,-3 5 0 0,-2-4 0 15,1 2 0-15,-4-3 0 16,5 0 0-16,4 2 0 15,-1-1 0-15,5-4 0 16,0 0 0-16,7-2 0 0,3-3 0 16,5 3 0-16,-1-2 0 15,7-1 0-15,1 1 0 16,-3-3 0-16,-3 2 0 0,-2 1 0 16,-3-1 0-16,-11 3 0 15,-8 0 0-15,-14 1 0 16,-10 3 0-16,-6 3 0 15,-11-2-39-15,-1 2-46 16,1-4-3-16</inkml:trace>
  <inkml:trace contextRef="#ctx0" brushRef="#br1" timeOffset="177666.92">18840 11336 389 0,'0'0'2'16,"12"-15"1"-16,6 2 0 15,12-4 2-15,7-8-1 0,18-2 1 16,19-8 0-16,20-4 0 16,21-4-1-16,19 3-2 15,22 1-1-15,23 2 0 0,21 5-1 16,18 2 1-16,18 10 1 15,13 8-1-15,11 12 1 16,3 6 2-16,11 10 0 16,-10 14 1-16,-4 9 0 15,-11 11 1-15,-19 9-1 0,-15 11 0 16,-29 10-1-16,-20 5-2 16,-29 11 1-16,-24 5-2 15,-27 8-1-15,-24 0 1 16,-30 5-2-16,-24 0 1 0,-23-6-1 15,-27 2 1-15,-31-6 0 16,-21-8 0-16,-24-4 0 16,-29-8 0-16,-16-7 0 15,-23-5 1-15,-22-10-1 0,-21-8 0 16,-17-9-1-16,-14-6 2 16,-16-6-1-16,-10-9 0 15,-5-8 0-15,-5-12 1 0,8-4 0 16,7-7 0-16,10-13 0 15,18-10 0-15,12-14-1 16,25-11 1-16,13-15 0 16,24-11-1-16,22-15 1 15,25-11 0-15,30-17-1 0,33-11 1 16,41-10 0-16,36-6 0 16,58-16 0-16,51 4 0 15,53-1 0-15,56 9 0 16,50 14-1-16,41 12 2 0,81 22-2 15,-10 20-2-15,19 38-7 16,0 22-72-16,23 20-2 16</inkml:trace>
  <inkml:trace contextRef="#ctx0" brushRef="#br1" timeOffset="186116.37">22970 11073 363 0,'0'0'5'15,"0"0"1"-15,-3 9 5 16,3-9 0-16,0 13 1 0,0-13 3 16,0 12 3-16,9-9 3 15,15-7-3-15,20-20-2 16,46-17-3-16,49-22-11 16,68-21-2-16,95-24-54 0,61-4-30 15</inkml:trace>
  <inkml:trace contextRef="#ctx0" brushRef="#br1" timeOffset="189022.86">19725 13297 390 0,'0'0'6'0,"0"0"3"16,0 0 2-16,0 0 1 15,-2-12 2-15,2 12 0 16,-16-5 0-16,7 5 0 0,-7 0-5 16,2 5-4-16,-6 7-2 15,-1 13-1-15,0 7-1 16,-2 5-1-16,5 6 1 15,-1-1-1-15,6 3 1 16,1-1 0-16,10-4 0 0,2-8-1 16,9-5 1-16,9-7-1 15,1-7 0-15,9-8 0 16,2-5 2-16,2-3-2 16,3-7 0-16,-2-5 0 0,-4-7 0 15,1-3 0-15,-8-5 0 16,-4-2 0-16,-6-5 0 15,-7 0 0-15,-5-2 0 16,-3-2 0-16,-4 7 0 0,-7 4 0 16,-2 1 0-16,-4 6 0 15,1 8 0-15,-1 7 0 16,-3 7 0-16,4 1 0 16,3 1 0-16,2 10 0 0,1 3 0 15,3 4 0-15,8 1 0 16,-1 1 0-16,3 3 0 15,10-1 0-15,1-2 0 0,3-3 0 16,6-1 0-16,4-7 0 16,1 1 0-16,0-5 0 15,5-3 0-15,-2-2 0 16,-1 0 0-16,-2-2 0 16,-8-3 0-16,-1 2 0 0,-4-1 0 15,-12 4-18-15,0 0-37 16,7 0-32-16,-7 0-1 15</inkml:trace>
  <inkml:trace contextRef="#ctx0" brushRef="#br1" timeOffset="189349.68">20041 13605 380 0,'0'0'8'0,"0"0"3"0,2 10 1 15,-2-10 2-15,0 18 1 16,0-4-1-16,-2 8 1 16,-3 3 1-16,-2-3-7 15,3 10-6-15,-3-4-5 0,2 4-10 16,-7 0-42-16,9-10-29 16,0-1-3-16</inkml:trace>
  <inkml:trace contextRef="#ctx0" brushRef="#br1" timeOffset="189633.78">20393 13773 448 0,'0'0'5'0,"0"0"2"16,0 0 1-16,2 17 1 15,-2-2 1-15,-7 7 0 16,-3 9 0-16,-7 2-6 0,-3 8-4 16,-7 1 0-16,0 5 0 15,-6-4-10-15,3-7-74 16,5-1-3-16</inkml:trace>
  <inkml:trace contextRef="#ctx0" brushRef="#br1" timeOffset="190235.18">20987 13402 434 0,'0'0'6'16,"0"0"2"-16,0-11 1 15,0 11 0-15,0 0 1 0,-8-9 0 16,8 9-1-16,-12-3 0 16,4 8-6-16,-4 8-2 15,2 9 0-15,-2 3-2 16,-3 9 1-16,5 2-1 0,3 5 2 16,1-3-1-16,6-2 0 15,9-3 0-15,5-9-1 16,4-7 1-16,3-6-1 15,4-6 1-15,0-5-1 0,1-3 1 16,-1-11 1-16,-4-4-1 16,-1-7 1-16,-5-5-1 15,-5-6 0-15,-2-7 0 16,-4-2 0-16,-4 1 1 0,-2-1-1 16,-6 6 0-16,2 2 1 15,-7 9 1-15,5 6-2 16,-4 10 0-16,4 9-2 15,-4 3 1-15,3 10 0 0,0 10-1 16,-3 5 1-16,5 7-1 16,-5 5 2-16,6 0 0 15,1 3 1-15,5-2-1 16,3-2 0-16,4-9-1 0,9 4-6 16,-2-14-10-16,6-2-65 15,3-3-4-15</inkml:trace>
  <inkml:trace contextRef="#ctx0" brushRef="#br1" timeOffset="190599.79">21310 13587 476 0,'0'0'4'0,"0"0"1"0,0-12 1 0,0 12 1 15,5-15-1-15,-3 2 1 16,6 2-7-16,-3-3 0 16,0 3 0-16,0 1 0 0,-5 10 0 15,12-8 0-15,1 8 0 16,-4 3 0-16,1 6 0 16,-2 7 0-16,0 2 0 0,-1 3 0 15,-7 2 0-15,0 2 0 16,-3-4 0-16,-4 0 0 15,0-2 0-15,-4-4 0 16,4-2 0-16,0-3 0 0,7-10 0 16,-6 7 0-16,6-7 0 15,0 0 0-15,8 0 0 16,7-3-2-16,-2-5-36 16,9-1-47-16,5-1-2 0</inkml:trace>
  <inkml:trace contextRef="#ctx0" brushRef="#br1" timeOffset="190782.73">21680 13689 458 0,'0'0'4'0,"0"0"2"0,0 14 0 16,0-3 1-16,-3 3 0 16,1 6 1-16,-2 5 0 15,-4-1-1-15,3 6-7 0,-5 5 0 16,0-6 0-16,0 9-10 15,-5 7-59-15,6-17-16 16</inkml:trace>
  <inkml:trace contextRef="#ctx0" brushRef="#br1" timeOffset="191315.59">22301 13261 463 0,'0'0'4'15,"0"0"1"-15,0 0 1 16,0 0-1-16,0 0-1 0,-9 10 1 15,1 2 0-15,-7 10-1 16,-2 6-3-16,-1 8 0 16,1 6-1-16,0 3 0 15,5 4 1-15,1 1 0 0,9-8-1 16,2-5 1-16,4-5-1 16,9-9 0-16,7-9-1 15,2-6 1-15,3-5 0 16,3-8 1-16,-3-7-1 0,1-8 1 15,-1-7-1-15,-4-7 1 16,-5-7-1-16,-3-4 0 16,-5-7 0-16,-4-2 1 15,-4-1-1-15,0 6 2 0,-9 1-2 16,-3 9 0-16,1 9 0 16,-3 10 0-16,-2 10 0 15,2 10 0-15,-2 16 0 16,2 6 0-16,-1 10 0 0,3 5-3 15,4 5 2-15,0 5 1 16,6 0 0-16,2-2-3 16,10-5-4-16,5-2-11 15,5-7-64-15,7-4-3 0</inkml:trace>
  <inkml:trace contextRef="#ctx0" brushRef="#br1" timeOffset="191951.56">22634 13565 477 0,'0'0'4'0,"0"0"2"15,0 0 1-15,0-10 0 16,0 10-1-16,0-9-2 15,0 9-4-15,5-13 0 0,-5 13 0 16,18-11 0-16,-8 10 0 16,5-5 0-16,2 5 0 15,1 1 0-15,-4 0 0 16,2 0 0-16,-4 4 0 0,-12-4 0 16,13 15 0-16,-13-8-2 15,-7 8 0-15,1-5 1 16,-9 2 1-16,2 1-2 15,1-3 1-15,-3-1 0 16,7-2-1-16,4 4 1 0,4-11-1 16,-3 10 1-16,3-10 0 15,10 13 0-15,3-6 1 16,1-2 0-16,2-1 0 0,1 2 0 16,3-4 1-16,-1 3-1 15,-1 2 0-15,-4-2 1 16,-3 1-1-16,-11-6 1 15,7 17 0-15,-7-10-1 0,-12 5-2 16,-3-4-4-16,-6 4-6 16,-5-1-13-16,-6-2-57 15,7 1-2-15</inkml:trace>
  <inkml:trace contextRef="#ctx0" brushRef="#br1" timeOffset="192133.55">23138 13647 447 0,'0'0'4'0,"0"0"3"0,-7 22 1 16,-5-5 1-16,-6 11 0 16,-12 9 1-16,-2 9 0 15,-14 12-3-15,-5 14-18 0,5 4-70 16,-25 4-4-16</inkml:trace>
  <inkml:trace contextRef="#ctx0" brushRef="#br1" timeOffset="195451.71">22970 13169 417 0,'0'0'0'16,"0"0"-1"-16,-20-16 0 15,5 4 0-15,-10-7 0 16,-9-3 1-16,-14-6 2 0,-12-4 0 16,-12-2 2-16,-10-4 0 15,-15-2 1-15,-20 6 0 16,-7-1-1-16,-19 8-1 16,-14 0-1-16,-17 6-1 0,-12 7-1 15,-13 6 0-15,-7 8 0 16,-8 13 0-16,-4 9 1 15,-2 13-1-15,-3 7 0 16,4 12 0-16,3 14 1 0,10 5-2 16,2 10 1-16,16 5 1 15,11 6 0-15,18 4 0 16,28 3 1-16,23 0 0 0,29 4 0 16,27-4 0-16,27 0 0 15,25 1 0-15,21-4 0 16,29 0-1-16,23-7 1 15,22-5-1-15,24-5 0 16,17-10 0-16,25-6-1 16,21-11 0-16,20-14-1 0,16-5 0 15,28-13-1-15,7-7-1 16,18-15 1-16,8-3 0 16,4-16 2-16,0-9 0 0,-7-9 1 15,-8-7 0-15,-17-13 2 16,-10-11 1-16,-17-6-1 15,-15-8 1-15,-21-7-1 16,-18-5-1-16,-14-8 0 0,-20 2-1 16,-16-5 0-16,-28 1-1 15,-28 0 1-15,-21 2 1 16,-28 4 1-16,-23 3 0 16,-29 3-1-16,-25 4 1 0,-27 8 0 15,-28 4 0-15,-17 7-1 16,-24 1-1-16,-15 11-1 15,-13 5-1-15,-14 8 1 16,5 4-1-16,3 13 0 0,18-1-3 16,23 11-9-16,24 5-24 15,33 9-46-15,27 3-1 16</inkml:trace>
  <inkml:trace contextRef="#ctx0" brushRef="#br1" timeOffset="195917.01">23814 13444 386 0,'0'0'5'16,"0"0"2"-16,0 0 5 16,0 0 1-16,0 0 2 0,3 0 1 15,-3 0 0-15,10-3 1 16,-3-2-5-16,11 1-3 16,6-4-6-16,6-2-3 15,11 0 0-15,5 0 0 0,7 0 0 16,2 1 0-16,-4 6-3 15,-6-4-14-15,-3-4-42 16,-12 11-27-16,-10 0-3 0</inkml:trace>
  <inkml:trace contextRef="#ctx0" brushRef="#br1" timeOffset="196266.56">24220 13230 461 0,'0'0'0'16,"0"0"0"-16,7 13 0 15,1-3 0-15,7 5 0 0,-1 4 0 16,9 6 0-16,-1 3 1 16,0 1-1-16,3 4 1 15,0-3 1-15,-5-4-1 0,-3-1 0 16,-2-5 0-16,-7-2 0 15,-1-6 1-15,-7-12 1 16,7 10 1-16,-7-10-3 16,8-4 2-16,-7-13 1 15,8 0 0-15,-4-7-1 0,2-5 1 16,1-7-3-16,2-3 0 16,0 2 1-16,-3-3-2 15,1 12-6-15,-3 2-4 16,5 10-8-16,-10 16-32 0,12-4-34 15,-4 14-3-15</inkml:trace>
  <inkml:trace contextRef="#ctx0" brushRef="#br1" timeOffset="196767">24701 13394 443 0,'0'0'3'0,"0"0"1"0,0 0 0 15,0 0 0-15,0 0 0 16,-7-5 0-16,0 3 0 0,-6 2-1 15,-1 0-2-15,-2 0-2 16,2 4 0-16,-2 4-1 16,4 0-1-16,3 1 1 15,3-1 0-15,6-8 0 16,0 15 1-16,0-15 1 0,13 5 0 16,1-5 1-16,4-3 1 15,0-4 1-15,1-3 0 16,4-3 1-16,-6-1-1 15,-2-1 0-15,-5-1 1 0,3 4-1 16,-8 2-1-16,-3 0-1 16,-2 10-1-16,5-12-1 15,-5 12-2-15,0 0 0 16,0 0 0-16,0 0 0 0,5 12 1 16,-5-12-1-16,15 18 2 15,-5-5 0-15,2-3 2 16,5 2-1-16,-2-2 0 15,0 2 0-15,-3-5 0 0,1 1 0 16,-13-8 0-16,12 10 1 16,-12-10 1-16,0 0 1 15,0 0 2-15,-12 2 2 16,12-2-1-16,-15-8 1 0,13-4-1 16,2-5-2-16,4-7-4 15,19-4 0-15,4-4 0 16,18-11-60-16,5 7-26 0,7-4 0 15</inkml:trace>
  <inkml:trace contextRef="#ctx0" brushRef="#br1" timeOffset="197482.93">23328 11812 397 0,'0'0'5'0,"0"0"2"15,0 0 3-15,0 0 0 16,0 0 0-16,0 0 2 0,0 0 0 16,12 2 2-16,-12-2-4 15,20-2-3-15,0-1-1 16,9-7 0-16,8 0-1 15,9-3-5-15,6 1 0 0,5-3 0 16,5 0 0-16,-8 3 0 16,-3 2 0-16,-12 3 0 15,-7 2 0-15,-4 2-11 16,-19 3-7-16,-9 0-43 16,0 0-23-16,0 4-3 0</inkml:trace>
  <inkml:trace contextRef="#ctx0" brushRef="#br1" timeOffset="197782.89">24006 11586 395 0,'0'0'5'0,"0"0"3"16,3-10 2-16,-3 10 2 15,0-10 1-15,0 10 1 16,0-10-1-16,0 10 0 0,-8-3-4 16,-4 12-4-16,-9 7-3 15,4 7-1-15,0 7-2 16,0 1-1-16,-1 7 1 16,8-1 0-16,8-2 0 0,7-4 0 15,9-6-1-15,9-5-2 16,11-2-7-16,4-8-9 15,4-10-36-15,5 0-26 16,1-4-3-16</inkml:trace>
  <inkml:trace contextRef="#ctx0" brushRef="#br1" timeOffset="198066.31">24324 11701 359 0,'0'0'6'16,"-7"-4"4"-16,-1 2 0 15,-7 2 1-15,0 0-1 16,-7 0 1-16,0 6 0 0,-1 5-1 15,1 2-6-15,0 1-3 16,6 4-1-16,7-1 0 16,4-2 0-16,5 2 0 0,5-7 2 15,10-3 1-15,7-2 2 16,0-5 1-16,3-2 0 16,2-3 2-16,-2-4 0 15,0-4 0-15,-10 1-1 0,0-3-1 16,-7 0-2-16,-8 1-1 15,0 0-4-15,-11 3-3 16,-1 2-8-16,-3 5-10 16,0-14-45-16,-2 18-19 0</inkml:trace>
  <inkml:trace contextRef="#ctx0" brushRef="#br1" timeOffset="198816.49">24439 11701 375 0,'0'0'5'0,"0"0"1"16,0 0 0-16,0 0-2 16,0 0 1-16,9 0-1 15,-9 0 1-15,0 0 0 16,3 14-4-16,-3-14-1 0,2 14-1 16,0-4 2-16,-2-10-1 15,5 12 1-15,-5-12-1 16,13 6 1-16,-13-6 0 15,15 0 2-15,-15 0 0 0,15-10 0 16,-5 2 1-16,2-2 0 16,-2 0 1-16,-2 3-1 15,-8 7-1-15,9-12-2 0,-9 12-1 16,0 0-2-16,0 0 1 16,0 0-1-16,0 0-1 15,8 8 0-15,-8-8 0 16,8 7 1-16,-8-7 2 0,17 7 0 15,-4-4 1-15,1-3 0 16,1-3 0-16,2 0 1 16,-4-1 1-16,2-2 1 15,-2 5 1-15,-13 1-1 16,12-11-1-16,-12 11-2 0,0 0 1 16,-8 3-2-16,-2 2-1 15,0-1-2-15,-2 2-1 16,5 4 0-16,1-2 1 0,1 2 0 15,3-2 1-15,2-8 0 16,5 18 0-16,3-11 1 16,2 1 1-16,-1 0-1 15,1-1 1-15,-2-3 0 0,-8-4 0 16,12 11-1-16,-12-11 0 16,0 0 0-16,0 0-1 15,0 0 1-15,0 0-1 16,0 0 0-16,0 0 1 0,10-15-1 15,-4 0 1-15,1-5 0 16,5-7 0-16,1-9 2 16,-1 0 0-16,6-1 1 15,-4-2 2-15,4 6 3 16,-9 1 0-16,-1 7 2 0,-1 5-2 16,-1 10-2-16,-6 10-1 15,0 0-1-15,0 0-1 16,5 15-2-16,-3 8-1 0,0-2-2 15,1 9 0-15,4 3-1 16,-2 4-3-16,3-5-7 16,-1 1-25-16,3-4-37 15,-5-7-6-15</inkml:trace>
  <inkml:trace contextRef="#ctx0" brushRef="#br1" timeOffset="198950.19">24796 11687 429 0,'0'0'3'0,"0"0"0"0,5-7 0 16,10-1 2-16,5-4-4 16,22-3-22-16,25-2-51 15,23-10-2-15</inkml:trace>
  <inkml:trace contextRef="#ctx0" brushRef="#br1" timeOffset="207582.83">23542 11095 369 0,'0'0'4'0,"-4"-22"1"16,-5-3 0-16,-8-9-1 15,-6-6 1-15,-11-10 1 16,-16-4 1-16,-13-9-1 0,-11 2-2 16,-18 4-2-16,-17 7 1 15,-18 1-1-15,-20 9 1 16,-19 3-1-16,-15 7-1 16,-24 9 1-16,-18 3 0 0,-13 8 2 15,-17 10 0-15,-13 4 0 16,-13 14 1-16,-2 12 0 15,-6 12-1-15,1 12 0 0,0 18 0 16,5 12-3-16,13 18 2 16,4 15-1-16,15 15 1 15,11 16-2-15,17 8 1 16,17 15-1-16,21 4 1 0,21 16-1 16,21 0-1-16,24 10-1 15,25-1 0-15,25 3 0 16,29 3 1-16,26 2 0 15,22-6 1-15,30-3-1 16,32 0 2-16,22-9-1 0,28-1 1 16,30-14 0-16,22-4 1 15,29-14-2-15,21-14 1 16,27-17 0-16,14-17 0 16,29-20-1-16,14-16 0 0,17-22 1 15,11-15-1-15,36-19 0 16,-18-13 0-16,-4-7 0 15,1-18 1-15,-9-12 0 0,-4-8 0 16,-10-17-2-16,-7-16 0 16,-50-18 0-16,19-19 0 15,-16-23 0-15,-21-20 0 16,-22-26 0-16,-28-22 0 16,-28-25 0-16,-26-18 0 0,-38-22 0 15,-31-8 0-15,-40-13 0 16,-40 1 0-16,-37 7 0 15,-55 9 0-15,-42 23 0 16,-55 18 0-16,-52 32 0 0,-50 32 0 16,-59 40 0-16,-53 37 0 15,-57 39 0-15,-45 32 0 16,-56 49-83-16,-20 43-6 16</inkml:trace>
  <inkml:trace contextRef="#ctx0" brushRef="#br0" timeOffset="-203127.64">20220 7847 228 0,'0'0'6'0,"0"0"3"16,-3-4 2-16,3 4 2 0,0 0 1 15,0 0 3-15,0 0 0 16,0 0 4-16,0 0-4 0,0 0-1 15,0 0 0-15,0 0-3 16,0 0 0-16,0 0-2 16,0 0-1-16,0 0-2 15,0 0-1-15,0 0 0 0,-3 7 1 16,3-7 0-16,0 0 0 16,0 0 1-16,0 0 1 15,0 0-1-15,0-7-4 16,0-4-5-16,3-3 0 0,0-5 0 15,-1-6 0-15,0-2 0 16,-2-7 0-16,3-2 0 16,-1-6 0-16,-2-3 0 15,0-4 0-15,0-1 0 0,0-5 0 16,-5-2 0-16,3 3 0 16,0-4 0-16,-1 2 0 15,0 1 0-15,0 3 0 16,1 3 0-16,0 4 0 0,-1 1 0 15,3 4 0-15,0 2 0 16,-2 7 0-16,2 2 0 16,0 1 0-16,0 3 0 15,0 3 0-15,0 3 0 0,-3 1 0 16,3 2 0-16,0 0 0 16,0-2 0-16,0 6 0 15,0-3 0-15,-2 3 0 0,2-1 0 16,0-2 0-16,0 0 0 15,-2 3 0-15,2 1 0 16,0 0 0-16,0-3 0 16,0 3 0-16,0 3 0 15,0-2 0-15,0 10 0 0,0-15 0 16,0 15 0-16,0-12 0 16,0 12 0-16,0-20 0 15,2 13 0-15,0-5 0 16,-2 2 0-16,3 0 0 0,-3 0 0 15,2-5 0-15,1 5 0 16,1 0 0-16,-1 0 0 16,0 3 0-16,-3 7 0 0,3-15 0 15,-3 15 0-15,0 0 0 16,2-8 0-16,-2 8 0 16,0 0 0-16,0 0 0 15,0 0 0-15,0 0 0 0,0 0 0 16,0 0 0-16,0 0 0 15,0 0 0-15,0 0 0 16,0 0 0-16,0-9 0 16,0 9 0-16,2-10 0 0,-2 10 0 15,3-18 0-15,-1 8 0 16,1 0 0-16,-1-2 0 16,-2-1 0-16,2 3 0 15,1-2 0-15,-2-3 0 16,6 1 0-16,-5-1 0 0,3 0 0 15,-2 1 0-15,1-4 0 16,1 3 0-16,-2 0 0 16,-1 5 0-16,0 0 0 15,-2 10 0-15,6-12 0 0,-6 12 0 16,0-10 0-16,0 10 0 16,0-8 0-16,0 8 0 15,0-17 0-15,0 17 0 0,0-20 0 16,-2 10 0-16,2-4 0 15,0 0 0-15,0-2 0 16,0 6 0-16,0-3 0 16,0 0 0-16,0-1 0 0,0 4 0 15,0 0 0-15,0 10 0 16,0-12 0-16,0 12 0 16,-4-12 0-16,4 12 0 15,0 0 0-15,0-13 0 16,0 13 0-16,0 0 0 0,0 0 0 15,0 0 0-15,0 0 0 16,0 0 0-16,0 0 0 16,0 0 0-16,0 0 0 15,0 0 0-15,0 0 0 0,0 0 0 16,0 0 0-16,0 0 0 16,0 0 0-16,0 0 0 15,0 0 0-15,0 0 0 16,0 0 0-16,0 0 0 0,0 0 0 15,0 0 0-15,0 0 0 16,0 0 0-16,0 0 0 16,0 0 0-16,0 0 0 0,0 0 0 15,0 0 0-15,0 0 0 16,0 0 0-16,0 0 0 16,0 0 0-16,0 0-6 15,0 5-86-15,0-5-3 0</inkml:trace>
  <inkml:trace contextRef="#ctx0" brushRef="#br0" timeOffset="-202430.77">20254 6428 432 0,'0'0'6'15,"0"0"5"-15,0 0 1 0,5-10 2 16,-5 10 0-16,0 0 1 16,0 0-8-16,0 0-7 0,-7 3 0 15,-5 14 0-15,1 4 0 16,-4 5 0-16,-2 6 0 16,-6 8 0-16,-2 0 0 15,1 2 0-15,-1 3 0 0,0-6 0 16,5-5 0-16,1-1 0 15,3-12 0-15,4 0 0 16,5-6 0-16,1-5 0 16,6-10 0-16,0 0 0 0,0 0 0 15,13-18 0-15,-1-2 0 16,1-5 0-16,7-6 0 16,2-4 0-16,-2-7 0 15,2-1 0-15,-2 2 0 16,3-4 0-16,-6 5 0 0,1 3 0 15,-9 5 0-15,4 5 0 16,-6 4 0-16,1 9 0 16,-4 3 0-16,-4 11 0 15,3-9 0-15,-3 9 0 0,5 8 0 16,-2 4 0-16,4 7 0 16,0 4 0-16,3 7 0 15,6 2 0-15,-2 5 0 16,4-1 0-16,2 0 0 0,-1-4 0 15,1-2 0-15,0-5 0 16,2-9 0-16,-1 5 0 16,-5-17 0-16,-16-4-15 15,30 6-78-15,-10-12-3 0</inkml:trace>
  <inkml:trace contextRef="#ctx0" brushRef="#br0" timeOffset="-201413.83">20296 5843 373 0,'0'0'6'0,"0"0"2"15,0 0 2-15,0 0 2 0,0 0 1 16,0 0 3-16,0 0-2 16,13-7 3-16,-13 7-5 15,12-10-1-15,-2 3-2 16,0-3-1-16,7-2-6 0,3-3-2 15,0-3 0-15,2 1 0 16,6-5 0-16,-1-3 0 16,10 0 0-16,-2-2 0 0,3-4 0 15,-1 2 0-15,3-5 0 16,1-1 0-16,5 0 0 16,-2 1 0-16,-1-3 0 15,3-3 0-15,2 3 0 0,-1-3 0 16,3 0 0-16,-3 3 0 15,3-3 0-15,-4 6 0 16,4-2 0-16,-4 0 0 16,-7 4 0-16,-2 5 0 15,0-1 0-15,-9 3 0 0,1 0 0 16,-6 3 0-16,-3 3 0 16,-3-1 0-16,4 0 0 15,-5 0 0-15,5-2 0 16,-1 0 0-16,7 2 0 0,-3-3 0 15,6 4 0-15,0-1 0 16,0 0 0-16,0 0 0 16,0 4 0-16,-3-2 0 0,0 0 0 15,-2-1 0-15,1 1 0 16,-2 1 0-16,-2-4 0 16,1 2 0-16,-4-1 0 15,-4 3 0-15,0 4 0 16,-4 1 0-16,-7 2 0 0,-4 10 0 15,8-15 0-15,-8 15 0 16,0 0 0-16,-8 0 0 16,1 5 0-16,-4 5 0 0,-8 3 0 15,-19 5-49 1,14 6-43-16</inkml:trace>
  <inkml:trace contextRef="#ctx0" brushRef="#br0" timeOffset="-200979.84">21213 4828 419 0,'0'0'7'0,"0"0"2"0,0 0 1 15,0 0 1-15,0 0 0 16,0-8 2-16,0 8 0 16,12 0 1-16,1 0-10 15,6 3-4-15,4 2 0 0,5 1 0 16,4-2 0-16,2 0 0 16,-1 2 0-16,4 1 0 15,-5-2 0-15,-2 0 0 16,-3 3 0-16,-6 1 0 15,-6 4 0-15,-5 2 0 16,-6 3 0-16,-4 3 0 0,-9 7 0 16,-7-1 0-16,-4 3 0 15,-1-1 0-15,-5-1 0 16,4 1 0-16,0-4 0 0,4-3 0 16,3-4 0-16,5-4 0 15,6-4 0-15,-1 23-38 16,5-33-51-16,7 0-3 15</inkml:trace>
  <inkml:trace contextRef="#ctx0" brushRef="#br0" timeOffset="-199963.04">21938 4439 352 0,'0'0'5'0,"0"0"3"16,0 0 4-16,0 0 1 0,0-10-1 15,0 10 2-15,0 0 0 16,13-10 0-16,-3 8-5 15,5 2-2-15,4 2-2 16,7 0-2-16,3 9-1 0,8-2 0 16,4 1 0-16,6 0-1 15,5-3 1-15,5 3-1 16,1-2 0-16,6-1 1 16,3-2-1-16,-2 3 0 15,3-1 0-15,-3-2 0 0,2 0 0 16,4 0-1-16,-4 1 1 15,4-5 0-15,0-1-1 16,-2 6 1-16,3-5-1 0,-1-1 0 16,0 3 0-16,-9 0 1 15,-3 0-1-15,-5-3 0 16,-1 2 0-16,-6 0 0 16,-2-2 1-16,-3 0-1 0,0 0 0 15,-4 0 0-15,-1 0 0 16,0 0 0-16,-2 0 0 15,-5 0 0-15,-6 0 0 16,1 4 1-16,-2-4-1 16,-6 1 0-16,1-1 0 0,-3 0 1 15,-3 0-1-15,0 0 1 16,-4 0 0-16,2 0 0 16,-10 0 0-16,12 0 1 0,-12 0-1 15,0 0 1-15,0 0-1 16,0 0 0-16,0 0 0 15,0 0 0-15,5-7-1 16,-5 7 1-16,0 0-1 0,0 0 0 16,0 0 0-16,0 0 0 15,0 0 1-15,8-8-1 16,-8 8 0-16,0 0 1 16,0 0-1-16,0 0 2 0,0 0-2 15,0 0 0-15,0 0-4 16,0 0-4-16,-8-4-13 15,-14 1-61-15,15 3-4 16</inkml:trace>
  <inkml:trace contextRef="#ctx0" brushRef="#br0" timeOffset="-199546.66">23320 4280 399 0,'0'0'6'0,"0"0"2"15,0 0 2-15,0 0 0 16,0 0 1-16,0 0 0 16,0 0 2-16,0 0 0 15,8 5-4-15,4 2-2 0,6 4-1 16,4-1-1-16,5 5-2 15,5-1-3-15,3 1 0 16,0 2 0-16,-2-2 0 16,1 3 0-16,-9-4 0 15,-3 4 0-15,-4 2 0 0,-8-3 0 16,-3 3 0-16,-7 2 0 16,-12 1 0-16,-4 2 0 15,-5-1 0-15,-7 1 0 16,-4-1 0-16,-3-2 0 0,1 1 0 15,4-3 0-15,2-1 0 16,1-1 0-16,8-6 0 16,11 3 0-16,8-15 0 15,-8 13-71-15,16-6-17 0</inkml:trace>
  <inkml:trace contextRef="#ctx0" brushRef="#br0" timeOffset="-198830.34">24152 4457 395 0,'0'0'7'0,"0"0"3"0,0 0 2 15,0 0 2-15,0 0 1 16,0 0-1-16,0 0 1 0,0 0 0 16,6 16-6-16,-4 7-4 15,1 9-5-15,2 13 0 16,-1 5 0-16,4 9 0 15,0 6 0-15,-3 1 0 16,2 3 0-16,-5 1 0 0,3-4 0 16,-5 0 0-16,0-2 0 15,0-5 0-15,0-2 0 16,-5-8 0-16,0-3 0 0,-2-7 0 16,1-7 0-16,2-2 0 15,-1-11 0-15,0-1 0 16,3-4 0-16,-3-6 0 15,5-8 0-15,-3 10 0 16,3-10 0-16,0 0 0 0,0 0 0 16,0 0 0-16,0 0 0 15,0 0 0-15,0 0 0 16,0 0 0-16,0 0 0 16,0 0 0-16,0 0 0 0,-8-5 0 15,8 5 0-15,0-10 0 16,0 10 0-16,0-10 0 15,0 10 0-15,0 0 0 16,-27-2-76-16,27 2-16 0</inkml:trace>
  <inkml:trace contextRef="#ctx0" brushRef="#br0" timeOffset="-198212.23">23951 5067 323 0,'0'0'7'0,"0"0"6"16,0-8 2-16,0 8 5 0,0-13 1 15,0 13 2-15,0-18 0 16,0 18 2-16,-2-12-8 16,2 12-5-16,0 0-3 0,0 0-6 15,5 12-3-15,2 3 0 16,6 5 0-16,-1 5 0 15,6 4 0-15,-1 2 0 16,3 0 0-16,5-3 0 0,-6 1 0 16,4-4 0-16,-6-2 0 15,3-9 0-15,-2 4 0 16,-4-6 0-16,-3-4 0 16,-2-3 0-16,-9-5 0 15,10 0 0-15,-10 0 0 0,10-13 0 16,-4-4 0-16,3-3 0 15,1-10 0-15,2-2 0 16,3-8 0-16,3-1 0 16,0-4 0-16,1 1 0 0,1-1 0 15,-3 8 0-15,1 2 0 16,-4 3 0-16,-3 8 0 16,-2 8 0-16,-4 3 0 0,-2 4 0 15,-3 9 0-15,0 0 0 16,0 0 0-16,2 12 0 15,-2 1 0-15,-14 4-22 16,14 3-70-16,-3 2-3 16</inkml:trace>
  <inkml:trace contextRef="#ctx0" brushRef="#br0" timeOffset="-188746.88">19355 13862 349 0,'0'0'6'0,"0"0"4"16,0 0 0-16,0 0 3 15,0 0-2-15,0 0 1 0,0 0 1 16,0 0 1-16,0 10-7 16,0-10-2-16,12 15-1 15,2-3 0-15,4 1-1 0,5-1 0 16,4 1 0-16,6 2 0 16,4-8-1-16,7 3 0 15,6-5 0-15,5-5-1 16,2 0 0-16,5-10 0 15,5-2 0-15,0-8 0 0,0-4-1 16,2-7 1-16,2-1-1 16,-4-10 0-16,-5-3 1 15,-7-4-2-15,-4-3 1 16,-8-3-1-16,-11 0 1 0,-10-1 0 16,-9-1 1-16,-11-2-1 15,-7 6 1-15,-10-1 0 16,-12 2 0-16,-11 7 1 15,-8-2-2-15,-7 7 1 0,-11 3 0 16,-8 8 0-16,-8 7 0 16,-5 4-1-16,-4 8 1 15,-3 10-1-15,-2 3 1 0,-3 9-1 16,2 8 1-16,8 5-1 16,4 5 0-16,3 6 1 15,13 9-1-15,7 2 1 16,10 7-1-16,8 3 2 15,17 11 1-15,11-5 0 0,10 5 0 16,10-2 1-16,11 1-4 16,15-7 0-16,11-3 0 15,11-6 0-15,14-1 0 0,6-10 0 16,8-8 0-16,10-7 0 16,5-10 0-16,9 0-19 15,7-12-66-15,-5-11-5 16</inkml:trace>
  <inkml:trace contextRef="#ctx0" brushRef="#br0" timeOffset="-188013.33">21206 13107 391 0,'0'0'2'0,"-11"-7"1"0,4-2 2 16,-11 1 2-16,-1-6 1 16,-8 4 1-16,-8 1 2 0,-10 2-1 15,-2 4-1-15,-10 6 0 16,-5 9-2-16,-3 10-2 15,-2 8-2-15,5 10 0 0,0 11-1 16,7 4-1-16,5 10 2 16,13 4 0-16,7 2-1 15,13 7 1-15,7-5 1 16,10 0-1-16,10-4 1 16,14-6 0-16,6-9-4 0,13-6 0 15,9-5 0-15,6-11 0 16,11-7 0-16,3-13 0 15,2-1 0-15,6-11 0 16,-1-8 0-16,1-12 0 0,-4-9 0 16,-3-12 0-16,-4-6 0 15,-9-7 0-15,-7-13 0 16,-14-7 0-16,-12-3 0 16,-9-6 0-16,-15-3 0 0,-12 8 0 15,-15-2 0-15,-11 11 0 16,-12 9 0-16,-13 8 0 15,-9 13 0-15,-13 9 0 0,-8 13 0 16,-2 7 0-16,0 10 0 16,0 7 0-16,5 13 0 15,13 4 0-15,10 11-3 16,18 8-16-16,14 18-55 16,37-5-14-1</inkml:trace>
  <inkml:trace contextRef="#ctx0" brushRef="#br0" timeOffset="-187379.89">22391 13097 346 0,'0'0'4'0,"-7"-10"2"16,2 3 3-16,-6-4 3 15,-1 0 2-15,-6-4 0 16,-3 2 1-16,-9 3 1 0,-5 5-4 16,-5 5-1-16,-7 10-3 15,-3 12-1-15,-2 8-3 16,-2 15-1-16,-1 6-1 0,5 12 0 16,5 9 0-16,13 4 1 15,9 4-1-15,16 6 0 16,7-7 1-16,17 1-1 15,13-3 1-15,13-8 0 0,12-8-1 16,7-6 0-16,9-8 0 16,6-12-2-16,8-10 0 15,4-10 0-15,3-12 0 16,0-6 0-16,-2-18 0 0,-6-5 0 16,-3-17 0-16,-10-6 0 15,-6-14 0-15,-16-10 0 16,-6-6 0-16,-18-13 0 15,-13 0 0-15,-12-5 0 16,-18 5 0-16,-18 6 0 0,-12 7 0 16,-20 15 0-16,-16 7 0 15,-10 14 0-15,-13 16 0 16,-13 14 0-16,-6 13 0 0,-6 13 0 16,-2 14 0-16,13 20 0 15,1 16-58-15,15 4-32 16</inkml:trace>
  <inkml:trace contextRef="#ctx0" brushRef="#br0" timeOffset="-179030.15">24083 5841 373 0,'0'0'10'0,"0"0"2"16,0 0 3-1,0 0 1-15,-7-7 1 0,7 7 0 16,0 0 0-16,0 0 0 16,0 0-9-16,-5 12-3 0,5 1-1 15,-3 6-4-15,3 3 0 16,0 3 0-16,0 7 0 15,0-4 0-15,3-2 0 16,-1-1 0-16,1 0 0 16,-3-7 0-16,2-3 0 0,-2-15 0 15,5 15 0-15,-5-15 0 16,0 0 0-16,0-11 0 16,-5-6 0-16,0-3 0 0,0-9 0 15,-3-3 0-15,3-8 0 16,1-3 0-16,1 4 0 15,3 2 0-15,0 2 0 16,0 8 0-16,3 5 0 0,1 1 0 16,4 13 0-16,0-3 0 15,1 9 0-15,4-2 0 16,7 4 0-16,-2 0 0 16,6 11 0-16,1-1 0 15,-5 3 0-15,0 1 0 0,-3 1 0 16,-7 3 0-16,-5-4 0 15,-7 2 0-15,-11-4 0 16,-7-3 0-16,-4 1 0 16,-6-2 0-16,-2-1 0 0,4 3 0 15,-2-2 0-15,5-3 0 16,13 10 0-16,12-15-83 16,-6 10-5-16</inkml:trace>
  <inkml:trace contextRef="#ctx0" brushRef="#br0" timeOffset="-166346.72">12819 3205 323 0,'0'0'7'15,"0"0"4"-15,0 0 4 16,-4-7 2-16,4 7 3 16,0 0-1-16,-5-10 1 0,5 10-1 15,0 0-6-15,0 0-5 16,0 0-2-16,5 3-3 16,2 4 0-16,3 5-1 0,5 3-1 15,3 5 2-15,1 5 0 16,6 0 0-16,2 1-1 15,-2 5 1-15,8-1-1 16,-6-3-1-16,1-2 1 0,-1 1-2 16,0-6 0-16,-5 0 1 15,-2-5-1-15,1-1 1 16,-10-4-1-16,4 0 1 16,-4-2-2-16,-4-5 1 0,-7-3-2 15,0 0-2-15,0 0-5 16,0 0-8-16,2-6-26 15,-2 6-40-15,-7-15 0 16</inkml:trace>
  <inkml:trace contextRef="#ctx0" brushRef="#br0" timeOffset="-165698.2">12733 3188 148 0,'0'0'8'0,"0"0"6"0,0 0 5 16,0 0 3-16,0 0 1 0,0 0 1 15,-8-4 1-15,8 4 0 16,0 0-3-16,0 0-5 16,5 0-3-16,3-3 1 0,5-2 0 15,9 0-1-15,5-5-1 16,3 2-1-16,9-7-1 16,6 0-2-16,2-1-1 15,8 0-2-15,5-2-1 16,2 2 0-16,3 1-1 0,-3-3-1 15,2 4-1-15,-5 0 0 16,2 0 0-16,-6 2-1 16,-9 2 0-16,-4 0 0 0,-6 4 0 15,-10 0 0-15,-3 1 1 16,-8-1-1-16,-5 5 1 16,-10 1 0-16,12-6 2 15,-12 6-1-15,0 0 0 0,0 0-1 16,0 0-4-16,-5-1-5 15,-5 1-8-15,10 0-23 16,-15 16-46-16,1-3-1 16</inkml:trace>
  <inkml:trace contextRef="#ctx0" brushRef="#br0" timeOffset="-165197.03">13160 3571 268 0,'0'0'3'0,"0"0"5"15,0 0 2-15,0 0 4 16,6 0 1-16,8 0 4 0,9-1-1 16,6-2 3-16,9-4-3 15,6 1-4-15,8-2-3 16,6 0-1-16,4-3-1 15,-1 1-4-15,2-2 0 0,1 2-1 16,-2 0 0-16,-4-2-1 16,-1 2 0-16,-10 3-2 15,-2-1 0-15,-10 1-1 16,-5 4 1-16,-10-1 1 0,-3 4 0 16,-10-3 0-16,-7 3 0 15,0 0 0-15,0 0-1 16,0 0-2-16,0-8-4 15,0 8-4-15,-15-10-10 0,6 6-20 16,9 4-39-16,-13-8-5 16</inkml:trace>
  <inkml:trace contextRef="#ctx0" brushRef="#br0" timeOffset="-164880.84">13722 2985 312 0,'0'0'10'15,"0"0"3"-15,0-8 2 16,0 8 1-16,0 0-1 0,2-10 1 16,-2 10-1-16,8 6 0 15,1 9-8-15,2 4-3 16,6 11-3-16,2 6 0 15,9 7 1-15,-5-1 0 16,12 2 1-16,-5-1-1 0,-1 0 1 16,-2-10-1-16,-5 0 1 15,1-9-1-15,-8-4 0 16,-2-2-2-16,-6-6-4 16,-2-2-5-16,-5-10-21 0,17 13-47 15,-17-13-1-15</inkml:trace>
  <inkml:trace contextRef="#ctx0" brushRef="#br0" timeOffset="-164047.1">13324 3202 394 0,'0'0'5'0,"0"0"3"16,0 0 0-16,0 0 1 16,0 0 1-16,0 0-1 15,0 8 0-15,0-8 0 0,-2 13-5 16,0-4-2-16,2 7-2 15,2-1 0-15,0-1 0 16,8 1 1-16,0-3 0 16,5-4 0-16,2-1 1 15,3-5 1-15,0-2 1 0,2-4 1 16,-2-4 1-16,-2-6 1 16,-4-2-1-16,0 0 2 15,-10-2-8-15,-4 3 0 0,0 0 0 16,-13 7 0-16,-1 3 0 15,-4 5 0-15,-4 0 0 16,2 8 0-16,-2 5 0 16,2 2 0-16,2-1 0 0,9 1 0 15,1-3 0-15,5-2 0 16,3-10 0-16,3 7 0 16,7-7 0-16,2 0 0 15,1-7 0-15,2-3 0 0,-3 1 0 16,1-4 0-16,-6 1 0 15,-2 2 0-15,-5 2 0 16,0 8 0-16,-5-7-4 16,5 7-5-16,-23 0-5 0,16 7-13 15,-5 11-39-15,-1-6-18 16</inkml:trace>
  <inkml:trace contextRef="#ctx0" brushRef="#br0" timeOffset="-163413.68">13359 3307 316 0,'0'0'5'0,"0"0"-1"15,0 0 1-15,0 0 1 16,0 0 3-16,0 0 3 16,0 0 2-16,0 5 4 15,0-5-3-15,12 0 1 16,-7-10 2-16,7-3-3 0,-1-6 1 16,4-3-1-16,2-7-3 15,1-6 0-15,1-11-9 16,1-3-3-16,3-8 0 0,2-5 0 15,2-10 0-15,2-5 0 16,4-5 0-16,0 1 0 16,-1-1 0-16,7 0 0 15,-4 5 0-15,-3 8 0 0,3 4 0 16,-10 11 0-16,2 2 0 16,-6 10 0-16,-5 2 0 15,-3 14 0-15,-1 1 0 16,-7 5 0-16,0 7 0 0,-3 3 0 15,-2 10 0-15,3-10 0 16,-3 10 0-16,0 0 0 16,0 0 0-16,0 0 0 15,0 0 0-15,0 0 0 16,6 8 0-16,-6-8 0 0,0 9 0 16,0-9 0-16,-4 11 0 15,4-11 0-15,-5 9 0 16,5-9 0-16,-4 10 0 15,4-10-6-15,0 0-6 16,0 0-3-16,-8 10-2 0,8-10-3 16,0 0-4-16,0 0-6 15,2-4-18-15,8 1-32 0,-10 3-3 16</inkml:trace>
  <inkml:trace contextRef="#ctx0" brushRef="#br0" timeOffset="-162896.75">13978 1977 271 0,'0'0'7'0,"0"0"3"16,0 0 5-16,0 0 3 16,-12-10 1-16,12 10 2 15,-9-3 3-15,9 3-3 16,-12 0-5-16,3 0-4 0,9 0-3 16,-18 18-4-16,11-6-2 15,2 2-2-15,-1 4 0 16,4-3 0-16,2 5 0 15,2-5 1-15,6-6 0 16,4 1 2-16,1-4 0 0,4-6 1 16,1-6 0-16,-4-1 1 15,7-5 0-15,-7-8 0 16,2-3-1-16,-4-2 0 0,-5-4-1 16,-7 4-2-16,0 3-2 15,-7 3 0-15,-5 6 0 16,-6 9 0-16,-5 4 0 15,1 17 0-15,2 2 0 0,0 3 0 16,3 3 0-16,8 0-2 16,0-3 1-16,9-7 0 15,5-3 1-15,6-2 0 16,6-7 0-16,0-3 0 0,4-5 1 16,-5-5 0-16,5-5 1 15,-9 0-2-15,-2-2 0 16,-5-5 0-16,-5 4 0 15,-8-2 0-15,-6 14 0 16,-9 0 0-16,0 6 0 0,2 2 0 16,-9 10 0-16,7 6-2 15,3 5-6-15,1-2-5 16,8 3-13-16,4 2-42 0,9-8-19 16</inkml:trace>
  <inkml:trace contextRef="#ctx0" brushRef="#br0" timeOffset="-162162.06">14042 2019 278 0,'0'0'4'0,"0"0"2"0,0 0 3 0,-9-5 3 15,9 5 3-15,0 0 1 16,-11-6 1-16,11 6 1 0,0 0-1 16,0 0-4-16,6-9-2 15,8 1-1-15,6-1-2 16,8-6-2-16,11-6 1 16,11 2-1-16,13-3 0 0,6-3-1 15,10-5-1-15,7 0 0 16,9 4-1-16,0-2 1 15,10 1-2-15,-56 14-2 16,7-1-1-16,5-2 0 16,1 2 0-16,0-1 1 0,5 3-2 15,-8-4 0-15,8 2 1 16,-9 2 2-16,-1-1 1 16,-5 3 1-16,-3-3 0 15,-3 6 0-15,-4-2 0 0,-10 0 0 16,3 2 0-16,-10 0-1 15,-5 5-1-15,-8-1-1 16,-12 3-1-16,0 0-2 16,0 0-1-16,0 0-4 0,-12 0-4 15,2 3-7-15,0-1-15 16,0-2-43-16,10 0-10 16</inkml:trace>
  <inkml:trace contextRef="#ctx0" brushRef="#br0" timeOffset="-161680.3">15663 1494 368 0,'0'0'6'0,"0"0"3"16,0 0 0-16,0 0 2 15,0 0 1-15,-5-6-1 0,5 6 1 16,0 0-1-16,-13 0-5 16,13 0-3-16,-12 8-2 15,12-8 0-15,-8 10-2 16,8-10 1-16,-5 13 1 15,5-13 0-15,0 12 0 0,0-12 2 16,13 10 0-16,-4-6 0 16,1 2 1-16,3-5 0 15,-1 2 1-15,1-3-1 0,-1 0 1 16,0-3-2-16,-1-1 0 16,-11 4-1-16,12-10 0 15,-12 10-2-15,0-10 0 16,0 10-1-16,-5-5-1 0,-7 3 1 15,-1 2-1-15,1 0 1 16,-1 0 0-16,1 2 0 16,0 1 1-16,4-1-1 15,8-2 1-15,-12 10 0 16,12-10 0-16,0 0 1 0,0 0 0 16,7 6 1-16,-7-6-1 15,15-3 1-15,-15 3-1 16,15-10 0-16,-15 10-1 15,9-8-1-15,-9 8-2 0,0 0-1 16,0 0-3-16,0 0-6 16,-7-4-9-16,7 4-30 15,-12 4-34-15,12-4-3 0</inkml:trace>
  <inkml:trace contextRef="#ctx0" brushRef="#br0" timeOffset="-161046.24">15700 1536 324 0,'0'0'6'0,"0"0"4"0,0 0 2 0,0 0 4 15,0 0 0-15,-8-5 0 16,8 5-1-16,0 0 0 16,0 0-5-16,0 0-5 0,-4 7-2 15,4-7-2-15,9 17 3 16,10 8-1-16,11 5 1 15,11 5 1-15,1 7 0 16,10 4 1-16,8 7 0 16,0-4 0-16,-3 1-3 0,-1-5 1 15,6-1-2-15,-7 1 1 16,0-6-1-16,-2-6-1 16,-7 1 0-16,-3-7 1 15,-6 1-1-15,-9-6 3 16,-7-5-4-16,-3 1 0 15,-8-9 0-15,0 4 0 16,-10-13 0-16,0 0 0 16,7 10 0-16,-7-10 0 15,0 0 0-15,0 0 0 0,0 0 0 16,0 0 0-16,-7-3 0 16,7 3 0-1,0 0 0-15,-10-4 0 0,10 4 0 16,0 0 0-16,-8-3 0 15,8 3 0-15,0 0-2 16,0 0-15-16,0 0-9 16,-10 0-15-16,10 0-43 15,0 0-3 1</inkml:trace>
  <inkml:trace contextRef="#ctx0" brushRef="#br0" timeOffset="-160564.17">16614 2283 511 0,'0'0'0'0,"0"0"0"0,10-19 0 15,-8 12 0-15,1-6 0 16,-3-2 0-16,0 0 0 16,-3 3 0-16,-6 2 0 0,-7 6 0 15,-3 1 0-15,-4 3 0 16,1 10 0-16,5 0 0 16,-3 4 0-16,7 1 0 15,6 0 0-15,4-2 0 0,3-4 0 16,7-1 0-16,9-5 0 15,4-3 0-15,2-6 0 16,5-4 0-16,-2-2 0 16,-2-3 0-16,-4 0 0 15,-6-2 0-15,-8 2 0 0,-5 0 0 16,-5 3 0-16,-13 4 0 16,1 6 0-16,-5 2 0 15,-1 2 0-15,0 8 0 16,7 3-4-16,-2-1-9 15,13 10-22-15,5-4-48 32,13-1-1-32</inkml:trace>
  <inkml:trace contextRef="#ctx0" brushRef="#br0" timeOffset="-159596.97">16567 2296 366 0,'0'0'8'0,"0"0"4"15,0 0 1-15,0 0 2 16,0 0-1-16,0 0 0 16,0 0 0-16,0 0 1 15,0 12-7-15,0 6-4 16,0 2-3-16,0 4 0 0,0 6 0 16,2 8 0-16,-2 1 1 15,0 1-1-15,0 0 0 16,0-3 0-16,0-4 1 0,0 0-1 15,-2-5 1-15,-1-6-1 16,1-5 1-16,-1-5 0 16,1 1 0-16,2-13 0 15,-2 12 0-15,2-12 1 0,0 0-3 16,0 0 0-16,0 0 0 16,0 0 0-16,0 0 0 15,0 0-3-15,-11-10-6 16,11 10-7-16,-2-9-12 15,-1-7-53-15,3 16-3 0</inkml:trace>
  <inkml:trace contextRef="#ctx0" brushRef="#br0" timeOffset="-159047.04">16323 2769 380 0,'0'0'6'0,"0"0"2"15,7 0 2-15,-7 0 1 16,16 0 1-16,-2 0 1 0,6 0 1 16,8 0 1-16,-3 0-5 15,12 0-1-15,0 0-3 16,2 0 0-16,2-2-1 0,1-1-1 16,-5-2-2-16,0 3-2 15,-7-3 0-15,-5 2 0 16,-5 0 0-16,-8 2 0 15,1-2 0-15,-13 3 0 16,0 0 0-16,0 0 0 0,-13-3 0 16,-1 3-23-16,-4 0-60 15,-1 7-3-15</inkml:trace>
  <inkml:trace contextRef="#ctx0" brushRef="#br0" timeOffset="-158747.1">16378 2808 410 0,'0'0'7'0,"0"0"2"16,0 0 1-16,0 0 1 0,0-9 1 15,0 9 1-15,0 0-1 16,0 0 0-16,0 0-6 16,-7 0-2-16,4 13-1 0,-1 4-3 15,4 7-1-15,0 1 0 16,0 7 0-16,0 3 0 15,0-3 1-15,7 4-1 16,-5-5 0-16,3-2 3 16,-3-4-2-16,1-2 2 0,-3-6 0 15,0-2 0-15,0-5-2 16,0 0 0-16,0-10 0 16,0 0-6-16,0 0-11 15,-7 15-45-15,7-19-21 0,0-9-3 16</inkml:trace>
  <inkml:trace contextRef="#ctx0" brushRef="#br0" timeOffset="-158396.81">16730 2808 402 0,'0'0'8'0,"0"0"3"15,0 0 3-15,0 0 0 16,0 0 1-16,0 0 0 16,0 0-1-16,0 0 1 15,0 0-12-15,0 8-3 0,0 5 0 16,-2 2 0-16,2 4 0 16,0 4 0-16,-2 7 0 15,2-2 0-15,0 1 0 0,0 0 0 16,0 1 0-16,0-5 0 15,0 0 0-15,0-3 0 16,0-5 0-16,2-2 0 16,-2-5 0-16,0-10 0 15,0 12 0-15,0-12 0 16,0 0 0-16,0 0 0 0,0 0-11 16,0 0-73-16,-7-7-2 15</inkml:trace>
  <inkml:trace contextRef="#ctx0" brushRef="#br1" timeOffset="-153811.95">16555 3146 324 0,'0'0'8'0,"0"0"3"0,0 0 0 15,0 0 1-15,0 0 1 16,-13 0 2-16,13 0-2 0,-12 12 0 15,4-4-7 1,3 3-3-16,0 3 0 0,5-3-1 16,0 2 0-16,0-1 0 15,0-12 0-15,18 15 1 0,-9-9 1 16,7-4 1-16,-2-2 1 16,-1 0 1-16,2-8 1 15,-3-2 0-15,-4-2 0 16,-1-3-1-16,-2 1 0 0,-5-4-1 15,0 3-4-15,-5 1-2 16,-5 1 0-16,-3 3 0 16,-1 5 0-16,-4 3 0 15,1 2 0-15,-1 5 0 16,4 2 0-16,1 8 0 0,1 0 0 16,4 2 0-16,3 4 0 15,5-5 0-15,2-1 0 16,7 0 0-16,0-3 0 0,6-7 0 15,0-5 0-15,2 0 0 16,1-3 0-16,-3-6 0 16,0-6 0-16,-6 0 0 15,2-2 0-15,-9 0 0 0,-2-3 0 16,-2 5 0-16,-3 2 0 16,-8 1 0-16,-1 7 0 15,-2 3 0-15,2 2 0 16,-2 5 0-16,4 2 0 0,2 5 0 15,0 3 0-15,10 3-18 16,-7-1-21-16,7-3-44 16,7 3-2-16</inkml:trace>
  <inkml:trace contextRef="#ctx0" brushRef="#br1" timeOffset="-153113.77">16609 3227 365 0,'0'0'8'0,"0"0"3"16,0 0 1-16,-3-8 1 0,3 8 2 16,0 0 0-16,3-14 1 15,-3 14 0-15,17-3-7 16,-5 3-2-16,6 0-3 16,2 8-2-16,0 2 0 0,5 5-1 15,2 4-1-15,-4 2 0 16,1 0 1-16,1 4-1 15,-3 2 0-15,-1-2 1 0,0-2-1 16,0-1 1-16,-1-5-1 16,1-4 1-16,0-2 0 15,4-7 0-15,-3-4-1 16,5 0 1-16,-5-3 0 16,4-6 1-16,-1-7 0 0,-5-1 1 15,-1-3-3-15,1-5 0 16,-3-2 0-16,-4-7 0 15,-4 1 0-15,1-1 0 16,-4 4 0-16,-1-1 0 0,-3 5 0 16,-2 4 0-16,0 5 0 15,0 5 0-15,0 3 0 16,0 9 0-16,0 0 0 0,0-9 0 16,0 9 0-16,0 0 0 15,3 9-15-15,-3-9-70 16,12 18-2-16</inkml:trace>
  <inkml:trace contextRef="#ctx0" brushRef="#br1" timeOffset="-152563.7">17501 3004 475 0,'0'0'4'0,"0"0"1"16,0 0 1-16,0 0-2 16,0 0 1-16,0 0 0 15,0 0 0-15,-5 17-3 0,5 6-2 16,0 6 0-16,2 9 0 16,3 4 0-16,6 3 0 0,-4-3 0 15,2-3 0-15,2-1 0 16,-1-7 0-16,-3-3 0 15,0-10 0-15,-1-6 0 16,-6-12 0-16,2 12 0 16,-2-12 0-16,-2-5 0 0,-4-10 0 15,-4-1 0-15,1-12 0 16,-4-7 0-16,-2-5 0 16,0-7 0-16,1 3 0 15,2-8 0-15,1 7 0 0,1-2 0 16,6 7 0-16,4 9 0 15,1 3 0-15,10 9 0 16,4 1 0-16,7 11 0 16,0 0 0-16,8 4 0 0,-2 3 0 15,-1 3 0-15,-2 5 0 16,-6 0 0-16,-1 8 0 16,-13-2 0-16,-3 1 0 0,-4 0 0 15,-13 3 0-15,-5-2 0 16,-2-3 0-16,-6 2 0 15,3-1 0-15,1-3 0 16,4 1 0-16,-3 1-36 0,-2-4-48 16,18 1-3-16</inkml:trace>
  <inkml:trace contextRef="#ctx0" brushRef="#br1" timeOffset="-151894.52">17928 2792 408 0,'0'0'6'0,"0"0"4"0,0-13 2 16,0 13 0-16,0-12 2 15,0 12-1-15,-2-18 2 0,2 18-1 16,-10-11-7-16,10 11-7 16,-18 4 0-16,9 11 0 15,-3 7 0-15,-4 11 0 16,4 6 0-16,-1 12 0 0,6 7 0 15,5 6 0-15,2 1 0 16,4-6 0-16,14 0 0 16,1-9 0-16,14-8 0 15,-1-7 0-15,8-12 0 0,2-9 0 16,0-7-10-16,3-7-39 16,-5-2-33-16,-3-5-4 15</inkml:trace>
  <inkml:trace contextRef="#ctx0" brushRef="#br1" timeOffset="-151396.52">18125 2930 462 0,'0'0'6'0,"0"0"1"16,-6-11 2-16,6 11 2 16,-2-17 0-16,2 17-6 15,0-11-5-15,0 11 0 16,8-13 0-16,-8 13 0 0,19-2 0 16,-3 2 0-16,-2 7 0 15,2 1 0-15,-2 7 0 16,-3-1 0-16,-3 6 0 15,-2 0 0-15,-4-1 0 0,-2 2 0 16,-2-7 0-16,-5 1 0 16,0-7 0-16,7-8 0 15,-16 7 0-15,16-7 0 16,-12-7 0-16,10-6 0 0,2-4 0 16,0-2 0-16,7-2 0 15,0 2 0-15,3-2 0 16,0 4 0-16,0 1 0 15,0 5 0-15,0 6 0 0,0 5 0 16,-3 5 0-16,0 6 0 16,4 5 0-16,-6 4 0 15,4 10 0-15,0-5 0 16,5 7-11-16,-7-3-30 0,4-2-43 16,-2 1-1-16</inkml:trace>
  <inkml:trace contextRef="#ctx0" brushRef="#br1" timeOffset="-151196.77">18530 2927 463 0,'0'0'3'0,"0"0"-1"0,0 0 1 0,0 3-1 15,0 7 1-15,0 5 0 16,0 0 1-16,2 5-1 15,-2 0-3-15,3 7-5 16,-3-5-11-16,2-8-42 0,2 7-22 16,-1-7-4-16</inkml:trace>
  <inkml:trace contextRef="#ctx0" brushRef="#br1" timeOffset="-150730.36">18622 2732 428 0,'0'0'5'0,"0"0"2"16,0 0 0-16,0 0-1 15,0 0 1-15,0 6-1 0,0 2 1 16,0 9 0-16,0-1-5 16,5 1-2-16,2 3 0 15,0 0 1-15,4-3-1 0,3-4 0 16,4-3 1-16,-2-5 1 15,5-5 1-15,-7-3 0 16,2-6 3-16,-2-4-1 16,-1-4 3-16,-6-1-8 0,-2 1 0 15,-2 0 0-15,-3 1 0 16,0 4 0-16,0 5 0 16,0 7 0-16,0 0 0 15,-3 5 0-15,3 7 0 16,0 3 0-16,9 3 0 0,-2 4 0 15,2 0 0-15,1 3 0 16,3-2 0-16,-1 2 0 16,1 0 0-16,-3-4 0 15,-1 2 0-15,-4-4 0 0,-5 1 0 16,0-3 0-16,-5 1 0 16,-7-3 0-16,-6-1-4 15,-1 2-6-15,-6-7-16 0,-5-2-54 16,10 1-4-16</inkml:trace>
  <inkml:trace contextRef="#ctx0" brushRef="#br1" timeOffset="-150546.93">19034 2878 468 0,'0'0'5'0,"0"0"2"16,0 0 0-16,-5 0 0 15,5 0-1-15,-5 10 0 0,0-2-1 16,3 2-5-16,2 3 0 16,-6-2 0-16,6 9 0 15,0-7-24-15,-5 1-58 16,5-1-2-16</inkml:trace>
  <inkml:trace contextRef="#ctx0" brushRef="#br1" timeOffset="-150211.95">19139 2717 470 0,'0'0'6'15,"-11"-4"2"-15,11 4 2 16,-12-15 0-16,12 15-3 0,-7-16-7 16,5 7 0-16,-2-1 0 15,8 2 0-15,-4 8 0 16,19-11 0-16,-1 5 0 15,-2 3 0-15,5 3 0 16,-1 0 0-16,-1 6 0 0,-1 4 0 16,-6 4 0-16,-7 3 0 15,-5 3 0-15,0 3 0 16,-10-2 0-16,1 2 0 16,-4-3 0-16,3-1 0 0,3-3 0 15,0-4 0-15,7-12 0 16,0 13 0-16,0-13 0 15,14 0 0-15,-7-13 0 16,6 1-82-16,6 0-7 0</inkml:trace>
  <inkml:trace contextRef="#ctx0" brushRef="#br1" timeOffset="-149980.72">19335 2395 473 0,'0'0'4'0,"0"0"1"16,0 0 0-16,0 0 0 15,-3-10-1-15,3 10 1 16,10 0 0-16,8 5 0 16,7 7-5-16,7 9 0 0,5 1 0 15,0 10 0-15,5 5 0 16,-6 7 0-16,-4 6 0 16,-8 5 0-16,-11-1 0 15,-13 3 0-15,-5 1 0 0,-17-7 0 16,-3-8-65-16,-9 10-21 15</inkml:trace>
  <inkml:trace contextRef="#ctx0" brushRef="#br1" timeOffset="-146630.08">17739 2430 338 0,'0'0'7'0,"0"0"3"16,0 0 5-16,-9-10 2 15,9 10 0-15,-5-13 1 16,5 4 0-16,0-1 2 0,0-1-7 16,7 4-4-16,3-3-3 15,3 1-1-15,1 2-3 16,4-4 1-16,-1 9-2 0,-2-1-1 16,0 3 1-16,0 0-1 15,-8 5 0-15,-7-5 1 16,10 19 0-16,-10-5 0 0,-2-3 0 15,-6 7 0 1,-1-3 0-16,-2 0 0 0,2-2 0 16,-1-1-1-16,2-2 0 15,8-10 0-15,-5 17 0 16,5-17 0-16,5 5 0 0,5-3-1 16,5-2 1-16,0 4 0 15,2-3 0-15,1 2 0 16,-6-1 0-16,1-2 0 15,-1 8 1-15,-5-3-1 16,-7-5 0-16,8 14 0 16,-8-3 0-16,-6-4 0 0,-3 3-2 15,-1-1 0-15,-5 2-1 16,-4-2-3-16,-2 4-3 16,1-8-6-16,1 5-11 0,-1 5-41 15,5-13-14-15</inkml:trace>
  <inkml:trace contextRef="#ctx0" brushRef="#br1" timeOffset="-146312.99">17981 2356 356 0,'0'0'6'0,"0"0"3"0,0 0 1 0,0 0 0 0,-3 4 0 15,3-4 1-15,-9 17-1 16,5-6 0-16,-1 1-4 15,3 3-4-15,2-3 0 16,2 1 0-16,9-7 0 16,6 2 0-16,3-5 1 0,-1-3-1 15,6 0 1-15,0-7 0 16,-2-3 2-16,-4-3-1 16,-3-1 0-16,-7-4 1 15,-6-1-1-15,-3 3-1 0,-10-3-2 16,-8 4-1-16,-1 2 0 15,-4 6-2-15,-2 2-5 16,4 5-9-16,0 5-16 16,-11 8-49-16,23-1 2 0</inkml:trace>
  <inkml:trace contextRef="#ctx0" brushRef="#br1" timeOffset="-146113.95">18330 2344 456 0,'0'0'2'16,"0"0"0"-16,0 0 0 15,0 7 0-15,0 2 0 0,-2 4 1 16,0 2 0-16,-1 7 0 16,1 0-3-16,0 6-4 15,-6 0-12-15,8-14-43 16,-2 13-21-16</inkml:trace>
  <inkml:trace contextRef="#ctx0" brushRef="#br1" timeOffset="-145146.7">18169 2205 369 0,'0'0'3'0,"0"0"1"16,0 0 0-16,0 0 1 15,-9 0-1-15,9 0-1 0,-11 8 0 16,4-2 3-16,0 9-2 16,2 0-2-16,0 2 0 15,5 0 1-15,0-1 0 16,0-4 0-16,10 3 1 0,2-10-1 16,3-3 0-16,2-2 1 15,3-2 2-15,-2-8 0 16,1 0 1-16,-3-5-3 15,-2-2 2-15,-9-3-2 0,-3 0 0 16,-2 2-1-16,-7 2-3 16,-7 3-1-16,-4 1 0 15,3 7 0-15,0 0-5 0,1 5-6 16,-2 5-14-16,6 8-55 16,8 1-1-16</inkml:trace>
  <inkml:trace contextRef="#ctx0" brushRef="#br1" timeOffset="-144796.58">18562 2207 408 0,'0'0'5'0,"0"0"2"0,0 0 0 0,0 0-1 16,0 0 1-16,0 0-1 15,-7 6 0-15,7-6 1 16,-11 16-3-16,6-6-1 16,1 5 1-16,-6 2 0 0,-3-2 1 15,6 0-1-15,-3 0 1 16,0-5 0-16,2 0-2 15,8-10-2-15,-12 10-1 0,12-10 1 16,0 0-1-16,0 0 0 16,10-10 0-16,2 0 0 15,3 3-3-15,2-6-7 16,1 3-14-16</inkml:trace>
  <inkml:trace contextRef="#ctx0" brushRef="#br1" timeOffset="-144246.89">18739 2175 410 0,'0'0'4'0,"0"0"-1"0,0 0 2 15,-13-8 0-15,13 8-1 16,-10 0 1-16,10 0 0 0,-18 4-1 16,18-4-3-16,-12 18 1 15,10-8-3-15,0 4 1 16,2-3 0-16,0 2 2 16,7 2 2-16,0-5 1 0,4-1-1 15,1 2 1-15,0-4 0 16,1-2 0-16,-4-3 0 15,1 3-2-15,-10-5-1 0,10 5 1 16,-10-5-1-16,0 0 1 16,0 10-1-16,0-10 1 15,-20 5-1-15,8-3-1 0,-3 1-2 16,-2-3-1-16,2 0-6 16,-2-3-8-16,4-1-11 15,1-2-17-15,1-4-39 16,11 3-5-16</inkml:trace>
  <inkml:trace contextRef="#ctx0" brushRef="#br1" timeOffset="-143563.93">18751 2155 388 0,'0'0'6'0,"0"0"2"0,0 0 1 16,0 0 1-16,-10-10 0 15,10 10 0-15,-8 0-1 16,8 0 1-16,-14 15-6 0,4 0-2 16,4 2 0-16,1 4 1 15,3 0 0-15,2 2 1 16,2-4 0-16,7-1 0 16,3-6 0-16,2-2 1 0,1-5-2 15,6 0-1-15,-5-5 0 16,2-5 0-16,-1 0 1 15,-1-5 1-15,-2-5-4 16,-1 3 0-16,-6-5 0 0,-2-1 0 16,-5-5 0-16,0 4 0 15,0 2 0-15,-5-3-2 16,-5 5 2-16,-2 0 2 16,0 5-2-16,-4 5 0 0,-1 5-2 15,-4 0 2-15,4 5-1 16,-2 5 0-16,4 3-3 15,0-4-2-15,6 5-5 16,-4-5-9-16,10 3-21 0,8-2-45 16,-5-10-1-16</inkml:trace>
  <inkml:trace contextRef="#ctx0" brushRef="#br1" timeOffset="-143146.64">18974 2095 405 0,'0'0'4'0,"0"0"2"15,-5-4-1-15,5 4 0 0,-12 3 1 16,2 4 1-16,0 2-2 15,-2 1 0-15,-1 8-3 16,6 1-1-16,0 1-1 16,-2 2 0-16,7-2 0 15,2-2 1-15,8-3 2 0,2-5-1 16,-1-6 0-16,5 1 1 16,-1-5 0-16,3-2 0 15,-4-5 1-15,-2-3 1 0,3-5-3 16,-6-3 2-16,-2-2 0 15,-3 1-1-15,-2-4 0 16,-2 1-1-16,-5 6-2 16,-3-2-1-16,0 8-3 0,-2 2-6 15,2 8-11-15,-4 8-40 16,8 6-25-16,1 1-2 16</inkml:trace>
  <inkml:trace contextRef="#ctx0" brushRef="#br1" timeOffset="-142963.8">19178 2196 470 0,'0'0'1'16,"0"0"0"-16,0 13-1 16,-4-5 1-16,-1 7 2 15,-1-1 2-15,-1 6-1 16,2 5 1-16,-5-3-4 0,4 9-6 15,-1-12-15-15,-2 3-57 16,9-5-5-16</inkml:trace>
  <inkml:trace contextRef="#ctx0" brushRef="#br1" timeOffset="-142213.48">19325 2008 381 0,'0'0'3'15,"0"0"0"-15,0 0 0 16,0 0-1-16,0 0 1 0,0 0 0 16,0 0 0-16,-10 0 0 15,10 0-2-15,0 0 0 16,0 0-1-16,0 0 2 15,0 0 0-15,0 0 0 0,0 0 1 16,0 0 0-16,0 0 3 16,0 0 1-16,0 0 0 15,0 0 0-15,0 0 0 16,0 0 0-16,0 0 0 0,4-7 0 16,-4 7-2-16,6-12 0 15,-6 12 0-15,5-12-1 16,-5 12 1-16,7-8-2 0,-7 8-1 15,0 0 0 1,0 0-1-16,0 8-1 0,0 6 0 16,0 3-1-16,-2 7 0 15,2 2 0-15,0 1 1 16,0 3-1-16,0-3 1 0,5-2 0 16,-1-3 1-16,5-2-1 15,0-8 1-15,3 1 0 16,1-8 0-16,2-2 0 15,0-3 0-15,2 0 1 0,-4-5 0 16,-1-3-2-16,-2-2 0 16,-6-2 0-16,2 0 0 15,-6-6 0-15,0 6 0 16,-9-3 0-16,3 3 0 0,-4 1 0 16,-3 4 0-16,-1 6 0 15,-2-3 0-15,4 4-2 16,0 4-6-16,-1-3-4 15,13-1-13-15,-12 10-32 0,12-10-29 16,0 10-5-16</inkml:trace>
  <inkml:trace contextRef="#ctx0" brushRef="#br1" timeOffset="-141813.33">19652 1994 433 0,'0'0'5'0,"0"0"-2"0,-7-5 2 15,7 5 0-15,-9-2 1 16,9 2-1-16,-18 0 0 16,8 4 0-16,3 6-3 0,-1 0-2 15,1 5 1-15,4 0-2 16,1 2 1-16,2-2 0 15,0 0 0-15,5-1 0 16,4 3 0-16,4-9 1 0,-1 3-1 16,4-1 1-16,-2-1 0 15,4-1 0-15,-4-2 1 16,-1 0-1-16,-1 2 1 16,-2-5 0-16,-10-3 0 0,0 0 0 15,0 11 0-15,-7-5 0 16,-8-2-2-16,0 1-3 15,-4 0-7-15,-4-5-12 16,-2 0-33-16,5 0-30 0,1-2-3 16</inkml:trace>
  <inkml:trace contextRef="#ctx0" brushRef="#br1" timeOffset="-141697.03">19657 1989 377 0,'0'0'7'16,"0"-12"1"-16,0 12 1 0,9-15-1 15,-5 2-1-15,1 2-7 16,7-3-30-16,6 4-40 16,2 3-7-16</inkml:trace>
  <inkml:trace contextRef="#ctx0" brushRef="#br1" timeOffset="-141380.15">19877 1979 376 0,'0'0'8'0,"-11"3"1"15,11-3 1-15,-14 12 1 16,1-2 0-16,3 0 0 16,-2 4 1-16,-1 2 0 15,8 1-6-15,3-2-3 0,2 0 0 16,5-4-1-16,8-3 1 16,1 1 1-16,6-8-1 15,0-1 0-15,0 0 1 16,3-5-1-16,-7-8 1 0,2-1 0 15,-6-1 0-15,-5-5-1 16,-7-1-1-16,0-4-2 16,-12 0 0-16,-5 2 0 15,0 3 0-15,-8 2 0 0,4 11 0 16,-5 6-11-16,6 2-12 16,-3 17-40-16,11-4-24 15,5 4-4-15</inkml:trace>
  <inkml:trace contextRef="#ctx0" brushRef="#br1" timeOffset="-140439.89">17118 2377 310 0,'0'0'8'0,"-7"-1"4"0,7 1 3 15,-15-10 1-15,15 10 2 16,-10-18-1-16,10 3-1 0,10-5-2 16,15-4-6-16,25-6-4 15,17-10-4-15,30-8 0 16,21-8 0-16,30-8 0 15,20-3 2-15,26-3 1 0,-87 39-3 16,15-2 1-16,5 2-1 16,17 0 0-16,2 6 0 15,-4 3 1-15,171-5 0 16,-3 15-1-16,-14 12 3 16,-13 19-1-16,-29 21 0 0,-23 12-1 15,-62 18-1-15,-80 6-1 16,-24 1 1-16,-22 10 1 15,-27 4 0-15,-16 6 0 16,-9-6 1-16,-21 1 1 0,-10-5 1 16,-10-3-2-16,-12-4-2 15,-12-4 0-15,-6-3 0 16,-12-7-2-16,-12-5-4 16,-10 5-3-16,-15-9-1 0,-13 1 3 15,-10-3 0-15,-12-5 3 16,-15-5 1-16,-2-8 3 15,-10-10 4-15,-9-5 3 16,-3-8 2-16,-1-7 0 0,6-7 0 16,3-13-2-16,15-10 1 15,8-9-1-15,18-13 0 16,18-12 0-16,26-13-1 16,23-16-1-16,32-10 0 0,28-18-3 15,32-13-2-15,42-11 0 16,40-11-4-16,32-9 0 15,-42 76-2-15,18-5 0 16,16 0-4-16,27-1-15 16,5 5-60-16,27-3 0 15</inkml:trace>
  <inkml:trace contextRef="#ctx0" brushRef="#br1" timeOffset="-138330.18">13145 2692 352 0,'0'0'7'16,"0"0"5"-16,0 0-2 15,0 0 3-15,0 0-1 16,0 0 1-16,0 0 0 16,10 8 1-16,-2-4-6 0,2 2-3 15,2-3 0-15,3-1 1 16,2-2 0-16,3-11 0 16,-2-8 0-16,-3-6 1 0,5-8 0 15,-6-3 0-15,-4-4-5 16,-2-9-2-16,-8 1 0 15,-2-1 0-15,-11 2 0 16,-2 5 0-16,-7 8 0 0,-1-2 0 16,1 14 0-16,-3 5 0 15,5 12 0-15,3 5 0 16,2 17 0-16,8 6 0 0,7 6 0 16,0 6 0-16,12 3 0 15,8 1 0-15,2 1 0 16,11 0 0-16,-1-9 0 15,7 2-5-15,-6-11-31 16,-4-5-47-16,6-5-4 16</inkml:trace>
  <inkml:trace contextRef="#ctx0" brushRef="#br1" timeOffset="-138162.71">13490 2344 413 0,'0'0'3'0,"0"0"0"0,3 12 0 16,4 1 1-16,1 1 1 16,4 3 0-16,-2 6-2 0,10 0-8 15,-2 2-25-15,4-4-44 16,3-4-3-16</inkml:trace>
  <inkml:trace contextRef="#ctx0" brushRef="#br1" timeOffset="-137595.56">14371 1663 393 0,'0'0'6'16,"0"0"1"-16,0 0 0 0,0 0-1 15,0 0 1-15,0 0 0 16,0 0-1-16,4 0 1 16,-4 0-5-16,8 8-1 15,-8-8 0-15,13 11 2 0,-13-11 0 16,16 0 1-16,-4-3 2 16,-12 3-3-16,16-12 0 15,-16 12 1-15,14-21 1 16,-6 10-1-16,-3-7-1 0,0-1 0 15,-5-2-1-15,0-1 2 16,0-2 0-16,0-1-1 16,-2 1-2-16,-6 0 0 15,0 7-1-15,-1-3-1 0,1 6 0 16,-1 6 0-16,9 8-1 16,-16-7 1-16,16 7-1 15,-7 10-1-15,10 0 1 16,4 22-6-16,13 10-7 15,5 5-17-15,-6 0-50 0,27-12-2 16</inkml:trace>
  <inkml:trace contextRef="#ctx0" brushRef="#br1" timeOffset="-137263.79">14633 1503 438 0,'0'0'5'0,"0"0"1"15,0 0 0-15,0 0 2 16,0 0-1-16,0 0 0 16,0 0 1-16,0 0-1 15,0-9-4-15,0 9-1 0,5-8-1 16,-5 8-1-16,16-4-1 16,-9 0 1-16,2 4-1 0,2 0 0 15,-11 0-1-15,17 8 1 16,-17-8-1-16,13 12 0 15,-7-2 1-15,-6-10 2 16,13 30 1-16,-5-3 0 16,-8 0 0-16,0 1 1 0,0-6-1 15,3-7 1-15,9-8 0 16,-3-7-8-16,9-1-5 16,2-7-52-16,10-2-24 15,0-3-2-15</inkml:trace>
  <inkml:trace contextRef="#ctx0" brushRef="#br1" timeOffset="-136646.83">16182 1682 258 0,'0'0'6'0,"0"0"2"0,0 0 3 15,0 0 3-15,5 5 1 16,-5-5 4-16,14 0 2 15,-3-3 2-15,-11 3-6 16,17-10-1-16,-8 3 0 0,2-1-2 16,-1-5-3-16,-3 2-2 15,1-7-1-15,-3 1-2 16,-1-3 1-16,-1-5-2 16,-3 3-2-16,0 2 0 15,0-5-2-15,-5 6 0 0,0 1-2 16,-3 1 1-16,1 7-2 15,0 3 1-15,7 7-1 16,-16 0 1-16,12 15 1 16,-1 11-2-16,5 19-4 0,20 4-5 15,-1 4-11-15,17-6-26 16,1-12-34-16,0-15-2 16</inkml:trace>
  <inkml:trace contextRef="#ctx0" brushRef="#br1" timeOffset="-136246.81">16487 1586 413 0,'0'0'5'16,"0"0"1"-16,0 0 0 0,0 0 2 16,0 0-1-16,0 0 0 15,0 0 0-15,-3-11-1 16,3 11-3-16,0 0-3 0,0 0 0 15,11-10-1 1,-11 10 1-16,10-2-2 0,-10 2 1 16,9 0-1-16,-9 0 0 15,10 0-1-15,-10 0 1 16,10 7-1-16,-10-7 4 16,8 18-1-16,-6-6 1 0,-2 3 0 15,0-3 0-15,-5 3 0 16,3-5-1-16,2-10 1 15,0 7-2-15,0-7 0 0,15 4 0 16,-5-4 0-16,3 0 1 16,1 0 0-16,1 0 0 15,-2 0 0-15,-1 0 0 16,-3 0 1-16,-9 0 0 0,11 8 0 16,-11 3-1-16,0-1-3 15,-13 2-10-15,3-4-50 16,-2 4-15-16</inkml:trace>
  <inkml:trace contextRef="#ctx0" brushRef="#br1" timeOffset="-135696.96">16753 2512 380 0,'0'0'7'0,"0"0"0"15,0 0 1-15,0 0 0 0,0 0-1 16,0 0 1-16,0 0 1 16,0 0 0-16,0 0-4 0,0 0-1 15,0 0 0-15,13 0 1 16,-6-5 0-16,5-3 2 15,1-2 0-15,-3-5 0 16,2-5-1-16,-7 1 0 16,3-3 0-16,-3-6 0 0,-5 6-6 15,0-3 0-15,-5 6 0 16,-3 1 0-16,-4 8 0 16,0 2 0-16,-4 7 0 0,4 2 0 15,-1 10 0-15,6 3 0 16,5 4 0-16,2 7 0 15,0-7 0-15,9 7-5 16,7-6-6-16,6 0-13 0,-5 12-47 16,8-23-13-16</inkml:trace>
  <inkml:trace contextRef="#ctx0" brushRef="#br1" timeOffset="-135313.55">17034 2352 436 0,'0'0'4'16,"0"0"0"-16,-10 0-1 16,10 0 1-16,-10 6 0 0,10-6 0 15,-15 18 1-15,8-9 1 16,0 6-3-16,1 2-1 16,-1-4 1-16,-1 2 0 15,4-3 0-15,-1-5-1 0,5-7 1 16,0 13-2-16,0-13 1 15,12 2-1-15,3-4-1 16,0-4-2-16,2-1-3 16,0-3-3-16,3 1-4 15,-5-1-1-15,0 0-4 0,-3 0 1 16,-7 0 1-16,-5 10 3 16,5-11 6-16,-5 11 4 0,0 0 5 15,-7-6 3-15,7 6 4 16,-12 2 0-16,12-2 0 15,-7 17-1-15,7-1-2 16,0-1-3-16,2 4-19 16,12 6-58-16,-6-3-2 15</inkml:trace>
  <inkml:trace contextRef="#ctx0" brushRef="#br1" timeOffset="-128513.18">13736 3062 425 0,'0'0'6'15,"0"0"3"-15,0 0-1 16,0-10 1-16,0 10 0 15,0 0 0-15,-14 2 0 0,3 6 0 16,6 9-6-16,-4 2-2 16,2 9-1-16,1-1 1 15,4 5-1-15,-1-2 0 16,3 3 0-16,5-4 0 16,6-10 0-16,0 4 1 0,3-10 0 15,2-6-1-15,5-2 1 16,-4-5 1-16,5-12 0 15,-2-3 1-15,-3-6 0 16,1-4-3-16,-4-6 0 0,-3-2 0 16,-8-3 0-16,-3-2 0 15,-3 3 0-15,-8 1 0 16,-5 7 0-16,-2 0 0 0,-1 7 0 16,-6 7 0-16,2 6 0 15,0 7 0-15,2 3 0 16,0 6 0-16,6 5 0 15,5 7 0-15,3 1 0 16,7 1 0-16,0 2 0 0,12-4 0 16,4-1 0-16,9-4 0 15,1-4 0-15,7-5 0 16,4-4 0-16,-2-3 0 16,7-5-39-16,-2 0-46 0,-3-5-3 15</inkml:trace>
  <inkml:trace contextRef="#ctx0" brushRef="#br1" timeOffset="-128280.48">14129 3114 486 0,'0'0'5'0,"0"0"1"0,0 0 0 16,-4 0 0-16,4 0-4 15,-5 14-2-15,-4 2 0 16,4 1 0-16,5 7 0 16,-2 1 0-16,2 3 0 0,-5-2 0 15,5 5-30-15,5-5-54 16,-3-5-2-16</inkml:trace>
  <inkml:trace contextRef="#ctx0" brushRef="#br1" timeOffset="-127595.7">13332 2784 338 0,'0'0'5'0,"0"0"2"16,-8 3 1-16,8-3 0 15,-17 7 3-15,7-5 0 16,0 10-1-16,-5-1 0 0,8 3-5 15,2 4-2-15,5 2-1 16,2 5 0-16,10-1-1 16,13 1 0-16,-2-3 1 15,12-1-1-15,2-5 1 16,5-3 1-16,0-9 0 0,8-1-1 16,0-3 1-16,5-7-1 15,-6-3 0-15,5-5 0 16,-6-2 2-16,1-3 3 15,-8 0 1-15,-9-2 1 0,-5 0 0 16,-5-3 0-16,-11-2 1 16,-7 2-1-16,-4 0-7 15,-2 3-2-15,-9 0 0 0,1 2 0 16,-4 8 0-16,-1-1 0 16,1 11 0-16,1-4 0 15,1 6 0-15,1 0 0 16,11 0 0-16,-15 15-5 0,15-15-54 15,0 10-26-15,0-10-2 16</inkml:trace>
  <inkml:trace contextRef="#ctx0" brushRef="#br1" timeOffset="-126897.71">13812 2032 254 0,'0'0'6'0,"0"0"3"0,0 0 3 16,0 0 3-16,4-13 3 15,1 2 3-15,2 2 0 16,3-13 4-16,8-3-5 0,0-3-2 16,-1-4-1-16,3-5-3 15,2-2-3-15,-12 17-3 16,2-3-2-16,1-3-1 16,-1-4-2-16,0 0 1 0,1-3-2 15,-3-2 0-15,3 1-1 16,-1-2 2-16,0 3 0 15,-2-3 0-15,-2 4-1 16,1 2-2-16,-1 3-1 0,0 1-1 16,3-2-3-16,-6 11-2 15,4 2-6-15,-4 9-6 16,-5 8-19-16,0 0-46 0,7 5-3 16</inkml:trace>
  <inkml:trace contextRef="#ctx0" brushRef="#br1" timeOffset="-126596.83">14037 1545 388 0,'0'0'4'0,"0"0"1"15,0 0 0-15,0 0-1 0,0 0 1 16,0 0 0-16,0 0 0 15,5 0 0-15,-5 0-3 16,20 3-2-16,-8 1 1 16,-2 2 3-16,26 11-1 15,1 3 0-15,-3 6 0 0,6 5 1 16,-3 1-1-16,-5 5 1 16,-12-5 0-16,-15-4-4 15,-2-7 0-15,-3 3-3 16,0-6-3-16,-3 1-7 15,-5-9-15-15,-11 0-51 0,19-10-4 16</inkml:trace>
  <inkml:trace contextRef="#ctx0" brushRef="#br1" timeOffset="-125763.21">14582 994 387 0,'0'0'4'0,"0"0"-1"0,0 0 2 15,0 0 0-15,-11 0 0 16,11 0 0-16,0 0 1 0,-14 7-1 16,9 3-2-16,-1-2-2 15,4 3 0-15,2 4 0 16,0-2 0-16,0 2 0 16,0 0-1-16,0-1 2 0,6 1 1 15,2 0-1-15,5-3 2 16,-2-2 0-16,3 0 2 15,-2-5-1-15,4-3 1 16,2 1 0-16,-6-6 0 16,4-4 0-16,-16 7-2 0,0 0-1 15,13-22 0-15,-3-3 0 16,-10 4-2-16,0 2-1 16,-2 0 0-16,-3-3-1 15,5 22 1-15,-18-23-2 16,-15-14 2-16,22 30-1 0,-1 1 0 15,-1 6 0-15,3 0 0 16,-1 6 0-16,7 6 1 16,4-2 0-16,0 4-1 15,2 0 0-15,9 3-3 0,1-3-5 16,6-1-16-16,3 1-56 16,2-6-3-16</inkml:trace>
  <inkml:trace contextRef="#ctx0" brushRef="#br1" timeOffset="-125445.81">14879 1013 403 0,'0'0'6'0,"0"0"1"0,0 0 1 16,-3-8 2-16,3 8 0 15,0 0-1-15,0 0 1 16,0 0 0-16,0 0-6 15,0 0-2-15,0 0-1 16,0-4-2-16,0-2 0 0,31-33 1 16,-31 39-1-16,15 0 0 15,-15 0 1-15,6 13 0 16,-2-1-1-16,1 1 2 16,-3-2-1-16,0 4-1 15,1 1 0-15,-1 0 0 0,2-1 1 16,-2 3 0-16,3-7-2 15,4 2-7-15,1-3-33 16,8-8-38-16,7-2-2 16</inkml:trace>
  <inkml:trace contextRef="#ctx0" brushRef="#br1" timeOffset="-124746.75">15628 1519 292 0,'0'0'4'0,"0"0"0"0,0 0 1 16,7-6 1-16,3 4 0 0,5-1 2 16,7-2-1-1,3-2 1-15,10 2-2 0,5 0-1 16,4-5-1-16,6 3 0 15,4-4-1-15,6 2 0 16,4-6 1-16,6 2-1 0,5 1-1 16,2-1-1-16,0-1 1 15,0 2-3-15,-2-3-1 16,-6 2-1-16,-7 1-2 16,-2 2-2-16,-8 1-5 0,-8 0-19 15,2 2-40-15,-12 2-4 16</inkml:trace>
  <inkml:trace contextRef="#ctx0" brushRef="#br1" timeOffset="-124196.87">16831 1561 422 0,'0'0'3'16,"0"0"0"-16,0 0-1 15,0 0-1-15,0 0 0 16,-9 4 1-16,9-4 2 16,-12 25-1-16,10-7-3 0,-3 1 1 15,5 6 0-15,0 0 1 16,2 2 0-16,8-7 0 16,6-5-2-16,3-5 0 15,1-8 1-15,4-2 0 0,-1 0 1 16,-3-10 1-16,0 1 0 15,-3-2 1-15,-2-6-1 16,-15 17-2-16,5-17 0 16,-5 9-1-16,0-4 1 15,-2 0-2-15,-1 2-1 0,-4 0 0 16,-3 0-2-16,0 2 3 16,-3 1-1-16,3 2 0 15,1 2-1-15,-9 1 3 16,0 2-1-16,4 5 1 0,4 7-3 15,10 9-3-15,7-4-7 16,13-3-22-16,13-1-42 16,-8-11-5-16</inkml:trace>
  <inkml:trace contextRef="#ctx0" brushRef="#br1" timeOffset="-123780.6">17086 1602 409 0,'0'0'4'16,"0"0"0"-16,0 0 2 0,0 0-1 15,0 0 0-15,0 0 0 16,0 0 0-16,0-10 1 16,0 10-4-16,7-4-2 15,-7 4-2-15,16-5 0 0,-16 5-1 16,14-3 0-16,-14 3-2 15,16 0 0-15,-4 3 3 16,0 4-1-16,-2 1 1 16,-5 7 2-16,-5-1-2 15,-7 4 2-15,-4-4-1 0,4-2 1 16,5-1-2-16,2-11 0 16,-3 14 1-16,3-14 0 0,5 11 1 15,-5-11 0-15,18 9 1 16,-11-4 1-16,5-5-1 15,-1 3 0-15,-2-1 0 16,1 1 0-16,-10-3 0 0,11 7-1 16,-11-7-2-16,0 15-2 15,-9-3-5-15,-5-2-13 16,-11 8-53-16,2-1-2 16</inkml:trace>
  <inkml:trace contextRef="#ctx0" brushRef="#br1" timeOffset="-113730.37">20404 1769 345 0,'0'0'4'0,"0"-11"1"15,-4 2 1-15,4 9-1 16,-10-17 2-16,3 6 0 15,-5-3 1-15,-3-1-1 0,-5-6-3 16,-2 5-1-16,-3-7-2 16,-7 1 3-16,-5 0-3 15,-6-3 1-15,-4 0-2 16,-8 3 0-16,-7-3 0 0,-7 5 0 16,-9 0 0-16,-6 3 0 15,-5 7 0-15,-6 3-1 16,-7 2 1-16,-2 5 0 15,-3 7-1-15,-62 15 3 16,-45 13 0-16,3 17-1 0,13 10 0 16,14 12 1-16,24 6-1 15,19 3 0-15,14 0 0 16,17-2 0-16,2 1 1 16,3 2 1-16,3 3 2 0,6 0-1 15,6 2 1-15,10-5 0 16,8 3 1-16,13-3-4 15,9 4-1-15,15-2-1 0,16 0-1 16,13 0 0-16,6 1 0 16,23 0 0-16,9 0-1 15,13-3 1-15,15 1 1 16,9-4 1-16,10-4-1 16,16-2 2-16,12-7-1 0,5-6 1 15,10-5 1-15,8-10-1 16,7-6 1-16,3-15-1 15,4-8 0-15,2-8 0 0,1-10 0 16,0-10 0-16,-4-8 0 16,-3-16 0-16,0-3 1 15,-7-13-1-15,1-7 1 16,-10-12 0-16,-2-12 1 0,-2-13 0 16,-3-13 1-16,-13-7 1 15,-5-18 0-15,-10-11-4 16,-4-8-2-16,-10-6 0 15,-13-4 0-15,-13-2 0 0,-14 7 0 16,-15 4 0-16,-20 83 0 16,-5-7 0-16,-10 7 0 15,-15-9 0-15,-9 9 0 16,-16-3 0-16,-12 5 0 16,-12 1 0-16,-19 13 0 0,-6-1 0 15,-13 14-2-15,-7 10-30 16,-3 16-55-16,-15 2-4 15</inkml:trace>
  <inkml:trace contextRef="#ctx0" brushRef="#br1" timeOffset="-41679.64">20240 7613 332 0,'0'0'6'16,"0"0"3"-16,-11-10-1 16,2 7 2-16,-7-2 0 0,-3 2 1 15,-8 3 0-15,-6 0-1 16,-5 13-5-16,-1 7-2 15,-6 9-1-15,0 11 1 16,3 9 1-16,-1 14 0 0,4 1 0 16,7 8 0-16,4 4 1 15,11-1 0-15,9 0 0 16,8-9-1-16,13-3 0 16,10-14 0-16,9-5 0 0,10-9 0 15,11-13-1-15,0-7 0 16,9-9 1-16,4-10-1 15,3-6 1-15,-2-12 0 16,-2-7 0-16,-3-8 2 16,0-8 0-16,-10-7-3 0,-5-8-3 15,-12-6 0-15,-8-9 0 16,-14-2 0-16,-10-3 0 16,-11 1 0-16,-17 5 0 0,-15 10 0 15,-14 9 0-15,-14 16 0 16,-16 14 0-16,-8 13 0 15,-7 12 0-15,3 15 0 16,3 10 0-16,9 8 0 0,9 8 0 16,23 4 0-16,9 24-76 15,27-22-12-15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3-02-04T08:18:42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13892 16702 201 0,'0'0'3'0,"0"0"2"0,-12 4-1 16,12-4 2-16,-9 10-1 15,9-10-10-15,-7 15-38 16,7-15-10-16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39:39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1281 3941 331 0,'0'0'1'15,"0"0"-2"-15,-11-3 0 16,11 3-1-16,-7 10 0 0,7 10 0 15,-7 3 1-15,7 16-1 16,0 13-1-16,0 23 4 16,5 14 1-16,2 26 0 0,4 25 1 15,1 20-1-15,5 19 0 16,-4 32 3-16,4 10 0 16,-7 29-1-16,-3 14 1 15,-7 19-1-15,-5 12 4 16,-12 25 2-16,-10 18 2 0,-4 4-4 15,-13 18 2 1,2 1-2-16,-3 5-1 0,3 36-4 16,4-45-11-16,4-7-33 15,9-11-34-15,7-22-7 0</inkml:trace>
  <inkml:trace contextRef="#ctx0" brushRef="#br0" timeOffset="1349.53">5365 4900 381 0,'0'0'-1'16,"0"0"-1"-16,0 24 2 0,0 19 0 15,0 26 0-15,3 35 5 16,5 40-1-16,4 42 1 16,6 36 3-16,3 46 0 15,7 22-1-15,-1 24 0 16,3 14-1-16,-2 13-1 0,-6-2 0 15,-4 3-3-15,-4 0-2 16,-11-10-4-16,-6-14-6 16,-11-17-46-16,-1-1-18 15</inkml:trace>
  <inkml:trace contextRef="#ctx0" brushRef="#br0" timeOffset="4366.92">13133 4441 257 0,'0'0'7'15,"0"-9"6"-15,0 9 6 16,5-11-1-16,-5 11 1 0,0 0-1 16,3 8 4-16,-3 24 0 15,0 38-4-15,-3 31-5 16,3 43-4-16,3 37 2 0,6 47 2 16,9 32-1-16,4 34 1 15,3 36-1-15,2 14-3 16,1 25-3-16,-8 8-6 15,-8 6 0-15,-10 7 0 0,-4 2 0 16,-13 3 0-16,-7-13 0 16,-1 27 0-16,-7-60-11 15,-12-4-75-15,25-18-2 16</inkml:trace>
  <inkml:trace contextRef="#ctx0" brushRef="#br0" timeOffset="17034.7">4144 7292 29 0,'0'0'1'0,"0"0"0"15,0 0 1-15,0 0 0 16,0 0-1-16,0 0 0 15,0 0 0-15,0 0 2 0,0 0-3 16,0 0 1-16,0 0 0 16,0 0 2-16,0 0 2 15,0 0 2-15,0 0 4 0,0 0 0 16,0 0 0-16,0 0 2 16,0 0-1-16,0 0-2 15,0 0-2-15,0 0-4 16,0 0-1-16,0 0-2 0,0 0-1 15,0 0 1-15,0 0-1 16,0 0 1-16,0 0 1 16,0 0 0-16,0 0-1 15,0 0 1-15,0 0 1 16,0 0-1-16,0 0 0 0,0 0 2 16,0 0 0-16,0 0 2 15,0 0 1-15,0 0 0 16,0 0 0-16,0 0 1 15,0 0-2-15,0 0 1 0,0 0-2 16,0 0-1-16,0 0 2 16,0 0 0-16,0 0 1 15,0 0 2-15,0 0 0 0,0 0 1 16,0 0 0-16,0 0-2 16,0 0 1-16,0 0-3 15,0 0-1-15,0 0-2 16,0 0-1-16,0 0-3 0,0 0-2 15,-3-9 2-15,3 9 0 16,0 0 0-16,3 0 1 16,-3 0 0-16,12 0 1 15,-12 0 2-15,12 0 2 0,-12 0-2 16,17 0 2-16,-9 0-3 16,2 0 2-16,2 0-1 15,-2 0-1-15,5-2 2 16,-4-1-1-16,6 0 0 15,0 2-1-15,-2-6 1 0,2 7-2 16,1-4 1-16,-4 4 1 16,1 0-2-16,2 0 0 15,-1 0-1-15,-3 0 1 0,1 0 0 16,3 0-1-16,1 0 1 16,-1-3-1-16,0 1 1 15,1 2 0-15,2-2 0 16,-3 2 1-16,3-3-2 0,-5 3 1 15,-1-3 1-15,4 3-2 16,-3-1 1-16,3 1 0 16,-3-6 0-16,2 6 0 15,1-2 0-15,-4 2 0 0,1 0-1 16,2-3 0-16,-1 3 1 16,-4-2-1-16,0 2 0 15,1 0 0-15,-1 0 1 16,1 0-1-16,-1 0 0 0,-3 0 0 15,4 0 0-15,-1 0 0 16,2 0 0-16,-2 0 0 16,0 0 0-16,1-3 1 15,-4 3-1-15,7 0 0 0,-2 0 1 16,1 0-1-16,-3 0 0 16,3 0 0-16,3 0 1 15,0-2-1-15,-4 2 0 0,4-3 0 16,3 3 1-16,0-2-1 15,-2 2 0-15,4-2 0 16,-3-1 0-16,0 3 0 16,2-3 0-16,-5 3 0 15,-2 0 0-15,3 0 0 0,-3 0 0 16,0 0 0-16,2 0 0 16,-2 0 0-16,3 0 1 15,-2 0-1-15,0 0 0 16,3 0 0-16,-1 0 0 0,2 0 0 15,-3 0 2-15,3 0-2 16,-3 0 1-16,6 0 0 16,-3 0 1-16,-3 0-1 15,3 0 1-15,3 0 0 0,-4 0 1 16,1 0-1-16,3 0 1 16,-4 0-1-16,4-2 0 15,2-1 0-15,-6 3 0 0,4-4 0 16,-1 4 0-16,-2-3 0 15,0 0 0-15,-3 3 0 16,-2-2 0-16,-2 0 0 16,-1 2 0-16,0 0-1 0,-1 0 0 15,-2 0 0-15,-9 0 0 16,16 0-1-16,-16 0 0 16,9 0 0-16,-9 0 0 15,0 0 0-15,10 2 0 16,-10-2 1-16,0 0-1 15,0 0 0-15,0 0 0 0,0 0 1 16,0 0-1-16,0 0 1 16,0 0 0-16,0 0 0 15,0 0 1-15,0 0-1 0,0 0 1 16,0 0-5-16,0 0-3 16,0 0-7-16,0 0-12 15,5-4-41-15,-5 4-14 16</inkml:trace>
  <inkml:trace contextRef="#ctx0" brushRef="#br0" timeOffset="17500.04">5924 7072 351 0,'0'0'6'0,"0"0"2"0,0 0 1 0,0 0 2 16,0 0-2-16,0 0 0 0,0 0 0 16,6 0 1-16,-6 0-5 15,7 3-2-15,-7-3 0 16,20 4 0-16,-8 2 0 15,3-5 0-15,3 2 1 0,0 2 0 16,6 0-1-16,-4 0 0 16,2 1-1-16,-2-2 0 15,2 4-1-15,-4-3 0 0,-1 4-1 16,-4-1 1-16,-3 4 1 16,-8-1 0-16,0 6 0 15,-2 0 2-15,-7 3 0 16,-2 2 1-16,-9 1-1 0,-3-1-1 15,0 0 1-15,1 0-2 16,-1-7 0-16,5 2-3 16,0-7-5-16,7 5-14 15,9-5-61-15,0-10-3 0</inkml:trace>
  <inkml:trace contextRef="#ctx0" brushRef="#br0" timeOffset="20666.48">9950 5227 171 0,'0'0'3'0,"0"0"2"0,5 0 0 16,-5 0 0-16,13 0 3 16,-4-3 0-16,9 3 0 15,-1-2 1-15,8-3-2 0,7 2-1 16,-2-4 1-16,14 3 1 15,-1-4-1-15,10-2 1 16,-2 0-1-16,11 0 1 16,-5-5-1-16,3 3-1 0,7-1-1 15,0 3-1-15,3-2-1 16,-3 1-1-16,3 3 0 16,1 0 0-16,0-1 1 0,5 3-1 15,-3 1 1-15,-1-3 1 16,6 1-2-16,7 0 0 15,0-1-1-15,0 4 0 16,-2-2 0-16,2 1 0 0,0 3 0 16,4-1 0-16,-6-2 0 15,-4 2 0-15,-2 2-1 16,-3-2 1-16,-4 0-1 16,2 1 1-16,-7-1-1 15,-8-2 1-15,-1 3-1 0,-1 0 0 16,0-3 0-1,-11 2 0-15,-1-2 0 0,-6 2 1 16,-7-1 0-16,-2 1 2 16,-14 1 6-16,-3-1 1 0,-11 3 2 15,9 0 1-15,-9 0-1 16,0 0-1-16,0 0-1 16,0 0-4-16,0 0-4 0,-4 5-3 15,-1 5-1-15,0 5-2 16,-1 4 1-16,-1 6 0 15,2 11 1-15,0 3 1 16,1 11 0-16,-2 5 1 16,3 8 2-16,3 2 1 0,0 9 0 15,-2-1 1-15,-2 0 1 16,3 4 1-16,-4 0 0 16,0-3 0-16,-2 0-2 15,1-4 0-15,-1-1 0 0,2-7 0 16,-2 0-2-16,5-5-1 15,-1-5 0-15,3-5 0 16,0 0 0-16,0-10 0 16,0-2 0-16,0-3-1 0,0-7 1 15,3-3-1-15,-1-4 1 16,-2-6-1-16,3 1 1 16,-3-4-1-16,0-9 1 15,2 13-1-15,-2-13 1 0,0 0 0 16,2 9 0-16,-2-9 1 15,0 0 0-15,0 0-1 16,0 0 1-16,-7 6 0 0,7-6-1 16,-7 0-1-16,7 0 0 15,-18 3-1-15,9-2 1 16,-7 2-1-16,-1 0 0 16,-1-2 0-16,-7 2 0 15,-2 0 0-15,-8-1 1 0,-2 3-1 16,0-2 1-16,-8-1 0 15,-2 5 0-15,-5-4-1 16,-1 2 1-16,-3-2 0 16,-1 2 0-16,-3 0 0 0,-2-1 0 15,-5 2 0-15,1-1 0 16,-3-4 1-16,0 3-1 16,-3 0 0-16,-1-1 0 0,-1-3 0 15,-6 2 0 1,4 1 0-16,-2-1 0 0,2 0-1 15,-4 2 1-15,6-3 0 16,-1 2 0-16,3 0-1 0,3-3 1 16,2 2 0-16,1-2 0 15,4 3 1-15,0-3-1 16,8 2 0-16,2 1 0 16,2-3 0-16,3 2 0 0,2 0 0 15,3-2 0-15,2 3 0 16,6-1 0-16,-2-2-1 15,6 0 1-15,6 3 0 16,-2-3 0-16,4 0 0 0,8 0 1 16,1 0-1-16,1 0-1 15,12 0 1-15,-13 0 0 16,13 0 0-16,0 0 0 16,-10 0-1-16,10 0 1 0,0 0-1 15,0 0 1-15,0 0-1 16,0 0 0-16,0 0 1 15,0 0 0-15,0 0 0 16,0 0 0-16,0 0 1 0,0 0 1 16,0 0 0-16,0 0 0 15,0 0 1-15,0 0-1 16,-2-5 1-16,2 5 0 16,0-17-1-16,-3 2 0 0,3-1 0 15,-2-3 0-15,2-6 0 16,-2-4-1-16,-1-6 1 15,3-5-1-15,-2-7 1 16,-1-2-1-16,0-6 1 16,1-2-2-16,-1-1 0 0,1-3 0 15,2 2 0-15,-3 2 0 16,3 0 0-16,0 2 0 16,3 3 0-16,2 3 0 15,-3-3 0-15,6 2 0 0,-3 0 0 16,0 6 0-16,-3-1 0 15,0 1 0-15,1 4 0 16,-3 0 0-16,0 9 0 16,0 0 0-16,0 6 0 0,-3 4 0 15,1 3 0-15,2 8 0 16,0 10 0-16,-2-12 0 16,2 12 0-16,0 0 0 0,0 10-13 15,0 5-74-15,15 2 0 16</inkml:trace>
  <inkml:trace contextRef="#ctx0" brushRef="#br0" timeOffset="22982.76">17163 6448 235 0,'0'0'7'15,"0"0"4"-15,0 0 4 16,0 0 3-16,0 0 2 0,0 0 1 16,0 0 1-16,0 0 2 15,0 0-5-15,8-2-5 16,-8 2-4-16,12-12-1 0,0 1-3 16,8-1-1-16,5-3-1 15,7 0-1-15,8-7-1 16,8-1 0-16,11 1 0 15,6-6-1-15,11 2 1 0,4-4-1 16,10 0-1-16,3-3 1 16,5 0 1-16,12-4 0 15,-6-1-1-15,2 1 0 16,6-3 0-16,-2 3-1 16,6-2 1-16,-1 1-1 0,-1 4 0 15,-3 2-1-15,4-3 1 16,2 4-1-16,-3 2 1 15,2 2-1-15,-1 0 1 16,-3 2-1-16,-1 3 1 0,2 0 0 16,-4 2-1-16,0 3 0 15,-1-1 1-15,-7 6-1 16,-2 2 1-16,-4 0 0 16,1 5-1-16,-9-1 1 0,-2 6 0 15,-7 0-1-15,-2 0 1 16,-9 3 0-16,-2 2-1 15,-6 3 0-15,-9 1 0 0,-3 4-1 16,-9 2-1 0,-6 2-1-16,-2 0-1 0,-10 3-2 15,0 0-1-15,-8 2-2 16,-2-2-1-16,-7 3-1 16,-3-1-1-16,0 0 1 0,-8 1 2 15,0-1 1-15,-4 0 2 16,-1 0 1-16,-3 3 2 15,0-5 2-15,-6 5 1 0,2-3 0 16,-7 3 1-16,-1 4-1 16,-2-1 1-16,-7-2 1 15,0 2-1-15,-3 2 1 16,-7-2 1-16,-3 1-1 0,-1-4 1 16,-4 2 0-16,-5-2 0 15,-2 0-1-15,-5 1 0 16,0-1 0-16,-7 5 0 15,1-5 0-15,-4 2-1 0,-2-2 1 16,-3 5-1-16,-7-5 0 16,3 4 1-16,0-2 0 15,-8 1 0-15,-2-3 0 16,2 2 0-16,2 0 1 16,0-2-1-16,0 2 0 0,-2-2-1 15,-1 0 1-15,1 0-1 16,2 1 0-16,-2-3 0 15,2 0 0-15,0 2 0 0,0-4-1 16,0 2 1-16,2-3 0 16,7-1 0-16,-2 1 0 15,-2-3 0-15,7-2 0 16,1 3 0-16,-1-3 0 0,8 2 0 16,1-5 0-16,3 3 0 15,3-5-1-15,3 3 1 16,2-4 0-16,3-2 0 15,6 3 0-15,0-5 0 0,5 4 0 16,-2-5 0-16,6 0 0 16,-1 2 0-16,4-1 0 15,2-3 0-15,-5 1 0 16,9-1 0-16,1-2 0 16,2 3 0-16,0-3-1 0,6 2 1 15,-1-2 0-15,2 0-1 16,3 2 1-16,1-2 0 15,1 0 0-15,1 0 0 0,2 0 0 16,0-2 1-16,5-3 0 16,0 3-1-16,3-1 1 15,-5-2 0-15,12 5-1 16,-13-8 1-16,13 8 0 16,-10-14-1-16,10 14 1 0,-8-19 0 15,3 8 0-15,0-1 1 16,3-3 1-16,-3-3-1 15,5 5 2-15,0-5-1 0,0-2 0 16,2-3-1-16,6 1 0 16,-1-2 0-16,4-4 0 15,3 1 0-15,1-6 1 16,8-1 0-16,1-1 0 0,14-4 0 16,4-1 0-16,8-3 0 15,5 2-1-15,6 1-1 16,-1 1 0-16,2 2 0 15,-5 7-1-15,-2 5-1 16,-8 3-4-16,-9 9-8 0,-8 6-28 16,-11 4-29-16,-4 3-4 15</inkml:trace>
  <inkml:trace contextRef="#ctx0" brushRef="#br0" timeOffset="25199.63">21293 5548 87 0,'0'0'7'0,"0"0"5"16,0 0 0-16,0 0 4 0,5 0 1 16,-5 0 1-16,0 0 0 15,0 0 1-15,0 0-6 16,0 0-7-16,0 0 0 15,0 0-2-15,0 0-1 0,0 0-2 16,10 6 0-16,-10-6 1 16,0 0 1-16,0 0 1 15,9 5-1-15,-9-5 0 0,0 0 0 16,11 5 1-16,-11-5-1 16,0 0-1-16,0 0 0 15,9 7-1-15,-9-7 1 16,0 0-1-16,0 0 0 0,0 0-1 15,0 0-1-15,0 0-3 16,0 7-3-16,0-7-4 16,0 0 0-16,0 0 1 15,0 0-1-15,0 0 2 16,0 0 1-16,0 0 2 0,0 0 6 16,0 0 2-16,0 0 0 15,0 0 0-15,0 0 0 16,-4 6 0-16,4-6 2 0,0 0-2 15,0 0 1-15,0 0 1 16,0 0 1-16,0 0 1 16,0 0 0-16,0 0 1 15,0 0 0-15,0 0-1 16,0 0 0-16,0 0-1 0,0 0-2 16,0 0 0-16,0 0-2 15,0 0 2-15,0 0 0 16,0 0 2-16,0 0 2 0,0 0 2 15,0 0 1-15,0 0 2 16,0 0-1-16,0 0 0 16,0 0-3-16,0 0-1 15,0 0-4-15,0 0-1 16,0 0-2-16,4 4 0 0,-4-4-3 16,12 5 2-16,-2 0-1 15,5 6 1-15,3-4 2 16,7 5-1-16,-1 2 1 0,6 3-1 15,2 2 1-15,7-2 1 16,-2 5 0-16,4 0 2 16,7 6 0-16,1-1 1 15,6 2 1-15,2 1-1 16,10 5-2-16,3 0 1 0,7 5-1 16,6 1-1-16,0 2 0 15,9 4-1-15,3 0 0 16,7 4-1-16,0-1 2 0,2 2-1 15,5 2 0-15,0-1 0 16,1 5-1-16,5 0 0 16,-4 2 0-16,-1-3-1 15,-2 2 1-15,0 5-1 0,-2-4 0 16,1 2-1-16,-5-5 0 16,-5-2-2-16,-5-4-1 15,-3-1-1-15,-6-3-4 16,-9-5-3-16,-2-2-13 0,-5-8-33 15,-9-4-16-15</inkml:trace>
  <inkml:trace contextRef="#ctx0" brushRef="#br0" timeOffset="26699.82">20857 6359 180 0,'0'0'5'0,"0"0"3"0,18 5 2 15,-8 0 2-15,8 5 4 16,4-3 0-16,5 8 3 15,5 0 0-15,1 3-3 0,4 1-3 16,0 3-1-16,5 0-3 16,-1 3-2-16,1 3-1 15,5-4-2-15,2 6-1 0,4-3 0 16,-1 6-1-16,2-4-1 16,4 9 0-16,-4-6 0 15,6 8 1-15,-3-4-1 16,1 2 2-16,1-2-1 15,-2 4-1-15,5-1 1 0,0-1-1 16,3 1 1-16,-2-1-1 16,1 2 1-16,3-3 1 15,0 3-1-15,5-1-1 16,-2-5 0-16,2 4 1 0,2-4-1 16,-2 6 0-16,0-5-1 15,-3-3 1-15,4 3-1 16,-4-4 0-16,-2 2 0 0,-5-3 0 15,3 1 1-15,-1-3-1 16,1 0 0-16,-3-1 0 16,-2 1 0-16,-1-7 0 15,-1 4 1-15,-3-2 0 0,-3 2 1 16,-5-3-1-16,-2-3 1 16,-3 2 0-16,0-5-1 15,-4 1 1-15,1-1 0 16,-2-1 0-16,-2-6-2 15,0 1 1-15,-5-2 0 0,4-1 0 16,-6-2 0-16,-1 0-1 16,-2-3 1-16,-2 3 0 15,-2-5 0-15,0 0 0 16,-3 0 0-16,1 0 0 0,-1 0 0 16,4-5 0-16,-3 3 0 15,2-3 0-15,-1 0 0 16,2 1 0-16,0-5 0 0,1 5-1 15,-2-4 1-15,0 1 0 16,1-3 0-16,3 0 0 16,-5 0 0-16,2-1-1 15,1-3 0-15,-1 0 1 0,-2-4 0 16,5 1 1-16,-8 2 1 16,3-3-1-16,-2 2 2 15,-2-7 0-15,-2 4 2 16,0-6-1-16,-4 0 0 15,-2-2-1-15,-1-9 0 0,0 4 0 16,-2-5 0-16,3 2-1 16,-5-1 1-16,1 1 0 15,-4 1 0-15,0-1 0 16,-7 4 0-16,-3 2-1 0,-5 2 0 16,-5 2-1-16,0 3-2 15,-10-1 0-15,-2 4 0 16,-5-1-9-16,-1 8-18 15,-1 0-57-15,-4-8-2 0</inkml:trace>
  <inkml:trace contextRef="#ctx0" brushRef="#br0" timeOffset="27418">20880 5834 411 0,'0'0'5'16,"0"0"1"-16,0 0 1 0,0 0-1 16,0 0 1-16,0 0-1 15,-10-5 0-15,10 5 0 16,0 0-3-16,3 5-3 0,-3-5 0 16,9 9 0-16,-9-9 1 15,16 8 1-15,-7-8 1 16,1 0 0-16,1 0 2 15,-11 0-1-15,12-10 1 16,-12 10 1-16,7-15-2 0,-7 15 1 16,0-15-2-16,0 15 0 15,-14-13-2-15,1 12 2 16,3-2-5-16,-2 3-1 0,-1 3-5 16,3 2-7-16,3 4-20 15,2 2-47-15,5-11-1 16</inkml:trace>
  <inkml:trace contextRef="#ctx0" brushRef="#br0" timeOffset="28168.8">20833 5868 282 0,'0'0'6'0,"0"0"4"16,0 0 0-16,0 0 0 16,0 0 3-16,0 0-1 0,-5 8-1 15,5-8 1-15,-8 10-5 16,-4-4-6-16,2 8-5 15,-7 0-6-15,-1 11-5 16,-6 5-5-16,-1-1-2 0,-5 11-1 16,-4 0-2-16,1 4 2 15,-10 1 4-15,2 2 4 16,-5 0 7-16,-3-3 10 16,-3 4 3-16,-1-4 5 0,-1 3 4 15,-1-5 1-15,1 1 2 16,3-4-1-16,7-2 0 15,-2-1-1-15,10-7-5 0,6-2-3 16,3-7 0-16,12 2-4 16,0-12 0-16,3-2-1 15,12-8 0-15,-10 7 1 16,10-7 0-16,0 0-3 16,0 0-6-16,0-5-13 0,0-5-40 15,0 10-8-15</inkml:trace>
  <inkml:trace contextRef="#ctx0" brushRef="#br0" timeOffset="28549.77">19707 7035 434 0,'0'0'4'0,"0"0"1"0,-12 0 0 0,12 0-1 16,-10 0 1-16,10 0-2 0,-10 5-6 15,10-5-12-15,-12 0-64 16,12 0 0-16</inkml:trace>
  <inkml:trace contextRef="#ctx0" brushRef="#br0" timeOffset="29316.67">21220 5497 258 0,'0'0'7'0,"10"-13"3"16,5-1 4-16,3-9 2 15,6-4 2-15,14-8 2 16,4-9 0-16,5-8 3 16,10-3-8-16,3-7-3 15,2 3-4-15,3 2 0 0,-8-2-3 16,-2 9-1-16,-8 6-3 15,-5 6 1-15,-7 7-1 16,-10 6 0-16,-6 4-1 16,-6 9 1-16,-6 2 1 0,-7 10 0 15,8-9-1-15,-8 9 0 16,0 0 0-16,0 0 1 16,0 4 0-16,0-4-3 0,-8 15-3 15,4-7-2-15,-1 4-3 16,-2 1-8-16,7-13-44 15,-11 17-17-15</inkml:trace>
  <inkml:trace contextRef="#ctx0" brushRef="#br0" timeOffset="29899.85">20533 6311 293 0,'0'0'6'0,"0"0"0"0,0 0 2 0,0-9 3 16,0 9 0-16,0 0 1 15,2-13 2-15,-2 13 1 0,12 0-4 16,-1 5-3-16,5 10 0 15,5 0-2-15,8 5 0 16,6 5-1-16,7 2 0 16,8-2-1-16,-2 2-1 0,3-5-1 15,2-2-4-15,-7-5-7 16,2-3-25-16,-4 0-41 16,-11-1-3-16</inkml:trace>
  <inkml:trace contextRef="#ctx0" brushRef="#br0" timeOffset="30016.23">20999 6492 340 0,'0'0'7'16,"0"0"-1"-16,0 0 1 15,-12 3-1-15,12-3 0 0,0 0-15 16,-22 15-52-16,22-15-5 16</inkml:trace>
  <inkml:trace contextRef="#ctx0" brushRef="#br0" timeOffset="31299.89">18806 6361 149 0,'0'0'8'0,"0"0"2"15,7-9 5-15,7 4 4 16,9-3 0-16,4-2 2 15,15-2 0-15,6-6 0 16,14-2-7-16,5-2-3 0,11-3-4 16,11-4-4-16,8 1-3 15,9-6-4-15,9-9-1 16,14 6-3-16,10-7-1 0,7-1-1 16,11-4-4-16,7-1-8 15,10 6-17-15,0-8-21 16,12 7-4-16</inkml:trace>
  <inkml:trace contextRef="#ctx0" brushRef="#br0" timeOffset="32483.35">19233 6329 206 0,'0'0'6'0,"0"0"2"15,10-7 2-15,-1 2 1 16,2-3 2-16,8-2 0 0,2 0 1 16,11-4 1-16,0-1-6 15,16-3-2-15,7-4-2 16,14-1 0-16,7-1-2 0,14-6-1 16,9 1 1-16,16-6-1 15,11-5 0-15,3 4-1 16,6-7 0-16,13 0 0 15,9-1-1-15,5 0 1 16,4-3-3-16,6 0 1 0,1 0-2 16,11-3-4-16,8 3-4 15,-1-5 1-15,-4-5-4 16,4 3 1-16,2-1 0 16,-6 3 1-16,-15 0 2 0,-4 2 3 15,-10 1 6-15,-10 2 0 16,-13 8 4-16,-14 1 0 15,-14 3 0-15,-11 5-1 16,-4 6 0-16,-21 3-2 0,-17 7-17 16,-17 3-40-16,-2 10-2 15</inkml:trace>
  <inkml:trace contextRef="#ctx0" brushRef="#br0" timeOffset="33333.79">20644 5960 131 0,'10'7'6'16,"-5"8"4"-16,18 3 1 0,4 2 4 16,8 7 4-16,7 3 1 15,10 4 3-15,6 8 1 16,4-4-2-16,9 3-3 16,-1 5-2-16,5-5-1 0,11 9-5 15,6-1-1-15,8 5-2 16,2 2-2-16,12-2-2 15,6 0-2-15,-2 1-1 16,1 4-1-16,-2-5 1 16,-4 6-2-16,-3-2 1 0,3-5 0 15,-12 4-1-15,0-7 1 16,-7 2 0-16,-2-5-1 16,-6-2 1-16,-4-5 0 0,-4-6-3 15,-9-2-2-15,-7-10 0 16,-7 3-4-16,-13-10-6 15,-7-5-2-15,-10-7-28 16,-3 1-26-16,-12-4-2 0</inkml:trace>
  <inkml:trace contextRef="#ctx0" brushRef="#br0" timeOffset="33500.85">22817 7089 90 0,'0'0'-39'0,"0"0"-1"0</inkml:trace>
  <inkml:trace contextRef="#ctx0" brushRef="#br0" timeOffset="34249.92">22319 5492 278 0,'0'0'4'0,"0"0"3"15,0 0 1-15,0 0-1 16,0 0 0-16,0 0 4 16,0 12 2-16,2 3 2 15,6 5-2-15,1 7-1 0,7 8 0 16,2 6 2-16,3 9 0 16,9 7-3-16,-3 0-4 15,10 8-1-15,-4-1-1 0,-3 4-1 16,-1 1 0-16,-2 0-1 15,-8 3-1-15,-7-3 0 16,-3 3 2-16,-9 0-1 16,-9-1 0-16,-6 1-1 15,-7-5 0-15,-13-3 0 0,0-7-1 16,-5-4 1-16,0-6-1 16,3-7 0-16,0-6 0 15,3-6 0-15,9-9 0 16,4-5 0-16,7 0 0 0,3-7 1 15,11-7-1-15,-12 3 0 16,12-3-1-16,0-7-1 16,0 7-4-16,8-18-9 15,-8 18-36-15,9-25-32 0,-1 5-2 16</inkml:trace>
  <inkml:trace contextRef="#ctx0" brushRef="#br0" timeOffset="34966.73">23005 5928 353 0,'0'0'7'16,"0"0"5"-16,0 0 2 15,0 0 1-15,-10-11 0 0,10 11 0 16,-13 0 0-16,6 0 0 16,-5 17-7-16,-4 2-4 15,2 10-3-15,-2 3 0 16,4 11-1-16,-1 1 0 0,6 1 0 15,5 0 0-15,2-8 1 16,9 0 0-16,7-10 0 16,4-5 1-16,2-7 0 15,4-5 0-15,7-7 0 16,0-3 1-16,-4-13 1 0,4-2 1 16,-3-7 1-16,-5-5-1 15,-8-6-3-15,0-7-2 16,-12-1 0-16,-5-4 0 15,0-2 0-15,-7 2 0 0,-8 3 0 16,0 4 0-16,-4 7 0 16,-6 9 0-16,0 4 0 15,0 8 0-15,0 8 0 0,1 2 0 16,-4 10 0-16,5 5 0 16,6 5 0-16,2 4 0 15,4 6 0-15,7 2 0 16,4 0 0-16,8-2 0 0,11-1 0 15,6-4 0-15,8-5 0 16,4-4 0-16,3-7 0 16,2-6 0-16,-3-3 0 15,-4 0 0-15,-3-3 0 16,-9-2 0-16,-8 1 0 0,0-4 0 16,-15 8 0-16,5-10 0 15,-5 10 0-15,0 0 0 16,-8-7 0-16,8 7 0 0,-9-3 0 15,9 3 0-15,-13 8 0 16,13-8-89-16,-7 17-3 16</inkml:trace>
  <inkml:trace contextRef="#ctx0" brushRef="#br0" timeOffset="41482.79">10138 7379 181 0,'0'0'8'0,"0"0"4"16,0 0 2-16,0 0 2 15,0 0 2-15,-7 0 0 16,7 0 2-16,0 0 0 0,0 0-8 16,-9 3-2-16,9-3-4 15,0 0-1-15,0 0-2 16,4 0 1-16,-4 0-2 0,17 3 2 15,-6-3 0-15,3 0 1 16,4 0 3-16,10 0-1 16,1 0 1-16,4 0-2 15,6 0 0-15,9-3 0 0,3 0-1 16,9-2-2-16,9 0 0 16,6 0-1-16,4-2 0 15,6 3 0-15,5-5-1 16,-1 3 0-16,6 0 0 15,-1 2-1-15,0-2 1 16,3 4-1-16,-5-3 0 0,0 3 1 16,-3-1-1-16,-4-2 0 15,-2 3 0-15,-5-1 1 16,-7-2-1-16,-9 2 1 16,-6 2 1-16,-11-2 0 0,-8 0 0 15,-9 3 1-15,-10-2 1 16,-6 2 0-16,-12 0 0 15,7 0 1-15,-7 0-1 0,0 0-2 16,0 0-3-16,-7 0-7 16,7 0-17-16,0 0-52 15,-12 0-2-15</inkml:trace>
  <inkml:trace contextRef="#ctx0" brushRef="#br0" timeOffset="48616.74">17133 5046 114 0,'0'0'3'0,"0"0"4"16,0 0 5-16,0 0 3 15,10 0 3-15,-10 0 1 0,12 0 4 16,4-5-1-16,-4 5 0 16,8-7-4-16,5 1-3 15,4-4-2-15,8-2-3 16,16-3-2-16,4-4 0 0,18-6-3 16,9-5-1-16,10-2-1 15,13-8-1-15,13-2 0 16,9-2-1-16,13-6 0 15,1 0 0-15,9-4 0 0,9 2 0 16,-1-5 0-16,6 5 1 16,4-3-1-16,-7 1 0 15,3-3 0-15,-4 2 0 16,-3 3 0-16,-4 2 0 0,-10 4 0 16,-10 3 1-16,-15 6-1 15,-16 5 3-15,-13 3-3 16,-13 9 4-16,-23 0-1 15,-11 8 1-15,-12 1 1 0,-15 4-3 16,-4 7-6-16,-13 0-10 16,0 0-32-16,-13 5-25 15,-4 5-6-15</inkml:trace>
  <inkml:trace contextRef="#ctx0" brushRef="#br0" timeOffset="49717.1">17130 5138 308 0,'0'0'3'0,"0"0"1"0,0 0 0 15,0 0 2-15,0 0-2 16,0 0 1-16,0 0 0 15,0 0 0-15,13 2-2 16,-8 8-1-16,0 5-1 0,2-1 0 16,4 10 1-16,-2-5-1 15,1 8 0-15,-2 0 0 16,2 3 1-16,0 2 1 16,0-3 1-16,0 7-1 15,-1-7 0-15,1 3 0 0,1-2 0 16,1-2 0-16,-5-3-2 15,3-1 1-15,0-2-1 16,-3-2 0-16,-2-5 0 0,3 2 0 16,-3-3-1-16,0-3 1 15,0-1 0-15,-5-10-1 16,13 10 1-16,-13-10 0 16,9 8 1-16,-9-8-1 0,15 5 1 15,-15-5 0-15,13 2-1 16,-13-2 0-16,12 2 0 15,-12-2 1-15,20 0 0 16,-13 0-1-16,3 0 1 0,1-2 0 16,1-3 0-16,-5-3 1 15,6 1 0-15,-6-3 0 16,0-2 0-16,0-3 0 16,-1-5 0-16,-1 3 0 15,-3-8 0-15,-2-5-1 0,-2 3 0 16,-3-8-1-16,-5 1-1 15,0-1 0-15,-2-2 0 16,-1 5-1-16,-4-3 2 16,4 3-1-16,-1 2 0 0,-4 3 0 15,1-1 2-15,4 3-1 16,-4 1-1-16,4-1 1 16,1 8-1-16,-1-4 0 0,3 10 0 15,-2-3-1-15,12 14-2 16,-15-8-2-16,15 8-2 15,-14-3-6-15,14 3-11 0,-11 10-29 16,11-10-24-16,-2 19-6 16</inkml:trace>
  <inkml:trace contextRef="#ctx0" brushRef="#br0" timeOffset="50449.81">17459 5642 215 0,'0'0'4'0,"0"0"-4"0,0 0 1 16,0 0 0-16,0 0 1 16,0 0 3-16,0 0 1 15,0 0 3-15,0 0 1 16,0 0 2-16,0 0 1 15,9-7 1-15,4 6-1 0,2-5-2 16,5 1 0-16,10-2-2 16,5 0-2-16,9-6-2 0,11-2 0 15,4-5-1 1,11 0-2-16,7-7 0 0,10-1-1 16,10-1-1-16,2-5-1 15,13-4 0-15,2 1 0 0,10-2 0 16,6-1 0-16,3-5 0 15,10 3 1-15,1-5 1 16,5 0 0-16,-2 2 0 16,4-1 0-16,-1 1 0 0,-7-3 0 15,1 7-1-15,-10-5 0 16,-10 7 0-16,-11 4 0 16,-14 1 0-16,-10 4 1 15,-16 4 2-15,-18 5 4 16,-4 4 3-16,-16 5 1 0,-12 1-1 15,-7 4 1-15,-16 7-2 16,0 0 0-16,6-9-2 16,-6 9-4-16,-6 0-1 15,6 0-3-15,-12 0 0 16,12 0-1-16,0 0 1 0,-9 0-1 16,9 0 0-16,0 0 0 15,0 0-2-15,0 0-2 0,0 0-6 16,0 0-12-16,0 0-52 15,0 0-2-15</inkml:trace>
  <inkml:trace contextRef="#ctx0" brushRef="#br0" timeOffset="50933.27">20679 3998 279 0,'0'0'6'0,"0"0"4"0,0 0 3 0,0 0 2 15,0 0-1-15,0 0 0 16,0 0 0-16,0 0 2 16,0 12-5-16,3 10-5 15,2 1-3-15,4 11-1 0,-2 6-1 16,6 4 2-16,4 4-1 16,3 1-1-16,-2-2 1 15,-3-3-1-15,5 2 1 16,-6-6-1-16,2-9 1 15,-7 0-1-15,-1-6 1 0,-4-6 0 16,2-2 0-16,-3-7 1 16,-1 0-1-16,-2-10 2 15,0 10 0-15,0-10-2 16,0 0 1-16,0 0-3 0,0 0-2 16,-8-2-5-16,8 2-8 15,-10-20-30-15,10 20-33 16,-7-18-4-16</inkml:trace>
  <inkml:trace contextRef="#ctx0" brushRef="#br0" timeOffset="51766.61">20813 4132 287 0,'0'0'3'16,"0"0"3"-16,0 7 3 0,0-7 1 15,0 0 3-15,12 3 0 16,1-3 0-16,2 0 2 15,7-5-3-15,3-3-2 16,10-1-3-16,4 2-3 0,14-7 0 16,7-3-2-1,14-2 1-15,10-6-1 0,13-7 0 16,13-3 0-16,14-8 1 16,10-3-2-16,10-4 0 0,8 0-1 15,5-1 0-15,1-2 0 16,4 4-1-16,-3-1 0 15,-3 3-3-15,-4 3-1 16,-8-1 1-16,-4 5-1 0,-16 1 0 16,-15 4-1-16,-10 2 1 15,-14 8 0-15,-21 4 1 16,-16 3-14-16,-18 1-48 16,-11 9-3-16</inkml:trace>
  <inkml:trace contextRef="#ctx0" brushRef="#br0" timeOffset="52949.66">20682 4439 173 0,'0'0'5'0,"0"0"2"16,0 0 1-16,9-10 3 16,-1 5 0-16,9 0 3 15,6-5-1-15,3 0 0 16,13-3-2-16,-2-2-3 0,9 1-1 15,2-1-3-15,7-2 0 16,-1-5-1-16,3 4 2 16,12-1-2-16,2-4 0 0,0 3-1 15,5-2 1-15,2 0 0 16,2-3 0-16,2 0-1 16,2 0 0-16,-1 0 1 15,2 1-2-15,1-1 0 0,1-2-1 16,2 5 1-16,-2 0-1 15,1-1 0-15,-5 1-1 16,0-3 0-16,-3 3 0 16,-4-3-1-16,2 3 0 15,-9 0 1-15,3-3-1 0,-8 3 0 16,2-2-2-16,1 6 1 16,-3-3-1-16,-2 1 0 15,-2-2-4-15,0 5-7 0,-1 2-3 16,-5-3-2-16,1 4 3 15,-7 2-2-15,-4-4 3 16,-1 4-2-16,-8-3 6 16,2 3 7-16,-12-3 4 0,0 7 3 15,-6-4-1-15,1 8 2 16,-8-6-1-16,-1 7 1 16,-11 3 2-16,12-4 4 15,-12 4 4-15,0 0 3 16,12-7 2-16,-12 7 1 0,0 0 1 15,0 0 2-15,0 0-1 16,0 0-5-16,8 0 0 16,-8 0-5-16,0 0-2 0,0 0-2 15,0 0 0-15,0 0-4 16,-3 0-2-16,3 0 0 16,0 0 0-16,-10 4-3 15,10-4-4-15,0 0-4 0,-10 0-7 16,10 0-10-16,0 0-19 15,-13 4-24-15,13-4-4 16</inkml:trace>
  <inkml:trace contextRef="#ctx0" brushRef="#br0" timeOffset="53499.53">23775 3292 366 0,'0'0'7'0,"0"0"4"0,0 0 0 15,0 0 0-15,-7-7 0 16,7 7 0-16,0 0-1 0,-10 0 0 16,10 0-6-16,-12 14-3 15,9 1-2-15,0 0-1 16,1 4 1-16,2-1 1 15,0 0 0-15,5-1 1 0,2-2 0 16,6-5 0-16,-1-2 2 16,1-7 0-16,4-1 2 15,-5-1 1-15,3-7 1 16,-8-5 0-16,4-4 0 0,-4-1 0 16,-7-3-1-16,0 1-2 15,-10 0 0-15,-3 5-4 16,-4 1 0-16,-5 5 0 0,-1 5 0 15,-3 4 0-15,6 2 0 16,-3 9-2-16,5-3-4 16,4 8-4-16,3-7-14 15,-3 7-56-15,14-1-3 16</inkml:trace>
  <inkml:trace contextRef="#ctx0" brushRef="#br0" timeOffset="54383.71">23731 3263 109 0,'0'0'5'0,"0"0"5"16,0 0 4-16,0 0 4 16,0 0 3-16,0 7 2 0,0-7 1 15,0 0 8-15,0 9 2 16,0-9-5-16,0 0-2 16,0 0-3-16,7-4 0 15,-7-8-1-15,2-6-1 0,-2-7-5 16,0-4-5-16,-5-9-1 15,1-4-1-15,-10-10 2 16,2-5-2-16,-1-10-10 16,-3-5 0-16,-5-12 0 0,0-3 0 15,-2-2 0-15,-4 0 0 16,2 2 0-16,-3 4 0 0,3 8 0 16,6 11 0-16,-1 14 0 15,3 8 0-15,1 10 0 16,7 7 0-16,2 7 0 15,1 8 0-15,6 10 0 16,0 0-3-16,-3 16-4 0,3 3-3 16,9 3-8-16,-5 1-19 15,1 7-47-15,2 7 0 32</inkml:trace>
  <inkml:trace contextRef="#ctx0" brushRef="#br0" timeOffset="55570.6">20597 3849 194 0,'0'0'8'0,"0"0"3"15,0 0 6-15,0 0 3 16,-10-11 3-16,10 11 4 16,-5-10 1-16,2-4 1 0,3 3-3 15,-2-7-4-15,-1-2-3 16,-1-7-1-16,-1-5-4 16,-2-8 0-16,-2-5-3 15,-3-6 0-15,-3-6-3 0,0-10-1 16,1-6-3-16,-4 2-4 15,0-1 0-15,2 3 0 16,-2 4 0-16,6 6 0 16,-1 10 0-16,3 11 0 0,0 7 0 15,3 6 0-15,1 7 0 16,4 5 0-16,2 13 0 16,-2-10 0-16,2 10 0 0,0 0 0 15,2 5 0-15,3 6-10 16,3 1-16-16,4-2-31 15,0 7-30-15,4 2 0 16</inkml:trace>
  <inkml:trace contextRef="#ctx0" brushRef="#br0" timeOffset="56549.69">20448 3373 149 0,'0'0'12'0,"0"0"3"0,0 0 2 16,12 0 1-16,1 0 1 15,1-4 1-15,9 1-1 16,0-4 0-16,11-4-9 0,3 2-5 16,13-3 1-16,2-3-2 15,5-1 1-15,8 2 0 16,3-8-1-16,3 0 1 0,3-6-1 15,6 3 0-15,3-4-1 16,0-1-1-16,7 0 0 16,-1 1 0-16,6-1-2 15,-1 3 1-15,3-4 0 16,3 0 1-16,-3 3-1 16,-3-1-1-16,-2 1 0 0,-2-2-3 15,2 5-3-15,-9 1-1 16,2 3-4-16,0-3-1 15,0 2 0-15,-9 3 1 0,2-6-1 16,-4 4 2-16,-7 2 5 16,-5-1 2-16,-7 1 0 15,-12 1 1-15,-4 3 2 16,-12 5 0-16,1 0 1 0,-4 2 1 16,-6 2 1-16,-4 0 1 15,-3 4 1-15,1 0 1 16,-12 2-1-16,12-5 2 0,-12 5-1 15,0 0 1-15,0 0-1 16,0 0 0-16,-5-8 1 16,5 8-2-16,0 0 0 15,0 0-1-15,0 0-1 16,0 0-3-16,2-8-8 16,-2 8-8-16,0 0-7 0,-12 0-16 15,12 0-20-15,-9 0-11 16</inkml:trace>
  <inkml:trace contextRef="#ctx0" brushRef="#br0" timeOffset="57050.51">23106 2388 285 0,'0'0'7'0,"0"0"3"0,0 0 0 16,0 0 1-16,0 0 1 15,0 0 0-15,0 0 1 16,11 0 4-16,-11 0-6 0,14 0-2 16,-1 0 0-16,6 0 2 15,4 0-2 1,4 0-1-16,6 0-1 0,-3-3-1 16,4 1-1-16,-2-4-1 0,1 5 0 15,-8-2-2-15,-3 0 1 16,-7 3 0-16,-2 0 0 15,-13 0 0-15,9 13-1 16,-9-1 1-16,-7 6-1 0,-3 1 1 16,-2 3-1-16,-4 6 0 15,-3-1 0-15,-1 5 0 16,-5-4-1-16,3 4 0 16,-1-6-2-16,6 2-5 15,-5-6-6-15,9 1-28 0,6-3-40 16,0-5-1-16</inkml:trace>
  <inkml:trace contextRef="#ctx0" brushRef="#br0" timeOffset="58234.43">20749 3067 352 0,'0'0'7'16,"0"0"7"-16,0 0 2 0,0 0 2 15,-3-10 1-15,3 10 0 16,0 0 1-16,0-11-2 16,0 11-6-16,0 0-6 15,-2 11-2-15,-3 1-3 16,-6 8-1-16,1 7-1 0,-5-2 1 15,1 5 0-15,-6 0 1 16,-2-1 0-16,-1 1 0 16,3-5 0-16,-2-3 1 0,2-5-2 15,-2-2 0-15,4-2 0 16,6-1 0-16,2-5 0 16,0-2 0-16,10-5 0 15,-9 10 0-15,9-10 0 16,0 0 0-16,6 5 0 0,7-5 0 15,6 0 0-15,11-5 0 16,3 1 0-16,9-5 0 16,5 2 0-16,8-2 0 0,0-2 0 15,0 2 0-15,-1-1 0 16,-4 2 0-16,-6 1 0 16,-3 2 0-16,-9 2 0 15,-7 1 0-15,-6 2 0 16,-4 0 0-16,-3 0 0 0,-12 0 0 15,10 5 0-15,-10-5 0 16,4 10 0-16,-4-10 0 16,2 10-17-16,8-3-67 15,-10-7-2-15</inkml:trace>
  <inkml:trace contextRef="#ctx0" brushRef="#br0" timeOffset="59099.91">21795 2623 384 0,'0'0'5'0,"0"0"1"0,0 0 2 16,-5-10 1-16,5 10 1 16,-15-2 1-16,5-3 0 15,-3 5 0-15,-2 0-4 0,-2 0-3 16,2 7 0-16,-5 3-1 16,6 5-2-16,-2-1 0 15,4 4-1-15,3 4 1 16,-2-1 0-16,8-2-1 15,3 1 1-15,3-5 1 0,8-3-1 16,1-4 2-16,5-3-1 16,0-5 0-16,6 0 0 15,-1-8 1-15,0-5 0 16,1-6 0-16,-3-1 2 0,-3-5-2 16,-2-9 1-16,-8-6-4 15,-4-2 0-15,-3-5 0 16,-7-5 0-16,-9-2 0 0,2 1 0 15,-6 4 0-15,0 9 0 16,2 3 0-16,-2 7 0 16,6 10 0-16,-2 7-2 15,4 9 2-15,3 7 0 0,3 11 2 16,4 6-2-16,2 8 0 16,8 6 0-16,3 6 0 15,8 2 0-15,2 8 0 16,9-6 0-16,0-2 0 15,2 3 0-15,0-8 0 0,3-5 0 16,1-4 0-16,-2-9 0 16,3-4-67-16,-4-2-20 15</inkml:trace>
  <inkml:trace contextRef="#ctx0" brushRef="#br0" timeOffset="64816.22">13925 5203 308 0,'0'0'5'15,"0"0"3"-15,0 0-1 16,0 0 1-16,0 0-1 0,-14 0 0 15,9 4 1-15,-3 13 0 16,3 8-3-16,5 12 0 16,0 8-1-16,11 12 3 15,-2 9-1-15,8 7 1 16,6 3 1-16,-3-1-1 0,5 1 2 16,-8-1-5-16,5-8 0 15,-7-6 0-15,3-8-2 16,-9-9 1-16,2-4-1 0,-4-8 0 15,0-7 1-15,-5-9 1 16,-2-2 3-16,0-14-2 16,0 0 0-16,0 0-1 15,0 0-1-15,-4-14-2 0,-3-2-1 16,-4-7-3-16,-1-7-4 16,0-7-3-16,-3-4-1 15,0-7-2-15,0-4 1 16,-1-7 0-16,2 2 2 0,2-2 0 15,1 2 1-15,2 3 3 16,-1 1 2-16,3 3 2 16,1 3-1-16,1 5 0 15,3 3 3-15,-1 3 0 16,3 3 1-16,0 2 1 0,0 7 2 16,5 1-1-16,-2 6 1 15,2 0 0-15,0 4 0 16,4 1-2-16,6 0 0 15,8 2-1-15,7 0 0 0,17 0 1 16,7 3-1-16,17-1 0 16,7 3 0-16,14 0 1 15,13 0-1-15,7 0 0 0,5 0 0 16,9 0-1-16,3 0 1 16,1-5-1-16,2 3 1 15,-1 0-1-15,-4-1 1 16,-8 1-1-16,-4 0 1 0,-16-4-1 15,-10 4 1-15,-13-3-1 16,-12 2 1-16,-17 3 0 16,-10 1 2-16,-15-1 0 15,-4 2 1-15,-6 3 1 16,-12 0-1-16,0 0 0 0,0 0-1 16,0 0 0-16,0 0-3 15,0 0-2-15,0 0 1 16,0 0-1-16,10 3-1 15,-10-3 1-15,8 17 0 0,-1-5 1 16,3 6 0-16,-1 2 0 16,5-1 1-16,0 11-1 15,-1 0 1-15,4 7 0 16,-4 3 0-16,4 4 0 0,-2 6 3 16,-1 2 0-16,0 2 1 15,-2 6 0-15,0-1 0 16,-2 1-1-16,0-1 1 0,-1-1 0 15,2-2-3-15,-6-1 1 16,3-3-2-16,1-3 1 16,-1 3-1-16,-3-8 0 15,-1-1 0-15,1-4 0 16,0-4 0-16,1-4-1 0,-4-6 1 16,-2-9 0-16,0-1 0 15,0-5 1-15,0-10 0 16,0 10 1-16,0-10 1 0,0 0 0 15,0 0 1-15,0 0 0 16,0 0 0-16,-6 5-1 16,-3-3 0-16,-1-2-1 15,-3 0 0-15,-1 2-1 0,-6 1 0 16,-4-3-1-16,-1 3 0 16,-5 0 0-16,-3 1 0 15,-5-1-1-15,-6 1 0 16,-6-1 0-16,-10 4 0 0,-7-2 0 15,-7 0 0-15,-10 0 0 16,-6 0 0-16,-7 0 0 16,-4-2 0-16,-4 4 1 15,-2 1-1-15,0-6 1 16,1 6-1-16,4-1 1 0,2-2 0 16,3 0 0-16,5 2 0 15,5-2 0-15,8-2 0 16,6-1 0-16,9 3 0 15,4-3 0-15,11-2 0 0,4 0 1 16,12 0-1-16,4 0 0 16,7 0 0-16,7-2 0 15,3 0 1-15,12 2-1 0,-13-3 0 16,13 3 0-16,0 0 0 16,0 0 0-16,0 0 0 15,-10 0 0-15,10 0 0 16,0 0-1-16,0 0 1 0,0 0 0 15,-10 0-1-15,10 0 1 16,0 0 0-16,0 0 0 16,-10 0 0-16,10 0 0 15,0 0 0-15,0 0 0 0,0 0 1 16,-10 0-1-16,10 0 0 16,0 0 0-16,-9 0 0 15,9 0 1-15,0 0 1 16,0 0 0-16,-5 0 1 15,5 0 0-15,-6-10 1 0,6 0 0 16,0-2 0-16,-3-6 0 16,3-1-2-16,0-9 1 15,0 4-1-15,0-1 0 0,3-2-2 16,-1 5 0-16,2 2 0 16,-2 2 0-16,1 8 0 15,-3 10-5-15,0 0-6 16,14 5-18-16,11 13-52 0,-13 0-4 15</inkml:trace>
  <inkml:trace contextRef="#ctx0" brushRef="#br0" timeOffset="65732.89">14357 7976 251 0,'0'0'8'0,"0"0"5"16,0 0 4-16,0 0 3 15,0 0 2-15,0 0 0 16,0 0 2-16,0 0 0 0,0 0-9 15,0 0-3-15,11-2-2 16,1 2-4-16,7 0-1 16,10 0 0-16,10 0 1 15,8 0 0-15,13 0 0 0,4 0-1 16,11-5 0-16,2 3-1 16,5-1-1-16,3-2-1 15,0 3 0-15,-2-3-1 16,0 2 0-16,-1 1-1 15,-1-1 1-15,-1 1-1 0,-10-1 0 16,-1 0 0-16,-7 1 1 16,-7 2-1-16,-10-2 0 15,-10 2 0-15,-8-3 1 16,-8 3 0-16,-5 0 1 16,-14 0 0-16,0 0 1 0,0 0-1 15,0 0 1-15,0 0-3 16,-5 0 0-16,-6 0 0 15,-6 3-7-15,-1-3-3 0,-4 4-5 16,-6-1-9-16,-4-3-29 16,-5 5-33-16,-5 0 0 15</inkml:trace>
  <inkml:trace contextRef="#ctx0" brushRef="#br0" timeOffset="66283.27">14263 7964 253 0,'0'0'11'0,"0"0"4"16,0 0 4-16,0 0-1 15,0 0 1-15,0 0-2 16,0 0 1-16,0 0 1 0,0 0-11 16,16 5-4-16,0-2-1 15,9 1-1-15,5 4 2 16,12-6 3-16,8 3-1 15,10-2 2-15,9-3-1 0,4 0 1 16,8 0 0-16,6-3-1 16,5-2 0-16,0-2-1 15,3 0 0-15,-1-1-2 16,3 1 0-16,-5 2 0 16,-5 0-2-16,-7-3-1 0,-11 3 0 15,-4 3 0-15,-15 2-1 16,-11-3 1-16,-11 3-1 15,-8 0 2-15,-8 0-1 0,-12 0 0 16,0 0 1-16,-5 0 0 16,-9 3-1-16,3-1 0 15,-7 0-1-15,-1 1-2 16,-6 0-3-16,0 2-5 0,-5-3-13 16,-14 1-60-16,14-1-2 15</inkml:trace>
  <inkml:trace contextRef="#ctx0" brushRef="#br0" timeOffset="69954.03">10292 7493 194 0,'0'0'2'0,"0"0"-1"16,0 0 2-16,0 0-1 15,0 0 3-15,0 0 3 16,16 3 4-16,-6-3 0 15,5 0 1-15,4 3 1 0,6-3 1 16,3 0-1-16,8 0-1 16,2 0-2-16,9 0-2 15,-2-3-3-15,7 3 0 0,6-3-1 16,1-2-1-16,6 3-1 16,2-6 0-16,4 4-2 15,2-2 1-15,1-1 0 16,4 0-1-16,1 0 1 0,3 2-2 15,-2-1 2-15,-1 1-2 16,-2 1 1-16,2-1 1 16,-6 2 0-16,-8 1-1 15,-3-4 0-15,-9 4 0 16,-5 0 0-16,-12-1 0 0,-3 1 0 16,-12 2-1-16,-7 0 0 15,-4 0-1-15,-10 0-2 16,0 0-3-16,0 0-3 15,-12 0-6-15,-5 0-22 0,-3 0-33 16,-1 2-3-16</inkml:trace>
  <inkml:trace contextRef="#ctx0" brushRef="#br0" timeOffset="70433.16">10462 7444 69 0,'0'0'7'0,"0"0"6"0,12 0 5 15,1 0 2-15,11 3 2 16,6-3 2-16,15 2 3 0,10-2 2 16,10 0-4-16,11 0-6 15,6-2-2-15,8-3-2 16,7-3-1-16,9 1 2 15,-1-3-4-15,1 0-1 0,-1 2 0 16,-3-2-3-16,-3 0 0 16,-7 3-1-16,-7-1-2 15,-13 1-3-15,-8 3 0 16,-9 1-1-16,-16 0-1 16,-9 3 0-16,-10 0 0 0,-8 0 0 15,-12 0-6-15,0 0-13 16,-4 7-51-16,4-7-4 15</inkml:trace>
  <inkml:trace contextRef="#ctx0" brushRef="#br0" timeOffset="85703.75">1100 7025 280 0,'0'0'4'0,"0"0"1"0,0 0 4 0,0 0 0 15,0 0-1-15,0 0 0 16,0 0-2-16,0 0 1 16,0 0-2-16,0 0-1 15,14 0-2-15,4 0-1 16,4 0 2-16,8 5 1 16,9-3 2-16,11 1-2 0,5 0 0 15,4-3-2-15,4 2-1 16,2-2 0-16,9 0 0 15,0 0 0-15,9 0 0 16,1 0 0-16,8-5 0 0,3 0 1 16,9 0 2-16,2-4-2 15,6-1 0-15,10 0 0 16,-5-1 0-16,2 4 0 0,6-3-1 16,-1 1 1-16,-2-2-1 15,2 4 0-15,-5 0 0 16,-8 1-1-16,-1 1 0 15,-2 4 1-15,-5-3-1 0,-6 4 0 16,0 0 0-16,-5 4 1 16,-5-3-1-16,-6 4 1 15,-3 1-1-15,-4-4 0 16,-6 3 0-16,-4-3 1 0,-7 6-1 16,-2-6 0-16,-8 4 0 15,-2-4 0-15,-11 3 1 16,-2 0-2-16,-6-2-3 15,-9-2-5-15,-2 5-13 16,-5 1-48-16,-10-7-6 0</inkml:trace>
  <inkml:trace contextRef="#ctx0" brushRef="#br0" timeOffset="86735.26">1102 7209 240 0,'0'0'6'0,"0"0"2"0,0 0-3 0,0 0 1 16,0 0-1-16,0 0 3 15,0 0-1-15,-2 12 0 16,2 8-6-16,0 6-2 0,2 10 2 16,5 1 2-16,-4 9-3 15,0 2 0-15,7 4-1 16,-6 0-1-16,1 0 2 16,0 1-1-16,2-10 1 0,-1 4 0 15,-1-4 1-15,0-1 1 16,-1-5-2-16,1-6 1 15,0-3 1-15,-3-3 0 16,4-3 0-16,-3-7 0 16,-3 0 0-16,2-5-1 0,-2-10 2 15,0 12-2-15,0-12 1 16,0 0-1-16,0 13 0 16,0-13-1-16,0 0 0 15,0 0-1-15,3 10 0 0,-3-10 0 16,9 2-1-16,1 1-1 15,-2-1 1-15,4-2 1 0,3 3-1 16,7 0-1-16,3-3 1 16,0 0-2-16,7 2 3 15,3-2-1-15,2 2 1 16,5-2 0-16,8 0 1 16,3 0 1-16,-1 0 2 0,8 0-2 15,2 0 1-15,7 0 0 16,5 0 0-16,9 0-1 15,1 0 1-15,0-2 0 16,11 0-1-16,-3 2 0 16,12 0 1-16,-5 0-2 0,6 0 1 15,2 0 0-15,-3 0 0 16,10 2-1-16,3 0 0 16,3 1 0-16,-3-3-1 15,5 0 1-15,4 0-1 0,-2 0 0 16,8 0 1-16,-8 0 0 15,-5-3 0-15,6-1 1 16,-1 1 0-16,-10 0-2 0,-2-2-7 16,-3 5-15-16,-7 0-40 15,-8-2-4-15</inkml:trace>
  <inkml:trace contextRef="#ctx0" brushRef="#br0" timeOffset="133083.87">8494 15704 42 0,'0'0'6'16,"0"0"1"-16,0 0 2 0,0 0 1 15,0 0-1-15,0 0 2 16,0 0-1-16,0 0 2 15,0 0-6-15,0 0-2 16,0 0-2-16,0 0-1 16,0 0 1-16,0 0 0 0,-5 8-1 15,5-8 0-15,0 0-1 16,0 0 1-16,0 0 0 16,0 9 2-16,0-9 0 0,0 0 1 15,0 0 1-15,0 0 2 16,0 0 0-16,0 0-4 15,0 0-21-15,0 0-29 16,0 0-3-16</inkml:trace>
  <inkml:trace contextRef="#ctx0" brushRef="#br0" timeOffset="153700.25">17453 14621 24 0,'-1'12'0'0,"-4"2"-6"16</inkml:trace>
  <inkml:trace contextRef="#ctx0" brushRef="#br0" timeOffset="153867">17426 14727 221 0,'0'0'0'16,"0"0"-14"-16,0 0-23 15,-12 12-18-15</inkml:trace>
  <inkml:trace contextRef="#ctx0" brushRef="#br0" timeOffset="173149.72">7885 8122 350 0,'0'0'7'16,"0"0"2"-16,0 0 4 15,-5-7 1-15,5 7 1 16,0 0 1-16,-16-8 0 0,16 8 1 16,-11-2-6-16,4 2-3 15,-3 0-2-15,-3 0-1 16,-4 0-2-16,-1 2-1 0,-2-2 0 15,1 6 0-15,-9-4-1 16,1 1 0-16,-3-3 1 16,3 2 0-16,-3-2 0 15,2 0 1-15,1 0 1 16,3 0-4-16,-1 0 0 0,5-2 0 16,2-1 0-16,3 3 0 15,6-2 0-15,-2-1 0 16,11 3 0-16,-12 0 0 15,12 0 0-15,0 0 0 16,0 0 0-16,-5 5 0 16,3 2 0-16,2 6 0 0,-3 7 0 15,1 1 0-15,2 7 0 16,0 7 0-16,0 5 0 0,0 5 0 16,0 5 0-16,0 1 0 15,0 6 0-15,2-2 0 16,1 1 0-16,-3 1 0 0,0 0 0 15,0-5 0-15,0 1 0 16,0-7 0-16,-3-1 0 16,1-3 0-16,0-7 0 15,-2-1 0-15,2-6 0 16,-1-1 0-16,1-5 0 0,2-2 0 16,0-3 0-16,-2-2 0 15,-2-2 0-15,3-3 0 16,1 2 0-16,0-2 0 15,0-10 0-15,-5 15 0 0,5-15 0 16,-5 15 0-16,5-15 0 16,-2 10 0-16,2-10 0 15,0 0 0-15,0 0 0 16,0 0 0-16,0 0 0 0,0 0 0 16,0 0 0-16,0 0 0 15,-4 10 0-15,4-10 0 16,0 0 0-16,6 5 0 15,-6-5 0-15,17 7 0 0,-4-6 0 16,1 3 0-16,7-2 0 16,6 1 0-16,3-3 0 15,5 0 0-15,2 2 0 0,5-2 0 16,-2 0 0-16,4 0 0 16,1 0 0-16,-3-2 0 15,3-1 0-15,-9 1 0 16,0-2 0-16,-1 3 0 15,-7-4 0-15,-7 3 0 0,-3 2 0 16,-6-3 0-16,1 1 0 16,-13 2 0-16,7 0 0 15,-7 0 0-15,0 0 0 16,0 0 0-16,0 0 0 0,0 0-8 16,-2-10-76-16,2 10-3 15</inkml:trace>
  <inkml:trace contextRef="#ctx0" brushRef="#br0" timeOffset="173933.23">7828 8125 307 0,'0'0'5'0,"0"0"0"0,0 0 2 15,0 0 1-15,0 0 3 16,0 0 1-16,10 7 4 15,-10-7 0-15,17 6-3 0,-4-1-1 16,2-3 1-16,2 0-2 16,3-2-2-16,0 0-2 15,5 0-1-15,-3 0-2 16,0 0 0-16,-2-2-1 0,0 0-2 16,-3 2 1-16,1 0-1 15,-8 0 2-15,0 7-1 16,-2 3 0-16,-1 5 1 15,-2 3 0-15,2 6 0 0,-2 6 0 16,-3 2 1-16,4 5-2 16,1 7 0-16,-2 1 0 15,0 7-1-15,0 0 1 16,-1 0-1-16,2 8 1 16,-3-1 1-16,-1 4-3 0,0-2 0 15,1-2 0-15,2-2 0 16,-3-2 0-16,0-6 0 15,-2-2 0-15,3-5 0 0,-3-9 0 16,0-4 0-16,0-4 0 16,0-7 0-16,0-1 0 15,0-7 0-15,0-10 0 16,-5 12 0-16,5-12 0 0,0 0 0 16,0 0 0-16,0 0 0 15,0 0-8-15,-12-6-30 16,7-2-46-16,3-3-4 15</inkml:trace>
  <inkml:trace contextRef="#ctx0" brushRef="#br0" timeOffset="177782.9">7480 6888 346 0,'0'0'5'0,"0"0"3"15,0 0 3-15,3-6 2 0,-3 6 1 16,0 0 0-16,0-13 1 16,0 13 0-16,-8-8-5 15,8 8-3-15,-18-7-3 16,6 5-1-16,-3 2-1 0,-2 0-2 15,-1 0 0-15,-1 5 0 16,0-1-1-16,2 4 0 16,3 0 1-16,0 1-2 15,1-1 1-15,5 2 0 16,-1-1 0-16,9 1-1 0,-6 5 1 16,6 3 0-16,0 0 0 15,0 7 0-15,0 4 1 16,6 3-1-16,-1 5 1 15,-3 5 1-15,3 3-1 0,0-1 0 16,-1 3 0-16,1 0 0 16,1-5 0-16,-4 3-1 15,1-2 1-15,-3-4-1 0,0-2 0 16,0-2 0-16,0-1 0 16,0-2 1-16,-5-2 0 15,5 0-1-15,-2-3 1 16,2-2-1-16,-4-3 0 0,4-4-1 15,0 1 0-15,0-3 0 16,0-2 0-16,0 1-1 16,0 0 1-16,-3 0 0 15,1 0 1-15,0-2 0 16,2-2 1-16,-2 4-1 0,2-5 1 16,0 0-1-16,0-10 0 15,0 12 0-15,0-12 0 16,0 13 0-16,0-13 0 15,0 0 0-15,4 10 0 0,-4-10 0 16,0 0 0-16,0 0 0 16,9 10 0-16,-9-10 0 15,0 0 0-15,0 0 0 0,7 3 1 16,-7-3 0-16,12 0 0 16,-12 0 1-16,15 0-1 15,-5-3 0-15,2 3 1 16,1-3-1-16,-1 3 0 0,6-3 1 15,-1 1-1-15,-2 2 0 16,4-2 0-16,-1-1 1 16,2 1-1-16,2 2 0 15,-2-3 0-15,3 1 0 16,-2 2 0-16,5-2 0 0,-1 2-1 16,0-3 1-16,-3 3 0 15,2 0 0-15,-1-2 0 16,2 2-1-16,-7 0 1 0,1 0 0 15,4-3 0-15,-7 0 0 16,2 3 0-16,-4-2-2 16,5 2 0-16,-7 0-1 15,1 0-1-15,-1-2 0 0,1 2-1 16,-4 0 1-16,7-3-1 16,-7 3 2-16,1-2-1 15,5 2 1-15,-5-3 1 16,0 3 1-16,-10 0 0 0,10 0 1 15,-10 0-1-15,0 0 0 16,0 0 1-16,0 0 0 16,0 0 0-16,0 0 0 0,0 0 0 15,0 0 0-15,0 0 1 16,0 0 0-16,0 0 0 16,0 0 1-16,0 0 1 15,0 0-1-15,0 0 2 16,0 0-1-16,0 0 1 0,5-13 0 15,-5 5 0-15,-3-6 0 16,1 0 0-16,0-6 0 16,-2-5 1-16,2-5-1 15,0-7 0-15,-1-4-1 0,1-4 0 16,2-4 0-16,0-4-1 16,0-5 1-16,0 7 0 15,0-4-1-15,0 5 1 16,0 2 0-16,0 1 1 0,0 5-1 15,-3-1 1-15,-1 4-1 16,-1 1-1-16,0 6 1 16,-1 2-1-16,4 3-1 0,-3 4 1 15,5 2-1-15,-2 6 0 16,2 2 0-16,0 1-1 16,0 2 1-16,0 10 0 15,0-12 0-15,0 12 0 0,0-12 0 16,0 12-1-16,0-11 1 15,0 11-1-15,0-13 0 16,0 13 1-16,2-12-1 16,-2 12 0-16,2-9 1 15,-2 9-1-15,0-10 0 0,0 10 1 16,0 0 0-16,0 0-1 16,0-10 0-16,0 10 1 15,0 0-1-15,0-10 1 16,0 10-1-16,0 0 0 0,0-11 1 15,0 11-1-15,0 0 1 16,0-11 0-16,0 11-1 16,0 0 0-16,-4-11 1 0,4 11-1 15,-10-11 1-15,10 11-1 16,-16-13 0-16,7 8 0 16,-3-2 0-16,-6-1 0 15,0 3 0-15,-1 0-1 16,-6 5 1-16,-3-3 0 0,-4 3 0 15,0 0 0-15,0 0 0 16,-5 0 0-16,7 3 0 16,0-3 1-16,3 3-1 15,1-1 0-15,6-2 0 16,6 2-4-16,2-2-4 0,12 0-4 16,-13 0-12-16,6 3-58 15,11-3 0-15</inkml:trace>
  <inkml:trace contextRef="#ctx0" brushRef="#br0" timeOffset="178566.28">7972 7350 212 0,'0'0'8'0,"0"0"3"0,0 0 2 0,0 0 0 16,0 0 3-16,0 0 3 16,0 0 4-16,7 0 2 0,4-6-6 15,1 0 0-15,6-7-1 16,6-5 0-16,6-4-2 16,4 0-2-16,9-5-3 15,1-3-2-15,2 3-1 16,-7 0-2-16,3 4 0 15,-10 4-2-15,-7 3 0 0,-4 7-2 16,-7-1 0-16,-3 4-1 16,-11 6 0-16,0 0-1 15,0 0 1-15,0 0 0 0,0 0-1 16,0 0 0-16,0 0 0 16,0 0 0-16,0 0 0 15,0 0-3-15,2 9-3 16,-2-9-8-16,0 7-14 0,17 2-55 15,-17-9 0-15</inkml:trace>
  <inkml:trace contextRef="#ctx0" brushRef="#br0" timeOffset="181650.35">8467 6814 357 0,'0'0'8'15,"0"0"4"-15,0 0 3 16,0 0 1-16,0 0 1 0,0 0 0 16,0 0-1-16,2-3 1 15,-2 3-7-15,0 0-4 16,13 8-3-16,-3 2-2 16,-3 5 0-16,5 0-1 0,3 3 1 15,0 2 0-15,0-4-1 16,3 5 1-16,-6-2-1 15,0-6 1-15,1 2-1 16,-3-5 0-16,-3-1 0 0,-7-9 1 16,13 10 0-16,-13-10 1 15,0 0 0-15,5-11 0 16,-3-4 1-16,-2-8-3 16,2-4 0-16,-2-9 0 15,3-3 0-15,-3 2 0 0,2-3 0 16,-2 3 0-16,3 3 0 15,-3 7 0-15,0 7 0 16,0-1 0-16,0 9 0 0,0 3 0 16,0 9 0-16,-3-11 0 15,3 11 0-15,0 0 0 16,0 0 0-16,0 12 0 16,0-12-18-16,0 20-67 0,5-4-4 15</inkml:trace>
  <inkml:trace contextRef="#ctx0" brushRef="#br0" timeOffset="182132.93">8725 6849 310 0,'0'0'5'15,"0"0"4"-15,0 0-1 16,0 0 0-16,0 0 2 0,0 0 0 15,0 0 1-15,0 0 2 16,0 0-6-16,0 0-1 16,5 3-1-16,-5-3 1 0,0 0-1 15,0 0-1-15,0 0 0 16,10 0 0-16,-10 0 0 16,0 0-2-16,0 0 1 15,0 0 1-15,0 0-3 0,0 0 1 16,0 0 0-16,0 0 0 15,0 0-1-15,5-10 0 16,-5 10-1-16,0 0 1 16,0 0-1-16,0 0 0 0,0 0-2 15,0 0-8-15,0 0-15 16,20-7-51-16,-20 7-3 16</inkml:trace>
  <inkml:trace contextRef="#ctx0" brushRef="#br0" timeOffset="182633.52">8892 6767 385 0,'0'0'7'0,"0"0"2"16,0 0 2-16,0 0 1 0,-10-7 0 15,10 7 0-15,-13-5 1 16,1 3-1-16,0 2-6 16,-1 0-3-16,3 2-1 0,0 3-1 15,-2 5-1-15,2 2 0 16,-1 0-1-16,4 1 1 16,2 2-1-16,3-2 1 15,2-1 0-15,0-2-1 0,0-10 1 16,14 12 1-16,-3-9-1 15,1-3 1-15,5-3 1 16,-2-5-1-16,3-1 2 16,-3-1 0-16,0-4 0 0,-5 0 1 15,-1 0 0-15,-4-1 0 16,-3 2-1-16,-2 1-3 16,0 2 0-16,0 10 0 0,-2-12 0 15,2 12 0-15,0 0 0 16,0 0 0-16,-5 7 0 15,5 1 0-15,3 2 0 16,-1 5 0-16,9-3 0 16,-4 2 0-16,5-4 0 0,1 1 0 15,4-4-17-15,1-3-23 16,-2-1-44-16,0-3-3 16</inkml:trace>
  <inkml:trace contextRef="#ctx0" brushRef="#br0" timeOffset="183083.77">9011 6641 399 0,'0'0'6'0,"0"0"3"0,0 0 2 0,0 0 2 16,0 0-1-16,0 0 2 15,0 0-1-15,0 0 0 16,0 0-5-16,0 0-5 15,5 6 0-15,-5-6-3 0,12 9 1 16,-2-1-1-16,2-1 0 16,3 3 0-16,0 0 0 15,3 2 0-15,-6-2 0 0,3 2 1 16,-5 1-1-16,0-4 1 16,-3-1 0-16,-7-8 0 15,8 12 1-15,-8-12-2 16,0 0 0-16,0 0 0 0,-10 3 0 15,10-3 0-15,-10-15 0 16,3-5 0-16,1-2 0 16,6-5 0-16,0-5 0 15,3 0 0-15,7-1 0 0,0 1 0 16,3 3 0-16,-1 6 0 16,3 3 0-16,-5 7 0 15,-1 7 0-15,-1 6 0 16,-8 0 0-16,13 9 0 0,-13 8-42 15,2-2-46-15,-2 6-1 16</inkml:trace>
  <inkml:trace contextRef="#ctx0" brushRef="#br0" timeOffset="184799.88">8014 8685 245 0,'0'0'8'16,"0"0"3"-16,0 0 2 16,0 0 2-16,0 0 2 0,0 0 1 15,0 0 0-15,0 0 0 16,0 0-4-16,0 0-4 16,0 0-2-16,0 0 0 0,0 0 0 15,13 0 0-15,-6-7 0 16,8-1 0-16,2-2 1 15,6-1 1-15,5-7-1 16,4-2-1-16,2-3 0 0,1 1-1 16,0 3 0-16,-3-2 0 15,-2 4-2-15,-3 0 1 16,-6 7-6-16,-7 2 0 16,-4 3 0-16,-10 5 0 0,10-5 0 15,-10 5 0-15,0 0 0 16,0 0 0-16,0 0 0 15,0 0 0-15,0 0 0 16,0 0 0-16,0 0 0 16,0 0 0-16,0 0 0 0,0 0 0 15,0 0 0-15,0 0 0 16,-3 5 0-16,3-5 0 16,0 0 0-16,0 0 0 15,0 0 0-15,-7 13-31 0,7-13-53 16,0 0-4-16</inkml:trace>
  <inkml:trace contextRef="#ctx0" brushRef="#br0" timeOffset="186399.6">8665 8244 317 0,'0'0'9'0,"3"-7"2"16,-3 7 3-16,0-13 4 0,0 13 0 16,-6-15 1-1,6 15 0-15,-9-16 0 0,9 16-7 16,-19-4-4-16,10 4-3 16,-3 8-3-16,-1 4 0 0,-1 8-2 15,4 0 1-15,-5 7-1 16,3 0 1-16,-1 2-1 15,8-1 0-15,0 0 1 16,5-1-1-16,3-5 1 0,6-5 0 16,6-2 0-16,2-8 1 15,6 1 1-15,0-8 0 16,4 0 1-16,-2-2 0 0,2-6 0 16,-2-2 1-16,-5 3-1 15,-6 0-1-15,2 0-3 16,-7 4 0-16,-9 3 0 15,11-5 0-15,-11 5 0 0,0 0 0 16,0 0 0-16,0 0 0 16,0 0 0-16,0 0 0 15,-8 0 0-15,8 0 0 16,-7 0 0-16,7 0-16 16,-15 5-34-16,15-5-36 0,0 0-2 15</inkml:trace>
  <inkml:trace contextRef="#ctx0" brushRef="#br0" timeOffset="186849.59">8790 8316 358 0,'0'0'4'0,"0"0"2"15,0 0-2-15,0 0 1 16,-11 2-1-16,11-2 1 0,-7 14 0 16,5-3-1-16,2-1-3 15,0 3-1-15,0-4 1 16,0 4 0-16,7-6 0 15,0 1 2-15,6-4 0 16,-1-4 2-16,6 0 1 0,-3-7 1 16,2 0 1-16,-2-6 0 15,0 7 2-15,0-8-1 16,-8 3-1-16,1-6 0 0,-8 6-2 16,0-2 0-16,-8 6-2 15,1-3-2-15,-5 0-1 16,-1 8-1-16,1-3-2 15,0 5-2-15,1 0-4 16,11 0-6-16,-17 9-11 0,17-9-44 16,-5 16-14-16</inkml:trace>
  <inkml:trace contextRef="#ctx0" brushRef="#br0" timeOffset="187683.2">8938 8232 335 0,'0'0'7'15,"0"0"3"-15,0 0 1 16,0 0 1-16,0 0-1 16,0 0-2-16,0 0 0 15,0 0 1-15,0 0-7 0,11 10-3 16,-7-1-2-16,2 3 1 16,1-1 2-16,-2-2-1 0,3 1 1 15,-8-10 0-15,7 13 1 16,-7-13 1-16,10 0 0 15,-10 0 0-15,7-7 2 16,-7 7 0-16,8-18-2 0,-6 6 2 16,1-1-2-16,-1-1-1 15,-2 4 0-15,3 2-2 16,-3 8-2-16,2-13 1 16,-2 13-1-16,0 0 0 0,0 0 1 15,10 6-1-15,-10-6 1 16,17 5 0-16,-5-1 1 15,4-4 1-15,1 0-1 16,0-4 1-16,1-7-1 16,2 1 1-16,-6 2 0 0,1-9 1 15,-1 6 0-15,-10-3 2 16,-1 6-1-16,-1-3 1 16,-2 11-1-16,-7-10 0 0,-4 6 0 15,2 4-2-15,-2 0 0 16,1 4-2-16,1 4 0 15,9-8 1-15,-18 15-2 16,16-5 1-16,-1 0 1 0,3-10-1 16,3 11 0-16,5-2 1 15,1-1 0-15,3-7 0 16,-2 6 0-16,3-4 0 16,0 2 1-16,-1-3-1 0,-5 6 0 15,-7-8 0-15,10 10 0 16,-10-10 0-16,8 10-1 15,-8-10 0-15,0 8-2 16,0-8 0-16,0 0-2 16,-10 9 0-16,10-9-2 0,0 0 0 15,-8-2-1-15,8-5 2 16,0-8 0-16,5-6 1 16,0-1 0-16,3-6 2 0,-1-5 2 15,1 0 3-15,-5-5 2 16,4 7 2-16,-7 2 2 15,0 4 0-15,0 5 1 16,-7 4-1-16,7 16-1 0,0 0-1 16,-11-2-2-16,11 10-3 15,0 7 0-15,3 4-1 16,4 4 0-16,4 4-2 16,1-2-3-16,0 5-5 0,1-6-8 15,1-4-16-15,2 0-42 16,-4-5-6-16</inkml:trace>
  <inkml:trace contextRef="#ctx0" brushRef="#br0" timeOffset="187949.92">9276 8140 369 0,'0'0'7'0,"0"0"4"0,0 0 0 15,-2-12 1-15,2 12 2 16,2-10 2-16,-2 10 0 0,16-18 0 15,-2 9-6-15,2-4-3 16,3 1-1-16,-1 2-2 16,2 0-1-16,-1 2-1 0,-1 1-1 15,-6 2-1-15,1 3 1 16,-13 2 0-16,10-2 0 16,-10 2-1-16,0 0 1 15,0 0-1-15,0 0 0 0,0 6-4 16,0-6-8-16,-10 10-21 15,10-10-51-15,-5 15 0 16</inkml:trace>
  <inkml:trace contextRef="#ctx0" brushRef="#br0" timeOffset="194351.54">3711 4436 389 0,'0'0'4'0,"-8"-7"0"0,1-3 0 0,3-2 0 16,3-9 0-16,2-5 0 15,12-4 0-15,12-12-1 16,21-5-2-16,18-5 0 15,23-5 0-15,27-5 1 16,26-5 1-16,21 0 1 0,23-2 0 16,25 0 1-16,19 5-1 15,23 3 1-15,12 5 0 16,21 9 0-16,9 6-1 16,18 10 0-16,6 9 0 0,17 6-1 15,6 7 0-15,9 4-1 16,0 5 0-16,-1 5-1 15,-5 7-1-15,-10 5-1 16,-13 8 1-16,-19 2-1 0,-16 11 0 16,-23 6 0-16,-29 6-1 15,-24 7 1-15,-25 4 0 16,-28 2 1-16,-27 1-1 16,-24 3 1-16,-31-1 1 0,-29 1-1 15,-30 1-1-15,-27-4 1 16,-36 2-1-16,-31 1 0 15,-28-2 0-15,-27-3-1 16,-31 0 1-16,-18-5 0 0,-23-5 1 16,-21-1 1-16,-21-3-1 15,-16-3 1-15,-20 2 0 16,-20-7 0-16,-12-1 0 16,-16 0 0-16,-11-4-1 0,-18 2 0 15,-11-2 0-15,-7-3 0 16,0-2 0-16,-1-8 0 15,10-5 1-15,14-7-1 16,11-10 2-16,27-7-1 16,17-13 1-16,28-14 0 0,27-9 0 15,27-6 0-15,30-16-1 16,35-5 0-16,35-11 0 16,39-8-1-16,45-13 1 0,51-6 0 15,55-12-1-15,63-11 1 16,66-3 1-16,83-11 0 15,67 3 1-15,118-4 0 16,43 7 0-16,75 11-1 0,65 9-10 16,31 22-72-1,105 18-3-15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46:43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2344 10919 213 0,'0'0'6'15,"0"0"-2"-15,0 0-2 0,0 7 2 16,0 4-1-16,2-1 0 16,1 10 3-16,-1 7-1 0,6 3-4 15,-3 10 1-15,2 3 2 16,6 9 0-16,-4 3 1 15,6 2-2-15,3-2 0 16,-6-1-1-16,6 0 1 0,-1-1-1 16,-2 4 1-16,-3 0-2 15,6-5 1-15,-3 4-1 16,-2-3 0-16,1 4 0 16,-1-4 1-16,6 5-1 0,-7-5 0 15,4-10 1-15,-6 9 0 16,2-7-2-16,-2 7 1 15,3-5 1-15,-8-3-1 16,0 4 0-16,0-6 0 16,-1 3-1-16,1-6 1 0,3 4 0 15,-3-10-1-15,0 5 0 16,-1-3 0-16,2-3 0 16,-2 3 0-16,2-5 0 0,1 5 0 15,-2-6 0-15,0 5 1 16,0 4 0-16,1-3 0 15,-2 2 1-15,0-3-1 16,4 6 0-16,-3-2 0 0,0 3 0 16,1-8 0-16,-1 1-1 15,-3 4 0-15,3-7 1 16,0 4 0-16,0-2 0 0,-3-1 1 16,4 0-1-16,-1 3 1 15,-1-6 1-15,1 6-1 16,0 3-1-16,2-4 1 15,-1 2 0-15,-1 2 0 16,0 2 1-16,-1-6-1 0,1 9 1 16,-3-9 1-16,3 1-1 15,1 2 1-15,-1-2 0 16,0 2 0-16,0-5-1 16,-1 0 0-16,1-4-1 0,1 3 1 15,-1-6-2-15,0 8-5 16,-4-8-9-16,5-6-32 15,-1 6-27-15,1-8-2 16</inkml:trace>
  <inkml:trace contextRef="#ctx0" brushRef="#br0" timeOffset="1518.45">6039 11945 108 0,'0'0'1'0,"0"0"-1"16,0 0 0-16,0 0 2 15,-7 10 4-15,4 0 5 16,-4 1 7-16,5 10 1 0,-4-4 3 16,3 13 0-16,1 0 0 15,0 4-1-15,2 4-3 16,0 5-5-16,0 3-4 16,4-2-4-16,-1 9-1 0,3-9-1 15,1 6-1-15,-2-4 0 16,-3 4 0-16,3 0-1 15,-3-6 1-15,1 8-2 16,-3-2 1-16,0 2 0 16,0 7-1-16,0-2 0 0,-3 3 0 15,-2-6 0-15,1 4-1 16,1-9 1-16,-4 3-1 16,5-8 0-16,-4-4 0 0,1 0 0 15,3-3 1-15,-1-3-1 16,3-1 1-16,0 2-1 15,0-4 0-15,0 5 0 16,0-4 1-16,0 2-1 0,0 1 1 16,0 0 0-16,0 2 0 15,0-5 0-15,0 2 1 16,0 2 1-16,0-4-1 16,-2 2 0-16,2-2 1 0,-5 0 0 15,3-2 0-15,-1 0 0 16,1 0-1-16,-1-3 2 15,3-5-1-15,-3 6-2 16,3 1 0-16,0-4 0 0,0 1 0 16,-3-1-1-16,3 6 1 15,0-6 0-15,0 6 0 16,0-3 2-16,-2-3 1 16,-1 2-1-16,3-2 0 0,-2 2 1 15,2-2-1-15,-2-1 1 16,2 0-1-16,-3 0 1 15,3-2 0-15,-2 2 1 16,2 0 1-16,0-3 1 0,0 2 1 16,0 2-1-16,-2-6 2 15,2 3-1-15,0 3-2 16,0-3-1-16,0 2 0 0,0-3-1 16,0 4-1-16,2 0 1 15,-2-2-1-15,0-2 1 16,0 2 0-16,0-1-1 15,0-2 1-15,0 2 0 16,0-2 0-16,0-1-1 16,0-2 0-16,0 4-1 0,2-4 1 15,-2 1-2-15,0-4 1 16,3 2 0-16,-3-5 0 16,0 5-1-16,2-7 0 15,-2 1 1-15,0 0-1 0,2-2 1 16,-2-8-1-16,0 14 0 15,0-14 0-15,0 13-3 16,0-13-5-16,3 12-19 0,8-7-49 16,-11-5-3-16</inkml:trace>
  <inkml:trace contextRef="#ctx0" brushRef="#br0" timeOffset="3482.84">3015 13352 230 0,'0'0'5'0,"0"0"2"16,0 0 0-16,0 0-2 15,0 0 1-15,0 0 0 16,5 7-1-16,-5-7 2 0,0 0-4 15,9 10-2-15,-9-10 0 16,18 13 0-16,-6-4 2 16,1-1-1-16,2 4 1 0,3 1-2 15,2-3 1-15,1 2 0 16,5 3-2-16,3 5 1 16,-4-5-1-16,5 3 1 15,0-2-1-15,2 4 1 16,-2-5-1-16,5 5 1 0,-5-3-1 15,0-3 0-15,-3 3 0 16,0-6-2-16,1 7 0 16,-4-1 0-16,3-2-1 15,-9 2-1-15,7 0 1 16,-6-2 1-16,4 3 0 0,-3-1 1 16,0-5 1-16,-3 1-1 15,0 2 1-15,1-6-1 0,0 4 0 16,-4-1-1-16,9-2 1 15,0 0 0-15,-7 2-1 16,7-2 1-16,-6 4 0 16,8-6 1-16,-5 3 0 15,3-1 0-15,-6 0 0 0,0 0 1 16,3 2-1-16,0-4 1 16,0 1-1-16,-1 1 0 15,2 0 0-15,-5 0 1 16,5 2-1-16,-3-4 1 15,-2 4 0-15,5-5 2 0,-5 6-2 16,5-1 0-16,-4 4-1 16,-1 0 1-16,6-1-1 15,-6 3 0-15,7-1 0 0,-3 0 1 16,-1 1-1-16,4 1 0 16,-3-6 1-16,3 4-1 15,3-2 1-15,-1-3-1 16,3 4 1-16,-1-4-1 0,-2 3 1 15,8-1 0-15,-8-1 0 16,5-3 0-16,-6 2 1 16,3 0 0-16,-4 1-1 0,2-1 1 15,0 1-1 1,-4-4 0-16,4 4 0 0,0-1 0 16,-2 1 0-16,-1-1-1 15,3 1 1-15,-3-3-1 16,3 2 1-16,0 3-1 0,-1-3 0 15,-1 0 1-15,2 4-1 16,3-4 0-16,-3 3 1 16,5-2 0-16,-6 1-1 15,4-2 1-15,-4 1 0 0,6-1-1 16,-7 3 1-16,2-2 0 16,1-1-1-16,-3 1 1 15,4-2 0-15,-4 7-1 16,4-1 1-16,-5-2 0 0,5 0 1 15,-7 3 0-15,8-6 0 16,-5 3 2-16,1-3-1 16,-4-2 0-16,7 0 0 15,-4 1 0-15,-1 0-1 16,3-1 0-16,0 1-1 0,2-2 0 16,-4 0 0-16,3-1 0 15,-3 2 1-15,1-3-1 16,-3 1 0-16,1-1 0 0,-9 1 0 15,-1-6 0-15,1 6 0 16,-13-8-1-16,12 3 2 16,-12-3 0-16,0 0 2 15,12 1 2-15,-12-1 3 0,0 0 0 16,0 0 0-16,0 0 0 16,0 0-2-16,0 0-3 15,0 0-7-15,-10 0-14 16,5-10-47-16,5 10-12 15</inkml:trace>
  <inkml:trace contextRef="#ctx0" brushRef="#br0" timeOffset="4183.01">5528 14972 333 0,'0'0'7'16,"0"0"4"-16,0 0 3 0,0 0 1 15,0 0 1-15,0 0-1 16,0 0 0-16,0 0 1 16,0 0-8-16,2 8-3 0,-2-8-2 15,19 7-2-15,-3-3 0 16,6 4 0-16,0 1 0 15,5-5 0-15,1 0 0 16,2-1 0-16,-1 0-1 0,-1-3 1 16,2 0 0-16,-5 0 0 15,2 0-1-15,-8 0 1 16,4-3 0-16,-6 3-1 0,-2 0 1 16,0 0-1-16,-5 0 0 15,-2 0 1-15,-8 0-1 16,9 0 1-16,-9 0 0 15,0 0 1-15,0 0 2 16,0 0-1-16,0 0 1 0,3-10 0 16,-3 0 1-16,-5-2 0 15,-2-3-1-15,-1-5 0 16,-7 1-2-16,1-6-2 16,-4 0 0-16,1 0 0 0,-3 0 0 15,-3 6 0-15,4-4 0 16,-4 4 0-16,3 1 0 15,1 1 0-15,3 7 0 16,-1-2 0-16,4 2 0 0,4 4 0 16,9 6 0-16,-13-8 0 15,13 8 0-15,0 0-31 16,0 0-56-16,0 0-3 16</inkml:trace>
  <inkml:trace contextRef="#ctx0" brushRef="#br0" timeOffset="5249.69">3080 13394 338 0,'0'0'6'0,"0"0"2"0,0 0 2 15,-10 0 4-15,10 0 0 16,0 0 2-16,-11 0-1 16,11 0 2-16,0 0-7 15,-9 3-2-15,9-3-2 0,0 0-2 16,2 12-2-16,5-2 0 15,4 5-1-15,3-1-1 16,7 6 1-16,1 3-1 16,2 0 0-16,6-1 1 15,-2 0-1-15,1-3 0 0,-4-1 1 16,1-4-1-16,-10 2 1 16,1-7 0-16,-4 1 0 0,-5-4 1 15,-8-6 1-15,10 7 0 16,-10-7 1-16,0 0-1 15,-5-7 0-15,-8-3 0 16,0-3-1-16,-6-6 0 16,-3-4-2-16,-3 0 1 0,0-3-1 15,-2-2 1-15,2 1 0 16,1 2 0-16,-1 3 1 16,7 2 1-16,1 3-3 15,-1-3 0-15,4 2 0 0,-2 3 0 16,7-2 0-16,0 2 0 15,0 3 0-15,-1-1 0 16,8 6 0-16,2 7 0 16,-5-12 0-16,5 12 0 0,5-3 0 15,4 3 0-15,9 3 0 16,4 1 0-16,5 4 0 16,6-3 0-16,5 0 0 15,1 0 0-15,3-3 0 0,-3-2 0 16,4 0 0-16,-6-7 0 15,5 2-18-15,-8-2-66 16,-2-3-2-16</inkml:trace>
  <inkml:trace contextRef="#ctx0" brushRef="#br0" timeOffset="6082.75">2470 11157 286 0,'0'0'6'0,"0"0"2"15,0 0 1-15,0 0 0 16,0 0 1-16,0 0 0 16,-7 5-1-16,7 12 1 15,3 13-4-15,4 10-1 0,4 12-2 16,3 19 1-16,6 16 1 15,5 7 1-15,5 11 0 16,-2 6-1-16,4 6 1 16,0 5-1-16,-2-2-2 0,-4-1-1 15,2-4 0-15,-3 1-1 16,-2-5 0-16,-1-4 0 16,0-6-1-16,0-7 1 15,1-7-1-15,0-7 1 0,-2-1 1 16,2-5 0-16,-3-5-1 15,-3-8 1-15,-3 2 0 16,-1-9 0-16,-3-1 0 16,-4-6 0-16,-4-8-1 0,-2-3 1 15,0-7-2-15,0-7 0 16,0-3-3-16,0-1-4 16,-6-8-7-16,6 0-16 15,0-10-48-15,0 0-3 0</inkml:trace>
  <inkml:trace contextRef="#ctx0" brushRef="#br0" timeOffset="6300.01">2921 13394 335 0,'0'0'4'15,"0"0"0"-15,0 0 0 0,0 10-1 0,0 0 1 0,1 10 1 0,5 2-1 16,5 11 2-16,-2-1-7 16,3 5-6-16,1 0-8 15,-1-5-30-15,4 3-26 16,-4-6-7-16</inkml:trace>
  <inkml:trace contextRef="#ctx0" brushRef="#br0" timeOffset="6450.12">2903 13496 319 0,'0'15'2'0,"0"10"-1"16,8 11 2-16,-1 11-4 0,10 8-31 16,3 10-32-16,5 10-5 15</inkml:trace>
  <inkml:trace contextRef="#ctx0" brushRef="#br0" timeOffset="9450.04">4397 13855 318 0,'0'0'8'0,"0"0"1"16,0 0 3-16,0 0 2 0,0 0 0 16,0 0 1-16,0 5-1 15,0-5 1-15,0 0-6 16,2 12-4-16,-2-12-2 15,7 11-1-15,-7-11 0 0,13 11 2 16,-3-8 1-16,2-3 1 16,1-6 0-16,-1-2 2 15,3-7 0-15,-5-8 0 16,2-4 0-16,-4-5-1 16,-3-6-2-16,-5-1 1 0,-2 2-6 15,-9-6 0-15,-3-1 0 16,-7 5 0-16,2-2 0 15,-11 7 0-15,5-1 0 16,-5 8 0-16,5 2 0 0,0 6 0 16,0 4 0-16,9 5 0 15,2 4 0-15,6 6 0 16,2 6 0-16,4 12 0 0,4 6 0 16,4 8 0-16,11 0 0 15,0 11 0-15,8-2 0 16,2-1 0-16,3 2 0 15,5-7 0-15,-3-5 0 0,2-8 0 16,-1-2 0-16,-1-6 0 16,-2-4 0-16,0-5 0 15,-5-2 0-15,-3-3 0 16,-2-3 0-16,-3-2 0 16,1-2 0-16,-6-1 0 0,-5 1 0 15,-7 7 0-15,13-14 0 16,-13 14 0-16,5-10 0 15,-5 10 0-15,0 0 0 0,0-8 0 16,0 8 0-16,0 0 0 16,-10-5 0-16,10 5 0 15,-10 0 0-15,10 0 0 16,-10 0 0-16,10 0 0 0,-13 7 0 16,1 1-82-16,8 4-11 15</inkml:trace>
  <inkml:trace contextRef="#ctx0" brushRef="#br0" timeOffset="9999.6">4824 13514 463 0,'0'0'5'0,"0"0"2"16,0 0 1-16,0 0 0 16,0 0 0-16,0 0-1 0,0 0-2 15,7 8-5-15,-2 9 0 16,2-6 0-16,4 7 0 16,-1 1 0-16,2 3 0 15,3-2 0-15,-3 3 0 0,-4-6 0 16,4 0-33-16,9-1-53 15,-17-7-3-15</inkml:trace>
  <inkml:trace contextRef="#ctx0" brushRef="#br0" timeOffset="10482.84">4429 13043 343 0,'0'0'6'0,"-10"-10"3"16,-3 7 3-16,-3 1-1 16,-7 2 3-16,-5 5 0 15,-6 12 1-15,-6 8 1 0,5 16-6 16,0 14-3-16,5 14-1 16,9 9-1-16,10 8-1 15,8 6-1-15,14-1 0 16,8-1-1-16,18-3 1 0,6-8-1 15,10-8-1-15,5-11 2 16,8-11-2-16,3-8 0 16,1-12-1-16,-1-10 2 0,4-11 0 15,-2-8 0-15,-4-20 1 16,0-8-1-16,-5-11 1 16,0-12 1-16,-9-15-2 15,-5-3-2-15,-9-12 0 16,-12-6 0-16,-10-5 0 0,-14-6 0 15,-15-2 0-15,-16-4 0 16,-18 8 0-16,-17 4 0 16,-14 10 0-16,-13 18 0 15,-14 16 0-15,-3 23 0 0,-4 25 0 16,-1 31 0-16,3 32 0 16,5 37 0-16,11 36 0 15,6 33 0-15,25 39 0 16,12 22-9-16,30 38-78 0,20 21-1 15</inkml:trace>
  <inkml:trace contextRef="#ctx0" brushRef="#br0" timeOffset="12501.93">5995 11853 299 0,'0'0'7'15,"0"0"5"-15,0 0 3 16,0 0 2-16,-8-10-1 0,8 10 3 16,0 0-2-16,-11 8-1 15,9 7-7-15,0 5-3 16,2 14-4-16,0 6-2 16,0 12 0-16,2 7 0 0,0 13-1 15,3 7 0-15,1 11-1 16,2 6-1-16,-4 5 1 15,-1 11-1-15,-1 2 0 16,-2 8 1-16,0-1-1 0,0 3 2 16,0 4 0-16,0 7 1 15,0-7 1-15,0 1 1 16,0 0-1-16,0 0 1 0,0-3 0 16,-2-2 1-16,2-5-1 15,0-4-1-15,0 0-4 16,0-8-7-16,0-3-14 15,5 2-50-15,-3-16-3 16</inkml:trace>
  <inkml:trace contextRef="#ctx0" brushRef="#br0" timeOffset="13766.35">6161 14960 285 0,'0'0'2'16,"0"0"-1"-16,0 0-1 0,0 0 0 15,0 0 1-15,0 0 0 16,4 0 4-16,-4 0-1 16,16 0 1-16,-4 0 0 15,6 0 2-15,7 0 3 0,5-5-2 16,7 0-1-16,9-5 0 15,4-3-2-15,5-1 0 16,5-3 0-16,2 0 1 16,5-6-2-16,5 3 0 15,-1-5 0-15,7 0 0 0,4 1 0 16,0-1-1-16,5 0-1 16,0 0 0-16,-2 0 0 15,2 2-1-15,4-1 1 16,-4 0-2-16,-2 1 1 0,-3-2-1 15,3 0 0-15,-4 4 0 16,1-4 0-16,-5 0-2 16,3 0 1-16,-6 0-2 15,1 3 0-15,-3-3 0 0,-3 5 0 16,-4-4 0-16,-3 4-1 16,-5 0 2-16,-7 3 0 15,3 0 1-15,-12 1 0 16,4 4 1-16,-5-3 0 0,-3 3 0 15,-2 1 0-15,-10 4 0 16,-2 0 0-16,-7 4 1 16,0-1 0-16,-16 4 0 15,12-5 2-15,-12 5 1 0,0 0-2 16,0 0 1-16,0 0-1 16,0 0 0-16,0 0 0 15,0 0-1-15,0 0-1 16,0 0 2-16,0 0-1 0,0 0-3 15,0 0-4-15,0 0-6 16,0 0-14-16,0 0-45 16,0 0-6-16</inkml:trace>
  <inkml:trace contextRef="#ctx0" brushRef="#br0" timeOffset="14150.02">8772 14026 313 0,'0'0'6'0,"0"0"5"0,0 0 1 16,0 0 2-16,-9 0 3 15,9 0 1-15,0 0-1 16,0 0 1-16,0 0-5 15,4 0-2-15,8 5-2 0,6-3-3 16,1 4-2-16,7-2 0 16,1 4 1-16,3-4-2 15,-3 2-2-15,3-2 1 0,-7 3-1 16,-6 6 0-16,-2-1 0 16,-8 3 0-16,-4 3 0 15,-3 4 1-15,-10 5-1 16,-10 3 1-16,-8 2-1 15,-4 4 0-15,-3 1 0 16,-4-1-4-16,-4 1-5 0,6 0-19 16,5-3-55-16,-3-10-2 15</inkml:trace>
  <inkml:trace contextRef="#ctx0" brushRef="#br0" timeOffset="14949.69">6432 14680 397 0,'0'0'5'0,"0"0"2"16,0 0 3-16,-5-12 1 0,5 12 1 15,0 0 0-15,-13-8 0 16,1 8 0-16,-4 2-5 15,2 8-2-15,-6 3-2 16,-2 7-3-16,-3 2 0 0,-2 5 0 16,4-2 0-1,-2 2 0-15,-2-2 0 0,5 0 0 16,-3-5 0-16,4-6 1 16,5 0-1-16,0-5 0 0,7-2 0 15,9-7 1-15,-16 7-1 16,16-7 1-16,0 0-1 15,0 0 0-15,0 0-1 16,0 0 0-16,0 0 0 16,0 0 0-16,0 0-1 0,8 10 1 15,2-4 1-15,8 1 0 16,3 3 0-16,12-4 1 16,5 5 1-16,4 2-1 0,8-6 0 15,-1 4 0-15,-1-5-1 16,3 4 1-16,-6-2-1 15,-5-1 1-15,-3-3 0 16,-10 2 0-16,-2-1-1 0,-7 0 1 16,-3 0 0-16,-8-3-1 15,-7-2 1-15,9 2-2 16,-9-2-3-16,0 0-6 16,0 0-16-16,-21 11-56 0,21-11-2 15</inkml:trace>
  <inkml:trace contextRef="#ctx0" brushRef="#br0" timeOffset="15716.35">7344 14321 236 0,'0'0'6'0,"0"0"3"0,0 0 4 15,0 0 3-15,0 0 2 0,0 0 0 16,0 0 3-16,-11-5 0 15,11 5-4-15,0 0-3 16,0 0-5-16,0 0-3 16,0 0-2-16,-5 5-2 15,5-5-1-15,-2 9-1 0,2-9 0 16,0 10 0-16,0-10 0 16,2 13 0-16,-2-13 0 15,5 11 0-15,-5-11 0 0,0 0 1 16,7 8 0-16,-7-8 1 15,0 0 1-15,9 5 1 16,-9-5 0-16,14-5 2 16,-3-2 0-16,1-3 1 0,-3-2 1 15,7-3-1-15,-7-2 0 16,3-3 0-16,1-2 0 16,-3-6 0-16,0-1-1 15,-4 1 0-15,-2-4-1 16,-1 0-1-16,-3 5-2 0,0-1-2 15,-3 6 0-15,-1 7 0 16,-2 3 0-16,1 2 0 16,5 10 0-16,0 0 0 15,-10-3 0-15,10 3 0 16,-2 13 0-16,-1-6 0 0,3 9-5 16,0-7-9-16,0 8-11 15,0 8-35-15,3-7-26 16,2-1-4-16</inkml:trace>
  <inkml:trace contextRef="#ctx0" brushRef="#br0" timeOffset="16233.47">7453 14241 318 0,'0'0'5'0,"0"0"2"0,0 0 3 16,0-7 2-16,0 7 2 15,4-18 4-15,1 6 1 16,1-8 0-16,-1-2-2 15,5-3-3-15,-3-4-1 0,1-7-3 16,-1 0-2-16,3-6-1 16,-8 2-3-16,1-2-1 15,-3-2-1-15,-5-2 0 0,-5 7-1 16,-3 2 0-16,-1 5 1 16,-4 4-1-16,1 8 0 15,-1 4-1-15,4 7 0 16,-2 9 0-16,7 13 0 15,-1 10 0-15,8 7 0 0,2 9 0 16,0 5 0-16,7 9 1 16,5-5 1-16,6 5-2 15,7-3 0-15,4-5 0 16,2-12 0-16,1 0 0 0,0-11 0 16,0-4 0-16,0-4-2 15,-6-7-3-15,0-1-6 16,-3-6-16-16,-23 0-56 15,20-3-4-15</inkml:trace>
  <inkml:trace contextRef="#ctx0" brushRef="#br0" timeOffset="17038.53">7793 14028 492 0,'0'0'2'0,"0"0"1"0,0 0 1 0,-7-14 1 0,7 14 0 15,-10-12-5-15,8 1 0 16,-2 4 0-16,2-3 0 16,2 10 0-16,0-17 0 0,0 17 0 15,11-8 0-15,-2 6 0 16,1 2 0-16,3 5 0 15,-1 2 0-15,-3 8 0 16,0 2 0-16,-4 6 0 0,-3-1 0 16,-2 3 0-16,-2 3 0 15,-6-5 0-15,0 0 0 16,1-3 0-16,0-6 0 0,2 0 0 16,5-14 0-16,-5 11 0 15,5-11 0-15,5-7 0 16,4-8-2-16,3-2-3 15,4-5-3-15,0-3-7 16,3-12-7-16,-4-3-13 0,-3-5-21 16,-2-9-13-16,-6-4-2 15,-4-5 5-15,-2-7 15 16,-12-5 24-16,-7 4 20 0,-6-2 26 16,-5 12 27-16,-15 11 16 15,-8 8 0-15,-5 13-9 16,-6 14-11-16,-6 12-14 15,-3 8-11-15,-4 15-7 16,-4 15-3-16,1 11-2 0,8 15-2 16,5 10 1-16,9 10 0 15,10 11 1-15,13 10-1 16,17 2 0-16,17 3 0 0,12-6 0 16,21-4-1-16,16-11 0 15,11-8 0-15,15-17 0 16,8-12 0-16,8-14 0 15,8-15 0-15,1-14 0 16,2-9 1-16,-5-17 0 0,-2-9-1 16,-7-14 2-16,-10-7 0 15,-12-7 1-15,-8-9-6 16,-15-6 0-16,-15-5 0 16,-12-7 0-16,-17-8 0 0,-12 0 0 15,-19-5 0-15,-15 2 0 16,-12 2 0-16,-12 9 0 15,-11 15 0-15,-10 22 0 0,-6 22 0 16,-9 25 0-16,-9 30 0 16,-3 45 0-16,-9 29-4 15,-12 51-82-15,5 38-3 16</inkml:trace>
  <inkml:trace contextRef="#ctx0" brushRef="#br0" timeOffset="23082.61">4751 11339 94 0,'0'0'2'0,"0"0"-1"16,0 0 2-16,0 0-1 15,0 0 2-15,-7-11-2 16,7 11-1-16,0 0-8 0,0 0-12 16,0 0-8-16,0 0-10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49:15.8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8241 6352 116 0,'0'0'5'0,"0"0"1"15,-8 0 2-15,8 0 1 0,0 0 5 16,5 0 1-16,-5 0 1 16,10 2 1-16,4 0-2 15,-3 1-3-15,1-3-1 16,1 0-1-16,-6 2-1 0,8-2-1 15,0 3 0-15,-3-1-1 16,6-2 2-16,-1 3-2 16,1-3 0-16,2 3 0 15,-3-3-1-15,5 1-2 0,1-1-1 16,-4 3-1-16,4-3 0 16,2 3-1-16,0-3 1 15,-1 2-1-15,1 1 0 16,5-3 0-16,-5 0 1 0,7 2-1 15,-2-2 0-15,5 0 0 16,-1 0 0-16,1 3 0 16,3-3 0-16,-1 2 0 15,5 0 0-15,-5-2 0 0,6 3 0 16,-4-1 0-16,3 1-1 16,0-3 1-16,1 2 0 15,2-2-1-15,-3 3 1 16,5-3-1-16,0 0 0 0,4 0 1 15,0 0-1-15,-1-3 1 16,3 1-1-16,-2-1 1 16,2 1-1-16,-1-1 1 15,-3 1-1-15,4-3 1 0,-3 5-1 16,4-5 0-16,-2 3 0 16,3 2 0-16,2-3 1 15,1 0-1-15,0 2 0 16,2-2 0-16,2 0 1 0,-2-2-1 15,-1 3 1-15,6-3 1 16,-3-1-2-16,3 2 0 16,0 2 1-16,2-4-1 15,-3 4 0-15,1-3 2 0,-1 3-2 16,-1-1 1-16,-4-2-1 16,3 3 0-16,0-4 0 15,-4 2 0-15,1-1 0 16,-1 2 0-16,-3-4 1 0,-6 4-1 15,-2-1 0-15,-5 1 1 16,-5 3-1-16,-7-3-1 16,-5 3-4-16,0 0-11 15,-13 0-11-15,-12 0-40 0,16 7-4 16</inkml:trace>
  <inkml:trace contextRef="#ctx0" brushRef="#br0" timeOffset="1779.95">8298 6421 201 0,'0'0'4'0,"0"0"3"15,0 0 1-15,0 0 1 16,0 0 0-16,0 0-1 15,0-10 0-15,0 10 1 16,0 0-3-16,0 0-3 0,7 2 0 16,3 1 2-16,3-1 0 15,4 1 2-15,3 2 2 16,9-3 0-16,2-2-1 16,3 0 1-16,6 0-1 0,10-2-1 15,-1-3 0-15,8-3-2 16,5 1-1-16,3-1-2 15,5 3 1-15,2-2-1 16,2 0-1-16,1 0-1 0,6 1 2 16,2-1-1-16,-1 2 0 15,3 3-1-15,3-6 1 16,0 6 0-16,1-4 0 16,-2 4 0-16,3 0 0 0,-3-1-1 15,-1 1 1-15,1-1-1 16,3 1 1-16,-1-1-1 15,1 1 1-15,4-6-1 0,3 3 1 16,-3 0-1-16,3-5 1 16,3 6 0-16,-5-2-1 15,-1-1 2-15,-2 2-2 16,-5 3 1-16,-3-3-1 0,-2 2 0 16,-4 0 0-16,-4 2 0 15,-5 1 0-15,-4 0 0 16,-3 0 0-16,-7 0 0 15,-5 0 0-15,-9 0 0 16,-8 0 0-16,-6 1 0 0,-7-1 1 16,-8 0 2-16,0 0 1 15,-12 0 0-15,0 0 1 16,0 0-2-16,0 0-4 0,0 0-11 16,-8 13-42-16,8-13-17 15</inkml:trace>
  <inkml:trace contextRef="#ctx0" brushRef="#br0" timeOffset="5446.48">8241 2732 152 0,'0'0'4'0,"0"0"3"16,-6 10 1-16,6-10 5 15,-7 21 1-15,4-10 3 16,3 9 2-16,-4 2 0 16,4 3-4-16,0 7-2 0,0 1-2 15,2 6-3-15,0 1-3 16,8 4-1-16,-4 0-2 0,1 6 0 16,0-2 0-16,4 0 2 15,-4 0 0-15,3-1 0 16,-8 5 0-16,3 0 0 15,0 0 0-15,0 1-1 16,-2-5 0-16,4 4-1 16,-2-2-1-16,-4 3 0 0,5-4 0 15,0-3-1-15,-4 4 1 16,1-3-1-16,-1 3 1 16,-2-1 1-16,3 1 0 15,-3 0 0-15,0-1 0 0,2-2 0 16,-2-1 1-16,0 0-2 15,0-1 1-15,0-3-2 16,0-2 1-16,2 1-1 0,1-1 0 16,-3-2 1-16,0-1-1 15,2 0 1-15,-2-1 0 16,3 5 0-16,-3-7 1 0,2 1-1 16,0 0 0-1,1-1 0-15,-3-1 0 0,0-2-1 16,3 1 0-16,-3-4 1 15,0-1-1-15,0 0 0 16,0 3 1-16,0-5 1 0,0 3-1 16,-3-4 0-16,3 6 0 15,-3-6 1-15,1 4-1 16,2-1 1-16,-2 0-1 16,-1 1 0-16,1 1 1 15,2 1 0-15,-3-2-1 0,1 3 1 16,2-3 0-16,0 1-1 15,0-4 0-15,0 0 2 16,0 2-3-16,0-7 1 16,0 5 1-16,2-2-1 0,1-1 1 15,-1 0-1-15,1 3 1 16,-3-3-1-16,2 3 1 16,-2 3-1-16,0-4 0 15,0 3 0-15,0 0 1 0,0 1-1 16,-2 1 0-16,-3-1 1 15,2-2-1-15,1 4 0 16,0-2 1-16,-1 1 0 16,-2-1-1-16,3-1 2 0,-4-2-3 15,6 2 1-15,-6-2 0 16,5-1 0-16,-2 0 0 16,1-5 0-16,2 3-1 15,0-5 0-15,0 1 1 0,0-4-1 16,0 1 0-16,0 0 0 15,0-2 1-15,0-1-1 16,0 0 1-16,0 1-1 0,0-3 1 16,-2 2-1-16,2-4 0 15,0 1 1-15,-3-1-1 16,3-8 0-16,-2 12 0 16,2-12 0-16,0 10 0 0,0-10 1 15,0 0-1-15,0 0 0 16,0 8 1-16,0-8 0 15,0 0 0-15,0 0 0 16,0 0 1-16,0 0-1 0,0 0 1 16,0-8 0-16,0 8-1 15,0-17 1-15,0 4-1 16,0-2 0-16,0-2 1 16,0-3-1-16,0-2 0 15,0-3 0-15,0 0-1 0,-3-4 1 16,3-1 0-16,0-2-1 15,-2-4 0-15,2 3 1 16,0-4-1-16,0 1 2 0,-3-1-1 16,0 5 1-16,3-3 0 15,-2 3 1-15,2 3 0 16,-3-4-1-16,3 6 0 0,0-3-1 16,0 1 0-16,0 1 0 15,0 1 0-15,0 0-1 16,0 2 0-16,0 0 0 15,3-3 0-15,-3 9 1 16,0-3 1-16,2 2-1 16,-2 0 1-16,0 1 0 0,0 1 0 15,0-2-1-15,-2 1 1 16,2-1-1-16,-3-5-1 16,1 2 0-16,0-2 0 15,-1 0 0-15,1-1 0 0,-1 1 0 16,1 0 0-16,0 1 1 15,-3 1-1-15,1-1 2 16,0 1-2-16,1-1 0 0,1-1 0 16,2 0 0-16,-3 0 0 15,1-2 0-15,2-1 0 16,0 1 0-16,0 0 0 16,0 2 0-16,0-3 0 0,0 2 0 15,0-2 0-15,2 5 0 16,-2-5 0-16,0 0 0 15,0 1 0-15,3-2 0 16,-3 1 0-16,0-5 0 0,2 4 0 16,-2-3 0-16,5 2 0 15,-5-5 0-15,2 3 0 16,-2 1 0-16,4-5 0 16,-4 9 0-16,0-4 0 15,0 1 0-15,0 2 0 0,0-4 0 16,2 3 0-16,-2-2 0 15,0-1 0-15,0 0 0 16,0 0 0-16,0-1 0 0,0-1 0 16,0 1 0-16,0 2 0 15,0 1 0-15,0-5 0 16,0 3 0-16,-2 2 0 16,2-5 0-16,-4 6 0 0,2-6 0 15,0 1 0-15,-1-1 0 16,1 0 0-16,2 1 0 15,0-1 0-15,0 0 0 16,0 0 0-16,0 3 0 16,0-2 0-16,0-1 0 0,0 0 0 15,0 1 0-15,-3-1 0 16,1-4 0-16,2 1 0 16,-2-5 0-16,2 5 0 15,-3-3 0-15,3 2 0 0,-2-1 0 16,2 4 0-16,0 0 0 15,0 4 0-15,0-3 0 16,0 6 0-16,0 1 0 0,0-1 0 16,0 7 0-16,0-1 0 15,0 1 0-15,0 4 0 16,0 4 0-16,0 4 0 0,-3 2 0 16,3 8 0-16,0 0 0 15,0 0 0-15,0 0 0 16,0 3 0-16,0 7 0 15,8-9-62-15,-1 20-27 16</inkml:trace>
  <inkml:trace contextRef="#ctx0" brushRef="#br0" timeOffset="6797.49">11777 6089 351 0,'0'0'8'15,"0"0"4"-15,0 0 2 16,0 0 1-16,2-10 2 0,-2 10 1 16,0 0 1-16,5-12 0 15,-5 12-6-15,0 0-4 16,2-10-2-16,-2 10-2 16,0 0-1-16,0 0-4 0,0 0 0 15,15 2 0-15,-15-2 0 16,15 8 0-16,-3-2 0 15,4 0 0-15,0 4 0 16,5-1 0-16,-5 2 0 16,5 1 0-16,1-2 0 0,3 2 0 15,-3 1 0-15,-2-2 0 16,5 3 0-16,-8-4 0 16,3-1 0-16,1 0 0 15,-5-1 0-15,0 0 0 0,-2-3 0 16,2 3 0-16,-7-6 0 15,1 2 0-15,-10-4 0 16,11 3 0-16,-11-3 0 16,0 0 0-16,0 0 0 0,0 0 0 15,0 0 0-15,0 0 0 16,0 0 0-16,0 0 0 16,0 0 0-16,0 0 0 15,0 0 0-15,0 7 0 0,0-7 0 16,-9 13 0-16,2-5 0 15,-5 3 0-15,-2 10 0 16,-2-1 0-16,-4 5 0 0,-3 2 0 16,-3 5 0-16,-1 3 0 15,-6 3 0-15,3-7 0 16,1 4 0-16,-4-8 0 16,8 0 0-16,0-4 0 15,7-7 0-15,-1 2 0 16,9-8 0-16,10-10 0 0,-15 10 0 15,15-10 0-15,0 0 0 16,0 0 0-16,0 0 0 0,0 0 0 16,0 0 0-16,0 0 0 15,0 0 0-15,0 0 0 16,0 0 0-16,0 0 0 16,0-5 0-16,10 2-13 15,-2-4-72-15,2-3-3 0</inkml:trace>
  <inkml:trace contextRef="#ctx0" brushRef="#br0" timeOffset="7530.45">12703 6098 365 0,'0'0'10'0,"0"0"5"0,0 0 1 0,0-9 2 16,0 9 1-16,0 0 0 16,0 0 0-16,0 0 0 0,0 0-8 15,-5 9-11-15,-5 7 0 16,0 1 0-16,-7 5 0 16,-3 6 0-16,0 0 0 15,-5 3 0-15,-2-2 0 0,2 4 0 16,1-6 0-16,-2-2 0 15,4 0 0-15,2-8 0 16,5-2 0-16,3-3 0 0,4-1 0 16,8-11 0-16,-10 8 0 15,10-8 0-15,0 0-9 16,0 0-12-16,-2-8-61 16,2 8-4-16</inkml:trace>
  <inkml:trace contextRef="#ctx0" brushRef="#br0" timeOffset="7930.11">12428 6159 458 0,'0'0'4'16,"0"0"3"-16,0 0 1 0,0 0-1 15,0 0 0-15,0 0 1 16,0 0 0-16,0 0-4 16,4 7-4-16,6 8 0 15,5-1 0-15,2 8 0 0,3 3 0 16,6 0 0-16,-2 0 0 16,5 2 0-16,-4-4 0 15,0 1 0-15,1-1 0 16,-7-3 0-16,1-6 0 0,-5 1 0 15,0-3 0-15,-6-2 0 16,2-3 0-16,-11-7 0 16,12 11 0-16,-12-11 0 0,0 0 0 15,7 2 0-15,-7-2 0 16,0 0 0-16,0 0 0 16,0 0 0-16,0 0 0 15,0-5 0-15,0 5 0 0,0 0-66 16,0-9-25-16</inkml:trace>
  <inkml:trace contextRef="#ctx0" brushRef="#br0" timeOffset="11598.78">8191 2725 389 0,'0'0'6'15,"0"0"3"-15,0 0 3 0,2-8 1 16,-2 8 3-16,0 0 1 16,2-15 1-16,-2 15 0 15,3-10-5-15,-3 10-13 16,0 0 0-16,0 0 0 0,-5 10 0 15,0 5 0-15,-2 7 0 16,-4 6 0-16,2 1 0 16,-3 4 0-16,-1 1 0 0,-4 1 0 15,-1-3 0-15,1-2 0 16,-1-2 0-16,4-6 0 16,-4-3 0-16,6-2 0 15,2-6 0-15,10-11 0 16,-10 10 0-16,10-10 0 0,0-10 0 15,5-5 0-15,4-3 0 16,4-4 0-16,4-3 0 16,3-2 0-16,1-3 0 15,0 1 0-15,2-1 0 0,-3 1 0 16,-3 1 0-16,1 3 0 16,-6 3 0-16,-1 3 0 15,-7 6 0-15,4-2 0 16,-4 5 0-16,-4 10 0 0,3-12 0 15,-3 12 0-15,0 0 0 16,0 0 0-16,0 0 0 16,0 0 0-16,10 10 0 0,-7 2 0 15,4-1 0-15,-2 7 0 16,8 2 0-16,-1 5 0 16,2-2 0-16,2 3 0 15,0 2 0-15,5-3 0 16,-3-1 0-16,1-1 0 0,1-4 0 15,0 2 0-15,-1-4 0 16,2-5 0-16,-4 0 0 16,0 1 0-16,-5-3 0 15,4-3 0-15,-9 1 0 0,-7-8 0 16,13 7 0-16,-13-7 0 16,0 0 0-16,0 0 0 15,0 0 0-15,0 0 0 16,0 0 0-16,-3-5 0 0,3 5 0 15,-12-17 0-15,7 7 0 16,-8-4 0-16,3 1-81 16,5-2-12-16</inkml:trace>
  <inkml:trace contextRef="#ctx0" brushRef="#br0" timeOffset="12514.91">8168 2219 299 0,'0'0'9'0,"0"0"4"0,0 0 3 16,6 0 2-16,-6 0 3 15,0 0 0-15,7 0 1 16,-7 0 0-16,12 0-8 16,-12 0-3-16,16 13-3 0,0 1 0 31,7 4-1-31,0 4 0 15,4-2-1-15,-3 2-1 0,4 1-1 16,-1-5-4-16,0-2 0 16,-9-7 0-16,-3-1 0 15,0-3 0-15,-3 1 0 16,-12-6 0-16,11 4 0 0,-11-4 0 16,0 0 0-16,0 0 0 15,7-7 0-15,-7 7 0 16,-3-12 0-16,3 12 0 15,-10-10 0-15,10 10 0 0,-7-11 0 16,7 11 0-16,-13-4 0 16,13 4 0-16,0 0 0 15,-10-4-2-15,10 4-30 16,13-3-54-16,-13 3-2 0</inkml:trace>
  <inkml:trace contextRef="#ctx0" brushRef="#br0" timeOffset="13130.47">8529 2130 371 0,'0'0'7'0,"0"0"3"16,0 0 2-16,0 0 1 15,0-7 0-15,0 7 1 16,0 0 0-16,-5 4 0 16,-5 9-6-16,2 4-4 0,1 11 0 15,2 1 0-15,-2 3 0 16,2 11 1-16,-2-4-1 15,3 3 0-15,2 3 0 16,0-3-2-16,-3-3-2 0,0 4 0 16,3-8 0-16,-4-3 0 15,1-3 0-15,2-9 0 16,1 0 0-16,2-7 0 16,0-13 0-16,0 0 0 0,0 0 0 15,0 0 0-15,0-11 0 16,5-1 0-16,0-12 0 15,1-4 0-15,-2-4 0 16,4-3 0-16,-1 1 0 0,1-7 0 16,-1 0 0-16,0 5 0 15,1 0 0-15,-1 1 0 16,-1 6 0-16,-2-1 0 16,-1 5 0-16,-3 3 0 0,0 7 0 15,0 1 0-15,0 3 0 16,0 11 0-16,0 0 0 15,0 0 0-15,-3 11 0 16,-1 8 0-16,-2 6 0 0,1 9 0 16,3 3 0-16,-3 12 0 15,2 1-81-15,1 0-3 16</inkml:trace>
  <inkml:trace contextRef="#ctx0" brushRef="#br0" timeOffset="17596.59">4606 6519 166 0,'0'0'1'16,"0"0"2"-16,0 0-1 15,12-6 3-15,-12 6 0 16,15 0 3-16,-5-3 2 0,2 3-1 16,6 0 1-16,-2 5-2 15,5-3-2-15,-2 0 1 16,7 1-3-16,0 0-2 15,2 0 2-15,4-2 0 0,0-1 1 16,1 0 1-16,-1 0 0 16,6 0 2-16,-3 0-2 15,4 0 1-15,6 0 0 0,-5 0-3 16,5 0 0-16,2 0-2 16,2 3 0-16,-4-3 0 15,5 3 0-15,-1-3-1 16,-4 0 0-16,7 1-1 0,-4-1 1 15,6 0-1-15,3 0 0 16,2 0 1-16,-1 0-1 16,-1 0 0-16,3 0 2 15,-1 0-2-15,4 0 1 16,-6 0-1-16,-5 0 0 0,5 0 0 16,2 0 1-16,-1 0-1 15,1 0 0-15,-1 0 1 16,6 0 0-16,-4 0-1 15,4-1 1-15,-4 1-1 0,0-3 1 16,4 0-1-16,-2 3 0 16,3 0 1-16,-1-1-1 15,-2 1 0-15,3 0 1 0,-1 0 0 16,2 0-1-16,-4-3 1 16,-8 3-1-16,8 0 0 15,4-3 1-15,-8 3-1 16,8-3 0-16,-4 1 1 0,0-2-1 15,0 1 0-15,0-2 1 16,-2 0-1-16,-6 2 0 16,1-2 0-16,-5 3 0 15,-1 0 0-15,-4-1 0 0,-1 2 0 16,-3 1 0-16,-9 0 0 16,5 0 0-16,-12 0 0 15,2 1 0-15,-10 2 0 16,-1-1-1-16,-4 0-4 15,-12-2-9-15,7 5-27 0,-7-5-23 16,0 13-5-16</inkml:trace>
  <inkml:trace contextRef="#ctx0" brushRef="#br0" timeOffset="18766.52">4935 6401 282 0,'0'0'6'0,"0"0"4"16,0 0 2-16,0-10 3 16,0 10 2-16,6-7 1 0,-6 7 2 15,3-12 1-15,-3 12-6 16,0 0-3-16,0-11-4 15,0 11-2-15,0 0-3 16,-9 3-1-16,9-3-1 0,-19 17-1 16,4-5-1-16,-2 4 1 15,-3 1 0-15,-5-1 1 16,0 5-1-16,-2 0 1 16,0-8-1-16,-1 3 1 0,6-4-1 15,1-2 0-15,0-1 0 16,5 0 0-16,2-5 0 15,1 0 1-15,13-4-1 0,-12 3 0 16,12-3 1-16,0 0-1 16,0 0 0-16,0 0 0 15,0 0 0-15,0 0 0 16,0 0-1-16,0 0 1 0,0 0-1 16,0 0 1-16,0 0-1 15,0 0 1-15,0 0 0 16,0 0 0-16,0 0 0 15,0 0 1-15,0 0-1 0,0 0 0 16,0 0 0-16,0 0-1 16,0 0 1-16,0 0-1 15,0 0 0-15,0 0 0 16,0 0 0-16,0 0 1 0,0 0 0 16,5 13 1-16,7-11 0 15,6 5 1-15,2 1 0 16,7 5 0-16,3-1-1 15,5 0 0-15,2 5 0 0,0 1 0 16,2 0 0-16,-1-2-1 16,-1 1 1-16,0 0 0 15,-4-4 0-15,-6 0 1 0,1-3 0 16,-6 0 0-16,-3-2 1 16,-5-4-1-16,-2 1 2 15,-3-2 0-15,-9-3 0 16,11 3 1-16,-11-3 0 15,0 0 1-15,0 0 0 0,0 0-1 16,0 0-5-16,0 0 0 16,0 0 0-16,0 0 0 15,0 0 0-15,0 0-4 16,0-9-56-16,0 9-27 0,0 0-1 16</inkml:trace>
  <inkml:trace contextRef="#ctx0" brushRef="#br0" timeOffset="19763.52">3781 6466 420 0,'0'0'6'15,"0"0"1"-15,0 0 1 16,0 0 1-16,-5-7-1 0,5 7 0 16,-16 8 0-16,2 9 0 15,-2 2-5-15,-3 7-2 16,-3 6-2-16,1 4 1 15,-4-2 0-15,1 1 0 16,-1-3-1-16,7-2-2 0,-1-5-3 16,1-6-4-16,4-1-9 15,3-4-15-15,4-4-48 16,7-10-2-16</inkml:trace>
  <inkml:trace contextRef="#ctx0" brushRef="#br0" timeOffset="20113.58">3390 6553 410 0,'0'0'5'0,"0"0"1"15,0 0 0-15,0 0 0 16,0 0 0-16,5 0 0 15,-5 0 1-15,18 14 0 0,0-4-4 16,-2 7-1-16,9 0 0 16,8 3-1-16,-1 3 1 15,5-1 0-15,0-2-1 16,-1 1 0-16,-4-3 0 16,-2-3 0-16,-4-2 0 0,-6-4 1 15,-4 1-1-15,-6-4 1 16,-10-6 0-16,12 4 0 15,-12-4-1-15,0 0-1 16,0 0-4-16,0 0-10 0,0 0-42 16,2-7-26-16,-2-6-3 15</inkml:trace>
  <inkml:trace contextRef="#ctx0" brushRef="#br0" timeOffset="20613.16">3673 6151 339 0,'0'0'8'0,"0"0"2"16,0 0 5-16,-5-8 1 15,5 8-1-15,0 0 1 16,0 0-1-16,0-12 1 16,0 12-6-16,0 0-3 0,16 0-3 15,-2 3 0-15,6-3-1 16,8 4 1-16,4-1 0 15,8-3 1-15,1 2-1 16,5-2-1-16,0 3 0 16,4-3 0-16,-4 0 0 15,-4 0-1-15,-3 0 0 0,-9-3-2 16,-7 3 0-16,-7-2 0 16,-3 2 0-16,-13 0 0 15,0 0 0-15,0 0 0 0,-11-5 0 16,2 3 0-16,0-1 0 15,-4 0 0-15,1 3 0 16,0 0 0-16,12 0 0 0,-16 25-45 16,14-11-44-16</inkml:trace>
  <inkml:trace contextRef="#ctx0" brushRef="#br0" timeOffset="22263.4">8439 6460 281 0,'0'0'8'0,"0"0"4"15,0 0 3-15,0 0 1 16,0 0 0-16,-7 0 1 16,7 0-2-16,0 6 2 15,0 6-8-15,-3 2-5 16,3 7-2-16,3 2-2 0,-1 8 1 15,3 9-1-15,2 1 0 16,4 7 0-16,-4 3 0 16,3 5 0-16,-2 0 0 0,-3 7 0 15,2-1 0-15,-5-1 1 16,-2 5-1-16,0 2 1 16,0 2-1-16,0-4 0 15,0 1 0-15,0 0 0 0,0 0 0 16,0-3-1-16,3 0 1 15,-1-2 0-15,1 0 2 16,-1 0 0-16,0 1 1 0,-2-7 0 16,0 1 1-16,0 0 0 15,0-2 0-15,0-4 0 16,-2-1-1-16,2-3 0 16,0-2 0-16,-2 0 0 0,2-1-2 15,0-1 0-15,-5-4 0 16,2 1 0-16,1-4-1 15,-3 2 0-15,0-3 1 16,3-3-2-16,-5-2 2 16,6-4 0-16,1-1 0 0,0 0-1 15,0-2 1-15,0-3-1 16,0 1 1-16,1-1-1 16,3 3 1-16,-1-3-1 15,-3 2 1-15,0 0 0 0,0 1-1 16,0-1 1-16,0 0-1 15,0-3 1-15,2 2-1 16,-2-1 1-16,0-3-1 0,3 3-1 16,-3-3 1-16,0 3 0 15,2-4-1-15,-2 2 1 16,0-2 0-16,0 0 0 16,0 2 0-16,0-3 0 0,0 0 1 15,0-1-1-15,0 2 0 16,0-4 1-16,0 3-1 15,0-5 1-15,0 0-1 16,0-4 0-16,0-6-1 0,0 16-2 16,0-16-3-16,0 0-3 15,0 9-5-15,0-9-9 16,0 0-39-16,0 0-17 16</inkml:trace>
  <inkml:trace contextRef="#ctx0" brushRef="#br0" timeOffset="23146.6">8404 6579 306 0,'0'0'7'0,"0"0"4"0,0-10 3 16,0 10 3-16,-2-9 2 16,2 9 1-16,-2-13 0 15,2 13-1-15,0 0-6 0,0 0-4 16,0 0-4-16,-8 10-2 15,8 15-1-15,0 12-2 16,0 10 1-16,5 12-1 16,0 10 1-16,2 11 0 0,4 2 0 15,-2 7 0-15,-1 2 0 16,1-1 0-16,2 4-1 16,-1-7 0-16,-3 7 0 15,-2-3 1-15,3 3 1 0,-8 1 0 16,2-1 1-16,1 5 2 15,-3-2 0-15,0 1 0 16,-5 2 0-16,2-3 0 0,-2-6-2 16,0-4 0-16,0-3-3 15,3-5 0-15,-1-7 0 16,1-8 0-16,-1-4 0 16,3-10 0-16,0-2 0 15,0-7 0-15,3-7 0 0,-1-9 0 16,1-2 0-16,-1-6 0 15,-2-7 0-15,0-10 0 16,2 12 0-16,-2-12 0 0,0 0 0 16,0 0-7-16,0 0-6 15,0 0-9-15,0 0-23 16,0 0-40-16,0 0-1 16</inkml:trace>
  <inkml:trace contextRef="#ctx0" brushRef="#br0" timeOffset="23863.99">8211 9087 365 0,'0'0'7'0,"0"0"4"15,0 0 0-15,0-11 2 16,0 11-1-16,0 0 1 16,0 0 1-16,0 0 0 0,5-2-5 15,4 7-4-15,1 7-1 16,3 5-1-16,1 6 0 16,2-1 0-16,4 7 0 15,-3 2-1-15,1 1 0 16,-1-1 0-16,-2 2 0 0,-1-4 0 15,1-1 0-15,-2-3 0 16,-4 0 0-16,2-3 0 16,-1 0-1-16,-3-2 1 15,4-5-2-15,-4 0 0 0,0-3 0 16,-1-2 0-16,-6-10 0 16,14 12 0-16,-14-12 0 15,12 0 0-15,-12 0 0 0,16-4 0 16,-9-10 0-16,5 0 0 15,-2-8 0-15,2-8 0 16,6-4 0-16,-3-9 0 16,3-8 0-16,-2 1 0 0,7-2 0 15,-6 0 0-15,1 5 0 16,-6 3 0-16,-2 8 0 16,0 7 0-16,-5 8 0 15,-3 7 0-15,-2 2 0 16,0 12 0-16,0-7 0 0,0 7 0 15,0 0 0-15,0 0 0 16,0 0 0-16,0 0 0 16,0 0 0-16,0 0-57 0,0 0-35 15</inkml:trace>
  <inkml:trace contextRef="#ctx0" brushRef="#br0" timeOffset="24530.11">8772 9500 436 0,'0'0'6'0,"0"0"2"0,0 0 0 0,0 0 1 16,0-7 0-16,0 7 0 16,0 0 0-16,12 4 1 15,-2 6-6-15,3 5-1 16,2-2-3-16,2 3 0 0,6 0 0 15,-1 1 0-15,0-2 0 16,-4-1 0-16,2-3 0 16,-3-2 0-16,-2-1 0 15,-5 0 0-15,-3-1 0 0,-7-7-10 16,12 7-16-16,-1-4-57 16,-11-3-4-16</inkml:trace>
  <inkml:trace contextRef="#ctx0" brushRef="#br0" timeOffset="24796.77">9071 9428 445 0,'0'0'5'0,"0"0"1"0,0 0 1 16,0 10 1-16,0 8 0 15,0 4 2-15,-6 7-1 16,-1 11 1-16,-3 5-7 0,-2 7-3 15,-1 5 0-15,-1 2 0 16,-7-1 0-16,6-4 0 16,-5-8 0-16,3-1 0 15,2-8 0-15,2-7 0 0,4-5 0 16,2-5 0 0,2-11 0-16,5-9 0 0,0 0-6 15,2-8-76-15,-2 8-6 16</inkml:trace>
  <inkml:trace contextRef="#ctx0" brushRef="#br0" timeOffset="27114.11">9184 9245 434 0,'0'0'5'16,"0"0"2"-16,0 0 0 15,0 0 2-15,0 0 0 0,0 0 1 16,9 6 1-16,-9-6 1 16,19 4-5-16,-4-4-7 15,7 2 0-15,3-2 0 16,5 0 0-16,0 0 0 16,4 0 0-16,-4 0 0 0,8-2 0 15,-14-2 0-15,1 4 0 16,-2-1 0-16,-11 1 0 15,1-3 0-15,-13 3 0 0,12 0 0 16,-12 0 0-16,0 0 0 16,0 0-67-16,0 0-22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8:54:39.9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6894 16330 78 0,'0'0'3'0,"0"0"3"16,0 0 2-16,0 0 4 15,0 0 1-15,0 0 0 0,0 0 1 16,0 0 3-16,11 0 0 16,0 0-2-16,-1 0 0 15,4 0-3-15,7 0 0 16,1 0-1-16,6 0 0 0,-3 0-3 16,7 0-2-16,-6 0 0 15,13-3-2-15,-12 3 0 16,5-3-1-16,1 2 1 0,-4 1-1 15,6-3 0-15,-3 1 0 16,3 2 0-16,0-3-1 16,2 3-1-16,0-3 0 15,6 1 0-15,-2 2 0 16,2-2-1-16,2 2 1 16,-4 0-1-16,5 0 1 0,-2 2-1 15,1 0 0-15,-3 1 0 16,-5 0 0-16,6-1 0 15,-3 1 1-15,5-2-1 0,-8-1 0 16,7 3 1-16,4-3-1 16,-4 0 0-16,4 0 0 15,-4 0 1-15,4 0-1 16,-6 0 0-16,5 0 0 0,-7 0 0 16,-3 3 0-16,5-3 0 15,-2 0 1-15,0 0-2 16,-3 0 1-16,3 0 0 15,0 0 0-15,1 0 1 0,2-3-1 16,-1 0 0-16,0 3 0 16,-1-1 1-16,3-4-1 15,-5 5 0-15,4-3 1 16,-6 3-1-16,3-3 0 0,0 3 1 16,-3-2-1-16,0 2 0 15,3 0 2-15,3-2-1 16,1-1-1-16,1 3 1 15,-1 0 0-15,1 0-1 0,0 0 1 16,2 0 1-16,0 0-1 16,-5 0 2-16,1 0 0 15,-1 0 0-15,-5 0 0 16,6 0 2-16,-6 0-1 0,0 3 0 16,-2-3 1-16,4 2-1 15,-1-2-1-15,-6 2 1 16,2 1-2-16,-1-3 1 15,-3 3-2-15,-2-3 0 16,1 0 0-16,-7 0-1 0,1 0 0 16,-3 0 0-16,-3 0 1 15,1 0-1-15,-4 0 0 16,1 2 0-16,-5-2 0 0,-3 0 1 16,-7 0 0-16,13 0 0 15,-13 0 2-15,0 0-1 16,0 0 0-16,0 0 0 15,0 0-1-15,0 0-1 16,0 0-3-16,0 0-6 0,0 0-13 16,0 0-32-16,0 0-20 15</inkml:trace>
  <inkml:trace contextRef="#ctx0" brushRef="#br0" timeOffset="614.89">10235 16124 250 0,'0'0'1'0,"0"0"1"16,11 0 2-16,-11 0 4 15,17 0 2-15,-7 0 4 16,7 0 1-16,-1 0 2 16,3 3-1-16,1-1 1 0,3 0 0 15,-2 4-2-15,4-1-3 16,2 0-2-16,1 0-1 16,2 2-2-16,-5-3-1 0,0 1-2 15,-3 0-2-15,0 1 0 16,-4-4-1-16,-6 3 1 15,-2-3 0-15,-10-2 0 16,8 8 2-16,-8-8-1 0,0 10 1 16,-8-3 0-16,-4 6 1 15,-6 2-1-15,-1-1 1 16,-6 6-1-16,-8 5-1 16,-1-1 2-16,-7 0-1 15,2 2-1-15,-3-3 0 0,3-2 0 16,0 3-1-16,7-10-1 15,2 3 0-15,11-7-4 16,-1-2-7-16,13 2-24 0,7-10-50 16,0 0-2-16</inkml:trace>
  <inkml:trace contextRef="#ctx0" brushRef="#br0" timeOffset="2015.01">9863 16793 438 0,'0'0'3'0,"0"0"2"16,0 0 2-16,0 0 1 15,0 0 0-15,-5-6 1 0,5 6 1 16,-12 0 0-16,1 11-3 16,-1-1-1-16,-8 5-6 15,1 7 0-15,-9 3 0 16,1 4 0-16,-8 3 0 0,3 4 0 16,-5-2 0-16,-4 3 0 15,4-5 0-15,2 0 0 16,1-7 0-16,4-4 0 15,5-4 0-15,2-9 0 16,9-4-7-16,-1-4-5 0,15 0-4 16,-12-18-7-16,12 8-11 15,-3-2-23-15,3-2-23 16,0-1-6-16</inkml:trace>
  <inkml:trace contextRef="#ctx0" brushRef="#br0" timeOffset="2366.19">9448 16843 328 0,'0'0'6'0,"0"0"3"16,0 0 5-16,0 0 3 16,0 0 3-16,0-13 0 0,0 13 1 15,0 0 1 1,0 0-5-16,5-7-4 0,-5 7-2 15,20 7-4-15,-8 6-1 16,6 2-6-16,1 4 0 16,11 6 0-16,0 2 0 0,7 3 0 15,1 3 0-15,-1-4 0 16,0 1 0-16,-2-6 0 16,-3-1 0-16,-7-3 0 15,0-3 0-15,-8-4 0 0,-2-5 0 16,-5-2 0-16,-10-6 0 15,13 5 0-15,-13-5 0 16,0 0 0-16,0-11-47 16,0 0-42-16,-2-7-2 0</inkml:trace>
  <inkml:trace contextRef="#ctx0" brushRef="#br0" timeOffset="8431.78">6905 16161 157 0,'0'0'8'0,"0"0"6"16,3-9 4-16,-3 9 4 15,6-18 1-15,-4 6 2 16,1-1 1-16,-3-4 4 0,0-1-10 15,2-1-2-15,-2-1-3 16,0-5-1-16,0 2-3 16,0-2-1-16,-2 1-2 15,2-5 0-15,-3 1 0 0,1 1-1 16,0 2-1-16,-2-2-1 16,-1 2 0-16,1 0-1 15,1 2 0-15,-2-1-1 16,1 0 0-16,-1-3-1 15,-1 2 1-15,-1-2-1 0,2-3 0 16,0-1 0-16,0 5 0 16,-1-4-1-16,2-1 0 0,1 0 0 15,1 1 0-15,-1 0 0 16,-1 6 0-16,0-6 0 16,3 0 0-16,-2 0 0 15,1-1 0-15,0 0 0 0,2-1 0 16,-4 0 0-16,2-3 0 15,2 1 0-15,0-1 0 16,0 0-1-16,-3 3 1 16,3 0 0-16,0 0 0 15,-2 0-1-15,2 3 1 0,-2-2 0 16,-1 1 0-16,1 1-1 16,-1-6 1-16,1 5-1 15,0-3 1-15,-1-1-1 16,1 0-1-16,2-1 1 0,0 1 0 15,0 1 0-15,0-2-1 16,0 1 1-16,0 2 0 16,-4 4-1-16,4-4 1 0,0 2 0 15,0 5 0-15,-2-4 1 16,2 2 0-16,0-4-1 16,-2 5 1-16,2-4-1 15,0 0 2-15,0 1-2 16,-3-4 0-16,3 1 0 0,0 5 0 15,-2-5 0-15,2 4 0 16,0 1-2-16,0 2 2 16,0-1 0-16,-3 1 0 15,3 0 0-15,0 0 0 0,-2 0 0 16,2 1 0-16,0-1 0 16,-2-3-1-16,2 3 1 15,0-4 0-15,-3 4 0 16,1-4 1-16,2 1 1 0,-3-2-2 15,3-2 0-15,0 2 0 16,0-2 0-16,0 0 0 16,0 0 0-16,0-1 0 0,3 1 0 15,-3 3 0-15,2-1 0 16,1 3 0-16,-3 2 0 16,0-3 0-16,2 3 0 15,0 3 0-15,1 0 0 16,-3-3 0-16,5 3 0 0,-5-6 0 15,2 7 0-15,4-7 0 16,-6 7 0-16,5-7 0 16,-5 6 0-16,2-1 0 15,0 2 0-15,-2 3 0 0,0-2 0 16,0 3 0-16,0-1 0 16,0 1 0-16,0 0 0 15,0 2 0-15,0-3 0 0,0 1 0 16,0 0 0-16,0 2 0 15,-2-2 0-15,2 2 0 16,0 0 0-16,0 2 0 16,0-2 0-16,0 5 0 0,0 1 0 15,0 9 0-15,0-16 0 16,0 16 0-16,-2-6 0 16,2 6 0-16,0 0 0 15,0 0 0-15,0 0 0 0,0 0 0 16,0 0 0-16,0 0 0 15,0 0 0-15,0 0 0 16,0 0 0-16,0 0 0 16,0 0 0-16,0 0 0 0,0 0 0 15,0 0 0-15,0 0 0 16,0 0 0-16,0 0 0 16,0 0 0-16,0 0 0 15,0 0 0-15,-13 12 0 0,8 0 0 16,-7 5 0-1,-1 5 0-15,-4 6 0 0,-6 5 0 16,1 6 0-16,-2-4 0 16,-1 3 0-16,0-2 0 0,2 1 0 15,4-10 0-15,1-2 0 16,2-7 0-16,7-6 0 16,2-4 0-16,7-8 0 15,0 0 0-15,0 0 0 0,0 0 0 16,0-8 0-16,0-4 0 15,4-4 0-15,3-3 0 16,4-6 0-16,4-6 0 0,0-2 0 16,2-3 0-16,6 0 0 15,-3 1 0-15,1 0 0 16,0 3 0-16,-1 2 0 16,-3 9 0-16,-2 0 0 15,0 6 0-15,-6 3 0 16,-9 12 0-16,16-13 0 0,-16 13 0 15,0 0 0-15,0 0 0 16,0 0 0-16,0 0 0 16,0 0 0-16,0 0 0 15,9 0 0-15,-9 0 0 0,11 13 0 16,-6-1 0-16,7 0 0 16,1 6 0-16,1 5 0 15,4-1 0-15,-1 5 0 16,3 2 0-16,3-1 0 0,-4 2 0 15,3 2 0-15,1-7 0 16,-4 2 0-16,2-2 0 16,-5-5 0-16,0-3 0 0,-2 0 0 15,2-4 0-15,-9-3 0 16,0 2 0-16,-7-12 0 16,13 14 0-16,-13-14-10 0,0 0-78 15,7-4-3-15</inkml:trace>
  <inkml:trace contextRef="#ctx0" brushRef="#br0" timeOffset="9064.33">6814 11914 415 0,'0'0'3'0,"0"0"1"15,0 0-2-15,0 0 2 0,0 0 0 16,10 1 2-16,-10-1 2 16,20 10 0-16,-5-2-1 15,4-1-1-15,4 3 1 0,4 0 0 16,1 2-2-16,2 0 0 15,-3 4-2-15,1-4-1 16,-1-2 0-16,-3 2 0 16,-4 1-1-16,-2-7 0 15,-2 3 0-15,-2-5 0 0,-4 1 0 16,2-2-1-16,-12-3-3 16,10 3-1-16,-10-3-7 15,0 0-35-15,3-6-37 16,-3 6-2-16</inkml:trace>
  <inkml:trace contextRef="#ctx0" brushRef="#br0" timeOffset="9653.04">7165 11769 274 0,'0'0'5'0,"0"0"0"16,0 0 0-16,0 0 2 15,0 0 0-15,0 0 1 16,0 0 0-16,0 0 2 0,0 0-3 15,0 0 0-15,0 0 1 16,0 0 0-16,0 0 1 16,0 0 0-16,0 0 2 15,0 0 0-15,0 0 0 16,0 0-1-16,0 0-1 0,0 0 0 16,0 0-1-16,0 5 1 15,0 5-2-15,0 7 0 0,-3 3-1 16,3 7-1-1,-2 6 1-15,2 1-1 0,0 4 0 16,0 0-2-16,2-3-1 16,1-2 0-16,-1-3 0 15,3-3-1-15,0-4 0 16,0-4-1-16,-5-5 1 0,4 3-1 16,-4-9 1-16,4 3 1 15,-4-11-2-15,0 12 0 16,0-12 0-16,0 0 0 0,0 10 0 15,0-10 0-15,0 0 0 16,0 0 0-16,0 0 0 16,0 0 0-16,0 0 0 15,0 0 0-15,0 0 0 0,-6-8-10 16,6 8-75-16,0 0-2 16</inkml:trace>
  <inkml:trace contextRef="#ctx0" brushRef="#br0" timeOffset="12651.67">10303 16617 454 0,'0'0'3'0,"0"0"1"16,0 0 1-16,0 0 1 16,0 0-1-16,0 0-1 0,5 7 2 15,-5-7 0-15,0 23-3 16,0-6-1-16,-5 0-1 16,3 8 1-16,-4 0-1 15,1 2 1-15,-3 2-1 0,4-1 0 16,2-3-1-16,-1-3 0 15,-2-3-3-15,5-1-1 16,0-5-2-16,0-1-2 16,0-12-5-16,0 13-8 15,0-13-15-15,0 0-47 0,0 0-2 16</inkml:trace>
  <inkml:trace contextRef="#ctx0" brushRef="#br0" timeOffset="13264.77">10081 16718 360 0,'0'0'5'0,"0"0"4"0,0 0 2 0,0 0 1 0,0 0 2 16,0 0 1-16,0 0 1 15,0 0 0-15,0 0-4 16,0 0-4-16,13-7-1 15,-1 7-2-15,1-2-1 0,4-1-1 16,3-2 0-16,5 3 0 16,0-4-1-16,4 5 1 15,-1-4 0-15,1 2-3 0,-3 3 0 16,-1-3 0-16,-3 1 0 16,-3-1 0-16,-3 3 0 15,-4 0 0-15,-12 0 0 16,13 0 0-16,-13 0 0 15,0 0 0-15,0 0 0 16,0 0 0-16,0 0 0 0,0 0 0 16,0 0 0-16,0 0 0 15,0 0 0-15,0 0 0 16,0 0 0-16,0 0 0 0,0 0 0 16,0 0 0-16,0 0 0 15,0 0 0-15,0 0 0 16,0 0 0-16,0 0 0 15,0 0 0-15,0 0 0 0,0 0 0 16,0 0 0-16,0 0 0 16,0 0 0-16,0 0 0 15,0 0-46-15,0 0-44 16,0 0-1-16</inkml:trace>
  <inkml:trace contextRef="#ctx0" brushRef="#br0" timeOffset="14336.11">7430 11443 310 0,'0'0'11'0,"0"0"4"16,0 0 4-16,0 0 3 0,8-17 2 16,-8 17 1-16,0 0 1 15,3-8 1-15,-3 8-9 16,0 0-6-16,0 0-10 16,0 0-2-16,0 0 0 0,0 12 0 15,0 2 0 1,0 6 0-16,0 0 0 0,4 8 0 15,-1-3 0-15,2 2 0 16,2-5 0-16,-2 3 0 16,-2-5 0-16,2-6 0 0,-3 3 0 15,1-4 0-15,-3-3 0 16,0-10 0-16,2 12 0 0,-2-12 0 16,0 0 0-16,0 0 0 15,0 0-7-15,0 0-7 16,0 0-10-16,0 28-35 15,0-28-26-15,0 0-4 0</inkml:trace>
  <inkml:trace contextRef="#ctx0" brushRef="#br0" timeOffset="14864.88">7356 11512 410 0,'0'0'5'0,"0"0"2"15,0 0 2-15,0 0 2 0,0 0 0 16,0 0 0-16,0 0 2 15,0 0-1-15,0 0-5 16,0 0-3-16,0 0 0 0,5 2-2 16,-5-2 0-1,20 0 1-15,-3 0-3 0,1 0 0 16,7 0 0-16,2 0 0 16,5-2 0-16,-2-1 0 0,0-5 0 15,-6 4 0-15,-1-1 0 16,-3 2 0-16,-8 1 0 15,-5-3 0-15,-7 5 0 16,11-3 0-16,-11 3 0 0,0 0 0 16,0 0 0-16,0 0 0 15,0 0 0-15,0 0 0 16,0 0 0-16,0 0 0 16,0 0 0-16,0 0 0 15,0 0 0-15,0 0 0 0,0 0 0 16,0 0 0-16,0 0 0 15,0 0 0-15,0 0 0 16,0 0 0-16,0 0 0 16,0 0-46-16,0 0-47 0</inkml:trace>
  <inkml:trace contextRef="#ctx0" brushRef="#br0" timeOffset="16698.14">6921 16204 186 0,'0'0'8'0,"0"0"5"16,0 0 5-16,0 0 3 0,-5 0 2 15,5 0 1-15,0 0 2 16,0 0 1-16,0 0-5 16,0 0-3-16,0 0-4 0,0 0-2 15,0 0-1 1,0 0-1-16,0 0-2 0,0 0-2 16,0 0-1-16,0 0-2 15,0 0-1-15,-4 9-2 16,4-9 0-16,-16 13-1 15,7-6 0-15,-4 1 0 0,-4 5 0 16,1-2 0-16,-1 1 0 16,-3 4 0-16,-2 1 0 0,-2 0 0 15,1 1 0-15,-7-1-1 16,3 2 1-16,-6 2 0 16,1 1-1-16,0-3 1 15,-3 6 1-15,-3-5-2 16,1 3 1-16,0 2 0 0,-2-3-1 15,1 3 2-15,-2-2-1 16,1 2 1-16,2 0-1 16,-6 0 1-16,6 0-1 15,0-2 1-15,-3-1 0 0,2-2 0 16,1 2-1-16,2 0 1 16,-2-2-1-16,-2 5 1 15,1-4-1-15,1 2 1 0,0 0 0 16,-3-1-1-1,2 1 1-15,1-2-1 0,-2-1 1 16,1 3-1-16,1-1 1 16,-3-1-1-16,0 0 1 15,1 4-1-15,-4-2 1 16,22-9-2-16,-5-2 0 0,6 3 0 16,-7 0 0-16,2 0 0 15,-2 0 0-15,0 2 0 16,-3-1 0-16,3 0 1 0,-3 2 1 15,5-3-1-15,-8 2 0 16,3 0 1-16,1-2-1 16,-1 3 0-16,-2-1 1 15,2 0-1-15,0-3 0 16,2 4 1-16,-1-3-1 0,0 0 0 16,3 0 0-16,2 0 1 15,-4 0-1-15,3-3 0 16,3 3 0-16,-6 0 1 15,4 0-1-15,-1-3 0 0,2 3 1 16,-2 2-1-16,3-5 0 16,2 1 0-16,-2-1 0 15,2 1 0-15,3-1 0 0,-3 0 1 16,0 1-1-16,5-1 0 16,1-2 0-16,0 0 0 15,-3 0 0-15,5-2 1 16,2-1-1-16,-2 0 0 15,1 1 0-15,11-8 0 0,-16 9 0 16,16-9 0-16,-13 13 1 16,13-13-1-16,-10 5 0 15,10-5 0-15,0 0 0 16,-10 2-1-16,10-2 0 0,0 0-1 16,0 0-2-16,0 0-5 15,0 0-10-15,0 0-17 16,0 0-45-16,0 0-2 15</inkml:trace>
  <inkml:trace contextRef="#ctx0" brushRef="#br0" timeOffset="17614.41">4359 17524 393 0,'0'0'6'0,"0"0"1"0,0 0 2 0,0 0 1 16,0 0 1-16,0 0 0 16,0 0 0-16,0 0 0 15,0 0-5-15,0 0-2 16,-8 7-2-16,8-7-1 0,-9 12 0 15,2-1-1-15,-3-2 1 16,-3 1 0-16,1 5 0 16,-1-2-1-16,-1 4 1 0,-2 0-1 15,-1 3 1-15,-1-2-1 16,2-2 1-16,-2 4-1 16,3-2 1-16,0-1-1 15,1 1 0-15,0-4 0 0,2 2 0 16,3-7 1-1,1 1-1-15,-1 0-1 0,9-10 1 16,-11 12 0-16,11-12-1 16,0 0 1-16,-10 8-1 0,10-8 1 15,0 0-1-15,0 0 1 16,0 0 0-16,0 0-1 16,0 0 1-16,0 0-1 15,0 0 0-15,0 0 0 0,0 0-1 16,0 0 1-16,0 0 0 15,0 0 0-15,0 0 0 16,0 0 0-16,0 0 1 16,10 0 0-16,-10 0 0 15,15-3 0-15,-6-2 0 0,7-2 0 16,-2-1 0-16,9-4 0 16,0 2 0-16,4-2 1 15,5 2 0-15,3-5 1 16,0 3-1-16,4-4 2 0,4-1-1 15,-4 2 2-15,3 3-1 16,-1-2 0-16,-2 1 0 16,-2 1 0-16,-6 1 0 0,5 4-1 15,-8-3 0-15,-3 8 0 16,-6-5-2-16,-1 1 0 16,-3 5 0-16,-5 1 0 15,-10 0 0-15,9 0 0 16,-9 0 0-16,0 0 0 15,0 0 0-15,0 0 0 0,0 0-19 16,0 0-66-16,0 0-1 16</inkml:trace>
  <inkml:trace contextRef="#ctx0" brushRef="#br0" timeOffset="18631.72">3468 17242 331 0,'0'0'5'0,"0"0"3"0,0 0 2 16,0 0 4-16,-9 9 1 0,9-9-2 16,0 0 2-16,0 0 0 15,0 0-3-15,0 0-4 16,0 0-1-16,9 3-1 15,3-3-2-15,5 0 1 0,0-3-1 16,6-1-1-16,4-1 0 16,1-1 0-16,6 4-1 15,-4-6 0-15,3 4 0 16,-1-1 0-16,-2 2 0 16,-3 1 1-16,1-1-2 0,-7 0 1 15,-5 1-1-15,0 2 1 16,-3 0-1-16,-5 0 0 15,-8 0 1-15,9 0-1 16,-9 0 0-16,0 0 1 0,0 0 1 16,0 0-3-16,0 0 0 15,0 0 0-15,0 0 0 16,0 0 0-16,0 0 0 0,0 0 0 16,0 0 0-16,0 0 0 15,0 0 0-15,0 0 0 16,0 0 0-16,0 8 0 15,0-8 0-15,0 0 0 16,0 0 0-16,-7 5 0 0,7-5 0 16,0 0 0-16,0 0 0 15,0 0 0-15,0 0 0 16,0 0 0-16,0 0 0 0,0 0 0 16,0 0 0-16,0 0 0 15,0 0 0-15,0 0 0 16,0 0 0-16,0 0 0 15,0 0 0-15,0 0 0 0,0 0-14 16,0 0-3-16,0 0-6 16,0 0-18-16,-10 0-44 15,10 0-1-15</inkml:trace>
  <inkml:trace contextRef="#ctx0" brushRef="#br0" timeOffset="20498.12">3679 17123 266 0,'0'0'4'0,"0"0"1"16,0 0 3-16,0 0 1 15,7 4 3-15,-7-4 1 16,12 4 3-16,-5 0 1 16,6-2-1-16,2 1 2 0,5-3-4 15,0 0 0-15,4 0-2 16,6-3 0-16,-6-3-3 15,9 2-1-15,-7 2-2 16,1-3 0-16,-5 0-2 16,-2 2 0-16,-2 1-1 0,-6 2 0 15,-2-2 0-15,-10 2-1 16,10 0-1-16,-10 0 1 16,0 0 0-16,0 0 0 0,0 10 0 15,0-10 0-15,-10 19 1 16,0-7-1-16,-2 4 0 15,-4 0 0-15,-1 2 0 16,10-8-2-16,-6 3-1 16,1-1 1-16,-3 1-1 0,0 1 0 15,-3-2 0-15,4 3 0 16,-5 3 0-16,3-4 1 16,1 3 1-16,-2 0-1 0,-3-4 0 15,4 3 1 1,0-1-1-16,0-3 0 0,2 2 0 15,-2-1 1-15,3-2-1 16,5-3 0-16,1 0 0 16,7-8 0-16,-16 10 1 15,16-10-1-15,0 0-1 0,-9 10 1 16,9-10-2-16,0 0 1 16,0 0 0-16,0 0 0 15,0 0 0-15,4 0-1 0,8 0 1 16,-1 0 1-16,2-5 0 15,6 3 0-15,0-3 0 16,4 0 1-16,2 0 0 16,3-1 0-16,1 2 1 0,1 0 0 15,3-2 0-15,1-2 1 16,-2 1-1-16,1 3 1 16,-1-2-3-16,-5 1 0 15,-2 3 0-15,-1-2 0 16,-3 3 0-16,-3-2 0 0,-4 3 0 15,-4-2 0-15,-10 2 0 16,15 0 0-16,-15 0 0 16,0 0-3-16,-15 2-83 0,15-2-2 15</inkml:trace>
  <inkml:trace contextRef="#ctx0" brushRef="#br0" timeOffset="21903.97">4139 16412 445 0,'0'0'5'0,"0"0"1"0,0 0 2 16,0 0 2-16,0 0 0 0,0 0-1 16,0 0 1-16,0 0-2 15,0 0-8-15,0 12 0 16,0 2 0-16,0 7 0 0,0 3 0 16,0 9 0-16,0 1 0 15,0 1 0-15,0-1 0 16,0 1 0-16,0-5 0 15,-4-5 0-15,4-3 0 16,0-7 0-16,-2-5 0 16,2-10-6-16,0 12-2 0,0-12-3 15,0 0-7-15,0 0-17 16,15-2-52-16,-15 2 1 16</inkml:trace>
  <inkml:trace contextRef="#ctx0" brushRef="#br0" timeOffset="22465.02">3919 16558 391 0,'0'0'6'0,"0"0"2"0,0 0 3 16,0 0 0-16,0 0 1 0,0 0 1 15,0 0-1-15,0 0 2 16,0 0-5-16,8 2-2 16,4-2-1-16,8 0 0 15,2 0-1-15,10 0-5 0,4-5 0 16,4 2 0-16,-1-1 0 16,1-1 0-16,0-1 0 15,-1 2 0-15,-6 1 0 16,-3-1 0-16,-3 4 0 0,-9-3 0 15,-6 3 0-15,-3-2 0 16,-9 2 0-16,11 0 0 16,-11 0 0-16,0 0 0 15,0 0 0-15,0 0 0 0,0 0 0 16,0 0 0-16,0 0 0 16,0 0 0-16,0 0 0 15,0 0 0-15,0 0 0 0,0 0 0 16,-6 0 0-16,-3 22 0 15,-8-22-86-15,6 0-10 16</inkml:trace>
  <inkml:trace contextRef="#ctx0" brushRef="#br0" timeOffset="25714.51">3882 15951 468 0,'0'0'1'0,"-23"0"-1"16,7-3 0-16,-7 3 0 15,-7 0 0-15,-2 8-1 16,-10 4 1-16,-8 7 0 15,-3 17-1-15,4 11-1 0,-8 14 1 16,-3 14-1-16,-2 19-1 16,-1 15 2-16,7 18 0 15,3 9 1-15,32-60 0 0,-2 11 0 16,5 5 2-16,4 7-1 16,7-2 1-16,7 6 0 15,7 1 0-15,13 6-2 16,10-8 2-16,9 8-1 15,10-6-2-15,11 1 1 16,13-11-1-16,8 0-1 0,11-12 1 16,11-5 1-16,6-16-1 15,8-13 2-15,7-19 0 16,2-12 1-16,3-17 1 16,1-5 1-16,-1-24 1 15,-4-16-1-15,-8-16 0 0,-51 3 1 16,135-127 0-1,-36-26-1-15,-41-16-1 0,-43-9 0 16,-38 5-2-16,-38 14 2 16,-25 21-3-16,-32 52 0 15,-20 13 0-15,-20 12 0 0,-22 12 0 16,-21 20 0-16,-16 18 0 16,-18 15 0-16,-17 24 0 15,-21 27 0-15,-6 31 0 16,-13 34 0-16,-6 47 0 0,-3 42 0 15,111-40-86-15,-14 28-3 16</inkml:trace>
  <inkml:trace contextRef="#ctx0" brushRef="#br0" timeOffset="28265.17">4285 17630 295 0,'0'0'3'0,"0"0"3"0,0 0 3 15,0 0 3-15,0 0 1 16,4-10 1-16,-4 10 2 0,9-12 1 15,-5 5-2-15,1-3-4 16,2 0-1-16,4-3-2 16,-1-1-2-16,2-2 0 15,-2-1-1-15,2 2 0 0,0-2-1 16,1 0 1-16,-5 1 0 16,4 4 1-16,-4-5-1 15,1 5-1-15,1 2 1 16,-10 10-2-16,11-10 1 15,-11 10-2-15,0 0 1 0,0 5-2 16,-5 5 1-16,-8 4-1 16,3 4 0-16,-4 2 0 15,1 2 0-15,-3 0 1 0,-3 3-1 16,4 2 0-16,-5 1 0 16,0-3 1-16,2 4-2 15,2-4 0-15,-2-3 0 16,3 0 0-16,0-2 0 0,5-2-2 15,-2-6 1-15,4 1 1 16,8-13-1-16,-10 12 0 16,10-12 1-16,0 0-1 15,0 0 1-15,8-12 0 16,-2-1 0-16,5 1 0 0,-1-4 0 16,0-1 0-16,3 2 0 15,-1-3 1-15,-2 4-1 16,2-3 2-16,0 2 1 15,-1 0-3-15,-1 3 0 0,-3 2 0 16,-7 10 0-16,8-10 0 16,-8 10 0-16,0 0 0 15,-11 13 0-15,2-2 0 0,-7 6 0 16,4 2 0-16,-6 0 0 16,6 1 0-16,12-20 0 15,-37 37 0-15,22-14 0 16,1-3 0-16,-4-3 0 15,3 0 0-15,6-1 0 0,0-4 0 16,5-3 0-16,4-9 0 16,0 0 0-16,0 0 0 15,7 5 0-15,6-10 0 16,-1-2 0-16,3-3 0 0,5 0 0 16,-3 0 0-1,6 1 0-15,-5-4 0 0,6 3 0 16,1-3 0-16,-3 4 0 15,3-4 0-15,-5 3 0 0,3 0 0 16,-7 2 0-16,5 1 0 16,-5 3 0-16,0-2 0 15,-2 4 0-15,2 0 0 16,-4-3 0-16,-4 2 0 0,1 1 0 16,1 0 0-16,-10 2 0 15,13-3 0-15,-13 3 0 16,10 0 0-16,-10 0 0 15,0 0 0-15,12-3 0 16,-12 3 0-16,0 0 0 0,10 0 0 16,-10 0 0-16,0 0 0 15,10-5 0-15,-10 5 0 16,0 0 0-16,10 0 0 16,-10 0 0-16,0 0 0 0,13 0 0 15,-13 0 0-15,0 0 0 16,9 0 0-16,-9 0 0 15,0 0 0-15,6 0 0 16,-6 0 0-16,0 0 0 0,0 0 0 16,15 0 0-16,-15 0 0 15,0 0 0-15,0 0 0 16,0 0 0-16,0 0 0 0,0 0 0 16,7 0 0-16,-7 0 0 15,0 0 0-15,0 0 0 16,0 0 0-16,0 0 0 15,-7 5 0-15,7-5 0 0,-16 6 0 16,6-6 0-16,-3 2 0 16,-1 0 0-16,-6 1-7 15,1-2 0-15,-2 3 2 16,-1 0 1-16,-3-1 1 16,1 0 3-16,-9 0 0 15,8-2 1-15,-5 2 1 0,5 0 0 16,0-2 0-16,0 2 0 15,6-3 1-15,0 3-2 16,3-1 1-16,3 1 0 0,13-3-1 16,-9 2 0-16,9-2 0 15,5 4-1-15,7-3 1 16,5-1-1-16,4 0 1 0,4 0 0 16,1 0-1-16,2 0 0 15,4 0 1-15,-2 0 1 16,4 0-2-16,-1 3 0 15,0-3 0-15,-4 0 0 16,1 0 0-16,-5 0 0 0,0 0 0 16,-5 0 0-16,-6 2 0 15,-3 0 0-15,-11-2 0 16,0 0 0-16,2 11 0 16,-7-6 0-16,-7-5 0 0,-11 7 0 15,1-2 0-15,-3 0 0 16,-7 0 0-16,2 2 0 15,-2 1 0-15,2 4 0 16,-5-4 0-16,35-8 0 0,-25 7 0 16,-2 3-25-16,-5 2-61 15,32-12-4-15</inkml:trace>
  <inkml:trace contextRef="#ctx0" brushRef="#br0" timeOffset="31198.06">10789 10424 162 0,'0'0'10'0,"0"0"7"15,0 0 7-15,0 0 5 16,0 0 2-16,0 0 2 15,0 0 0-15,0 0 2 0,0 0-8 16,-2 10-5-16,2 2-5 16,0 0-4-16,6 6-2 15,1-1 0-15,3-4 1 16,7-1 1-16,18-12-2 16,22-25-11-16,40-26 0 15,44-29 0-15,86-29 0 0,51-30 0 16,67-24-35-16,63-31-52 15</inkml:trace>
  <inkml:trace contextRef="#ctx0" brushRef="#br0" timeOffset="32548.62">6156 5161 388 0,'0'0'6'0,"0"0"3"0,0 0 2 16,0 0 0-16,0 0 2 15,0 0-1-15,5 0 0 0,-5 0 2 16,7 11-7-16,-5-4-1 16,4 6-2-16,1-2-1 15,3 3 1-15,0-2 0 16,2 1 1-16,3-3-3 15,3-10-2-15,2-10 0 0,17-23 0 16,15-28 0-16,27-39 0 16,91-51 0-16,23-57 0 0,130-47 0 15,47-58-29-15,78-66-60 16</inkml:trace>
  <inkml:trace contextRef="#ctx0" brushRef="#br0" timeOffset="34248.15">2985 11670 301 0,'-7'-10'5'0,"0"-7"3"0,-11-8 3 16,-5-2 2-16,-9-6 1 0,-5-1 3 15,-13-3 2-15,-10-3 0 16,-2 11-4-16,-5 11-3 15,0 5-2-15,-2 13-2 16,0 10-2-16,-2 15-2 0,7 17-2 16,4 13 0-16,0 15 0 15,9 13-1-15,3 14 0 16,11 10 0-16,7 7 1 16,13 4-1-16,12 7 2 0,7 4-1 15,15-4 1-15,16 2 0 16,9-8-1-16,13-8 1 15,12-9-1-15,13-11 1 16,9-14 0-16,13-13 0 0,4-16-1 16,9-16 0-16,-3-18 0 15,10-11 2-15,-9-14-4 16,0-20 0-16,-6-13 0 16,-8-16 0-16,-4-10 0 0,-11-13 0 15,-10-9 0-15,-9-9 0 16,-10-11 0-16,-13-5 0 15,-17-15 0-15,-10-1 0 0,-15-5 0 16,-25-1 0-16,-10 3 0 16,-19-1 0-16,-11 13 0 15,-20 13 0-15,-7 15 0 16,-14 19 0-16,-11 17 0 0,-10 18 0 16,-7 20 0-16,-5 19 0 15,-3 18 0-15,-2 17 0 16,5 25 0-16,5 15 0 15,17 17 0-15,14 10 0 16,27 16 0-16,19-4-33 0,29 17-56 16,31 3-4-16</inkml:trace>
  <inkml:trace contextRef="#ctx0" brushRef="#br0" timeOffset="35264.23">3939 11876 165 0,'0'0'2'16,"0"0"3"-16,-12 0 0 0,12 0 2 16,-17 13-1-16,5-5 4 15,-11 9 0-15,-1 2 1 16,4 3-1-16,-8 7-1 16,-4 1 0-16,-4 13 0 0,-1-4 1 15,-9 16 1-15,-2 6-1 16,-12 4 1-16,-4 10-1 15,-10 4 2-15,-10 6-1 16,-7 15 0-16,-10 9-2 16,-7 0-1-16,-11 10 0 0,-5 8-2 15,-3 9 0-15,-7 2 0 16,-3 4-1-16,1-1-1 16,0-2-1-16,1-1 0 0,8-1 0 15,-114 105 2 1,132-127-3-16,10-12-2 15,7-9 0-15,9-9-1 16,12-16-3-16,11-12-4 0,10-10-13 16,16-5-31-16,6-14-23 15,10-9-6-15</inkml:trace>
  <inkml:trace contextRef="#ctx0" brushRef="#br0" timeOffset="36331.55">1187 14441 289 0,'0'0'7'0,"0"0"0"0,0-11 2 16,0 11 2-16,0-10 1 15,0 10-1-15,0 0 1 16,-9-4 2-16,0 12-5 0,-1 12 0 15,-3 8-1-15,-1 2-1 16,-6 7 0-16,0 5 0 16,-5 6 0-16,-2 0-1 0,-3 2 0 15,0 0-4-15,-2 0 1 16,-3-1-1-16,3-5 1 16,0 1-2-16,4-8 1 15,8-2 0-15,1-11-1 0,1-6 0 16,13-4-1-16,0-3-1 15,5-11 1-15,0 7 0 16,0-7 0-16,20 0 0 16,-5 0 1-16,4 0 1 15,4-7 1-15,2-4 0 0,7-5 0 16,3 0 0-16,7-6 0 16,5-5 0-16,8-5 1 15,10-5 1-15,4-10-1 16,11-3 1-16,7 0 0 0,-1-9 0 15,4 5 0-15,-3 0-2 16,0 1-3-16,-10 8 0 16,-9 11 0-16,-9 3 0 0,-12 12 0 15,-12 5 0-15,-8 3 0 16,-9 9 0-16,-6 2 0 16,-12 0 0-16,2 10 0 15,-4-3 0-15,-5 10 0 16,-6-7-5-16,1 13-82 0,0-3-1 15</inkml:trace>
  <inkml:trace contextRef="#ctx0" brushRef="#br1" timeOffset="109181.51">21059 6574 395 0,'0'0'5'0,"0"0"3"15,0 0 0-15,0 0 2 16,0 0 0-16,17-7-2 16,8 1-26-16,7-2-51 0,11-5-5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00:00.7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6469 5179 279 0,'0'0'7'0,"0"0"3"16,0 0 1-16,0 0 0 16,0 0 2-16,0 0-1 15,0 0 0-15,0 6 3 0,0 4-8 16,0 2 0-16,2 5-3 16,0 8-1-16,1 7-1 15,3 8 3-15,-1 5-2 16,4 9 0-16,-2 5 0 0,4 9-1 15,-1 2 1-15,1 13-2 16,5 3 1-16,-6 9-2 16,-1 4 1-16,-1 7 0 0,0 3 0 15,-7 10 0-15,5 1-1 16,-4 3 1-16,1 4 1 16,-3 0-1-16,0 5 0 15,0-3 0-15,0 2-2 16,0-2 1-16,0 0 1 0,-5 0-1 15,2-3 2-15,0-4-1 16,2-6 1-16,-2 1 1 16,1-9 0-16,2 0 0 0,-3-10 1 15,1-1 0-15,2-7 0 16,0-5-1-16,-2-3 0 16,-2-2-1-16,4-6 2 15,-2-4-1-15,-1-1-1 16,-1-7 0-16,-1 0 0 0,0-5 0 15,3-5-1-15,-3-3 1 16,-1-4-2-16,3-8 1 16,1-2 0-16,0-6-1 0,2-7 0 15,0 1 0-15,0-10-1 16,0-1-4-16,0-12-6 16,0 14-13-16,0-14-57 15,9 0-1-15</inkml:trace>
  <inkml:trace contextRef="#ctx0" brushRef="#br0" timeOffset="1217.13">3692 7350 238 0,'0'0'3'0,"13"0"0"0,0 0 3 16,2 3-1-16,10-2 2 16,7 5-1-16,9-2 1 0,8 1 2 15,6 0-3-15,9 3 1 16,8-4-2-16,15-1 0 16,6 0 0-16,11-3 1 15,9 0 0-15,12 0-1 0,11 0 0 16,11-3 0-16,10-4 0 15,4 3 1-15,16-5-1 16,4 4 0-16,13-5 0 16,9 3 0-16,9 0-1 15,-1-1 0-15,12-2-1 0,10-2 0 16,7-1-1-16,0-1-1 16,6 5 0-16,4-5 0 15,0 3 0-15,6-2-1 0,-5 3 0 16,-3 2 1-16,1 3-1 15,-3 3 1-15,-8 0 0 16,-1 2 0-16,-11 0-1 16,-8 0 0-16,-6 0 1 0,-6 4-1 15,-17-1-4-15,-10-1-8 16,-18-4-46-16,-4 4-14 16</inkml:trace>
  <inkml:trace contextRef="#ctx0" brushRef="#br0" timeOffset="2449.71">6374 4444 273 0,'0'0'9'0,"0"0"2"0,-7-10 6 16,7 10 2-16,-5-13 1 15,5 13 0-15,-2-7 0 0,2 7-1 16,0 0-6-16,0 20-5 16,2 5-2-16,6 12-3 15,-2 12-1-15,4 9 1 0,6 6 0 16,-2 10 1-16,2 2-1 16,4 4 0-16,-3 0-1 15,-2-4 0-15,-3-1-1 16,0-4-2-16,-4-4 1 15,0-5-3-15,-4-6-2 0,1-10-3 16,-5-6-7-16,2-8-7 16,-2-7-13-16,0-16-30 15,0-9-14-15</inkml:trace>
  <inkml:trace contextRef="#ctx0" brushRef="#br0" timeOffset="2649.89">6335 4419 347 0,'0'0'5'0,"0"0"0"0,0 0 1 16,0 0 2-16,0 15 0 16,5 15 3-16,2 19 0 0,3 14 0 15,3 20-4-15,3 17-4 16,12 16-15-16,2 10-61 15,-5 5-2-15</inkml:trace>
  <inkml:trace contextRef="#ctx0" brushRef="#br0" timeOffset="3483.41">3080 7407 266 0,'0'0'7'0,"0"0"5"16,0 0 3-16,-15-5 2 15,15 5 3-15,-10 0 0 0,10 0 1 16,-8-3-2-16,8 3-8 16,0 0-2-16,0 0-4 15,16 3-2-15,10 2-2 16,12 2-1-16,14-2 2 0,12 5 0 16,14-1 1-16,11 0-2 15,10-2 0-15,9-3 2 16,1-1-3-16,5-1 2 15,3 1-1-15,-3-3-1 16,3 0 1-16,-3 0 0 0,-7 0-1 16,0 0-1-16,-8 0-3 15,-4 0-4-15,-8 2-9 16,-13 4-34-16,-4-4-25 16,-14-2-6-16</inkml:trace>
  <inkml:trace contextRef="#ctx0" brushRef="#br0" timeOffset="4282.18">6590 9285 431 0,'0'0'2'0,"0"0"0"0,0 0 1 16,0 7-2-16,-3 8 1 15,3 10 1-15,0 9 2 16,0 8 0-16,0 10-1 0,6 10 0 16,-1 5 0-1,0 0 0-15,-2 2 0 0,-3-1-1 16,2-7-4-16,-2-7-6 15,3-1-18-15,22-14-56 0,-25-9-1 16</inkml:trace>
  <inkml:trace contextRef="#ctx0" brushRef="#br0" timeOffset="5165.92">8464 5269 449 0,'0'0'5'16,"0"0"0"-16,0 0 1 15,0 0-1-15,-2 4 1 0,-1 9 0 16,1 4 0-16,2 3 1 16,0 8-3-16,0 5-2 15,0 0 0-15,2 7 1 0,1-3-1 16,-1 0-2-16,3 0-5 15,-5-7-17-15,0 0-60 16,0-3-3-16</inkml:trace>
  <inkml:trace contextRef="#ctx0" brushRef="#br0" timeOffset="5432.19">8225 5252 447 0,'0'0'6'15,"0"0"1"-15,0-10 2 16,0 10 0-16,8-10 1 0,2 0 0 16,5-1 1-16,5 3-9 15,7-6-2-15,10 4 0 16,5-4 0-16,6 4 0 15,7 0 0-15,-1-3 0 0,3 11 0 16,-5-3-2-16,-29 5-84 16,19 7-3-16</inkml:trace>
  <inkml:trace contextRef="#ctx0" brushRef="#br0" timeOffset="5632.87">8179 5826 438 0,'0'0'7'0,"7"0"3"0,5-3 3 16,6-4 0-16,9-5 2 15,10-3 0-15,11-5-15 0,14-4 0 16,10-1 0-16,4-5 0 16,4 5 0-16,0-2 0 15,-1 12 0-15,-17 1-35 16,5 3-55-16</inkml:trace>
  <inkml:trace contextRef="#ctx0" brushRef="#br0" timeOffset="6451.72">4280 5593 444 0,'0'0'6'15,"0"0"1"-15,0-9 1 16,0 9 0-16,0 0 0 0,0 0 1 16,0 0-1-16,9 14 1 15,0 9-5-15,-5 6-4 16,6 3 0-16,0 8 0 15,5 5 0-15,-5-6 0 16,2 3-2-16,-2-6-14 0,2-4-32 16,1-3-38-16,-5-7-2 15</inkml:trace>
  <inkml:trace contextRef="#ctx0" brushRef="#br0" timeOffset="6649.56">4419 5617 447 0,'0'0'5'0,"0"0"2"0,0 0-1 16,0 0 1-16,0 0 0 15,0 0 0-15,10 18 1 16,0 0-1-16,0 7-3 16,0 2-3-16,2 7 1 15,3 1-3-15,0 0-4 0,0-3-9 16,2-5-26-16,-4 1-43 15,1-8-3-15</inkml:trace>
  <inkml:trace contextRef="#ctx0" brushRef="#br0" timeOffset="6949.57">3974 5578 406 0,'0'0'6'0,"0"0"1"0,-10 0 1 16,10 0 1-16,0 0 2 16,0-7 0-16,5-3 2 15,13 0 0-15,14-5-4 0,10-2-3 16,11-5 0-16,9-3 0 15,9-5-6-15,1 3 0 16,6 2 0-16,-4-2 0 16,1 12-11-16,-11-2-33 0,-9 14-42 15,-13 9-4-15</inkml:trace>
  <inkml:trace contextRef="#ctx0" brushRef="#br0" timeOffset="7133.53">4027 6282 453 0,'0'0'6'0,"0"0"1"16,12-10 2-16,10-5 1 15,13-4 1-15,17-16 1 0,20-2-9 16,18-11-3-16,14-3 0 16,13-6 0-16,12 4 0 15,1 21-43-15,-1-12-45 16,-8 6-2-16</inkml:trace>
  <inkml:trace contextRef="#ctx0" brushRef="#br0" timeOffset="8232.73">4206 8779 450 0,'0'0'5'15,"0"0"0"-15,0 0-1 0,0 0 1 16,0 0-1-16,-3 8 1 15,3 9-1-15,0 3 1 16,7 7-4-16,1 3-1 16,-1 7 1-16,3 0 0 15,2-2-2-15,-2-1-2 0,1 4-6 16,-4-9-12-16,0-7-59 16,0 3-4-16</inkml:trace>
  <inkml:trace contextRef="#ctx0" brushRef="#br0" timeOffset="8467.27">4335 8762 435 0,'0'0'6'0,"0"0"1"16,0 0 1-16,0 0-1 15,0 0 1-15,9 0-1 16,-9 0 1-16,11 17 0 15,-4 0-6-15,0 8-1 0,5 5 0 16,-1 5 0-16,1-1-2 16,1 3-3-16,-1-4-4 15,0-1-7-15,-6-7-17 0,-1-3-50 16,4-4-3-16</inkml:trace>
  <inkml:trace contextRef="#ctx0" brushRef="#br0" timeOffset="8951.35">4546 8707 456 0,'0'0'5'0,"0"0"3"0,0 0 0 0,-2-10 0 0,2 10 0 16,0 0 0-16,0 0-1 15,0 10-4-15,0 8-3 16,2 6 0-16,3 6 0 15,2 4 0-15,3 4 0 16,0 2 0-16,0 1 0 0,-1-8-11 16,2 2-14-16,-1-9-58 15,-3-1-3-15</inkml:trace>
  <inkml:trace contextRef="#ctx0" brushRef="#br0" timeOffset="9282.04">4019 8690 398 0,'0'0'6'0,"0"0"3"15,0 0 2-15,0 0 1 16,0 0 1-16,0 0 1 0,0 0 0 16,0-12 0-16,8-1-5 15,17 3-3-15,4-7-3 16,11-3-1-16,9-2-2 16,11-2 0-16,5 1 0 15,4 0 0-15,-2 4 0 16,3 1 0-16,-11 8 0 0,-1 10-23 15,-11 5-62-15,-10 12-3 16</inkml:trace>
  <inkml:trace contextRef="#ctx0" brushRef="#br0" timeOffset="9482.9">4103 9525 413 0,'0'0'4'0,"0"0"1"0,0 0 5 15,0 0 2-15,8-7 2 16,11-4 1-16,11-6 0 16,16-5 1-16,11-3-9 0,12-7-7 15,9 2 0-15,10-9 0 16,11 9 0-16,2-10 0 16,-12 11-84-16,15-1-4 15</inkml:trace>
  <inkml:trace contextRef="#ctx0" brushRef="#br0" timeOffset="9933.03">8243 8707 438 0,'0'0'6'0,"0"0"2"0,0 0 0 0,0 0 0 0,0 0 0 16,10 5 0-16,-5 5 1 15,3 5-1-15,-3 5-5 16,2 7-2-16,2 2-2 0,4 7-1 15,-1-3-4-15,0 3-7 16,-1-9-28-16,1 0-42 16,-2-5-1-16</inkml:trace>
  <inkml:trace contextRef="#ctx0" brushRef="#br0" timeOffset="10332.37">8526 8710 453 0,'0'0'4'0,"0"0"0"16,0 0 0-16,0 0 0 15,5 8 1-15,0 0 0 16,0 5 0-16,3 5 0 0,4 4-3 16,3 3 0-16,0 2 0 15,3 0-1-15,1 1 0 16,1-4 0-16,-3-2 0 15,1-4 0-15,0-3 0 0,-7-4 0 16,-1-2 0-16,-10-9 1 16,16 8 0-16,-16-8 0 15,2-8 0-15,-2-5-2 0,-5-6 0 16,0-6 0-16,-3-10 0 16,-4-2 0-16,0-7 0 15,-3-4 0-15,0-1 0 16,2 2 0-16,1 3 0 0,2 6 0 15,0 3 0-15,3 10 0 16,4 8 0-16,1 2 0 16,0 5-3-16,2 10-21 15,0 0-59-15,2 5-6 0</inkml:trace>
  <inkml:trace contextRef="#ctx0" brushRef="#br0" timeOffset="10716.76">7890 8665 420 0,'0'0'5'0,"0"0"3"0,-5-15 1 0,5 8 1 0,2-5 0 15,9-6 3-15,7-7 0 16,13-2 1-16,17 0-5 0,9-8-9 16,10-2 0-16,12-3 0 15,10-2 0-15,6 3 0 16,-2 1 0-16,-2 7 0 15,-14 3 0-15,-12 6 0 0,-8 9 0 16,-15 8 0-16,-12 5 0 16,-10 15 0-16,-10 5-13 15,-10 3-29-15,-3 12-43 16,-6 0-2-16</inkml:trace>
  <inkml:trace contextRef="#ctx0" brushRef="#br0" timeOffset="10982.48">8084 9424 360 0,'0'0'10'0,"0"0"3"0,10-3 2 15,2-7 2-15,11-5 2 16,9-2 1-16,13-8 1 15,11-7 1-15,20-8-8 16,13-4-14-16,10-1 0 0,8-2 0 16,5 2 0-16,-2 3 0 15,-2 2 0-15,-11 11 0 16,-12 4 0-16,-18 10-73 16,-12 10-16-16</inkml:trace>
  <inkml:trace contextRef="#ctx0" brushRef="#br0" timeOffset="15581.92">6603 7303 225 0,'0'0'5'0,"0"0"3"15,0 0 3-15,0 0 2 0,0 0 3 16,0 0 1-16,0 0 0 15,0 0 3-15,0 0-6 16,0 0-2-16,0 0-2 16,-10-3-5-16,10 3-2 0,0 0-2 15,0 0 0-15,0 0-1 16,5-5 1-16,-5 5 1 16,18-10 1-16,-6 3 1 15,5-4 1-15,6 2 0 16,7-6-1-16,0-2 0 0,12 0-1 15,2-4-1-15,11-4 0 16,9 1 0-16,9-5 0 0,6-2-1 16,13-6 0-16,7-2 0 15,11-5 1-15,9-6-2 16,13-2 1-16,5-5 1 16,11-2-1-16,12-6 0 0,6 0 0 15,8 1-1-15,2-3 1 16,3 0-1-16,-5 1 0 15,2 5 0-15,-7 0 2 16,-7 3-1-16,-6 7 1 16,-11-1 0-16,-12 8 1 0,-3 2 1 15,-21 4 0-15,-7 4 1 16,-13 6-1-16,-14 1 1 16,-15 7 2-16,-11 5 1 15,-19 3 1-15,-2 2-1 0,-13 2 0 16,-5 6 0-16,-10 2-6 15,0 0-2-15,0 0 0 16,0 0 0-16,0 0 0 16,-5-2 0-16,5 2-17 0,-11 0-24 15,11 0-43-15,-5 12-2 16</inkml:trace>
  <inkml:trace contextRef="#ctx0" brushRef="#br0" timeOffset="16688.87">9323 6332 235 0,'0'0'4'0,"0"0"-1"0,0 0 1 16,0 0 4-16,0 0 3 16,0 0 2-16,3 4 1 15,-3-4 2-15,15 11 0 16,-7-4-2-16,2 0 0 0,2 5-1 15,1-1-4-15,1 3 0 16,-1 1-4-16,1 0 0 0,0 5-2 16,0-1 0-16,6 2-1 15,-3-2 0-15,1 2 0 16,-4 4 0-16,4-4 1 16,-4 7 0-16,2-3-1 0,-4 2 1 15,3 0 0-15,-3 1-1 16,-2 1 0-16,3-2-1 15,-6 0 1-15,3 0-1 16,-2-2-1-16,-1 0 1 16,0 0 0-16,-2-3 0 0,4 0 0 15,-5 1-1-15,-1-3 1 16,-1 2 0-16,1-3 0 16,-3 1 1-16,2-2-2 15,-2 1 1-15,0-1 0 16,0-4-1-16,0 4 1 0,0-3-1 15,0-3 1-15,0 4-1 16,-2-2 0-16,2-1 0 16,0-3 0-16,-3 2 1 0,3 0-1 15,0-2 1-15,0 3 0 16,0-3 0-16,0-10 0 16,-2 12 0-16,2-12-1 0,0 13 2 15,0-13-2-15,0 0 2 16,0 0 0-16,0 0 1 15,0 0 0-15,0 0-1 16,0 0-3-16,0 0-3 0,-11-10-10 16,11-11-49-16,-5 14-16 15</inkml:trace>
  <inkml:trace contextRef="#ctx0" brushRef="#br0" timeOffset="17683.78">9336 6401 351 0,'0'0'6'0,"0"0"5"16,0 0 0-16,0 0 3 0,0 0-1 15,0 0-1-15,0 0 1 16,0 0 0-16,0 0-6 16,0 12-4-16,0 3-2 15,0 5 0-15,0 4-1 0,2 4 0 16,1 0 1-16,0-2-1 15,-3-1 1-15,3-2-1 16,-3-3 1-16,0-6 0 16,0 1 0-16,0-5 0 0,0-10 2 15,0 15 0-15,0-15 1 16,0 0-1-16,0 0 1 16,-3-8 0-16,3-1-1 15,-3-7 0-15,3 2-1 0,-3-6-1 16,1 0 0-16,0-5 0 15,2 3 0-15,0-3 0 16,0 3 1-16,0-3 0 0,0 3 0 16,0 2 0-16,2-2 0 15,0 5 0-15,1 1 1 16,-3 2-3-16,3 2 0 16,-3 12 0-16,0-13 0 15,0 13 0-15,0 0 0 16,0 0 0-16,0 0 0 0,0 0 0 15,0 0 0-15,0 0 0 16,0 0 0-16,7 0 0 16,-7 0 0-16,15 10 0 0,-2 0 0 15,1 0 0-15,6 5 0 16,3-3 0-16,1 0 0 16,6 1 0-16,-3-1 0 15,3 1 0-15,-2 2 0 16,-3-5 0-16,-3-1 0 0,-2 0 0 15,-5-1 0-15,-1-3 0 16,-4 3 0-16,-10-8 0 16,13 8 0-16,-13-8 0 0,0 0 0 15,0 0 0-15,12 4 0 16,-12-4 0-16,0 0 0 16,0 0 0-16,0 0 0 15,0 0 0-15,0 0 0 16,0 0 0-16,-7-4 0 0,7 4 0 15,0 0 0-15,0 0 0 16,-10-8 0-16,10 8-35 16,0 0-53-16,-2 5-5 0</inkml:trace>
  <inkml:trace contextRef="#ctx0" brushRef="#br0" timeOffset="18702.84">10062 6567 386 0,'0'0'7'0,"0"0"3"16,0 0 2-16,0 0 1 15,0 0 0-15,0 0 0 0,0 0 0 16,0 0 0-16,-10 5-7 16,4 12-3-16,1 3-3 15,1 5 0-15,1 7-1 0,-1 0 1 16,4 5 0-16,0 0 0 15,0-2-1-15,7 0 2 16,2-8-1-16,2 1 0 16,6-9 0-16,-2-1 1 0,5-6 0 15,0-5 1-15,-2-1 0 16,3-6 1-16,0-3 1 16,-1-7 0-16,-1-2 0 15,1-9-2-15,-3 2-2 16,-2-6 0-16,0-5 0 15,-2 1 0-15,-8-6 0 0,-3 1 0 16,-2 2 0-16,-2-1 0 16,-5 0 0-16,-7 4 0 15,2 7 0-15,-3-3 0 0,1 8 0 16,-2 2 0-16,-1-1 0 16,-1 10 0-16,4 0 0 15,-4 4 0-15,1 2 0 0,0 2 0 16,0 6 0-16,-1-1 0 15,6 6 0-15,-1 2 0 16,1-1 0-16,2 1 0 16,2 3 0-16,3-1 0 0,5 0 0 15,0 0 0-15,0 1 0 16,5-3 0-16,3-3 0 16,0 4 0-16,4-4 0 15,3-2 0-15,-3-3 0 16,8-3 0-16,-3-1 0 15,3-1 0-15,3-2 0 0,-2 0 0 16,0-5 0-16,1 1 0 16,-2-3 0-16,-5 1 0 15,-1-2 0-15,2 2 0 0,-9 1 0 16,-7 5 0-16,12-8 0 16,-12 8 0-16,0 0 0 15,0 0 0-15,0 0 0 0,0 0 0 16,0 0 0-16,0 0 0 15,0 0 0-15,0 0 0 16,0 0 0-16,0 0 0 16,0 0 0-16,6 0 0 0,-6 0 0 15,0 0-65-15,12 8-29 16</inkml:trace>
  <inkml:trace contextRef="#ctx0" brushRef="#br0" timeOffset="20532.87">6694 7238 220 0,'0'0'1'15,"0"0"0"-15,0-5 5 16,0 5 2-16,0 0 6 0,0 0 3 16,6-9 2-16,-6 9 2 15,15-8 0-15,-6 1 0 16,7 1-2-16,-2-6-3 16,6-5-4-16,3-8-3 15,4-2-2-15,11-13-1 16,3-4-1-16,9-16 0 0,8-9-1 15,9-12 0-15,7-16-1 16,18-11 0-16,2-5-1 16,11-11 0-16,10-8-1 0,3-6 0 15,10-3-1-15,5 0 0 16,4-3-2-16,2 1 1 16,2-1 0-16,1 0-1 0,0 5 0 15,-3 0 1-15,-5 9 0 16,-7 2 1-16,-2 10 0 15,-12 6 0-15,-3 11 1 16,-11 4-1-16,-9 13 2 0,-10 12 0 16,-12 6 0-16,-7 16 1 15,-15 5 2-15,-11 13 0 16,-10 9 0-16,-7 9 1 16,-18 14-1-16,12-7-1 15,-12 7 0-15,-10 10-3 0,-2-4-5 16,4 8-9-16,0-8-24 15,2 4-44-15,3 3-2 16</inkml:trace>
  <inkml:trace contextRef="#ctx0" brushRef="#br0" timeOffset="21999.97">6680 7211 215 0,'0'0'9'0,"2"-10"7"15,1 0 2-15,2-4 4 16,-1-4 2-16,5-5 1 16,-2-3 0-16,0-9 2 0,4-5-9 15,3-7-5-15,2-10-4 16,3-7-3-16,3-11-2 15,6-11-2-15,2-9 0 16,9-9-1-16,3-7 1 0,6-7-2 16,2-4 0-16,-1-5 0 15,6-2 0-15,2-2 0 16,0-3-2-16,3 1 1 16,0-2 0-16,2 0-1 0,5-2 1 15,-3 3 0-15,3 1 1 16,-2 2 1-16,-3 4 0 15,-5 1 0-15,0 7-1 16,-8 5 2-16,-1 10-1 0,-6 6 1 16,-4 7-2-16,-6 8 1 15,1 11-1-15,-6 7 0 16,-8 13-1-16,-1 13-3 16,-6 2-6-16,-5 16-15 15,-1 11-50-15,-6 10-3 0</inkml:trace>
  <inkml:trace contextRef="#ctx0" brushRef="#br0" timeOffset="23120.25">6623 7197 202 0,'0'0'5'0,"0"0"3"15,0 4 4-15,0-4 3 16,0 0 3-16,0 0 4 0,0 10 0 16,0-10 1-16,0 0-4 15,0 0 0-15,0-5-3 16,0 5-2-16,-3-15-2 16,-1 5-1-16,-1-4 0 15,0-4-1-15,-3-4 1 16,-3-2-1-16,2-7 0 0,-4-1-2 15,-1-8-1-15,-4-4-1 16,1-3-1-16,-3-8 0 0,0-2-2 16,-7-6-1-16,2-7-1 15,-4-5 0-15,1-4-1 16,-4-3 1-16,-5-7 1 16,1-3-2-16,-3-4 0 0,2-6 0 15,-3-7 0-15,2 3-2 16,1-8 2-16,2 3-1 15,-2-9-1-15,3 4 1 16,1-5 1-16,-1 4-1 0,1-2 0 16,4 3 2-16,-7-3-2 15,4 2 2-15,-1 8 0 16,4-5 0-16,-1 8-1 16,3 2 2-16,0 2-1 15,2 8 1-15,-3 5-2 16,6 5 0-16,-3 7 0 0,1 8 0 15,1 6 0-15,3 12 0 16,1 6 0-16,1 8 0 0,3 5 0 16,2 10 0-16,-1 2 0 15,3 9 0-15,11 11 0 16,-9-9 0-16,9 9-2 16,0 0-8-16,0 9-10 0,4 4-53 15,7-1-12-15</inkml:trace>
  <inkml:trace contextRef="#ctx0" brushRef="#br0" timeOffset="26316.75">8092 7199 236 0,'0'0'7'16,"0"0"2"-16,0 0 4 16,4 2 1-16,-4-2 3 15,0 0 2-15,10-2 2 0,-10 2 2 16,8-15-4-16,-8 15-1 15,10-21-3-15,-8 12-1 16,3-6-1-16,-3 3-2 0,1-5-1 16,-1-1-1-16,-2-2-1 15,3 1 0-15,-3-2-1 16,3 2-1-16,-3-6-1 16,0 0 0-16,0 3-1 0,0-3-4 15,0 1 0-15,2 1 0 16,-2-2 0-16,0 3 0 15,0-3 0-15,0 3 0 16,-2 0 0-16,2 0 0 0,-6 0 0 16,1 1 0-16,3-3 0 15,-5 3 0-15,0 0 0 16,2-2 0-16,-1 1 0 16,-1 2 0-16,2-2 0 15,0 2 0-15,0 0 0 0,-4-3 0 16,5 4 0-16,-1 0 0 15,-2 1 0-15,0-2 0 16,1 5 0-16,1-2 0 16,-2 1 0-16,0 2 0 0,0 2 0 15,-1-3 0-15,0 0 0 16,-1 1 0-16,1 1 0 16,-2-2 0-16,3 0 0 0,-3-3 0 15,2 4 0-15,-2 2 0 16,3-4 0-16,-4 0 0 15,2 0 0-15,2 1 0 16,-1-2 0-16,-2 3 0 0,-2-4 0 16,-2 3 0-16,5 0 0 15,0 0 0-15,-5 1 0 16,2-2 0-16,0 2 0 16,-1-1 0-16,1 0 0 15,-1 0 0-15,-1-2 0 16,2 2 0-16,-1 0 0 0,1-2 0 15,-6 2 0-15,4 0 0 16,1 3 0-16,1-4 0 0,-4 4 0 16,4-2 0-16,-2-1 0 15,1 2 0-15,-2 1 0 16,0-3 0-16,0 2 0 16,-2 1 0-16,0 0 0 0,-1-1 0 15,-2 1 0-15,-5-1 0 16,5 5 0-16,-5-6 0 15,0 4 0-15,4-2 0 16,-2 2 0-16,0 0 0 0,0 3 0 16,2-3 0-16,1 2 0 15,0-2 0-15,1 1 0 16,-2 1 0-16,3 1 0 16,-1-1 0-16,1 1 0 0,2 0 0 15,-5-1 0-15,3 1 0 16,2 2 0-16,-5 0 0 15,2 0 0-15,1-1 0 16,2 4 0-16,-1 0 0 16,0-1 0-16,3 2 0 0,-2 1 0 15,7-4 0-15,-6 4 0 16,-2 0 0-16,0 0 0 16,-1 0 0-16,0 0 0 0,-1 0 0 15,-1 4 0-15,3-4 0 16,-3 1 0-16,-1-1 0 15,5 5 0-15,-2-3 0 0,1-2 0 16,1 6 0-16,2-4 0 16,1 1 0-16,-1-1 0 15,1 1 0-15,1 2 0 16,-4-3 0-16,2 3 0 16,-2-2 0-16,2 2 0 15,-2 2 0-15,0-5 0 0,0 6 0 16,2-3 0-16,-2-1 0 15,2 2 0-15,-1 1 0 16,0 0 0-16,1-2 0 0,1 3 0 16,-4-3 0-16,3 2 0 15,3 1 0-15,-2-3 0 16,1 0 0-16,0 0 0 16,-1 2 0-16,1-2 0 0,1 5 0 15,-1-3 0-15,1-2 0 16,2 4 0-16,2-3 0 15,-3-1 0-15,-1 3 0 16,2-1 0-16,-1 0 0 0,0 1 0 16,0-1 0-16,0 1 0 15,1-1 0-15,9-7 0 16,-13 13 0-16,13-13 0 16,-15 14 0-16,15-14 0 15,-11 8 0-15,11-8 0 0,0 0 0 16,-9 10 0-16,9-10 0 15,0 0 0-15,-10 7 0 16,10-7 0-16,0 0 0 0,-10 12 0 16,10-12 0-16,0 0 0 15,-12 11 0-15,12-11 0 16,0 0 0-16,-10 5 0 16,10-5 0-16,0 0 0 0,0 0 0 15,0 0 0-15,0 0 0 16,0 0 0-16,0 0 0 15,0 0 0-15,0 0 0 16,0 0 0-16,0 0 0 0,0 0 0 16,0 0 0-16,0 0 0 15,0 0 0-15,0 0 0 16,0 0 0-16,0 0 0 0,0 0 0 16,0 0 0-1,-8-8 0-15,8 8 0 0,0 0 0 16,0 0 0-16,0 0 0 15,0 0 0-15,-7-8 0 16,7 8 0-16,0 0 0 0,0-9 0 16,0 9 0-16,0-10 0 15,0 0 0-15,2-2 0 16,5-5 0-16,4-4 0 16,1-4 0-16,6-2 0 0,-2-3 0 15,2-2 0-15,5 0 0 16,-6 0 0-16,3 0 0 15,-3 5 0-15,-2-1 0 16,0 1 0-16,-7 7 0 0,2 1 0 16,-6 2 0-16,1 4 0 15,-5 13 0-15,5-15 0 16,-5 15 0-16,0 0 0 0,0 0 0 16,0 0 0-16,0 0 0 15,-2 10 0-15,-3 0 0 16,-2 6 0-16,-2 2 0 15,0 4 0-15,-6 1 0 16,2 4 0-16,-4 0 0 0,0 6 0 16,0-2 0-16,4 2 0 15,-6-1 0-15,5-3 0 16,3-4 0-16,1 0 0 0,2-7 0 16,0-3 0-16,6-5 0 15,2-10 0-15,-5 10 0 16,5-10 0-16,0 0 0 15,0 0 0-15,0 0 0 16,0 0 0-16,-7-6 0 0,7 6 0 16,0 0 0-16,0-11 0 15,0 11 0-15,7-13 0 16,-7 13 0-16,19-8 0 0,-1 4 0 16,3-1 0-16,6 5 0 15,3 0 0-15,5 0 0 16,-1 0 0-16,1 7 0 15,2 3 0-15,-2 3 0 16,-1 1 0-16,-4 3 0 0,2 3 0 16,-7-7 0-16,3 9-66 15,-3-5-24-15</inkml:trace>
  <inkml:trace contextRef="#ctx0" brushRef="#br0" timeOffset="27482.84">6641 7226 265 0,'0'0'4'0,"0"0"4"16,0 0 2-16,0 0 2 16,0 0 2-16,-13-5 2 0,13 5 0 15,0 0 0-15,-8 0-1 16,8 0-4-16,0 0-1 15,-9 5-3-15,9-5-2 0,0 0-1 16,-16 0 0-16,16 0-1 16,-14 0 0-16,3-2 0 15,-3-6 1-15,-4 1 0 16,-1-1 0-16,-4-7 1 0,-7 1 0 16,-4-4 0-16,-3-2-1 15,-4-4 1-15,-6-7-1 16,-3-1-1-16,-4-5-1 15,-5-2 1-15,-3-6-2 16,-6-2 1-16,-4 0-1 0,-2-3 0 16,-8 2 0-16,-3-5 0 15,-5 1 0-15,-4 0-1 16,-3-6 1-16,-4 5-1 16,1-2 0-16,-2-2 1 0,0 0-1 15,1-2 0-15,-4-1 1 16,3-2-1-16,1 0 0 15,-2 0 0-15,2 4 0 16,1-3 0-16,-3 4-1 0,5 2 0 16,-2 1 0-16,4 2 0 15,4 8 0-15,-3-3-1 16,8 2 2-16,0 5-1 16,8-3 0-16,4 7 0 0,1-1 0 15,7 2 1-15,7 3-1 16,1 2 1-16,6 6-1 15,5-1 1-15,7 5 0 16,4 2 0-16,7 6 0 0,5 2-1 16,4 3 0-16,12 5 0 15,9 2-3-15,0 0-8 16,0 0-15-16,7 7-55 16,11 3 0-16</inkml:trace>
  <inkml:trace contextRef="#ctx0" brushRef="#br0" timeOffset="28616.28">6611 7335 292 0,'0'0'6'15,"0"0"1"-15,0 0 2 16,0 0 2-16,0 0 0 16,-5-7 2-16,5 7 0 15,0 0 1-15,-13-8-3 0,13 8-4 16,-12-7-1-16,12 7-2 15,-16-10 0-15,4 4 0 16,-1 0 0-16,-3-2 0 0,-2-1 0 16,-1-2 1-16,-7-2 0 15,-7-1-1-15,0-4 0 16,-5 3-1-16,-4 0 1 16,-7-1-2-16,-6-2 0 0,-5 0 0 15,-2 1 0-15,-7 1-1 16,-4-5 1-16,-4 2 0 15,-5-2 0-15,0 1-1 0,-2 1 0 16,-6-3 1-16,-2 0-1 16,-2-1 0-16,-6 3 1 15,1 1 0-15,-3 1 0 16,1-2 0-16,-7 0 1 16,4 3-1-16,-1-5 0 0,1 2 0 15,0-3-1-15,7 0 0 16,0-5 0-16,2 3 0 15,-1-2-1-15,4-4 1 16,0 2 0-16,5 2 0 0,1-4 1 16,-2 5-1-16,1 0 0 15,5-2 0-15,3 0 0 16,-1 1-1-16,4 5 1 16,0-5-1-16,5 4 0 0,-2 1 0 15,6 0 0-15,0 2-1 16,10 2 1-16,2 3 1 15,4 0-1-15,5 7 0 16,4-4 0-16,8 3 0 0,1 5 0 16,8-2 0-16,7 1 0 15,4 3-1-15,14 2 0 16,-13-4 0-16,13 4-3 0,0 0-3 16,18 6-14-16,14 2-61 15,-12-4-2-15</inkml:trace>
  <inkml:trace contextRef="#ctx0" brushRef="#br0" timeOffset="29683.02">6565 7313 303 0,'0'0'2'16,"0"0"2"-16,0 0 1 0,-14 0 0 16,14 0 2-16,-16 7-1 15,5-2 1-15,-5 0 1 16,-1 3-2-16,-5 1-1 16,-6 1-1-16,-2 5-1 0,-7 5 2 15,-2-3-2-15,-11 8 0 16,-5 2-1-16,-7 3 0 15,-3 3 1-15,-4 0-1 16,-11 7 0-16,-4 2-1 0,-8 3 0 16,-2 0 1-16,-6 7-1 15,-7 2 1-15,-2 4 0 16,0-2-1-16,-6 3 2 0,1 4-1 16,-2-2 0-16,-6 1 0 15,5 0 0-15,0 0 0 16,0 0 0-16,1 1-1 15,1-5 1-15,-3 4 0 16,5-1 0-16,4 0 1 0,-1-2-1 16,2 1 0-16,-2-3 1 15,6-2-2-15,-1 1 1 16,6-4-1-16,4-2 0 0,3-3-1 16,3-2 0-1,6-4 0-15,9-3 1 0,3 2-1 16,6-11 0-16,4-1 0 15,8-4 0-15,5-2 0 16,8-4 1-16,6-3-1 0,6-5 2 16,6-3-2-16,7-2 0 15,6 1 0-15,9-6 0 16,-16 0-3-16,16 0 0 0,0 0 1 16,0 0-1-16,0 0 1 15,0 0-1-15,0 0 0 16,7 1-2-16,-7-1-1 15,13 3-5-15,-13-3-9 16,10 3-23-16,-3-2-33 0,-7-1-4 16</inkml:trace>
  <inkml:trace contextRef="#ctx0" brushRef="#br1" timeOffset="35099.16">7490 7206 280 0,'0'0'7'16,"0"0"4"-16,0 0 3 0,0-9 4 16,0 9 1-16,0-16 4 15,0 7 2-15,0-4 1 16,6 3-6-16,-6-5-3 15,0 0-2-15,0-5-4 16,0 0-2-16,-4-2-1 0,2-3-3 16,-3 3-2-16,-2-4-3 15,0-2 0-15,-2 0 0 16,0-2 0-16,-3 1 0 16,-1 2 0-16,1-4 0 0,0 0 0 15,-1 4 0-15,-4-1 0 16,0 1 0-16,6 2 0 15,-4 3 0-15,3-2 0 16,-6 4 0-16,4-5 0 0,-4 4 0 16,3 2 0-16,-2-4 0 15,0 7 0-15,-5-2 0 16,6 0 0-16,-4 1 0 0,3 3 0 16,0-1 0-16,-1 5 0 15,0-3 0-15,4 4 0 16,-4-1 0-16,1 0 0 15,2 2 0-15,-2 1 0 0,4 1 0 16,-4 0 0-16,-3-2 0 16,3 3 0-16,-3 0 0 15,-1 0 0-15,0 0 0 16,-4 0 0-16,0 3 0 16,2-3 0-16,-2 2 0 0,3-2 0 15,-3 0 0-15,3 2 0 16,-1-1 0-16,0 1 0 15,-1 2 0-15,2-5 0 16,-3 3 0-16,1 1 0 0,-4 2 0 16,-2-2 0-16,5 2 0 15,-5 0 0-15,1 0 0 16,1 0 0-16,0 0 0 0,4 0 0 16,-4 2 0-16,2-2 0 15,3 0 0-15,-2 5 0 16,0-5 0-16,3 3 0 0,-3 0 0 15,0 1 0-15,3 0 0 16,-1 2 0-16,4 1 0 16,-4 1 0-16,3-4 0 15,3 4 0-15,-5 0 0 16,5 1 0-16,1-1 0 0,-4 2 0 16,1 2 0-16,1 3 0 15,-4-3 0-15,2 4 0 16,0 1 0-16,1-2 0 15,-4 3 0-15,3-2 0 16,1 1 0-16,1 1 0 0,0-3 0 16,1 2 0-16,2 1 0 15,0-6 0-15,0 5 0 16,3-2 0-16,2 0 0 0,-3-3 0 16,4 0 0-16,-1 6 0 15,-1-3 0-15,2 2 0 16,1 1 0-16,-6 2 0 15,8-4 0-15,-3 7 0 0,4-3 0 16,-6 1 0-16,6 3 0 16,-2-2 0-16,0 0 0 15,-1 3 0-15,1-3 0 0,2 0 0 16,0 4 0-16,-1-4 0 16,2-1 0-16,-2 0 0 15,4-2 0-15,0 2 0 16,2 0 0-16,-3-3 0 15,3 1 0-15,-2 1 0 0,-1 1 0 16,3-1 0-16,-2-4 0 16,2 7 0-16,0-6 0 15,0 4 0-15,0-4 0 16,0-1 0-16,0 5 0 16,0-2 0-16,5-2 0 0,0 4 0 15,-3-4 0-15,3 3 0 16,2 2 0-16,-1 0 0 15,1-5 0-15,-2 6 0 0,3-5 0 16,-3-1 0-16,0-1 0 16,2-1 0-16,-2-2 0 15,-5-3 0-15,5 0 0 0,-5-10 0 16,5 13 0-16,-5-13 0 16,0 0 0-16,3 10 0 15,-3-10 0-15,0 0 0 16,0 0 0-16,0 0 0 15,0 0 0-15,0 0 0 0,0 0 0 16,0 0 0-16,0 0 0 16,0 0 0-16,0 0 0 15,0 0-8-15,7 4-54 0,-7-4-27 16,-5-7-1-16</inkml:trace>
  <inkml:trace contextRef="#ctx0" brushRef="#br1" timeOffset="35633.47">5351 7511 402 0,'0'0'6'0,"0"0"2"16,0 0 2-16,0 0 0 15,0 0 2-15,0 0-1 16,0 0-1-16,0 0 1 0,2 7-6 16,-2-7-2-16,12 14-1 15,-3-4-1-15,0 8-1 0,8 0 1 16,1 1 1-16,2 3 0 16,2-2-1-16,-2 0 1 15,3 0-1-15,-4 0 0 16,1-6-1-16,-2 0 1 15,-9-5-1-15,2 2 0 0,1-5 1 16,-12-6-1-16,10 5 2 16,-10-5 0-16,0 0 2 15,0 0-4-15,0 0 0 16,0 0 0-16,0 0 0 0,4-9 0 16,-1-4 0-16,-3-4 0 15,5-5 0-15,-3-1 0 16,1-4 0-16,2-2 0 15,-2 1 0-15,2 4 0 16,-1-4 0-16,-1 11 0 0,-1-1 0 16,-2 6 0-16,0-1 0 15,0 13 0-15,3-10 0 16,-3 10 0-16,0 0 0 0,0 0 0 16,0 0 0-16,0 0 0 15,0 0 0-15,2 18-62 16,4-1-31-16</inkml:trace>
  <inkml:trace contextRef="#ctx0" brushRef="#br1" timeOffset="36649.61">6454 7404 279 0,'0'0'2'0,"0"0"0"15,-13-2 1-15,13 2-1 16,-17 2 2-16,4 5 0 0,-3 4 0 16,-3 3 0-16,3 8-1 15,-4 6-1-15,-3 10 1 16,-2 4-1-16,2 10 1 15,2 4 1-15,-12 11 0 0,4 8 1 16,-8 6 0-16,-4 6 1 16,-6 4 1-16,-3 6 0 15,-4 3 0-15,-8 6 0 16,0 0-2-16,-6 3 0 0,-3 3 0 16,1-4-2-16,-2 7-1 15,-3 1 0-15,6-3-1 16,-4 2 0-16,2 1-1 0,-1 1 0 15,2-3-1-15,-5 2 1 16,6-4 0-16,0-3-1 16,-1-6 1-16,10 1 0 15,0-10 0-15,6-4 0 16,2-8 0-16,7-10 0 0,3-5 0 16,9-13-1-16,6-4-4 15,2-16-12-15,8-3-20 16,10-12-35-16,4-9-5 15</inkml:trace>
  <inkml:trace contextRef="#ctx0" brushRef="#br1" timeOffset="37431.99">6578 7402 135 0,'0'0'0'0,"0"0"-1"0,0 0-2 0,0 0 5 16,0 0 1-16,0 0 4 0,0 0 1 16,9 0 4-16,-9 0 1 15,19 22 1-15,-7-2 1 16,-2 2-1-16,10 5-3 16,1 11-3-16,8-2-3 15,3 15-1-15,3-5 0 0,11 14-1 16,5 2 3-16,3 12 2 15,9 5 2-15,-1 8 2 16,2 7 2-16,1 12-2 0,6 11 3 16,-7 2-2-16,-1 5-2 15,5 8-3-15,-4 3 0 16,1 6-4-16,-1 3 0 0,-4-6 2 16,2 7-3-16,-5-9 0 15,3 3-1-15,-6-9 0 16,-1-7 0-16,-4-7 0 15,-4-7-2-15,3-12-5 0,-4-14-9 16,1-20-44-16,-5-2-17 16</inkml:trace>
  <inkml:trace contextRef="#ctx0" brushRef="#br1" timeOffset="38249.69">6643 7288 147 0,'0'0'0'0,"0"0"2"0,0 0 8 15,0 7 5-15,0-7 5 16,10 20 0-16,3-5 1 0,6 2 0 16,3 8 2-16,11 5-3 15,4-1-5-15,13 8-2 16,10 1-4-16,6 6 2 15,6 3 0-15,6 9 1 16,9-3-1-16,5 9 2 0,5 2-3 16,2 7-1-16,5 2-1 15,3 4-1-15,4 2 0 16,4 6-1-16,2-1-1 0,-3 3 0 16,6 1 0-16,-2 2-1 15,4 1 0-15,-3 1 0 16,1 0-2-16,-3-3 0 15,-6 0 0-15,-4 3-1 16,-5-8-1-16,-10-3 1 0,-3-1-2 16,-9-8 1-16,-8-7 0 15,-5-8 0-15,-5-6 0 16,-9-8-1-16,-9-9-4 0,-6-5-3 16,-14-8-8-16,1-4-12 15,-12-7-52-15,-13-10-2 16</inkml:trace>
  <inkml:trace contextRef="#ctx0" brushRef="#br2" timeOffset="44866.43">8553 7203 245 0,'0'0'6'0,"0"0"1"16,0 0 2-16,0 0 3 15,0 0 1-15,0 0 2 16,3-6 3-16,-3 6 0 0,0 0-4 16,0 0 1-16,0 0-1 15,0 0-3-15,0 0-1 16,5-16-1-16,-5 16-1 16,2-18 0-16,1 4 0 0,-3-6-1 15,2 2 1-15,-2-8 0 16,0-2 0-16,-2-7-1 15,-3-2 0-15,5-2-1 16,-3-3 0-16,1-3-1 0,-1 0 0 16,3 1-1-16,-2-1-4 15,0 1 0-15,-1-1 0 16,1 3 0-16,-4-2 0 16,-1-1 0-16,0 3 0 0,2 2 0 15,-6-2 0-15,4 3 0 16,0 4 0-16,-3-3 0 15,0 7 0-15,0-4 0 16,-2 3 0-16,-1 2 0 0,3-2 0 16,-3 0 0-16,4 2 0 15,-4-3 0-15,-2 4 0 16,3-3 0-16,-1-1 0 16,-1 4 0-16,2-3 0 15,-6-1 0-15,6-1 0 0,-8 3 0 16,4-2 0-16,0 0 0 15,-5 1 0-15,2 0 0 16,-1 4 0-16,0 1 0 0,0-1 0 16,0 4 0-16,-5-1 0 15,2 0 0-15,-3 4 0 16,1-4 0-16,-2 4 0 0,-1-2 0 16,-2-2 0-16,3 2 0 15,-3 0 0-15,0-1 0 16,3 1 0-16,-3 1 0 15,2-3 0-15,-4 3 0 16,6 0 0-16,-4 0 0 0,0-1 0 16,0 6 0-16,-2-5 0 15,-4 2 0-15,2 5 0 16,1-3 0-16,-4 2 0 16,5 0 0-16,-3 1 0 15,1 3 0-15,4 0 0 0,-2-1 0 16,2 3 0-16,0 0 0 15,-2 0 0-15,2-3 0 16,0 6 0-16,-5 0 0 0,8 0 0 16,-8 2 0-16,3-2 0 15,-4 2 0-15,6 2 0 16,-5 0 0-16,6 3 0 16,-3-2 0-16,-3 2 0 0,5-2 0 15,0 2 0-15,-2 0 0 16,2 0 0-16,-2 0 0 15,0 2 0-15,-4 0 0 16,2 4 0-16,-3-1 0 0,-1-1 0 16,-1 0 0-16,2 5 0 15,0-1 0-15,0-1 0 16,-1 0 0-16,1 0 0 16,1 3 0-16,0 3 0 15,4-6 0-15,-3 6 0 0,3-1 0 16,-1 0 0-16,-2 1 0 15,2-1 0-15,4 3 0 16,1 2 0-16,-1-4 0 0,-1 4 0 16,1 0 0-16,-1 3 0 15,2-3 0-15,-1 4 0 16,1 1 0-16,-2 0 0 16,-3 0 0-16,2 1 0 15,3 1 0-15,-6 1 0 0,4-5 0 16,-2 5 0-16,-1-1 0 15,-1 0 0-15,1 2 0 16,-2-4 0-16,5 6 0 16,-2-6 0-16,-1 5 0 0,-1-2 0 15,1 0 0-15,6 2 0 16,0-2 0-16,0-1 0 16,2 1 0-16,-2 0 0 0,4 1 0 15,0 2 0-15,2 2 0 16,-2-1 0-16,0 4 0 15,-2-3 0-15,9 1 0 16,-7 0 0-16,6 3 0 0,-3-5 0 16,4 2 0-16,2-1 0 15,2 0 0-15,-3-1 0 16,3 3 0-16,-1-3 0 16,3 4 0-16,-2-1 0 0,-1 1 0 15,0 1 0-15,6-1 0 16,-5 4 0-16,4-3 0 15,-5 1 0-15,6-1 0 16,-2 4 0-16,1-4 0 0,0-1 0 16,1 1 0-16,2-4 0 15,-2 2 0-15,5-2 0 16,-4 1 0-16,6-5 0 16,-3 4 0-16,1-1 0 0,2-1 0 15,0 2 0-15,0-3 0 16,0 5 0-16,0-2 0 15,0 3 0-15,0 0 0 16,0 0 0-16,0-1 0 0,0 3 0 16,2-4 0-16,1 3 0 15,0-3 0-15,0 1 0 16,1-1 0-16,-1 0 0 16,2 1 0-16,-1 3 0 0,1-2 0 15,1 1 0-15,-1-2 0 16,0 1 0-16,-1-1 0 15,4 3 0-15,-1-4 0 16,1 3 0-16,2-3 0 0,-1 7 0 16,4-4 0-16,-1 1 0 15,4 4 0-15,-7-1 0 16,6 1 0-16,3-4 0 16,-1 4 0-16,-2-2 0 0,3 1 0 15,1-3 0-15,1-4 0 16,0 7 0-1,-3-5 0-15,6 0 0 0,-1 0 0 16,-2-1 0-16,0-2 0 16,0 5 0-16,-1-6 0 0,2 4 0 15,1-4 0-15,-3-2 0 16,-1 0 0-16,4-2 0 0,1 0 0 16,-3-4 0-16,5 0 0 15,-6-1 0-15,9-2 0 16,-3 1 0-16,0-1 0 15,0 2 0-15,-1-3 0 16,3 3 0-16,-4-2 0 0,4-4 0 16,-2 1 0-16,3 0 0 15,-4-1 0-15,6 1 0 16,-3-2 0-16,3-1 0 16,0 0 0-16,0 1 0 15,-1-1 0-15,4-2 0 0,-3 1 0 16,-3 0 0-16,5-1 0 15,-2 0 0-15,0 0 0 16,-3-3 0-16,3-1 0 16,0-2 0-16,0 2 0 0,2-1 0 15,-3-1 0-15,2-1 0 16,1-3 0-16,0 1 0 16,-2 3 0-16,4-2 0 0,-3 1 0 15,1-3 0-15,0 2 0 16,0 1 0-16,0-3 0 15,-1 0 0-15,3 0 0 0,1 0 0 16,1 0 0-16,-4-3 0 16,0-2 0-16,0 3 0 15,1-3 0-15,-5 2 0 16,1-1 0-16,-5-1 0 16,3-1 0-16,-4 2 0 0,2-2 0 15,0-3 0-15,-1-1 0 16,6 0 0-16,-7-2 0 15,6-1 0-15,-1 1 0 16,-1-1 0-16,-2 1 0 0,-1-3 0 16,-1 5 0-16,0 0 0 15,-1 1 0-15,-5-2 0 16,1 2 0-16,1-4 0 16,4 3 0-16,-3-5 0 0,3 4 0 15,-2-6 0-15,4 1 0 16,0 1 0-16,3-2 0 15,-7 2 0-15,2 1 0 16,0-3 0-16,-5 3 0 0,-2 3 0 16,0 0 0-16,-2 1 0 15,1-4 0-15,-2 0 0 16,-1 0 0-16,6-1 0 16,-4-5 0-16,6 0 0 0,0-1 0 15,0 0 0-15,2-1 0 16,-2 0 0-16,0-1 0 15,-2 3 0-15,-2 3 0 16,0-5 0-16,-2 7 0 0,-3 2 0 16,-1 1 0-16,-3 3 0 15,1-4 0-15,-3 5 0 16,-5 8 0-16,7-12 0 16,-7 12 0-16,5-13 0 0,-5 13 0 15,0 0 0-15,7-9 0 16,-7 9 0-16,0 0 0 15,0 0 0-15,0 0 0 0,0 0 0 16,0 0 0-16,0 0 0 16,0 0 0-16,0 0 0 15,0 0 0-15,0 0 0 16,-7-6 0-16,7 6 0 0,-12-2 0 16,-1-6-7-16,3 6-72 15,-2 0-12-15</inkml:trace>
  <inkml:trace contextRef="#ctx0" brushRef="#br2" timeOffset="45232.83">7505 8172 358 0,'0'0'8'0,"0"0"4"15,0 0 4-15,0 0-1 16,0 0 2-16,0 0 0 15,0 0 1-15,0 0 1 16,0 0-7-16,12 0-5 0,-1 0-2 16,1 0 0-16,6 0-3 15,1-3-2-15,8 3 0 16,-2-1 0-16,3 1 0 16,-1-7 0-16,1 6 0 0,-7-4 0 15,0 0 0-15,-7 2 0 16,-3-1 0-16,-11 4 0 15,9-3 0-15,-9 3 0 16,0 0 0-16,0 7 0 0,-2 7 0 16,-5 7 0-16,2 6 0 15,-1 11 0-15,-1 6 0 16,3 8 0-16,3 0 0 0,6-15 0 16,2 18-69-1,11-13-22-15</inkml:trace>
  <inkml:trace contextRef="#ctx0" brushRef="#br2" timeOffset="50783.91">14196 5232 335 0,'0'0'8'0,"0"0"2"0,3-10 3 16,-3 10 4-16,2-15 0 15,-2 15 1-15,0-18 2 16,0 8-2-16,0 1-5 0,-2 0-2 16,2 9-3-16,-15-16-2 15,5 11-1-15,-7 0-2 16,-3 5 0-16,-3 0-2 16,-7 7 0-16,0 6 0 0,-7 4-1 15,2 6 0 1,0 1 0-16,4 6 0 0,1 2-1 15,5 3 2-15,3 0 0 16,11-1 1-16,7-2-2 0,4-2 0 16,4 1 0-16,12-7 0 15,5-4 0-15,7-1 0 16,7-6 0-16,7-3 0 16,3-3 0-16,0-5 0 0,1-2 0 15,0 0 0-15,-7 0 0 16,-4 0 0-16,-5-2 0 15,-7-1 0-15,-11 1 0 16,1-3 0-16,-13 5 0 0,9-2 0 16,-9 2 0-16,0 0 0 15,3-8 0-15,-3 8 0 16,0 0 0-16,0-12 0 16,0 12 0-16,-5-15 0 0,5 15 0 15,-3-10 0-15,3 10 0 16,-8-10 0-16,8 10-73 15,0 0-20-15</inkml:trace>
  <inkml:trace contextRef="#ctx0" brushRef="#br2" timeOffset="51349.83">14815 5203 402 0,'0'0'6'0,"0"0"3"15,-7-11 2-15,7 11 0 16,-10-14 2-16,10 14 0 0,-15-17 1 15,3 9 0-15,1 0-6 16,-3 3-3-16,-2 5-2 16,2 0-1-16,-4 5-2 15,-1 7 0-15,-6 6 0 0,4 2 0 16,0 4 0-16,-2 6 0 16,3 2 0-16,1 3 0 15,6 2 0-15,5-2 0 0,6-3 0 16,2-2 0-16,10-2 0 15,5-9 0-15,7-2 0 16,3-4 0-16,5-6 0 16,4-2 0-16,1-3 0 0,3-2 0 15,-1-2 0-15,-2-6 0 16,-3 1 0-16,-2 0 0 16,-8 1 0-16,-5 2 0 15,-1-1 0-15,-7 2 0 16,-9 3 0-16,0 0 0 0,10-2 0 15,-10 2 0-15,0 0 0 16,0 0 0-16,0 0 0 16,0 0 0-16,0 0 0 0,0 0 0 15,0 0 0-15,0 0 0 16,0 0-41-16,0 0-49 16,0 0-2-16</inkml:trace>
  <inkml:trace contextRef="#ctx0" brushRef="#br2" timeOffset="52082.91">15116 5179 455 0,'0'0'5'0,"0"0"3"15,0 0 1-15,0-12 1 0,0 12-1 16,0 0 1-16,0 0-5 16,0 0-5-16,0 0 0 15,7 12 0-15,-2 6 0 16,8 7 0-16,-4 2 0 15,7 5 0-15,-2 3 0 0,0-3 0 16,4-2 0-16,-6-1 0 16,2-6 0-16,-2-6 0 15,-2-3 0-15,-3-1 0 16,-7-13 0-16,8 8 0 0,-8-8 0 16,7-4 0-16,-1-7 0 15,-4-6 0-15,5-3 0 16,3-5 0-16,-5-2 0 0,8 0 0 15,-6 2 0-15,2 0 0 16,2 5 0-16,-4 3 0 16,1 2 0-16,-1 8 0 15,-7 7 0-15,15-6 0 0,-5 6 0 16,3 11 0-16,-1 1 0 16,6 5 0-16,1 0 0 15,1 6 0-15,5-1 0 16,-3-1 0-16,3-7 0 15,-3 1 0-15,-3-5 0 0,2-3 0 16,-3-7 0-16,-6 0 0 16,1-2 0-16,-1-9 0 15,-3-1 0-15,2-2 0 0,-1-6 0 16,-3-5 0-16,2-3 0 16,2-4 0-16,-4-5 0 15,-4 2 0-15,2 1 0 16,-3 2 0-16,-2 1 0 0,0 6 0 15,-2 9 0-15,-1 1 0 16,1 5 0-16,2 10 0 16,0 0 0-16,0 0 0 15,0 0 0-15,0 0-76 16,0 0-14-16</inkml:trace>
  <inkml:trace contextRef="#ctx0" brushRef="#br2" timeOffset="52666.61">16171 5185 374 0,'0'0'9'0,"0"0"0"16,0 0 3-16,0 0 0 15,0 0 1-15,0 0 0 16,-2-10 1-16,2 10 0 0,5 0-5 16,8 0-3-16,8-3 0 15,9 3-1-15,11-7 1 16,8-1 1-16,11-1-5 0,15-4-2 16,4-2 0-16,8-2 0 15,2-5 0-15,3 2 0 16,-2 0 0-16,-11 2 0 15,-7 4 0-15,-12 2 0 0,-13 1 0 16,-10 4 0-16,-14 2 0 16,-8 3 0-16,-15 2 0 15,10 0 0-15,-10 0 0 16,0 0 0-16,0 0 0 16,0 0 0-16,-8 5 0 0,8-5 0 15,-10 7 0-15,10-7 0 16,-10 7 0-16,10-7 0 15,-12 6-15-15,29-5-72 16,-17-1-3-16</inkml:trace>
  <inkml:trace contextRef="#ctx0" brushRef="#br2" timeOffset="53032.29">17063 4863 412 0,'0'0'7'15,"0"0"2"-15,0 0 2 16,0 0 2-16,0 0 0 0,0 0 0 16,0 0 1-16,0-12-1 15,0 12-7-15,11-3-6 16,-1 3 0-16,7 0 0 16,5 3 0-16,3 3 0 15,10 2 0-15,-3 2 0 0,3 0 0 16,2 2 0-16,-5 1 0 15,-4-1 0-15,-4 5 0 16,-6-2 0-16,-10 5 0 16,-4 0 0-16,-6 2 0 0,-8 5 0 15,-5 1 0-15,-10 2 0 16,1-1 0-16,-1-2 0 16,0 1 0-16,2-6 0 15,4 0 0-15,1-4 0 16,9-6 0-16,1 1 0 0,8-13-6 15,0 0-74-15,0 0-7 16</inkml:trace>
  <inkml:trace contextRef="#ctx0" brushRef="#br2" timeOffset="53982.91">17960 4694 461 0,'0'0'4'0,"0"0"2"16,0 0 0-16,0 0 0 15,0 0-1-15,0 0 1 16,11 13-1-16,-11-4 2 15,0 11-5-15,5 1-1 0,-5 0 1 16,2 10-2-16,2-2 0 16,4 3 0-16,-3-2 0 15,1-1 0-15,-4-1 0 0,3-1-3 16,-5-5-7-16,0 3-16 16,5-5-57-16,-5-8-3 15</inkml:trace>
  <inkml:trace contextRef="#ctx0" brushRef="#br2" timeOffset="54432.28">17719 4947 402 0,'0'0'4'15,"0"0"1"-15,0 0 2 0,0 0 1 16,0 0 2-16,0 0 2 16,0-11 1-16,16 7 1 15,6 0-2-15,10-4-2 16,2-1 0-16,9 2-6 0,7 3-4 16,-1-4 0-16,-1 1 0 15,-6 0 0-15,-7 2 0 16,-6-1 0-16,-4 4 0 15,-7 0 0-15,-9-4 0 16,-9 6 0-16,16 0 0 0,-16 0 0 16,0 0 0-16,0 0 0 15,0 0 0-15,0 0 0 16,0 0 0-16,0 0 0 0,0 0 0 16,0 0 0-16,0 0 0 15,0 0 0-15,0 0 0 16,0 0 0-16,0 0 0 15,0 0 0-15,0 0 0 0,0 0 0 16,0 0-2-16,7 13-83 16,-7-13-5-16</inkml:trace>
  <inkml:trace contextRef="#ctx0" brushRef="#br2" timeOffset="55283.03">18500 4689 428 0,'0'0'7'0,"0"0"2"0,0 0 0 0,0-7 2 15,0 7-2-15,0 0 0 16,0 0 0-16,0 0 0 16,7 4-7-16,-2 9 0 15,8 7-2-15,-1 2 0 16,0 5 1-16,11 1 0 0,-3 2 1 15,3-1 1-15,-2-2-3 16,-3-5 0-16,1-2 0 0,-1-2 0 16,-2-6 0-16,-7 1 0 15,-9-13 0-15,15 14 0 16,-15-14 0-16,0 0 0 16,0 0 0-16,2-17 0 15,-2 0 0-15,0-6 0 0,0-6 0 16,0-1 0-16,0-7 0 15,2 5 0-15,2-5 0 16,-2 4 0-16,1 1 0 16,1 7 0-16,-1 3 0 0,-1 4 0 15,1 4 0-15,-1 2 0 16,0 1 0-16,-2 11 0 16,3-10 0-16,-3 10 0 15,0 0 0-15,0 0 0 16,0 0-5-16,0 0-23 0,8 3-59 15,-8-3-1-15</inkml:trace>
  <inkml:trace contextRef="#ctx0" brushRef="#br2" timeOffset="56220.27">18965 4803 342 0,'0'0'8'0,"0"0"3"0,0 0 2 0,0 0 2 15,0 0-2-15,0 0 0 16,0 0 2-16,0 0 0 15,0 0-5-15,2-10-4 0,10 5-1 16,2 1 0-16,10-4 0 16,-2 0 0-16,5-7 0 15,3 1 0-15,0-3-2 0,-4 2 1 16,-4 0 0-16,-6-3 0 16,-3 1-1-16,-3-1-1 15,-10 2-2-15,-2-2 0 0,-8 5 0 16,-5 1 0-16,0 5 0 15,-4 4 0-15,-2 3 0 16,-1 6 0-16,-3 8 0 16,2 6 0-16,3 6 0 15,1 5 0-15,6 4 0 0,3-1 0 16,10 1 0-16,5-3 0 16,8-5 0-16,11-4 0 15,6-6 0-15,8-9 0 16,4-4 0-16,0-1 0 15,3-3 0-15,2-3 0 0,-7-1 0 16,-3-4 0-16,-7 5 0 16,-5-1 0-16,-8-2 0 0,-4 4 0 15,-13 2 0-15,10 0 0 16,-10 0 0-16,0 0 0 16,0 0 0-16,0 0 0 15,0 0 0-15,0 0 0 16,0 0 0-16,0 0 0 0,0 0 0 15,0 0 0-15,0 0 0 16,0 0 0-16,0 0 0 16,0 0 0-16,0 0 0 15,0 0 0-15,-3 2 0 16,3-2-8-16,-20 8-81 0,20-8-2 16</inkml:trace>
  <inkml:trace contextRef="#ctx0" brushRef="#br2" timeOffset="57217.02">15233 6709 392 0,'0'0'7'16,"0"-9"3"-16,0 9 3 15,0-12 3-15,-3 2-1 0,1 0 1 16,-4 1 1-16,-1-2 0 16,-5 4-9-16,-1 2-8 15,-2 3 0-15,-7 2 0 16,-6 5 0-16,-2 3 0 15,-7 9 0-15,0 0 0 0,-4 5 0 16,-2 6 0-16,6 4 0 16,0-1 0-16,7 3 0 15,5-1 0-15,7 0 0 16,11-4 0-16,7 1 0 0,4-5 0 16,14-3 0-16,10-5 0 15,6-4 0-15,8-3 0 16,8-5 0-16,3-3 0 15,-2-2 0-15,7-5 0 0,-6 1 0 16,-1-4 0-16,-3 3 0 16,-8-3 0-16,-2 1 0 15,-12 0 0-15,-3 3 0 0,-5 1 0 16,-9-1 0-16,-9 4 0 16,12-1 0-16,-12 1 0 15,0 0 0-15,0 0 0 16,0 0 0-16,0 0 0 15,0 0 0-15,0 0 0 0,0 0 0 16,0 0 0-16,0 0 0 16,-5-10 0-16,5 10 0 15,-7-10 0-15,7 10 0 16,0 0-73-16,-9-10-22 16</inkml:trace>
  <inkml:trace contextRef="#ctx0" brushRef="#br2" timeOffset="57949.88">15518 6688 475 0,'0'0'5'0,"0"0"2"0,0-12 2 15,0 12 0-15,0-10-3 16,0 10-6-16,0 0 0 0,0 0 0 16,0 12 0-16,3 3 0 15,4 8 0-15,3 3 0 16,0 4 0-16,4 5 0 15,2 0 0-15,0-5 0 0,0-4 0 16,-1-2 0-16,-2-5 0 16,-5-7 0-16,4-2 0 15,-12-10 0-15,9 11 0 16,-9-11 0-16,0 0 0 16,8-6 0-16,-6-3 0 0,0-7 0 15,1-1 0-15,3-5 0 16,1 0 0-16,-2-3 0 15,2 4 0-15,-2 2 0 0,3 5 0 16,-6 1 0-16,-2 13 0 16,0 0 0-16,12-2 0 15,-12 2 0-15,20 15 0 16,-7-1 0-16,4 4 0 0,3 1 0 16,5 4 0-16,-3-6 0 15,3 0 0-15,-3-5 0 16,5-1 0-16,-2-4 0 15,-2-2 0-15,0-5 0 0,-4 0 0 16,-1-3 0-16,-5-4 0 16,1-6 0-16,-7-1 0 15,-2-7 0-15,-2-3 0 16,-3-5 0-16,0-3 0 0,-3-6 0 16,1 4 0-16,-5-4 0 15,2 9 0-15,-1-1 0 16,-1 3 0-16,4 9 0 15,-1 3 0-15,4 5 0 0,0 10 0 16,0 0 0-16,0 0 0 16,0 0-30-16,7 3-58 15,6 4-3-15</inkml:trace>
  <inkml:trace contextRef="#ctx0" brushRef="#br2" timeOffset="58518.34">16487 6614 355 0,'0'0'8'0,"0"0"5"0,0 0 2 0,0 0 1 0,0 0 1 15,0 0 0-15,0 0 0 16,8 0 2-16,-8 0-8 15,22 0-3-15,0-5-2 0,10-2-1 16,11-3-1-16,9-3-4 16,12-5 0-16,11 4 0 15,2-8 0-15,3 4 0 16,5-1 0-16,-9-2 0 0,-4 4 0 16,-4 3 0-16,-14 1 0 15,-11 3 0-15,-11 3 0 16,-5 2 0-16,-10 0 0 15,-6 2 0-15,-11 3 0 16,6 0 0-16,-6 0 0 0,0 0 0 16,0 0 0-16,0 0 0 15,0 0 0-15,0 0 0 16,0 0 0-16,0 0 0 16,-4-2 0-16,4 2 0 15,-11 0 0-15,11 0 0 0,-12 10-73 16,12-10-17-16</inkml:trace>
  <inkml:trace contextRef="#ctx0" brushRef="#br2" timeOffset="58868.07">17337 6232 442 0,'0'0'5'0,"0"0"1"0,0 0 1 16,0 0 0-16,0 0 2 15,5 0 0-15,-5 0 0 16,18 0 1-16,-4 0-3 0,6 6-7 16,8-2 0-16,2 1 0 15,4 5 0-15,6 0 0 16,-3 1 0-16,-2 0 0 16,0 4 0-16,-8-2 0 15,-3 2 0-15,-6 1 0 0,-8 5 0 16,-10 1 0-16,-5 0 0 15,-9 3 0-15,-7 0 0 16,-6 2 0-16,-3 0 0 16,-2-2 0-16,2-6 0 0,-2-1 0 15,9 0 0-15,4-6 0 16,1-4 0-16,10-2 0 16,-1-6-2-16,9-6-81 0,0 6-4 15</inkml:trace>
  <inkml:trace contextRef="#ctx0" brushRef="#br2" timeOffset="59516.56">18013 6230 335 0,'0'0'9'0,"0"0"3"16,0 0 3-16,0 0 2 0,0 0 1 16,0 0 1-16,0 0 2 15,14-5 1-15,2 2-7 16,5-2-4-16,8 1 0 16,8-4-5-16,4-2-6 15,7-1 0-15,6-2 0 0,1 1 0 16,-1-4 0-16,0 4 0 15,-5-1 0-15,-9 4 0 16,-8 4 0-16,-8-2 0 0,-3 1 0 16,-8 4 0-16,-13 2 0 15,0 0 0-15,0 0 0 16,0 0 0-16,0 0 0 16,0 0 0-16,-9 5 0 15,9-5 0-15,-13 10 0 0,1-8-21 16,12-2-67-16,-14 10-2 15</inkml:trace>
  <inkml:trace contextRef="#ctx0" brushRef="#br2" timeOffset="59932.43">18753 5892 479 0,'0'0'4'16,"0"0"1"-16,0 0 0 0,0 0-1 15,0 0 1-15,3 11 1 16,1 2-3-16,5 5-3 16,0 5 0-16,3 6 0 0,4 2 0 15,3 4 0-15,1-3 0 16,3 0 0-16,-6-5 0 16,3-3 0-16,-6-6 0 15,-1-8 0-15,-4 0 0 16,-9-10 0-16,12 8 0 0,-12-8 0 15,2-8 0-15,-2-2 0 16,0-1 0-16,0-12 0 16,0-4 0-16,2-6 0 0,1-4 0 15,-1 2 0-15,3-2 0 16,2 5 0-16,-2 0 0 16,-5 10 0-16,6 4 0 15,-4 8 0-15,-2 10 0 16,0-10 0-16,0 10 0 0,0 0 0 15,0 0 0-15,5 10 0 16,2 0 0-16,5 2-88 16,-6-2 0-16</inkml:trace>
  <inkml:trace contextRef="#ctx0" brushRef="#br2" timeOffset="60366.24">19223 6044 438 0,'0'0'1'0,"0"0"0"15,0 0 3-15,0 0 0 0,0 0 2 16,0 0 1-16,0 0 1 16,0 0 2-16,8 8 0 15,-1-8-1-15,5 0-2 0,3 0-1 16,2-8-6-16,4 0 0 15,1-1 0-15,2-4 0 16,-4-4 0-16,1 2 0 16,-5-7 0-16,0 2 0 15,-9 0 0-15,-2 3 0 0,-5 0 0 16,-2-1 0-16,-8 11 0 16,-10-1 0-16,-1 8 0 15,-3 8 0-15,-3 9 0 16,0 8 0-16,1 2 0 0,4 8 0 15,7 0 0-15,8-1 0 16,7-4 0-16,12 0 0 16,11-8 0-16,7-2 0 15,9-8 0-15,9-4 0 0,-1-3 0 16,0-5 0-16,2 0 0 16,-8-2-5-16,-4-6-81 15,-5 3-3-15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02:17.6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18223 4534 369 0,'0'0'5'0,"0"0"1"16,0-11 5-16,0 11-2 16,0 0 1-16,6-12-1 0,-6 12 1 15,0 0-1-15,0 0-4 16,0 15-2-16,0 7-2 16,0 8 0-16,2 12 1 15,3 7 1-15,-2 11 0 0,7 7 1 16,-3 10 0-16,3 4 0 15,-5 6 1-15,5 2-2 16,-2 3 3-16,-1-1 0 0,0 1 0 16,1-3-1-16,0-2 0 15,-4-5 2-15,1-3-7 16,0-2 0-16,-5-8 0 0,0-2 0 16,0-8 0-16,0-9 0 15,-3-5 0-15,-1-11 0 16,1-4 0-16,1-11 0 15,0-2 0-15,-1-9 0 16,3-8 0-16,0 0 0 0,-2 11 0 16,2-11 0-16,0 0 0 15,0 0 0-15,0 0 0 16,-5-8 0-16,5 8 0 16,-6-11-24-16,6-1-63 0,0 0-3 15</inkml:trace>
  <inkml:trace contextRef="#ctx0" brushRef="#br0" timeOffset="1283.07">18321 6272 93 0,'0'0'8'0,"0"0"7"0,0 0 4 16,0 0 4-16,0 0 4 15,0 0 1-15,0 0 2 16,0 0 0-16,0 0-5 16,0 0-5-16,0 0-3 15,0 0-2-15,-12 0-3 0,12 0 0 16,0 0-1-16,0 0-2 15,-8 0 0-15,8 0-2 16,0 0-1-16,0 0-2 0,0 0 0 16,0 0 1-16,0 0-1 15,0 0 1-15,15 0-2 16,-1 0 1-16,7 0-1 16,6 0 1-16,3 0-1 0,7-5-1 15,5 3-1-15,6 2 0 16,4-5 0-16,2 2 0 15,12 0 0-15,0 2-1 16,6-2 0-16,6 0 1 0,3 0 0 16,9-1-1-16,-1 2 0 15,8-6 1-15,0 0-1 16,3 3 0-16,1-2 0 16,3 0 0-16,-4-1 1 0,2 4-1 15,-5-2 0-15,-3-1 0 16,-4 0 0-16,-6 2 0 15,-7-2 0-15,-3 1 0 16,-11 1 0-16,-7-2 1 16,-8 2-1-16,-13 3 0 0,-8-1 0 15,-9 0 1-15,-6 1 0 16,-12 2 1-16,0 0 0 16,0 0-1-16,0 0 0 15,0 0-1-15,0 0-3 0,0 0-4 16,-5 0-12-16,5 0-59 15,-7-3-2-15</inkml:trace>
  <inkml:trace contextRef="#ctx0" brushRef="#br0" timeOffset="1733.56">20470 5970 427 0,'0'0'6'0,"0"0"2"0,0 0 1 16,0 0 0-16,-13 2 0 16,13-2 0-16,0 0 1 0,0 10 0 15,0-10-5-15,13 15-3 16,4-8 0-16,-1 3-1 15,6 5 1-15,5-5 0 16,0 5-2-16,3 0 0 16,-3-3 0-16,-1 1 0 0,-4 2 0 15,-7 2 0-15,-2-2 0 16,-9 3 0-16,-4 4 0 16,-7-3 0-16,-8 3 0 15,-8 6 0-15,2-3 0 0,-7 2 0 16,-4-5 0-16,1 2 0 15,5-3 0-15,3-4 0 16,3-2 0-16,3-5 0 16,7-5 0-16,10-5 0 15,-10 7 0-15,10-7 0 0,0 0-34 16,10 0-49-16,0-7-5 16</inkml:trace>
  <inkml:trace contextRef="#ctx0" brushRef="#br0" timeOffset="2683.92">20503 6668 475 0,'0'0'4'16,"0"0"1"-16,0 0 0 16,-3 8 0-16,3-8 0 0,-15 17 1 15,0-4 0-15,2 4-6 16,-8 5 0-16,-2 3 0 16,0 5 0-16,1-1 0 15,-2 1 0-15,-1-1 0 0,2-1 0 16,6-1 0-16,-3-7 0 15,8 1-11-15,1-9-33 16,11-12-41-16,-7 10-2 16</inkml:trace>
  <inkml:trace contextRef="#ctx0" brushRef="#br0" timeOffset="2873.31">20291 6723 441 0,'0'0'5'0,"0"0"2"0,0 0 0 16,0 0 0-16,0 8 1 15,0-8 0-15,5 19 2 16,5-6-1-16,3 9-5 16,1 0-1-16,9 3-1 15,-1 2-2-15,0 0 0 0,3-2 0 16,0-2 0-16,5 2-30 16,-5-6-53-16,-5-6-3 15</inkml:trace>
  <inkml:trace contextRef="#ctx0" brushRef="#br0" timeOffset="3483.05">18537 4270 423 0,'0'0'6'0,"0"0"3"0,-2-11 1 0,2 11 1 15,0 0 0-15,-5-11 0 16,5 11 0-16,0 0 0 0,5 12-5 15,1 6-4 1,8 2-2-16,5 5 0 0,-1 2 0 16,1-3 0-16,4 1 0 15,-1 0 0-15,1-1-6 16,-2-4-12-16,-5-2-65 0,-1-6-3 16</inkml:trace>
  <inkml:trace contextRef="#ctx0" brushRef="#br0" timeOffset="3700.01">18723 4241 448 0,'0'0'6'0,"0"0"1"16,-2-13 1-16,2 13 0 0,0 0 1 16,0 0 0-16,0 0 0 15,2 15-2-15,3 8-7 16,0 3 0-16,3 7 0 15,4 3 0-15,0 5 0 0,5-2 0 16,2 2 0-16,-5-7 0 16,11-16-72-16,-8 15-15 15</inkml:trace>
  <inkml:trace contextRef="#ctx0" brushRef="#br0" timeOffset="4800.14">18217 6409 134 0,'0'0'8'0,"0"0"7"16,6-3 6-16,-6 3 6 16,11-3 4-16,-11 3 4 0,15-2 2 15,-15 2 0-15,0 0-5 16,12-5-5-16,-12 5-6 15,0 0-5-15,0 0-5 16,0 0-2-16,-12 0-4 0,-1 5-1 16,-1 5-2-16,-4 5-1 15,-10 1 0-15,-1 8-1 16,-8 2 1-16,0 7-1 16,-9 2 0-16,0-1-1 0,-5 6 1 15,0-1 0-15,-5 5-1 16,-3-1 0-16,2 4 1 15,-5-5-1-15,2 3 1 16,1-1-1-16,1-1 1 0,4-7 0 16,4-3 0-16,5-4-1 15,8-5 1-15,5-3 0 16,7-6 0-16,6-5 1 16,3 0-1-16,6-6 0 0,10-4-1 15,-9 4 0-15,9-4-2 16,0 0-2-16,0 0-7 15,-11-11-10-15,11 11-56 16,-5-12-2-16</inkml:trace>
  <inkml:trace contextRef="#ctx0" brushRef="#br0" timeOffset="5285.51">17272 6904 430 0,'0'0'5'0,"0"0"0"0,0 0 2 15,0 0-1-15,0 7 0 16,0-7 1-16,-12 20 0 16,-1-3 0-16,-1 3-5 15,-4 4 0-15,-5 4-1 0,2 2 0 16,-4-1 1-1,-3 2-1-15,3-5 1 0,0-3-1 16,4-1 0-16,3-4 0 16,3-6-1-16,2-2 1 0,13-10-1 15,-7 12 1-15,7-12 0 16,20 5 0-16,0-5 0 16,7 3 0-16,3-3 1 15,7 0-1-15,3 0 0 0,0 0 0 16,-3 0 0-16,0 0-1 15,-5 0 0-15,-4 2 1 16,-6 4-1-16,-4-2 2 16,-8-1 0-16,2 1-2 0,-12-4 0 15,7 3 0-15,-7-3 0 16,0 0 0-16,0 0 0 16,0 0 0-16,0 0 0 15,0 0 0-15,0 0 0 16,0 0 0-16,-5 3 0 0,5-3-73 15,0 0-16-15</inkml:trace>
  <inkml:trace contextRef="#ctx0" brushRef="#br0" timeOffset="6952.7">16132 7221 340 0,'0'0'9'16,"0"0"4"-16,0 0 3 15,0 0 3-15,0 0 0 0,0 0 0 16,0 0 0-16,0 0 1 16,-10 0-9-16,10 0-4 15,5 0-2-15,7 0-2 0,6-3 0 16,4 1-1-16,7-1 0 15,7-1 0-15,6-4 0 16,0 0-2-16,1-4 0 16,-1 5 0-16,-8-4 0 0,-1 4 0 15,-8 3 0-15,-8-1 0 16,-5 2 0-16,-12 3 0 16,0 0 0-16,3 12 0 15,-10 4 0-15,-11 0 0 0,-4 2 0 16,-5 7 0-16,-11 0 0 15,1 2 0-15,-5 0 0 16,-4 1 0-16,7-5 0 16,-3 1 0-16,7-5 0 15,6-4 0-15,6 0 0 0,5-2 0 16,9-6 0-16,9-7 0 16,0 9 0-16,12-6 0 15,5-3 0-15,11 2 0 16,2-2 0-16,4-2 0 0,6-1 0 15,3-2 0-15,-1 1 0 16,-3-1 0-16,1 0 0 16,0-3 0-16,-10 6 0 0,2-5 0 15,-9 4 0-15,-3-2 0 16,-3 3 0-16,-5-1 0 16,-12 3 0-16,13-3 0 15,-13 3 0-15,0 0 0 0,0 0 0 16,0 0 0-16,0 0 0 15,0 0 0-15,0 0 0 16,0 0 0-16,0 0 0 16,0 16 0-16,-3 9-48 15,-2-16-44-15</inkml:trace>
  <inkml:trace contextRef="#ctx0" brushRef="#br0" timeOffset="14632.99">20078 5900 211 0,'0'0'8'0,"0"0"0"0,0 0 4 16,0 0 2-16,-3-4 3 16,3 4 2-16,0 0 2 15,0 0 3-15,0 0-5 16,0 0 0-16,0 0-1 0,0 0-2 15,0 0-2-15,0 0-1 16,3-10-1-16,-3 10-2 16,3-13-2-16,-3 13-1 15,4-14-2-15,-2 3 0 16,1-1-1-16,0-2 0 0,-1-2 0 16,-2 2-1-16,3-4 0 15,-3 1 0-15,0 2 0 0,-3 1 0 16,1 1-1-16,-4-2 0 15,4 5-2-15,-3-2 0 16,0 1 0-16,5 11 0 16,-9-14 0-16,3 3 0 0,6 11 0 15,-7-14 0-15,7 14 0 16,-10-15 0-16,10 15 0 16,-7-12 0-16,7 12 0 15,-11-13 0-15,11 13 0 0,-10-12 0 16,10 12 0-16,-9-10 0 15,9 10 0-15,-13-10 0 16,13 10 0-16,-12-9 0 16,12 9 0-16,-12-6 0 15,12 6 0-15,-13-7 0 0,13 7 0 16,-15-5 0-16,15 5 0 16,-13-7 0-16,4 7 0 15,-1-3 0-15,-3 3 0 0,1-2 0 16,1 2 0-16,2 0 0 15,-1 0 0-15,0 0 0 16,2 0 0-16,-1 2 0 16,9-2 0-16,-16 3 0 0,16-3 0 15,-16 5 0-15,8-5 0 16,0 2 0-16,-4-2 0 16,5 2 0-16,-4 3 0 15,4 0 0-15,-3-2 0 0,1 0 0 16,-3 4 0-16,4 0 0 15,-2 0 0-15,-3 1 0 16,3 0 0-16,-3-1 0 16,1 3 0-16,5-2 0 15,-4-1 0-15,2 0 0 0,-1 1 0 16,3 2 0-16,7-10 0 16,-13 18 0-16,8-10 0 15,-2 3 0-15,0-4 0 0,-1 3 0 16,-1 2 0-16,3-4 0 15,1 5 0-15,-3-5 0 16,1 5 0-16,0-1 0 16,-1 1 0-16,4 2 0 0,-5 0 0 15,2 0 0-15,2 2 0 16,-2-2 0-16,-2 0 0 16,3 3 0-16,-1-2 0 0,-1 1 0 15,0 1 0-15,3 0 0 16,-2 1 0-16,0 1 0 15,0-2 0-15,-2 1 0 16,5-1 0-16,-5 4 0 0,6-2 0 16,-6 2 0-16,5-2 0 15,-4 0 0-15,1 4 0 16,2-4 0-16,1 2 0 16,-2 3 0-16,1-6 0 15,0 2 0-15,-2 1 0 0,5-2 0 16,-3 0 0-16,1 0 0 15,0 0 0-15,-1 2 0 16,2-2 0-16,3 2 0 16,-4 2 0-16,1-1 0 0,1-1 0 15,2-3 0-15,-3 6 0 16,3-4 0-16,0 1 0 16,0-3 0-16,3 1 0 0,-1 3 0 15,3-5 0-15,-3-2 0 16,1 1 0-16,2 1 0 15,-1-3 0-15,2 0 0 16,-1 2 0-16,2-2 0 16,-2-2 0-16,2 5 0 0,1-7 0 15,0 4 0-15,-1-2 0 16,0-1 0-16,4-3 0 16,-4 5 0-16,2-5 0 0,2 2 0 15,-1-5-2-15,-1 2 2 16,-4-3-1-16,8 0 1 15,-6-3 0-15,2 3-1 16,3-2 1-16,-3-3 0 16,-2 3-1-16,4-1 1 0,-1 0 0 15,2-2 0-15,-2 0 0 16,0 0 0-16,0 0 1 16,3 0 0-16,-4 0 0 15,3-2 1-15,-4-3-2 0,2 2 0 16,0 1 0-16,-10 2 0 15,15-5 0-15,-15 5 0 16,12-5 0-16,-12 5 0 16,13-5 0-16,-13 5 0 0,17-10 0 15,-10 6 0-15,4-5 0 16,-2 2 0-16,1-2 0 16,1-2 0-16,-2 2 0 15,1 1 0-15,-2-2 0 0,-1 0 0 16,-2 0 0-16,2 3 0 15,1-3 0-15,-3 2 0 16,0-3 0-16,0 0 0 0,0-1 0 16,0-1 0-16,3 1 0 15,-3-2 0-15,-1 1 0 16,4-4 0-16,-4 2 0 16,7 3 0-16,-6-4 0 15,0 4 0-15,2-1 0 0,-2 1 0 16,-4 4 0-16,-1 8 0 15,7-14 0-15,-7 14 0 16,2-10 0-16,-2 10 0 0,0 0 0 16,3-13 0-16,-3 13 0 15,0 0 0-15,0 0 0 16,2-9 0-16,-2 9 0 16,0 0 0-16,0 0 0 15,0 0 0-15,0 0 0 0,0 0 0 16,0 0 0-16,0 0 0 15,0 0 0-15,0 0 0 16,0 0 0-16,0 0 0 0,0 0 0 16,0 0 0-16,0 0 0 15,0 0 0-15,0 0 0 16,0 0 0-16,0 0 0 16,0 0 0-16,-7-16-23 0,-11 15-64 15,18 1-4-15</inkml:trace>
  <inkml:trace contextRef="#ctx0" brushRef="#br0" timeOffset="15249.67">19725 6542 354 0,'0'0'6'0,"0"0"3"0,0 0 1 16,0 0 1-16,0 0-1 0,-8 5 0 15,8-5 1-15,0 0-1 16,0 0-3-16,0 0-3 16,0 0 1-16,8 6 0 0,-8-6 2 15,15-3 0-15,-3-3 2 16,3-3 0-16,5-1-1 15,0-2-1-15,2-4 0 16,1 3-2-16,-2-4-5 16,-3 3 0-16,0 2 0 0,-3 2 0 15,-6 5 0-15,-9 5 0 16,13-10 0-16,-13 10 0 16,0 0 0-16,0 0 0 15,0 0 0-15,0 0 0 0,0 0 0 16,2 10 0-16,1 2 0 15,-3 3 0-15,0 4 0 16,0 4 0-16,0 4 0 16,0 4 0-16,0-5 0 0,0 2 0 15,0-4 0-15,-3-1 0 16,1-4 0-16,2-4 0 16,0-5 0-16,0 1 0 15,0-11 0-15,0 8 0 0,0-8 0 16,0 0 0-16,0 0 0 15,0 0 0-15,0 0 0 16,0 0 0-16,0 0 0 0,0 0 0 16,0 0 0-16,0 0 0 15,0 0 0-15,0 0 0 16,0 0 0-16,0 0-63 16,0 0-30-16</inkml:trace>
  <inkml:trace contextRef="#ctx0" brushRef="#br0" timeOffset="19467.31">22346 6098 420 0,'0'0'5'15,"0"0"2"-15,0 0 1 16,0 0 1-16,0 0 1 0,0 0 0 16,-8-7 0-16,8 7 0 15,-17 0-4-15,10 3-3 16,-6 1-2-16,0 9 0 15,5-1-1-15,-3 6-1 0,1 0 1 16,6 1-1-16,-1 0 0 16,5-1 1-16,5 2 0 15,4-8 1-15,7-2-1 16,0-2 2-16,5-8 0 0,-2 0 2 16,3-5 1-16,-4-8-5 15,2 1 0-15,-5-6 0 16,-5-2 0-16,-6 1 0 15,-4 0 0-15,-2-2 0 0,-8 6 0 16,-3 3 0-16,-3 2 0 16,-5 7 0-16,0 3 0 15,0 0 0-15,1 11 0 16,3 3 0-16,2 1 0 0,1 3 0 16,5-1 0-16,9 1 0 15,0 0 0-15,13-7 0 16,8 1 0-16,-5-4 0 15,9-1 0-15,3-7 0 0,-1 0 0 16,3-3 0-16,-6-1 0 16,-4-8 0-16,1 1 0 15,-9-3 0-15,-8 2 0 16,-1-1 0-16,-6 1 0 0,-4-3 0 16,-7 7 0-16,-6 6 0 15,-1 2 0-15,0 0 0 16,-2 5 0-16,3 5 0 15,5 1 0-15,2 0 0 0,6-1 0 16,7-10 0-16,0 12 0 16,12-7 0-16,6-5 0 15,0 0 0-15,6-2 0 16,-1-4 0-16,-1 0 0 0,-3-4 0 16,-1 0 0-16,-11-2 0 15,-7 1 0-15,0 4 0 16,-4 0 0-16,-11 1 0 15,-6 1 0-15,2 5 0 0,0 0 0 16,-2 3 0-16,1 5 0 16,6 1 0-16,-2-1-34 15,9 2-52-15,5 0-3 16</inkml:trace>
  <inkml:trace contextRef="#ctx0" brushRef="#br0" timeOffset="20250.04">22271 5878 275 0,'0'0'10'16,"0"0"5"-16,0 0 3 0,0 0 5 16,0 0 2-16,-9 8 3 15,9-8-2-15,0 0 2 16,0 0-9-16,0 0-4 16,0-10-4-16,0 10-4 0,18-15-1 15,-6 5-1-15,8-2-5 16,1-1 0-16,7 3 0 15,4-2 0-15,3 2 0 16,5 2 0-16,-3 4 0 0,8 1 0 16,0 3 0-16,-1 0 0 15,1 7 0-15,-3 1 0 16,-3 4 0-16,5 4 0 0,-7-2 0 16,-7 3 0-16,2 3 0 15,-2 3 0-15,-5-3 0 16,2 2 0-16,-3 0 0 15,1 3 0-15,-2-6 0 16,4 4 0-16,-2-3 0 0,3 0 0 16,-7-3 0-16,9 0 0 15,-6-4 0-15,5-1 0 16,-4-2 0-16,-1-3 0 16,3 1 0-16,1-3 0 0,-3-2 0 15,-3-1 0-15,6-2 0 16,-7 0 0-16,2 0 0 15,0 0 0-15,-6-2 0 0,0 2 0 16,-1-3 0-16,-7 0 0 16,-1 1 0-16,-8 2 0 15,9-3 0-15,-9 3 0 16,0 0 0-16,0 0 0 0,4-17-71 16,-4 17-18-16</inkml:trace>
  <inkml:trace contextRef="#ctx0" brushRef="#br0" timeOffset="21103.39">22329 6547 296 0,'0'0'6'0,"0"0"4"0,4-11 3 16,-4 11 2-16,11-11 3 15,-4 1 1-15,3 0 2 16,3 0-1-16,-1 0-4 16,6 0-4-16,-1 1-2 0,3-1-2 15,1 0-3-15,2 2 0 16,0 1-1-16,4-1-1 15,-2 1 0-15,7 2-1 0,-4 3-1 16,2-1 1-16,2 3-1 16,-2 0 0-16,0 0 1 15,0 3-1-15,2 1 0 16,-6-4 1-16,8 5-1 0,-10-2 1 16,5-3-1-16,1 0 0 15,-2 0 0-15,4 0 1 16,-2-5-1-16,0 0 0 15,4 0 1-15,-1-5 0 16,5 0-2-16,-4-3 0 0,1 1 0 16,-3-1 0-16,0-1 0 15,1 2 0-15,-8-1 0 16,0 1 0-16,-8 0 0 16,3 2 0-16,-8-4 0 0,-3 6 0 15,2-3 0-15,-4 1 0 16,-4 0 0-16,-1 1 0 15,-2 9 0-15,5-13 0 16,-5 13 0-16,2-9 0 0,-2 9 0 16,0 0 0-16,0 0 0 15,0-7 0-15,0 7 0 16,-12-6-75-16,12 6-16 16</inkml:trace>
  <inkml:trace contextRef="#ctx0" brushRef="#br0" timeOffset="22399.77">22222 5309 307 0,'0'0'7'0,"0"0"3"0,0 0 2 16,0 0 1-16,10-6 3 0,-1 1 3 16,7 3 0-16,9-1 1 15,7 1-5-15,8 2-2 16,6 0-3-16,16 0 0 16,6 7-3-16,6 1 0 0,6 2-3 15,10 2 0-15,0 6-1 16,0-1 0-16,2 5 1 15,-4 3-1-15,-5 1 2 16,-5 8-5-16,-3-5 0 0,-13 6 0 16,-7-1 0-1,-7-1 0-15,-4 1 0 0,-7-4 0 16,-5-3 0-16,-7-2 0 16,-10-3 0-16,2-4 0 15,-9-3 0-15,-4-5 0 0,-4-10 0 16,0 10 0-16,0-10 0 15,-9 0 0-15,-5-8 0 16,3 1 0-16,-4-3 0 0,-10-8 0 16,0 1 0-16,-6-5 0 15,-2 0 0-15,-7-3 0 16,-3 0 0-16,2-2 0 16,-13 0 0-16,8-3 0 15,-1 3 0-15,-2-3-2 0,-4 5 2 16,3-2-1-16,3 2 0 15,-3 5-1-15,0-2 1 16,-1 4-1-16,-6 4 0 16,-2 4 1-16,-2 2-2 0,-1 3 3 15,-2 3 0-15,-1 2 0 16,3 0 0-16,5 7 0 16,2-4 0-16,8 2 0 0,4 0 0 15,11 0 1-15,2-3-1 16,8 1 1-16,7-1 0 15,3-2 0-15,12 0 0 16,-13 3 0-16,13-3 0 0,0 0 0 16,0 0 0-16,0 0-1 15,0 0 0-15,15 0 0 16,2-3 0-16,3 1 1 16,8 2 0-16,11 0-1 15,7 0 1-15,8 0 0 0,5 5 1 16,8 2-2-16,3 3 0 15,5 2 0-15,7 3 0 16,-1 0 0-16,2 2 0 16,-1 4 0-16,-3 4 0 0,1-1 0 15,-6 5 0-15,-4-1 0 16,-8 1 0-16,-8-1 0 16,-9-2 0-16,-10-1 0 0,-7-4 0 15,-8-2 0-15,-6-4 0 16,-7-5 0-16,-7-10 0 15,0 13 0-15,0-13 0 16,-9 0 0-16,-3-6 0 0,-4-1 0 16,-4-5 0-16,1-1 0 15,-4-4 0-15,-4 0 0 16,-1-1 0-16,-1 1 0 16,4 0 0-16,-2 2 0 15,2 5-22-15,12 2-64 0,-9-2-3 16</inkml:trace>
  <inkml:trace contextRef="#ctx0" brushRef="#br0" timeOffset="25683.29">20739 6656 402 0,'0'0'8'0,"0"0"3"15,0 0 2-15,0 0 2 16,0 0 0-16,0 0 0 16,0 0 1-16,5 0 0 0,-5 0-16 15,0 0 0-15,2 8 0 16,-2 4 0-16,3-2 0 16,-3 2 0-16,2 3 0 15,-2 6 0-15,0-2 0 0,2-2 0 16,-2 1 0-16,3-2-17 15,-1-1-66-15,-2-2-3 16</inkml:trace>
  <inkml:trace contextRef="#ctx0" brushRef="#br0" timeOffset="26083.73">20636 6747 385 0,'0'0'6'0,"0"0"3"0,0 0 1 15,0 0-1-15,0 0 2 16,0 0 2-16,8 3 2 0,-8-3 0 15,15 0-4-15,-5 0-2 16,8 0 0-16,-2 0 0 16,5-3-9-16,1 1 0 15,3-1 0-15,-3 2 0 0,-2-5 0 16,0 5 0-16,-5-2 0 16,-3 0 0-16,-2 3 0 15,-10 0 0-15,8-3 0 16,-8 3 0-16,0 0 0 0,0 0 0 15,0 0 0-15,0 0 0 16,0 0 0-16,0 0-24 16,0 0-63-16,-10 3-5 15</inkml:trace>
  <inkml:trace contextRef="#ctx0" brushRef="#br0" timeOffset="32350.31">19990 5863 259 0,'0'0'7'0,"0"0"2"0,0 0 4 16,0 0 2-16,0 0 0 15,0 0 3-15,0 0 0 16,0 0 4-16,0 0-4 0,0 0-4 16,0 0-2-16,0 0 0 15,0 0-1-15,0 0 0 16,0 0-1-16,0 0-1 16,0 0 0-16,0 0-1 15,0 0 0-15,0 0-1 0,0 0-1 16,0-7-6-16,0 7 0 15,0-13 0-15,3 4 0 16,-3-2 0-16,0-1 0 0,0 3 0 16,0-4 0-16,0 1 0 15,0 2 0-15,0-3 0 16,0 1 0-16,0 2 0 0,-5 0 0 16,3-1 0-16,-1 3 0 15,1-3 0-15,2 11 0 16,-7-12 0-16,7 12 0 15,-9-13 0-15,9 13 0 0,-7-8 0 16,7 8 0 0,-10-11 0-16,10 11 0 0,-12-10 0 15,12 10 0-15,-12-13 0 16,4 5 0-16,8 8 0 16,-20-6 0-16,20 6 0 15,-12-13 0-15,1 8 0 0,11 5 0 16,-14-9 0-16,14 9 0 15,-12-11 0-15,12 11 0 16,-13-5 0-16,13 5 0 0,-10-4 0 16,10 4 0-16,-9-3 0 15,9 3 0-15,-16-2 0 16,16 2 0-16,-14-3 0 16,14 3 0-16,-18 0 0 0,18 0 0 15,-18-2 0-15,18 2 0 16,-12 0 0-16,12 0 0 15,-18 0 0-15,18 0 0 16,-14 2 0-16,14-2 0 0,-18 5 0 16,18-5 0-16,-14 5 0 15,4-3 0-15,-1 1 0 16,11-3 0-16,-14 5 0 0,3-3 0 16,4 1 0-16,-5 0 0 15,5 1 0-15,7-4 0 16,-18 8 0-16,11-3 0 15,7-5 0-15,-18 8 0 16,11-6 0-16,7-2 0 0,-18 10 0 16,18-10 0-16,-22 13 0 15,22-13 0-15,-17 11 0 16,17-11 0-16,-15 15 0 16,6-8 0-16,9-7 0 0,-13 13 0 15,13-13 0-15,-13 15 0 16,13-15 0-16,-10 16 0 15,3-5 0-15,-1-1 0 0,0-3 0 16,1 7 0-16,2-6 0 16,-4 3 0-16,0-1 0 15,5 0 0-15,-4 0 0 16,1 2 0-16,0-3 0 0,-1 2 0 16,1-4 0-16,-1 5 0 15,1-4 0-15,-3 4 0 16,2-1 0-16,1-3 0 15,-3 6 0-15,2-4 0 0,1-1 0 16,0 1 0-16,-2 2 0 16,2-2 0-16,3 0 0 15,-4 3 0-15,4-3 0 16,-5 3 0-16,5-2 0 0,1 2 0 16,-2-1 0-16,1 1 0 15,1-1 0-15,-2-3 0 16,3 7 0-16,2-16 0 15,-8 17 0-15,3-7 0 16,3 0 0-16,-1-2 0 0,1 1 0 16,-1 1 0-16,1 3 0 15,0-4 0-15,-1 1 0 16,-3 0 0-16,4 0 0 0,-1 0 0 16,1 3 0-16,0-3 0 15,-2 2 0-15,4-2 0 16,-1 2 0-16,-2 1 0 15,1 1 0-15,2-4 0 0,0 3 0 16,-2-1 0-16,2-2 0 16,0 2 0-16,0 1 0 15,0-1 0-15,-3 0 0 16,3 1 0-16,0-1 0 0,0-2 0 16,0 3 0-16,0-4 0 15,0 4 0-15,0-4 0 16,3 4 0-16,-3-3 0 15,0 0 0-15,2 2 0 0,0-1 0 16,-2-3 0-16,3 6 0 16,-3-3 0-16,1 0 0 15,-1 3 0-15,4-3 0 16,-4-1 0-16,0 2 0 0,2-2 0 16,0 0 0-16,-2-2 0 15,3 4 0-15,-3-12 0 16,6 17 0-16,-6-17 0 15,5 17 0-15,-3-7 0 0,0-2 0 16,1 2 0-16,-1 0 0 16,1 0 0-16,-3-10 0 15,7 14 0-15,-7-14 0 16,8 17 0-16,-6-7 0 0,1 0 0 16,-1-2 0-16,3 2 0 15,-3-3 0-15,1 4 0 16,-1-3 0-16,-2-8 0 15,11 13 0-15,-11-13 0 0,9 15 0 16,-9-15 0-16,10 13 0 16,-10-13 0-16,9 9 0 15,-9-9 0-15,14 11 0 16,-14-11 0-16,9 9 0 0,-9-9 0 16,13 10 0-16,-13-10 0 15,15 10 0-15,-15-10 0 16,15 10 0-16,-15-10 0 15,17 7 0-15,-10-4 0 0,-7-3 0 16,16 7 0-16,-16-7 0 16,14 6 0-16,-14-6 0 15,13 4 0-15,-13-4 0 16,14 8 0-16,-14-8 0 0,13 4 0 16,-13-4 0-16,17 6 0 15,-9-3 0-15,2-3 0 16,-3 1 0-16,2 2 0 15,0-3 0-15,1 3 0 16,-3-2 0-16,-7-1 0 0,15 4 0 16,-15-4 0-16,15 3 0 15,-5-3 0-15,0 1 0 16,-10-1 0-16,15 3 0 0,-15-3 0 16,17 0 0-16,-17 0 0 15,17 0 0-15,-17 0 0 16,13 0 0-16,-13 0 0 15,15-4 0-15,-15 4 0 0,15-3 0 16,-15 3 0-16,17-5 0 16,-17 5 0-16,15-7 0 15,-15 7 0-15,15-9 0 16,-15 9 0-16,15-9 0 0,-15 9 0 16,11-10 0-16,-3 0 0 15,-8 10 0-15,16-15 0 16,-9 7 0-16,0-2 0 15,-1 1 0-15,4-1 0 16,-6 0 0-16,6 0 0 0,-4-3 0 16,1 4 0-16,0-1 0 15,1-4 0-15,0 0 0 16,-3 4 0-16,2-2 0 0,2 0 0 16,-4 2 0-16,3 0 0 15,-5 0 0-15,2 1 0 16,-1-1 0-16,1 0 0 15,-1-2 0-15,-1-4 0 0,6 7 0 16,-5-4 0-16,1-2 0 16,0 2 0-16,2-1 0 15,2-1 0-15,-7 3 0 0,3 2 0 16,-3-3 0-16,1 1 0 16,-1 2 0-16,0 3 0 15,-2 7 0-15,0-15 0 16,0 15 0-16,0-13 0 0,0 13 0 15,0-7 0-15,0 7 0 16,0 0 0-16,0 0 0 16,0-10 0-16,0 10 0 15,0 0 0-15,0 0 0 16,0 0 0-16,0 0 0 0,0 0 0 16,0 0 0-16,0 0 0 15,0 0 0-15,0 0 0 16,0 0 0-16,0 0 0 0,0 0 0 15,0 0 0-15,0 0 0 16,-4 0 0-16,4 0 0 16,-10 0 0-16,10 0-6 15,-18 5-35-15,6 0-46 0,1 5-1 16</inkml:trace>
  <inkml:trace contextRef="#ctx0" brushRef="#br0" timeOffset="33099.81">19633 6664 322 0,'0'0'6'0,"0"0"3"15,0 0 2-15,0 0 3 16,0 0 2-16,0 0 1 15,0 0 0-15,0 0 2 16,0 0-6-16,-10-3-2 0,10 3-2 16,0 0-1-16,0 0-2 15,0 0 0-15,0 0-1 16,0 0 1-16,4-5-1 16,-4 5 0-16,18-8 1 0,-2 1-6 15,3 0 0-15,1-4 0 16,8-1 0-16,-7-2 0 15,7-1 0-15,-3 0 0 0,-3 2 0 16,1-1 0-16,-4 2 0 16,-3-1 0-16,-2 1 0 15,-1 4 0-15,-3-2 0 16,-1 3 0-16,-9 7 0 0,13-12 0 16,-13 12 0-16,10-10 0 15,-10 10 0-15,0 0 0 16,0 0 0-16,5-10 0 15,-5 10 0-15,0 0 0 0,0 0 0 16,0 0 0-16,0 0 0 16,0 0 0-16,0 0 0 15,0 0 0-15,0 0 0 16,0 0 0-16,0 0 0 0,0 0 0 16,0 0 0-16,-5 0 0 15,5 0 0-15,0 0 0 16,-3 4 0-16,3 6 0 15,0 0 0-15,0 5 0 0,0 0 0 16,0 2 0-16,0 2 0 16,3 5 0-16,-3-5 0 15,0 4 0-15,0-2 0 16,0-3 0-16,2 2 0 0,-2-5 0 16,0 0 0-16,0-6 0 15,0 0 0-15,0-1 0 16,0-8 0-16,0 14 0 15,0-14 0-15,0 0 0 0,0 0 0 16,0 0 0-16,0 0 0 16,0 0 0-16,0 0 0 15,0 0 0-15,-9 0-88 16,9 0-4-16</inkml:trace>
  <inkml:trace contextRef="#ctx0" brushRef="#br0" timeOffset="33685.64">19381 5853 344 0,'0'0'6'0,"0"0"3"0,0 0 4 16,-4-7 1-16,4 7 0 15,0 0-1-15,-15-3 1 16,8 3 0-16,-4 10-5 15,-1 5-4-15,-3 8-2 16,3 6-2-16,-3 11-1 0,2 7 2 16,1 5-1-16,-1 5 0 15,6 5 0-15,0 2 0 16,5 1-1-16,2-6 2 16,0 1 0-16,0-2-1 0,0-6 1 15,4-2-2-15,4-5 1 16,-1-5 0-16,1-8-2 15,-1-1-3-15,-2-8-7 16,2-2-14-16,1 1-49 0,-3-12-4 16</inkml:trace>
  <inkml:trace contextRef="#ctx0" brushRef="#br1" timeOffset="47033">16979 6067 334 0,'0'0'5'0,"0"0"2"0,6-3 0 16,-6 3 0-16,9 0 2 0,-9 0 0 15,17 0 1-15,-4 5 0 16,-3-1-5-16,5 4 0 16,-1 0 1-16,7 1-1 15,1-1 1-15,0 2 1 0,3-3-1 16,0 1 0-16,0-3-1 15,-3 0 0-15,-4 0-2 16,-4 0 1-16,-3 0-1 16,-4 5-1-16,-7 2 1 15,-5 1-1-15,-5 6 1 16,-5 3-1-16,-5 0 1 0,-2 2 0 16,-5 2-1-16,-3-1 0 15,-2 0-2-15,-1-3-4 16,5 3-14-16,13-3-60 0,-9-4-3 15</inkml:trace>
  <inkml:trace contextRef="#ctx0" brushRef="#br1" timeOffset="55516.92">23864 5309 238 0,'0'0'4'16,"0"-18"5"-16,-4 3 3 0,1-5 3 16,-4-4 0-16,-4-4 3 15,-3-4 2-15,-6-5 0 16,-3 7-2-16,-9-8-3 0,-5 9-4 16,-5-3-2-16,-8 5-2 15,-8-3-1-15,-1 3-1 16,-6 8-1-16,-4-4 0 15,-6 8-1-15,-4-2 0 16,-6 4 0-16,-2 6-1 0,-5 5 1 16,0-1-1-16,-5 6 0 15,3 5 0-15,0 3-1 16,-6 11 0-16,4 6 0 0,1-1-1 16,-1 12 0-16,-2 6 0 15,1 8 0-15,0 5 0 16,3 10 0-16,0 6 1 15,4 8 1-15,8 5 0 16,8 14 1-16,7 5 0 0,17 8 0 16,10 5 0-16,18 10 1 15,16-3-1-15,16 1-1 16,18-4 0-16,12-4-1 0,19-7 1 16,11-10 0-16,20-5 0 15,11-16-1-15,16-4 0 16,8-13 0-16,13-7 0 15,13-10 1-15,8-13-2 0,14-9 1 16,1-14-1-16,-1-11 1 16,9-11 0-16,-3-14 0 15,-5-9 0-15,-10-16 1 16,-10-7 1-16,-16-12 1 0,-8-15-1 16,-16-15-3-16,-17-10 0 15,-13-16 0-15,-19-8 0 16,-15-10 0-16,-15-6 0 15,-17-5 0-15,-16 3 0 0,-22 5 0 16,-20 8 0-16,-24 4 0 16,-23 15 0-16,-21 11 0 15,-23 14 0-15,-18 24 0 16,-18 12 0-16,-14 22 0 0,-13 19 0 16,-1 31 0-16,2 22-10 15,12 34-45-15,12 33-32 16,13 20 0-16</inkml:trace>
  <inkml:trace contextRef="#ctx0" brushRef="#br1" timeOffset="69366.63">22498 4134 389 0,'0'0'5'0,"0"0"1"0,0 0 3 15,0 0 1-15,-11 0 0 16,11 0 1-16,0 0 1 0,-4 10 1 16,4-10-4-16,2 13-1 15,0-6-3-15,7 6 1 16,-2-1-2-16,7 6 1 16,-3 1-2-16,1 1 0 0,2 4-2 15,4-3 1-15,0 1-2 16,1 0 0-16,-1-7 0 15,1-1 0-15,2 0 0 16,-1-8 0-16,1-1 0 16,-3-5 0-16,0 0 0 0,-3-5 0 15,0-1 0-15,-1-11 0 16,2 1 0-16,1-6 0 16,3-9 0-16,3-5 0 15,1-13 0-15,16-9 0 0,7-12 0 16,12-8 0-16,11-7 0 15,10-11 0-15,2 2 0 16,7 0 0-16,0 4 0 16,-4 7 0-16,-5 6 0 0,-13 9 0 15,-12 11 0-15,-6 7 0 16,-12 14 0-16,-10 3 0 16,-7 9 0-16,-8 6 0 15,-3 5 0-15,-9 13 0 0,9-10 0 16,-9 10 0-16,0 0 0 15,0 0 0-15,0 0 0 16,0 0 0-16,0 0 0 16,0 0 0-16,0 0 0 0,0 9 0 15,0 0 0-15,-5 1 0 16,5 15 0-16,-13 2-32 16,4-3-60-16</inkml:trace>
  <inkml:trace contextRef="#ctx0" brushRef="#br1" timeOffset="85432.99">18711 6974 300 0,'0'0'7'0,"0"0"2"15,0 0 4-15,0 0 1 16,0 0 2-16,0 0 2 16,0 0 0-16,0 0 1 15,0 0-5-15,0 0-2 16,0 0-3-16,0 0-1 0,0 10-1 16,0-10-1-16,0 0 0 15,-8 7 1-15,8-7-2 16,-14 1 0-16,14-1 0 0,-18 0 0 15,8 0 0-15,1-4-2 16,-4-3-3-16,1 1 0 16,-4-1 0-16,4-2 0 0,0 1 0 15,-1-2 0-15,1 0 0 16,-1 1 0-16,5-2 0 16,-1 2 0-16,2-5 0 15,-1 3 0-15,-2-2 0 0,3 1 0 16,2-4 0-16,-3 5 0 15,6-4 0-15,-6-1 0 16,4 0 0-16,1-2 0 16,-2 0 0-16,1-1 0 15,0-1 0-15,-1 1 0 0,3 1 0 16,2-7 0-16,-2 6 0 16,2-1 0-16,-3-5 0 15,3 2 0-15,0-3 0 16,3 3 0-16,-1-2 0 0,-2-5 0 15,2 3 0-15,1 0 0 16,-1-3 0-16,2 3 0 16,-4-3 0-16,2 3 0 0,0-2 0 15,1 1 0-15,2-2 0 16,-1 6 0-16,1-4 0 16,6 1 0-16,-4 2 0 15,3-2 0-15,-1 5 0 0,2-6 0 16,0 6 0-16,-3-3 0 15,5 3 0-15,-3-3 0 16,-3 3 0-16,4-3 0 16,1 0 0-16,1 0 0 0,-1-1 0 15,0 1 0-15,1 0 0 16,1 0 0-16,4-2 0 16,-4 2 0-16,2 5 0 15,-4-5 0-15,1 6 0 16,1-3 0-16,2 2 0 0,-4 0 0 15,2 3 0-15,-1-3 0 16,4-1 0-16,-2 5 0 16,5-4 0-16,-3 0 0 0,6 3 0 15,-4-1 0-15,-1 1 0 16,5-1 0-16,-6 6 0 16,-1 0 0-16,2-3 0 0,0 5 0 15,-2-3 0-15,-2 1 0 16,4 2 0-16,-1 0 0 15,0-2 0-15,0 2 0 16,1-2 0-16,-4 2 0 16,4-1 0-16,-1 3 0 0,3-3 0 15,-4 4 0-15,1 0 0 16,-2-1 0-16,-1 3 0 16,4 1 0-16,-6 3 0 15,4-4 0-15,-2 5 0 16,-2 0 0-16,1-2 0 0,-1 2 0 15,-1 0 0-15,-3 0 0 16,3 0 0-16,-11 0 0 16,18 0 0-16,-18 0 0 0,14 0 0 15,-14 0 0-15,13 2 0 16,-13-2 0-16,10 5 0 16,-10-5 0-16,14 5 0 15,-14-5 0-15,13 10 0 0,-13-10 0 16,12 10 0-16,-3 0 0 15,-5-2 0-15,1 0 0 16,5 3 0-16,-3 1 0 16,-1 1 0-16,1-4 0 0,-4 1 0 15,0 0 0-15,-3-10 0 16,11 15 0-16,-11-15 0 16,2 12 0-16,-2-12 0 15,6 10 0-15,-6-10 0 16,3 8 0-16,-3-8 0 0,0 0 0 15,4 10 0-15,-4-10 0 16,0 0 0-16,0 0 0 16,0 0 0-16,0 0 0 0,0 0 0 15,0 0 0-15,5 10 0 16,-5-10 0-16,0 0 0 16,0 0 0-16,0 0 0 15,0 0 0-15,0 0 0 0,0 0 0 16,0 0 0-16,0 0 0 15,0 0 0-15,0-10-18 16,0 10-71-16,0 0-3 16</inkml:trace>
  <inkml:trace contextRef="#ctx0" brushRef="#br1" timeOffset="86366.26">19328 5417 348 0,'0'0'6'0,"0"0"3"16,0 0 3-16,0 0 3 16,0 0 0-16,0 0 1 15,0 0 2-15,0 0 1 0,-3-7-5 16,3 7-3-16,0 0-3 16,0 0-2-16,0 0-2 15,0 0-1-15,0 0-2 0,0 0 0 16,7-5 0-16,-7 5-1 15,12 0 1-15,-1 0 0 16,-1 2 1-16,2 1-2 16,3 0 0-16,-3-1 0 15,3 0 0-15,2 1 0 0,-4 0 0 16,-1-1 0-16,4 1 0 16,-2-3 0-16,2 2 0 15,-4 0 0-15,0 1 0 0,1-3 0 16,-6 1 0-16,0 3 0 15,-7-4 0-15,13 5 0 16,-13-5 0-16,0 0 0 16,10 2 0-16,-10-2 0 0,0 0 0 15,0 0 0-15,0 0 0 16,0 0 0-16,0 0 0 16,0 0 0-16,0 0 0 15,2-5 0-15,-2 5 0 16,3-12 0-16,-1 2 0 0,-2 0 0 15,2-2 0-15,1-8 0 16,-3 1 0-16,2-2 0 16,-2 1 0-16,0 0 0 15,0 1 0-15,0 1 0 0,0 1 0 16,-2 2 0-16,-1 3 0 16,3-1 0-16,-2 4 0 15,2-1 0-15,0 10 0 0,0-13 0 16,0 13 0-16,0 0 0 15,0-11 0-15,0 11 0 16,0 0 0-16,0 0 0 16,0 0 0-16,0 0 0 0,0 0 0 15,-5 14 0-15,0-19-50 16,5 10-41-16,0-5-2 16</inkml:trace>
  <inkml:trace contextRef="#ctx0" brushRef="#br1" timeOffset="87083.93">18719 5120 387 0,'0'0'7'0,"0"0"0"0,0 0 1 0,0 0 1 16,0-7 1-16,0 7 2 15,7-10 1-15,2-1 1 16,7 4-5-16,4-5-1 15,4-2 1-15,6-2-1 16,2-4 0-16,-2 1-6 0,6-1-2 16,-10 3 0-16,4-1 0 15,-7 3 0-15,-3 3 0 16,-6 1 0-16,-1 4 0 0,-5 3 0 16,-8 4 0-16,9-5 0 15,-9 5 0-15,0 0 0 16,0 0 0-16,0 0 0 15,0 0 0-15,-7 2 0 0,7-2 0 16,-10 6 0-16,10-6-78 16,0 0-12-16</inkml:trace>
  <inkml:trace contextRef="#ctx0" brushRef="#br1" timeOffset="87567.28">19146 4709 417 0,'0'0'6'0,"0"0"3"16,0 0 2-16,0 0 0 0,0 0 1 15,0 0-1-15,0 0 0 16,0 0 0-16,6-2-6 15,-6 2-3-15,13 12-1 16,-4 3-1-16,0-1 0 0,3 1 1 16,6 3 0-16,-4-1 1 15,4-2-2-15,-4-2 0 16,2-4 0-16,-4-2 0 0,1 2 0 16,-13-9 0-16,15 9 0 15,-15-9 0-15,0 0 0 16,10-3 0-16,-10 3 0 15,5-22 0-15,-5 7 0 16,0-4 0-16,0-4 0 0,2-2 0 16,-2 6 0-16,0-4 0 15,0 4 0-15,0 4 0 16,0 2 0-16,0 3 0 16,0 10 0-16,-2-12 0 0,2 12 0 15,0 0 0-15,0 0 0 16,0 0 0-16,0 0 0 15,0 0-3-15,2 7-38 16,3 3-47-16,-2-2-2 0</inkml:trace>
  <inkml:trace contextRef="#ctx0" brushRef="#br1" timeOffset="88150.35">19469 4716 339 0,'0'0'6'0,"0"0"1"15,0 0 1-15,0 0 1 16,0 0 0-16,0 0 3 0,0 0 2 15,0 0 1-15,0 0-2 16,8 0-2-16,4 0 0 16,-3-5 0-16,4-2 0 0,4-5-1 15,1-1-2-15,-1-5-2 16,-2-1-1-16,0 2-1 16,-5-3-2-16,0 3-2 15,-5 2 0-15,-3 2 0 0,-2 1 0 16,0 12 0-16,-7-10 0 15,-3 10 0-15,0 7 0 16,0 8 0-16,1 1 0 0,-2 3 0 16,0 6 0-1,8-3 0-15,0 3 0 0,3-3 0 16,5 0 0-16,5-4 0 16,5-6 0-16,4-5 0 15,1-2 0-15,5-5 0 16,-2 0 0-16,1-5 0 0,0-4 0 15,2-1 0-15,-8 0 0 16,1 2 0-16,-6 4 0 16,-3-1 0-16,-10 5 0 0,7-5 0 15,-7 5 0-15,0 0 0 16,0 0 0-16,0 0 0 16,0 0 0-16,0 0 0 0,-2 7 0 15,-3 8 0-15,5 14-55 16,-12-9-36-16</inkml:trace>
  <inkml:trace contextRef="#ctx0" brushRef="#br1" timeOffset="90717.08">19620 7241 370 0,'0'0'8'0,"0"0"4"0,0 0 2 15,0 0 2-15,-5 0 2 16,5 0 0-16,0 0 1 16,0 0 1-16,0 0-8 15,0 0-8-15,0 0-4 0,-7 9 0 16,7-9 0-16,0 10 0 16,0-3 0-16,0 4 0 15,5 3 0-15,-3-1 0 16,3 7 0-16,0-5 0 0,0 2 0 15,-2 0 0-15,2 1 0 16,-3-8 0-16,3 5 0 16,-5-15-24-16,5 12-60 15,-5-12-4-15</inkml:trace>
  <inkml:trace contextRef="#ctx0" brushRef="#br1" timeOffset="91084.21">19439 7414 409 0,'0'0'4'0,"0"0"1"15,0 0 1-15,0 0 2 16,5-5 1-16,-5 5 2 0,17-7 0 15,1-1 2-15,-1 3-4 16,3-5 0-16,8 0-1 16,-3 1-2-16,1-1-3 15,2 0-3-15,-3 5 0 16,-3 0 0-16,-5 0 0 0,-4 0 0 16,-2 5 0-16,-11 0 0 15,17-5 0-15,-17 5 0 16,0 0 0-16,0 0 0 0,0 0 0 15,0 0 0-15,0 0 0 16,0 0 0-16,0 0 0 16,0 0-48-16,0 0-38 15,0 0-1-15</inkml:trace>
  <inkml:trace contextRef="#ctx0" brushRef="#br1" timeOffset="91449.61">19804 7191 459 0,'0'0'4'0,"0"0"2"16,0 0-1-16,0 0 0 0,0 0 0 16,7 6 0-16,-7-6 0 15,6 12 0-15,-1 0-3 16,2-2-2-16,5 2 1 15,1 3 1-15,-1-2-1 16,1-1 1-16,2-3-1 0,0 2 0 16,-3-7 1-16,-5 2-2 15,-7-6 0-15,16 2 0 16,-16-2 0-16,9-5 0 16,-9 5 0-16,3-19 0 0,-3 6 0 15,0-2 0-15,0 2 0 16,0-4 0-16,-3 5 0 15,1 2 0-15,-3 0 0 0,5 10-22 16,0 0-63-16,0 0-3 16</inkml:trace>
  <inkml:trace contextRef="#ctx0" brushRef="#br1" timeOffset="91784.37">20020 7241 423 0,'0'0'4'16,"0"0"1"-16,0 0 1 0,0 0 1 16,0 0 2-16,13 5 0 15,-13-5 1-15,17 0 1 16,-4 0-4-16,-1-5 0 16,8 0-1-16,0-5-1 15,-3 0-3-15,3-3-2 0,-2 1 0 16,-3-2 0-16,-5 0 0 15,-3 0 0-15,-7 4 0 16,0 0 0-16,-10 3 0 16,-3 4 0-16,1 3 0 0,-8 8 0 15,3 4 0-15,-1 8 0 16,4 2 0-16,3 6 0 16,5-4 0-16,6 3 0 0,12-6 0 15,10-5 0-15,3-8 0 16,17 2-2-16,5-10-82 15,3-10-3-15</inkml:trace>
  <inkml:trace contextRef="#ctx0" brushRef="#br1" timeOffset="96334.06">11081 6953 200 0,'-5'10'3'0,"-8"8"4"15,-4 11 2-15,-6 6 1 16,-2 17 3-16,-7 14 1 15,-3 12 3-15,-7 16 2 0,0 7-2 16,5 4-1-16,4 11 0 16,-1 5-1-16,4 5-1 15,5 3 0-15,5 6-3 0,3 5-2 16,9 2 0-16,6 4-1 16,2 1-2-16,10 3 1 15,7 1 0-15,10 4-1 16,5 0 0-16,11-2 0 15,6-2 0-15,11 1-2 0,8-4 1 16,8-9-1-16,7-5-1 16,11-6 1-16,5-11-1 15,11-13-1-15,3-10 2 0,14-10-1 16,-3-17-1-16,6-12 0 16,7-13 0-16,-4-20 0 15,5-12 0-15,-5-13 0 16,5-16 0-16,-7-19-2 0,0-16 0 15,-2-12 0-15,1-14 0 16,-8-11 0-16,-6-11 0 16,-4-15 0-16,-5-11 0 15,-7-4 0-15,-10-14 0 0,-9-3 0 16,-17-9 0-16,-4-3 0 16,-12-7 0-16,-14-3 0 15,-13-3 0-15,-14-2 0 16,-7-4 0-16,-11 3 0 15,-10 0 0-15,-13 0 0 0,-8 3 0 16,-7 9 0-16,-8 1 0 16,-10 9 0-16,-6 6 0 15,-5 9 0-15,-14 15 0 0,-5 9 0 16,-11 8 0-16,-6 15 0 16,-7 13 0-16,-14 13 0 15,-3 10 0-15,-9 12 0 16,-2 14 0-16,-6 11 0 15,1 20 0-15,0 10 0 0,0 25 0 16,5 18 0-16,2 39 0 16,6 25 0-16,10 39-55 15,1 39-36-15</inkml:trace>
  <inkml:trace contextRef="#ctx0" brushRef="#br1" timeOffset="97767.19">6578 11128 97 0,'0'0'5'0,"0"0"7"16,0 0 2-16,0 0 6 0,0 0 3 16,0 0 4-16,-10-6 0 15,10 6 1-15,0 0-8 16,0 0-5-16,0 0-3 15,0 0-3-15,6 0-4 16,6 0-3-16,8-2-1 0,-1-3 0 16,16-4 4-16,3-4-2 15,10-7-1-15,3-5-1 16,16-5-1-16,4-4 1 0,10-6-1 16,3-3 1-16,11-3-1 15,-1-3 0-15,8-4 1 16,7 1 1-16,-2-2-1 15,-2-3 0-15,1-1-1 16,-2 2 1-16,3-3-1 0,5-1 1 16,-10 6 0-16,-3 0-1 15,-4 6 1-15,-6 4-1 16,-6 4 0-16,-9 10-1 0,-12-2 0 16,-7 9-3-16,-13 9-1 15,-13-1-8-15,-8 0-43 16,-7 9-11-16</inkml:trace>
  <inkml:trace contextRef="#ctx0" brushRef="#br1" timeOffset="98333.6">6606 11082 141 0,'0'0'2'0,"12"-4"2"16,-2-1 0-16,10-3 4 0,10-4-1 15,2-8 3-15,12-5 0 16,9-2 4-16,14-3 1 15,5-3 0-15,10-9-1 16,7 3-1-16,5-5 2 0,7 0 0 16,5-9 0-16,11 4-3 15,-6-5-1-15,4-1-3 16,-3-2-1-16,2 0-1 16,-5 5-1-16,-5 0 0 15,-12 7-2-15,-7 3 1 0,-16 8-1 16,-9 4 1-16,-10 8 2 15,-15 7 2-15,-13 5 0 16,-7 0-2-16,-15 10-3 0,0 0-5 16,0 0-13-16,-17 17-37 15,-6-2-21-15</inkml:trace>
  <inkml:trace contextRef="#ctx0" brushRef="#br1" timeOffset="98784.33">6924 10909 256 0,'9'0'4'0,"7"-5"2"16,5 1 1-16,15-6 3 16,6-5 0-16,13-5 2 15,12-10 1-15,15-5 1 0,12-9-4 16,8-1 0-16,8-7-1 15,6-2 1-15,10-6-3 16,4 3 2-16,-3 0-2 16,-1 4 0-16,-11 3 2 0,-6 3-1 15,-12 4 0-15,-13 11-2 16,-19 5 2-16,-13 9 0 16,-15 4 1-16,-9 3-1 0,-14 9-4 15,-14 2-5-15,0 5-9 16,-19 13-45-16,-6-3-25 15,-10 2-5-15</inkml:trace>
  <inkml:trace contextRef="#ctx0" brushRef="#br1" timeOffset="99403.19">7579 10350 319 0,'0'0'7'0,"0"-10"2"0,0 10 2 16,3-12 2-16,-3 12 2 15,2-10 1-15,-2 10-1 0,2-11-1 16,-2 11-6-16,0 0-3 15,-4 15-1-15,-4 6-2 16,-1 4-2-16,-7 4 0 16,0 6 0-16,-5 4 0 15,-1 5 0-15,-6-2 1 0,2 1 0 16,-2-9 0-16,1-1 0 16,2-6 1-16,5-8 0 15,3-4 0-15,1-5 1 0,9-2-1 16,7-8 0-16,0 0 1 15,0 0 0-15,20-3-1 16,2-3 1-16,8 0 0 16,13-1 1-16,11-5 0 0,9 1 0 15,11 2 0-15,0 1 0 16,6 0 0-16,0 6-1 16,-6 0 0-16,-2 2-1 15,-5 0-1-15,-8 2-4 0,-4 8-18 16,-7-2-61-16,-13-4-4 15</inkml:trace>
  <inkml:trace contextRef="#ctx0" brushRef="#br1" timeOffset="107400.04">4938 10607 464 0,'-12'-7'0'0,"-8"0"0"15,-15-1 0-15,-5 3 0 0,-14 3 0 16,-11 4-1-16,-9 15 0 15,-13 18-1-15,0 25 1 16,4 24 0-16,2 30 1 16,1 22-1-16,6 27 1 0,12 20 0 15,12 21 1-15,10 4 0 16,18 8 1-16,47 68 9 31,27-52 2-31,27-17 0 16,23-27 0-16,23-24-13 15,-125-164 0-15</inkml:trace>
  <inkml:trace contextRef="#ctx0" brushRef="#br1" timeOffset="107567.09">4355 13083 511 0,'148'131'0'0,"22"-30"0"0,16-29 0 0,-22-101 0 16,7 11 0-16,-2-25 0 0,-2-15 0 15,-8-24 0-15,-10-22 0 16,-15-18 0-16,-12-14 0 16,-18-15 0-16,-24-13 0 0,-16-17 0 15,-20-4 0-15,-21-14 0 16,-18-1 0-16,-22-3 0 15,-45-28 0 1,-20 11 0-16,-25 19 0 16,-19 20 0-16</inkml:trace>
  <inkml:trace contextRef="#ctx0" brushRef="#br1" timeOffset="112216.9">6086 15443 185 0,'0'0'4'16,"0"0"3"-16,12 15 2 15,-4-5 2-15,5 2 2 16,-1 3 0-16,8 6 1 16,3 3 0-16,6 2-2 0,-2 1-4 15,9 7 0-15,5-3-4 16,4 7-1-16,5-5 0 0,0 8-2 16,4-2 0-16,3 6 0 15,3 10 0-15,2-3 1 16,-5 5 0-16,10 5 0 15,6 1-1-15,1 2 2 0,2 0-2 16,4 2-1-16,3-3-2 16,4 5 0-16,-1 1 1 15,11-4 0-15,-2 4 1 16,7-3 0-16,-1 2 0 16,7 0 1-16,5 1 2 0,-56-36-5 15,6 7 2-15,3-2 0 16,7 5-1-16,-4 0 1 15,9 6 0-15,-1 0-2 16,2 2-4-16,-2 1-1 0,5 1-8 16,0 0-11-16,2 6-32 15,-4-3-9-15</inkml:trace>
  <inkml:trace contextRef="#ctx0" brushRef="#br1" timeOffset="113783.99">6011 15376 324 0,'0'0'4'0,"0"0"1"15,0 0 0-15,0 0 2 0,0 0 3 16,0 10 0-16,0 0 2 15,0 5 0-15,3 3-4 16,-3 3-1-16,0 4 0 16,6 2-3-16,-6 4-1 0,2-2 0 15,3 2-1-15,-3 3 1 16,1-3-1-16,-3 2 1 16,0-1 0-16,0-3 1 15,-8 0-2-15,4-4 1 0,-2 0-1 16,3-4 0-16,-1-5-1 15,1-3 0-15,3-2 1 16,0-11-1-16,-2 7 0 16,2-7 0-16,0 0 0 0,-10-3 1 15,10 3 0-15,-11-17-1 16,6 2 1-16,-2-2 0 16,0-3 0-16,-3-5 0 15,2 0 0-15,1-4 0 0,0-4 0 16,-1 1 1-16,1-3 0 15,2 3-1-15,0-2 1 16,-1 1 0-16,5 4 1 0,-5-1 0 16,1 8 0-16,3-3 0 15,-5 8-1-15,4 2 1 16,1 2-4-16,-3 6 0 16,5 7 0-16,-6-10 0 15,6 10 0-15,0 0 0 16,0 0 0-16,0 0 0 0,0 0 0 15,0 0 0-15,0 0 0 16,0 0 0-16,0 0 0 16,0 0 0-16,0 0 0 0,0 0 0 15,0 0 0-15,0 0 0 16,0 0 0-16,0 0 0 16,0 0 0-16,0 0 0 15,0 0 0-15,0 0 0 0,0 0 0 16,0 0 0-16,0 0 0 15,0 0 0-15,6-5 0 16,-6 5 0-16,0 0 0 0,12-3 0 16,-12 3 0-16,12 0 0 15,-1 0 0-15,-4 0 0 16,5 0 0-16,3 6 0 16,2-2 0-16,5 4 0 15,4 2 0-15,4 0 0 0,4 2 0 16,8 1 0-16,3-1 0 15,8 0 0-15,1-2 0 16,-2 3 0-16,6-3 0 16,-4 2 0-16,0-2 0 0,-4-1 0 15,-2 0 0-15,-6-2 0 16,-5-3 0-16,-7 1 0 16,-5 0 0-16,-7-1 0 15,-4 0 0-15,-14-4 0 0,12 2 0 16,-12-2 0-16,0 0 0 15,0 0 0-15,0 0 0 16,0 0 0-16,-8 0 0 0,8 0 0 16,-11-2 0-1,11 2 0-15,-18 0 0 0,18 0 0 16,-10-4 0-16,10 4 0 16,0 0 0-16,0 0 0 15,-9 0 0-15,9 0 0 16,0 31-26-16,0-31-65 0,12 10-2 15</inkml:trace>
  <inkml:trace contextRef="#ctx0" brushRef="#br1" timeOffset="115967.05">8819 17387 337 0,'0'0'5'0,"0"0"3"0,0 0 2 16,0 0 1-16,0 0 2 0,-10-2-1 16,10 2 1-16,0 0 0 15,-9 10-4-15,6 1-2 16,0 3-1-16,1 0-2 15,0 4 0-15,2-3 0 16,0 5-1-16,0-1 0 0,7-1-1 16,-2 4 0-16,7-5 0 15,1-1 1-15,-1-2 0 16,4-3 0-16,-2 0 1 16,4-6 0-16,-1-2 1 0,-2-6-1 15,-3-5 0-15,1-3 0 16,-4-4 0-16,-3-5-1 15,-4-3-1-15,-2 1-2 0,-8 0 0 16,-1 2 0-16,-6 3 0 16,-3 3 0-16,-6 0 0 15,1 4 0-15,-2 6 0 16,0 1 0-16,1 3 0 16,1 3 0-16,1 4 0 0,5 6 0 15,1 1 0-15,7 1 0 16,4 5 0-16,2-3 0 15,3 1 0-15,6-4 0 0,3 2 0 16,6-7 0-16,2 4 0 16,1-6 0-16,4-4 0 15,-4-3 0-15,1 0 0 16,-1-10 0-16,-3 0 0 0,-5-2 0 16,-3-6 0-1,-5 3 0-15,-2-2 0 0,0 0 0 16,-7-1 0-16,-5 5 0 15,-3 1 0-15,-3 5 0 16,1 0 0-16,-3 4 0 16,1 3 0-16,-2 0 0 0,4 10 0 15,2 2 0-15,6 3 0 16,-2 8 0-16,7-1 0 16,4 0 0-16,0 3 0 0,15-2 0 15,-4-4 0-15,10 1 0 16,-2-5 0-16,6-3 0 15,0-2 0-15,0-7 0 16,3-3 0-16,-7 0 0 16,4-8 0-16,-7-7 0 0,-1-2 0 15,-6-6 0-15,-5 1 0 16,-3-3 0-16,-3 1 0 16,-7 4 0-16,-6 3 0 15,-4-1 0-15,-3 5 0 0,-5 6 0 16,3 6 0-16,-3 1 0 15,2 0 0-15,1 8 0 16,5 5 0-16,-1 7 0 0,11 5 0 16,0-1 0-16,7 4 0 15,2-1 0-15,8-2 0 16,10-3 0-16,-1-2 0 16,9-3 0-16,-3-5 0 0,5-3 0 15,-3-8 0-15,0-1 0 16,-1-7 0-16,-5-5 0 15,-3-6 0-15,-6-4 0 16,-7-3 0-16,-5-2 0 16,-5 2 0-16,-9 0 0 0,-9 5 0 15,-7 6 0-15,0-1 0 16,-7 7 0-16,0 4 0 16,0 4 0-16,-1 0 0 15,3 7 0-15,3 6 0 0,5 7 0 16,2-1 0-16,8 8 0 15,10 3 0-15,4-3 0 16,6 1 0-16,9-6 0 16,8-3 0-16,4-3 0 0,3-7 0 15,3 1 0-15,2-7 0 16,1-3 0-16,-4-3 0 16,-1-9 0-16,-3-2 0 15,-7-9 0-15,-1-2 0 0,-13-2 0 16,-1-5 0-16,-3 7 0 15,-12-5 0-15,-5 8 0 16,-6 2 0-16,-4 3 0 16,2 7 0-16,-5-1 0 0,-2 11 0 15,4 0 0-15,1 0 0 16,5 13 0-16,2 7 0 16,6 0 0-16,8 5 0 15,6 4 0-15,0-1 0 0,13-7 0 16,6 4 0-16,6-2 0 15,2-6 0-15,3-2 0 16,5-5 0-16,0-7 0 16,-3-2 0-16,0-1 0 15,-2-7 0-15,-5-11 0 0,-5-3 0 16,-5-4 0-16,-8-5 0 16,-7 1 0-16,0-1 0 15,-12 2 0-15,-8 2 0 16,-4 1 0-16,-6 6 0 0,-2-2 0 15,-4 11 0-15,1 3 0 16,1 7 0-16,4 0 0 16,0 5 0-16,8 10 0 0,2 7 0 15,6 3 0-15,13 2 0 16,1 0 0-16,8 3 0 16,9-5 0-16,3-3 0 15,5-1 0-15,5-5 0 16,-3-6 0-16,5 0 0 0,-5-8 0 15,-1-2 0-15,-2-9 0 16,-4-7 0-16,-3 3 0 16,-9-11 0-16,-5 5 0 15,-3 19-50-15,-11-23-38 0,-8 2-2 16</inkml:trace>
  <inkml:trace contextRef="#ctx0" brushRef="#br1" timeOffset="116633.01">8517 16647 379 0,'0'0'7'0,"0"0"1"0,0-10 2 15,0 10 2-15,4-13 1 16,-4 13 0-16,10-12 2 0,-10 12-1 16,18-13-5-16,-6 9-2 15,11-1-2-15,2 2-1 16,4 1-2-16,11 0 0 15,10-1 0-15,4 3-1 0,8 0-1 16,8 7 1-16,2 4-2 16,4 0 2-16,4 7-1 15,3 7 2-15,-2 4-1 16,-1 7 1-16,-3 5 0 16,0 6-2-16,-5 8 0 0,-3 4 0 15,-3 6 0-15,-38-31 0 16,6 6 0-16,-4 2 0 15,4 3 0-15,-4 2 0 16,1 0 0-16,0-3 0 0,1 3 0 16,-2 0 0-16,0-4 0 15,-2-1 0-15,1 0 0 16,-5-8 0-16,4 4 0 16,-5-10-17-16,-3 3-69 15,-1-8-3-15</inkml:trace>
  <inkml:trace contextRef="#ctx0" brushRef="#br1" timeOffset="117500.44">8273 18039 306 0,'0'0'6'0,"0"0"5"0,0 0 1 16,0 0 3-16,0 0 1 15,0 0 1-15,0 0 0 16,0 0 1-16,0 0-6 15,0-5-3-15,0 0-3 16,0 0-1-16,0 0 0 16,17-10-1-16,-4 15 0 0,36 10 0 15,-26-2 0 1,6 4 0-16,-1 3-1 0,14 0 1 16,45 14-2-16,-32-16 1 15,2-3 0-15,8 0-2 16,1-3 0-16,6-4 0 15,3-3 0-15,2 0 0 16,3-5-1-16,2-8 1 0,-3 1-1 16,3-3 1-16,0-8 1 15,-5 4 1-15,0-8-1 16,-2 3 1-16,-3-1 1 16,-8-3-4-16,-2 3 0 0,-5 0 0 15,-9 0 0-15,-1 3 0 16,-7 5 0-16,-5-1 0 15,-5 1 0-15,-6 2 0 16,-4 1 0-16,-2 3 0 0,-6 4 0 16,-3 0 0-16,-9 7 0 15,11-5 0-15,-11 5 0 16,0 0 0-16,0 0-58 16,0 0-30-16,0-13 1 0</inkml:trace>
  <inkml:trace contextRef="#ctx0" brushRef="#br1" timeOffset="118811.14">8728 15502 343 0,'0'0'4'0,"0"0"4"0,0-9 3 0,0 9 2 16,0-16 3-16,5 9 0 16,0-3 1-16,-1 0 0 15,6-3-2-15,5 5-4 16,5 0-3-16,9 3-1 0,12 1-3 16,10 4-1-16,12 4 0 15,12 6 0-15,14 4-1 16,10 6 0-16,11 7-1 15,6 9 0-15,6-1 0 0,5 13 1 16,-1 4-1-16,4 8 1 16,-10 9-2-16,-2 11 0 15,-6 4 0-15,-2 5 0 0,-11 5 0 16,-7 2 0-16,-7 1 0 16,-11 0 0-16,-10-5 0 15,-10-3 0-15,-4-10 0 16,-16-5 0-16,-8-9 0 0,-6-7 0 15,-8-10 0-15,-8-9 0 16,-2-9 0-16,-2-7 0 16,-6-13 0-16,-6-5 0 15,0-5 0-15,-6-10 0 16,2-10 0-16,-7-5 0 0,0-7 0 16,-7-8-2-16,-2-4-4 15,0-9 0-15,-7-5 0 16,-2-3 1-16,-1-2 2 15,-5-5 0-15,0-1 1 0,-3-2 1 16,-2-2 1-16,-3 1-1 16,0 1 1-16,-2-1-1 15,-3-3 1-15,-2 3 0 0,0 3 1 16,-7 5 0-16,2 1 0 16,0 5 1-16,-8 4 0 15,3 4 1-15,3 3-1 16,-4 5 1-16,2 4-1 15,1 4 0-15,3-4 0 0,3 6-1 16,9 2 0-16,5 3 1 16,3 4-1-16,9-1-1 15,6 7 2-15,4 2-1 16,7 2-1-16,8 5 1 0,1 2-1 16,5 1 0-16,7 5 0 15,0 0 0-15,0 0 0 16,9 0 0-16,8 0-1 15,13 7 1-15,10 5 0 0,8 4 1 16,21 6 0-16,10 5 1 16,13 8-1-16,10 7 1 15,15 7-2-15,5 9 0 0,7 6 0 16,3 8 0-16,-1 9 0 16,3 9 0-16,-12 4 0 15,2 7 0-15,-12 3 0 16,-8 5 0-16,-14 1 0 15,-8-2 0-15,-12-2 0 0,-13-3 0 16,-13-7 0-16,-6-9 0 16,-16-6 0-16,-7-9 0 15,-8-10 0-15,-7-13 0 16,-2-9 0-16,-5-11 0 0,-4-6 0 16,-1-10 0-16,0-11 0 15,-3-2 0-15,5-10 0 16,-3-9 0-16,6-1 0 15,-3-10-53-15,3-2-37 0,4-6-3 16</inkml:trace>
  <inkml:trace contextRef="#ctx0" brushRef="#br1" timeOffset="122433.24">6538 13776 296 0,'0'0'5'0,"0"0"2"16,0 0 4-16,0 0 4 0,0 0 1 16,-7-8 4-16,7 8 1 15,-7-12 1-15,7 12-3 16,-8-13-3-16,6 3-2 0,-4 0-3 16,1 3-2-16,-2-2-2 15,0-1-1-15,0-3-1 16,-4 3 0-16,1-5-2 15,1 0 0-15,-4 4-3 0,-2-6 0 16,2 1 0-16,-1-4 0 16,-1 5 0-16,3-3 0 15,-6 4 0-15,1-1 0 16,-3 0 0-16,3 3 0 0,-3-1 0 16,-1 1 0-16,-4-1 0 15,4 4 0-15,-4-1 0 16,4 3 0-16,-6-4 0 15,5 4 0-15,-3 0 0 0,0 2 0 16,3-3 0-16,-2 3 0 16,-1 0 0-16,2-2 0 15,-2 1 0-15,2 2 0 16,-3 0 0-16,-2-2 0 16,1 1 0-16,-5 2 0 0,2-1 0 15,-5 1 0-15,0-1 0 16,0 1 0-16,-2 0 0 15,0 3 0-15,0-2 0 0,4-1 0 16,-1 3 0-16,-2 0 0 16,1 0 0-16,3 0 0 15,-5 0 0-15,2 3 0 16,0 2 0-16,-4-2 0 0,4 1 0 16,-2-1 0-16,0 4 0 15,-1-2 0-15,-1 2 0 16,-1 0 0-16,0 2 0 15,1 0 0-15,-7 4 0 0,7 1 0 16,-1 2 0-16,-2-4 0 16,0 7 0-16,2-1 0 15,-3 2 0-15,-1-2 0 16,-1 1 0-16,0 3 0 0,0-2 0 16,-1 2 0-16,3-3 0 15,-2 2 0-15,-1 1 0 16,4 1 0-16,4-2 0 15,-2 4 0-15,2-2 0 16,4 4 0-16,-3-2 0 0,4 2 0 16,-1 5 0-16,-1-4 0 15,0 4 0-15,3-2 0 16,0 2 0-16,0-2 0 0,-4 4 0 16,6-2 0-16,0 0 0 15,0 1 0-15,4 1 0 16,-1 1 0-16,-1 0 0 15,1 2 0-15,2 0 0 0,-3 0 0 16,3 0 0-16,-1 3 0 16,1-3 0-16,2 0 0 15,-2 4 0-15,2-7 0 16,2 5 0-16,0-2 0 0,1 0 0 16,-1 1 0-16,0 2 0 15,1-1 0-15,1-1 0 16,1-2 0-16,4-1 0 15,-2 0 0-15,4-4 0 0,-1 5 0 16,4-4 0-16,0-3 0 16,1 4 0-16,-1-3 0 15,2 2 0-15,0 0 0 16,0 1 0-16,1-2 0 0,1 4 0 16,3-3 0-16,-1 1 0 15,-1-1 0-15,1 0 0 16,1 0 0-16,-1 1 0 15,3-1 0-15,-2-3 0 16,2 4 0-16,-2 1 0 0,2-2 0 16,0 4 0-16,0-3 0 15,0 4 0-15,2-2 0 16,0 5 0-16,1-1 0 16,-1 2 0-16,1-2 0 0,1-2 0 15,1 6 0-15,-2-7 0 16,1 7 0-16,5-7 0 15,0 2 0-15,-2 2 0 0,4-8 0 16,1 7 0-16,-2-2 0 16,5-2 0-16,-3 3 0 15,1-6 0-15,6 0 0 16,-6 3 0-16,4-6 0 0,-1 4 0 16,1-4 0-16,-4-7 0 15,3 3 0-15,0-3 0 16,1-4 0-16,0-4 0 15,0 4 0-15,-1-8 0 16,2 0 0-16,-6 0 0 0,-3 2 0 16,4-5 0-16,-3-1 0 15,-1-2 0-15,-9-4 0 16,13 8 0-16,-13-8 0 0,0 0 0 16,10 6 0-16,-10-6 0 15,0 0 0-15,0 0 0 16,0 0 0-16,0 0 0 15,0 0 0-15,0-6-18 16,-12-2-65-16,12 8-8 0</inkml:trace>
  <inkml:trace contextRef="#ctx0" brushRef="#br1" timeOffset="123083.78">3117 16570 309 0,'0'0'4'0,"0"0"1"16,0 0 4-16,0 0-1 15,4 7 3-15,-4-7 2 16,0 0 4-16,16 10 1 0,-16-10-4 16,18 19 0-16,-6-8-2 15,8 6-1-15,2 1-1 16,5 2-3-16,5 1-1 16,5 4-1-16,4-2 0 0,1-1-1 15,3 2-1-15,-1 0 1 16,0-2-1-16,-1 3 1 15,-3-3-2-15,-1 0 1 16,-3 0 0-16,-4-2-1 16,0-3 1-16,-10 1-1 15,-2-4-2-15,1-1 0 0,-7-1 0 16,-3-4 0-16,-11-8 0 16,9 10 0-16,-9-10 0 0,0 0 0 15,0 0 0-15,0 0 0 16,-5-7 0-16,5 7 0 15,-15-16 0-15,8 4 0 16,-7-1 0-16,5-3 0 0,0-5 0 16,-1-6 0-1,-1 1 0-15,4-10 0 0,-3-3 0 16,6-5 0-16,-2-6 0 16,1-3 0-16,0 1 0 15,3 3 0-15,-1 0 0 0,1 6 0 16,0 6 0-16,-1 9 0 15,3 9 0-15,-6 4 0 16,6 15 0-16,-7-15 0 16,7 15-86-16,-2-14-7 0</inkml:trace>
  <inkml:trace contextRef="#ctx0" brushRef="#br1" timeOffset="128833.89">1838 4810 401 0,'0'0'6'0,"0"0"2"0,-8-9 2 16,8 9 1-16,-13-8 1 15,13 8 0-15,-14-2 0 16,3 2-1-16,4 12-5 0,-3 5-3 15,6 5-1-15,1 9-2 16,3 6 0-16,3 2-1 16,4 3 1-16,7 5-1 15,2-7 0-15,6-1 1 0,2-6 0 16,4-8-1-16,2-11 1 16,-3-6 1-16,3-10-1 15,-3-11 1-15,3-12 1 16,-5-7 2-16,-5-5 0 0,-3-3 1 15,-5-4-1-15,-9-1-4 16,-3-3 0-16,-10 7 0 16,-10-1 0-16,-8 5 0 15,-3 5 0-15,-7 9 0 0,-4 3 0 16,0 15 0-16,-3 5 0 16,3 15 0-16,2 10 0 15,5 8 0-15,11 9 0 16,-1 5 0-16,14 4 0 15,9 4 0-15,7 0 0 0,13-1 0 16,9-7 0-16,8-7 0 16,4-8 0-16,11-10 0 15,-3-15 0-15,1-7 0 16,-4-9 0-16,1-15 0 0,-8-4 0 16,-4-7 0-16,-8 0 0 15,-11-7 0-15,-3 2 0 16,-11-2 0-16,-5 5 0 0,-15-3 0 15,-13 9 0-15,1-4 0 16,-10 10 0-16,-3 10 0 16,1 5 0-16,-4 10 0 15,5 13 0-15,6 9 0 16,11 10 0-16,3 10 0 0,10 3 0 16,8-1 0-16,5-2 0 15,13-3 0-15,6-5 0 16,11-10 0-16,0-9 0 15,8-15 0-15,-1-5 0 0,0-15 0 16,-2-10 0-16,-3-7 0 16,-4-7 0-16,-8-1 0 15,-8-4 0-15,-10 6 0 0,-9 2 0 16,-11 6 0-16,-9 10 0 16,-8 10 0-16,-2 12 0 15,-5 12 0-15,-3 15 0 16,6 11 0-16,8 9 0 0,7 6 0 15,12 4 0-15,7-2 0 16,10-2 0-16,9-11 0 16,16-12 0-16,0-6 0 15,7-14-10-15,3-7 0 16,-3-10 0-16,0-10 0 0,-2-1 2 16,-5-4 1-16,-10 0 3 15,-5 0-1-15,-12 5 2 16,-3 4 2-16,-8 9 0 15,-7 5 1-15,-10 2 0 0,0 9 0 16,3 7-4-16,0-2-11 16,-1 6-63-16,5-1-2 15</inkml:trace>
  <inkml:trace contextRef="#ctx0" brushRef="#br1" timeOffset="130100.29">1275 5415 302 0,'0'0'4'0,"0"0"4"0,0 0 3 15,0 0 2-15,0 0 2 16,0 0 4-16,-7-12 1 16,5-3 0-16,2-6-2 0,0 0-4 15,-3-14-1-15,-2-7-2 16,3-10-1-16,-3-8-2 15,3-19-1-15,-1-10-1 0,3-22-1 16,0-19-1-16,5-15-1 16,10-14-3-16,2-9 0 15,11-9 0-15,-1 4 0 16,10-2 0-16,5 3 0 16,4 16 0-16,5 10 0 0,-1 13 0 15,0 16 0-15,-3 13 0 16,-2 14 0-16,-8 26 0 15,-2 12 0-15,-10 12 0 0,-8 18 0 16,-4 11 0-16,-13 11 0 16,0 0 0-16,7 7 0 15,-9 11 0-15,-11 5 0 16,-2 6 0-16,-3 9 0 16,-6 7 0-16,-9 9 0 0,1 11-5 15,-8 8-1-15,-2 8 0 16,-3 11-1-16,-2 9 1 15,-5 5 2-15,5 8 0 0,-3 8 1 16,0 7 1 0,6 1 0-16,-1 5 0 0,8 3 1 15,4 3 1-15,3-5 0 16,11 2 1-16,1-11-1 16,11-7 0-16,0-12 1 0,7-11 0 15,0-10 0-15,2-13-1 16,3-12 0-16,0-10 0 15,-3-10 1-15,3-11 0 16,0-6 0-16,-5-9 0 0,1-6 1 16,-1-10-1-16,0 0 2 15,7-7 0-15,-4-12-1 16,-1-9-1-16,-2-12 2 0,5-12-1 16,-5-15 0-16,5-17 0 15,-1-20-1-15,4-19 2 16,5-15-1-16,3-18 1 15,10-9 0-15,3-9-1 0,8-4 1 16,6-1-1-16,2 6-2 16,7 10 0-16,-2 12 0 15,4 9 0-15,-9 21 0 16,2 12 0-16,-7 17 0 16,-2 16 0-16,-6 19 0 0,-10 14 0 15,-5 13 0-15,-1 11 0 16,-9 12 0-16,-7 7 0 15,0 0 0-15,0 16 0 16,-5 1 0-16,-3 6 0 0,-4 0 0 16,5-1 0-16,-6 0-11 15,5 5-25-15,6-4-51 16,-5-1-1-16</inkml:trace>
  <inkml:trace contextRef="#ctx0" brushRef="#br1" timeOffset="131151.4">1762 2704 370 0,'0'0'7'0,"0"0"5"0,0 0-1 16,0 0 2-16,0 0-1 0,0 0 1 15,0 0-1-15,0 0 1 16,0 13-7-16,9 8-3 16,5 4-1-16,9 6-1 15,3 14 1-15,10 10 0 0,3 11 2 16,3 8 0-16,8 11 1 15,3 9-1-15,-4 7 1 16,8 8 0-16,3 3 0 0,-1 4-5 16,4 6 0-16,1-6 0 15,3 4 0-15,-5-8 0 16,-5 1 0-16,3-5 0 16,-12-9 0-16,-6-5 0 15,-8-4 0-15,-9-11 0 0,-7-10 0 16,-11-4 0-16,-4-11 0 15,-3-12 0-15,-5-12 0 16,-10-5-2-16,0-13-3 16,-5-9 0-16,3-6 0 0,-6-14 0 15,0-13 1-15,-1-13-1 16,2-8-2-16,-8-18-1 16,5-11-5-16,-5-11-13 15,2-18-30-15,-1-6-14 0,-3-5 10 16,-3-10 24-16,-8 0 18 15,4 1 14-15,-5-1 12 16,1 10 17-16,-2 3 35 16,-5 10 12-16,6 8-11 0,1 12-23 15,1 13-14-15,5 12-10 16,3 15-4-16,4 7-3 16,5 15-1-16,2 9-2 15,6 8-4-15,7 3 0 0,7 10 0 16,3 15 0-16,13 18 0 15,9 13 0-15,10 18 0 16,10 21 0-16,14 16 0 16,8 16 0-16,8 6 0 15,0 9 0-15,5-4 0 0,-3-4 0 16,-1-3 0-16,-8-9 0 16,-7-6 0-16,-5-11 0 0,-10-6 0 15,-4-13 0-15,-9-6 0 16,-7-16 0-16,-4-12 0 15,-8-12 0-15,-7-18 0 16,-4-17 0-16,-7-5 0 0,-8-21 0 16,-8-17 0-16,-1-14 0 15,-14-13 0-15,3-10 0 16,-9-15 0-16,1-2 0 16,-2-7 0-16,-2-2 0 15,8 4 0-15,-3 3 0 0,7 5 0 16,3 12 0-1,2 11 0-15,5 10 0 0,7 20 0 16,1 8 0-16,7 19 0 16,10 14 0-16,0 22 0 0,8 19 0 15,16 27 0-15,9 16 0 16,4 12 0-16,10 17 0 16,6 2 0-16,1 2 0 15,0-5 0-15,-4-19-24 0,-10-5-63 16,-4-15-3-16</inkml:trace>
  <inkml:trace contextRef="#ctx0" brushRef="#br1" timeOffset="131916.53">314 5440 353 0,'0'0'4'0,"0"0"2"0,0 0 2 0,0-10 2 15,0-7 3-15,0-12 0 16,-3-13 3-16,3-16 1 16,0-19-3-16,0-20-1 15,3-16-2-15,8-21-2 0,-2-18-1 16,9-14-2-16,6-8-2 16,3-6-2-16,10-5 2 15,4-1-4-15,3 5 0 16,4 5 0-16,1 9 0 15,3 9 0-15,-1 10 0 0,0 14 0 16,-4 17 0-16,-4 22 0 16,-6 15 0-16,-8 20 0 15,-1 16 0-15,-8 19 0 0,-8 15 0 16,-12 10 0-16,11 5 0 16,-11 19-2-16,-5 10-5 15,-3 10-4-15,-7 10-7 16,-2 18-16-16,-5 15-52 15,-10 17 0-15</inkml:trace>
  <inkml:trace contextRef="#ctx0" brushRef="#br1" timeOffset="132467.13">322 4723 333 0,'-8'18'7'0,"-2"19"2"0,-4 11 3 16,-4 11 2-16,-2 8 1 15,1 3 1-15,-4 3-1 16,3 2 2-16,5-18-10 15,10-23 0-15,3-14-1 16,2-20-2-16,12-12 0 0,0-18 0 16,4-14 0-16,4-19 2 15,-1-10 0-15,4-25 0 16,-1-12-1-16,5-18 1 16,3-10-1-16,3-20-2 0,4-9-3 15,0-11 0-15,7-6 0 16,4-4 0-16,2 1 0 15,4 1 0-15,-2 5 0 16,1 15 0-16,-4 12 0 0,-1 20 0 16,-9 23 0-16,-2 24 0 15,-14 21 0-15,-3 23 0 16,-8 18 0-16,-12 25 0 0,5 7 0 16,-10 26 0-16,-7 9 0 15,-6 15 0-15,-1 12 0 16,-6 18 0-16,-3 5 0 15,-4 17-8-15,-3 7-3 16,-3 3-1-16,1 3-1 0,0-3 2 16,0-2-1-16,0-9 4 15,5-7 2-15,2-14 2 16,0-13 2-16,5-16 2 0,5-17 1 16,3-13 1-16,7-16 0 15,10-12 2-15,-10-27 1 16,12-12-1-16,8-17 1 15,8-15 2-15,4-13 0 16,6-13 0-16,7-5-2 0,4 6-5 16,3 4-9-16,3 8-46 15,-3 20-26-15,-3 19-4 16</inkml:trace>
  <inkml:trace contextRef="#ctx0" brushRef="#br1" timeOffset="134801.1">1693 8638 224 0,'0'0'10'0,"0"0"5"16,-9-3 4-16,9 3 5 15,-14-3 1-15,5 2 1 16,-1 1 0-16,-5-3 0 0,-2 3-8 16,2 0-6-16,-5 0-4 15,-2 0-3-15,-3 3-3 16,0 1 2-16,-3 4 0 16,-2 2 1-16,-2-3 1 0,5 3 0 15,-8 2 0-15,5-1 0 16,-5 1-1-16,3 2-1 15,-2-1-1-15,1 2 0 16,-1 2-2-16,-1 1 1 0,3-4-1 16,-1 6 0-16,1-3 0 15,0 3 0-15,2 3 0 16,-2-3-1-16,0 4 1 16,7 1-1-16,-3 0 1 0,-2 2 0 15,5 0 0-15,0 3-1 16,-1-3 0-16,6 3 1 15,-1 0-1-15,1 3 0 16,0-2 0-16,3 2-1 0,0 1 1 16,2 1-1-16,0 0 1 15,1 4 0-15,3-2 0 16,1 2 0-16,-2-1 0 0,2 4 0 16,-3-5 0-16,6 2 0 15,-3 4 0-15,2-6 0 16,-2 5 0-16,3-2 0 15,0 3 0-15,2-4 0 0,3 3 0 16,-4-3 0-16,6 1-1 16,0 0 1-16,0-3-1 15,0 5 1-15,2-5-1 16,4 0 1-16,1 3-1 16,3-2 1-16,-3 0 1 0,4 0-1 15,-4 1 0-15,5-2 1 16,1 0-1-16,-1 1 0 15,1-1 0-15,2 0-1 16,0-2 0-16,-1-1 0 0,4 1 0 16,1 0 1-16,2 2-1 15,1-5 0-15,-2 3 0 16,5-3 0-16,2 0 0 0,-2-5 0 16,5 7-1-16,2-10 1 15,0 5 1-15,-2-4 0 16,5 0 0-16,2 0 0 15,0 0 0-15,3-1 0 0,0 1 0 16,-1-2 1-16,4 2-1 16,-1-4 0-16,2 4 0 15,-1-5 1-15,2 2-1 16,2 0 0-16,-2-4 1 16,2 2-1-16,0 0 0 0,-2-6 1 15,4 1-1-15,-3 0 0 16,3-5 0-16,-2 3 1 15,3-4-1-15,2-1 0 16,0-2 1-16,-2 2-1 0,2-5 1 16,0 3 0-16,1-5-1 15,-4-1 1-15,6 0 0 16,-3-1-1-16,2-2 1 0,1-3-1 16,2-2 1-16,-2 2-1 15,0-4 1-15,-1 0-1 16,3 0 1-16,-2-5-1 15,0 4 0-15,5-6 1 16,-3 1-1-16,-1-7 0 0,4 4 1 16,-3-8-1-16,5-1 0 15,-2-2 0-15,0-5 0 16,-4 3 0-16,62-44 0 16,-63 36 0-16,-3 0 1 15,-5-4-1-15,2 0 1 16,-3-4 1-16,-7 2-1 15,-2-2 1-15,-5-2-2 0,-2 3 0 16,-6 0 0-16,-3 0 0 16,-4 0 0-16,-1 2 0 15,-4 1 0-15,-4-1 0 16,-1 3 0-16,-2 0 0 16,-3 0 0-16,-2 2 0 0,0 6 0 15,0 2 0-15,0 2 0 16,-2 6 0-16,0 6 0 15,-3 0 0-15,2 8 0 0,3 10 0 16,-5-10 0 0,5 10 0-16,0 0 0 0,0 0 0 15,0 0 0-15,0 0 0 16,0 0 0-16,0 0 0 0,0 0 0 16,0 0 0-16,0 0 0 15,0 0 0-15,0 0 0 16,0 0-7-16,0 0-21 15,0 0-31-15,0 0-28 16,0 0-2-16</inkml:trace>
  <inkml:trace contextRef="#ctx0" brushRef="#br1" timeOffset="135268.73">3671 9990 292 0,'0'0'10'0,"0"0"4"16,0 0 4-16,-10 9 0 0,10-9 3 15,0 0 1-15,-9 13-1 16,9-13 2-16,0 10-10 15,0-10-2-15,4 10-3 16,8-7 0-16,4-3-2 0,5-5 1 16,4-7-1-16,8-6 0 15,3-7 1-15,3 1-7 16,0-9 0-16,3 3 0 16,-4 1 0-16,-3-1 0 15,0 8 0-15,-8 2 0 0,-5 3 0 16,-6 4 0-16,3 6 0 15,-9 4 0-15,-10 3 0 16,9 13 0-16,-6 5 0 0,-1 4 0 16,-2 7 0-16,6 14 0 15,-3 3 0-15,6 11 0 16,3 5 0-16,4 1 0 16,0-4 0-16,7 0 0 15,-8-6-22-15,9-14-69 0,-1-9-3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11:47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16484 12678 245 0,'0'0'5'0,"0"0"0"16,0 0 2-16,0 0 1 15,0 0 3-15,0 0 3 16,0 0 0-16,0 0 2 16,0 0-3-16,3 5 0 0,-3-5-2 15,20 3 0-15,-5 0-1 16,7-3-4-16,9 2-1 15,11 0-1-15,9 1-2 16,4-2 0-16,14-1 0 16,9 0-1-16,9 0 1 0,7 0-1 15,8 0 0-15,5-4-1 16,7 2 1-16,8-3-1 16,2 0 1-16,0 0-1 0,3 0 0 15,5 0 1-15,-5 0-1 16,-1 0 1-16,-4 0 1 15,-13 2 0-15,-4 3 1 16,-6 0 0-16,-14 0 0 0,-11 0 1 16,-14 3-1-16,-10 2 2 15,-13-3-4-15,-5 1 2 16,-14 0-1-16,-6-1 0 16,-12-2 0-16,7 2 1 0,-7-2-1 15,0 0-1-15,0 0 1 16,0 0-3-16,0 0-2 15,0 0-3-15,0 0-5 16,-7 0-6-16,7 0-11 0,0 0-34 16,0 0-17-16</inkml:trace>
  <inkml:trace contextRef="#ctx0" brushRef="#br0" timeOffset="498.3">19004 12537 266 0,'0'0'7'0,"0"0"5"0,0 0 3 16,0 0 1-16,0 0 2 0,0 0 0 16,-11-4 1-16,11 4-1 15,0 0-6-15,0 0-3 16,0 0-2-16,9 4-1 16,4 0-1-16,1-1-1 0,6 5 2 15,2-3-2-15,10 2 1 16,-2 1-2-16,0-1-1 15,-3-2 0-15,1 5 0 16,-8-2-1-16,-6 1 0 16,-7 3 1-16,-3-1-1 15,-4 3 1-15,-8-1 0 0,-7 4-1 16,-5 2 1-16,-12 5 0 16,0 0 1-16,-8 1-1 15,-5 2 0-15,-2 3 1 0,0-3-1 16,0-4 1-16,4 2-4 15,6-8-6-15,12 0-19 16,15-5-54-16,3-4-2 0</inkml:trace>
  <inkml:trace contextRef="#ctx0" brushRef="#br0" timeOffset="3682.54">16463 12706 201 0,'0'0'8'15,"0"0"6"-15,0 0 7 16,0-15 6-16,0 15 3 16,0-23 3-16,0 6 1 0,-3-6 1 15,3-3-6-15,-2-12-7 16,2-10-5-16,0-3-6 15,0-11-3-15,0-9-3 0,0-11-1 16,2-7-1-16,1-3-1 16,2-7 1-16,-1 0-1 15,1 0 0-15,0 2-2 0,0 8 0 16,5 4 0-16,-2 2 0 16,-1 5 0-16,1 4 0 15,-4 5 0-15,2 4 0 16,-4 1 0-16,0 2 0 15,-2 5 0-15,0 9 0 0,0 4-2 16,0 5 1-16,0 4 2 16,0 8-1-16,0 2 2 15,0 6-2-15,0 3 0 16,0 4 0-16,0 2 0 0,0 10 0 16,0-12 0-16,0 12 0 15,0 0 0-15,0-11 0 16,0 11 0-16,0 0 0 0,0 0 0 15,0 0 0-15,0 0 0 16,0 0 0-16,0 0 0 16,0 0 0-16,0 0 0 15,0 0 0-15,0 0 0 0,0 0 0 16,0-8 0-16,0 8 0 16,0 0 0-16,0 0 0 15,0 0 0-15,-2-11 0 16,2 11 0-16,0 0 0 0,0 0 0 15,0 0 0-15,0 0 0 16,0 0 0-16,0 0 0 16,0 0 0-16,-8 5 0 15,8-5 0-15,-12 20 0 16,5-8 0-16,-3 6-2 0,-5 4 2 16,0 2 0-16,-3 1 0 15,4 3 0-15,-4-4 0 16,1 3 0-16,-1-2-1 15,2-3 1-15,5-5 0 0,-1 1 1 16,-1-5-1-16,6-6 0 16,7-7 0-16,-8 12 2 15,8-12-2-15,0 0 0 0,0 0 0 16,0-7 0-16,0 0 0 16,3-8 0-16,4-6 0 15,3 0 0-15,3-4 0 16,-1-6 0-16,8 0 0 0,-3-6 0 15,4 7 0-15,-2-4 0 16,-2 4 0-16,-1 5 0 16,-2 3 0-16,-3 4 0 15,-4 6 0-15,-2 2 0 16,-5 10 0-16,4-10 0 0,-4 10 0 16,0 0 0-16,0 0 0 15,3 7 0-15,-3 6 0 16,2 2 0-16,1 4 0 15,2 5 0-15,3 0 0 0,-1 5 0 16,5 1 0-16,1-3 0 16,4 1 0-16,1-3 0 15,2-3 0-15,1-5 0 16,4 3 0-16,0-10 0 0,-4 2-86 16,11-2-1-16</inkml:trace>
  <inkml:trace contextRef="#ctx0" brushRef="#br0" timeOffset="4684.22">19832 12554 448 0,'0'0'4'0,"0"0"2"0,0 0 1 16,0 0 1-16,0 0-1 15,-8 0 1-15,8 0-1 16,-17 18 1-16,5 1-4 0,-9 4-3 15,2 4 0-15,-6 8-1 16,-5-3 0-16,3 3-1 16,-1 0-1-16,3-5-1 15,0-1-4-15,4-7-7 0,3-4-15 16,3 3-50-16,2-8-5 16</inkml:trace>
  <inkml:trace contextRef="#ctx0" brushRef="#br0" timeOffset="4999.08">19583 12589 411 0,'0'0'6'0,"0"0"2"0,0 0 1 15,0 0 1-15,0 0 1 16,0 0 1-16,0 0 1 15,12 13 0-15,-1 1-5 0,6 4-2 16,0 1-2-16,6 4-4 16,4 2 0-16,0-4 0 15,3 0 0-15,-3-2 0 16,1-1 0-16,-3-3 0 0,-3-5 0 16,-2 0 0-16,-5-3 0 15,-3-2 0-15,1 0 0 16,-13-5 0-16,12 2 0 15,-12-2 0-15,0 0 0 16,0 0-3-16,3-5-22 0,-3 5-52 16,0-13-10-16</inkml:trace>
  <inkml:trace contextRef="#ctx0" brushRef="#br0" timeOffset="6083.8">20003 12228 398 0,'0'0'6'0,"0"0"3"15,0 0 2-15,0 0 3 16,0 0-2-16,0 0 0 16,0 0 1-16,10 2-1 15,-10-2-5-15,2 15-4 16,1-2-1-16,-1-2-2 0,-2 4-2 16,3 3-1-16,-1 2-3 15,0-1-6-15,7-1-14 16,-9-1-55-16,5-4-2 15</inkml:trace>
  <inkml:trace contextRef="#ctx0" brushRef="#br0" timeOffset="6284.32">19924 12324 373 0,'0'0'5'15,"0"0"3"-15,0 0 2 16,4-10 2-16,9 5 1 0,2 0 0 16,10 0 0-16,5-5-1 15,9 5-11-15,4-4-27 16,6-4-51-16,8 3-1 0</inkml:trace>
  <inkml:trace contextRef="#ctx0" brushRef="#br0" timeOffset="7098.73">16773 10159 425 0,'0'0'5'0,"0"0"1"16,0 0 1-16,0 0 0 16,0 0 1-16,0 0 1 15,0 0 0-15,7 0 0 16,3 4-4-16,5 12-2 16,0-2-1-16,3 4 0 0,1 2-1 15,1-2-1-15,3 1-3 16,-6-5-5-16,3 1-20 15,10-2-54-15,-15-3-2 16</inkml:trace>
  <inkml:trace contextRef="#ctx0" brushRef="#br0" timeOffset="7349.53">17017 10117 443 0,'0'0'3'0,"0"0"1"16,0 0 1-16,9 9 0 16,-9 4 0-16,3 2 1 0,-3 10 0 15,0 2 0-15,-3 5-3 16,-1 8 0-16,-7 0 0 16,1 1-2-16,1 1-1 0,-4-1-3 15,1-7-5-15,5-2-12 16,-4 10-50-16,6-20-14 15</inkml:trace>
  <inkml:trace contextRef="#ctx0" brushRef="#br0" timeOffset="7732.83">17240 9912 406 0,'0'0'7'0,"0"0"2"0,0 0 1 15,0 0 0-15,0 0 0 16,3 4 0-16,-3 4 0 16,2 6 1-16,-2 1-8 15,0 3-3-15,0 1-4 0,0 6-9 16,0-5-22-16,5 0-46 15,0 0-1-15</inkml:trace>
  <inkml:trace contextRef="#ctx0" brushRef="#br0" timeOffset="7898.14">17173 9996 361 0,'0'0'7'0,"0"0"1"15,12 0 2-15,1 0 0 16,7-3 0-16,7 3-1 16,8-3-13-16,4 1-61 15,9 2-7-15</inkml:trace>
  <inkml:trace contextRef="#ctx0" brushRef="#br0" timeOffset="8765.29">16410 12718 299 0,'0'0'3'0,"0"0"1"16,-7 0 0-16,7 0 0 15,-18 3 0-15,9 4 2 0,-9 0-1 16,1 11 0-16,-8-1-2 16,-5 8 1-16,0 9 1 15,-4 1 0-15,-6 10-1 16,-5-1 0-16,1 9 0 0,-9-4-1 15,1 5 1-15,-6-2-3 16,-4 1-1-16,-2 1 1 16,4-4 0-16,-5 4 0 15,1-4 1-15,2-1 0 0,0 1 0 16,0-3 2-16,7 0-1 16,6-5 1-16,-4-2-1 15,5-4-1-15,2-1 0 16,6-6 0-16,2-4-1 15,6 0-3-15,2-7-2 0,11-3-6 16,-1-5-10-16,8-1-13 16,5 1-24-16,7-10-17 15</inkml:trace>
  <inkml:trace contextRef="#ctx0" brushRef="#br0" timeOffset="9298.5">15100 13602 358 0,'0'0'7'0,"0"0"2"0,0 0 5 16,9-9 0-16,-9 9 1 15,0 0 0-15,0 0 0 0,0 0 0 16,0 7-6-16,-11 5-2 16,-1 5-4-16,-4 6-1 15,-3 4-1-15,-3 3 0 16,-3 4 0-16,1 1 0 15,-2-2-1-15,-1-1 1 16,2-3 0-16,5-7-1 0,1-2 1 16,1-5-2-16,6-3 0 15,12-12 1-15,-9 11 0 16,9-11-1-16,16 0 1 0,2 0-1 16,6-8 1-16,1 1 1 15,7-1-1-15,5 1 1 16,4-6-1-16,-7 1 0 15,1 5 1-15,-5 0-1 16,0-2 0-16,-10 5 0 0,-3 4 0 16,-2 0-1-16,-3 0-2 15,-12 0-5-15,7 10-17 16,-7-10-56-16,3 11-1 0</inkml:trace>
  <inkml:trace contextRef="#ctx0" brushRef="#br0" timeOffset="10215.46">14045 14668 372 0,'0'0'5'0,"0"0"5"0,0 0 1 16,0 0 2-16,0 0 0 15,0 0 1-15,-8 0 1 16,8 0-1-16,0 0-3 16,5-3-4-16,5-2-2 0,8 0-2 15,-1-5-1-15,10 0 0 16,3 0 0-16,5-1-1 15,5 1-1-15,-1-1 1 16,-2 1-1-16,-4 6 0 16,-4 1 0-16,-3 3 0 0,-10 0 0 15,-3 5 0-15,-8 5 1 16,-5 3 0-16,-5 5 0 16,-8 3 0-16,-6 4 0 15,-8 4 0-15,-3 1-1 0,-7 2 1 16,-3 0-2-16,-3 0 1 15,2-4 0-15,4 0 0 16,7-10-1-16,5-2 0 16,4-2 0-16,7-6 1 0,14-8-1 15,-2 10 1-15,6-10 0 16,13 0 0-16,3-2 1 16,10-4 0-16,0-1 0 15,10-3 1-15,0 0-1 0,4-3 1 16,2 2-2-16,-5-3 0 15,-3 5 0-15,-1 0 0 16,-3 1 0-16,-4 3 0 16,-5 2 0-16,-7 1 0 0,-4 2 0 15,-5 0 0-15,-9 0 0 16,8 0 0-16,-8 0 0 16,0 0 0-16,0 0 0 15,0 0 0-15,0 0-15 0,0 7-41 16,0-7-30-16,0 0 0 15</inkml:trace>
  <inkml:trace contextRef="#ctx0" brushRef="#br0" timeOffset="10467.68">14663 14408 445 0,'0'0'4'0,"0"0"3"0,0 0 0 0,0 0 2 16,0 0 0-16,0 0-1 15,0 0 1-15,0 0-1 0,3 4-3 16,-3 8-5-16,0 5 0 16,2 4 0-16,4 1-2 15,-6 1-6-15,7 1-13 16,-2 9-58-16,-3-16-7 0</inkml:trace>
  <inkml:trace contextRef="#ctx0" brushRef="#br0" timeOffset="10648.73">14525 14487 438 0,'0'0'2'16,"0"0"2"-16,0 0 3 0,12 0 1 15,1 0 1-15,8-3 0 16,9-2 0-16,7 0-2 16,18 0-30-16,2-6-55 15,13-10-5-15</inkml:trace>
  <inkml:trace contextRef="#ctx0" brushRef="#br0" timeOffset="13616.13">15194 13310 387 0,'-4'-10'3'0,"-6"-5"2"0,-4-5 0 16,-9-12 1-16,-7-3 1 15,-9-6 1-15,-9-2 0 16,-12-2 1-16,-9 13-2 0,-8 10-3 16,-15 15-1-16,-12 17-1 15,-8 25-1-15,-8 21-3 16,-11 21 0-16,-5 24 0 0,-4 26 0 16,6 17 1-16,12 17 0 15,12 17 2-15,16 8 1 16,20 8 1-16,22 1 0 15,29-5-1-15,23-6 1 0,20-16 0 16,28-14 0-16,26-18-1 16,18-19 0-16,20-18-1 15,15-22 0-15,22-23 1 16,3-19-2-16,14-23 0 0,-3-14 0 16,7-33 0-16,-4-17 0 15,-5-24 0-15,-9-24 1 16,-10-17 0-16,-16-19 0 15,-13-22-1-15,-17-10 0 16,-19-18 0-16,-15-8 1 0,-24-7-1 16,-21-1-1-16,-17 5 2 15,-25 9 1-15,-24 17-1 16,-18 21 2-16,-29 24-1 0,-15 24 0 16,-20 27 0-16,-14 28 0 15,-6 25-1-15,-8 22-2 16,0 29-1-16,7 21-4 0,18 25-11 15,22 18-63-15,23 11-3 16</inkml:trace>
  <inkml:trace contextRef="#ctx0" brushRef="#br0" timeOffset="14482.44">19263 14239 262 0,'0'0'2'0,"0"0"0"16,0 0 0-16,0 0 1 16,2 10 5-16,1 5 0 0,-1 7 3 15,1 15 1-15,-1 8 1 16,-2 14 0-16,2 16 2 16,3 9-3-16,-2 13 0 0,-1 4-1 15,1 3-1-15,2 2-2 16,-2 1 0-16,2 0-1 15,-1-6-1-15,-4-6 0 16,0-4 1-16,0-7-4 16,0-7 0-16,-2-3-1 0,0-9-2 15,-1-6 2-15,1-4-2 16,-1-10 0-16,3-6-2 16,0-7-1-16,0-5-4 15,0-6-4-15,0-7-5 0,0-4-13 16,0-10-25-16,0 0-25 15,0 0-3-15</inkml:trace>
  <inkml:trace contextRef="#ctx0" brushRef="#br0" timeOffset="15431.49">19311 16094 193 0,'0'0'5'0,"12"0"3"0,-3 0 2 16,3 0 4-16,6 3-1 15,1-3 1-15,17 2 1 16,6-2 1-16,8 0-5 0,6 0-3 15,12 0-1-15,6 0-2 16,8-5-1-16,8 3 0 16,12-3-2-16,4-1 0 15,11-1 0-15,3 6 0 0,9-7-1 16,8 2 1-16,1 2 0 16,4-3 1-16,-3 2-1 15,1-5 0-15,-4 2 0 16,-1-2 0-16,-6 5-1 15,-12-5 0-15,-1 3 0 0,-2 0-1 16,-17 1 0-16,-7 2 1 16,-13 1-1-16,-10 1 0 15,-14-1-1-15,-12 3 2 0,-11-2-3 16,-9 2-5-16,-12 0-16 16,1 0-44-16,-10 0-4 15</inkml:trace>
  <inkml:trace contextRef="#ctx0" brushRef="#br0" timeOffset="16015.31">22115 15805 243 0,'0'0'3'0,"0"0"5"0,0 0 2 0,2 0 4 0,-2 0 1 0,21 0 3 15,-5 4 0-15,5 2 0 16,4 1-2-16,4-2-4 15,1 2-2-15,7 1-4 16,-4-3-3-16,-1 0-1 0,-2-1-2 16,-3 4 1-16,-9 0-1 15,-4-1 2-15,-4 2-1 16,-8 5 1-16,-2 0 0 0,-15 8 1 16,-2 2 1-1,-7 4 1-15,-8 7-1 0,-9-5 0 16,0 5 0-16,-5-3-1 15,4-2 0-15,3-3-2 16,0-5-3-16,11-2-10 16,1-4-9-16,6-5-28 0,18-1-27 15,3-10-6-15</inkml:trace>
  <inkml:trace contextRef="#ctx0" brushRef="#br0" timeOffset="16332.09">22972 15956 394 0,'0'0'4'16,"0"0"1"-16,0 0 2 0,0 0 2 15,-7 0 0-15,0 0 1 16,-6 5-1-16,-4 7 2 16,-8 2-4-16,0 9-2 15,-7 0-1-15,-1 3-2 0,-6 5 0 16,3-4-2-16,-1-1-1 16,7-1-7-16,1-7-9 15,9-3-30-15,12-3-34 0,-2-4-3 16</inkml:trace>
  <inkml:trace contextRef="#ctx0" brushRef="#br0" timeOffset="16532.28">22719 15983 417 0,'0'0'4'0,"0"0"1"16,0 0-1-16,0 0 2 15,0 0 1-15,5 7 2 16,2 5 0-16,9 4 1 15,2 3-4-15,8 6 0 0,4 3 0 16,7-1-2-16,-3 5-2 16,7-4-3-16,-2 3-7 15,-4-9-17-15,-22 3-57 16,17-9-2-16</inkml:trace>
  <inkml:trace contextRef="#ctx0" brushRef="#br0" timeOffset="17216.14">23104 15523 397 0,'0'0'6'16,"0"0"3"-16,0 0 2 0,0 0 0 16,10-7 1-16,-10 7 0 15,0 0 1-15,8 14 0 16,-6 0-6-16,-2 11-4 16,-2 5-2-16,-1 5-2 15,-4 2-5-15,5 4-10 0,-4-3-35 16,3-3-33-16,3-4-1 15</inkml:trace>
  <inkml:trace contextRef="#ctx0" brushRef="#br0" timeOffset="17382.18">22960 15631 460 0,'0'0'2'0,"0"0"0"0,0 0 0 16,0 0 0-16,7-4 1 15,8-2-1-15,8 1-2 16,9 0-18-16,7-2-61 16,2-4-1-16</inkml:trace>
  <inkml:trace contextRef="#ctx0" brushRef="#br0" timeOffset="18232.29">19255 16005 298 0,'0'0'5'0,"0"0"2"15,0 0 4-15,0 0 1 16,0 0 0-16,0-5 1 15,0 5 2-15,0 0 2 0,10-2-5 16,0 0-2-16,2-1-3 16,8-4-2-16,8-3 1 15,4-5-1-15,10-3-1 16,13-9-2-16,7-3 0 0,13-9 0 16,9-3 0-16,10-3-1 15,6-4 1-15,4-6-1 16,6 1 0-16,1-1 0 15,-3-2-1-15,-4 3 0 0,-5-1 1 16,-3 3-1-16,-8 6 0 16,-11-2-1-16,-5 6 1 15,-13 4 1-15,-7 12-1 16,-9 1 2-16,-13 5 0 16,-8 4 0-16,-7 9 1 0,-8 3-1 15,-7 4-1-15,0 0-2 16,0 0-4-16,0 0-7 15,0 0-13-15,0 0-51 16,-7 4-4-16</inkml:trace>
  <inkml:trace contextRef="#ctx0" brushRef="#br0" timeOffset="18648.27">20823 15019 285 0,'0'0'7'0,"0"0"3"16,0 0 2-16,7 0 5 15,-7 0 0-15,20-3 1 0,-7 1 2 16,6 0 0-16,6-1-5 15,1-2-4-15,0 0-2 16,5 3-3-16,-4-4-2 16,-5 5-1-16,-2-5-1 0,-5 5-1 15,-7 1 0-15,-8 0-1 16,9 4 1-16,-6 3 0 16,-3 8 1-16,-3 5-1 15,-6 3 1-15,-4 4 0 0,-2 5 0 16,-2 3-1-16,-6-2 0 15,1-2-1-15,0 0-1 16,1-7-4-16,9-2-8 16,0-10-9-16,4-2-16 0,8-1-35 15,0-9-10-15</inkml:trace>
  <inkml:trace contextRef="#ctx0" brushRef="#br0" timeOffset="19115.28">21400 14831 393 0,'0'0'2'0,"0"0"1"0,0 0 1 16,0 0 3-16,9 5 0 16,2 2 0-16,-2 4 1 15,6 3 0-15,3 1-2 16,-1 2 0-16,0 3-5 0,4-3-5 15,-7-2-9-15,6-2-22 16,5-4-42-16,-8 0-4 16</inkml:trace>
  <inkml:trace contextRef="#ctx0" brushRef="#br0" timeOffset="19349.59">21601 14838 383 0,'0'0'4'15,"0"0"1"-15,0 0 1 0,0 5 2 16,0-5 1-16,0 23 1 16,-3-6 0-16,-2 8 1 15,-5 7-4-15,-4 5 0 16,1 5-2-16,-1 7-1 0,-7-4-2 16,3 3-2-16,-1-9-4 15,4 1-12-15,0-8-34 16,8-7-29-16,4-6-4 15</inkml:trace>
  <inkml:trace contextRef="#ctx0" brushRef="#br0" timeOffset="20366.04">21896 14541 414 0,'0'0'3'15,"0"0"1"-15,0 0 0 16,0 0 0-16,0 0 1 16,8 11 1-16,-3-2 0 0,-2 6-1 15,-1 7-3-15,1 1-2 16,-1 1-5-16,-2-1-9 15,2 0-34-15,1 5-31 16,-3-6-3-16</inkml:trace>
  <inkml:trace contextRef="#ctx0" brushRef="#br0" timeOffset="20532.09">21755 14668 425 0,'0'0'2'16,"0"0"1"-16,8-6 0 16,1 2 2-16,11-4-1 0,8 1-1 15,9-7-20-15,10-1-56 16,12-3-3-16</inkml:trace>
  <inkml:trace contextRef="#ctx0" brushRef="#br0" timeOffset="21498.11">19218 14264 388 0,'0'0'4'0,"0"0"3"0,0 0 1 15,0 0 1-15,0 0 2 16,0 0 0-16,0 0-2 0,0 0 1 16,0 0-4-16,-12 7-2 15,5 8-1-15,-2 5-2 16,0 7-1-16,2 0 0 15,-7 3 0-15,0 2 0 0,1-2-1 16,1 0 0-16,0-8 0 16,1-2-1-16,2-8 0 15,2-2 0-15,7-10 1 16,-11 10 0-16,11-10 0 0,0-4 0 16,2-9 1-16,2-2 1 15,1-5 0-15,-1-5 1 16,6-5-1-16,-3-4 1 0,-1 2 1 15,1-4 0-15,0 5 1 16,-2 4 0-16,2 2 0 16,-1 7 0-16,-3 4-1 15,-1 6 0-15,-2 8-1 16,0 0-1-16,14-2 0 16,-5 2-1-16,3 10 1 0,2 4-1 15,4 4 1-15,2-4 1 16,4 6-1-16,1 0-1 0,0-2-1 15,5-1-5 1,-5-6-12-16,0 0-63 0,5-6-3 16</inkml:trace>
  <inkml:trace contextRef="#ctx0" brushRef="#br0" timeOffset="22099.37">19103 13753 389 0,'0'0'3'0,"0"0"1"0,0 0 1 16,6-12 3-16,-6 12 1 16,14-13 1-16,2 1 1 0,1 3 0 15,5-1-2-15,6-1-1 16,-1-1-2-16,3 4-2 15,2 1-1-15,1 0-2 0,-6 5 0 16,-1 2-1-16,-5 0 1 16,-6 0 0-16,0 7-1 15,-11 5 1-15,-4 3 1 16,-2 4-1-16,-13 1 1 16,-2 5-1-16,-6 5 1 15,-3 0-1-15,-4-1 0 0,-3-1 0 16,0-3 0-16,3-3 0 15,6-2-1-15,2-5 0 16,10-3 0-16,1-2-1 0,11-10 1 16,0 0 0-16,11 8 0 15,3-8-1-15,11-3 1 16,3-2 1-16,6-5-1 16,6 3 0-16,3-6-2 0,1 6-3 15,0-3-6-15,-1 2-15 16,-4 6-55-16,-4-2-2 15</inkml:trace>
  <inkml:trace contextRef="#ctx0" brushRef="#br0" timeOffset="22365.55">19613 13496 423 0,'0'0'2'0,"0"0"-1"0,0 0 1 16,0 0 1-16,12 7 1 15,-10 5 0-15,1 6 0 0,0 4 0 16,-3 3-3-16,0 4-4 15,0 3-10-15,3 1-29 16,4-4-36-16,-5-1-3 16</inkml:trace>
  <inkml:trace contextRef="#ctx0" brushRef="#br0" timeOffset="22532.29">19519 13644 446 0,'0'0'3'0,"7"-3"0"16,13-4 2-16,12 0-1 16,17-5 1-16,27-1-7 15,10-9-74-15,34-6-2 16</inkml:trace>
  <inkml:trace contextRef="#ctx0" brushRef="#br0" timeOffset="27351.14">24190 15862 330 0,'0'0'4'15,"0"0"2"-15,0 0 2 16,-8-10 2-16,8 10 2 16,-19-10 1-16,6 5 0 0,1-1 0 15,-6 6-3-15,6 0-3 16,-8 6-1-16,5 6-3 16,-3 3 0-16,-1 7-2 0,4 1 0 15,-2 9-1-15,2 0 0 16,0 0 1-16,4 3-2 15,7-2 1-15,1-4 0 16,3 0-1-16,7-6 0 16,9-4 1-16,6-4 0 0,3-5 0 15,4-7 0-15,6-3 0 16,0-3 0-16,5-7 1 16,-5-1 1-16,0-7 1 15,-3-2 1-15,-2-7 0 0,-8-1 0 16,-2-1 1-16,-7-6 0 15,-4 1 0-15,-4-1-1 16,-5 2 0-16,-5 1-1 16,-9 5 1-16,-2 5-2 0,-3 4 1 15,-4 4-1-15,-4 4-1 16,0 2 0-16,1 6-1 16,1-2-2-16,4 4-2 15,1 0-1-15,5 0-5 0,5 0-3 16,10 0-9-16,-12 9-19 15,-4-8-43-15,16-1 0 16</inkml:trace>
  <inkml:trace contextRef="#ctx0" brushRef="#br0" timeOffset="27983.49">24193 15609 180 0,'0'0'6'0,"0"0"8"0,0 0 7 15,0 0 4-15,0 0 3 0,0-7 3 16,0 7 0-16,0-11 2 16,0 11-4-16,7-17-8 15,-2 7-5-15,7 0-5 16,6-3-3-16,1 2-1 0,3-3-2 15,7 3 0-15,2-1-2 16,7 6 0-16,-1-1-1 16,3 7-1-16,2 0 1 15,-2 3-1-15,-1 7-1 16,1 2 1-16,-2 7-1 0,-3 1 0 16,-5 2 1-16,-4 9-1 15,-3-1 0-15,-1-1 0 16,1 1 0-16,-6-1 0 15,1 1 0-15,-4-2 0 0,4-6 0 16,-1-1 0-16,0-3 0 16,-2-3 0-16,2-5 1 15,-1-1-1-15,1-3 0 0,-2-3 0 16,0-3 0-16,3 0 1 16,-4-5-1-16,4-5 0 15,-4 2-1-15,-1 1-2 16,-3-3-6-16,2 4-12 15,-12 6-37-15,0 0-26 16,13-12-2-16</inkml:trace>
  <inkml:trace contextRef="#ctx0" brushRef="#br0" timeOffset="28632.11">24083 16404 216 0,'0'0'5'0,"0"0"1"0,0-15 1 0,5 5 3 16,0 0 3-16,8-4 2 0,-4-1 2 15,1-1 2-15,5 0-2 16,0 1-2-16,2-1 0 15,-1 4-2-15,1 1-4 0,-2-2 0 16,4 2-2-16,-1 4-2 16,1-3 0-16,2 5-1 15,-1 1 0-15,-1-2-1 16,6 4 1-16,0-1 1 16,2 1-1-16,6 2 1 0,-1-3-2 15,5 1 0-15,3 0 0 16,5-5 0-16,-6 1-1 15,7-4 0-15,-2-2 1 16,-2 0 0-16,1-3 1 16,-4-5 1-16,1-2 0 0,-2-2 0 15,1-5 1-15,-2-2-1 16,-5 1 0-16,3-3-1 16,-5-1 0-16,-5 7-2 0,-2-3 1 15,-9 7 0-15,-3 3-1 16,-7 6-1-16,-2 6-2 15,-2 8-2-15,-6-9-5 16,-10 6-9-16,7 0-34 0,-7 3-34 16,-1 0-3-16</inkml:trace>
  <inkml:trace contextRef="#ctx0" brushRef="#br0" timeOffset="29433.28">24184 15136 373 0,'0'0'5'16,"0"0"3"-16,0-10 1 0,0 10 1 15,11-15 2-15,-1 5 1 16,8-3 1-16,6-1 0 16,11 4-4-16,5-2-2 15,9 3-2-15,1 5-1 0,10 4-2 16,-1 0-1-16,3 2-1 15,-4 9 0-15,-1 1-1 16,-3-2 0-16,-4 0 0 16,-11 4 1-16,2-4-1 15,-11 0 0-15,-6 1 0 0,-4-4 1 16,-8-6 1-16,-4 3 0 16,-8-4 1-16,0 0-1 15,0 0 1-15,-8-8 0 16,-4-2-3-16,-8 0 0 0,-4 1 0 15,-12-7 0-15,-1 5 0 16,-3-2 0-16,-1 3 0 16,-7-1 0-16,4 5 0 0,-2-2 0 15,7 1 0-15,2 1 0 16,2 2 0-16,8 1 0 16,2 3 0-16,7-1 0 15,6 1 0-15,-1 0 0 16,13 0 0-16,-12 4 0 15,12-4-2-15,-10 4 2 0,10-4-1 16,0 0 1-16,-10 11 0 16,10-11 0-16,0 0 0 15,0 0 0-15,0 0 0 0,0 0 1 16,0 0-1-16,0 0 0 16,0 0 2-16,8-3-2 15,1-2 0-15,6-2 0 0,5-1 0 16,8 1 0-16,4-3 0 15,0 0 0-15,10-1 0 16,-2 5 0-16,2-2 0 16,1 6 0-16,-6-1 0 15,-3 3 0-15,-6 3 0 0,-6 2-4 16,-4 10-6-16,-11-5-20 16,4 1-52-16,-4 0-4 15</inkml:trace>
  <inkml:trace contextRef="#ctx0" brushRef="#br0" timeOffset="30866.46">22525 14083 366 0,'0'0'5'0,"0"0"3"16,0 0 4-16,0 0 1 0,-3-12 1 15,3 12 1-15,-7-6 0 16,7 6 0-16,-12 0-5 16,12 0-4-16,-16 13-2 15,9-1-4-15,0 3-1 0,2 0-1 16,3 5 0-16,2-2 0 16,0-2 1-16,5-3 0 15,4-1 0-15,1-4 2 16,5-8 0-16,5 0 0 15,-3-3 1-15,4-7 0 16,0 0 1-16,-1-5 2 0,-2 1 1 16,-6-6 0-16,-2 3 0 15,-8-4-1-15,-2 2-5 0,0-4 0 16,-9 9 0-16,-3-1 0 16,-9 3 0-16,-1 6 0 15,0 6 0-15,-3 3 0 16,-5 9 0-16,8 4 0 0,-3 0 0 15,5 9 0-15,3-5 0 16,9 5 0-16,4-5 0 16,4 1 0-16,9-3 0 15,3 0 0-15,11-8 0 0,2-3 0 16,2-2 0-16,6-5 0 16,-4-2 0-16,4-8 0 15,-3 2 0-15,-5-9 0 16,-4 2 0-16,-1-5 0 15,-8 3 0-15,-3-6 0 16,-7 0 0-16,-2-2 0 0,-11-3 0 16,-5 3 0-16,-2 0 0 15,-1 8 0-15,-6 2 0 0,-5 8 0 16,2 7 0-16,-2 5 0 16,8 12 0-16,0 0 0 15,-1 0 0-15,8 8 0 16,2 0 0-16,9-7 0 15,4 0 0-15,3-5-17 0,6-5-8 16,11-10-46-16,1 2-16 16</inkml:trace>
  <inkml:trace contextRef="#ctx0" brushRef="#br0" timeOffset="31498.71">22438 13751 327 0,'0'0'4'0,"0"0"4"0,0 0 2 16,0 0 1-16,0 0 3 16,0-10 0-16,0 10 0 15,5-13 1-15,-5 13-3 0,19-14-3 16,-1 3-2-16,3 2-2 15,3 1 0-15,5 1-2 16,5 2 0-16,3 3-1 16,0 2 0-16,0 0-2 0,-3 5 1 15,5 2 0-15,-5 6-1 16,-4-3 1-16,2 6 0 16,-4 0 0-16,-2-2 0 0,-1-1 0 15,0-3 0-15,0 0 0 16,-4-6 1-16,3-4 1 15,-4 0 0-15,2-4 1 0,4-6-1 16,-1-8 0-16,3-1 0 16,0-6 0-16,2-5 0 15,2-4-2-15,-2 0-1 16,0-2-1-16,-1 6 1 16,-3 1 0-16,-4 4-1 15,-7 5 1-15,0 8-1 0,-5 1-1 16,-10 11 1-16,0 0-4 15,0 0-3-15,-5 18-7 16,-8 0-25-16,3 1-43 16,1 3-3-16</inkml:trace>
  <inkml:trace contextRef="#ctx0" brushRef="#br0" timeOffset="32082.32">22563 14271 207 0,'0'0'6'15,"0"0"3"-15,7 0 2 0,-7 0 5 16,12 0 2-16,-12 0 3 16,18-2 2-16,-6-1 1 15,1 1-4-15,6-6 0 16,-5 1-3-16,10-1-3 0,-2 1-2 15,3-3-3-15,2 0-1 16,3 3-2-16,1-6 0 16,0-2 0-16,4 2 0 15,-1-4-1-15,1-2 1 0,3-3 0 16,-1-6 1-16,-2-1-1 16,-1-6 0-16,-1-3-2 15,-3-3 0-15,-5-6-1 16,-5 0-1-16,-1-6 1 15,-3 4-3-15,-7-3 0 0,-6 3 0 16,-3 6 0-16,0 4 0 16,-3 6 0-16,-6 6 0 15,0 7 0-15,2 3 0 0,-3 8 0 16,10 9 0-16,-13-11 0 16,13 11 0-16,-7 0-4 15,5 5-11-15,2-5-15 0,-25 15-55 16,22 0-3-16</inkml:trace>
  <inkml:trace contextRef="#ctx0" brushRef="#br0" timeOffset="32715.36">22287 13448 317 0,'0'0'6'0,"7"-12"1"0,0 3 3 0,9-4 3 16,5-7 3-16,9-8 2 16,11 2 1-16,8-9 0 15,6 1-3-15,7-1-3 0,5 2-3 16,3 1-1-16,2 5-2 16,-3 2-3-16,0 3 0 15,-9 8-1-15,0 0-1 16,-10 4 0-16,-8 4-1 15,-13 0 0-15,-4 6-1 16,-13 0 2-16,-1 0 0 0,-11 0-1 16,0 0 1-16,-20 3 0 15,-5 2-1-15,-6-1 1 16,-8 3 0-16,-7 2-2 0,-11 0 0 16,-6 4-2-16,-3-1 2 15,-7 3 0-15,3 0 0 16,7-2-1-16,0-4 1 0,8 3 0 15,7-2 0-15,11-2 0 16,10-5-1-16,10 1-1 16,2-4 1-16,15 0-1 15,0 0 1-15,0 0-1 0,4 0 1 16,17-2 0-16,5-5 0 16,12-4 1-16,7-1 0 15,9 3-4-15,6-4-8 16,4 3-27-16,4-2-45 15,-3 2 0-15</inkml:trace>
  <inkml:trace contextRef="#ctx0" brushRef="#br0" timeOffset="33748.37">19369 13080 305 0,'0'0'7'0,"0"0"5"15,0-8 3-15,0 8 2 16,0 0 2-16,0-13 2 15,0 13-1-15,-2-9 2 16,2 9-9-16,0 0-4 0,-12-3-3 16,12 3-2-16,-13 6-3 15,3 3 0-15,3 6-2 16,-1-1 1-16,1 7-1 0,4-4 0 16,3 1 0-16,0-1 1 15,0-3-1-15,4-3 1 16,10-9 0-16,-2 1 1 15,4-3-1-15,-2-5 2 0,0-3 0 16,4-7 0-16,-2 1 2 16,-2-1 0-16,-7-3 0 15,-2-1 0-15,-5-1 0 0,-5 2 0 16,-7 3-1 0,-8 3 0-16,-5 5-2 0,-1 4-1 15,-4 3 0-15,0 5-1 16,5 8-2-16,0 2-3 15,7 2-4-15,6-1-5 16,10 0-14-16,4 4-53 0,5-10-3 16</inkml:trace>
  <inkml:trace contextRef="#ctx0" brushRef="#br0" timeOffset="34315.3">19066 13247 408 0,'0'0'4'0,"0"0"3"0,0-17 1 15,0 3 1-15,-2-4 2 16,2-7 0-16,0-9 1 0,0-8 1 16,0-12-5-16,7-6-1 15,4-9-3-15,7-8 0 16,1-2 1-16,8-1-5 0,3-1 0 16,5 6 0-16,4 9 0 15,1 6 0-15,2 13 0 16,-7 7 0-16,2 10 0 15,-5 9 0-15,-7 4 0 0,-2 9 0 16,-11 3 0-16,1 2 0 16,-13 3 0-16,7 3 0 15,-7-3 0-15,3 13-2 16,-3-13-9-16,-3 21-8 0,-6-11-15 16,-2 0-50-16,6-1-2 15</inkml:trace>
  <inkml:trace contextRef="#ctx0" brushRef="#br0" timeOffset="34667.18">19441 12165 350 0,'0'0'5'0,"0"0"2"15,0 0 2-15,0 0 0 16,8 6 2-16,-8-6 1 16,8 12 1-16,1-2 1 0,-2 5-4 15,11 7-2-15,0 3 0 16,1 7-1-16,5 8-1 16,2 4-2-16,-3 6 0 0,1 4-2 15,-4 5 1-15,-2 4-1 16,-6-2 0-16,-2 6 1 15,-8-2-1-15,-2-1 0 0,0-2 0 16,-5-6-1-16,-2-3-2 16,-5-9-3-16,1-4-6 15,-1-8-7-15,2 5-38 16,-2-19-28-16,0-8-3 0</inkml:trace>
  <inkml:trace contextRef="#ctx0" brushRef="#br0" timeOffset="35398.8">18587 13272 368 0,'0'0'7'0,"0"-11"3"0,0-4 1 0,0-8 2 16,0-6 0-16,0-12 1 15,0-8 0-15,5-12 0 16,2-11-6-16,5-8-2 16,6-3-2-16,2-4-1 0,2 0 0 15,7 3-1-15,4 2 0 16,-1 12 0-16,2 9-1 15,-6 8 0-15,-3 16 0 16,-2 10-1-16,-5 10-1 16,-6 7 0-16,-12 10 1 0,5 19-1 15,-8 9 1-15,-15 9 0 16,-1 10 0-16,-6 7 0 16,-5 11 1-16,-3 4-1 15,-3 1 0-15,4-4 0 0,0 0 0 16,2-10 0-16,5-7 1 15,2-6-2-15,9-11 1 16,3-7 0-16,6-11-1 16,5-14 1-16,0 0-1 0,0 0 0 15,13-19 0-15,-1-9 0 16,0-4 1-16,4-10 0 16,-4-5 0-16,1 0 0 0,-6-3-1 15,-5 5 1-15,-2 1 0 16,-2 6-2-16,-8 9-1 15,-3 12-3-15,1 9-2 16,-3 16 0-16,-2 22 0 16,4 24 1-16,-4 15-27 0,4 11-46 15,8 17-2-15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12:53.2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11419 4904 180 0,'0'0'4'0,"0"0"-1"16,0 0 2-16,0 0 0 16,0 0 3-16,0 0 0 15,0 0 1-15,9 3 0 0,-2 0-2 16,6-2-1-16,2-1 0 16,5 6-2-16,7-3-1 15,3-1-1-15,7 0 1 16,5 2-1-16,6-3 0 0,7-1-1 15,2 0 1-15,10 0-1 16,7 0 0-16,6-5 0 16,5 1 0-16,9-5 0 15,5 2 2-15,8 0-2 16,12-5 1-16,3 5 0 0,2-6-1 16,13 3 0-16,7-3 0 15,2 6 0-15,4-5-1 16,6 2 0-16,1-2-1 15,2-1 0-15,2-2 1 0,-1 3-1 16,1-2 0-16,-2 1 0 16,0-5-2-16,-3 6-5 15,-2 0 1-15,-5-1-3 0,-4 6 1 16,-7-4-2-16,-5 3 1 16,-9 2 0-16,-6 1-2 15,-13 2-17-15,-5 6-22 16,-13-3-3-16</inkml:trace>
  <inkml:trace contextRef="#ctx0" brushRef="#br0" timeOffset="1049.58">11471 4936 349 0,'0'0'5'0,"0"-12"4"0,0-1 2 15,0-1 3-15,0-10 0 16,-2-9 1-16,-2-6 0 16,4-11 1-16,-2-7-5 0,-1-8-3 15,-1-11-1-15,-4-5-2 16,1-9-1-16,-6-12-1 16,4-1 0-16,-7-11-1 0,-1-13 1 15,-1-2-1-15,2-7 0 16,-5-6-1-16,5-5 1 15,-2-8 0-15,0-1-1 0,2-2-1 16,4 2-3-16,0-3 1 16,3-4-1-16,-2 4 2 15,6 82-4-15,1-7 1 16,1 2 2-16,-2-7 0 16,-2 8 3-16,1-9 0 0,2 9 0 15,-1-3 1-15,-2 4 1 16,-1 1-1-16,0 4-1 15,1 6 0-15,0 10-3 16,-3 2 0-16,4 10-4 16,1 0-12-16,1 10-63 15,4 12-3-15</inkml:trace>
  <inkml:trace contextRef="#ctx0" brushRef="#br0" timeOffset="2430.26">11503 5031 330 0,'0'0'7'16,"0"0"3"-16,0 0 1 16,0-13 3-16,0 13 2 15,0-17-1-15,0 5 2 0,3-5 1 16,1-6-6-16,6-4-3 15,3-9-2-15,9-5-2 16,4-8 0-16,10-13-1 0,9-13-1 16,4-6-1-16,11-13-1 15,10-6 0-15,2-8 1 16,8-11-1-16,1-3 1 0,6-4-1 16,0-1 1-16,1-9-1 15,1 7 0-15,-4 1 0 16,1 2 1-16,-6 1 0 15,-5 7-1-15,2-1-1 16,-8 10 0-16,-9 7 0 16,-1 8 0-16,-1 7-2 0,-12 10-2 15,0 8 1-15,-9 9 0 16,-5 14 0-16,-7 8 1 16,-6 7 0-16,-3 8 0 0,-7 6 1 15,-6 4 1-15,-3 13 0 16,0 0-1-16,0 0 0 15,0 0-1-15,0 0-1 16,0 0-2-16,0 0-1 0,0 0-2 16,7 5-2-16,-7-5-1 15,0 0-2-15,10 0-1 16,-10 0 1-16,10-8-1 0,-10 8 4 16,12-17 1-16,-4 7 4 15,-3 0 4-15,0-2 4 16,0 5 5-16,-1-8 4 15,-4 5 2-15,0-3 0 16,0 13 1-16,0-17-1 16,0 17-2-16,-4-13-3 0,4 13-2 15,-12 0-3-15,12 0-1 16,-13 20-2-16,5-2 0 16,4 5-2-16,-1 2 1 15,5 1-1-15,0 2 1 0,2-5-1 16,8-2 1-16,3-8 0 15,1-4 1-15,7-9 0 16,-2 0 0-16,6-12 2 0,-5-5 0 16,-2-8 1-16,1-3 1 15,-3-2-1-15,-12-1 1 16,-1 1 0-16,-3 3-1 16,-13 7 0-16,-7 5-2 0,-2 10-2 15,-3 5 0-15,-3 13 0 16,1 8 0-16,3 3 0 15,4 5 0-15,2 1 0 16,8-2 0-16,8-9-2 16,2 0 2-16,8-9-1 0,9-2 1 15,5-8 0-15,5-10 0 16,3-5 1-16,0-8 1 16,-3-2-2-16,-4-4 0 0,-3-8 0 15,-10 2 0-15,-6 5 0 16,-6 3 0-16,-16 7 0 15,-4 10 0-15,-5 10 0 16,0 6 0-16,-6 18 0 0,3 3 0 16,8 10-20-16,12 1-66 15,-2 1-2-15</inkml:trace>
  <inkml:trace contextRef="#ctx0" brushRef="#br0" timeOffset="3282.88">11545 4979 321 0,'0'0'4'0,"0"0"1"16,0 0 0-16,0 0-1 15,-9 0-1-15,9 0 0 0,0 0-7 16,0 0-13-16,0 0-49 16,0 0-5-16</inkml:trace>
  <inkml:trace contextRef="#ctx0" brushRef="#br0" timeOffset="4416.08">11936 3592 365 0,'0'0'7'0,"0"0"1"0,0 0 3 16,0 0-1-16,-11 0 0 15,11 0 0-15,-5 10 0 16,5-10 1-16,-2 10-6 0,2-10-2 15,2 15 0-15,-2-15 0 16,20 2 0-16,-3-2 2 16,1-10 0-16,2-7 1 15,-1-6 0-15,7-4 0 16,-9-8 0-16,0-5-1 0,-4-6 0 16,-6-7-1-16,-7-4 0 15,-2 3-4-15,-11-6 0 16,-7 9 0-16,1 3 0 15,-9 9 0-15,1 7 0 16,2 9 0-16,-2 11 0 0,5 10 0 16,4 4 0-16,3 13 0 15,6 10 0-15,3 10 0 0,6 4 0 16,6 6 0-16,8 4 0 16,6 1 0-16,4-6 0 15,9-2 0-15,-4-4 0 16,10-9 0-16,-5-7 0 0,3-6 0 15,-5-8-7-15,3-4-21 16,-3-4-54-16,-7-7-4 16</inkml:trace>
  <inkml:trace contextRef="#ctx0" brushRef="#br0" timeOffset="4600.28">12219 3225 419 0,'0'0'5'0,"0"0"2"15,0 0 0-15,0 0 1 16,0 0 1-16,-3 5 0 16,3 7 0-16,7 6 1 0,1 1-4 15,5 4-3-15,-1 4 0 16,-3 1 0-16,9 6-12 16,-6-2-71-16,-4-7-1 0</inkml:trace>
  <inkml:trace contextRef="#ctx0" brushRef="#br0" timeOffset="5283.51">11965 4332 360 0,'0'0'9'0,"0"0"3"0,-2-9 2 0,2 9 2 16,0-16-1-16,0 16 2 15,5-16-1-15,-5 16 0 0,17-13-7 16,0 13-4-16,4 7-2 15,3 6-1-15,3 12-2 16,3 5 1-16,2 6 0 16,1 7-1-16,-4 7 1 0,-4-4 0 15,-2 4-1-15,-9 1 2 16,-3-3 0-16,-8-3-1 16,-3-4 0-16,-9-1 1 15,-3-8-1-15,0-2 0 16,-3-3 0-16,0-12-3 0,0-2-2 15,5-4-2-15,-3-9-6 16,13 0-13-16,-12 0-46 16,10-12-14-16</inkml:trace>
  <inkml:trace contextRef="#ctx0" brushRef="#br0" timeOffset="6001.51">12393 4378 432 0,'0'0'4'0,"0"0"1"0,0 0 1 16,-6-7-1-16,6 7 1 16,-10 11 0-16,3 1 1 15,0 8-1-15,1 2-3 16,0 6-1-16,6-1-1 0,0 5 0 15,4-4-1-15,6-3 1 16,5-6-1-16,0-4 1 16,5-5 0-16,0-7 0 15,2-3 0-15,0-8 1 16,-2-4 0-16,1-6 0 0,-7-1 1 16,-1-6-1-16,-3-5 1 15,-8-3-1-15,-2-4 1 16,-2 0 0-16,-8 0-3 15,-5 2 0-15,-3 1 0 0,-4 6 0 16,-1 6 0-16,1 8 0 16,0 6 0-16,0 8 0 15,-1 0 0-15,8 10 0 16,0 2 0-16,5 6-3 0,6 1 2 16,4 1 0-16,4 5 0 15,7-5 0-15,8 0 0 16,0-4 1-16,7 0-1 15,-1-9 2-15,4-2 0 0,-1-5 0 16,-1-3 0-16,-2-4 1 16,-1-3 1-16,-6 0-3 15,0 0 0-15,-6 0 0 0,-12 10 0 16,12-11 0-16,-12 11 0 16,0 0 0-16,0 0 0 15,2-8 0-15,-2 8 0 16,0 0 0-16,0 0 0 15,-7-3 0-15,7 3 0 0,0 0 0 16,-12 0 0-16,12 0 0 16,0 0 0-16,-7 0 0 15,7 0 0-15,0 0 0 0,0 0 0 16,0 0 0-16,0 0 0 16,0 0 0-16,0 0-3 15,-11 8-36-15,11-8-47 16,0 0-4-16</inkml:trace>
  <inkml:trace contextRef="#ctx0" brushRef="#br0" timeOffset="7234.28">13412 1466 290 0,'0'0'2'0,"-11"0"3"0,1 0 0 16,-2 3 0-16,-1 4 1 15,-1 5 4-15,-24 23 1 16,-2 17 1-16,3 18 0 0,-5 11-1 16,4 19-2-16,11 6 2 15,17 8 1-15,20-10-4 16,15-8 0-16,10-9-3 15,7-18 1-15,8-11-1 16,9-19 1-16,1-9-1 0,4-20 0 16,-1-10 0-16,-1-15 1 15,-3-15 1-15,-2-14-2 16,-1-11 0-16,-12-9 0 0,-6-13 0 16,-11-12 0-16,-12-3 0 15,-15 43-4-15,0-4-1 16,-7-4 2-16,-11 1-1 15,-5 4 0-15,-3-1-1 16,-12 7-1-16,-2-2-1 0,-7 16 1 16,-3 5 0-16,-40 0 2 15,-26 29-1-15,-6 43-1 16,5 37 1-16,23 42 0 16,22 27 3-16,37 32-6 15,28-10-19-15,17 6-58 0,49-3-3 16</inkml:trace>
  <inkml:trace contextRef="#ctx0" brushRef="#br0" timeOffset="10899.38">13396 2165 161 0,'0'0'4'16,"3"15"2"-16,1 0 3 15,2 17 3-15,1 10-1 16,5 12 1-16,1 11 2 16,2 18 0-16,3 4-3 0,1 10-2 15,-1 11-2-15,-1-5-2 16,0 8 1-16,-5 3-1 16,1 5 2-16,-1-2 0 15,-2 4 0-15,-2-5 1 0,-1-4 0 16,3 0 0-16,-2-6 0 15,0-9 0-15,-1-9-2 16,2-8-1-16,0-3-1 0,0-15-1 16,-4-3 1-16,0-7-2 15,0-10 0-15,-3-2-1 16,1-5 0-16,0-2 0 16,-3-12 0-16,2 2-1 0,-2-6 1 15,0-5-1-15,0-2 1 16,0 1-1-16,0-11 0 15,0 14 0-15,0-14-1 16,0 0-3-16,0 0-2 16,0 7-3-16,0-7-1 0,0 0 1 15,0 0-1-15,0 0 1 16,0 0 0-16,0 0 5 16,0 0 3-16,0 0 5 15,0 0 3-15,0 0 3 0,0 0-2 16,0 0 0-16,-2 15 1 15,2-15-6-15,0 0-12 16,0 10-55-16,0-10-6 0</inkml:trace>
  <inkml:trace contextRef="#ctx0" brushRef="#br0" timeOffset="11865.56">11485 5009 219 0,'0'0'9'0,"0"0"3"16,0 0 5-16,0 0 0 16,0 0 1-16,0 0-2 15,0 0 1-15,0 0 0 0,0 0-8 16,10-5-4-16,10 5-4 16,3 0-1-16,9 0 1 15,10 0 0-15,8 0 1 0,7 0-1 16,13-3 0-16,4-1 1 15,8-4-2-15,3-2 3 16,4-2-2-16,6-1 0 16,2 3-1-16,7-5 0 15,-5 3 0-15,1-1 0 0,4 4 0 16,-5-1-1-16,6 0 0 16,-1 2-1-16,-5-2 2 15,1 4 0-15,-5-5 0 16,-9 5 2-16,-6-2-1 0,-9 2 2 15,-9-1 1-15,-11 3 1 16,-15 1 3-16,-6 0 1 16,-9 1 1-16,-9 2 1 0,-12 0-1 15,7 0-1-15,-7 0-2 16,0 0-2-16,-10 0-2 16,10 0-5-16,-14 0-7 15,3 0-11-15,-1-5-53 0,3 5-6 16</inkml:trace>
  <inkml:trace contextRef="#ctx0" brushRef="#br0" timeOffset="12000.48">13607 4806 284 0,'0'0'-12'0,"0"0"-46"16,-9-3-4-16</inkml:trace>
  <inkml:trace contextRef="#ctx0" brushRef="#br0" timeOffset="12828.42">13401 2377 78 0,'0'11'2'0,"5"16"0"16,1 12 0-16,6 9 1 16,0 19-1-16,3 12 0 0,3 11 1 15,3 16 1-15,5 2-1 16,-6-1 2-16,-3 3 2 15,0 6 3-15,-2-3 3 0,-5 2 3 16,0-5 3-16,0-2 0 16,-6-4 2-16,5-1-2 15,-4-9-5-15,-1-9-2 16,-1-9-2-16,2-6-4 16,-1-10-1-16,-4-5-2 15,3-14-2-15,-1-3 1 16,2-9-1-16,-4-4 0 0,2-8-2 15,-2-4 1-15,0-3-2 16,0-10 1-16,0 9-1 16,0-9 0-16,0 0-2 0,0 0-5 15,0 0-20-15,10 0-30 16,-10 0-3-16</inkml:trace>
  <inkml:trace contextRef="#ctx0" brushRef="#br0" timeOffset="16149.56">13212 1067 418 0,'0'0'5'0,"0"0"2"15,0 0 1-15,0 0 1 0,0 0 0 16,0 0 1-16,-7-4-1 16,7 4 0-16,-5 7-5 15,5 3-1-15,0 2-3 16,0 3 0-16,0 2-1 0,5 3 1 15,-3 2-1-15,3 1 0 16,0-4 1-16,6 6 1 16,-7 3-1-16,1-6 1 15,2 0 0-15,-2-2 0 0,1-5 1 16,-1-3-1-16,-5-12 0 16,0 0 0-16,0 0 1 15,2-14-1-15,-2-4-1 16,-4-7 1-16,-2 3 0 15,3-7 0-15,-2-2 0 0,5 31-2 16,-2-31 0-16,0-2 1 16,2 1 0-16,0 0-1 15,4 5 0-15,1-1 0 16,18-11 1-16,-5 24 0 0,-4 8 0 16,2 4 0-16,-4 3 0 15,0 3 1-15,-2 9-2 16,-5 1 2-16,-3 1-2 15,-2 8-3-15,-2 3-14 16,-11 0-65-16,3 4-2 0</inkml:trace>
  <inkml:trace contextRef="#ctx0" brushRef="#br0" timeOffset="19182.2">13387 2044 185 0,'0'0'2'16,"0"0"0"-16,0 0 1 15,0 0-1-15,0 0 1 0,0 0 2 16,0 0 2-16,12 4-1 15,-12-4 0-15,20 0-2 16,-3-2 2-16,5-3-1 16,6 0 1-16,6-5-2 0,9-2 1 15,1-1 0-15,16-11 1 16,5 1-1-16,9-7 0 16,11 1 2-16,6-3-2 15,9-5 0-15,14-1 1 0,-52 19-5 16,8-1 0-16,1-3-1 15,14 1 0-15,0-3 0 16,7 1-1-16,2-4 0 16,9 1-1-16,-4 0 4 15,10-1 0-15,-4 2 2 0,6-5 1 16,-4 7 0-16,2-1 1 16,-4-2 2-16,-6 4-1 15,-2 1 1-15,-12 1-1 16,-9 8-1-16,-11-3 0 0,-8 4-2 15,-7 2-1-15,-13 5-4 16,-7 1-7-16,-5 1-9 16,-13 0-28-16,1 3-28 15,-13 0-6-15</inkml:trace>
  <inkml:trace contextRef="#ctx0" brushRef="#br0" timeOffset="20500.79">13391 2083 179 0,'0'0'5'0,"0"0"3"0,0 0 0 16,0 0 2-16,0 0 0 15,0 0 0-15,0 5 0 16,0-5 0-16,0 0-4 15,0 0-2-15,10 3 1 16,-10-3-3-16,20 3 1 0,-5-2-1 16,2-1 3-16,8 0-2 15,3 0-1-15,4 0 0 16,5 0-1-16,0 0 1 0,9 0-1 16,-5-1 0-16,17-2 0 15,-3 0-1-15,7-2 2 16,5 3-2-16,4-2 0 15,7 0 1-15,6 2 1 0,0-6-1 16,6 3-1-16,2-2 1 16,5 2 0-16,-1 0-1 15,1-3 1-15,1 3-1 16,-1-2 0-16,7 2-1 0,-5 0 2 16,-3 2-2-16,5-4 2 15,-5 2-1-15,-1 0 1 16,4-2-1-16,-5 2 1 15,-4-3 0-15,-5 4-1 16,-7-4 0-16,-5 3 0 0,-8 3 2 16,-6-4 1-16,-13 4 0 15,-2-3 2-15,-12 5 3 16,-4-5 1-16,-9 5 4 0,-6 0 1 16,-1-2 0-16,-12 2 1 15,11-2-2-15,-11 2-1 16,0 0-2-16,0-10-2 0,0 10-3 15,-4-13-3-15,4 13 0 16,-7-11-1-16,7 11-1 16,-7-8 1-16,7 8-1 15,0 0 0-15,0 0 0 16,0 0 0-16,0 0 0 0,0 0-2 16,-10-3-3-16,10 3-4 15,0 0-6-15,0 0-13 16,-8 10-42-16,8-10-10 15</inkml:trace>
  <inkml:trace contextRef="#ctx0" brushRef="#br0" timeOffset="21215.88">16162 1330 240 0,'0'0'6'0,"0"0"2"0,0 0-3 16,0 0 0-16,0 0 0 16,0 0 0-16,0 8 1 15,0-8 0-15,0 20-5 0,0-7-2 16,5 23 4-16,-1 8 4 16,4 8-3-16,-3 6 1 15,3 2-1-15,-1 6-1 0,2-12 1 16,0-4-1-16,-2-8-1 15,-2-5-1-15,2-5 0 16,-2-7 0-16,-2-3 0 16,2-2 1-16,-5-5 0 0,0-15-1 15,2 12-5-15,-2-12-7 16,0 0-31-16,0 0-25 16,0-7-3-16</inkml:trace>
  <inkml:trace contextRef="#ctx0" brushRef="#br0" timeOffset="22016.07">16194 1208 325 0,'0'0'3'0,"0"0"1"16,0 0 1-16,0 0 0 15,0 0 0-15,-10 5 0 16,10-5 1-16,-8 8-1 16,8-8-3-16,-7 15 1 0,2-7-2 15,3 1 0-15,-1 1-1 16,3 0 2-16,0 0 0 15,0-3 0-15,0-7 2 16,10 15 1-16,-10-15 1 0,15 8 1 16,-5-6 2-16,1-2 0 15,1-2 1-15,-3-6-1 16,1-2 0-16,-5 1-1 16,1-4-1-16,-4-4-3 0,-2 2-2 15,-5 2 0-15,-3 4-5 16,-2 3-10-16,-2 1-67 15,2 5-3-15</inkml:trace>
  <inkml:trace contextRef="#ctx0" brushRef="#br0" timeOffset="30619.3">16142 1109 260 0,'0'0'4'16,"0"0"2"-16,0-10 1 15,0 10 3-15,-8-14 2 0,8 14 1 16,0 0 3-16,0 0 0 16,-10-10-2-16,-2 0-2 15,-35-32-1-15,24 27-3 16,-14 1-2-16,-40-24-2 16,23 24-1-16,-8-4-2 0,-6 6 2 15,-13-1-1 1,-11 6-1-16,-5 2 1 0,-13 5 0 15,-2 2 0-15,-12 8 0 16,-5 8-1-16,-7-2-1 16,-4 9 0-16,-5 5-1 15,-3 5 0-15,-3 5-1 0,-3 6 1 16,2 4-1-16,60-13 2 16,-211 87 1-16,29 13-1 15,21 6 0-15,24 6 3 16,30 2 0-16,25 0 2 15,23 0 0-15,35-15-2 0,3 0-1 16,12 1 1-16,2-6 0 16,7 3-2-16,2 0 0 15,8 2-2-15,4-3-1 0,4 1 0 16,10-1 1-16,6-3 0 16,8-2-1-16,11-4 0 15,14 3 0-15,8-11 0 16,15-2 1-16,6 0 1 0,19-4 0 15,12-9 0-15,14 0 0 16,10-6 1-16,14-11-1 16,13-5 1-16,12-5 0 15,8-8 0-15,16-10-1 0,12-10 0 16,8-5-1-16,10-14 1 16,7-13 0-16,7-9 1 15,3-10-2-15,8-16 1 16,-2-12 0-16,5-11 1 0,1-16 1 15,1-9-1-15,-3-6 0 16,5-13 0-16,-1-9 0 16,0-12 2-16,0-8-2 15,-10-4 2-15,-1-8 1 0,-8-10-1 16,-3-2 2-16,-14-7 0 16,-10-6 1-16,-15-2-2 15,-13-8 1-15,-13-4-1 16,-13-9-1-16,-14 2-3 0,-9-4 0 15,-21-6 0-15,-14 1 1 16,-18 95-1-16,-3-5-1 16,-12-2 1-16,-7-1 2 15,-12 3 1-15,-8-5 1 16,-15 10-2-16,-7-3-1 0,-15 10 1 16,-9 0-1-16,-4 13-3 15,-15 3-8-15,1 16-40 16,-10 2-35-16,-8 14-1 15</inkml:trace>
  <inkml:trace contextRef="#ctx0" brushRef="#br0" timeOffset="32501.28">10529 2311 289 0,'0'0'7'0,"0"0"1"16,0 0 2-16,0 0 4 16,-10-3 0-16,10 3 0 15,0 0 2-15,-8 5 1 0,8-5-6 16,0 18-2-16,0-5-2 15,8 1-2-15,7-2 0 16,5 6 0-16,3-1 0 16,3 3 0-16,10-5-1 0,-2 2 0 15,6-3 0-15,2-1 0 16,5-5-1-16,-2-1 0 16,1-2 0-16,8-5-1 15,-5 0 0-15,1 0 0 0,1-2 0 16,2-6-1-16,-1 2 1 15,1-8-1-15,-2 4 0 16,-3-4 1-16,1-1-1 16,-1 0 1-16,-2-3 0 0,0 1-1 15,-4-2 1-15,-4 1 0 16,-1-4-1-16,-3 2-2 16,-1 3 1-16,-6-6 1 15,-2 1-1-15,-6 2 2 0,-3-2-1 16,-4-3 0-16,3 3 2 15,-10-6 1-15,0 3-1 16,-5-6 0-16,2-7-1 16,1 1-2-16,-1-2 0 0,-2-1 0 15,0 6 0-15,-2-4 0 16,-3 3 0-16,-2 8 0 16,-4 2 0-16,-6 3 0 0,10 12 0 15,-4 3 0-15,2-3 0 16,-7 0 0-16,4 0 0 15,-6 0 0-15,4 0 0 16,-4 0 0-16,-1 6 0 16,-1-6 0-16,-1 3 0 0,2-1 0 15,-3 3 0-15,1-3 0 16,2 4 0-16,-3 1 0 16,1-2 0-16,7 0 0 15,-6 3 0-15,5-1 0 0,2 0 0 16,-1 3 0-16,4 0 0 15,0 0 0-15,1 0 0 16,9 0 0-16,-11 0 0 16,11 0 0-16,-8 0 0 15,8 0 0-15,0 0 0 0,0 0 0 16,0 0 0-16,0 0 0 16,-10 3 0-16,10-3 0 15,0 0 0-15,0 0 0 0,0 0 0 16,0 0 0-16,0 0 0 15,0 0 0-15,0 0 0 16,0 0 0-16,0 0 0 16,0-5 0-16,0 5 0 0,0 0 0 15,0 0 0-15,0 0 0 16,0 0 0-16,0 0 0 16,-7-2 0-16,7 9 0 15,0 8 0-15,0 2 0 16,0 8 0-16,5-6 0 0,0 12 0 15,0-9 0-15,3 0 0 16,-6-2 0-16,3-5 0 16,1-2 0-16,-2-5 0 15,1 3 0-15,-5-11 0 0,0 0 0 16,0 0 0-16,0 0 0 16,0 0 0-16,4-5 0 15,-4-7 0-15,0-3 0 0,-4-5 0 16,1-5 0-16,1 13 0 15,-2 2 0-15,3-2 0 16,-4-1 0-16,3-2 0 16,-1 0 0-16,-3 2 0 15,4 2 0-15,-3-4 0 16,3 3 0-16,-3-1 0 0,3 4 0 16,-1-4 0-16,1 3 0 15,2 10 0-15,-7-18 0 16,7 18 0-16,-4-14 0 0,4 14 0 15,-3-10 0-15,3 10 0 16,0 0 0-16,0 0 0 16,3-10 0-16,-3 10 0 15,13-3 0-15,-6 3 0 0,5-2 0 16,4-1 0-16,-2 3 0 16,7-5 0-16,1 3 0 15,3-3 0-15,-1 2 0 16,4-2 0-16,2 0 0 15,-1 1 0-15,-1-1 0 0,-3 2 0 16,0-2 0-16,0 1 0 16,-6-2 0-16,1 4 0 15,-3-3 0-15,-4 2 0 0,-3 3 0 16,-10 0 0-16,10-4 0 16,-10 4 0-16,0 0 0 15,0 0 0-15,-8 7 0 16,8-7 0-16,-7 17-71 0,5-7-21 15</inkml:trace>
  <inkml:trace contextRef="#ctx0" brushRef="#br0" timeOffset="34177.78">11463 4972 31 0,'0'0'2'0,"0"0"1"15,0 0 2-15,0 0 0 16,0 0 4-16,0 0-1 15,0 0 3-15,0 0-1 16,0 0-1-16,0 0 0 16,0 0 0-16,0 0-2 0,0 0 2 15,0 0-3-15,0 0-1 16,0 0 1-16,0 0 0 16,0 0 0-16,0 0 0 15,0 0-1-15,0 0 1 0,0 0 1 16,0 0 0-16,0 0 0 15,0 0 0-15,0 0-1 16,0 0 0-16,0 0-3 16,0 0 0-16,0 0-7 0,0 0 0 15,0 0-5-15,0 0-6 16,0 0-5-16,0 0-4 16,0 0-2-16,0 0 0 15,0 0 4-15,0 0 2 0,0 0 6 16,-5 9 8-16,5-9 8 15,0 0 8-15,0 0 1 16,0 0 2-16,0 0 3 16,0 0 1-16,0 0 3 0,0 0-3 15,0 0-2-15,-10 3-2 16,10-3 0-16,0 0-2 16,0 0-1-16,0 0-2 15,0 0-1-15,0 0 0 0,0 0-3 16,0 0 0-16,0 0-2 15,0 0 0-15,0 0-1 16,0 0 0-16,0 0 0 16,0 0 0-16,0 0 2 0,0 0-2 15,0 0 0-15,0 0 0 16,0 0 0-16,0 0 0 16,0 0-2-16,0 0 0 15,0 0 0-15,0 0 0 0,0 0 1 16,0 0-1-16,0 0 1 15,0 0-2-15,0 0 4 16,-2-5-2-16,2 5 1 16,0 0-1-16,0-15 0 0,0 15 1 15,0-10-1-15,0 10 1 16,2-15-1-16,1 8 0 16,-1-5 0-16,3 2 1 15,-3-3-1-15,1-2 0 0,3 0 1 16,-2-1-1-16,1-5 0 15,0 1 0-15,2-6-3 16,0 3-5-16,4-2-5 16,-4 3-12-16,3 7-28 0,-2-2-7 15</inkml:trace>
  <inkml:trace contextRef="#ctx0" brushRef="#br1" timeOffset="38067.64">11490 4910 129 0,'0'0'7'0,"0"0"9"16,0 0 5-16,0 0 6 15,0 0 0-15,0 0 0 16,0 0 0-16,0 0 0 16,-2-7-5-16,2 7-9 0,0-18-4 15,0 8-4-15,0-8-1 16,5 1 0-16,3-7 2 16,1-4 0-16,-1 1 1 15,1-8 2-15,4-2 0 0,-1-7 0 16,4 2 0-16,-3-6 0 15,4-1 0-15,-1-3-5 16,5-3 1-16,-1-2-3 16,-1-5-1-16,6 0 0 0,0-4 0 15,5-1 0-15,-2-5-1 16,1-3 0-16,4-1 1 16,-1-4 0-16,-2 1 0 15,2-3 0-15,3 3-1 0,-6 0 2 16,1 5-2-16,-3 2 1 15,1 5 0-15,-6 2-1 16,0 3 0-16,1 6 1 16,-4-1 0-16,2 2 0 0,-1 2-1 15,1 0 0-15,-3-2 1 16,5 3-1-16,-4 0 0 16,-1 3-1-16,0 4 0 0,-1 6 0 15,-2 1 0-15,-3 3 1 16,-2 8 0-16,0 2-1 15,0 6 1-15,-3 0 0 16,-2 2 0-16,-3 3 0 0,4 3 0 16,-3 0 1-16,-3 1 0 15,4-5-1-15,-1 5 0 16,-1 3 0-16,1-3 1 16,1 3 0-16,-4 7 0 15,5-18-1-15,-5 18 0 0,0-10 1 16,0 10 1-16,3-10 0 15,-3 10-1-15,0-7 0 16,0 7 0-16,3-13 0 16,-3 13 1-16,2-11-1 0,-2 11 0 15,0-11 0-15,0 11 0 16,5-13 0-16,-5 13 0 16,0 0 0-16,0-12-1 15,0 12 0-15,0 0 0 0,0 0 0 16,0 0 0-16,0 0-1 15,0 0 1-15,0 0-3 16,0 11-1-16,0-11-4 16,0 14-7-16,0-3-21 0,7 0-45 15,-7-11-3 1</inkml:trace>
  <inkml:trace contextRef="#ctx0" brushRef="#br1" timeOffset="39249.41">12428 2152 147 0,'0'0'7'0,"0"0"4"16,0 0 4-16,0 0 1 15,0 5 3-15,0-5 1 0,0 0 1 16,0 0 0-16,0 0-8 15,0 0-2-15,9 0-3 16,-9 0-3-16,15-9 0 0,-2 1-1 16,3-2 0-16,2-1 0 15,12-7 0-15,5-2 0 16,4-5 0-16,9-10 0 16,9-4 0-16,5-5 0 15,10-2 1-15,6-2 0 0,-39 23-4 16,8-6 1-16,0 1-2 15,8-7 1-15,3 3-1 16,4-4-1-16,0-1 2 16,5-1 0-16,0-2 4 15,2 0 1-15,-2 2 3 0,6-2-2 16,-11 1 1-16,5-5 0 16,-5 6-1-16,0-4 0 15,-5 7-2-15,-4 3 1 16,-12 4-1-16,-1 3 0 0,-11-1 0 15,-1 9 0-15,-5 1-1 16,-9 8-1-16,-3 0-1 16,-11 10-1-16,9-12 0 15,-9 12 0-15,0 0-1 0,0 0-1 16,0 0 1-16,0 0-2 16,-7 0 0-16,7 0-2 15,-8 8-3-15,8-8-6 16,-10 11-11-16,6 2-44 15,4-13-12-15</inkml:trace>
  <inkml:trace contextRef="#ctx0" brushRef="#br1" timeOffset="41699.42">11411 4882 110 0,'0'0'6'16,"0"0"4"-16,0 0 7 0,0 0 5 16,0 0 6-16,0 0 6 15,0 0 2-15,0 0 1 16,0 0-6-16,0 0-4 15,0-7-4-15,0 7-4 0,-8-20-5 16,3 10-3-16,-2-5-5 16,-3-5 1-16,-1-2 0 15,-3-5 1-15,-1 0-1 16,-2-8 0-16,-1-7-1 16,-7-5-1-16,4-4 1 0,-12-12 0 15,-1-1-2-15,-7-8 0 16,2-3 0-16,-3-7-1 15,-6 0 1-15,6-4-2 16,-5-3-2-16,2-3 0 0,-2-2 0 16,5-2 0-16,-6-1 0 15,4 0 0-15,-4-2 0 16,4 3 0-16,-1-6 0 16,0 2 0-16,4 4 0 0,-3-3 0 15,0 5 0-15,2 5 0 16,0 5 0-16,0 5 0 15,-1 7 0-15,1 10 0 16,5 8 0-16,-1 9 0 0,6 10 0 16,5 3 0-16,2 5 0 15,5 10 0-15,6 0 0 16,1 9 0-16,13 8 0 16,-12-11 0-16,12 11 0 0,0 0 0 15,0 0-2-15,0 11 1 16,0-11 0-16,9 14-1 15,-9-14 0-15,5 18-2 0,-5-18-2 16,7 18-1 0,-7-18-3-16,6 14-6 0,-6-14-8 15,2 10-27-15,1 2-33 16,-3-4-1-16</inkml:trace>
  <inkml:trace contextRef="#ctx0" brushRef="#br1" timeOffset="42815.9">10019 2219 189 0,'0'0'6'0,"0"0"5"0,-12-10 3 16,12 10 5-16,-7-4 1 16,7 4 4-16,-13-9 1 15,13 9 2-15,-12-7-4 0,2 3-3 16,10 4-2-16,-18-15-3 15,9 8-3-15,-4-4-2 16,-7 1-1-16,0-2-1 16,-5 1 0-16,-2-7-1 0,-6 0 0 15,-1 4-1-15,-3-9 0 16,-5-2-1-16,-6 0 0 16,-1-4-1-16,-1-4 0 15,-5 4 0-15,-5-3-2 0,-2-3 1 16,0-1-3-16,-5 5 0 15,3 4 0-15,4 4 0 16,28 14 0-16,-3-1 0 16,3 0 0-16,-3 0 0 0,0 2 0 15,0 1 0-15,0-1 0 16,-2 4 0-16,5-2 0 16,0-1 0-16,-3 4 0 15,3-1 0-15,0-1 0 0,-5 0 0 16,6 0 0-16,-2 0 0 15,1-2 0-15,0-1 0 16,8 3 0-16,-1 0 0 16,0 1 0-16,2-5 0 0,4 5 0 15,-1 0 0-15,2-2 0 16,1 1 0-16,2 2 0 16,0-1 0-16,5-2 0 15,0 5 0-15,10 1 0 0,-17-6 0 16,17 6 0-16,-13-2 0 15,13 2 0-15,0 0 0 16,0 0-2-16,0 0-3 16,0 0-5-16,0 8-10 0,16 6-55 15,-4-11-14-15</inkml:trace>
  <inkml:trace contextRef="#ctx0" brushRef="#br1" timeOffset="44733.08">11389 4949 135 0,'0'0'8'0,"0"0"5"16,-8 0 2-16,8 0 3 0,0 0 3 15,0 0 0-15,0 0 2 16,0 0 0-16,0 0-7 15,0 0-2-15,0 0-2 0,0 0-1 16,0 0-1-16,0 0 0 16,0 0 1-16,0 0 0 15,8 0 0-15,-8 0-2 16,0 0 0-16,0 0-2 0,7 0 0 16,-7 0-2-16,0 0-1 15,0 0-1-15,0 0-1 16,0 0 0-16,0 0 1 15,0 0-1-15,2 8 1 16,-2-8 0-16,0 0 0 16,0 0 1-16,0 0 0 0,11 4-1 15,-11-4 0-15,0 0 0 16,0 0 0-16,0 0-1 16,0 0 1-16,0 0-1 0,0 0-1 15,0 0 1-15,0 0-1 16,0 0 1-16,0 0-1 15,0 0 0-15,0 0 0 16,0 0 0-16,0 0-1 0,0 0 1 16,0 0 0-16,0 0-1 15,0 0 0-15,0 0 0 16,0 0 1-16,0 0-1 0,0 0 0 16,0 0 0-16,0 0 0 15,0 0 0-15,0 0 0 16,0 0 1-16,0 0-1 15,0 0 1-15,0 0-1 16,0 0 0-16,0 0 1 16,0 0-1-16,0 0 0 0,0 0 1 15,0 0-1-15,0 0 1 16,0 0-1-16,0 0 1 16,0 0 0-16,0 0-1 0,0 0 1 15,0 0-1-15,0 0 1 16,0 0-1-16,0 0 0 15,0 0 1-15,0 0-1 16,-6 0 0-16,6 0 0 0,-12 0 0 16,12 0 0-16,-10-4 0 15,10 4 0-15,-13-8 1 16,13 8-1-16,-16-13 0 0,5 6 1 16,-1-2-1-16,-2-1 1 15,-4 3-1-15,-3-4 1 16,0-1 0-16,-4-1 0 15,-3-1-1-15,-4-1 1 16,2-3-1-16,-7 1 0 16,5-5-1-16,-9 2 1 0,4-2 0 15,-4-1-1-15,0-1 1 16,-1-1 0-16,-4 0 0 16,3 3 1-16,-6-6 0 0,3 2-1 15,-6-5 1-15,3 2 0 16,-4-1-1-16,3-5 1 15,1 3 0-15,-3-6 0 16,-1 2 0-16,2-1-1 0,1-2 1 16,-3-2-1-16,-1 0 0 15,-1-2 0-15,-2 1 0 16,0 0 0-16,-3-5-1 0,3 3 2 16,-3 1-1-16,4-4 0 15,-6 2 0-15,4 1 0 16,1-2 0-16,-1 0 0 15,1-1 2-15,0 2-2 16,3-2 0-16,-3 5 0 16,5-2 0-16,-1 4 0 0,6-1 0 15,0 5 0-15,0 2 0 16,9 1 0-16,1 6 0 16,7 0 0-16,-2 7 0 15,10 6 0-15,4-1 0 0,3 2 0 16,8 8 0-16,7 5 0 15,-10-10 0-15,10 10 0 16,0 0 0-16,0 0 0 0,5 0 0 16,-5 0-2-16,7 5 1 15,-7-5-1-15,11 8-3 16,-11-8-4-16,0 0-6 16,0 0-12-16,0 0-30 0,7 5-28 15,-7-5-1-15</inkml:trace>
  <inkml:trace contextRef="#ctx0" brushRef="#br1" timeOffset="45517.6">8782 3250 142 0,'0'0'6'0,"0"0"4"0,-12-2 3 0,12 2 2 16,-18-3 2-16,18 3 2 15,-17 0 1-15,4 0 1 16,1 3-4-16,0-1-2 0,-1-2-2 15,-4 2 0-15,-1 0-1 16,-4 1-1-16,-3-3 1 16,-4 3 0-16,-9 1-1 0,-2 3 1 15,-7 1-3-15,-8 1-1 16,-1-1 0-16,-9 5-2 16,-5 2-1-16,-2 0-1 15,-7 0-1-15,-1 2 1 16,-2 1-2-16,-2-1 1 0,2 0 0 15,-3 1 1-15,0 1 0 16,4-2-1-16,1 1 0 16,6 0-1-16,-4 1 0 0,7 3 0 15,1 1-1-15,0-4-1 16,5 6 0-16,3-3 0 16,3 1 0-16,10-3 1 15,0-3-1-15,10-4 0 16,7-3 0-16,10-1-4 0,5-3-10 15,17-6-64-15,0 0-1 16</inkml:trace>
  <inkml:trace contextRef="#ctx0" brushRef="#br1" timeOffset="47700.37">6461 3751 357 0,'0'0'6'16,"0"0"2"-16,-2-9-1 0,2 9 2 15,0 0-2-15,0 0 0 16,-13-8 0-16,13 8 0 15,0 0-5-15,-5 8-1 0,5 2 1 16,0 1-1-16,8 1 0 16,0 1 1-16,4-1 0 15,3-2 1-15,0-3 0 16,5-4 0-16,1-3 0 16,0-3 1-16,1-7 1 0,1-5 2 15,-6-2 0-15,-4-6 0 16,-4 2 0-16,-4-4 0 15,-5 3 0-15,-2-1-2 16,-14 5-1-16,2 4-2 16,-11 4-1-16,2 10 0 0,-3 0-1 15,1 10 0-15,2 4-1 16,0 9 1-16,9 2-1 16,1 1 1-16,11-1-1 0,2-2 0 15,13 0 1-15,3-4 0 16,7-6 0-16,7-5 0 15,2-7 1-15,3-1 0 16,2-9-1-16,1-7 1 0,-3 0 1 16,-8-7-1-16,-5 0 1 15,-7-2 0-15,-10 1 1 16,-5 4-3-16,-10 0 0 16,-7 8 0-16,-11 5 0 15,1 5 0-15,-6 2 0 0,-1 11 0 16,-2 5 0-16,10 9 0 15,-2 0 0-15,9 4 0 16,8-2 0-16,7-2 0 16,6-2 0-16,9-8 0 0,10-5 0 15,7-9 0-15,-2-1 0 16,10-15 0-16,1-5 0 16,-5-4 0-16,-5-5 0 0,-4-1 0 15,-7-3 0-15,-9 4 0 16,-7 4 0-16,-11 8 0 15,-8 4 0-15,-6 5 0 16,-5 8 0-16,0 11 0 0,3 3-9 16,4 4-5-16,9 4-18 15,21 1-51-15,-5-6-3 16</inkml:trace>
  <inkml:trace contextRef="#ctx0" brushRef="#br1" timeOffset="48499.61">8243 1577 322 0,'0'0'6'0,"0"0"2"16,0 0 2-16,-10-2-1 15,10 2 1-15,0 0 0 16,-10 0 0-16,10 0 0 15,0 0-6-15,-7 5-2 0,7-5-2 16,0 0 4-16,0 12-1 16,9-4 2-16,-9-8-2 15,18 10 1-15,-8-7 0 16,3-3 0-16,-1 0 2 0,0 0-2 16,1 0-1-16,0-5 0 15,1-3 3-15,-4-2-2 16,-5 0 0-16,2-1-1 15,-7 0-1-15,0 4-1 16,0 7 0-16,-2-13-2 0,2 13 1 16,-15-2 0-16,4 2-1 15,2 2 1-15,-3 4-1 16,12-6 3-16,-20 17 1 16,12-8-4-16,1 1 1 0,7 0 0 15,0-2 0-15,0-8 0 16,5 7 1-16,5-7-3 15,-3 0 1-15,3-3 2 16,0-1 0-16,2-6 0 0,-4 2 0 16,-3-2 0-16,0 1-1 15,-5 9 0-15,0-16-1 16,0 16-1-16,-5-7-2 16,5 7-3-16,-20-2-2 0,8 2-6 15,-1 2-12-15,1 1-40 16,2 4-16-16</inkml:trace>
  <inkml:trace contextRef="#ctx0" brushRef="#br1" timeOffset="48883.56">8186 1273 329 0,'0'0'3'0,"0"0"1"0,0 0-1 16,-12 0 2-16,12 0-1 15,-13 13 1-15,6-4 0 16,-1 7 0-16,0 0 0 16,1 3-2-16,0 5 0 0,7-12 2 15,-10 40 2-15,8 2-1 16,2 3 0-16,12-2 0 16,10-10 1-16,13-16 0 15,5-14 1-15,5-15-2 16,-26 0-3-16,6-7 0 15,0-6 0-15,0 1 1 0,-1-3 0 16,1-7-1-16,-2 0 1 16,-6-3-1-16,-2-4 2 15,-5-2-1-15,-5 1 0 16,-5-2-1-16,-4 2-2 0,-4 3 0 16,-13 4-1-16,2 2-1 15,-6 6 0-15,-7 3-2 16,2 9-7-16,-5 3-14 15,-2 5-59-15,12 8-1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13:51.277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1797 3288 126 0,'0'0'4'15,"0"0"4"-15,13 0 5 16,-1-3 3-16,8 3 4 0,1-3 3 16,13 0 1-16,6-1 1 15,7-4-2-15,10 1-4 16,7-1-5-16,11 1-1 16,4-3-4-16,11 2-3 0,4 1-2 15,6 0-1-15,7-1 0 16,2 4-1-16,5 1 1 15,10 0-2-15,0 2 1 0,9 1 0 16,3 0 0-16,6 0-1 16,3 0 1-16,5 4-1 15,4-1 0-15,6 1 0 16,4 1-1-16,-1 0 1 16,9 3-1-16,-3-1 1 15,10 1 0-15,-2-4 0 0,6 6 0 16,1-2 2-16,7 3-1 15,5 0 2-15,1-1-1 16,2 0 0-16,7 2 0 0,6 1 0 16,-1-3 0-16,-1-1 0 15,6-1-1-15,-4-3-1 16,6 2 0-16,2-4 0 16,-2-1 0-16,1-2-1 0,-3 2 1 15,-2-2-1-15,-3 0 1 16,2 0-1-16,-9-2 1 15,3-3-1-15,-16 3 0 16,-10 0 0-16,1-3 1 16,-9 2-1-16,-17 1 0 0,-9-4 1 15,-12 6-1-15,-19-2 0 16,-6 2 1-16,-16 0-1 16,-20 0-1-16,-12 0-3 15,-14 0-2-15,-17 0-6 0,-12 0-9 16,-19 0-14-16,-19 0-29 15,-14-2-11-15</inkml:trace>
  <inkml:trace contextRef="#ctx0" brushRef="#br0" timeOffset="1032.05">2068 3507 150 0,'0'0'2'16,"13"-5"3"-16,-3 1 1 15,4 4 3-15,9-3 3 16,4 3 1-16,8-3 0 15,9 3 2-15,4 0 0 0,7 0-2 16,0 3 0-16,14-3-4 16,5 0 0-16,8 0-1 15,8-5-1-15,4 3-2 0,5-6 0 16,11 1 0 0,7-3-1-16,5-1 2 0,0 0-1 15,9-2 0-15,5 1 1 16,4-6-1-16,7 6 1 0,1-3-1 15,6 1 0-15,0 1 0 16,0-2 0-16,6 0-3 16,-1 3 1-16,5-1-1 15,-5 3 0-15,4-2 1 16,0-1-1-16,0 4 0 0,-2 2-1 16,2-1 1-16,-4 1-1 15,2 3 0-15,-2-2 0 16,-3 3-1-16,1-2 1 15,-1 1-1-15,4 1 1 0,-1-1 0 16,0-2 0-16,-1-1-1 16,4-1 1-16,5 4 0 15,-4-4 0-15,6 3 0 0,-2 0-1 16,5 0 1-16,-6 0 0 16,11 0 0-16,-4 0 0 15,-1-3 0-15,-4 4 0 16,-3-4-1-16,3 4 1 0,-6-2 0 15,-8-1-1-15,-5 2-2 16,-5-1-6-16,-2 0-19 16,12 2-43-16,-22 0-4 15</inkml:trace>
  <inkml:trace contextRef="#ctx0" brushRef="#br0" timeOffset="10726.12">14895 2710 369 0,'0'0'7'0,"7"-12"4"15,0-1 2-15,-2 1 2 16,1-3 0-16,-4-5 2 16,-2-2 0-16,0-3 1 0,-8 5-7 15,-6 7-4-15,-4 1-2 16,-6 10-2-16,-4 2 0 16,-2 14-3-16,-4 6 0 15,2 10 0-15,-4 3 0 0,-1 3 0 16,9 7 0-16,1-6 0 15,8 0 0-15,8-2 0 16,9-3 0-16,4-7-3 16,13-3 2-16,6-10 0 15,11-5 0-15,3-7 1 0,2-1 1 16,5-15 1-16,-2-3 1 16,-3-11-3-16,-2-5 0 15,-5-4 0-15,-8-2 0 16,-5-3 0-16,-6 2 0 0,-7 9 0 15,-4 2 0-15,0 9 0 16,0 6 0-16,0 16 0 16,0 0 0-16,-4 6 0 0,4 11 0 15,2 5 0-15,3 2 0 16,4 7 0-16,1 1 0 16,3-2 0-16,2-4 0 15,2 5-31-15,4-6-50 16,-2-8-4-16</inkml:trace>
  <inkml:trace contextRef="#ctx0" brushRef="#br0" timeOffset="10915.94">15320 2735 490 0,'0'0'3'0,"0"0"0"0,0 0 0 0,0 0-1 0,0-8 0 16,0 8-4-16,0 0-9 16,0 0-35-16,5 0-36 15,-5 0-1-15</inkml:trace>
  <inkml:trace contextRef="#ctx0" brushRef="#br0" timeOffset="11403.19">15578 2460 471 0,'0'0'4'0,"0"0"2"15,5-14 0-15,-5 14 0 0,0 0-1 16,0 0 1-16,0 0-1 16,0 0-3-16,7 25-2 15,-3 3 0-15,5 10 0 16,-4 1 0-16,2 6 0 15,3-1 0-15,0 1 0 0,-3-3 0 16,1-7 0-16,-4-6 0 16,0-6 0-16,-2-9 0 15,-2-1 0-15,0-13 0 16,0 0 0-16,-8-3 0 16,2-9 0-16,2-6 0 0,0-3 0 15,1-7 0-15,1 1 0 16,2-5 0-16,2 7 0 15,3 0 0-15,5 2 0 0,3 6 0 16,3 5 0-16,5 2 0 16,4 8 0-16,0 2 0 15,-1 5 0-15,3 5 0 16,-2 5 0-16,-4 4 0 0,-7 1 0 16,-7 2 0-16,-4-3 0 15,-8 5 0-15,-5-2 0 16,-8-5 0-16,-3-5 0 15,-4-1 0-15,0-2-4 0,0-1-4 16,-3-8-8-16,9 2-22 16,1-2-44-16,6 0 0 15</inkml:trace>
  <inkml:trace contextRef="#ctx0" brushRef="#br0" timeOffset="11598.62">16050 2596 438 0,'0'0'6'16,"0"0"2"-16,10-10 1 0,-10 10 2 16,15-17 1-16,-6 9-1 15,7-2 1-15,-2-2-8 16,6 2-4-16,3 5 0 16,-1-2 0-16,7 7-4 0,-3 2-50 15,1-2-30-15,3 0-2 16</inkml:trace>
  <inkml:trace contextRef="#ctx0" brushRef="#br0" timeOffset="11748.66">16142 2680 405 0,'0'0'7'0,"0"0"2"16,0 0 1-16,0 10 0 16,0-10 2-16,8 8 1 15,4-4-1-15,2-2 1 16,6-2-7-16,10 3-9 15,0-3-25-15,10-3-50 0,10 1-4 16</inkml:trace>
  <inkml:trace contextRef="#ctx0" brushRef="#br0" timeOffset="12748.52">16960 2521 421 0,'0'0'6'0,"0"-9"0"16,0 9 2-16,-5-13 0 16,-6 6-1-16,-1-1 1 15,-8 3-1-15,-5 0 1 0,-5 5-6 16,-2 10-1-16,5 8-2 16,-5 4 1-16,0 3-1 15,9 0 1-15,8 2-1 16,2-1 0-16,11-2 1 15,4-6-1-15,11-10 1 0,5-3 0 16,9-5 0-16,3 0 1 16,4-12 1-16,-1-3 1 15,-3-5 0-15,-1-2 0 0,-4-3 0 16,-5 1 0-16,-7 4 0 16,-6 3 0-16,-2 2-2 15,0 5 0-15,-5 10-1 16,0 0 0-16,2 17 0 15,-2 1 0-15,8 2-1 16,-1 1 1-16,5 4-3 0,4-2-2 16,3-4-3-16,4-4-6 15,2-5-3-15,5-7-2 16,2-3 0-16,0-8 1 0,-2-12 2 16,-3-2 4-16,-5-7 7 15,1-4 9-15,-13-7 6 16,-3 1 5-16,-7-3 1 15,-3 2 0-15,-9 3-2 0,-2 5-1 16,-2 4-3-16,2 8-4 16,1 8-1-16,0 7 0 15,13 5-3-15,-9 20 1 0,9 5 1 16,0 8-1-16,7 0 0 16,3 13 2-16,3-2-2 15,-1 3-2-15,0-3 0 16,1-6 0-16,-3-7 0 15,-3-6 0-15,-1-2 2 0,-2-13-3 16,-4-10 0-16,0 0 0 16,5-5 0-16,-5-6 0 15,0-10 0-15,3-4 0 16,-1-4 0-16,0-1 0 0,8-1 0 16,-2 0 0-16,4 8 0 15,4-2 0-15,3 11 0 16,6 6 0-16,5 6 0 15,2 2 0-15,-2 5 0 0,2 6-2 16,0 6-1-16,-9 2 1 16,-3 3-1-16,-8 1 1 15,-10-4 0-15,-6 4 1 16,-11-6 1-16,-2-2 0 0,-11-3 1 16,1-2 0-16,-5-6 0 15,2 0-2-15,0-2-3 16,5-2-6-16,8 0-26 15,1 0-44-15,7-6-2 16</inkml:trace>
  <inkml:trace contextRef="#ctx0" brushRef="#br0" timeOffset="13003.77">18015 2352 461 0,'0'0'4'0,"0"0"1"16,-5-8 0-16,-4 5 1 0,-2 0 0 16,-6 3-1-16,2 0 1 15,-10 8 0-15,3 4-4 16,2 6-1-16,2 1 0 0,4 9-1 16,4-6 1-16,2 4 1 15,8 2-2-15,3-3-3 16,12-8-2-16,10 0-11 15,0-4-29-15,12-6-38 16,7-7-1-16</inkml:trace>
  <inkml:trace contextRef="#ctx0" brushRef="#br0" timeOffset="13300.22">18211 2420 454 0,'0'0'4'15,"0"0"2"-15,-17 0-1 0,8 3 2 16,-7 1-1-16,4 1 1 15,-3 3-1-15,-2 4 0 16,2-1-4-16,10 3-1 16,2-2 0-16,3 3 0 0,10-5-1 15,8 3 2-15,7-7-1 16,1-2 1-16,8-4-2 16,0-4 0-16,1-5 0 15,0-8 0-15,-8 2 0 0,-2-7 0 16,-8-2 0-16,-7 5 0 15,-7 2 0-15,-6 2 0 16,-10 3 0-16,-7 5 0 0,-4 7 0 16,4 0-5-16,-10 7-13 15,10 5-15-15,1 16-46 16,8-16-5-16</inkml:trace>
  <inkml:trace contextRef="#ctx0" brushRef="#br0" timeOffset="13648.73">18641 2370 417 0,'0'0'7'16,"0"0"1"-16,-5-12 1 16,5 12 1-16,-14-17-1 15,3 9 0-15,-3 1 1 16,-4 0 0-16,1 4-7 0,-6 3-2 16,3 5-1-16,-1 5 0 15,3 0 0-15,-1 1-1 16,3 6 1-16,9-1-1 0,5 1 1 15,2 1 0-15,9 0 0 16,9-2 0-16,6-3 0 16,-1 2 0-16,4-3 0 15,3-4 1-15,-5 4-1 0,-6-2 1 16,-1-2-1-16,-11-1 1 16,-7-7-1-16,0 15 1 15,-9-11 0-15,-7 2 0 16,-3-1 0-16,-4-3-2 0,-2 1-1 15,6-1-4-15,1 0-8 16,0-2-14-16,6 0-53 16,12 0-1-16</inkml:trace>
  <inkml:trace contextRef="#ctx0" brushRef="#br0" timeOffset="14048.56">18992 2237 427 0,'0'0'3'0,"0"0"0"0,-11-3-1 16,11 3 1-16,-19 5 0 16,1 10 2-1,-1 2 1-15,1 8 0 16,-2 0-3-16,3 10-1 0,4-3 2 16,6 3 0-16,2-8-2 15,5-3-1-15,10-4 1 16,5-10 0-16,2-2 0 15,8-8 1-15,0-3 0 0,3-7 0 16,-1-5-1-16,0-9 1 16,-1-4-1-16,-7-2-1 15,-6-2-1-15,-6-5-2 16,-7 7-1-16,-2 1-1 0,-11 4 0 16,-4 8 0-16,-8 4-2 15,-3 8 1-15,-2 5 2 16,2 10 4-16,10 5 1 15,2 8 0-15,7 1 1 0,9 3 0 16,12 4 2-16,13-5-1 16,14-1-2-16,14 0-9 15,4-7-22-15,15-4-49 0,8-3-4 16</inkml:trace>
  <inkml:trace contextRef="#ctx0" brushRef="#br0" timeOffset="14515.09">14626 3460 292 0,'0'0'4'0,"0"0"4"15,16 0 4-15,0-1 3 0,14-6 1 16,10 3 0-16,27-3 5 16,22-3-2-16,31-8-4 15,29-1-3-15,44-6-4 16,29-2-2-16,43-11 0 16,69-2-1-16,-8-5 0 15,26-5 1-15,60 2-1 0,-22-2 0 16,13 6 2-16,4 5-1 15,9 6-5-15,-46 5-41 16,39 9-37-16,-16 5-4 0</inkml:trace>
  <inkml:trace contextRef="#ctx0" brushRef="#br0" timeOffset="22732.06">20303 8193 204 0,'0'0'5'0,"0"0"2"0,0 0 2 16,0 0 2-16,0 0 3 16,0 0 1-16,0 0 2 15,0 0 1-15,0 0-5 16,0 0-1-16,0 0-2 0,0 0-4 15,0 0-2-15,0 0-3 16,0 0-1-16,0 0-1 16,0 0-1-16,9 0 1 15,0-4 0-15,6 4 1 0,5 0 1 16,2 0 1-16,4 0 0 16,6 0-1-16,-2 0 0 15,9 4 0-15,-4-4 0 16,7 0-1-16,-4 0 1 0,6 0 0 15,4 0-1 1,-4 0 0-16,4 0 1 0,-4 0-1 16,4 1 0-16,-2-1 1 15,9 0-1-15,-8 5 0 0,3-3 1 16,5-2-1-16,-3 3 1 16,7 2-1-16,-2-3 1 15,5 4 0-15,0-4-1 16,-2 1 0-16,0-1 0 15,-1 3 1-15,1-2-1 0,-3-1 0 16,-4 1 0-16,3-3 0 16,-1 0 0-16,2 2 0 15,-2-2 0-15,3 0 0 0,-1 0 0 16,-3 0 1 0,5 0-2-16,-4 3 2 0,-2-3-1 15,2 2 0-15,-6 1 0 16,3-3 0-16,-3 2 0 0,1-2 0 15,1 2 0-15,-7 1 0 16,4-3 0-16,-2 2 0 16,2-2 0-16,-6 0 1 15,-1 0-1-15,-2 0 0 0,-5 0 0 16,-1 3 1-16,-8-3 0 16,-9 0 1-16,5 3 1 15,-9-3-1-15,-2 1 0 16,-10-1 1-16,10 0 1 0,-10 0 1 15,0 0-1-15,0 0 0 16,0 0 1-16,0 0 1 16,0 0-1-16,0 0 1 15,0 0-2-15,0 0 1 0,0 0-2 16,0 0 0-16,0 0-2 16,0 0-1-16,0 0-2 15,0 0-5-15,0 0-5 16,0 0-11-16,-2 11-35 0,2-11-18 15</inkml:trace>
  <inkml:trace contextRef="#ctx0" brushRef="#br0" timeOffset="23548.54">22828 8100 196 0,'0'0'4'0,"0"0"0"0,0 0 2 16,0 0-2-16,0 0 2 16,0 0 3-16,0 0 4 15,0 7 3-15,0-7-1 0,10 11 2 16,0-4 1-16,6 0 1 16,0 4-1-16,2-4-2 15,4 3-1-15,0-1-4 16,3-2-3-16,3 3-1 0,-3-2-2 15,-3-1 0-15,0-1-1 16,1 4-1-16,0-3 0 16,-9-2 0-16,4 0-1 15,-9 0 0-15,1-2 0 16,-10-3 0-16,13 5 0 0,-13-5 1 16,0 0-1-16,0 0 2 15,0 0 0-15,0 0 0 16,0 0 1-16,-2 9 0 15,2-9-1-15,-16 13 0 0,4-6 0 16,-3 5-2-16,0 1 0 16,-5-1 0-16,-3 3 0 15,7 0-1-15,-5-2 0 16,5 1-1-16,0 1 1 0,2-5-1 16,2 2 0-16,3-4 1 15,9-8-1-15,-13 15 0 16,13-15 0-16,-4 10 0 0,4-10 0 15,0 0 0-15,-8 7-1 16,8-7-2-16,0 0-5 16,0 0-11-16,0 0-24 15,0 0-36-15,12 3-3 0</inkml:trace>
  <inkml:trace contextRef="#ctx0" brushRef="#br0" timeOffset="24917.06">23251 8583 345 0,'0'0'6'0,"0"0"3"16,0 0 3-16,0 0 0 15,0 0 0-15,7-2 0 16,-7 2 0-16,0 0 0 15,-7 10-6-15,-1 2-2 0,-5 6-3 16,-4 4 0-16,0 3-1 16,-3 2 1-16,0 3 0 15,-2-1 0-15,0-1 0 0,2-1 0 16,-1-3 0-16,7-1-1 16,-1-3 1-16,3-8-1 15,2 3 0-15,2-5-1 0,8-10-1 16,-12 15-1-16,12-15 0 15,0 0-1-15,-10 10-3 16,10-10-5-16,0 0-7 16,0-8-16-16,0 8-38 0,0-12-5 15</inkml:trace>
  <inkml:trace contextRef="#ctx0" brushRef="#br0" timeOffset="25400.23">22975 8572 330 0,'0'0'6'16,"0"0"3"-16,0 0 3 0,0 0 3 15,0 0 0-15,0 0-1 16,0 0 0-16,0 0 0 16,0 0-5-16,-5 6-4 15,5 2-1-15,5 5-2 0,8 4 1 16,4 5 0-16,3 3 2 16,7 2 1-16,5 2-1 15,6 1 0-15,3-3-1 16,-4 1-1-16,4-1 0 0,-6-5 0 15,-3 1-2-15,-2-6 0 16,-8-3 0-16,-6-3-1 16,-4-1 1-16,-3-3 0 15,-9-7 0-15,10 5 1 0,-10-5 2 16,0 0 1-16,0 0 0 16,0 0-5-16,0 0 0 15,0 0 0-15,0 0 0 16,0 0 0-16,-7-5 0 0,7 5 0 15,-7-7 0-15,7 7 0 16,-13-10-7-16,9-12-73 16,4 22-7-16</inkml:trace>
  <inkml:trace contextRef="#ctx0" brushRef="#br0" timeOffset="26498.65">20671 4184 328 0,'0'0'5'0,"0"0"2"0,0 0 0 16,0 0 0-16,11 0 1 16,-11 0 3-16,14 5 0 15,-7 4-2-15,8 4-3 16,3 2-3-16,2 0 0 0,3 4 0 16,2 1 0-16,-4-5-2 15,4 3-3-15,0-6-6 16,-4 3-16-16,-2 2-46 15,-6-13-5-15</inkml:trace>
  <inkml:trace contextRef="#ctx0" brushRef="#br0" timeOffset="26681.53">20942 4179 354 0,'0'0'5'0,"0"0"5"0,0 0-2 16,0 0 2-16,0 0-1 15,3 5 2-15,-3 7-1 16,0 8 1-16,-3 0-5 0,3 10-2 16,-5 2-3-16,-2 5 2 15,2-5-5-15,0 10-16 16,5-4-58-16,-3-3-1 16</inkml:trace>
  <inkml:trace contextRef="#ctx0" brushRef="#br0" timeOffset="27715.11">20162 8244 147 0,'0'0'2'15,"-13"0"3"-15,13 0 2 0,-21 3 3 16,8-1 1-16,-7 3 4 15,3 0 2-15,-6 2 2 16,-3 1-1-16,5-1-2 16,-6 5-2-16,-1 1-3 15,-6 2-1-15,-1 0-3 0,-8 5-1 16,-1-6-2-16,-6 6 2 16,-7 3-1-16,-3-4 0 15,-7 6 0-15,-5 0 1 0,-2 0 0 16,-1-1 0-16,-4 3 1 15,-6-2-1-15,5 5-2 16,-7-8 1-16,1 3 1 0,-1-3-1 16,-3 1-1-16,3-2-1 15,5 2 0-15,-2-3 0 16,2-1-1-16,10 2-1 16,-1-4 1-16,9 0-1 15,2 1 0-15,13-3 0 0,1-5 0 16,11 0-1-16,7-3 1 15,10-3-1-15,1-1 0 16,8 0-1-16,11-3-2 16,-10 3 1-16,10-3 0 0,0 0-1 15,5-3-1-15,-5 3 0 16,13-6-3-16,-13 6-2 16,15-4-4-16,-15 4-10 15,14-3-28-15,-14 3-21 0</inkml:trace>
  <inkml:trace contextRef="#ctx0" brushRef="#br0" timeOffset="28216.69">18064 8685 352 0,'0'0'5'0,"0"0"3"16,0 0 0-16,0 0 0 15,0 0 1-15,-7 0-1 16,7 0 1-16,-14 5-1 0,2 2-4 15,-1 6-2-15,-4 2 0 16,-3-1-1-16,-1 4 1 16,0-1-1-16,-2 1 1 0,0-4-2 15,1 1 1-15,5-3 0 16,-1-4-2-16,9 2 2 16,9-10-1-16,-5 15 1 15,10-10 0-15,12 0 1 0,7-3 1 16,11 2-2-16,8 2 2 15,4-3-1-15,0-1-1 16,8 4 1-16,-3-2-1 16,-5 0-1-16,-5-1 0 0,-5 5 0 15,-7-6-3-15,-5 6-1 16,-7-4-4-16,-6 2-8 16,-12-6-28-16,0 9-30 15,0-9-6-15</inkml:trace>
  <inkml:trace contextRef="#ctx0" brushRef="#br0" timeOffset="28865.79">17511 8375 388 0,'0'0'5'0,"0"0"2"0,0 0 2 16,0 0 1-16,0 0 0 15,0 0 0-15,0 0 0 0,0 0 1 16,0 0-5-16,10 0-1 15,5-1-2-15,7-3 0 16,5 0-1-16,8 1 0 16,0-3-1-16,0 2 1 15,2 1-2-15,-2 2 1 0,-8-2-1 16,-5 3 0-16,-4 0 0 16,-8 0 1-16,-10 0-1 15,10 7 1-15,-10-7 1 16,-13 21-1-16,0-10 1 15,-6 7-1-15,0-1 1 0,-6 6-1 16,-3-2-1-16,1-1-1 16,-1 3 1-16,6-4-1 0,0-4 0 15,9-2 0-15,1-1-1 16,12-12 3-16,0 12-2 16,12-12 2-16,13 0-1 15,14-4 0-15,14-7 1 0,14-8-16 16,0 1-63-16,27-7-4 15</inkml:trace>
  <inkml:trace contextRef="#ctx0" brushRef="#br0" timeOffset="35598.64">18731 9213 249 0,'0'0'6'0,"0"0"3"16,0 0 1-16,0 0 4 15,0 0 2-15,0 0 3 0,0 0 2 16,0 0 0-16,0 0-3 15,10 5-3-15,-10-5 0 16,10 7-3-16,-10-7-2 0,14 3-2 16,-1-1-2-16,-1-2 0 15,1 0-1-15,4 0 1 16,1 0-2-16,4-2 1 16,0-1-1-16,3-2 0 0,-4 0 0 15,0-3-1-15,4 1 1 16,-2 2-1-16,-3-2 0 15,-1-3 0-15,4 3 0 16,-3-3 0-16,1 0-1 0,0 0-2 16,2-3 0-16,-4 1 0 15,1-3 0-15,3 2 0 16,-4-1 0-16,1-1 0 16,0 0 0-16,-3-3 0 0,4 4 0 15,-7-4 0-15,4 0 0 16,-4 5 0-16,-1-5 0 15,2-2 0-15,-2 1 0 16,-1 1 0-16,1-2 0 16,-1 3 0-16,-3-3 0 0,-1 2 0 15,2-1 0-15,-5-1 0 16,2 0 0-16,-3 3 0 16,-4-5 0-16,7 2 0 0,-5 0 0 15,1 2 0-15,-3-1 0 16,0 2 0-16,0-1 0 15,0 1 0-15,0-1 0 16,-3 1 0-16,-3 4 0 0,2-3 0 16,-1 3 0-16,0-4 0 15,0 4 0-15,0-2 0 16,-3 5 0-16,3-1 0 0,-4-6 0 16,-1 6 0-16,2-1 0 15,-2-3 0-15,1 2 0 16,-2 1 0-16,-3-2 0 15,4-3 0-15,-5 3 0 16,0 2 0-16,1-3 0 0,-2 3 0 16,1-1 0-16,0 3 0 15,0-2 0-15,1 5 0 16,-2-4 0-16,4 2 0 16,-6 1 0-16,6 0 0 0,-1 1 0 15,0-1 0-15,2 1 0 16,-4 3 0-16,0-3 0 15,2 4 0-15,-1-2 0 0,-4 0 0 16,4 1 0 0,-4 3 0-16,1-2 0 0,-1-1 0 15,-2 4 0-15,-2 0 0 16,5 0 0-16,-4 0 0 0,7 0 0 16,-9 0 0-1,6 0 0-15,-3 4 0 0,6-1 0 16,-6-2 0-16,-1 8 0 15,4-8 0-15,-3 6 0 16,6 0 0-16,-2-3 0 0,2 2 0 16,1 2 0-16,3-4 0 15,1 3 0-15,-2-2 0 16,11-5 0-16,-14 15 0 16,14-15 0-16,-16 15 0 0,9-7 0 15,-3 1 0-15,0 1 0 16,0-2 0-16,3-1 0 15,7-7 0-15,-15 12 0 16,15-12 0-16,-10 8 0 0,10-8 0 16,0 0 0-16,0 0 0 15,0 0 0-15,0 0 0 16,-12 5 0-16,12-5 0 0,0 0 0 16,0 0 0-16,0 0 0 15,0 0 0-15,0 0 0 16,0 0 0-16,0 0 0 15,0 0 0-15,0 0 0 0,0 0 0 16,0 0 0-16,0 0 0 16,0 0 0-16,0 0 0 15,0 0 0-15,0 0 0 16,0 0 0-16,0 0 0 16,0 0 0-16,0 0 0 0,0 0-63 15,5-5-27-15,0-5-1 16</inkml:trace>
  <inkml:trace contextRef="#ctx0" brushRef="#br0" timeOffset="36178.42">18599 8022 415 0,'0'0'6'0,"0"0"2"0,0 0 3 15,0 0 0 1,0 0 1-16,0 0-1 0,0 0 1 15,0 0-1-15,0 0-6 16,0 9-3-16,0-9 0 0,-7 18-2 16,0-4 0-16,-1 4 1 15,-4 4 0-15,-4 0 0 16,4 3 1-16,-6 0-2 16,-1-1 0-16,4-1 0 0,0-6 0 15,-3 0 0-15,6-1 0 16,3-7 0-16,-2 1 0 15,11-10 0-15,-10 8 0 16,10-8 0-16,0 0 0 0,0 0 0 16,0 0 0-16,0 0 0 15,0 0 0-15,0 0 0 16,0 0 0-16,0 0 0 16,0 0 0-16,10 2 0 15,3 0 0-15,4 1 0 0,8-1 0 16,0 6 0-16,5-3 0 15,2 2 0-15,-1 3 0 16,3 1 0-16,-7-3 0 0,1 3 0 16,-7-1 0-16,-1 0 0 15,-4-3 0-15,-7 1 0 16,1-1 0-16,-10-7 0 16,11 8 0-16,-11-8 0 0,0 0 0 15,0 0 0-15,0 0 0 16,0 0 0-16,0 0 0 15,0 0 0-15,0 0 0 0,0 0 0 16,0 0 0-16,0 0 0 16,0 0 0-16,2 12 0 15,-2-12-21-15,7 13-70 16</inkml:trace>
  <inkml:trace contextRef="#ctx0" brushRef="#br0" timeOffset="41115.29">21671 7649 314 0,'0'0'9'0,"0"0"2"0,0 0 4 16,0 0 2-16,0 0 4 15,0 0-2-15,0 0 1 16,0 0 0-16,0 0-7 15,0 0-5-15,0 0-3 0,0 0-3 16,6 8 0-16,2 4-2 16,7 3 0-16,0 5 0 15,-1 5 1-15,9 2-1 16,0 5 1-16,-3 4 1 0,-1-3-1 16,1 3 1-16,-4 0 0 15,-4 2 1-15,-5-4-1 16,-5 1 1-16,1-3 0 0,-3-1-1 15,-3-5 1-15,-4-1-1 16,-3-3 0-16,2-1 0 16,-4-5-1-16,3-1 2 15,-4 0-3-15,3-3 0 0,0 0 0 16,-3-1 0-16,6-4 0 16,7-7 0-16,-14 10 0 15,14-10 0-15,0 0 0 16,-9 0 0-16,9 0 0 15,-2-12 0-15,2-4 0 0,0-3 0 16,0-6 0-16,2-5 0 16,1-4 0-16,0-3 0 15,2-3 0-15,-2 3 0 16,-3-3 0-16,0 6 0 0,0 3 0 16,0-1 0-16,-8 6 0 15,0-2 0-15,1 2 0 16,0-2 0-16,-4 6 0 15,4-3 0-15,-3 3 0 0,3 1 0 16,-6 4 0-16,3 5 0 16,3 2 0-16,-3 2 0 15,2 2 0-15,8 6 0 0,-12-6 0 16,12 6 0-16,-10-3 0 16,10 3 0-16,0 0 0 15,0 0 0-15,0 0 0 16,0 0 0-16,0 5 0 15,0 5 0-15,8 3 0 0,2 4 0 16,2 3 0-16,3 4 0 16,8 6 0-16,-4-2 0 15,6 5 0-15,-2-2 0 0,2 0 0 16,-4 2 0-16,-1 0 0 16,-5-1 0-16,-5 2 0 15,-2-1 0-15,-8-3 0 16,0-4 0-16,-8 2 0 0,-2-2 0 15,-5-2 0-15,-2-5 0 16,0-4 0-16,1-2 0 16,2-3 0-16,-2-5 0 15,4-3 0-15,3-2 0 0,9 0 0 16,-13-10 0-16,10-3 0 16,1-4 0-16,2-3 0 15,0-1 0-15,0-9 0 16,5-1 0-16,-3-2 0 0,6-3 0 15,-4-3 0-15,4-1 0 16,-3 0 0-16,0 1 0 16,-3 0 0-16,-2-2 0 15,0 7 0-15,0-1 0 16,-7 3 0-16,2 5 0 0,-4 2 0 16,-2 6 0-16,2 4 0 15,-1 2 0-15,-1 5 0 16,11 8 0-16,-16-10 0 0,16 10 0 15,-13 0 0-15,13 0 0 16,-12 6 0-16,12-6 0 16,-5 19 0-16,2-7 0 15,3 4 0-15,0-2 0 0,5 6 0 16,0-3 0-16,5 6 0 16,0 1 0-16,2 4 0 15,4-1 0-15,0 5 0 16,0 1 0-16,1 0 0 0,-2 9 0 15,0-6 0-15,-2 1 0 16,-1-2 0-16,-8-3 0 16,1 0 0-16,-5-7 0 15,0 0 0-15,-5-6 0 0,-4-6 0 16,2-1 0-16,-4-5 0 16,1-4 0-16,3 0 0 15,7-3 0-15,-11 0 0 16,11 0-47-16,3-13-40 15,0 4-3-15</inkml:trace>
  <inkml:trace contextRef="#ctx0" brushRef="#br1" timeOffset="44800.25">21749 7607 377 0,'0'0'8'0,"0"0"1"0,-14-12 3 15,14 12 3-15,-15-13 2 16,15 13-1-16,-15-15 2 16,15 15 0-16,-13-11-6 15,13 11-3-15,0 0-9 0,0 0 0 16,-5 11 0-16,8 7 0 16,7 7 0-16,0 4 0 15,2 4 0-15,6 8 0 0,-3 2 0 16,5-3 0-16,-5 2 0 15,-3 0 0-15,-5-4 0 16,-2-2 0-16,-5 1 0 16,-2-2 0-16,-6-5 0 15,-1-4 0-15,-2 2 0 0,-1-6 0 16,0-4 0-16,1-3 0 16,2-5 0-16,-2-3 0 15,11-7 0-15,-9 7 0 16,9-7 0-16,0 0 0 0,0 0 0 15,-3-4 0-15,3-6 0 16,0-4 0-16,0 0 0 16,0-8 0-16,3 0 0 0,5-10 0 15,-3-1 0-15,2-4 0 16,2-7 0-16,0-2 0 16,-2 0 0-16,0-1 0 15,-4 0 0-15,-1 5 0 16,-2-1 0-16,-2 6 0 0,-3 7 0 15,-2 6 0-15,-1 7 0 16,-2 2 0-16,0 5 0 16,0 6 0-16,10 4 0 15,-13 0 0-15,13 0 0 0,-14 17 0 16,6-3 0-16,3 9 0 16,3 2 0-16,2 4 0 15,0 0 0-15,7 7 0 0,6-5 0 16,1 2 0-16,6-1 0 15,-2 0 0-15,4-2 0 16,1 0 0-16,-3-1 0 16,1 1 0-16,-5 0 0 0,-2-1 0 15,-3-1 0-15,-6 1 0 16,-4-1 0-16,-1-1 0 16,-4-2 0-16,-9-5 0 15,1-1 0-15,-1-1 0 0,-1-6 0 16,-1-4 0-16,2-3 0 15,1-3 0-15,4-2 0 16,-4 0 0-16,12 0 0 16,-17-15 0-16,11 5 0 0,-1-7-20 15,-2-1-69-15,5 1-3 16</inkml:trace>
  <inkml:trace contextRef="#ctx0" brushRef="#br1" timeOffset="45548.42">21628 7649 365 0,'0'0'8'0,"0"0"4"0,0 0 1 0,0 0 2 0,-3-10 1 0,3 10 1 15,0 0 0-15,-5-10 0 0,5 10-6 16,0 0-4-16,-9 6-3 16,4 6-2-16,0 5 0 15,-1 5-2-15,-1 8 0 0,2 1 0 16,-2 3 0-16,-3 3 1 15,0 0 1 1,0-7 0-16,0-4-2 16,3-3 0-16,-4-5 0 0,5-3 0 15,-3-6 0-15,9-9 0 16,0 0 0-16,-4 8 0 16,4-8 0-16,0 0 0 15,0 0 0-15,0-5 0 16,0 5 0-16,0-12 0 0,0 12 0 15,0-18 0-15,0 8 0 16,2 0 0-16,0-5 0 16,4 4 0-16,2-10 0 15,1 4 0-15,1-5 0 0,3-1 0 16,1-4 0-16,-1 2 0 16,-1-2 0-16,1-1 0 15,-3 4 0-15,2 2 0 0,-5-1 0 16,1 7 0-16,0 1 0 15,-4-1 0-15,1 4 0 16,0 5 0-16,-5 7 0 16,8-11 0-16,-8 11 0 0,9 3 0 15,1 7 0-15,1 2 0 16,1 3 0-16,3 7 0 16,5 3 0-16,2 0 0 15,-1 2 0-15,0-2 0 0,2-3 0 16,-1 1 0-16,-2-6 0 15,-2 0 0-15,-1-2 0 16,-5-5 0-16,3 2-45 16,-5-2-44-1,-10-10-1-15</inkml:trace>
  <inkml:trace contextRef="#ctx0" brushRef="#br1" timeOffset="45966.78">21620 7664 404 0,'0'0'7'0,"0"0"2"0,0 0 1 0,0 0 2 15,0 0 0-15,0 0-1 16,5 0 1-16,-5 0 0 16,16 10-5-16,-2 2-3 15,2 6-1-15,9 5 0 0,-1 6 0 16,5-2-1-16,4 8-2 16,-3 0 0-16,-1-3 0 15,-4 1 0-15,-3-2 0 0,-6 1 0 16,-3-2 0-16,-9 2 0 15,-4-4 0-15,0 1 0 16,-2-4 0-16,-5 1 0 16,-6-2 0-16,1-6 0 15,-1-2 0-15,-2-3 0 0,2-3 0 16,1-3 0-16,5-2 0 16,7-5 0-16,-15 0 0 15,15 0-29-15,0-5-58 0,2-5-2 16</inkml:trace>
  <inkml:trace contextRef="#ctx0" brushRef="#br1" timeOffset="47732.1">20266 8100 239 0,'0'0'5'15,"0"0"4"-15,0 0 2 0,0 0 2 16,0 0 2-16,0 0 1 15,0 0 0-15,0 0 1 16,11-5-4-16,-1 1-2 16,2-5-2-16,5 1-2 15,6-3-1-15,3-1-1 16,7-1-1-16,7 1 0 0,2-6-2 16,3 1 0-16,7-2 0 0,5-1-2 15,5-4 0 1,0-1-1-16,5-3 1 0,4 3-1 15,-2-1-1-15,0-2 0 16,0 3-1-16,-2 3 1 16,-4 0 0-16,0 1-1 0,-7 1 0 15,-1 3-3-15,-3 2 2 16,-5-4 0-16,1 3-1 16,-7 2-2-16,7-1 1 15,-8-3-1-15,-1 3 2 0,4 0 0 16,-6 1 1-16,5-1 0 15,-6 1 2-15,5-2 1 16,1 1 0-16,-5 3 1 16,6 0 0-16,-3-3 0 0,-1 3-1 15,2 2-5-15,0 2 1 16,-8-2-1-16,1-1 0 16,-1 0 0-16,1 4-1 15,0-3 1-15,-6 2 2 0,6 1 2 16,-8-3 3-16,10 2 0 15,-10 1 0-15,6 0-1 16,2-5 0-16,-4 4 1 16,2-1-1-16,-2 2-1 15,2-4 1-15,-2 5 1 0,4-6-1 16,-4 7 1-16,0-2 2 16,2-1 1-16,1 1 2 15,1-1 0-15,-2 2 0 16,3-5 2-16,-3 2 1 0,1-1 0 15,-4 4 1-15,1-3-2 16,-7 4 1-16,-4 0 0 16,-3 2-1-16,-7-2 0 0,-9 5-2 15,11 0-2 1,-11 0-1-16,0 0 0 0,0 0-2 16,0 0-2-16,-8 0-7 15,8 0-9-15,-12 5-26 0,12-5-30 16,-16 8-3-16</inkml:trace>
  <inkml:trace contextRef="#ctx0" brushRef="#br1" timeOffset="48432.53">22809 7111 274 0,'0'0'8'0,"0"0"5"16,0 0 2-16,0 0 4 16,0 0 0-16,0 0 1 0,0-8 1 15,0 8-1-15,0 0-7 16,0 0-4-16,12 0-4 16,1 0-1-16,1 0 0 15,4 1-1-15,4-1 1 16,7 0 1-16,1-1 0 0,2-5 1 15,7-2-1-15,-2 1 0 16,0 0-1-16,-5-1-2 16,3 4 1-16,-8-2-1 15,-2 4-1-15,-6 0-1 0,-3 2 0 16,-4 0 0-16,-4 4 0 16,-3 4 0-16,-3 2 0 15,-2 4 1-15,-2 7-1 0,-5 1 2 16,-6 2 0-16,-2 6 1 15,-4 0 0-15,-2 0 0 16,-1-2-1-16,-1-2 1 16,1-1 0-16,5-6-3 0,-1-2 0 15,8 0-8-15,2-9-9 16,8-8-52-16,0 0-16 16</inkml:trace>
  <inkml:trace contextRef="#ctx0" brushRef="#br1" timeOffset="49850.86">19045 5028 223 0,'0'0'4'16,"0"0"1"-16,0 0 3 0,0 0 2 15,9 13-1-15,-6-6 2 16,6 6 0-16,-4 4 0 16,8 3-3-16,-1 7-3 15,3-2-1-15,0 7-1 0,3-3-2 16,-4 12 0-16,6 0 1 16,-3 2-1-16,6 5-1 15,-3-4 0-15,-1 7-1 16,6-1-1-16,-2 2 0 15,0-5 0-15,-4 3 0 0,3 4 0 16,-1-4 2-16,0 7 0 16,0 2 1-16,-1 3 2 15,-2 0 0-15,3 0 0 16,7 5 0-16,-1-1 0 0,-2 3-1 16,-1-7 0-16,4 1 0 15,-6-2-1-15,8 2 0 16,-10-1 1-16,2 0 0 0,1-4 1 15,-3 5 0-15,-1-7 1 16,-1 6-1-16,2-4 0 16,-1-4 0-16,2-1 0 15,-1-5 0-15,-3 0 0 0,3 2 0 16,-1-3-2-16,1 0 3 16,-2-8-2-16,-3 8 1 15,0-9-1-15,-1 1-1 16,0-2 0-16,0-8 0 0,-2 5 0 15,-1-8 1-15,-2 1-2 16,-3-2 1-16,6-2 0 16,-5-1 0-16,0 2 1 15,1-1-1-15,0-1 1 0,-1-2-1 16,-2 2 1-16,2-2 0 16,0 3 0-16,2-6 0 15,-5 1-1-15,1-2 1 16,-2-3-1-16,1 2 0 0,-1-5 1 15,2 2-1-15,-2-2 0 16,-1-3 0-16,-2-7 0 16,8 15 0-16,-8-15-1 15,4 12 1-15,-4-12-1 0,3 11 0 16,-3-11 0-16,0 0-3 16,2 9-4-16,-2-9-5 15,0 0-13-15,0 0-45 16,0 0-6-16</inkml:trace>
  <inkml:trace contextRef="#ctx0" brushRef="#br1" timeOffset="50881.83">19059 5103 307 0,'0'0'7'0,"0"0"6"16,0 0 2-16,-5-11 2 16,5 11 2-16,0 0 1 0,-7-8-1 15,7 8-1-15,0 0-6 16,-11 7-6-16,9 5-2 15,-3 10-3-15,3 3-1 0,-3 4 0 16,0 9 0-16,-1-1 0 16,-1 2 0-16,2-1 3 15,-2-2-1-15,2-3 0 16,-3-3 0-16,3-6 0 0,-2-4 1 16,2-2-1-16,3-6 0 15,2-12 0-15,-5 10 1 16,5-10-1-16,0 0 1 15,0-17 1-15,5 2 0 0,-3-6-1 16,3-4 0-16,2 2-1 16,-2-6 0-16,3-4 1 15,-3 3 1-15,0 0-4 16,0 0 0-16,-3 5 0 0,0 0 0 16,3 3 0-16,-5 3 0 15,4 2 0-15,-2 4 0 16,-2 1 0-16,0 4 0 15,0 8 0-15,0 0 0 16,2-10 0-16,-2 10 0 0,0 0 0 16,0 0 0-16,15 10 0 15,-8 0 0-15,6 5 0 16,-1 1 0-16,13 8 0 0,-2-2 0 16,9 3 0-16,3 2 0 15,4-5 0-15,6 0 0 16,1-2 0-16,5-5 0 15,4 3 0-15,-8 10-35 0,8-24-50 16,-3 0-4-16</inkml:trace>
  <inkml:trace contextRef="#ctx0" brushRef="#br1" timeOffset="58868.31">22667 15277 444 0,'0'0'2'0,"0"0"1"0,0 0 1 16,0 0-1-16,0 10 1 15,-9 0 0-15,1 2 0 0,-8 6 1 16,0 1-2-16,-5 6-2 16,-4 0 0-16,3 2-2 15,-3 0-3-15,3-4-4 16,2-1-7-16,-1-5-19 0,12 4-44 15,-3-13-4-15</inkml:trace>
  <inkml:trace contextRef="#ctx0" brushRef="#br2" timeOffset="126448.13">19549 13789 312 0,'0'0'5'0,"0"0"5"16,0 0 1-16,-10-6 4 16,10 6 1-16,0 0 2 15,-13-5 0-15,13 5 0 16,0 0-5-16,0 0-5 15,0 0-2-15,0 0-3 0,0 0-1 16,20-2-2-16,-3 2 0 16,8 0 0-16,7 0 0 15,11 2 1-15,9 0-1 0,7-2 1 16,8 0 0-16,13 0-1 16,2-2 0-16,10 0-1 15,10-1 0-15,4-2 0 16,4 3-2-16,7 0 1 0,5 2-2 15,2 0 0-15,3 0 0 16,7 0 0-16,3 0-1 16,-1 0 0-16,-2 0 2 15,5 0-1-15,-5 4 2 0,-1-1-1 16,-4-1 2-16,-10 3 1 16,-8-3 0-16,-3 4 1 15,-9-3 0-15,-12-2 0 16,-8 2 1-16,-9-3 0 15,-14 0 1-15,-8 0 0 0,-11 0 2 16,-9 0 0-16,-6 0 1 16,-12 0 0-16,-10 0-2 15,0 0-3-15,0 0-3 16,0 0-3-16,-3-7-8 0,3 7-16 16,-16 3-38-16,7-3-14 15</inkml:trace>
  <inkml:trace contextRef="#ctx0" brushRef="#br2" timeOffset="126948.51">22721 13498 351 0,'0'0'6'0,"0"0"2"16,0 0 2-16,0 0 1 0,-13 3-1 16,13-3 0-16,0 0 1 15,-2 10 1-15,2-10-5 16,11 11-2-16,1 0 0 15,3-1-1-15,6 2 1 16,7 1 1-16,4-4-2 0,7 4-1 16,-2-3 1-16,0-1-2 15,-3-2 0-15,-6 2 0 16,-3 0 0-16,-8-2 1 16,-9 9 0-16,-8-1 1 0,-8 2-1 15,-12 3 1-15,-7 4 0 16,-8 1-1-16,-3 3 0 15,-6 0-1-15,0-2 0 16,1-1-2-16,1-3 0 0,10-1 0 16,4-5 0-16,6-3-7 15,12-1-2-15,10-12-7 16,-2 10-29-16,5-5-40 16,13-5-1-16</inkml:trace>
  <inkml:trace contextRef="#ctx0" brushRef="#br2" timeOffset="127501">23480 13894 454 0,'0'0'2'0,"0"0"2"0,0 0 1 0,0 0 1 16,-4 10 0-16,-3 0 1 0,-3 3 1 15,-3 7 0-15,-3 2-2 16,-7 3-1-16,0 4-5 16,-6 1 0-16,2 2 0 15,0-5 0-15,-3-2 0 16,10 0-5-16,-6-10-8 0,10 2-16 15,-2 3-45-15,8-15-12 16</inkml:trace>
  <inkml:trace contextRef="#ctx0" brushRef="#br2" timeOffset="127899.33">23326 13924 396 0,'0'0'6'0,"0"0"4"0,0 0 2 16,0 0 2-16,0 0 0 16,0 0 1-16,0 0 1 15,0 0 0-15,2 8-4 0,3 1-12 16,4 4 0-16,4 4 0 16,4-2 0-16,4 10 0 15,6 3 0-15,-1-3 0 16,4 1 0-16,-2-1 0 0,-1 0 0 15,1-6 0-15,-8 1 0 16,-3-5 0-16,-2-5 0 16,-5-2 0-16,-10-8 0 0,13 7 0 15,-13-7 0-15,0 0 0 16,0 0 0-16,0 0 0 16,0 0 0-16,0 0 0 15,0 0 0-15,0 0 0 16,0 0 0-16,0 0 0 15,0 0 0-15,2-5 0 0,-2 5 0 16,0 0-71-16,0 0-23 16</inkml:trace>
  <inkml:trace contextRef="#ctx0" brushRef="#br2" timeOffset="128508.26">23174 13805 349 0,'0'0'7'0,"0"0"3"0,0 0 5 15,0 0 2-15,0 0 2 0,0 0 2 16,0 0-1-16,0 0 2 16,0-9-7-16,0 9-5 15,0 0-4-15,5 7-6 16,2 8 0-16,3 2 0 0,7 6 0 16,9 3 0-16,1 4 0 15,8 5 0-15,-1 0 0 16,6-3 0-16,-1 0 0 15,-1-2 0-15,-5-8 0 0,-4-2 0 16,-5-3 0-16,-3-2 0 16,-4-5 0-16,-6-3 0 15,-11-7 0-15,9 8 0 16,-9-8 0-16,0 0 0 0,0 0 0 16,0 0 0-16,0 0 0 15,0 0 0-15,0-11 0 16,0 11 0-16,0 0-53 15,-9-17-35-15,8 8-3 16</inkml:trace>
  <inkml:trace contextRef="#ctx0" brushRef="#br2" timeOffset="128998.22">23204 13814 365 0,'0'0'5'0,"0"0"2"0,0 0 3 0,0 0 0 0,12 8 0 15,2 5 1-15,4 2 1 16,5 5-2-16,4-3-12 15,5-5-68-15,3 16-6 16</inkml:trace>
  <inkml:trace contextRef="#ctx0" brushRef="#br2" timeOffset="130132.99">19519 13721 255 0,'0'0'5'0,"0"0"4"16,-10 0 3-16,10 0 0 16,0 0 3-16,0 0 1 15,0 0 0-15,0 0 0 16,0 0-4-16,0 0-3 0,0 0-2 15,0 0-3-15,10-5-1 16,-10 5-1-16,25-2 0 16,-11-1-1-16,9-1 1 15,2-4 1-15,12-2-2 0,2-2 1 16,9-6-1-16,9-4 0 16,10-3-1-16,10-4 1 15,12-7-1-15,8-3 0 0,10-1 1 16,10-4-1-16,5-1 0 15,7-4 1-15,7-1 0 16,-1-2 0-16,6 2 0 16,1-1 1-16,5-4 0 15,-4 1 1-15,2 0 0 0,-6 1 0 16,3 1 0-16,-9 1 0 16,-2 5 0-16,-13-1 1 15,-6 8-4-15,-8-1 2 16,-12 7-1-16,-12 4 1 0,-11 5 1 15,-11-1 2-15,-17 9 1 16,-7 4 2-16,-10 0 0 16,-9 7 0-16,-5 0 0 0,-10 5-2 15,0 0-1-15,0 0-3 16,0 0-2-16,0 0-4 16,0 0-1-16,0 0-3 15,-7 3-3-15,7-3-4 0,0 0-10 16,-8 5-26-16,8-5-31 15,0 0-3-15</inkml:trace>
  <inkml:trace contextRef="#ctx0" brushRef="#br2" timeOffset="130615.02">22733 12401 347 0,'0'0'6'0,"0"0"2"16,0 0 3-16,0 0 1 16,0 0-1-16,0 0 2 15,0 0 2-15,0 0 1 0,5 0-3 16,11 0-3-16,2 0-1 16,6-3-1-16,3 3 1 15,8 0-2-15,-3-2-2 0,2 2-1 16,-4 0-1-1,-5 0-2-15,-2 0 0 0,-5 7 1 16,-8 4-2-16,-6-3 0 16,-4 10 0-16,-2 2 0 15,-8 3 0-15,-5 3 0 0,-2 2 0 16,-3-1 0-16,0 3 0 16,0-5-2-16,3-3-4 15,0-2-5-15,6 0-8 16,2-10-19-16,-3 0-47 0,12-10-1 15</inkml:trace>
  <inkml:trace contextRef="#ctx0" brushRef="#br2" timeOffset="132265.42">23313 12181 416 0,'0'0'6'0,"0"0"3"0,0 0 2 16,0 0 0-16,0 0 1 15,0 0 0-15,0 0 0 0,0 0 0 16,-5 4-6-16,2 4-2 15,3 4-4-15,0 3 0 16,0 6 0-16,5 3 0 16,5 2 0-16,3-1 0 15,4 3 0-15,1-3 0 0,4-3 0 16,2-5 0-16,1-3 0 16,3-3 0-16,-3-5 0 15,0-5 0-15,0-1 0 0,-4-1 0 16,0-10 0-16,-4-1 0 15,-2-6 0-15,-5-4 0 16,-2-2 0-16,-3-6 0 16,-5-5 0-16,0 3 0 0,-3-3 0 15,-5 5 0-15,1 1 0 16,0 1 0-16,-3 9 0 16,2 1 0-16,-1 9 0 15,6 0 0-15,3 9 0 0,0 0 0 16,-8-9 0-16,8 9 0 15,0 8 0-15,0-8 0 16,3 12-57-16,11-3-37 16</inkml:trace>
  <inkml:trace contextRef="#ctx0" brushRef="#br2" timeOffset="133648.71">21158 13083 441 0,'0'0'4'0,"0"0"1"16,0 0 2-16,0 0 0 15,0 0 1-15,0-11 0 0,0 11 1 16,0 0 0-16,12 3-3 16,4 2-1-16,2 9-3 15,6 4-2-15,5 7 0 16,4 4 0-16,2 3 0 0,-2 9 0 15,-1 0 0-15,-5 4 0 16,-5 2 0-16,-7 0 0 16,-5 2 0-16,-8 4 0 15,-2-4 0-15,-12-3 0 0,-6 0 0 16,-1-9 0-16,-6 0 0 16,3-7 0-16,-1-7 0 15,4-7 0-15,1-3 0 16,8-4 0-16,10-9 0 0,-15 3 0 15,15-3 0-15,0 0 0 16,0-5 0-16,-2 10-62 16,4-14-27-16</inkml:trace>
  <inkml:trace contextRef="#ctx0" brushRef="#br2" timeOffset="136548.54">19541 13711 195 0,'0'0'7'0,"0"0"2"0,0 0 2 16,0 0 2-16,0 0 4 0,0 0 1 15,0 0 0-15,0 0 1 16,0 0-3-16,-8 10-3 16,8-10 1-16,0 0 1 15,0 0-3-15,0-5 2 0,0 5-1 16,13-17 0-16,-13 4 1 16,6-4-2-16,-2-5-1 15,-2 0-1-15,3-8-2 16,-3-5 0-16,2-4-1 15,1-9-2-15,-1-3-1 16,4-9 0-16,-1-7-2 0,3-2 0 16,0-8 0-16,4-3-1 15,-1 0 0-15,2-7 0 16,3 1 1-16,-4-2-2 0,2 1 0 16,-2-2 0-16,1-3 0 15,-3 3 0-15,-1-3 0 16,1 2 0-16,0-3 0 0,-2 5 0 15,0-2 0-15,2 3 0 16,1 3 0-16,-1-1 0 16,1 9 0-16,-1 2 0 15,0 2 0-15,-1 4 0 0,3 7 0 16,0 1 0-16,-5 8 0 16,1 3 0-16,0 5 0 15,0 6 0-15,-3 6 0 16,0 2 0-16,-3 5 0 15,-2 3 0-15,3 5 0 16,-3 4 0-16,-2 3 0 0,0 10 0 16,3-10 0-16,-3 10 0 15,0 0 0-15,0 0 0 0,0 0 0 16,0 0 0-16,0 0 0 16,0 0 0-16,0 0 0 15,0 0 0-15,0-9 0 16,0 9 0-16,0 0 0 15,0 0 0-15,0-13 0 0,0 13 0 16,0-12 0-16,0 12 0 16,2-15 0-16,-2 2 0 15,0 1 0-15,0 1 0 0,0 1 0 16,0-1 0-16,-2 1 0 16,2 10 0-16,-3-15 0 15,3 15 0-15,0 0 0 16,0 0 0-16,-9-2 0 0,9 2 0 15,-16 14 0-15,2 2 0 16,-1 2 0-16,0 3 0 16,-5 4 0-16,0 5 0 15,-2-4 0-15,-1 2 0 16,3-4 0-16,3-3 0 0,4-4 0 16,-1-2 0-16,3-5 0 15,11-10 0-15,-9 10 0 16,9-10 0-16,0-8 0 0,0-2 0 15,7-9 0-15,3 1 0 16,2-7 0-16,4-4 0 16,-2-4 0-16,4-1 0 15,-1 2 0-15,-2 3 0 0,-3 4 0 16,-3 2 0-16,0 8 0 16,-2 2 0-16,-7 13 0 15,10-5 0-15,-10 5 0 16,16 18 0-16,-4-1 0 0,3 8 0 15,4 2 0-15,4 8 0 16,2 0 0-16,5-1 0 16,2-1 0-16,-5-1 0 15,6-5-16-15,1-4-69 0,-4-4-2 16</inkml:trace>
  <inkml:trace contextRef="#ctx0" brushRef="#br2" timeOffset="136832.2">20411 10803 438 0,'0'0'4'0,"0"0"3"0,0 0 2 16,-3-10-1-16,3 10 0 15,0 0 0-15,0 0 0 16,-2 7 1-16,2 7-6 0,0 3-1 16,5 2-2-16,2 6-1 15,0 0-3-15,1-1-3 16,4-1-7-16,0-3-7 16,1-18-43-16,4 13-22 0</inkml:trace>
  <inkml:trace contextRef="#ctx0" brushRef="#br2" timeOffset="136998.23">20495 10778 390 0,'0'0'6'15,"0"0"3"-15,0 0 1 16,0 0 0-16,0 0 0 0,-10 5 1 16,5 15-1-16,0 8 1 15,-2 9-7-15,-1 9-1 16,1 7-7-16,-1 8-14 15,1 4-59-15,-3-8-3 16</inkml:trace>
  <inkml:trace contextRef="#ctx0" brushRef="#br2" timeOffset="138532.13">19466 13723 283 0,'0'0'6'0,"0"0"5"0,4-2 1 15,-4 2 1-15,0 0 1 16,12 0 1-16,-12 0 1 15,0 0 1-15,0 0-5 16,0 0-4-16,0 0 0 16,0 0 0-16,0 0-1 0,0 0 1 15,0-7-1-15,0 7 0 16,-5-15-1-16,-3 2 1 16,-2-1 0-16,0-11 0 0,0-3-2 15,-5-4 1-15,-7-8-1 16,-1-6 0-16,-7-9-1 15,-2-2-1-15,-5-7-1 16,-5-8 0-16,-1-3-2 0,0-9 0 16,-2 0 0-16,-5-5 0 15,2-3 0-15,1-2 0 16,-1 3 0-16,4-3 0 16,-1-3 0-16,1 3 0 0,2 0 0 15,3 1 0-15,3 2 0 16,1 4 0-16,3 7 0 15,2-1 0-15,0 5 0 16,3 9 0-16,4 5 0 16,1 7 0-16,2 3 0 0,2 10 0 15,4 6 0-15,2 1 0 16,1 9 0-16,2 4 0 16,1 8 0-16,4-1 0 15,4 15 0-15,-6-15 0 0,6 15 0 16,0 0 0-16,0 0 0 15,0 0 0-15,0 0 0 16,0 0 0-16,0 0 0 0,0 0 0 16,0 0 0-16,0 0 0 15,0 0 0-15,0 0 0 16,0 0 0-16,0 0 0 16,0 0 0-16,0 0 0 0,0 0 0 15,0 0 0-15,-3-10 0 16,3 10 0-16,0 0 0 15,0-10 0-15,0 10 0 0,0-9 0 16,0 9 0-16,-2-18 0 16,2 18 0-16,-2-13 0 15,2 13 0-15,-5-14 0 16,5 14 0-16,-5-8 0 16,5 8 0-16,0 0 0 15,0 0 0-15,0 0 0 0,-2 5 0 16,-1 7 0-16,3 10 0 15,0 3 0-15,-2 8 0 16,2 1 0-16,0 4 0 16,0 3 0-16,0-3 0 0,0-1 0 15,-4-5 0-15,2-5 0 16,2-9 0-16,-3 1 0 16,3-9 0-16,0-10 0 0,-2 10 0 15,2-10 0-15,0-4 0 16,0-9 0-16,0-4 0 15,0-8 0-15,0-5 0 16,0-7 0-16,0-4 0 0,0-5 0 16,0 2 0-16,0-1 0 15,0 5 0-15,0 3 0 16,0 10 0-16,-2 5 0 0,2 8 0 16,-3 0 0-16,3 14 0 15,0 0 0-15,12 5 0 16,1 10 0-16,10 5 0 15,-1 0 0-15,7 5 0 16,10 2 0-16,5 3 0 0,-5-4-24 16,10-3-63-16,1-3-3 15</inkml:trace>
  <inkml:trace contextRef="#ctx0" brushRef="#br2" timeOffset="139631.97">18649 11112 365 0,'0'0'7'0,"0"0"4"16,0 0 2-16,0 0 2 15,0 0 1-15,0 0 0 16,0 0 0-16,0 0 0 0,0 0-7 15,0 0-3-15,0 8-3 16,7 4-1-16,3 3-2 16,8 3 0-16,-2 4 1 15,7 0 0-15,0-2 0 16,2-3-1-16,3 1 1 0,-7-6-1 16,4-1 1-16,-2-7-1 15,-4 1 1-15,-4-5 1 16,-3 0 1-16,-1-3 2 15,-6-7-5-15,-3-7 0 16,-2-3 0-16,-7-4 0 0,-4-9 0 16,2-6 0-16,-7-1 0 15,0 1 0-15,0-1 0 16,4-2 0-16,0 7 0 0,-1 3 0 16,6 7 0-16,2 3 0 15,-2 7 0-15,5 2 0 16,-2 6 0-16,4 7 0 0,6-3-13 15,-6 9-75-15,19 11-3 16</inkml:trace>
  <inkml:trace contextRef="#ctx0" brushRef="#br2" timeOffset="140748.49">19404 13768 242 0,'0'0'7'0,"0"0"2"16,0 0 3-16,0 0 3 0,0 0 1 15,0 0 0-15,0 0 2 16,0 0-1-16,0 0-6 15,-7-2-1-15,-5 2-4 0,-1 7-2 16,-4-2-1-16,-1 3-2 16,-9 3 0-16,-1 6 0 15,-4-1 0-15,-5 4 0 16,-11 2 0-16,-3 3 0 16,-9 2 1-16,-9 6 0 0,-6 1 0 15,-10 6 1-15,-5 0 0 16,-4 7 0-16,-8-3 1 15,-4 6-1-15,1-1 0 16,-4 1-1-16,0-3 0 0,2 3 0 16,-3-4-1-16,6-1 0 15,-1-1 0-15,4-4 0 16,2 2 0-16,2 1-1 16,-3-9 1-16,11 3 0 0,2-4-1 15,5-1 1-15,8-7-1 16,6 2 0-16,3-4 1 15,11-6-1-15,9-3 1 16,8-2-1-16,5 1 0 0,9-5 1 16,9-4-2-16,1-4-1 15,13 0 0-15,-12 5-1 16,12-5 1-16,0 0 0 16,0 0-1-16,0 0 0 0,7 0-1 15,-7 0-1-15,0 0-4 16,0 0-11-16,0 0-25 15,10 0-29-15,-10 0-4 16</inkml:trace>
  <inkml:trace contextRef="#ctx0" brushRef="#br2" timeOffset="141532.13">16587 15041 205 0,'0'0'4'0,"0"0"0"0,0 0 4 16,0 0 2-16,10-7 3 15,-10 7 2-15,17-12 4 16,-2 2 1-16,10-5-4 0,7 1 0 15,5-7-3-15,13-4-2 16,8-7-3-16,13-2-1 16,9-8-4-16,9-1-2 0,8-6 0 15,10-1-1-15,7-4 0 16,6-3 1-16,9-3-1 16,2 2 0-16,-2-5 1 15,8-4 0-15,7 3-1 16,-2-3 1-16,-6 0-1 15,4 2 0-15,-6 3 0 0,-8 6 0 16,-4-1-1-16,-5 7 1 16,-12 3 0-16,-6 2 1 0,-6 6 0 15,-9 4 0-15,-10 1 2 16,-12 9 0-16,-5 3 3 16,-16 4 5-16,-5 5 0 15,-16 6 1-15,-5 2 0 16,-15 5-2-16,0 0 0 0,0 0 0 15,-8 2-6-15,-4 6-5 16,-1-3-4-16,1 5-5 16,-8-2-8-16,3-4-44 0,2 9-18 15</inkml:trace>
  <inkml:trace contextRef="#ctx0" brushRef="#br2" timeOffset="142948.53">16422 15235 395 0,'0'0'5'0,"0"0"2"0,0 0 0 15,0 0 1-15,0 0 1 16,0 0 1-16,0 0 2 15,11 0 0-15,3 0-4 16,7-5-2-16,4-2-1 0,4-1 0 16,4-2-1-16,4 0-1 15,-3 0-2-15,3 4-1 16,-4-1 1-16,-8 0-1 0,0 7 0 16,-11-3 1-16,-3 3 0 15,-11 0 0-15,9 13 0 16,-11-1 1-16,-8 3-1 15,-7 8 1-15,-8 0-1 16,-3 3 0-16,-4 4 1 0,-3 0-2 16,3-3 0-16,0 0 0 15,2-7 0-15,10-2 0 16,3-7 0-16,10 2 0 16,7-13 0-16,0 0 0 0,9 0 0 15,13-4-2-15,3-6 1 16,5-3 1-16,8 1 0 15,-1-3 0-15,2 0 0 16,-2 0 0-16,-1 5-1 0,-7 0 1 16,-4 3-1-16,-3 0-2 15,-9 4-4-15,0 1-4 16,-13 2-9-16,9-20-39 16,-9 20-25-16,0 0-4 0</inkml:trace>
  <inkml:trace contextRef="#ctx0" brushRef="#br2" timeOffset="143565.29">16569 14997 345 0,'0'0'6'0,"0"0"3"0,0 0 4 0,0 0 2 16,0 0-1-16,0 0 0 15,0 0 1-15,-10-3 0 16,3 3-6-16,-3 14-4 16,-2-3-1-16,-4 9-3 15,-1 0-1-15,2 2 1 0,-2 3-1 16,-1-5 0-16,4-5 0 15,1-2-1-15,6-2 0 16,7-11 0-16,0 0 1 16,0 0 1-16,7-10-1 0,6-4 1 15,4-4 1-15,3-4 2 16,0-2 0-16,2-4 0 16,0-2 1-16,-1 5 0 15,-2 1-1-15,-1 1 2 0,-4 6-1 16,-3 2 0-16,-4 4-3 15,-7 11-2-15,10-8 0 16,-10 8 0-16,10 8 0 16,0 3 0-16,4 7 0 0,6 4 0 15,3 3 0-15,7 3 0 16,-3-4-28-16,8 1-56 16,0-3-2-16</inkml:trace>
  <inkml:trace contextRef="#ctx0" brushRef="#br2" timeOffset="144548.21">17006 15272 417 0,'0'0'1'0,"0"0"-1"15,0 0 1-15,-2 7-1 0,2-7 1 16,-3 23-1-16,1-11-1 16,0 10-4-16,-3-2-9 15,5 0-35-15,0 2-23 16,-3-4-6-16</inkml:trace>
  <inkml:trace contextRef="#ctx0" brushRef="#br2" timeOffset="145082.79">17173 15084 385 0,'0'0'5'0,"0"0"1"0,0 0 1 16,0 0 0-16,0 0 0 15,0 0 1-15,0 4-1 16,0 6 1-16,7 3-5 0,-2-1-2 16,2 2 0-16,4 0-1 15,-2-3 0-15,1-1-2 16,1-2-1-16,1-3 1 16,-2-3-2-16,-2-2 2 0,-8 0 0 15,17-4 0-15,-15-7 3 16,3 1 1-16,1-5 2 15,-5 4 1-15,-1-2 0 0,0-2 1 16,0 3-1-16,0 2 0 16,0 10-3-16,0-12 0 15,0 12 0-15,0 0-2 16,6 10 0-16,-6-10-1 0,19 17 0 16,-6-7 1-16,2 0 0 15,0-2-1-15,2-1 1 16,1-7-1-16,-1 1 1 15,-2-1 0-15,0-1 0 16,-6-4 1-16,2-3 1 16,-4-4 1-16,-7-3 0 0,2 0 1 15,-2-2-1-15,-5-6 0 16,1 4-1-16,-7-1-2 16,5 5-8-16,-5 5-41 0,4-5-31 15,7 3-3-15</inkml:trace>
  <inkml:trace contextRef="#ctx0" brushRef="#br2" timeOffset="178249.21">11180 4516 332 0,'0'0'7'0,"0"0"2"16,0 0 5-16,0 0 2 0,0 0 3 15,-7 7 0-15,7-7 0 16,0 0 1-16,0-5-5 15,12-10-3-15,5-4-2 16,11-8-3-16,5-11 0 0,15-3-2 16,7-12-5-16,10 1 0 15,5 0 0-15,-1 0 0 16,-4 4 0-16,-8 6 0 16,-9 8 0-16,-6 6 0 0,-15 9 0 15,-10 6 0-15,-4 12 0 16,-13 1 0-16,-6 11-5 15,-16 0-33-15,2 15-49 16,-7 7-2-16</inkml:trace>
  <inkml:trace contextRef="#ctx0" brushRef="#br2" timeOffset="178531.93">11242 4645 422 0,'0'0'5'0,"0"0"1"0,0 0 1 15,2-6 2-15,9-4 0 16,3-4 2-16,4-9 1 16,10-2 2-16,6-7-5 0,8-7-2 15,6-6-7-15,3-2 0 16,7-3 0-16,-4 3 0 16,-1 6 0-16,-9 3 0 15,-7 8 0-15,-5 9 0 0,-9 6 0 16,-8 5 0-16,-15 10 0 15,0 0 0-15,0 0 0 16,-10 7 0-16,-4 7 0 16,-12 20-66-16,1-15-24 15</inkml:trace>
  <inkml:trace contextRef="#ctx0" brushRef="#br2" timeOffset="178898.58">11242 4162 456 0,'0'0'5'0,"-3"-10"3"0,3 10 0 15,-2-15 2-15,2 15 0 0,-2-13 0 16,2 13-6-16,0 0-4 16,0 0 0-16,-3 15 0 15,-2 12 0-15,1 3 0 16,-8 12 0-16,1 4 0 0,-4 2 0 15,-5 2 0-15,0-3 0 16,-3 0 0-16,4-7 0 16,-1-3 0-16,6-12 0 15,3-3 0-15,4-7 0 16,7-2 0-16,14-9 0 0,14-4 0 16,12-3 0-16,9-3 0 15,11-2 0-15,7-2 0 16,5 3 0-16,3-1 0 15,-6 3 0-15,-5 5 0 0,-6 0 0 16,-16 5 0-16,3 5-71 16,-15 0-19-16</inkml:trace>
  <inkml:trace contextRef="#ctx0" brushRef="#br2" timeOffset="183899.25">5898 4659 312 0,'0'0'4'16,"-18"-12"1"-16,0 1 0 15,-4-2 0-15,-12-5 0 0,-4 3 0 16,-11 1 0-16,-12 4 0 16,-3 4-4-16,-5 6 0 15,-6 16-2-15,-4 6 0 16,-4 12 1-16,-3 8-1 0,1 10 0 15,6 8 1-15,4 2-1 16,10 7 1-16,10 5 0 16,14 2 0-16,16 7 0 15,13-1 3-15,12-1 1 0,16 1 0 16,22-5 0-16,14-5 2 16,15-7 0-16,18-9 0 15,14-11 2-15,10-13-5 16,8-10 0-16,5-12-1 0,0-10 0 15,-3-7-1-15,-3-15-1 16,-6-12 0-16,-3-7-1 16,-10-12 2-16,-11-5-1 15,-13-9 1-15,-11-8 1 0,-15-1 1 16,-17-6 0-16,-20-2 1 16,-18-3 1-16,-24-3-1 15,-23 3 1-15,-17 6-1 16,-20 10-1-16,-16 11 1 0,-20 18-2 15,-11 20-2-15,-12 23 1 16,-14 32-3-16,1 34-16 16,9 27-59-16,-10 23-2 15</inkml:trace>
  <inkml:trace contextRef="#ctx0" brushRef="#br2" timeOffset="199266.03">17203 2008 205 0,'0'0'5'0,"-18"-4"0"16,-2 1 4-16,-4-2 1 15,-6 5 1-15,-15 0 1 16,-2 11-1-16,-15 3 2 15,-2 16-4-15,-4 7 2 0,-6 27 0 16,6 18-1 0,4 5 0-16,14 15-1 15,11-6-1-15,16 8 0 0,18-6 0 16,17 2-1-16,29-25-3 16,16-11 0-16,14-14 1 15,14-14-1-15,10-9 1 16,9-17-1-16,3-10 0 15,2-14-1-15,-10-13 1 0,4-15 1 16,-11-8-1-16,-14-14 1 16,-8-10 0-16,-20-11 0 15,-8-4-2-15,-22-10-1 0,-8-10-2 16,-22-2 2-16,-15-1-1 16,-14 7 1-16,-18 11-1 15,-8 18 0-15,-17 14 2 16,-2 22 1-16,-16 33-2 0,-4 36-1 15,-16 39 0-15,1 44-9 16,-10 41-67-16,7 39-1 16</inkml:trace>
  <inkml:trace contextRef="#ctx0" brushRef="#br2" timeOffset="-205864.82">22217 8176 167 0,'0'0'5'0,"0"0"2"16,0 0 3-16,0 0 5 15,0 0 3-15,0 0 4 0,0 0 3 16,0 0 3-16,0 0-2 15,0 0-3-15,0 0 0 16,0 0-1-16,0 0-4 16,0 0-3-16,0-4-1 0,0 4-4 15,0 0-1-15,5-11 0 16,-5 11-1-16,3-11-2 16,-3 11 0-16,2-12 0 15,-2 12-1-15,5-16-1 0,-3 9 0 16,1-3-1-16,1 0 0 15,1-3-3-15,-1 5 0 16,1-3 0-16,-1 1 0 16,1 0 0-16,0-2 0 0,-3 3 0 15,3-2 0-15,-1 1 0 16,0-3 0-16,-4 4 0 16,4-3 0-16,0-1 0 15,-2 3 0-15,3-2 0 0,-3 2 0 16,1-1 0-1,1 3 0-15,0-2 0 0,-4 10 0 16,7-18 0-16,-7 18 0 16,0-15 0-16,0 15 0 0,2-17 0 15,-2 4 0-15,3 3 0 16,-3 0 0-16,0-1 0 16,2-2 0-16,-2 3 0 15,3-3 0-15,-3 1 0 0,2-3 0 16,-2 3 0-16,0-3 0 15,2 3 0-15,-2-3 0 16,3 2 0-16,-3-2 0 16,0 0 0-16,2 4 0 0,-2-2 0 15,4 1 0-15,-4-1 0 16,0 1 0-16,0 0 0 16,0-4 0-16,0 4 0 15,0-1 0-15,0 1 0 0,0-2 0 16,0 1 0-16,0-1 0 15,0-2 0-15,0 4 0 16,-4-3 0-16,4 3 0 16,-2-3 0-16,-1-1 0 0,3-1 0 15,-2 5 0-15,0-3 0 16,-3 1 0-16,2-1 0 16,-1 2 0-16,1-2 0 15,-3 4 0-15,2-3 0 0,1-3 0 16,1 2 0-16,-3 3 0 15,-1-3 0-15,5-2 0 16,-2 0 0-16,-1 2 0 16,0-3 0-16,-1 1 0 0,3 3 0 15,-3-7 0-15,0 4 0 16,1-3 0-16,-5 3 0 16,7-1 0-16,-3-1 0 15,0-1 0-15,0 2 0 0,1-1 0 16,-4-2 0-16,0 5 0 15,3-2 0-15,-2-2 0 16,0 3 0-16,-1 0 0 16,1-4 0-16,-1 5 0 0,-1-2 0 15,1 1 0-15,0-1 0 16,-1 4 0-16,-2-4 0 16,1 3 0-16,-2 3 0 0,4 0 0 15,-1-4 0-15,-3 4 0 16,-1 3 0-16,2-4 0 15,2 3 0-15,-1 0 0 16,0-5 0-16,1 3 0 0,0 2 0 16,0-5 0-16,1 2 0 15,-1 1 0-15,1 2 0 16,-2-2 0-16,0 1 0 16,-3-1 0-16,4 0 0 0,-1 0 0 15,0 2 0-15,0-2 0 16,0-1 0-16,0 3 0 15,0 0 0-15,0-2 0 16,0 3 0-16,0 1 0 16,1-4 0-16,-4 2 0 0,3-3 0 15,-2 3 0-15,-1 0 0 16,1-2 0-16,-1 0 0 16,1-1 0-16,-3 6 0 0,2-4 0 15,1 4 0-15,-5 0 0 16,5-3 0-16,-1 2 0 15,-4-1 0-15,1 5 0 16,-1-5 0-16,4 1 0 16,-1 1 0-16,-1 0 0 0,3 0 0 15,-4 2 0-15,4-2 0 16,0-1 0-16,-3 0 0 16,0 3 0-16,2-2 0 0,1 2 0 15,-3-3 0-15,0 4 0 16,0-1 0-16,3 0 0 15,-2-1 0-15,0 2 0 0,-1-1 0 16,1 0 0 0,2 0 0-16,-6 3 0 0,3-3 0 15,0 0 0-15,1-1 0 16,-4 2 0-16,1 1 0 16,1-4 0-16,-3 4 0 15,1-2 0-15,1 2 0 0,-3-1 0 16,2-1 0-16,-4 2 0 15,3-1 0-15,1 1 0 16,-4-3 0-16,4 5 0 0,-4-5 0 16,2 5 0-16,0-2 0 15,-2 0 0-15,2 1 0 16,0-1 0-16,-3 1 0 16,4-2 0-16,-3 4 0 0,1-1 0 15,0-2 0-15,3 1 0 16,-5 0 0-16,6 2 0 15,-6-3 0-15,4 3 0 16,-1 0 0-16,-2 0 0 0,1 0 0 16,-4 0 0-16,4 0 0 15,-4 0 0-15,0 0 0 16,2 0 0-16,4 3 0 16,-6-1 0-16,2 0 0 15,1 1 0-15,2-2 0 0,-2 3 0 16,-3-2 0-16,0 6 0 15,1-5 0-15,1 4 0 16,-2-3 0-16,-3-4 0 16,3 6 0-16,1-2 0 0,-1-1 0 15,0-3 0-15,0 5 0 16,3-5 0-16,2 2 0 16,0 3 0-16,-3 0 0 0,4-2 0 15,-1-1 0-15,3 3 0 16,-3 0 0-16,0-3 0 15,3 4 0-15,-3-1 0 16,5 0 0-16,2-3 0 0,1 3 0 16,-6 0 0-16,9 0 0 15,-1-1 0-15,-3-1 0 16,6 2 0-16,-5 0 0 16,-1 0 0-16,1 0 0 15,-1 0 0-15,3 0 0 0,-2-2 0 16,-2 1 0-16,3 1 0 15,1 0 0-15,0-2 0 16,3 2 0-16,7-5 0 16,-18 5 0-16,18-5 0 0,-17 10 0 15,17-10 0-15,-15 7 0 16,15-7 0-16,-15 7 0 16,15-7 0-16,-15 10 0 15,15-10 0-15,-15 10 0 0,15-10 0 16,-13 8 0-16,13-8 0 15,-9 7 0-15,9-7 0 16,0 0 0-16,-10 12 0 0,10-12 0 16,0 0 0-16,-7 10 0 15,7-10 0-15,0 0 0 16,0 0 0-16,-8 11 0 0,8-11 0 16,0 0 0-16,0 0 0 15,0 0 0-15,0 0 0 16,0 0 0-16,0 0 0 15,0 0 0-15,0 0 0 16,0 0 0-16,0 0 0 16,0 0 0-16,0 0 0 0,0 0 0 15,0 0 0-15,0 0 0 16,0 0 0-16,0 0 0 16,0 0 0-16,0 0 0 0,0 0 0 15,0 0 0-15,0 0 0 16,0 0 0-16,0 0 0 15,0 0 0-15,0 0 0 0,0 0 0 16,0 0 0-16,0 0 0 16,0 0 0-16,0 0 0 15,0 0 0-15,0 0 0 16,0 0 0-16,0 0 0 16,8-9 0-16,-8 9 0 0,10-4 0 15,-1-1 0-15,-9 5 0 16,18-13 0-16,-18 13 0 15,19-9 0-15,-8 5 0 16,1-2 0-16,3-2 0 16,-5 5 0-16,4-1 0 0,2 1 0 15,-4-1 0-15,3-2 0 16,2 4 0-16,-4 0 0 16,1-2 0-16,-1 3 0 0,-1-2 0 15,1 3 0-15,-3 0 0 16,-3 0 0-16,-7 0 0 15,21 0-3-15,-5 3-86 16,-8-3-3-16</inkml:trace>
  <inkml:trace contextRef="#ctx0" brushRef="#br2" timeOffset="-204264.03">20749 6059 365 0,'0'0'7'0,"0"0"5"16,0 0 2-16,0 0 0 16,0 0 2-16,0 0 0 0,0 0 1 15,0 0 1-15,0 0-7 16,0 0-4-16,0 0-1 15,0 0-2-15,9 0 0 16,4-5-4-16,2-5 0 0,5-2 0 16,-1 0 0-16,13-5 0 15,1-4 0-15,5-1 0 16,-4 0 0-16,3 1 0 16,-2 2 0-16,-3-1 0 15,-2 3 0-15,-5 4 0 0,-8 4 0 16,-6 1 0-16,-11 8 0 15,14-8 0-15,-14 8 0 16,0 0 0-16,0 0 0 0,0 0 0 16,-7 0 0-16,-3 6 0 15,-3-1 0-15,1 4 0 16,-8 1 0-16,-2 3 0 0,-5 2 0 16,0 0 0-1,-1-1 0-15,-2 1 0 0,-2 2 0 16,0-2 0-16,4 0 0 15,-2-2 0-15,8-1 0 16,3-2 0-16,-2-3 0 0,6 1 0 16,5-6 0-16,1 3 0 15,9-5 0-15,-13 5 0 16,13-5 0-16,0 0 0 16,-10 2 0-16,10-2 0 15,0 0 0-15,0 0 0 0,0 0 0 16,0 0 0-16,0 0 0 15,0 0 0-15,0 0 0 16,0 0 0-16,0 0 0 0,0 0 0 16,0 0 0-16,0 0 0 15,0 0 0-15,0 0 0 16,0 0 0-16,0 0 0 0,0 0 0 16,0 0 0-16,0 0 0 15,0 0 0-15,0 0 0 16,0 0 0-16,0 0 0 15,0 0 0-15,0 0 0 16,0 0 0-16,0 0 0 16,0 0 0-16,0 0 0 0,0 0 0 15,0 0 0-15,0 0 0 16,0 0 0-16,0 0 0 16,0 0 0-16,0 0 0 0,0 0 0 15,0 0 0-15,0 0 0 16,0 0 0-16,0 0 0 15,0 0 0-15,0 0 0 0,0 0 0 16,0 0 0-16,0 0 0 16,0 0 0-16,0 0 0 15,0 0 0-15,0 0 0 16,0 0 0-16,0 0 0 0,0 0 0 16,0 0 0-16,0 0 0 15,0 0 0-15,0 0 0 16,0 0 0-16,0 0 0 15,0 0 0-15,0 0 0 16,0 0 0-16,0 0 0 0,0 0 0 16,0 0 0-16,0 0 0 15,0 0 0-15,0 0 0 16,0 0 0-16,0 0 0 16,0 0 0-16,0 0 0 0,0 0 0 15,0 0 0-15,0 0 0 16,0 0 0-16,0 0 0 15,0 0 0-15,0 0 0 16,0 0 0-16,0 0 0 0,0 0 0 16,0 0 0-16,0 0 0 15,0 0 0-15,0 0 0 16,0 0 0-16,0 0 0 0,0 0-9 16,7 13-15-16,-7 5-52 15,0-18-9-15</inkml:trace>
  <inkml:trace contextRef="#ctx0" brushRef="#br2" timeOffset="-203069.62">20736 6052 380 0,'0'0'9'0,"0"0"1"16,0 0 4-16,0 0 1 0,0 0 2 16,0 0 1-16,3-10 0 15,-3 10 0-15,0 0-6 16,0 0-12-16,14-6 0 15,-4 6 0-15,3 8 0 0,9 5 0 16,0-1 0-16,8 3 0 16,7 2 0-16,4 0 0 15,-2 1 0-15,1-1 0 0,-6-3 0 16,4 0 0-16,-8-4 0 16,-6-4 0-16,-6 2 0 15,-3-4 0-15,-7 0 0 16,-8-4 0-16,0 0 0 0,0 0 0 15,0 0 0-15,0 0 0 16,0 0 0-16,0 0 0 16,-8 0 0-16,8 0 0 15,-15 0-26-15,15 0-64 16</inkml:trace>
  <inkml:trace contextRef="#ctx0" brushRef="#br2" timeOffset="-201470.42">22928 7342 270 0,'0'0'9'0,"0"0"4"16,0 0 5-16,0 0 4 16,-6-7 0-16,6 7 3 0,0 0 1 15,0 0-1-15,0 0-8 16,0 0-5-16,0 0-3 15,0 0-3-15,2 5-2 0,7 2-1 16,0 6-1-16,3 5 0 16,1 3 0-16,8-1-1 15,-4 8 0-15,3-1 0 16,-3 2-1-16,-1 3 1 16,-3 3 0-16,3 2 0 0,-7 0 0 15,-1 3 1-15,-6 3-1 16,2-4 1-16,-4 2 0 15,-4-3 1-15,-1-1 0 16,-4-1-1-16,-1-2 0 0,-5-2-2 16,3-5 0-16,-4 3 0 15,2-5 0-15,-2 2 0 16,0-5 0-16,-1-2 0 16,6-5 0-16,-2 3 0 0,3-10 0 15,6 1 0-15,4-9 0 16,-16 9 0-16,16-9 0 15,0 0 0-15,0 0 0 0,0 0 0 16,0 0 0-16,0 0 0 16,0 0 0-16,0 0 0 15,0 0 0-15,0 0 0 16,0 0 0-16,0 0 0 0,0 0 0 16,0 0 0-16,0-5 0 15,0 5 0-15,0-10 0 16,0 10 0-16,8-14 0 15,0 4 0-15,-4-5 0 16,4 0 0-16,0 0 0 0,-1-2 0 16,0-5 0-16,0-3 0 15,2-3 0-15,0-2 0 16,-1-1 0-16,-1-7 0 0,-1-3 0 16,1-5 0-16,-5 0 0 15,-2 1 0-15,0 1 0 16,-5-4 0-16,-3 6 0 15,1 2 0-15,-3 4 0 0,-3 4 0 16,4 1 0-16,-6 1 0 16,2 6 0-16,1 2 0 15,1 4 0-15,0 1 0 16,1 7 0-16,10 10 0 0,-13-15 0 16,13 15 0-16,0 0 0 15,0 0 0-15,0 0 0 16,0 0 0-16,0 0 0 15,0 0 0-15,0 15 0 16,6-5 0-16,3 7-4 0,3 1-27 16,6 1-54-16,1 4-3 15</inkml:trace>
  <inkml:trace contextRef="#ctx0" brushRef="#br2" timeOffset="-200798.39">23397 7538 447 0,'0'0'4'0,"0"0"2"0,0 0 1 0,0 0 1 15,0 0 0-15,0 0 0 16,0 0 0-16,0 0 0 0,-4 7-3 16,-1 8-3-16,-7 7-2 15,4 3 0-15,0 7 0 16,-2 3 0-16,2 4 0 16,4 1 0-16,4-2 0 15,0-1 0-15,2-10 0 0,5 0 0 16,6-9 0-16,2-7 0 15,3-3 0-15,-2-5 0 0,5-3 0 16,-1-8 0-16,-1 1 0 16,-1-7 0-16,-1-7 0 15,-2-4 0-15,-3-4 0 16,-1-11 0-16,-2 0 0 0,-6-4 0 16,-3-6 0-16,0 6 0 15,-7 1 0-15,-5 7 0 16,-1 1 0-16,-8 12 0 15,0 7 0-15,-4 5 0 16,-3 6 0-16,-2 5 0 0,1 5 0 16,-1 8 0-16,0 4 0 15,7 3 0-15,4 7 0 16,4 1 0-16,10 3 0 16,2-3 0-16,6 1 0 15,9-4 0-15,6 0 0 0,7-7 0 16,2-4 0-16,5-3 0 15,1-6 0-15,6-3 0 0,-4-2 0 16,-1 0 0-16,0-5 0 16,-3 0 0-16,-6-1 0 15,-5 2 0-15,-8-1 0 16,-1 3 0-16,-11 2-11 0,-6-8-76 16,6 8-3-16</inkml:trace>
  <inkml:trace contextRef="#ctx0" brushRef="#br2" timeOffset="-194830.94">6866 5670 195 0,'0'0'6'0,"0"0"4"15,0 0 2-15,-9 0 0 16,9 0-2-16,0 0-3 16,0 0 1-16,0 0 2 0,0 0-2 15,7 0-5-15,5 0-1 16,8 3 1-16,8 2 3 16,1-1 2-16,11-1-1 15,-1 0-1-15,11 1 0 16,-2-1 1-16,8-3-1 15,-1 0-1-15,0 0 1 0,5 0 0 16,2-3 0-16,5 1-1 16,2-3-2-16,4 0 0 0,-1 0 0 15,-1-3-2-15,5 1 0 16,-7 0 0-16,6-4-1 16,-3 0 1-16,-1 1-1 15,-4 0 0-15,4-3 1 0,-2 1-1 16,-2-3 0-16,-5 0 1 15,5-2-1-15,-10 0 1 16,-2-6-1-16,-2 2 2 0,-9-7-2 16,1 1 1-16,-8-4 0 15,-2-1 2-15,-8-2-1 16,-5-1 2-16,-2-7 0 16,-7 0 0-16,-1 0 2 15,-9-3 0-15,-3-2 0 16,0-3 1-16,-12 8-1 0,-4-3 0 15,-1 1-2-15,-8 3 0 16,0 3-1-16,-7 1 0 16,-6 2-1-16,-4 3 0 15,0 0-1-15,-6 2 0 0,-3 6 1 16,-4-1-1-16,-7 0 0 16,-3 7 0-16,-4-2-1 15,-1 3 1-15,-4 5-1 0,4-1 0 16,-2 8 1-16,0 1-1 15,5 2 1-15,0 2-1 16,-1 4 0-16,6 6 1 16,0 3-1-16,2 4 0 0,4-1-1 15,-1 8 1-15,2 0-1 16,2 3 1-16,7 3-1 16,2 2 2-16,3 0-1 15,6 5 0-15,1-4 1 16,6 3-1-16,3 2 0 0,3-1 0 15,5 3 0-15,1-3-1 16,4 0 0-16,3 5 0 16,0 1 0-16,5-2 0 15,1 5 1-15,3-5-1 0,3 4 0 16,6-3 3-16,4 0 0 16,2 0 0-16,7-4 1 15,1-2 0-15,2-1 0 0,5-3 0 16,-6-7 1-16,1 0-2 15,0-5-1-15,-7-5 1 16,-1 0 0-16,0-4-2 16,-5-3-4-16,-2 2-18 0,9-3-57 15,-2-7-2-15</inkml:trace>
  <inkml:trace contextRef="#ctx0" brushRef="#br2" timeOffset="-193598.45">8176 4682 280 0,'0'0'7'15,"0"0"6"-15,0 4 2 0,0-4 3 16,0 0 1-16,7 11 1 16,-7-11 2-16,0 0 1 15,12 0-6-15,2-3-3 16,0-7-3-16,11-7-1 0,2-8-1 15,8-2 0-15,7-10-1 16,6 0-1-16,1-8 0 16,3 6-5-16,-2-1-2 0,-3 2 0 15,-7 9 0-15,-5 4 0 16,-7 7 0-16,-7 3 0 16,-8 8 0-16,-13 7 0 15,10-5 0-15,-10 5 0 16,0 0 0-16,0 5 0 0,0-5 0 15,-7 13 0-15,7-13 0 16,-10 15 0-16,10-3-7 16,-8 5-78-16,8-17-4 15</inkml:trace>
  <inkml:trace contextRef="#ctx0" brushRef="#br2" timeOffset="-192948.38">9098 4079 343 0,'0'0'7'0,"0"0"5"15,0 0 4-15,0-14 1 16,0 14 1-16,0-12 0 0,0 12 2 16,-8-15 0-16,-2 7-7 15,1 4-5-15,-7 1-2 16,-1 3-3-16,0 5 0 15,-6 5-2-15,4 5 0 0,-7 2 0 16,4 2-1-16,5 6 1 16,2-5-1-16,8 3 0 15,4-7 0-15,3 0 1 16,15-7-1-16,0-4 0 16,10-5 0-16,-1 0 2 0,4-10-2 15,-1-4 0-15,3-1 0 16,-7-5 0-16,-1 0 0 15,-8 0 0-15,-4-2 0 16,-5 3 0-16,-5-2 0 0,0 7 0 16,0-4 0-16,-2 9 0 15,2 9 0-15,-10-3 0 16,7 8 0-16,1 12 0 16,2 5 0-16,0 3 0 0,0 7 0 15,5 3 0-15,0 0 0 16,0 3 0-16,3-4 0 15,1-2 0-15,-1-7 0 16,-1 2 0-16,0-7 0 0,1-4 0 16,-3 1-12-16,2-9-19 15,9-2-53-15,-16-6-4 0</inkml:trace>
  <inkml:trace contextRef="#ctx0" brushRef="#br2" timeOffset="-192613.47">9271 4040 387 0,'0'0'7'0,"0"0"2"0,0 0 2 15,-7 0 0-15,7 0 2 16,-7 13-2-16,2-1 2 16,-2 5 0-16,7 8-7 0,0-3-2 15,0 3-1-15,10 0 0 16,-1-6-1-16,6-1-1 15,2-6 1-15,4-6-1 16,3-6 0-16,-2 0 1 0,3-11-1 16,0-1 0-16,-2-8 0 15,-6 2 0-15,-5-3 1 16,-1-2-1-16,-9-2 1 16,-2 0 0-16,-5 1-2 0,-10 7 0 15,0-1 0-15,-3 7 0 16,2 5 0-16,-5 6-3 15,6 3-6-15,3 4-14 16,5 6-59-16,4 1-4 0</inkml:trace>
  <inkml:trace contextRef="#ctx0" brushRef="#br2" timeOffset="-192381.24">9622 3894 474 0,'0'0'4'0,"0"0"0"16,0 0 0-16,0 0 0 16,0 0 0-16,0 18 1 0,3-4-1 15,4 6 1-15,3 7-2 16,3 1-3-16,1 3 0 16,-2 2-2-16,4-2-3 15,-2-3-6-15,4 0-20 0,-6-3-52 16,-4-9-3-16</inkml:trace>
  <inkml:trace contextRef="#ctx0" brushRef="#br2" timeOffset="-192215.1">9612 4073 413 0,'0'0'5'0,"0"0"2"0,0-8 1 16,0 8 2-16,15-20-1 0,2 7 1 15,3-2 0-15,8-4-3 16,9 5-20-16,15-9-63 16,-15 3-6-16</inkml:trace>
  <inkml:trace contextRef="#ctx0" brushRef="#br2" timeOffset="-191464.53">9972 3846 413 0,'0'0'7'0,"0"0"2"0,-4-8 1 16,4 8 0-16,0 0 0 15,0 0 0-15,-8 4 0 0,5 6 1 16,1 9-8-16,2 4-1 16,0 1-2-16,2 4 1 15,4-1-1-15,1-2 0 16,5-3 1-16,3-2-1 0,0-7 1 16,0-3 0-16,2-8-1 15,1-2 1-15,-4-2 0 16,2-8 0-16,-2-5 0 15,-3-6 0-15,-5 2 1 16,0-6 0-16,-6-5 1 0,0 3-3 16,-10-5 0-16,-5 2 0 15,-2 5 0-15,-6 0 0 16,3 9 0-16,-5 5 0 0,3 9 0 16,0 2 0-16,4 13 0 15,6 6 0-15,5 3 0 16,3 3 0-16,8 3 0 15,10-1 0-15,6-4 0 0,8-7 0 16,4-1-5-16,-2-12-13 16,7-3-64-16,0-7-5 15</inkml:trace>
  <inkml:trace contextRef="#ctx0" brushRef="#br2" timeOffset="-191194.65">10089 3582 377 0,'0'0'4'0,"0"0"2"16,10 7-1-16,2 0 2 15,3 6 2-15,8 5 1 16,7-2 1-16,5 9 1 16,4 3-3-16,3 3-2 15,1 5 0-15,1 1-1 0,-7 8-2 16,-5 4-1-16,-14 5-2 15,-13 4 0-15,-7 1-2 16,-15 3-1-16,-16 0-5 0,-7-5-7 16,-9 0-15-16,-6 0-29 15,-9-8-24-15,-7-1-4 16</inkml:trace>
  <inkml:trace contextRef="#ctx0" brushRef="#br2" timeOffset="-190898.34">8722 3757 375 0,'0'0'5'0,"-14"6"2"16,-4 4 1-16,1 9 0 16,-10 9 2-16,-3 14 0 15,0 12 2-15,0 15 1 0,3 11-5 16,15 7-1-16,9 9-1 16,18 6-1-16,24-4 0 15,23-1-6-15,20 3-51 0,33-29-28 16,26-9-1-16</inkml:trace>
  <inkml:trace contextRef="#ctx0" brushRef="#br2" timeOffset="-181331.01">19526 8484 54 0,'0'0'3'16,"0"0"4"-16,-7-5 5 16,7 5 6-16,0 0 5 15,0 0 4-15,-10-11 2 0,10 11 3 16,0 0-3-16,0 0-3 15,0 0-5-15,0 0-6 16,0 0-5-16,0 0-4 16,0 0-5-16,0 0-2 0,0 0 0 15,0 0-1-15,5 0 0 16,-5 0 0-16,22 0 0 16,-9 0 1-16,7 0 2 15,-1 0-1-15,8 0 1 16,-2 1-1-16,8 2 1 0,-6-3 0 15,3 2 0-15,-3-2 0 16,3 0-1-16,0 2 1 16,-3-2 0-16,6 0 0 15,-7 0 0-15,7 0 0 0,-4 0 0 16,4 0 0-16,-4 0 0 16,7 0 0-16,-1 0 0 15,-5 0-1-15,4 0 0 0,-9 0 1 16,5 0-1-16,-8 0 0 15,0 3 0-15,-4-3 0 16,-3 3 0-16,-6-1-1 16,4 3 1-16,-5-5 0 0,1 3 0 15,-9-3 0-15,15 2 0 16,-15-2-1-16,13 7 0 16,-13-7 2-16,10-2-3 15,-10 2 1-15,0 0-1 16,10 0 0-16,-10 0-2 0,0 0 1 15,0 0-1-15,0 0-2 16,2 13 2-16,-2-13-1 16,0 0 2-16,0 0-1 15,0 0-1-15,0 0 0 0,0 0 0 16,0 0-1-16,0 10 1 16,0-10-1-16,0 0 0 15,0 0 0-15,0 9 3 0,0-9 1 16,0 0 1-16,0 0-1 15,0 0 2-15,0 0 0 16,0 0 0-16,0 0 0 16,0 0 0-16,0 0-1 0,0 0 1 15,0 0 0-15,0 0 0 16,0 0 1-16,0 0-1 16,-5 7 0-16,5-7 0 15,0 0 0-15,0 0 0 0,0 0 0 16,0 0 0-16,0 0 0 15,0 0 0-15,0 0 0 16,0 0 2-16,0 0 0 16,0 0 0-16,0 0 2 15,0 0 3-15,0 0 0 0,0 0 2 16,5-4 2-16,2-6 0 16,3 0 1-16,3-3 1 15,-1 1-1-15,4-3 1 0,0 1 0 16,2-3-1-16,7 0-1 15,-6 6 1-15,9-7-1 16,-5 6-2-16,4-5-1 16,-2 5-2-16,-3-3-1 0,0 2-1 15,-1 3-1 1,-7 0 0-16,-1 5 0 0,-6 1 1 16,-7 4 1-16,12-6 1 0,-12 6 0 15,0 0 1-15,0 0-1 16,0 0 0-16,0 0 0 15,0 0-2-15,0 0 0 16,0 0-1-16,0 0-2 16,0 0 1-16,0 0 0 0,0 0-1 15,0 0 0-15,0 0 0 16,0 0 0-16,0 0-1 16,0 0 1-16,0 0 0 15,0 0-1-15,0 0 1 16,0 0-1-16,0 0 0 0,0 0 0 15,0 0 0-15,0 0-2 16,0 0-4-16,0 0-6 16,0 0-7-16,0 0-22 0,0 0-41 15,-2 6-1-15</inkml:trace>
  <inkml:trace contextRef="#ctx0" brushRef="#br2" timeOffset="-180013.76">19670 8422 193 0,'0'0'4'0,"0"0"1"16,0 0 0-16,0 0 1 16,0-7 0-16,0 7-1 0,0 0 2 15,0 0 1-15,0 0-3 16,0 0 1-16,10-2-1 16,-10 2 2-16,15 0-1 15,-3 0 1-15,4 0 2 16,3 0-1-16,4 0-1 0,1 0 0 15,7 2 0-15,3-2 1 16,3 0-1-16,3 0 0 16,5 3 0-16,2-3-1 15,8 0 0-15,-3 2-1 0,3-2-1 16,-4 0-1-16,2 0 0 16,-9 2-2-16,6-2 0 15,-13 3 0-15,-2-3 0 0,-5 1-1 16,-8 3 1-16,-7-4-1 15,-2 2 0-15,-3-2 0 16,-10 0 1-16,10 0-1 16,-10 0 1-16,0 0 0 0,0 0 1 15,0 0 2-15,0 0-2 16,0 0 1-16,0 0 0 16,0 0-1-16,0 0 1 15,0 0-1-15,0 0 0 16,0 0-1-16,-6 8-2 0,6-8 0 15,0 0-1-15,-9 3-2 16,9-3 0-16,-10 0-1 16,10 0-3-16,-8 1 1 15,8-1-2-15,-10 0 2 0,10 0 0 16,-12 3 1-16,12-3-1 16,-13 0 2-16,13 0 0 15,-7 3 0-15,7-3 0 0,0 0-1 16,-12 0 0-16,12 0 0 15,0 0 0-15,0 0 1 16,-11 1 1-16,11-1-1 16,0 0 4-16,0 0 1 15,0 0 0-15,0 0 3 0,0 0 1 16,0 0 2-16,0 0 3 16,11-4 1-16,-4 1 0 15,8-6 4-15,-2 4 0 0,3-7 0 16,2 1 0-16,3-3 0 15,0 3-3-15,4-3-1 16,-5 2 0-16,3-3-1 16,-4 0-1-16,6 2-1 0,-7 3-1 15,1-2-1-15,-3 2 0 16,-2 5-2-16,-1-2 0 16,-5 1-1-16,-8 6 0 15,14-4 0-15,-14 4 0 0,0 0 0 16,11-3 1-16,-11 3 0 15,0 0 1-15,0 0 0 16,0 0-1-16,0 0 1 16,0 0-1-16,0 0 0 0,0 0-1 15,0 0 0-15,0 0 0 16,0 0-2-16,0 0 0 16,0 0-3-16,0 0-2 15,0 0-5-15,-6 0-8 0,3-9-50 16,3 9-16-16</inkml:trace>
  <inkml:trace contextRef="#ctx0" brushRef="#br2" timeOffset="-178832.07">19663 8440 198 0,'0'0'8'0,"0"0"5"0,0 0 2 16,-8-8 4-16,8 8 2 16,0 0 3-16,-7-6 1 15,7 6 0-15,0 0-5 0,-10-1-5 16,10 1-5-16,0 0-4 15,0 0-3-15,0 0-2 16,0 0-1-16,10 1 0 16,5 3 0-16,4-2 2 15,6 1 1-15,8-1 3 0,6 1 1 16,4 0 0-16,5-3 0 16,3 1-1-16,2 2 0 15,-2 0-2-15,5-2 0 16,-5 5-1-16,-1-1-2 0,-5 1 0 15,-6-2 0-15,-2-2 0 16,-7 6-1-16,0-6 1 16,-7 1-1-16,-5-1 0 15,-6 1 1-15,-3-3-1 0,-9 0 0 16,13 2 0-16,-13-2 1 16,0 0-1-16,0 0 0 15,0 0 1-15,0 0 0 0,0 0 0 16,0 0 0-16,0 0 0 15,0 0-1-15,0 0 1 16,0 0 0-16,0 0 0 16,0 0 0-16,0 0-1 0,0 0 1 15,0 0 0-15,0 0-1 16,0 0 1-16,0 0 0 16,0 0-1-16,0 0 1 15,0 0 0-15,0 0-1 16,0 0 1-16,0 0-1 0,0 0 1 15,0 0-1-15,0 0 0 16,0 0 0-16,12-5 0 16,-12 5 0-16,20-15 0 0,-3 5 0 15,3-3 0-15,3-3 0 16,9-4 1-16,-2 0 0 16,5 0 0-16,0 1 0 15,-1 1 0-15,1-2 1 0,-8 8-1 16,-2 3 0-16,-4 0-1 15,-9 2 1-15,-3 7-3 16,-9 0 1-16,0 0-4 16,0 0-3-16,-7 10-10 0,-12 12-55 15,6-11-9-15</inkml:trace>
  <inkml:trace contextRef="#ctx0" brushRef="#br2" timeOffset="-177098.59">17163 8091 189 0,'0'0'8'0,"0"0"6"16,0 0 7-16,0-16 4 16,0 16 4-16,2-12 3 0,-2 2 2 15,0 0 2-15,0-2-5 16,3 3-7-16,0-2-4 16,-3 11-6-16,0-12-4 15,0 12-4-15,0 0-1 16,0 0-3-16,0 0-1 0,12 5-1 15,-7 4 0-15,-1 6-1 16,5 0 2-16,0-1-1 0,1 4 1 16,-2-2-1-16,2-2 1 15,-3-1 0-15,3-3-1 16,-2-3 1-16,-8-7 0 16,9 12 0-16,-9-12 0 15,10 0 2-15,-10 0-3 0,11-12 0 16,-7 2 0-16,1-2 0 15,0-2 0-15,0-7 0 16,0 6 0-16,-3 1 0 16,2 3 0-16,-2 1 0 0,-2 10 0 15,0-15 0-15,0 15 0 16,12 0 0-16,-5 0 0 16,4 9 0-16,5-3 0 0,5 4 0 15,-2-2 0 1,6 2 0-16,0 2 0 0,-2-5 0 15,-2 0 0-15,-3-1 0 16,0-3 0-16,-6-1 0 0,-2-2 0 16,-10 0 0-16,10-12 0 15,-10 2 0-15,0-5 0 16,0 2 0-16,-2-6 0 16,-4-4 0-16,-1 1 0 0,0 2 0 15,-3 3 0-15,2-1 0 16,-2 5 0-16,10 13 0 15,-9-14 0-15,9 14-12 16,0 0-13-16,-5-11-56 16,5 18-8-16</inkml:trace>
  <inkml:trace contextRef="#ctx0" brushRef="#br2" timeOffset="-176480.43">17804 7610 243 0,'0'0'7'0,"-25"-18"2"0,1 4 5 16,-12-4 2-16,-13-4 1 15,-9 5 2-15,-15-1 1 0,-10 6 0 16,-9 9-4-16,0 11-4 16,0 17-4-16,1 14-2 15,1 19 0-15,8 10 0 16,5 20-1-16,8 8 0 0,14 15 2 15,15 7-1-15,13 5 0 16,14 1 0-16,15-1 1 16,19-4-3-16,16-7 0 15,15-11-2-15,15-9 0 0,12-13 0 16,12-17 0-16,8-9-1 16,15-19-1-16,7-17 2 15,1-17-1-15,0-7-1 0,-3-25 2 16,-4-10 0-16,-9-18 0 15,-11-9 0-15,-20-13 2 16,-18-10-1-16,-16-9 0 16,-13-8 0-16,-23-5-1 0,-12-8 0 15,-21 0-2-15,-14 2 0 16,-10 3-1-16,-20 3 1 16,-13 15-1-16,-10 12 0 15,-9 23 1-15,-17 17-1 16,-6 27 1-16,-7 26-1 0,-11 40 0 15,2 37 1-15,1 38-2 16,6 27-7-16,26 37-71 16,23 24-1-16</inkml:trace>
  <inkml:trace contextRef="#ctx0" brushRef="#br2" timeOffset="-175064.5">19670 8420 255 0,'0'0'7'0,"0"0"1"16,0 0 3-16,0 0 1 15,0 5 1-15,0-5 0 16,0 0 2-16,0 0 0 0,0 0-4 15,0 0-2-15,5 7-1 16,-5-7-1-16,18 5 0 16,-4-2-1-16,7 0 1 15,0-2-1-15,7 2-1 16,2 1 0-16,10-1 0 0,-3 0-1 16,7 0 0-16,6-1-1 15,-3 0 0-15,3 2 0 16,0-3-1-16,-3-1-1 0,-2 3 1 15,-3-3-1-15,-5 2 0 16,-2-2-1-16,-3 5 1 16,-7-2-1-16,-5-1 1 15,-3-2-1-15,-1 3 1 0,-7-1-1 16,-9-2 1-16,13 3-1 16,-13-3 0-16,0 0 0 15,0 0 1-15,7 5-1 0,-7-5 0 16,0 0 0-16,0 0 1 15,0 0-1-15,0 0 0 16,0 0 0-16,0 0 1 16,0 0-1-16,0 0 0 15,0 0 1-15,0 0 0 0,0 0 0 16,0 0 0-16,0 0 0 16,0 0 0-16,0 0 1 15,0 0-1-15,0 0 0 16,0 0 1-16,0 0-1 0,0 0 0 15,15-5 0-15,-5-3 1 16,0-2 1-16,7-2-1 16,3-6 1-16,5-1 1 15,7-1-1-15,1-5 1 0,-1 5-1 16,3 1 0-16,-6-1 1 16,-4 5-1-16,-4 2 1 15,-4 7-2-15,-4-2-2 0,-13 8 0 16,9-3 0-16,-9 3 0 15,0 0 0-15,0 0 0 16,0 0 0-16,0 0 0 16,-7 5 0-16,7-5 0 15,-13 10 0-15,6 2-38 0,-3 1-45 16,-1-3-4-16</inkml:trace>
  <inkml:trace contextRef="#ctx0" brushRef="#br2" timeOffset="-168382.4">4673 6656 354 0,'0'0'2'0,"0"0"0"15,0 0-3-15,0 0-2 16,0 0 1-16,0 0 0 0,12 0-1 16,3 3 1-16,2 2-3 15,13 2 0-15,4 0 3 16,16 6 1-16,5-4 1 0,12 2 0 16,10 1 0-16,5-4 0 15,8-1 1-15,6-3 1 16,4-4-1-16,5 0 1 15,6-7 0-15,-2-3 0 0,-2-6 0 16,0-2 0-16,-5-9 0 16,-3-1 0-16,4-4 0 15,-14-5 1-15,-8-2 0 16,-8-1 1-16,-8-7 2 16,-14-3 1-16,-3 1-1 0,-16-7 2 15,-9 2-1-15,-14-3-1 16,-9-4-1-16,-2 4-1 15,-18-3-1-15,-8 3-1 16,-9 3-1-16,-12 4-1 0,-11 3 0 16,-10 7-1-16,-6 2 1 15,-16 9-1-15,-5 6 1 16,-13 5 0-16,-9 5 0 0,0 8 2 16,-6 5 0-16,7 8 0 15,-7 11 0-15,8 6 1 16,3 7-1-16,8 14 0 15,11-2-1-15,6 12-1 0,11 7-1 16,6 1-1-16,15 5 1 16,12 3-1-16,16 2 0 15,14-2 0-15,12 3 1 0,15-6-1 16,20 0 2-16,18-13 0 16,17 2 1-16,28-13 0 15,17-8 1-15,22-13-6 16,20-8-14-16,22-11-54 15,20-5-2-15</inkml:trace>
  <inkml:trace contextRef="#ctx0" brushRef="#br2" timeOffset="-167496.59">7115 6589 365 0,'0'0'-4'0,"0"0"-4"0,0 0-1 16,0 0 0-16,7 15 1 0,6-5-1 15,6 3 1-15,11-1 1 16,6 5 3-16,13-7 5 15,10 5 1-15,17-12 0 16,7-3 0-16,7 0 1 0,7-8-1 16,8-4 1-16,-1-9 1 15,5 1 1-15,3-4 1 16,-7-6-1-16,-9-3 1 0,1-3 1 16,-10 2 0-1,-10-6 2-15,-9 0 3 0,-16-4-1 16,-10 1-2-16,-16-3-1 15,-5-7 1-15,-19 1-2 16,-7-2-2-16,-20-1-1 0,-5 2-2 16,-14 2-1-16,-11 4 1 15,-10 7-1-15,-17 8-1 16,-7 5 0-16,-8 12 1 16,-12 5 0-16,-3 10-1 0,-7 3 0 15,-3 7 0-15,-2 10 0 16,4 2 0-16,9 7 2 15,6 1-2-15,16 8 0 0,5 3-2 16,11 5 1-16,16 5 0 16,10 4 0-16,15 7 0 15,9 5 0-15,14 2 0 16,13-3 1-16,19-1 0 0,17-3 0 16,17-2 0-16,15-13 0 15,17-6-3-15,21-8-4 16,14-8-8-16,15-10-32 15,8-2-27-15,4-9-4 0</inkml:trace>
  <inkml:trace contextRef="#ctx0" brushRef="#br2" timeOffset="-166798.17">9239 6604 292 0,'0'0'1'0,"0"0"-1"0,0 0-3 15,-9 0-5-15,9 0 0 16,0 0 1-16,4 10-1 0,7-10 3 16,15 0 2-16,2 8 1 15,17-7 7-15,9 7 6 16,11-5 2-16,12 4-1 16,8-5 2-16,7 3-2 0,9-5-1 15,14-5-2-15,-4-4-2 16,1-6-2-16,5-2 0 15,-6-8-1-15,2 1 1 0,-1-10 2 16,-13 3-1-16,-9-7 0 16,-9-1 1-16,-11 0 0 15,-8-9 0-15,-13-1-1 16,-14-6 0-16,-10 1-1 16,-15-6-1-16,-10 1-1 15,-8 4-1-15,-13 1 1 0,-15 8-2 16,-8 5 0-16,-16 6-1 15,-8 8 0-15,-14 10 0 16,-9 4 0-16,-6 8-1 0,-15 5 0 16,-2 3 0-16,-7 7 1 15,-6 7-1-15,5 5 0 16,-2 6 1-16,7 1 0 16,5 8 0-16,13 8 0 0,14 5 0 15,11 9 0-15,17 3 0 16,12 7-1-16,20 7 2 15,20 2-1-15,15-1 0 0,22-3 1 16,23-3 0-16,17-10 1 16,20-7 0-16,18-9 0 15,16-13-2-15,13-7-6 16,8-6-21-16,9-12-47 16,-4-7-2-16</inkml:trace>
  <inkml:trace contextRef="#ctx0" brushRef="#br2" timeOffset="-123831.48">13752 4873 362 0,'0'0'8'0,"0"0"1"15,0 0 2-15,0-10 0 16,0 10-2-16,0 0 1 0,0 0-1 16,5 15 1-16,-5 10-6 15,2 8-3-15,1 12-2 16,-1 15 1-16,5 14 1 0,1 14 1 16,0 7 2-16,1 10 0 15,-2 6 1-15,4 3-1 16,-6 3 1-16,0-1 0 15,-1 3 1-15,-4-5-2 16,0-3-1-16,-2-5 0 0,0-6-1 16,2-8 0-16,-3-3 0 15,1-5-1-15,-1-10 0 16,3-2 0-16,0-12-1 16,0-6 0-16,-2-5 0 0,0-9 1 15,-4-5-1-15,3-6 0 16,1-7 0-16,0-6 0 15,-1-4 0-15,3-12-1 16,-5 15-2-16,5-15-1 0,0 0-4 16,0 0-5-16,0 0-17 15,0 0-53-15,0 0-1 16</inkml:trace>
  <inkml:trace contextRef="#ctx0" brushRef="#br2" timeOffset="-123014.72">13754 7177 254 0,'0'0'3'0,"0"0"3"0,5 2 0 16,-5-2 4-16,12 2 0 0,-4-2 3 16,7 3 0-16,5-1 3 15,2-2-3-15,7 0-1 16,4 0 1-16,10 0-4 15,-2 0 1-15,14-5-3 16,0 1-1-16,10-4-1 0,-1-2-1 16,6-2-2-16,5-1 0 15,1 1 0-15,7-3 0 16,-2 2-1-16,6-3 0 16,0 1 0-16,3-3 0 0,-1 3-1 15,3-2 1-15,0 3 0 16,0-1-1-16,0-1 1 15,-2 4-1-15,-3-1 1 16,-4 4-1-16,-3-2 0 0,-10 4 1 16,-3-3-1-16,-12 6-1 15,-5-1 1-15,-16 0 1 16,-6 1-1-16,-9 4 0 0,-8-2 0 16,-11 2-2-16,7 0-3 15,-7 0-6-15,0 0-14 16,-7 6-49-16,7-6-3 15</inkml:trace>
  <inkml:trace contextRef="#ctx0" brushRef="#br2" timeOffset="-120481.77">15876 6772 337 0,'0'0'7'0,"0"0"3"15,-13-5 5-15,13 5 3 0,-9-4 0 16,9 4 2-16,-10-3 0 16,10 3 0-16,0 0-6 15,0 0-4-15,0 0-3 16,0 0-2-16,12 0-2 0,6 5-1 16,4 0 0-16,3 3 1 15,4 2-3-15,1-6 0 16,0 4 0-16,-2 2 0 0,-3-1 0 15,-6 1 0-15,-1 5 0 16,-6 0 0-16,-7 5 0 16,-5 3 0-16,-3 1 0 15,-6 6 0-15,-9-2 0 16,-2 5 0-16,-5-5 0 16,-2 2 0-16,2-2 0 0,-1-4 0 15,5-7 0-15,3 0 0 16,4-4 0-16,1-6 0 15,13-7 0-15,-7 10-8 0,7-10-30 16,5 2-47-16,8-2-3 16</inkml:trace>
  <inkml:trace contextRef="#ctx0" brushRef="#br2" timeOffset="-118431.84">13709 7243 297 0,'0'0'6'0,"0"0"4"0,0 0 4 0,2-12 2 16,-2 12 3-16,0 0 4 15,3-10 0-15,-3 10 0 16,0 0-6-16,0 0-5 0,0 0-2 15,0 0-5-15,-3 12-1 16,-4 8-2-16,-5 5-2 16,-1 7 0-16,-4 5-1 15,-5 13 2-15,-3 2-1 0,-8 7 0 16,1 5 0-16,-5 3 0 16,-8 3 1-16,-2-1 0 15,-5 3 1-15,-3 0 0 16,-1-6 0-16,1 2 0 0,0-4 0 15,5-5 0-15,3-1 0 16,2-8-1-16,8-6 0 16,4-5-1-16,4-6-2 15,6-6-4-15,6-7-4 0,5-6-7 16,1-9-12-16,2 0-52 16,9-5-1-16</inkml:trace>
  <inkml:trace contextRef="#ctx0" brushRef="#br2" timeOffset="-118030.45">12803 8185 415 0,'0'0'5'0,"0"0"-1"0,0 0 0 0,0 8 0 0,0 0 0 16,0 10 1-16,0 2-1 15,0 4 1-15,-8 6-4 16,3 5 0-16,-3 0 1 0,1 5-1 16,-2-6-1-16,0-2 1 15,0-4-1-15,1-3 0 16,4-9-1-16,-2-3 1 15,3-1 0-15,3-12 2 16,0 0 1-16,6 9 0 0,11-13 0 16,8-3 2-16,3-3 0 15,6-3 0-15,6 1-1 16,5-2-1-16,-6-1-1 0,6 2-5 16,-7 3-6-16,-1 0-42 15,-3 10-29-15,-6-2-2 16</inkml:trace>
  <inkml:trace contextRef="#ctx0" brushRef="#br2" timeOffset="-116903.02">16433 6666 386 0,'0'0'8'0,"0"0"4"16,7-7 3-16,-7 7 2 15,0 0 1-15,10-16 0 16,-10 16-1-16,0 0 1 15,0 11-16-15,-8 3-2 0,-4 6 0 16,-3 5 0-16,1 4 0 16,-9 7 0-16,5-4 0 15,-1 2 0-15,3-4 0 0,7-2-3 16,-7-7-14-16,12-3-25 16,4-6-44-16,0-12 0 15</inkml:trace>
  <inkml:trace contextRef="#ctx0" brushRef="#br2" timeOffset="-116547.59">16333 6709 361 0,'0'0'9'15,"0"0"4"-15,0 0 2 16,0 0 1-16,0 0 1 16,0 0 0-16,0 0 0 15,0 0 1-15,0 0-7 16,6 12-4-16,3-2-2 0,7 0-2 15,0 6-1-15,5-1-2 16,-2 3 0-16,3-1 0 0,-1 1 0 16,0-1 0-16,-3-5 0 15,0 1 0-15,-6-6 0 16,-2 1 0-16,0-4 0 16,-10-4 0-16,10 6 0 0,-10-6 0 15,0 0 0-15,0 0 0 16,0 0 0-16,0 0 0 15,0 0 0-15,0 0 0 0,0 0 0 16,0 0 0-16,0 0 0 16,-5-6 0-16,5 6 0 15,0 0 0-15,-8-7 0 16,8 7 0-16,0 0 0 16,0 0-64-16,0 0-26 0</inkml:trace>
  <inkml:trace contextRef="#ctx0" brushRef="#br2" timeOffset="-115881.3">13851 4588 451 0,'0'0'4'0,"0"0"2"0,0 0-1 0,0 0 1 16,0 0 0-16,0 0 0 15,5 0 0-15,4 10 0 16,5 2-3-16,-2 3-2 16,5 2-1-16,8 2 2 15,-1 6-1-15,-1-4-2 0,7 1-6 16,-7-4-10-16,2-4-64 15,-4-4-4-15</inkml:trace>
  <inkml:trace contextRef="#ctx0" brushRef="#br2" timeOffset="-115714.58">14125 4566 409 0,'0'0'6'0,"0"0"3"15,-9-6 1-15,9 6-1 16,0 0 2-16,-10 7-1 0,10 6 0 15,-2 10 1-15,2 6-6 16,0 8-3-16,0 8-4 16,2 7-11-16,3 5-67 0,4 2-3 15</inkml:trace>
  <inkml:trace contextRef="#ctx0" brushRef="#br2" timeOffset="-114931.87">13123 8631 464 0,'0'0'4'0,"0"0"1"0,0 0 2 0,0 0 1 16,0 0 0-16,0 0 0 0,0 0-1 16,0 0-7-16,0 0 0 15,0 0 0-15,10-6 0 16,5 5 0-16,5-5 0 0,4 4 0 15,3-3 0-15,3 0 0 16,3-2 0-16,-5 4 0 16,-2 0 0-16,-5 3 0 15,-9 3 0-15,-12-3 0 0,10 20 0 16,-13-4 0-16,-12 7 0 16,-2 4 0-16,-3 3 0 15,-5 2 0-15,-2-2 0 16,2 2 0-16,3-2 0 0,0-3 0 15,6-8 0-15,6-1 0 16,6-5 0-16,4-13 0 16,12 5 0-16,10-7 0 0,8-11 0 15,5-4 0-15,3-6 0 16,13 1 0-16,-3 10-63 16,8-16-25-16</inkml:trace>
  <inkml:trace contextRef="#ctx0" brushRef="#br2" timeOffset="-113630.22">14984 6240 352 0,'0'0'7'0,"0"0"5"0,0 0 3 16,0 0 0-16,0 0 2 15,0 0 0-15,0 0 1 16,0 0-1-16,-10-8-6 0,10 8-4 15,-8 6-3-15,8-6-2 16,-4 16-1-16,1-5-1 16,1-1-1-16,2 0 0 15,0-1 1-15,0-9 0 0,9 15 1 16,-9-15 0-16,18 2 1 16,-8-2 1-16,0-4 1 15,0-6 0-15,-3-1-1 0,-2 3-3 16,-2-5 0-16,-3 2 0 15,0 1 0-15,0 10 0 16,-12-12 0-16,1 8 0 16,1 4 0-16,-2 0 0 0,2 4 0 15,0 4 0-15,0-1 0 16,6 3 0-16,0 0 0 16,4 1 0-16,0-11 0 15,6 11 0-15,4-3 0 16,2-8 0-16,1 0 0 0,4-3 0 15,-2-2 0-15,-3-5 0 16,1 0 0-16,-3-2 0 16,-6 2 0-16,-1 1 0 15,-3-1 0-15,0 10 0 0,-15-15 0 16,4 12 0-16,-3 3 0 16,1 0 0-16,-3 3 0 15,6 4 0-15,-6 1-13 0,12 4-11 16,-8 1-31-16,8-6-30 15,4-7-3-15</inkml:trace>
  <inkml:trace contextRef="#ctx0" brushRef="#br2" timeOffset="-112931.74">14964 6054 317 0,'0'0'8'0,"0"0"5"16,-12-7 2-16,12 7 4 16,-18-11 0-16,6 7 0 15,-3 1 1-15,0 1-1 0,-2 2-7 16,0 9-4-16,-4 7-4 16,4 4 0-16,-3 6-2 15,5 7 0-15,1 3-1 16,-2 0 1-16,7 5 0 0,6 0-1 15,3-2 0-15,3 1-1 16,6-3 1-16,9-4-1 16,4-1 1-16,5-8-1 15,5-4 1-15,6-5 0 0,-2-5 1 16,5-10 0-16,4 0 0 16,-5-10 2-16,-1-5 0 15,-4-5 1-15,-3-7-5 16,-9-2 0-16,-6-4 0 0,-5-2 0 15,-7-4 0-15,-5-6 0 16,-7 1 0-16,-11-3 0 16,4 4 0-16,-11 1 0 15,0 8 0-15,-5 4 0 0,-2 8 0 16,-3 6 0-16,0 15 0 16,1 2 0-16,-3 9 0 15,4 10 0-15,-1 5 0 16,4 5 0-16,5 4 0 15,5 6 0-15,8 0 0 0,7 1 0 16,5 1 0-16,5-1 0 16,9-4 0-16,9-3 0 15,4-4 0-15,5-8 0 0,5-6 0 16,0-7 0-16,4-6 0 16,1-9 0-16,-3-6 0 15,-2-10 0-15,-3-3 0 16,-6-2 0-16,-7-7 0 0,-10-4 0 15,-5-4 0-15,-8 0 0 16,-11-3 0-16,-10 6 0 16,-9 2 0-16,-5 7 0 0,-7 12 0 15,-1 11 0-15,0 7 0 16,-2 13-85-16,10 17-4 16</inkml:trace>
  <inkml:trace contextRef="#ctx0" brushRef="#br3" timeOffset="-107288.58">13578 7496 155 0,'0'0'7'0,"0"0"5"0,0 0 4 0,0 0 4 15,0 0 2-15,0 0 1 16,-8 0 1-16,8 0 1 16,0 0-5-16,-13 15-5 0,6-5-4 15,-2 0-1-15,-2 4-2 16,1 7-2-16,-6 3-1 15,-2 1 0-15,0 4-2 0,1 4 0 16,-6-1-1-16,1 2 0 16,-2 4 0-16,-1 1 0 15,-5 1 0-15,2 3 0 16,-4-2 0-16,5 1 0 0,-6 3 0 16,-1-1 0-16,2 1 0 15,-3-4-1-15,3 2 0 16,-1-3 1-16,1-1 0 15,-1-1 0-15,4-3 1 0,-4-1-1 16,3 1-1-16,1 0 0 16,2-3 0-16,-3 2 0 15,2 1-1-15,-2 0 0 16,3 0 0-16,0-3 0 16,-1 0 1-16,1-2 0 0,5-4 1 15,-3 5-1-15,0-4 1 16,2 2 0-16,7 1-1 15,-7-2 0-15,5 1 1 0,-4-1-1 16,5 1 0-16,-4-1 0 16,2-4-1-16,-1 4 1 15,3-2-1-15,-1-1 0 16,-2 0 0-16,1 0 0 16,1 0 0-16,-2-6 0 0,3 4 0 15,-3-2 0-15,5-3 0 16,-3 0 0-16,6-4 0 15,-1-1 0-15,4-1 1 16,-1-1-2-16,3-4 2 0,7-7-1 16,-13 12-1-16,13-12-4 15,0 0-6-15,-7 10-4 16,7-10-15-16,0 0-46 0,0-10-3 16</inkml:trace>
  <inkml:trace contextRef="#ctx0" brushRef="#br3" timeOffset="-105998.03">13384 8262 287 0,'0'0'8'0,"0"0"0"0,0 0 1 0,0 0 2 16,0 0 2-16,0 0 1 0,0 0 4 16,10 0 1-16,-10 0-6 15,12 1-1-15,-12-1 1 16,18 0 0-16,-6 0-3 16,-2-4 0-16,5-1-2 0,-2-2-1 15,1-3 0-15,2 2-1 16,-4-7-1-16,0 2 0 15,1-2-1-15,-1 1 1 16,1-3 1-16,-4 0-6 0,-2-1 0 16,1 1 0-16,0-5 0 15,1-2 0-15,-4 5 0 16,0-3 0-16,0 0 0 0,1-3 0 16,-5 3 0-16,-1-1 0 15,4 3 0-15,-4-2 0 16,0 3 0-16,-5-3 0 15,-1-1 0-15,-1 4 0 16,-1-4 0-16,1 3 0 0,-3 0 0 16,2 0 0-16,-1 3 0 15,-1 0 0-15,0 2 0 16,0 1 0-16,0-3 0 0,-3 6 0 16,1-1 0-16,-1 2 0 15,-1-1 0-15,1 1 0 16,-2 3 0-16,3-1 0 15,-3 1 0-15,1 0 0 16,-2 3 0-16,-1-3 0 0,2 0 0 16,0 3 0-16,0-2 0 15,1 2 0-15,-2-1 0 16,-1 0 0-16,0 0 0 16,2 2 0-16,0-1 0 0,0 1 0 15,-3 0 0-15,6 3 0 16,-6-2 0-16,4 2 0 15,1 0 0-15,-4 0 0 16,4 0 0-16,-4 2 0 0,2 1 0 16,-5 2 0-16,5 0 0 15,-2 0 0-15,-3 0 0 16,2 3 0-16,4-1 0 0,-4 0 0 16,6 4 0-16,-3-3 0 15,3 2 0-15,-1 1 0 16,1 1 0-16,0-2 0 15,-1 0 0-15,3 2 0 16,-2 1 0-16,-1 1 0 0,3-2 0 16,0 4 0-16,0-4 0 15,3 3 0-15,-3 0 0 16,5-3 0-16,-3 4 0 16,3-2 0-16,1-1 0 0,-1-1 0 15,3 2 0-15,-1-4 0 16,0 0 0-16,0 0 0 15,3-10 0-15,0 11 0 16,0-11 0-16,0 0 0 0,0 0 0 16,0 0 0-16,0 0 0 15,0 0 0-15,0 0 0 16,0 0 0-16,0 0 0 16,0 0 0-16,0 0 0 0,0 0 0 15,0 0 0-15,0-13 0 16,6 3-57-16,-1-1-34 15,-3 0 1-15</inkml:trace>
  <inkml:trace contextRef="#ctx0" brushRef="#br3" timeOffset="-105348.33">12770 7572 384 0,'0'0'7'0,"0"0"3"16,0 0 2-16,0 0 2 16,-4-6 2-16,4 6 0 0,0 0 1 15,0 0-1-15,0 0-7 16,0 0-3-16,0 0-2 16,-9 12-4-16,7 0 0 15,-2 5 0-15,3 5 0 0,-4 3 0 16,0 0 0-16,3 2 0 15,-3-2 0-15,-1 0 0 16,-1-7 0-16,2-1 0 0,1-2 0 16,-1-5 0-16,5-10 0 15,-5 14 0-15,5-14 0 16,0 0 0-16,0 0 0 16,-6 8 0-16,6-8 0 0,0 0 0 15,0 0 0-15,0 0 0 16,0 0 0-16,0 0 0 15,8 0 0-15,2 0 0 16,2 0 0-16,3-3 0 0,2 0 0 16,6 1 0-16,4 0 0 15,-2-2 0-15,0 0 0 16,-1 2 0-16,-1 0 0 16,-3 2 0-16,-3 0 0 0,-1 0 0 15,-9 0 0-15,-7 0 0 16,9 0 0-16,-9 0 0 15,0 0 0-15,0 0 0 16,0 0 0-16,0 0 0 0,0 0 0 16,0 0 0-16,0 0 0 15,0 0 0-15,0 0 0 16,0 0 0-16,0 0 0 16,-4 0 0-16,4 0 0 0,0 0 0 15,0 0 0-15,0 0-27 16,-5 9-64-16,7-2-3 15</inkml:trace>
  <inkml:trace contextRef="#ctx0" brushRef="#br3" timeOffset="-103748.59">13145 7079 372 0,'0'0'8'0,"0"0"3"0,0-10 2 16,0 10 2-16,0-9 1 15,0 9 0-15,0-7 0 0,0 7-1 16,0 0-6-16,0 0-4 16,-4 16-2-16,-1 1-3 15,2 7-1-15,0 2 1 16,0 1-1-16,3 7 2 0,0-5-1 15,3-5 0-15,5-3 0 16,-1-4 1-16,5-5 0 16,1-5 0-16,4-7 0 15,1 0 0-15,2-7 0 0,-5-5 0 16,3-5 0-16,-6-5 1 16,0-6-1-16,-4-2 1 15,-3-5-2-15,-8 1 0 16,-7-2 0-16,-5 5 0 0,-3 1 0 15,1 4 0-15,-5 8 0 16,-1 3 0-16,2 10 0 16,-2 5 0-16,0 2 0 15,6 13 0-15,2 6 0 0,1 0 0 16,5 4 0-16,7 2 0 16,2 4 0-16,11-7 0 15,16-4 0-15,5-4 0 16,12-5 0-16,11-11-10 0,0-2-72 15,17-11-2-15</inkml:trace>
  <inkml:trace contextRef="#ctx0" brushRef="#br3" timeOffset="-99818.55">13752 7243 117 0,'0'0'6'16,"0"0"0"-16,0-7 3 15,0 7 2-15,0-10 1 0,0 10 0 16,10-17 2-16,2 9 2 16,2 0-5-16,10-6 2 15,3-2-4-15,8-8 0 16,7 2 1-16,2-10-2 16,11-3-1-16,7-6-2 0,11-7 0 15,1-4-2-15,8 0-1 16,8-8 0-16,4-3-1 15,7-3 0-15,1 0 0 0,8-7-1 16,7 3 2-16,-4-5-2 16,2 0 0-16,4 1 0 15,-6-2 3-15,0 1-2 0,2 5 3 16,-9 3 2-16,-8 8 2 16,-6 2 2-16,-8 8 1 15,-12 2-2-15,-5 12 1 16,-12 2 1-16,-15 11-3 15,-6 2-2-15,-11 6-1 0,-6 6-2 16,-4 3-1-16,-13 5 0 16,0 0-1-16,0 0-4 15,0 0-11-15,-5 5-32 16,5-5-25-16,-11 14-5 16</inkml:trace>
  <inkml:trace contextRef="#ctx0" brushRef="#br3" timeOffset="-98963.85">13771 7136 152 0,'0'0'6'15,"8"0"1"-15,7-4 0 16,3-6 2-16,6-1-1 0,14-8 3 16,4-4-2-16,12-6-2 15,6-11-4-15,7 1-2 16,10-11-2-16,5-4 1 15,7-6-4-15,8-6 2 16,5-1 0-16,3-5 0 0,8-1 2 16,7 0-2-16,-6-1 2 15,8 1-1-15,-5 2 2 16,-8-1 1-16,1 5-2 0,-4 5 0 16,-6 5 1-16,-10 3-1 15,-9 6 0-15,-8 6 0 16,-13 8 0-16,-7 9 0 15,-12 3 3-15,-15 6 3 16,-5 7-6-16,-12 0-13 0,-9 9-29 16,0 0-11-16</inkml:trace>
  <inkml:trace contextRef="#ctx0" brushRef="#br3" timeOffset="-98448.33">16003 5551 344 0,'0'0'4'0,"0"0"1"16,0 0 2-16,0 0-1 16,0 0 3-16,2 5 3 0,-2-5 0 15,12 5 2-15,-1-2-3 16,3-3-2-16,4 2 0 15,4-2 0-15,3 0-1 0,2-2-3 16,6-1-1-16,-6-2-2 16,1 0 0-16,-6 2-1 15,-3 3 0-15,-3 0 0 16,-4 3 1-16,-7 7 0 16,-3 5 0-16,-2 2 0 0,-2 6 1 15,-8 2 0-15,3-1 0 16,-6 3 0-16,3 1-1 15,-2-3 0-15,2-1-1 16,2-4 0-16,4-3 0 16,1 0-4-16,1-6-4 0,2 1-15 15,7-5-58-15,-7-7-4 16</inkml:trace>
  <inkml:trace contextRef="#ctx0" brushRef="#br3" timeOffset="-96431.11">13746 7134 243 0,'0'0'7'0,"0"0"3"0,0 0 3 0,0 0 4 16,0 0 1-16,0 0 1 16,0 0 1-16,-10-5 1 15,10 5-5-15,0 0-4 16,0 0-3-16,0 0-1 16,-12-7-1-16,12 7 0 0,-13-11 0 15,13 11 0-15,-14-17 0 16,4 5 2-16,2-1-1 15,-6-3 0-15,-4-5-1 16,4 2 0-16,-4-3 0 0,-5-3-1 16,-1 0-1-16,-1-3-1 15,-2-1-2-15,-1 2-2 16,1-2 0-16,-3 1 0 16,-2-2 0-16,-1 2 0 0,3-1 0 15,-2 2 0-15,0 0 0 16,0-3 0-16,-1 3 0 15,-1-6 0-15,2 6 0 16,-1-2 0-16,1 1 0 0,2-1 0 16,0-1 0-16,3 2 0 15,-5-1 0-15,2 4 0 16,2-2 0-16,-2 2 0 16,3 0 0-16,2 5 0 0,1-2 0 15,1 0 0-15,1 4 0 16,4 0 0-16,3-1 0 15,-2 2 0-15,2-3 0 16,-3 0 0-16,2 2 0 0,-5-1 0 16,4 1 0-16,-5-1 0 15,2-1 0-15,-2 1 0 16,-1 1 0-16,1-2 0 16,-1 0 0-16,1 0 0 0,0 1 0 15,4 1 0-15,-4 3 0 16,4-2 0-16,-2 0 0 15,3 1 0-15,-3 0 0 0,3 1 0 16,-3 1 0-16,0-4 0 16,1 0 0-16,-2 1 0 15,-1-1 0-15,3 1 0 16,-2 0 0-16,-1-3 0 0,2 3 0 16,0-1 0-16,2 1 0 15,2 0 0-15,0 5 0 16,4-4 0-16,0 4 0 15,-1 0 0-15,3 2 0 16,1-1 0-16,9 11 0 0,-16-14 0 16,9 6 0-16,7 8 0 15,-18-14 0-15,18 14 0 16,-12-14 0-16,12 14 0 0,-13-8 0 16,13 8 0-16,-12-11 0 15,12 11 0-15,-9-7 0 16,9 7 0-16,0 0 0 15,-9-12 0-15,9 12 0 16,0 0 0-16,0 0 0 0,0 0 0 16,0 0 0-16,0 0 0 15,0 0 0-15,0 0 0 16,0 0 0-16,0 0 0 16,-2 12 0-16,2-2 0 0,0 5 0 15,0 4 0-15,0 6 0 16,0 0 0-16,0 5 0 15,0-3 0-15,0 3 0 16,2-4 0-16,-2-1 0 0,6-2 0 16,-6-3 0-16,3-5 0 15,-1 0 0-15,-2-15 0 16,3 14 0-16,-3-14 0 0,0 0 0 16,0 0 0-16,0 0 0 15,0 0 0-15,0 0 0 16,0 0 0-16,0-9 0 15,0-4 0-15,0-2 0 16,-3-4 0-16,-2-4 0 0,-1-2 0 16,2 1 0-16,-1-4 0 15,0 2 0-15,-2 1 0 16,0 0 0-16,1 6 0 0,1-5 0 16,0 6 0-16,3 10 0 15,-1-5 0-15,3 13 0 16,0 0 0-16,0 0 0 15,10-2 0-15,3 4 0 16,4 8 0-16,3 0 0 16,-20-10 0-16,55 19 0 15,5-12-18 1,14 6-68-16,8-3-7 16</inkml:trace>
  <inkml:trace contextRef="#ctx0" brushRef="#br3" timeOffset="-94665.09">14904 6265 244 0,'0'0'9'0,"0"0"4"16,0 0 4-16,0 0 3 16,0 0 2-16,0 0 0 0,0 0 2 15,0 0 1-15,0 0-6 16,0 0-4-16,0 0-3 16,0 0-1-16,0 0-1 15,0 0 0-15,0 0-2 16,5-11 1-16,-5 11-2 0,0-10 0 15,0 10 0-15,-5-16-7 16,1 3 0-16,-1 1 0 16,-2 0 0-16,-2-1 0 15,0-2 0-15,2 3 0 0,-4-3 0 16,1 2 0-16,1 1 0 16,-2-1 0-16,1 1 0 15,1 3 0-15,-4-4 0 0,3 3 0 16,1 0 0-16,-4 2 0 15,1-1 0-15,2 2 0 16,-1 1 0-16,2-4 0 16,-1 9 0-16,-1-7 0 0,2-1 0 15,-3 5 0-15,1-3 0 16,2 2 0-16,-1 0 0 16,1-3 0-16,-2 4 0 15,4-2 0-15,7 6 0 16,-18-9 0-16,10 5 0 0,8 4 0 15,-15-11 0-15,3 8 0 16,12 3 0-16,-20-4 0 16,13-3 0-16,-3 4 0 0,10 3 0 15,-18-6 0-15,9 2 0 16,9 4 0-16,-16-8 0 16,6 6 0-16,3-3 0 15,-2 2 0-15,-2-2 0 0,1 0 0 16,-3 3 0-16,6-1 0 15,-2 1 0-15,-1 0 0 16,-1-1 0-16,2 0 0 16,-1 1 0-16,-1 2 0 0,2 0 0 15,2-3 0-15,-4 1 0 16,1 2 0-16,1 0 0 16,2-3 0-16,7 3 0 15,-18 0 0-15,11-2 0 0,7 2 0 16,-18 0 0-16,18 0 0 15,-12-5 0-15,12 5 0 16,-13 0 0-16,13 0 0 16,-15-2 0-16,15 2 0 0,-9-3 0 15,9 3 0-15,-13-2 0 16,13 2 0-16,-12-3 0 16,12 3 0-16,-11-3 0 15,11 3 0-15,-10 0 0 0,10 0 0 16,0 0 0-16,-9 0 0 15,9 0 0-15,0 0 0 16,0 0 0-16,-11 0 0 16,11 0 0-16,0 0 0 0,-9 0 0 15,9 0 0-15,0 0 0 16,-12 0 0-16,12 0 0 16,0 0 0-16,0 0 0 0,0 0 0 15,-5 3 0-15,5-3 0 16,0 0 0-16,0 0 0 15,0 0 0-15,0 0 0 16,0 0 0-16,0 0 0 16,0 0 0-16,0 0 0 0,0 0 0 15,0 0 0-15,0 0 0 16,0 0 0-16,0 0 0 16,0 0-37-16,2 10-52 15,-2-10-4-15</inkml:trace>
  <inkml:trace contextRef="#ctx0" brushRef="#br3" timeOffset="-94014.67">14104 5846 389 0,'0'0'8'0,"0"0"4"15,0 0 1-15,-7-10 3 0,7 10-1 16,0 0 2-16,-10-7 1 15,10 7 0-15,0 0-13 16,0 0-5-16,-8-6 0 16,8 6 0-16,0 0 0 15,-7 6 0-15,7-6 0 0,-5 12 0 16,5-12 0-16,-5 12 0 16,5-12 0-16,0 13 0 15,0-13 0-15,0 12 0 0,0-12 0 16,8 6 0-16,-8-6 0 15,9 0 0-15,-9 0 0 16,13-3 0-16,-13 3 0 16,12-13 0-16,-12 13 0 15,5-15 0-15,-5 15 0 0,2-12 0 16,-2 12 0-16,-2-10 0 16,2 10 0-16,-10-5 0 15,10 5 0-15,-15 0 0 16,15 0 0-16,-12 10 0 15,12-10 0-15,-10 17 0 0,10-17 0 16,-8 15 0-16,8-15 0 16,0 13 0-16,0-13 0 0,8 7 0 15,-8-7 0-15,15 0 0 16,-5 0 0-16,2-7 0 16,-2-1 0-16,1-2 0 15,-4 0 0-15,0 0 0 0,-2 1 0 16,-5 1 0-16,0 8 0 15,-2-15 0-15,2 15 0 16,-15-5 0-16,4 5 0 16,-1 0 0-16,3 5 0 0,1 3 0 15,-2-4 0-15,10-4 0 16,-10 16 0-16,10-16 0 16,-8 12 0-16,8-12 0 15,0 8-8-15,4 1-77 16,-4-9-4-16</inkml:trace>
  <inkml:trace contextRef="#ctx0" brushRef="#br3" timeOffset="-93181.9">14052 5642 380 0,'0'0'6'0,"0"0"2"0,0 0 2 0,-12 0 2 16,12 0 1-16,-20 0 1 16,10 0 1-16,-4 0 0 15,-4 3-4-15,0 7-2 0,1 2-3 16,-1 1-2-16,1 7 0 16,0 0 0-16,5 5-4 15,1-1 0-15,-1 4 0 16,7 1 0-16,3-2 0 0,2 4 0 15,2 1 0-15,8-3 0 16,0 1 0-16,5-1 0 16,-3 1 0-16,6-3 0 15,2-4 0-15,-1-1 0 0,1-5 0 16,3-2 0-16,-1-5 0 16,3-7 0-16,-3-1 0 15,1-2 0-15,1-7 0 16,1-5 0-16,0-6 0 15,0 0 0-15,-2-3 0 0,-4-4 0 16,4 0 0-16,-7-5 0 16,0 0 0-16,-9-2 0 15,-5 0 0-15,-2-5 0 0,-2 2 0 16,-8-2 0-16,-5 0 0 16,-2 5 0-16,-10 2 0 15,4 2 0-15,-4 6 0 16,3 2 0-16,-6 6 0 0,2 6 0 15,1 3 0-15,-1 5 0 16,3 0 0-16,-5 11 0 16,5-3 0-16,-2 13 0 15,3 1 0-15,1 3 0 0,5 10 0 16,2-1 0-16,3 6 0 16,8 0 0-16,2 4 0 15,3-2 0-15,8-2 0 16,9 0 0-16,4-6 0 0,3-7 0 15,3-2 0-15,5-7 0 16,3-6 0-16,3-7 0 16,-3-5 0-16,-1-3 0 15,-1-6 0-15,-3-6 0 0,-1-2 0 16,-6-6 0-16,-4-2 0 16,-3-7 0-16,-11 0 0 15,-5-5 0-15,-3-3 0 0,-12-2 0 16,-7-2 0-16,-5 3 0 15,-8 2 0-15,-6 12 0 16,0 2 0-16,-1 14 0 16,-1 11 0-16,3 4 0 15,6 15 0-15,6 14 0 0,1 21 0 16,17-7-85-16,13 0-7 16</inkml:trace>
  <inkml:trace contextRef="#ctx0" brushRef="#br3" timeOffset="-91064.7">14125 5861 238 0,'0'0'6'0,"0"0"6"0,0 0 2 16,0 0 5-16,0 0 2 0,0 0 2 15,0-5 0-15,0 5 2 16,0 0-6-16,0-15-5 15,0 8-3-15,2-8-4 16,3-2-3-16,7-6-1 0,-2 1-2 16,5-10 0-16,3-3-1 15,7-2 0-15,1-10-1 16,6-8 1-16,4 1-2 0,3-3 2 16,6-5 0-16,2 2 1 15,4 1 0-15,-5 3 1 16,2 3 1-16,-1 8-1 15,-2 3 2-15,-8 7-1 16,-5 5 0-16,-4 11-1 16,-9 1 1-16,-6 9 0 0,-4 4 1 15,-9 5 0-15,0 0-1 16,0 0 2-16,0 0-2 16,0 0 1-16,0 0-2 0,0 0 0 15,-2 7 0-15,2-7-1 16,0 0 0-16,0 0-1 15,-10 7 1-15,10-7-1 16,0 0 0-16,-5 11 0 0,5-11-1 16,-3 12-2-16,3-12-2 15,-5 14-6-15,5-14-12 16,-9 16-58-16,9-4-4 0</inkml:trace>
  <inkml:trace contextRef="#ctx0" brushRef="#br3" timeOffset="-82748.13">15042 6228 356 0,'0'0'7'0,"0"0"4"15,0 0 2-15,0 0 0 16,0 0 1-16,0 0 2 16,-4-13 0-16,4 1 1 15,0-3-6-15,6-6-2 16,1-10 0-16,0-7-2 15,11-3-1-15,1-12 0 0,7-1-6 16,3-8 0-16,4 0 0 16,6-3 0-16,2 4 0 15,3 9 0-15,-10 2 0 0,-1 8 0 16,-2 8 0-16,-7 11 0 16,-4 6 0-16,-6 9 0 15,-14 8 0-15,13 0 0 16,-13 0-3-16,5 5-15 0,-5 8-34 15,0-13-35-15,0 10 0 16</inkml:trace>
  <inkml:trace contextRef="#ctx0" brushRef="#br3" timeOffset="-82096.89">15682 4907 454 0,'0'0'4'0,"0"0"1"0,0 0 1 15,-3-10 1-15,3 10 0 16,0-15 0-16,3 3 1 0,3-1-1 16,1 1-3-16,5 2-2 15,1 5-2-15,1 1 0 16,2 4 0-16,1 0 0 0,-2 8 0 15,-1 3 0-15,-6 9 0 16,5 0 0-16,-11-1 0 16,3 6 0-16,-5-2 0 15,-3 2 0-15,-4-5 0 16,-2-3 0-16,5-3 0 0,-1-4 0 16,5-10 0-16,0 0 0 15,0 0 0-15,-4-10 0 16,6-12 0-16,5-3 0 15,0-7 0-15,2-3 0 0,3-1 0 16,1-2 0-16,-6 8 0 16,-2 4 0-16,0 5 0 15,-1 6 0-15,-4 15 0 16,0 0 0-16,0 0 0 0,3 13 0 16,-1 4 0-16,4 6 0 15,1-1 0-15,3 0 0 16,3 0 0-16,4-3 0 0,3-5 0 15,-1-4-2-15,4-9-21 16,-23-1-61-16,22 0-4 16</inkml:trace>
  <inkml:trace contextRef="#ctx0" brushRef="#br3" timeOffset="-81898.34">16142 4817 450 0,'0'0'4'16,"0"0"1"-16,0 0 1 0,0 11 1 16,0 1 0-16,0 3 0 15,2 5 0-15,0 5 0 16,4 3-3-16,-1 1-4 16,0 5-4-16,0-9-11 15,2 5-68-15,-2-10-3 0</inkml:trace>
  <inkml:trace contextRef="#ctx0" brushRef="#br3" timeOffset="-81422.76">16199 4555 462 0,'0'0'3'0,"0"0"0"16,0 0-1-16,0 0 1 16,0 11 0-16,0-4 0 0,5 2-1 15,3 4 1-15,2 2-2 16,2-2-1-16,3 0 1 16,2-2-1-16,5-5 1 15,-1-5 0-15,-2-1 0 16,4-1 1-16,-6-10 0 0,-2-2 0 15,-3-1 2-15,-2-6-1 16,-7 1 1-16,-3 2 1 16,0-1-5-16,-3 5 0 0,-1 1 0 15,4 12 0-15,-11-7 0 16,11 7 0-16,0 12 0 16,0 2 0-16,5 6 0 0,5-2 0 15,-2 7 0-15,4-3 0 16,1 3 0-16,1-1 0 15,2-1 0-15,-4-1 0 16,-5 0 0-16,1 1 0 16,-8-1 0-16,0 0 0 15,-5 1 0-15,-5-4 0 0,-7 3-12 16,-1 1-12-16,-5-6-60 16,6-4-4-16</inkml:trace>
  <inkml:trace contextRef="#ctx0" brushRef="#br3" timeOffset="-81215.18">16733 4538 475 0,'0'0'4'0,"0"0"0"0,0 0-1 15,1 7 1-15,-1 7 0 0,0-3 0 16,5 7 0-16,-5 1 0 15,2 3-4-15,0 3-4 16,1-2-5-16,4 2-20 16,0-8-55-16,4 0 0 0</inkml:trace>
  <inkml:trace contextRef="#ctx0" brushRef="#br3" timeOffset="-80886.97">16753 4342 438 0,'0'0'6'16,"0"0"2"-16,-10-12 2 15,10 12 0-15,-9-15 0 16,9 5 1-16,-1 0 0 0,1 0-4 16,0 10-7-16,13-18 0 15,-1 11 0-15,6 0 0 16,1 2 0-16,1 5 0 15,-2 0 0-15,1 3 0 16,-1 9 0-16,-4 3 0 0,-5 5 0 16,-5 5 0-16,-4 2 0 15,0 2 0-15,-3 1 0 0,2-3 0 16,-5-2 0-16,3-2 0 16,3-9 0-16,0-3 0 15,0-11 0-15,16 0-16 16,1-27-43-16,-2 13-28 15,-1-6 0-15</inkml:trace>
  <inkml:trace contextRef="#ctx0" brushRef="#br3" timeOffset="-80665.22">16855 4045 467 0,'0'0'3'0,"0"0"-1"0,0 0 0 15,0 0 1-15,0 10 0 16,8 0 0-16,9 0 1 15,5 7 0-15,8 4-2 16,5 5 0-16,7 4 0 0,5 8 0 16,-5 3 0-16,1 9-1 15,-8 6 1-15,-13 14-2 16,-10 2-2-16,-10 10-3 16,-11 1-9-16,-14-15-52 0,-14 16-19 15</inkml:trace>
  <inkml:trace contextRef="#ctx0" brushRef="#br3" timeOffset="-80311.13">15543 4521 431 0,'0'0'2'15,"-9"5"0"-15,-2 7 1 0,-3 13 1 16,-2 10 1-16,-3 14 1 15,1 15 0-15,-2 13 0 16,10 13-1-16,10 6 0 16,10 1-1-16,20-1 2 0,15-9-3 15,19-13-2-15,24-7-10 16,3-20-70-16,23-10-4 16</inkml:trace>
  <inkml:trace contextRef="#ctx0" brushRef="#br3" timeOffset="-78798.15">13058 14229 299 0,'0'0'8'0,"0"0"6"0,0-15 3 0,0 15 4 15,0-17 4-15,0 7 0 16,0-3 2-16,-5-2 0 16,3 5-6-16,-5 1-7 15,-6 4-4-15,-2 3-7 0,-3 2-3 16,-7 4 0-16,-1 4 0 15,-1 6 0-15,-6 1 0 16,3 8 0-16,3-1 0 16,0 5 0-16,4 0 0 0,6 3 0 15,4 3 0-15,8-1 0 16,3 8 0-16,2-1 0 16,8 5 0-16,7 1 0 15,1 10 0-15,2-1 0 16,-1 9 0-16,-2 1 0 15,0 7 0-15,-5 4 0 0,-2 4 0 16,-6 3 0-16,-2 4 0 16,0 1 0-16,-2 0 0 0,-6 0 0 15,0-1 0-15,3-5 0 16,-2 5 0-16,0-7 0 16,-4-3 0-16,4-1 0 15,-2-1 0-15,-1-5 0 0,-3-4 0 16,3-1 0-16,0-8 0 15,5-3 0-15,0-6 0 16,0-3 0-16,5-7 0 16,0-1 0-16,0-4 0 15,0-6 0-15,0 5 0 0,0-4 0 16,0 2 0-16,-5-4 0 16,3 3 0-16,-3-4 0 15,-1-1 0-15,-1-4 0 16,5-4 0-16,-3-2 0 15,5-13 0-15,-5 12 0 0,5-12 0 16,0 0 0-16,0 0 0 16,0 0 0-16,0 0 0 0,0 0 0 15,0 0 0-15,0 0 0 16,0 0 0-16,0 0 0 16,3 8 0-16,-3-8 0 15,9 7 0-15,-9-7 0 0,20 6 0 16,-9-6 0-16,11 0 0 15,0 0 0-15,2 0 0 16,6 0 0-16,5 0 0 16,5-3 0-16,0 0 0 15,8-2 0-15,-7 3 0 0,4-1 0 16,-5 1 0-16,-1 2-14 16,-9-7-57-16,-5 4-15 15</inkml:trace>
  <inkml:trace contextRef="#ctx0" brushRef="#br3" timeOffset="-78048.63">13391 14323 365 0,'0'0'7'0,"0"0"4"16,-12-7 2-16,12 7 3 0,-8-2 2 15,8 2 0-15,0 0 0 16,-12-11 1-16,12 11-6 15,0 0-4-15,10-7-5 0,3 7-4 16,4 0 0-16,5 5 0 16,1 5 0-16,-2 2 0 15,4 5 0-15,-4 3 0 16,-4 0 0-16,-4 2 0 0,-7 3 0 16,-3-3 0-16,-3 1 0 15,-9-4 0-15,-4-1 0 16,1 0 0-16,-4-6 0 15,2-3 0-15,-3-4 0 16,9-5 0-16,-2-1 0 0,5-10 0 16,5-6 0-16,3-8 0 15,1-5 0-15,8-5 0 16,1 1 0-16,2-2 0 16,3 2 0-16,-4 7 0 15,-1 5 0-15,-6 5 0 0,1 6 0 16,-8 11 0-16,0 0 0 15,7 16 0-15,-4-2 0 16,0 11 0-16,1 3 0 0,4 4 0 16,-1 2 0-16,3-2 0 15,10 0 0-15,-2-7 0 16,7 0 0-16,-4-10-27 16,9-5-59-16,7-8-3 0</inkml:trace>
  <inkml:trace contextRef="#ctx0" brushRef="#br3" timeOffset="-77330.79">13468 15039 451 0,'0'0'5'0,"-3"-5"1"0,3 5 1 0,-9-2 0 0,9 2 1 16,-12 0-1-16,12 0 0 15,-16 15 1-15,16 2-5 16,-2 0-1-16,2 6-2 16,2-1 0-16,6-2 0 0,7-4 0 15,3-3 0-15,6-3 0 16,3-10 0-16,0 0 0 16,4-6 0-16,-4-8 0 15,1 0 0-15,-7-1 0 0,-3-3 0 16,-3 1 0-16,-5 2 0 15,-5 0 0-15,-5 5 0 16,0 1 0-16,0 9 0 16,-10-9 0-16,10 9 0 0,-10 4 0 15,10 6 0-15,0 1 0 16,0 5 0-16,5 4 0 16,3-1 0-16,1 5 0 15,1 1 0-15,0 1 0 16,2-1 0-16,-4 0 0 0,-6-1 0 15,-2 1 0-15,-2 2 0 16,-10-5 0-16,-6 5 0 16,-6-7-9-16,1 5-19 0,18-6-55 15,-20-1-4-15</inkml:trace>
  <inkml:trace contextRef="#ctx0" brushRef="#br3" timeOffset="-76761.59">13379 16027 468 0,'0'0'3'0,"0"0"1"15,0 0 0-15,-10-2 2 16,10 2-1-16,0 0 2 15,0 0 0-15,0 0 0 0,15-2-7 16,0-1 0-16,7 3 0 16,3-5 0-16,3 2 0 15,4 1 0-15,0 2 0 16,0 0 0-16,-7 2 0 0,2 6 0 16,-12 7 0-16,-3-1 0 15,-9 11 0-15,-3 0 0 16,-7 7 0-16,-9 4 0 0,-6 3 0 15,-3 1 0 1,0-3 0-16,1 3 0 0,-1-7 0 16,5 0 0-16,1-8 0 15,8-3 0-15,4-7 0 0,7-5 0 16,0-10 0-16,12 7 0 16,6-9 0-16,7-8 0 15,7-4 0-15,3-6 0 16,9-3-14-16,-7-4-63 15,8-8-9-15</inkml:trace>
  <inkml:trace contextRef="#ctx0" brushRef="#br3" timeOffset="-76031.41">13960 13982 430 0,'0'0'5'0,"0"0"0"0,0 0 2 15,-10-4 1-15,10 4 0 16,0 0-1-16,0 0 1 16,0 0 1-16,0 8-5 0,10 2-1 15,10 5-1-15,3 0 0 16,7 2-1-16,2 4 1 15,7 0-1-15,1 4-1 16,0 5 1-16,-3 2-1 0,-2 8 0 16,-8 9 1-16,-6 11 0 15,-9 9-1-15,-8 10 2 16,-4 5-1-16,-7 8 2 16,-6 7-3-16,1-2 0 0,-2 2 0 15,1-2 0-15,3-1 0 16,1-4 0-16,3-1 0 15,1-1 0-15,2-1 0 16,3-2 0-16,3-1 0 16,8-4 0-16,-4-1 0 0,5 1 0 15,6-5 0-15,-2 0 0 16,5-5 0-16,-4-5 0 16,3-5 0-16,-2-6 0 0,-6-1 0 15,-5-10 0-15,-5-1 0 16,-2-8 0-16,-9-3 0 15,-8-5 0-15,-4-3 0 16,-7 0 0-16,-8-9 0 0,-3 2 0 16,-9-3 0-16,-5-3 0 15,-4-4 0-15,1 5 0 16,-2-1 0-16,-4 0 0 16,3 3 0-16,4 3 0 0,2-4-60 15,4-2-30-15</inkml:trace>
  <inkml:trace contextRef="#ctx0" brushRef="#br3" timeOffset="-74164.76">14574 15460 489 0,'0'0'1'0,"0"0"-1"16,0 0 1-16,10-5 1 0,5-2 0 16,3-5-1-16,14 2 0 15,5-8-1-15,7 1-2 16,11-3-6-16,0-2-13 16,2-5-52-16,-2 14-11 0</inkml:trace>
  <inkml:trace contextRef="#ctx0" brushRef="#br3" timeOffset="-74030.99">14760 15547 410 0,'0'0'6'16,"-12"0"1"-16,12 0 3 0,-12 5 0 15,12-5 1-15,-11 0 0 16,11 0 1-16,0 0-1 16,5-11-7-16,15-6-12 15,15-22-66-15,10 14-9 16</inkml:trace>
  <inkml:trace contextRef="#ctx0" brushRef="#br3" timeOffset="-73298.51">15742 14023 403 0,'0'0'5'0,"0"-12"3"15,0-1 0-15,-5 1 2 16,0 3 0-16,-5-9 1 16,-5 6-1-16,-2-1 1 15,-6 6-5-15,-6 7-3 16,-8 5 0-16,-6 10-1 0,-4 7 0 16,2 12-1-16,-4 11 1 15,-1 9 0-15,8 9 0 16,5 8 0-16,7 7 0 15,5 3 0-15,9 3-1 0,7 1 1 16,9 1 1-16,0 3-3 16,7-1 0-16,0 5 0 15,1 1 0-15,0 5 0 0,-8 0 0 16,2 7 0-16,-2 2 0 16,0-4 0-16,-5 0 0 15,-2-1 0-15,1-3 0 16,-1-4 0-16,2-4 0 15,-5-11 0-15,2-1 0 16,-1-8 0-16,1-6 0 0,-1-9 0 16,3 0 0-16,-6-9 0 15,5-1 0-15,-4-10 0 0,6-2 0 16,-2-9 0-16,5-1 0 16,-1-5 0-16,1-7 0 15,2-3 0-15,0-10 0 16,2 10 0-16,-2-10 0 15,15 0 0-15,-5-3 0 0,10-4 0 16,2-3 0-16,10-3 0 16,8-1 0-16,8-4 0 15,2-3 0-15,8 0 0 0,4-4 0 16,6 3-22-16,-3-3-62 16,-14 0-5-16</inkml:trace>
  <inkml:trace contextRef="#ctx0" brushRef="#br3" timeOffset="-72431.51">15560 14462 445 0,'0'0'4'0,"0"0"1"16,0 0 2-16,0 0 1 16,6-13 1-16,-6 13 0 0,7-8 0 15,-7 8 0-15,12-4-3 16,-3 4-6-16,2 0 0 15,1 10 0-15,4 1 0 16,-4 5 0-16,1 4 0 16,-1 2 0-16,-7 5 0 0,-3 3 0 15,-2 1 0-15,-7-2 0 16,-9-2 0-16,0 3 0 16,-7-8-2-16,2-5 0 0,2 1 1 15,4-8 0-15,3-5 0 16,5-5 0-16,7 0 0 15,0-23 1-15,5 0 0 0,7-2 0 16,5-8 0-16,2-3 0 16,4 3 1-16,0-3 0 15,0 4 1-15,-7 8 0 16,0 1 1-16,-7 8-3 16,-1 8 0-16,-8 7 0 0,0 0 0 15,10 2 0-15,-10 10 0 16,3 6 0-16,-1 5 0 15,3-2 0-15,0 7 0 16,4 2 0-16,2-1 0 0,1-9 0 16,3 0 0-16,2-5 0 15,-1-10-3-15,9 3-33 16,-8-8-48-16,0-6-3 16</inkml:trace>
  <inkml:trace contextRef="#ctx0" brushRef="#br3" timeOffset="-72214.58">15916 14100 497 0,'0'0'3'0,"0"0"-1"0,0 0 2 16,0 0-1-16,0 0-1 0,7 15-2 15,-5 5 0-15,-2 7 0 16,0 18 0-16,-7 0-13 16,2 14-27-16,-2 7-45 0,-3 1-2 15</inkml:trace>
  <inkml:trace contextRef="#ctx0" brushRef="#br3" timeOffset="-71348.59">15525 15291 430 0,'0'0'5'0,"0"0"1"0,0 0 2 15,0 0 1-15,0 0 0 16,5-7 1-16,-5 7-1 0,0 0 1 16,0 0-5-16,0 0-2 15,8 10-1-15,-3 0-1 16,0 0-1-16,5 3-1 15,3-4 1-15,1 1 0 0,4-4 0 16,-1-4 0-16,3-2 0 16,0-5 0-16,-1-3 0 15,-3-1 1-15,1-1-1 0,-7-3 1 16,0 3 0-16,-5 0 1 16,-5 10-2-16,5-12 0 15,-5 12 0-15,0 0 0 16,0 0 0-16,0 10 0 15,0 2 0-15,0 7 0 16,8 2 0-16,-4 6 0 0,4 0 0 16,-1 6 0-16,0-4 0 15,4-1 0-15,-9 1 0 16,-2-4 0-16,-2 0 0 0,-6 0 0 16,-7-3 0-16,-3-2 0 15,-3-3-3-15,-7-2 0 16,1-3-3-16,-1-4-2 0,-1-3-3 15,3-5-7-15,-1-3-12 16,3-4-52-16,9-6-1 16</inkml:trace>
  <inkml:trace contextRef="#ctx0" brushRef="#br3" timeOffset="-71092.99">15886 14868 462 0,'0'0'4'0,"0"0"1"0,0 0 0 0,0 0 1 16,7 8 0-16,-4-1-1 15,1 7 1-15,2 9-3 16,-3 2-9-16,4 13-19 0,10 3-55 16,-12 6-6-16</inkml:trace>
  <inkml:trace contextRef="#ctx0" brushRef="#br3" timeOffset="-70514.7">15458 16033 490 0,'0'0'2'0,"0"0"0"0,0 0 1 15,0-8-1-15,0 8 1 16,8-13 0-16,0 3 0 16,4 4 0-16,6-3-3 15,1 1 0-15,4 2 0 0,2 1 0 16,2 5 0-16,-3 0 0 16,-1 5 0-16,-3 2 0 15,-6 9 0-15,-3 3 0 0,-9 3 0 16,-2 6 0-16,-10 4 0 15,-7 0 0-15,-8 2 0 16,-2 1 0-16,-1 3 0 16,-4-9 0-16,4-1 0 0,3-6 0 15,9-3 0-15,6-5 0 16,10-14 0-16,0 8 0 16,10-8 0-16,10-7-5 15,6 0-7-15,2-11-25 16,4-1-47-16,3-3-1 0</inkml:trace>
  <inkml:trace contextRef="#ctx0" brushRef="#br3" timeOffset="-70364.11">15962 15847 481 0,'0'0'1'0,"0"0"0"15,0 7 0-15,6 6 0 16,-3 4 1-16,4 5-2 0,3 8-6 15,-6 10-44-15,9-8-31 16,-3 0-1-16</inkml:trace>
  <inkml:trace contextRef="#ctx0" brushRef="#br3" timeOffset="-69150.78">14385 4674 440 0,'0'0'5'0,"0"0"3"0,0 0 0 0,0-10 1 16,0 10 0-16,2-15 1 15,3 5 0-15,2 3 0 16,4 0-8-16,-1 2-2 16,5 5 0-16,2 0 0 0,1 5 0 15,-4 5 0-15,4 2 0 16,-6 8 0-16,1-3 0 15,-6 6 0-15,-4-4 0 16,-3 2 0-16,-3-2 0 0,-4-4 0 16,-4 0 0-16,2-5 0 15,-1-3 0-15,10-7 0 16,-13 0 0-16,11-12 0 16,-1-5 0-16,3-6 0 15,0-6 0-15,3-4 0 0,3-2 0 16,-4 6 0-16,0 1 0 15,1 6 0-15,-1 4 0 16,1 10 0-16,-3 8 0 0,0 0 0 16,7 11 0-16,-2 4 0 15,5 3 0-15,0 2 0 16,2 2 0-16,1-3-8 16,8-1-11-16,-8-6-35 0,2-4-32 15,0-6-2-15</inkml:trace>
  <inkml:trace contextRef="#ctx0" brushRef="#br3" timeOffset="-68931.56">14454 4284 449 0,'0'0'5'0,"0"0"2"0,0 0-1 0,0 0 0 16,0 0 0-16,8 8 1 16,0 3-1-16,-2 9 0 15,6-3-9-15,4 7-15 0,0 6-63 16,1-3-4-16</inkml:trace>
  <inkml:trace contextRef="#ctx0" brushRef="#br3" timeOffset="-68164.74">14768 4657 429 0,'0'0'5'0,"0"0"1"0,0 0-1 16,-10 0 1-16,10 0 0 16,-3 12 0-16,1 1 0 15,-1-1 0-15,3 3-7 0,0-1-5 16,3 4-15-16,2 0-57 16,-3-9-4-16</inkml:trace>
  <inkml:trace contextRef="#ctx0" brushRef="#br3" timeOffset="-67714.05">14830 4340 415 0,'0'0'6'0,"0"0"2"0,0 0 2 15,0 0-1-15,0 0 0 16,0 8 0-16,0-8 1 15,0 13-1-15,0-3-5 16,0 3-3-16,5-1 0 0,2-1-1 16,0-1 1-16,7-6-1 15,-2 2 1-15,3-6 0 16,-1-3-1-16,2-4 1 16,-2-6 0-16,-2 3 1 0,1-5 0 15,-6-3 1-15,1 7 0 16,-6-4-1-16,-2 5 1 15,0 2-3-15,0 8 0 16,-2-12 0-16,2 12 0 0,0 0 0 16,0 12 0-16,0-1 0 15,6 3 0-15,1 1 0 16,2 6 0-16,3-7 0 0,1 3 0 16,-3-2 0-1,1 0 0-15,1-6 0 0,-8 2 0 16,1-2-2-16,-5 1 0 15,0-2 0-15,0-8-1 16,-14 17-3-16,-2-11-2 0,4 3-8 16,-10 7-46-16,3-16-21 15,-2 0-4-15</inkml:trace>
  <inkml:trace contextRef="#ctx0" brushRef="#br3" timeOffset="-67530.8">14922 3998 461 0,'0'0'2'0,"0"0"0"0,0 0 1 15,0 0 0-15,10 12 0 16,-1 4 0-16,2 6-5 16,-1 0-11-16,-1 7-64 15,12 6-4-15</inkml:trace>
  <inkml:trace contextRef="#ctx0" brushRef="#br3" timeOffset="-67314.36">15240 4325 484 0,'0'0'2'0,"0"0"1"15,0 0-1-15,0 0 1 16,0 0-1-16,-2 7 0 16,2-7 0-16,0 16-4 15,0-3-6-15,0 0-23 16,4 2-52-16,0 0-1 0</inkml:trace>
  <inkml:trace contextRef="#ctx0" brushRef="#br3" timeOffset="-66948.17">15302 4079 470 0,'0'0'5'0,"0"0"0"16,0 0 2-16,0 0-1 15,0-12 1-15,0 12 0 16,10-12-3-16,-10 12-4 15,15-17 0-15,-5 7 0 16,3 5 0-16,1 2 0 0,-2 0 0 16,4 3 0-16,-7 9 0 15,2 0 0-15,-6 4 0 16,-1 2 0-16,-4 1 0 0,0 4 0 16,0 1 0-16,-2-2 0 15,0-1 0-15,-3 2 0 16,1-8 0-16,4 2 0 15,0-6 0-15,0-8 0 0,6 10 0 16,-6-10 0-16,10-5 0 16,-1-4-5-16,0-5-11 15,3-13-54-15,0 10-15 0</inkml:trace>
  <inkml:trace contextRef="#ctx0" brushRef="#br3" timeOffset="-66681.36">15380 3738 470 0,'0'0'1'0,"0"0"1"0,0 0 0 16,4 10 0-16,1 2 0 15,5 8-1-15,-1-2-5 16,4 5-20-16,8 2-54 16,-7 0-4-16</inkml:trace>
  <inkml:trace contextRef="#ctx0" brushRef="#br3" timeOffset="-66415.16">15444 3563 443 0,'0'0'5'15,"0"0"1"-15,0 0 2 16,10-9 0-16,-1 9 2 0,9 0 0 15,7 3 0-15,7 10 1 16,1 1-11-16,9 14 0 16,-1 6 0-16,-3 11 0 15,-5 6 0-15,-8 10 0 0,-13 3 0 16,-10 10 0-16,-9-2-2 16,-8 10-30-16,-15 0-53 15,-7-6-4-15</inkml:trace>
  <inkml:trace contextRef="#ctx0" brushRef="#br3" timeOffset="-66114.47">14176 4162 454 0,'0'0'3'16,"-14"15"0"-16,4 9 1 0,-1 13 0 16,2 16 0-16,4 10 0 15,5 19 1-15,5 13 1 16,17 3-4-16,13 2 0 15,20-3-6-15,9-12-18 0,18-5-58 16,12-12-4-16</inkml:trace>
  <inkml:trace contextRef="#ctx0" brushRef="#br3" timeOffset="-56829.89">7475 13261 427 0,'0'0'-4'16,"0"0"0"-16,15 0-1 0,5 0 1 16,19 3-1-16,16 1 1 15,23-4 0-15,16 3 0 16,33-3 5-16,22 0 0 15,22 0 0-15,31-6-1 0,14-1 0 16,22 0 0-16,16-4 0 16,9 1 0-16,17 1-1 15,7 2 1-15,13-4-1 0,3-1 2 16,18-1-1-16,3-4 2 16,17 0-1-16,13-5 0 15,38-3 1-15,-20-3-1 16,-4-1 1-16,6-3-1 0,-15 2 0 15,-5-2 0-15,-12 0-1 16,-11 0 1-16,-55 2 0 16,12 0 0-16,-25-1 0 15,-14 5 1-15,-36 1 0 0,-21 6 1 16,-29-1 0-16,-20 2 0 16,-30 1 0-16,-21 4 0 15,-19 1 0-15,-24 5 0 16,-12 1 1-16,-12 1 1 15,-12 3-1-15,-13 2 0 0,0 0-1 16,5-10 0-16,-5 10-2 16,-13-4 0-16,1 4-2 15,-3 2-1-15,-5 12 0 16,-5 14 1-16,-7 18 1 0,-1 27 2 16,-8 29 1-16,-7 44 2 15,-9 42 2-15,-1 72 1 16,-1 7 0-16,2 33 0 0,3 35 0 15,2 24-1-15,14 43-7 16,13-16 0-16,5 3 0 16,17-212 0-16,1 25-40 15,2 13-43-15,0 16-4 16</inkml:trace>
  <inkml:trace contextRef="#ctx0" brushRef="#br3" timeOffset="-49403.68">22436 2635 350 0,'0'0'9'15,"0"-9"4"-15,0 2 2 16,0 7 1-16,0-16 1 16,0 7 1-16,0 9-3 15,0-13 0-15,0 13-8 0,0 7-2 16,0 13-4-16,-2 5 0 16,2 12-1-16,2 8-1 15,3 9 1-15,1 10 1 16,2 13 0-16,3 8 0 0,-2 3 1 15,-1 5-1-15,-6 6-1 16,3-1 1-16,-3 2-1 16,2 1 0-16,-4-9 0 0,0-1-1 15,0-2 0-15,0-3 1 16,0-5 0-16,-4 1 1 16,-1-11 0-16,3-1 0 0,0-8-1 15,-3-6 1-15,2-1-1 16,-1-5 0-16,1-13 0 15,3 1 0-15,-2-6 0 16,-2-6 0-16,4-3 0 16,0-3 0-16,0-6 1 15,-2-2-1-15,2-1 0 0,0-11-1 16,-5 12-1-16,5-12-2 16,0 0-4-16,0 0-10 15,0 0-36-15,0 0-28 0,0 0-4 16</inkml:trace>
  <inkml:trace contextRef="#ctx0" brushRef="#br3" timeOffset="-48098.33">22372 4661 193 0,'0'0'7'0,"0"0"4"0,0 6 6 16,0-6 1-16,0 0 4 15,0 7 2-15,0-7 0 16,0 0 0-16,0 0-5 0,0 10-5 16,0-10-3-16,0 0-4 15,0 0-2-15,9 2-2 16,1-2 0-16,3 3-1 0,4-3 0 15,3 0 1-15,5 0 0 16,-1 0-1-16,8 0 1 16,0-3-1-16,6 1 0 15,0 0 0-15,6-1-1 16,3 1 0-16,4-3 0 16,0 2 0-16,4 1-1 0,2 2 1 15,1-3 0-15,1 3-1 16,3-3 1-16,0 3-1 15,1 0 1-15,3 0-1 0,1-2 0 16,0 0 1-16,0-1-1 16,6 2 0-16,-4-3 1 15,0 0-1-15,2 1 0 16,-2 0 0-16,0-1 0 0,-2-2 0 16,-5 5 1-16,1-2-1 15,-6 1 0-15,-7-1 0 16,-3 3 0-16,-2 0 0 0,-6-3 0 15,-4 3 0-15,-3-2 0 16,-2 2 0-16,-2 0 0 16,1 0 0-16,-8 0 0 15,0-4 0-15,-1 4 0 16,1-1 0-16,-9-2 0 0,3 3 0 16,0-2 0-16,-8 2 0 15,-7 0 0-15,15-2 1 16,-15 2-1-16,12-3 0 15,-12 3 1-15,0 0 1 16,0 0-1-16,0 0 2 0,10 0 0 16,-10 0 0-16,0 0 0 15,0 0 0-15,0 0-1 16,0 0 0-16,0 0 0 0,0 0-1 16,0 0 0-16,0 0 0 15,0 0-1-15,0 0 1 16,0 0-2-16,-7 0 0 0,7 0-4 15,0 0-11-15,0 0-40 16,-8 0-25-16,8 0-2 16</inkml:trace>
  <inkml:trace contextRef="#ctx0" brushRef="#br3" timeOffset="-45581.95">22333 4654 231 0,'0'0'4'0,"0"0"3"0,0 0 3 16,0 0 2-16,5 0 2 16,-5 0 0-16,16 0 2 15,-5-1 1-15,8-7-3 16,1 2-1-16,4-1 0 0,6-2-3 15,4-9 0-15,4 5-1 16,9-6-1-16,6-3 0 16,4-3-1-16,10-5-1 15,7-2 0-15,11-3-1 0,4 0 0 16,8-6-1-16,4 5-1 16,4-3 0-16,8-1 0 15,-7 5-1-15,4 1-1 16,-6 4 0-16,-8 4-1 0,-4 1 1 15,-9 2 0-15,-14 6-1 16,-9 1 1-16,-10 4 0 16,-15 2 1-16,-11 3 0 0,-7 2 0 15,-7 2 0-15,-10 3 0 16,0 0-1-16,0 0 1 16,0 0-1-16,0 0-1 15,-5-3 0-15,5 3-1 0,-12 0 0 16,12 0-1-16,-10 3-1 15,10-3-2-15,-12 3-2 16,12-3-5-16,-12 3-5 16,12-3-9-16,-11 8-38 15,11-8-16-15</inkml:trace>
  <inkml:trace contextRef="#ctx0" brushRef="#br3" timeOffset="-44948.23">24220 3959 356 0,'0'0'7'0,"0"0"4"0,0 0 2 0,-6-3 0 16,6 3 0-16,-7-3 1 16,7 3 0-16,-10 0-1 15,10 0-6-15,-9 10-3 16,1 0-3-16,3 1-1 0,2 0 1 16,3 0-2-16,0 3 1 15,5-2 1-15,2 1-1 16,6-5 1-16,2-4 2 15,3-1-1-15,2-3 2 16,-3-3 1-16,3-9 1 0,-3 2 0 16,-4-8 0-16,-1 2 1 15,-7-1-3-15,-3-6-4 16,-2 3 0-16,-10 0 0 0,-2 3 0 16,-8 5 0-16,-5 7 0 15,-2 5 0-15,-1 0 0 16,2 11 0-16,1 7 0 15,0 2 0-15,7 3 0 16,6 2 0-16,7-6 0 16,5 6 0-16,7-8 0 0,8 1 0 15,6-8 0-15,8-1 0 16,3-6 0-16,-2-3 0 0,2-3 0 16,-2-9 0-16,-5-1 0 15,-2-4 0-15,-11-6 0 16,-3 1 0-16,-9 0 0 15,0-3 0-15,-12 5 0 0,-8 6 0 16,-2 4 0-16,-5 8 0 16,-6 7 0-16,-1 4-32 15,7 11-52-15,-3 10-4 16</inkml:trace>
  <inkml:trace contextRef="#ctx0" brushRef="#br3" timeOffset="-41615.11">22425 4657 22 0,'0'0'2'0,"0"0"4"0,0 0 3 15,0 0 3-15,-12-4 2 16,12 4 4-16,-7-4 1 15,7 4 1-15,-10 0-1 16,10 0-4-16,-12 4-4 0,12-4-1 16,-10 1-3-16,10-1-4 15,-11 5-1-15,11-5-1 0,-7 2-1 16,7-2 2-16,0 0 2 16,0 0 4-16,-10 8 4 15,10-8 5-15,0 0 3 16,0 0 0-16,0 0 2 0,0 0-2 15,0 0 0-15,0 0-5 16,0 0-3-16,0 0-3 16,0 0-3-16,0 0 0 15,0 0-2-15,8-2-1 16,-8 2 1-16,18-14-1 0,-6 3 1 16,2-2 0-16,6-1 0 15,0-3 1-15,0-1-1 16,5-3 1-16,2-3 0 15,1 0-1-15,-3-1 2 16,7 0-3-16,-2-2 1 0,0 0 0 16,-1-1-1-16,6 2 1 15,-3-4-2-15,3-2 1 0,2 0-1 16,0 1-1-16,1-1 1 16,2 0-1-16,-3-3 0 15,0 2-1-15,3 2 1 16,-3 1-1-16,-4-2 1 15,1 5-1-15,-2-3 2 0,1 2-1 16,-3 2 1-16,2-4 0 16,-5 3 0-16,3 2 1 15,-2-3-1-15,1-2 1 16,-1 4-1-16,-1-4 0 0,3 2-1 16,-6-1 1-16,8-1 1 15,-7 3-1-15,3 2 0 16,-3 0 0-16,-2 6 0 15,-4-2 1-15,-4 6 0 0,-3 4-3 16,-5 4 0-16,-7 7 0 16,13-13 0-16,-13 13 0 15,0 0 0-15,0 0 0 0,0 0 0 16,0 0 0-16,0 0 0 16,0 0 0-16,0 0 0 15,0 0 0-15,0 6 0 16,0-6 0-16,-2 16-3 15,0-4-23-15,-1 0-57 0,-1 3-2 16</inkml:trace>
  <inkml:trace contextRef="#ctx0" brushRef="#br3" timeOffset="-40713.77">23444 4246 361 0,'0'0'5'15,"0"0"2"-15,0 0 0 16,0 0 2-16,8 0-1 0,-8 0 1 16,10 2 1-16,-10-2-1 15,14 8-3-15,-3 2-2 16,-1 0 0-16,-1 2-2 16,4 5 1-16,2 3-2 0,-2 0 1 15,-1 5-1-15,-5 1 1 16,1 2-1-16,-3 2 0 15,0 0 0-15,-5-1 1 0,-3 0-1 16,-2 2 0-16,-5-6 1 16,-2 2-1-16,0-5 1 15,-6 0-1-15,3-2 0 16,3-7-1-16,2-1 1 16,-1-3 0-16,11-9-1 15,-12 16 0-15,12-16 1 0,0 0-1 16,0 0 1-16,-9 8-2 15,9-8-1-15,0 0-3 16,0 0-7-16,0-11-12 16,0 11-55-16,0-14-2 0</inkml:trace>
  <inkml:trace contextRef="#ctx0" brushRef="#br3" timeOffset="-40182.11">23462 4348 346 0,'0'0'8'0,"0"0"3"0,0-8 3 16,0 8 1-16,0 0 0 0,-7-12 0 15,7 12 0-15,0 0-1 16,0 0-7-16,-11 0-3 16,11 0-3-16,-10 8 0 15,8 4-1-15,0 0 0 0,-6-1-1 16,0 7 1-16,1-3 0 16,0-2 1-16,2-3-1 15,3-1 0-15,2-9 1 0,-11 12-1 16,11-12 2-16,0 0 0 15,0 0 1-15,0 0 0 16,6-12 1-16,-1 0 0 16,-1-3 0-16,6-2 0 0,1-4 0 15,-2 3-1-15,-2-3 1 16,3 2-1-16,1 1-1 16,-2 7 0-16,-4-3-2 15,2 4 0-15,-7 10 0 16,13-4 0-16,-13 4 0 0,15 3 0 15,-10 8 0-15,8-1 0 16,-1 2 0-16,1 6 0 16,1-3 0-16,4 2 0 0,-1-5 0 15,1 1-6-15,4-1-21 16,8-5-55-16,-13-4-4 16</inkml:trace>
  <inkml:trace contextRef="#ctx0" brushRef="#br3" timeOffset="-39063.96">23276 3871 263 0,'0'0'7'0,"0"0"6"15,-8-4 3-15,8 4 1 16,0 0 2-16,0 0 0 15,-4-10 1-15,4 10 1 0,9-3-8 16,1 3-4-16,5 0-3 16,0 8-1-16,7-1-2 15,3 3 0-15,3 3 1 0,2 4-2 16,-2 0 0-16,6 3-1 16,0 2 0-16,1 2-1 15,0 4 1-15,-3 5 0 16,0-4-1-16,-2 6 1 15,-5 2-1-15,0 0 1 16,-3 3-1-16,-4-1 0 0,-4 4 0 16,1-3 0-16,-5-1 0 15,0 1 0-15,-7 0 0 0,-1-3 0 16,-2-4 1-16,-2 1 0 16,-4-5-1-16,-3-2 1 15,1-2 0-15,-5-3 0 16,4-2-1-16,-3-3 1 0,1-1 0 15,2-5 0-15,-1-1-1 16,10-10 0-16,-16 13-2 16,16-13-2-16,-9 7-7 15,9-7-9-15,-7 3-31 0,7-3-29 16,0 0-3-16</inkml:trace>
  <inkml:trace contextRef="#ctx0" brushRef="#br3" timeOffset="-38414.88">23264 3832 359 0,'0'0'6'0,"0"0"3"0,0 0 1 16,0 0-1-16,0 0 0 15,0 0 0-15,0 0 0 16,0 7 1-16,0 8-6 0,0 0-2 16,2 5-2-16,0 0 2 15,-2 3-2-15,0-2 1 16,3-1-1-16,-3-1 1 16,0-1-1-16,0-2 0 0,0-4 1 15,0-2 0-15,0-10 2 16,2 15 0-16,-2-15 1 15,0 0 0-15,0 0 0 0,3-10 1 16,1-1-1-16,1-3 0 16,-2-4 0-16,-1 0-1 15,0-1-1-15,4-3 0 16,-3-1 1-16,-1 2-1 0,-2 1 0 16,0 2 1-16,2 1-1 15,-2 3 1-15,0 0-1 16,0 3 0-16,0 11 0 15,5-13-1-15,-5 13 1 0,0 0-2 16,12-5 3-16,-12 5-3 16,20 5 0-16,-4 5 0 15,1 0 0-15,5 5 0 16,8 2 0-16,-2 0-3 16,9 6-20-16,15 1-59 15,-17-8-3-15</inkml:trace>
  <inkml:trace contextRef="#ctx0" brushRef="#br3" timeOffset="-36648.35">23743 3357 388 0,'0'0'7'15,"0"0"3"-15,0 0 3 16,0-9 1-16,0 9 1 0,0 0 2 16,-5-11-1-16,5 11 1 15,0 0-7-15,-16-3-6 16,16 3-4-16,-17 8 0 16,6 2 0-16,2 2 0 15,4 2 0-15,1 2 0 0,4-1 0 16,0-1 0-16,4-2 0 15,8-4 0-15,4-3 0 16,2-2 0-16,-1-3 0 16,3-8 0-16,-6 0 0 0,2-4 0 15,-7-2 0-15,-2-1 0 16,-7-3 0-16,0 1 0 16,-4 2 0-16,-6-2 0 0,-3 7 0 15,-4 2 0-15,-2 3 0 16,1 5 0-16,0 8 0 15,0 1 0-15,4 7 0 16,7 1 0-16,-1-2 0 0,5 0 0 16,6-1 0-16,5-3 0 15,6-7 0-15,4-1 0 16,5-3 0-16,1-3 0 16,1-7 0-16,-3-2 0 15,-5-3 0-15,-1 1 0 0,-7-2 0 16,-4-1 0-16,-5 2 0 15,-5 0 0-15,-4 5 0 16,-9 6 0-16,1-2 0 0,-3 6 0 16,3 0 0-16,-6 6 0 15,8 4 0-15,0 2 0 16,4-2 0-16,5 0 0 16,6 0 0-16,0-10-15 0,0 0-45 15,13 9-28-15,-6-7 0 16</inkml:trace>
  <inkml:trace contextRef="#ctx0" brushRef="#br3" timeOffset="-36214.02">23705 3121 440 0,'0'0'4'0,"-11"-5"1"0,5 0 2 16,-6 2 1-16,-6 2 1 0,-1 1-1 15,-6 1 1-15,2 10-1 16,-2 8-2-16,6 9-3 16,1 7-2-16,1-1 0 0,11 10 1 15,4 1-2-15,4-3 0 16,11 3 0-16,10-8-2 15,-2-5 2-15,12-5 0 16,5-7 0-16,6-8 0 16,-2-6 0-16,3-6 2 15,-3-10-2-15,-2-8 0 0,0-1 0 16,-10-11 0-16,-5-3 0 16,-11-6 0-16,-9-9 0 0,-5 2 0 15,-10-4 0-15,-10 3 0 16,-7 3 0-16,-5 11 0 15,-6 3 0-15,1 19 0 16,0 11 0-16,-3 17 0 16,3 7 0-16,-10 11-78 0,59 9-9 15</inkml:trace>
  <inkml:trace contextRef="#ctx0" brushRef="#br3" timeOffset="-16798.28">7823 13327 345 0,'0'0'0'0,"13"-5"-1"15,4 5 0-15,13-2 0 16,9 0 0-16,26-1 1 0,17 0-1 16,23-1 1-16,16 1 0 15,23-2 1-15,20 2 0 16,20-4 0-16,15 0 0 15,10-1 0-15,0-2 0 16,21-2-1-16,7 2 1 16,3-5 1-16,9 3 0 0,2-3 2 15,10 0 0-15,5-2 2 16,7-3-1-16,1 3 2 16,9-3 0-16,-3-2-1 0,8-2-1 15,1 3 0-15,-6-4-2 16,5 2 0-16,-7 4-1 15,-5-3-1-15,-13-3 0 0,-9 5-1 16,-16 0 0-16,-18 3 1 16,-7 2-1-16,-22 0 0 15,-12 3 0-15,-15 2 0 16,-15 0 0-16,-11 3 1 0,-10-1-1 16,-13 1 1-16,-7 0-1 15,-13-1 1-15,-19 3-1 16,-11 0 1-16,-13 0 0 15,-15 0 1-15,-9 3 2 16,-13-1-1-16,-5 3 1 0,-10 0 0 16,0 0 1-16,0 0-3 15,0 0 0-15,0 0-1 16,0 0-2-16,0 0-1 16,0 0 1-16,5 10 0 0,-5 0 1 15,0 7-2-15,0 4 2 16,-3 12 2-16,1 12-2 15,-6 17 2-15,1 23 2 0,-6 29 1 16,-1 36 1-16,-4 86 1 16,-1-1 0-16,-6 45-1 15,-7 36-4-15,1 39-23 16,-3 37-43-16,7-171-17 16</inkml:trace>
  <inkml:trace contextRef="#ctx0" brushRef="#br3" timeOffset="-11797.6">2011 17177 11 0,'0'0'0'0,"-3"-8"2"0,3 8 4 0,-2-20 2 16,-3 8 6-16,-3-5 6 0,-1-5 7 15,-1-1 7-15,-2 2 7 16,-1-2 3-16,-2 0 2 16,6 7-2-16,-4 0-7 15,3 4-6-15,10 12-6 0,-5-10-7 16,5 10-7-16,0 0-5 16,3 10-4-16,11 5 0 15,9-1 0-15,9 4 2 16,13 4 0-16,7-1 2 15,17-2 0-15,11 0 1 0,14 1-1 16,14-5-1-16,8-2 0 16,19 2 0-16,10-5 0 15,18-2 1-15,12 0-1 0,15 0 0 16,13-3-1-16,16-2 1 16,10-1-3-16,14-2-2 15,11 0 0-15,14 0 0 16,5-5 0-16,16 0 0 0,3-3 0 15,7 4 0 1,46-6 0-16,-35 5 0 0,7-2 0 16,8 0 0-16,-2 1 0 15,5 1 0-15,2-2 0 16,3 4 0-16,-45 1 0 0,38 0 0 16,-8 2 0-16,-15 0 0 15,-2 2 0-15,-25 3 0 16,-9 2 0-16,-23 1 0 15,-15-1 0-15,-28-3 0 0,-17 7 0 16,-25-1 0-16,-24-6 0 16,-27 4 0-16,-28-3 0 15,-18-2 0-15,-22-3 0 0,-23 2 0 16,-21 8-49-16,-23-13-40 16,-49 3-2-16</inkml:trace>
  <inkml:trace contextRef="#ctx0" brushRef="#br3" timeOffset="-11178.57">2496 17261 460 0,'0'0'-10'0,"0"0"-2"0,0-7-1 16,4 4 3-16,14 3-1 16,10 0 1-16,-7 0-1 15,7 0-2-15,7 3 12 0,15-1 5 16,9 5-1-16,13-2 1 15,10 3 3-15,17-1 1 16,14 1 2-16,18-3 0 16,13 3 2-16,20-1-1 15,20-5-1-15,23 5-2 0,11-4-1 16,28-3-1-16,15 3-1 16,30-3 0-16,4 0 0 15,-118-3 0-15,458-7 1 16,12-2 0-16,-24-3 0 0,-27 0-2 15,-38 3-4-15,-49-5 0 16,-59 4 0-16,-116 3 0 16,-12 0 0-16,-30 3 0 15,-18-1 0-15,-31 6 0 16,-24-1 0-16,-33 3 0 0,-37 8-75 16,-32-3-12-16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20:57.184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11225 8618 414 0,'0'0'4'0,"0"0"2"0,0 0 1 16,0 0 1-16,-14 10 1 16,8 0 1-16,-1 2 1 15,-2 3 1-15,5 0-3 0,-1 2-1 16,2 1-1-16,3-1-1 15,8-6-6-15,12-10 0 16,19-13 0-16,36-35 0 16,41-37 0-16,76-57 0 0,92-53 0 15,125-46 0-15</inkml:trace>
  <inkml:trace contextRef="#ctx0" brushRef="#br0" timeOffset="1841.05">17518 12203 326 0,'0'0'2'0,"0"0"4"16,0 0 2-16,-9 0-1 0,9 0 2 16,0 0 4-16,-8 9 2 15,8-9 0-15,0 21-1 16,0-14-2-16,2 8 1 16,4-5 2-16,8 2 2 0,9-7-1 15,12-5 2-15,24-24-13 16,40-31-5-16,63-40 0 15,86-38 0-15,90-48 0 16,116-45 0-16</inkml:trace>
  <inkml:trace contextRef="#ctx0" brushRef="#br0" timeOffset="3408.61">23914 15987 383 0,'0'0'2'15,"0"0"1"-15,0 0 3 0,0 0 3 16,-5 18 3 0,2-5 2-16,1 4 2 0,-3 4 1 15,3 3 0-15,2-2-1 16,4-2 0-16,12-11-16 15,14-11 0-15,27-28 0 0,33-29 0 16,68-30 0-16,78-38 0 16,102-18 0-16,67-18 0 15,164-41-82-15</inkml:trace>
  <inkml:trace contextRef="#ctx0" brushRef="#br0" timeOffset="11141.07">19059 5514 366 0,'0'0'7'0,"-7"0"-1"0,7 0 1 15,-11-3-1-15,11 3 0 16,0 0 2-16,0 8 2 0,8 0 0 15,22-1-3-15,19 0-2 16,29-1 2-16,21 1 1 16,32-5-1-16,28-2-2 15,31 0-1-15,20-2-1 16,19-4 0-16,10 5 0 16,7-5 0-16,-3 4 1 0,-7 2-1 15,-15 0 1-15,-19 0 1 16,-21 0-1-16,-24 2 0 15,-31 1-1-15,-31 0 0 0,-24-3-3 16,-24 1 0-16,-18-1 0 16,-29 0 0-16,0 0-7 15,-29 11-20-15,-13-9-55 0,-14 1-4 16</inkml:trace>
  <inkml:trace contextRef="#ctx0" brushRef="#br0" timeOffset="12194.02">4218 6666 378 0,'0'0'3'0,"0"0"3"16,0 0-1-16,0 0 1 0,0 0 0 15,0 0 1-15,0 0 2 16,0 0 0-16,12 2 0 15,5 1-1-15,6-1-1 16,9 1 0-16,17-1 0 0,14 1 0 16,12-3-2-16,19 0-1 15,12 0-1-15,7-3-1 16,13-2 0-16,6-2 0 16,2-3 1-16,7 1 0 0,-3-4 1 15,-5 2-1-15,5-1 1 16,-9 0-2-16,-5 2-2 15,-7-2 0-15,-14 2 0 0,-13 0 0 16,-15 3 0-16,-13 1 0 16,-17 4 0-16,-15-4 0 15,-11 6 0-15,-8 0 0 16,-11 0 0-16,0 0 0 0,-9 0 0 16,-3 0 0-16,0 0 0 15,-1 6-73-15,-3-1-16 16</inkml:trace>
  <inkml:trace contextRef="#ctx0" brushRef="#br0" timeOffset="12791.22">7868 6817 380 0,'0'0'3'0,"0"0"-1"0,0 0-1 16,0 0 1-16,12 2 2 15,11 7 2-15,19 2 1 0,20 4 0 16,30 3 0-16,30 2 1 16,39-6 0-16,36 2 0 15,31-4-4-15,30-10-3 16,61-2-9-16,-14 0-19 0,3-8-49 16,20-2-3-16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27:06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19777 14125 493 0,'0'0'0'16,"-10"-15"-1"-16,5 5 0 0,-8 0-1 15,1 0-1-15,-14-2 0 16,-3 5 0-16,-15-1 0 16,-8 8 0-16,-13 0 1 0,-17 8 0 15,-15-1 1-15,-20 8 0 16,-14-1-1-16,-22 1 1 15,-10 3 0-15,-22-1 0 16,-13 1 0-16,-10 0 0 0,-14 3 1 16,-6-3 1-16,-11-1-1 15,-2 5 1-15,-2-5 0 16,5 3-1-16,4-2 1 16,8 2 0-16,12-3 0 0,8-2 0 15,17 2-1-15,16-2 1 16,15 0 0-16,22-3 0 15,19 1 0-15,20-1-1 16,17 0 0-16,22 6 0 16,12 2 0-16,19 5-1 0,4 4 1 15,16 8 0-15,5 13-1 16,2 9 1-16,0 13 1 16,4 12-1-16,1 16 1 0,1 13 1 15,-4 16 0 1,1 7-1-16,-1 8 2 0,1 5-1 15,-3 7-1-15,0 0 1 16,-3 2-3-16,-4-2 2 0,-1-5 0 16,1-2 0-16,-8-3 0 15,5-74-1-15,2 7 0 16,-1-2 0-16,-4 2 2 16,1-1-2-16,-4 3 0 15,2-6-1-15,-4 3-1 0,6-8 1 16,0 2-1-16,-3-10-1 15,3 5 1-15,-2-10-1 16,2 0-1-16,3-6 1 16,1-1 2-16,0-8 0 15,8-42 0-15,-4 35 0 16,0-3 1-16,4-10 0 0,4 1 0 16,-4-23 0-16,25 20 0 15,-4-1 0-15,6-12-1 16,44 9 1-16,-22-9-2 15,8-2 1-15,10 0-2 16,11 3 1-16,9-4 0 16,10 1 0-16,12 3 1 15,8-1 0-15,14 6 0 0,11-6 0 16,10 3 2-16,9 0 0 16,8 0 1-16,13 0-1 15,9 0 0-15,10 0 0 16,8-3 1-16,12-3 0 15,8 2-1-15,6-1 0 0,9-3 0 16,12 2 0 0,2-4 0-16,13 0-1 0,5-4 0 15,3-3-1-15,6 1 0 16,5-2 0-16,-1-3-1 16,-1 1 1-16,0-5-1 15,-6 3 0-15,-2 2 1 16,-9-2 2-16,-6-4 0 15,-9 7 0-15,-12-3 0 16,-10-1 0-16,-13 1-1 16,-17 2 0-16,-11-3 0 0,-18 3-2 15,-14-2 1-15,-17 2-1 16,-12-1 1-16,-20 0 1 16,-15 1 1-16,-19 0 1 15,-11 0 1-15,-12-1 1 0,-15-3-1 16,-10 0 2-16,-8 0-1 15,-9-2 0-15,-8 3-1 16,-5-3-1-16,-7-2-1 16,-6-2 0-16,-2 0-1 0,-2 0-2 15,-1-7 1-15,-1 0 0 16,1-3-1-16,3-5 0 16,8 8 2-16,-20-60 1 15,4-7 1-15,8-7-1 16,3-16 0-16,2-7 1 0,8-7 0 15,2 0 0-15,4 7-1 16,8-2 0-16,-1-8-1 16,6-3 1-16,-2-3 1 0,9-2-1 15,-1 4 0-15,2-4-1 16,0 8 1-16,0 1 0 16,1 7-1-16,-3 6 1 15,5 4 0-15,-9 10-1 16,1 9 1-16,0 8-1 0,-2 4 0 15,-4 11 0-15,4 8 0 16,-6 5-1-16,0 12 1 16,-3 7-1-16,-2 5 1 15,-2 7-1-15,-5 9 1 0,0 3 0 16,0 3 0-16,-8 2 0 16,-5 3 0-16,-1 5 0 15,-6 0 0-15,0 3 1 16,-9-3-1-16,-6 3 1 0,-10-1-1 15,-8 1 0-15,-11-1 1 16,-13-1-1-16,-15-2 1 16,-18-1-1-16,-14-3 0 0,-17 0 0 15,-15-2 0-15,-23-6 1 16,-12-2-1-16,-18-2 1 16,-18-3-1-16,-17-1 0 15,-14-5 1-15,-25 5 0 16,-11-2 0-16,-21 3-1 0,-5 3 0 15,-15 7-1-15,-9-2-11 16,-16 12-70-16,25 2-1 16</inkml:trace>
  <inkml:trace contextRef="#ctx0" brushRef="#br0" timeOffset="22449.89">18433 15533 375 0,'0'0'5'15,"0"0"4"-15,0 0 2 0,0 0 2 16,0 0 1-16,0 0 1 16,0 0 1-16,0 0 3 15,24 4-4-15,21 0-1 16,32-1-9-16,33 0-5 16,46-1 0-16,38-2 0 0,52 9 0 15,21-9-82-15,22-11-6 16</inkml:trace>
  <inkml:trace contextRef="#ctx0" brushRef="#br0" timeOffset="23115.62">20468 15589 462 0,'0'0'1'0,"0"0"-1"16,-11-7 1-16,11 7 2 15,0 0 0-15,-7-13 2 16,7 13 2-16,0-11 1 16,16 7 0-16,16 2 2 15,25-3-7-15,24-1-3 0,39 6 0 16,34-1 0-16,42 1 0 15,26 0 0-15,33 0-85 16,19-3-3-16</inkml:trace>
  <inkml:trace contextRef="#ctx0" brushRef="#br0" timeOffset="23683.42">18291 16459 511 0,'0'0'0'0,"0"0"0"16,0 0 0-16,0 0 0 16,28-8 0-16,13-1 0 15,30-4 0-15,33-4 0 0,34-1 0 16,41 3 0-16,28-5 0 16,34-12-68-16,17 20-20 15</inkml:trace>
  <inkml:trace contextRef="#ctx0" brushRef="#br0" timeOffset="24166.01">20393 16498 511 0,'0'0'0'0,"0"0"0"0,0 0 0 16,0 0 0-16,35-7 0 0,24-1 0 16,24 4 0-16,36-2 0 15,30-4 0-15,42 3-29 16,21 2-58-16,18 0-3 16</inkml:trace>
  <inkml:trace contextRef="#ctx0" brushRef="#br0" timeOffset="25048.91">22908 14719 440 0,'0'0'1'0,"-16"-3"-1"15,2 3 0-15,-9 13-1 0,-7 12 1 16,-7 10-1-16,-13 14 0 15,-4 23 1-15,-10 17 0 16,-6 20 0-16,3 18 0 16,0 4 2-16,7 8 0 15,8 2 3-15,12-2 0 0,17-6 0 16,21-6-2-16,13-11 1 16,27-12-1-16,18-10-4 15,16-10-2-15,15-15-2 16,12-13-2-16,7-18-1 0,2-13 3 15,6-19-2-15,-5-12 3 16,-4-23 3-16,-6-21 3 16,-14-16 1-16,-11-21 1 15,-9-17 1-15,-10-14 1 0,-11-14 1 16,-12-11-1-16,-9-9 0 16,-10 4 1-16,-13 1 1 15,0 8 0-15,-20 13 0 16,-10 13-1-16,-12 16-1 0,-13 22-4 15,-7 24-2-15,-11 18 0 16,-11 28 0-16,-8 16 0 16,-13 34 0-16,-3 26 0 15,-7 29 0-15,-7 19-21 0,-14 26-63 16,24 13-3-16</inkml:trace>
  <inkml:trace contextRef="#ctx0" brushRef="#br0" timeOffset="25782.96">21225 16647 434 0,'-12'-7'4'0,"-10"-2"-2"16,-13-3 2-16,-12-1-1 16,-21 0 0-16,-15-3 1 0,-22 1-1 15,-22 1 1-15,-14 3-3 16,-13 11 0-16,-11 0 1 15,-8 11-1-15,-4 9 0 16,1 7 0-16,1 9 0 0,9 9 0 16,12 10 0-16,18 7-1 15,19 7 1-15,25 3-1 16,55-32 0-16,1 7 0 16,17-3-1-16,1 9 0 0,18-2-1 15,0 6 0-15,23-4-1 16,7 5 0-16,14-3 2 15,10 2-1-15,22-7 1 16,14-1 0-16,14-4 1 0,13-5 0 16,16-11 2-16,14-4-1 15,12-13 2-15,10-12 1 16,109-22 0-16,75-47 0 16,-8-30 0-16,-27-25 0 15,-42-10 0-15,-60-7 1 0,-54 15-1 16,-63 16 1-16,-64 29-2 15,-35 19 0-15,-49 15-1 16,-40 12 2-16,-46 10-4 16,-34 13-2-16,-33 12-7 0,-30 11-19 15,-17 15-56-15,-5 4-2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33:12.0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11060 10800 410 0,'9'-4'0'0,"12"-3"1"0,22-6-1 15,17-2 0-15,21-5 1 16,22-2 1-16,33-8 1 15,20-5 0-15,31 0 1 0,9 1 0 16,28-2-1-16,6-5 0 16,27 9 1-16,6 0-3 15,10 7 0-15,6 7-1 0,-4 11 1 16,6 7 0-16,-7 13-1 16,-8 17 1-16,-15 9 0 15,-8 16-1-15,-12 9 0 16,-10 15 0-16,-10 8-1 0,-7 7 1 15,-15 8 0-15,-5 5-1 16,-7 4 0-16,-9 3-1 16,-14 2-1-16,-14 7 0 15,-16-1 0-15,-20 2-2 0,-17 2-1 16,-20 3 1-16,-28 3 1 16,-16-4 1-16,-23 1 0 15,-25-6 2-15,-19 2-1 16,-23-4 2-16,-16-10 0 0,-18-6 0 15,-17-6 0-15,-10-5 1 16,-17-10 0-16,-6 1-1 16,-10-14-1-16,-14-2 0 15,-9 1-2-15,-12-8 0 16,-8-2-3-16,-12-4 0 0,-10-6-1 16,-12-1 3-16,-8-7 1 15,-10-4 0-15,-3-4 2 16,-6-6 4-16,-4-4 0 0,-4-6 0 15,4-8 0-15,-1-8-2 16,1-4-1-16,11-16-3 16,3-8-7-16,10 1-50 0,7-36-12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21:56.43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5492 5442 137 0,'0'0'3'15,"0"0"1"-15,7-2 3 16,-7 2 4-16,13-4 3 16,-3 4 3-16,5-1 2 0,0 1 0 15,2-3 1-15,4 1-2 16,3 0-2-16,1-1-3 15,2 3-3-15,5-2-2 16,3 2 0-16,2-3-2 0,1 3-2 16,4 0 0-16,-2 0 0 15,5 0-1-15,-4 0 1 16,-1 0-2-16,5 0 1 16,-5 3 0-16,5-3-1 15,-5 2 1-15,6-2 0 0,0 0 0 16,4 0 0-16,-2 0-1 15,3 0-1-15,0-2 1 0,2-1 0 16,3 0-1-16,2 1-1 16,-3-3 1-16,5 2 2 15,-4-4-3-15,4 5 1 16,2-6-2-16,-2 3 1 16,-1-2 0-16,1 5-2 0,0-7 2 15,-5 8-2-15,4-2 2 16,-1 0 0-16,-3 2 1 15,1-2-1-15,4 0 1 16,-6-2 1-16,4 3-2 0,-3-3 1 16,2 0 0-16,-6 0 0 15,7 0-1-15,-3 0 2 16,0 0-2-16,-2 0 1 16,2 3 0-16,0-4 0 0,0 4-1 15,-1-1 1-15,1 3 0 16,-5-2-1-16,2-1 0 15,-5 3 0-15,1 0 1 16,-2 0-1-16,0 0 0 0,-4-2 1 16,2 2-1-16,-4 0 0 15,-3 0 1-15,5 0-1 16,1 0 0-16,-3 2 0 16,-1-2 1-16,-1 3-1 0,4-1 0 15,-5-2 0-15,2 0 1 16,2 3-1-16,-4-3 0 15,0 2 0-15,0-2 1 16,1 0-1-16,-3 3 0 16,0 0 0-16,-1-1 0 0,1 0 0 15,2 3 0-15,-5-2 0 16,6-1 0-16,-6 3 0 16,2 1 1-16,2-2-1 0,-4 0 0 15,-2 0 0-15,-3 1 1 16,-2 0-1-16,-5-1 0 15,0 2 0-15,-6 1 1 16,-1-2-6-16,-13-5-4 0,12 14-17 16,-7-3-44-16,-5-11-3 15</inkml:trace>
  <inkml:trace contextRef="#ctx0" brushRef="#br0" timeOffset="1599.83">9637 5432 219 0,'0'0'3'0,"0"0"3"16,9-2 1-16,2 2 2 15,1 0 2-15,4-2 1 16,0 2 1-16,9 0-1 16,-2 0 0-16,1 0-3 15,3 0-1-15,8 0-2 0,1 0-2 16,-2 0 0-16,11 0 0 16,-2 0-1-16,5 0 0 15,5 0 0-15,2-3 0 0,-1 3 0 16,6-2 0-16,-1-1 0 15,1 0-1-15,-1 1-1 16,1 2 1-16,-5-2-2 16,5 2 1-16,-3-3 1 0,1 3-1 15,0-5-2-15,-3 5 2 16,2 0 0-16,-2 0 0 16,5 0-1-16,-5 0 0 15,-6 0 1-15,8 0-1 0,-4 5 2 16,2-5-2-16,3 0 1 15,0 0 0-15,-1 0-1 16,0 0 1-16,1 0 0 16,-1 0 0-16,-2 0-1 0,-1 0 1 15,-2 0 0-15,5-3 1 16,-5 1-4-16,3 0 2 16,-3-3 0-16,3 2 0 0,2-2 2 15,3 3-4-15,-4-1 2 16,4 2 0-16,-4 1 2 15,5-4-1-15,-1 4-1 16,2-2-1-16,2 2 1 0,-1-2 0 16,1-4 0-16,-2 3-2 15,0-1 2-15,3 4 0 16,0-3 0-16,-3 2 0 16,0 1 2-16,1 0-2 15,3 0 1-15,-3 0-1 0,1 0 1 16,1 1-1-16,-3 2 0 15,-1 0 0-15,-1-2 1 16,5-1-2-16,-1 3 2 16,-4 0-2-16,2 2 2 0,-2-5 1 15,2 6-1-15,0-2 0 16,2 0 1-16,-6 4-1 16,2-1 1-16,2-1 0 15,-5-4-2-15,5 3 0 16,-2 0 0-16,0-2 0 0,2 1 1 15,-5-1-1-15,5 2 0 16,-2-3 0-16,-2 3 0 0,0 1 1 16,-3-5-1-16,2 5 0 15,0-2 0-15,1 2 1 16,-1-2-1-16,-3 1 1 16,1 0 0-16,-2 0-1 15,3 3 1-15,-4-1 0 0,-1 0 0 16,5-1 0-16,-5 1-1 15,1-2 1-15,2 2-1 16,0-2 1-16,0-2 0 16,-1 0-1-16,2 1 1 0,0-1 0 15,2-1 0-15,-3 3 1 16,1-2-1-16,2-1 1 16,-2 0 0-16,2 1 0 0,1-3 0 15,-2 0 1-15,-1 0-1 16,0 0 1-16,2 0-1 15,-3-3 1-15,3 1-1 16,-2 0 0-16,5 2-1 16,-3-3 1-16,5 3-1 0,-2-2 0 15,1 2 0-15,4 0 0 16,0 0 0-16,-3-3 0 16,5 3 0-16,-5-2 0 15,5 2 0-15,-3 0 1 0,2-3 0 16,1 3 0-16,-5 0 0 15,0 0 0-15,-5 0 0 16,-3-3 0-16,-4 3-1 16,-2-1 1-16,-6 1-1 0,-5 0 0 15,-5 0 0-15,-7 0 0 16,-2 0 1-16,-6 0-1 16,-7 0 1-16,-10 0 0 0,10 0-1 15,-10 0 0-15,0 0-3 16,0 0-3-16,0 0-6 15,-5 0-13-15,-2 0-55 16,-6 1-3-16</inkml:trace>
  <inkml:trace contextRef="#ctx0" brushRef="#br0" timeOffset="2183.66">15610 5606 236 0,'0'0'4'0,"15"0"0"0,0 0 4 0,3 0 3 16,12 0 3-16,7 3 1 15,5-1 2-15,15 0 1 16,0 2-2-16,12 2-2 0,6-1 0 16,9-2-4-16,11 1-1 15,5-4-3-15,9 0-1 16,5 0 0-16,10 0-1 16,3 0 0-16,0-4-1 15,2 1 1-15,-5 0-2 16,-2 3 1-16,-8-2 0 0,-3 2-1 15,-8-2 0-15,-9-2 1 16,-11 3-1-16,-12 1 0 16,-13-3 0-16,-12 3 0 15,-11 0 2-15,-17 0-2 0,-4 0 1 16,-14 0-2-16,0 0-3 16,-14 0-6-16,-6 3-9 15,-10-2-15-15,-12-1-34 0,-8 4-14 16</inkml:trace>
  <inkml:trace contextRef="#ctx0" brushRef="#br0" timeOffset="2566.89">16241 5754 236 0,'0'0'8'0,"22"0"4"0,3-1 2 15,17-3 3-15,16 2 2 0,14-3 3 16,14-1 0-16,22 2 4 16,9-3-7-16,2 4-3 15,5-4-2-15,-4 2-3 0,1 0-2 16,-7 0-2-16,-10 0-1 15,-12 2-2-15,-17-1 0 16,-15 1 0-16,-11 0 0 16,-19 1 1-16,-10 2-1 15,-20 0 0-15,0 0-1 0,-5-2 1 16,-15 2-3-16,-2 0-2 16,-7 0-4-16,-1 2-4 15,-8-2-7-15,3 8-16 16,3-4-49-16,-1-1-2 0</inkml:trace>
  <inkml:trace contextRef="#ctx0" brushRef="#br0" timeOffset="3650.6">18985 5531 262 0,'0'0'7'0,"0"0"5"0,0 0 4 16,0 0 2-16,0 0 3 16,0 0-1-16,-6-9 3 15,6 9 0-15,0 0-9 16,0 0-3-16,0 0-5 0,11-8-1 15,3 8-4-15,6 0 0 16,8 0 0-16,6 0-1 16,15 0 1-16,9 3-1 15,17-1 1-15,10 1 0 16,6-1 0-16,11 1 0 0,7-3 0 16,10 0 1-16,3 0-1 15,9 0 0-15,4-3 0 16,2-2 0-16,7 0-1 0,3 2 0 15,4-4 0-15,1 2 1 16,2 0-1-16,0-3-1 16,-3 1 2-16,-2 0-1 15,-2-1 0-15,-5-2 0 0,-11 6 0 16,-2-4 0-16,-7 2 0 16,-10 2 0-16,-8 0 1 15,-5 1-1-15,-14 3 0 16,-5-2 1-16,-13-1 0 0,-10 0 0 15,-10 3-1-15,-10 0 1 16,-12 0 0-16,-2 0-2 16,-11 0 1-16,-12 0-2 0,0 0-6 15,0 0-6 1,-17 8-22-16,6-3-41 0,-13 0-5 16</inkml:trace>
  <inkml:trace contextRef="#ctx0" brushRef="#br0" timeOffset="4399.87">19328 5688 151 0,'0'0'10'0,"0"0"6"0,0 0 3 16,9 0 4-16,1 0 2 15,0 0 1-15,7 0 2 0,1 0 1 16,12-3-7-16,5 3-2 16,11 0-4-16,9 0-3 15,10 0-2-15,10 0-2 0,16 0-1 16,11 0-2-16,8 0 0 16,14 0-4-16,5 0 0 15,10-3 0-15,8 1-1 16,9 0 1-16,1-3 0 0,10-1 0 15,-1 2 0-15,0 0 0 16,0-2 1-16,-1 1 0 16,-7-1 1-16,-6 2-1 15,-10 0 1-15,-15-5 0 16,-13 5 0-16,-10-1 0 0,-24 0 1 16,-13 0 0-16,-20-3 1 15,-9 3-1-15,-17 3 1 16,-7-1-6-16,-14 3 0 15,0 0 0-15,0 0 0 0,0 0 0 16,-5-4 0-16,-8 4 0 16,3 0 0-16,-5 0 0 15,0 0 0-15,-3 0-10 0,5 0-21 16,1 2-52-16,0 0-4 16</inkml:trace>
  <inkml:trace contextRef="#ctx0" brushRef="#br0" timeOffset="6433.57">3385 6567 223 0,'0'0'5'0,"0"0"-1"0,0 0-1 15,0 5 3-15,0-5-2 16,0 0 1-16,0 12 2 15,0-12 3-15,0 0-2 16,15 10 3-16,-2-7 3 0,7-1 0 16,2 1 1-16,7 2 0 15,8-5-1-15,6 0 0 0,6 0-2 16,4 0-4-16,4 0-1 16,3-3-1-16,7-2 0 15,2 3-1-15,4-6-1 16,3 5 0-16,2-4-1 0,-2 5-1 15,2-6 0-15,1 6-1 16,-2-1 0-16,0 0 0 16,3 2-1-16,-4-2 1 15,4 0 0-15,-3 2 1 0,0-5-2 16,0 1 3-16,3-1-1 16,-6 2 1-16,-1 0-1 15,-2 1 1-15,-4 0-1 16,4 0 1-16,-4 3-2 15,-3-2 0-15,1 2 0 0,-3 0 0 16,2 0 0-16,-2 0-1 16,-2 0 1-16,2 0-1 15,-2 0 1-15,-1 0-1 0,1 0 1 16,0 0-1-16,-3-2 1 16,0 0-1-16,0-1 1 15,2 0-1-15,-1 1 1 16,-3-3 0-16,4 5-1 0,-1-3 1 15,-1 1 0-15,-3-1-1 16,5 1 1-16,-4 0-1 16,3-1 1-16,-3 2-1 15,-6-3 1-15,5 2-1 0,-3-1 0 16,-2 0 1-16,-4 3-1 16,-1-2 0-16,4 2 0 15,-6 0 1-15,3 0-1 16,-3 0 0-16,2 0 0 15,-1 5 1-15,-1-2-1 16,1-1 0-16,-6 3 1 0,2 0-1 16,1-3 0-16,-2 3 0 15,-6-2 0-15,5 0 1 0,0 1-1 16,-1-1 0-16,6 0 0 16,-3 1 0-16,1-2 0 15,1 4 0-15,5-3 0 16,-2 4 1-16,1-6-1 0,2 5 0 15,1-4 1-15,1 1-1 16,1-3 0-16,0 0 0 16,-1 0 1-16,3 0-1 15,1 0 0-15,1 0 0 0,-4-3 0 16,5 1 0-16,-6 0 1 16,-1-2-1-16,-4 4 0 15,1 0 0-15,-8 0 0 16,0 0 0-16,-7 0 0 15,0 0 0-15,-5 6 0 16,0-4 0-16,-5 4 0 0,-5-3 0 16,0 1 0-16,-5-1 0 15,-10-3 0-15,14 1-1 16,-14-1 1-16,0 0-2 0,8 6-3 16,-8-6-7-16,0 0-11 15,0 0-32-15,5 12-25 16,-5-12-4-16</inkml:trace>
  <inkml:trace contextRef="#ctx0" brushRef="#br0" timeOffset="7600.04">10395 6666 235 0,'0'0'7'0,"0"0"2"0,0 0 3 15,7-10-2-15,-7 10 3 16,7-9-1-16,-7 9 0 15,13-4 1-15,2 4-6 0,-1 0-2 16,4 4-2-16,6 5 0 16,5-4 0-16,3 2 0 15,10-2 0-15,8 0 0 0,1 1 0 16,7-2 0-16,4-1 0 16,2-1 0-16,4 3 2 15,6-3-1-15,-2 1 0 16,1 0 1-16,3 0-1 15,4-1-1-15,1 0 1 0,4 2-1 16,2 0 0-16,1-2-1 16,3 0 0-16,6 1-1 15,2-3 1-15,-2 3-1 16,6-3 0-16,-2 0 0 0,6 3-1 16,2-3 1-16,1 0 0 15,-3 0 0-15,7 0-1 16,0 0 1-16,3 0-1 15,5-3 1-15,-3-3-1 16,3 2 1-16,4 0-1 0,3 0 1 16,6 2 0-16,1 0 0 15,2-1 0-15,0 3 0 0,-1 0 0 16,2 3 0-16,-5-1 1 16,-2 0-1-16,-5 2 1 15,-5 0 1-15,-5-2 1 16,-9 3 0-16,-8-5 1 15,0 3 1-15,-14-3-1 0,-1 0 0 16,-10 0 0-16,-8-3-1 16,-10 0 0-16,-3-1-1 15,-14-4 2-15,-7 6 0 16,-12-3 0-16,-3 2 0 0,-8 0 0 16,-10 3 0-16,10 0 0 15,-10 0-5-15,0 0 0 16,0 0 0-16,-10 0-2 15,0-2-8-15,10 2-22 16,-20 5-50-16,3-5-4 0</inkml:trace>
  <inkml:trace contextRef="#ctx0" brushRef="#br0" timeOffset="11016.45">16524 7919 329 0,'0'0'7'16,"0"0"3"-16,0 0 3 16,0 0 2-16,0 0 0 15,0 0 0-15,0 0 0 0,0 0-1 16,0 0-6-16,-4 10-2 15,4 5-3-15,-3 8 1 16,3 4-1-16,-3 7 0 16,3 12 2-16,0 5 0 0,0 9 0 15,0 4 0-15,0 5-2 16,3 3 1-16,0 7-1 16,-3 1 1-16,2 3-1 15,-2 0-1-15,0 3 1 0,2 1-1 16,-2 0 0-16,0 1 0 15,0-2-1-15,0 5 1 16,0-2-2-16,0 6 0 16,0-1 0-16,0-3 0 0,-2 6 0 15,-3-2 0-15,0 3 0 16,0-1 0-16,-2 1 0 16,0-1 0-16,1-1 0 15,1-4 0-15,3 7 0 0,2-5 0 16,0 1 0-16,2 2 0 15,6-4 0-15,2 4 0 16,2 2 0-16,0-2 0 16,-2 2 0-16,2-2 0 0,-3-3 0 15,0-3 0-15,-2-1 0 16,-3-3 0-16,0-6 0 16,2-4 0-16,-4 0 0 0,-2-4 0 15,0-2 0-15,0-2 0 16,0-5 0-16,-5-2 0 15,2 0 0-15,-2-8 0 16,2-2 0-16,-1-2 0 0,-1-3 0 16,0-5 0-16,3-3 0 15,-1-3 0-15,0-3 0 16,-2-2 0-16,3-4 0 16,2-4 0-16,-3-4 0 0,1 3 0 15,-1-7 0-15,3 0 0 16,0-5 0-16,0-10 0 15,-2 15 0-15,2-15 0 16,0 12 0-16,0-12 0 16,0 0 0-16,0 0 0 0,0 0 0 15,0-9-24-15,10-4-64 16,-10-4-2-16</inkml:trace>
  <inkml:trace contextRef="#ctx0" brushRef="#br0" timeOffset="12899.93">16509 12829 192 0,'0'0'11'0,"0"0"5"15,0 0 3-15,0 0 2 16,0-4 4-16,0 4 0 16,0 0 1-16,0 0 0 15,11-3-8-15,-11 3-4 0,17 0-5 16,-5 0-2-16,1 0-3 15,7 3-1-15,2-1-1 16,3 0 0-16,7 1 0 16,5-3-1-16,6 0 0 15,1 0 1-15,6 0-1 0,5 0 1 16,1 0-1-16,7-7 0 16,-1 4 0-16,8-3 0 15,1-1-1-15,1 3 1 0,6-1-1 16,1 0 0-16,3 1 0 15,1 3-1-15,1-5 0 16,0 6 0-16,3-1 0 16,0 1-1-16,0 0 1 0,1 0 0 15,0 0 1-15,-1 0-1 16,0 0 1-16,3 0 0 16,2 0 0-16,0 0-1 0,2 0 0 15,3 0-1-15,-6-3-1 16,13 1 0-16,-3-1 0 15,-2 0 0-15,9 1 0 16,-7-3-1-16,3 2 2 16,1-1 1-16,-1-1-1 0,2 2 0 15,7-4 0-15,-4 3 0 16,0-4 0-16,3 2 1 16,-3-1-1-16,6 0 1 15,4-1 1-15,-2 1 0 0,-6 0 0 16,6-1-1-16,0 3 0 15,-2-3-4-15,1 4 0 16,-2 1-2-16,-4-2 1 0,1 0-1 16,4 2 1-16,-8-1-1 15,-3 1 2-15,0 1 1 16,-4-1 0-16,2 3-1 16,-3-2 0-16,-4 2 0 15,-6 0 0-15,-7 0 1 0,-5-3 0 16,-8 3 1-16,-7-3 0 15,-12 3 5-15,-13 0-2 16,-4 0 2-16,-11 0-1 16,-6 0 1-16,-8 0-2 0,-8 0-3 15,0 0-5-15,0 0-14 16,0 0-26-16,0 0-19 16</inkml:trace>
  <inkml:trace contextRef="#ctx0" brushRef="#br0" timeOffset="13584.05">22922 12460 312 0,'0'0'7'0,"0"0"3"0,0 0 1 0,0 0 1 15,0 0 1-15,0 0 1 16,0 0 2-16,2 12 0 0,-2-12-4 15,9 8-3-15,-9-8 0 16,19 15 0-16,-4-7-1 16,2-2 1-16,8 5-1 15,0-1-1-15,-1 0-2 0,10-3 0 16,-4 0-1-16,2-2-1 16,-7-2-1-16,0 1 0 15,-4-1 0-15,-3 0-1 0,-6-3 0 16,-1 2 0-16,-11-2 0 15,10 5 1-15,-10-5-2 16,0 0 0-16,0 12 0 16,0-12 0-16,-8 18 0 0,-2-6 0 15,3 6 0-15,-10-1 0 16,-1 5 0-16,-5 3 0 16,-4 0 0-16,-1 5 0 15,-4-4 0-15,2 5 0 16,0-7 0-16,9 3 0 0,-4-7-28 15,7-3-56-15,6 1-4 16</inkml:trace>
  <inkml:trace contextRef="#ctx0" brushRef="#br0" timeOffset="15116.83">16484 12802 287 0,'0'0'5'0,"0"0"3"0,0 0-2 15,0 0 1-15,-4 10 1 16,4-10 0-16,-10 13 0 16,10-13 2-16,-20 19-5 15,3-4 0-15,0 3-1 0,-7 7 0 16,0-1 1-16,-8 6-1 15,-4-3-1-15,-3 8 1 16,0-3-1-16,-7 2 0 16,0 1 1-16,-7 3-1 0,-2 1 0 15,-3-2-1-15,0 5 1 16,-6-2-1-16,-2 3-1 16,-1-4 1-16,-2 5-1 15,-3 4 1-15,0-1 0 0,2 0 0 16,1 3-1-16,0-1 1 15,-2 0 0-15,0 0 0 16,4-2 0-16,2 0 0 0,-3 3 0 16,4 0-2-16,-3-3 0 15,2 0 1-15,1 0-1 16,-3 0 0-16,5 0 0 16,0 3-1-16,0-6 1 15,2 3 1-15,0-2 0 0,3-3 0 16,2 3-1-16,4-6 1 15,-4 1-1-15,2 0 1 16,1-1-1-16,-2 4 1 16,-1-10-1-16,2 8 0 0,-4-2 0 15,3-2 1-15,-1 1-1 16,-2 1 0-16,2 1 0 16,0-3 0-16,1-2 0 15,1 2-1-15,4-3 1 0,2-1 0 16,-1-4 0-16,7-1-1 15,-2-1 1-15,6-2 0 16,4-5 0-16,1-1 1 16,2-2-1-16,5 1 0 0,4-5 0 15,0-3 0-15,7-1 1 16,-1-1-1-16,5-3 0 16,10-5 0-16,-13 7 0 15,13-7 0-15,-7 2 0 16,7-2 0-16,0 0 0 0,-10 5-1 15,10-5-1-15,0 0-6 16,0 0-5-16,0 0-9 16,-2-5-38-16,2 5-17 0</inkml:trace>
  <inkml:trace contextRef="#ctx0" brushRef="#br0" timeOffset="15800.03">12914 15104 391 0,'0'0'5'0,"0"0"1"0,0 0 1 0,0 0 0 15,0 0 0-15,-7 2 0 16,2 5 1-16,-2 6-1 16,-1 4-3-16,-5 2-2 15,1 6 0-15,-3 0 1 0,-2 4 0 16,-3 2-1-16,0-1 2 16,-4 0-1-16,3-3 0 15,-1-3 0-15,2-1-2 16,0-3 1-16,2-3-1 0,6-5 0 15,0-5-2-15,12-7 1 16,-13 11 1-16,13-11 0 16,5 2 0-16,6-2 1 15,6 0 1-15,3 0 0 16,2 0 0-16,8 0 0 0,5-5 0 16,2 3 0-16,0-1-1 15,2 0 0-15,0 1 1 16,-2-3 0-16,-3 5-3 0,-9-1 0 15,0 1 0-15,-5-4 0 16,-5 4 0-16,-1 0 0 16,-14 0 0-16,13 0 0 15,-13 0 0-15,0 0 0 0,0 0 0 16,0 0 0-16,0 0-33 16,8 0-50-16,-8 0-4 15</inkml:trace>
  <inkml:trace contextRef="#ctx0" brushRef="#br0" timeOffset="20283.5">16433 7900 392 0,'0'0'5'0,"0"0"1"16,0 0 0-16,0 0 1 15,0 0 0-15,0 0 0 16,-3 11 1-16,-2 0-1 0,0 6-4 16,-2 1-1-16,-1 4 0 15,-7 3 0-15,5 2 0 16,-6-1 0-16,5-1-1 0,-3 0 1 16,0-2-1-16,2-6 0 15,3-3-1-15,1 0 1 16,8-14 1-16,-10 11 1 15,10-11 1-15,0 0 0 16,0-7 2-16,5-4 0 0,0-7 1 16,5-4-1-16,0-3 0 15,4-7-3-15,2-1-3 16,2-4 0-16,1 5 0 16,-4 2 0-16,0 2 0 0,-6 7 0 15,2 3 0-15,-6 6 0 16,-5 12 0-16,7-7 0 15,-7 7 0-15,7 4 0 0,1 11 0 16,4-1 0 0,0 11 0-16,6 0 0 0,4 8 0 15,6-3 0-15,2 7 0 16,-3 9-7-16,8-15-79 16,4-6-2-16</inkml:trace>
  <inkml:trace contextRef="#ctx0" brushRef="#br0" timeOffset="27133.89">23820 12566 420 0,'0'0'3'0,"0"0"1"15,0 0 1-15,0 0 2 16,-3 13 1-16,-7-1 1 16,-2 6 0-16,-8 4 0 15,-5 5-2-15,-5 4-1 16,-5 2-2-16,1 3-1 0,-3-3-1 15,-1 1-1-15,4-5-4 16,4-5-3-16,3 0-6 16,4-5-18-16,11-7-51 0,-4-2-3 15</inkml:trace>
  <inkml:trace contextRef="#ctx0" brushRef="#br0" timeOffset="27350.09">23576 12628 447 0,'0'0'5'16,"0"0"1"-16,0 0 2 15,0 0 1-15,0 0 2 0,0 0-1 16,0-7 0-16,0 7-5 16,0 0-5-16,8 13 0 15,1 6 0-15,7 4 0 16,9 7 0-16,4 3 0 0,9 8 0 15,7-2 0-15,6-1 0 16,-11-1-75-16,17-3-14 16</inkml:trace>
  <inkml:trace contextRef="#ctx0" brushRef="#br0" timeOffset="31750.05">16433 7174 427 0,'0'0'5'15,"0"0"2"-15,0 0 0 16,0 0 0-16,0 0 1 0,0 0-1 16,9 7 1-16,-1 3 0 15,2 0-5-15,5 2-1 16,3 3-1-16,-2 6 1 15,7-4-1-15,-6 0 0 16,3-3-1-16,0 4-3 0,-5-5-6 16,0 1-19-16,4-3-53 15,-10-4-2-15</inkml:trace>
  <inkml:trace contextRef="#ctx0" brushRef="#br0" timeOffset="31967.53">16676 7122 385 0,'0'0'9'0,"0"0"4"16,-2-15 2-16,2 15 2 15,0-13 0-15,0 13 1 16,0 0-1-16,0 0 1 16,-11 10-16-16,7 18-2 0,-1 9 0 15,-5 7 0-15,0 10 0 16,-2 4 0-16,2 3 0 15,-5-3-29-15,3-1-56 0,1-9-4 16</inkml:trace>
  <inkml:trace contextRef="#ctx0" brushRef="#br0" timeOffset="33249.94">12106 15906 401 0,'0'0'5'0,"0"0"2"0,0 0 2 15,0 0 2-15,-9 0 1 16,9 0 0-16,0 0 1 16,0 0-1-16,0 0-4 0,0 0-3 15,0 0-2-15,0 0-2 16,0 0 0-16,9 0-1 15,7 0 0-15,5-2 0 16,7 0 1-16,2-4-1 16,4 2 1-16,9-4-1 0,-6 1 1 15,-1 2-1-15,0-5 0 16,-6 4 0-16,-7 2 0 16,-4 1 0-16,-6 3 1 0,-13 0-1 15,7 7 1-15,-7 5-1 16,-10 1 1-16,-10 5 0 15,-1 6 0-15,-7 4 0 16,-4-3 1-16,-5 4-2 16,-4 1 0-16,4-6 0 0,0 1 0 15,5-3 0-15,5-4 0 16,6-5 0-16,4-3 0 16,9-3 0-16,8-7 0 15,0 0 0-15,11 5 0 0,10-5 0 16,9 0 0-16,8-7 0 15,14 2 0-15,5-5 0 16,16 0 0-16,3-3 0 16,7 5-8-16,6-1-76 0,6-4-2 15</inkml:trace>
  <inkml:trace contextRef="#ctx0" brushRef="#br0" timeOffset="42949.7">16994 12834 310 0,'0'0'8'0,"0"0"5"0,0 0 2 16,7 0 4-16,-7 0 1 16,0 0 1-16,10 5-1 15,-10-5 1-15,0 0-9 0,0 0-4 16,6 15-3-16,-6-7-2 16,0 7-3-16,0 4-2 15,0 4-5-15,0 4-6 16,0 3-16-16,5 2-50 0,-5-3-3 15</inkml:trace>
  <inkml:trace contextRef="#ctx0" brushRef="#br0" timeOffset="43583.72">17546 12819 399 0,'0'0'5'0,"0"0"2"0,0 0 2 0,0 0 2 16,0 0 0-16,0 0 0 15,0 0-1-15,0 0 1 16,9 13-5-16,-9-13-3 0,3 20-1 16,2-6-2-16,-3 6-1 15,4 3-3-15,-4 1-4 16,3 7-11-16,-5 8-49 15,3-14-14-15</inkml:trace>
  <inkml:trace contextRef="#ctx0" brushRef="#br0" timeOffset="44249.94">18064 12780 417 0,'0'0'5'0,"0"0"1"0,0 0 1 15,0 0-1-15,0 0 0 16,0 0 0-16,9 7 0 15,-7 1 0-15,-2 5-4 0,2 4-3 16,3 5-2-16,-2 3-6 16,-1 5-14-16,-2-1-55 15,0 4-2-15</inkml:trace>
  <inkml:trace contextRef="#ctx0" brushRef="#br0" timeOffset="44933.41">18652 12762 356 0,'0'0'5'0,"0"0"3"15,0 0 0-15,0 0 1 16,0 0 0-16,0 0 0 0,-3 10 0 16,3-10 0-16,0 19-4 15,0-2-2-15,0 2 0 16,3 6-2-16,-3 1-2 16,2 5-7-16,3 1-19 0,7-1-47 15,-6 3-4-15</inkml:trace>
  <inkml:trace contextRef="#ctx0" brushRef="#br0" timeOffset="45534.05">19213 12753 407 0,'0'0'5'0,"0"0"3"16,0 0 2-16,0 0-1 15,0 0 0-15,0 0 0 0,0 9-1 16,0 1 1-16,0 2-5 16,0 4-5-16,0 6-2 15,0 3-4-15,0 5-9 16,0 4-36-16,5-6-29 16,-3-1-3-16</inkml:trace>
  <inkml:trace contextRef="#ctx0" brushRef="#br0" timeOffset="46149.98">19717 12750 434 0,'0'0'4'0,"0"0"2"0,0 0 0 0,0 0-1 16,0 0 1-16,0 0-1 15,0 8 1-15,0 2 0 16,0 2-4-16,2 5-2 16,4 2-1-16,-1 6-2 0,2 3-7 15,0-1-10-15,-2-9-53 16,6 9-8-16</inkml:trace>
  <inkml:trace contextRef="#ctx0" brushRef="#br0" timeOffset="46782.93">20222 12711 409 0,'0'0'6'0,"0"0"3"0,0 0 2 15,0 0 1-15,0 0-1 16,7 0 1-16,-7 0-1 16,5 14 1-16,-5 1-6 0,0 5-4 15,2 7-1-15,1 8-5 16,-2 0-8-16,11 6-69 16,-5 2-3-16</inkml:trace>
  <inkml:trace contextRef="#ctx0" brushRef="#br0" timeOffset="50233.57">16557 12396 121 0,'0'0'5'0,"0"0"2"0,0 0 2 16,0 0 4-16,0 0 2 16,0 0 2-16,0 0 0 15,0 0 1-15,0 0-4 16,0 0-3-16,0 0-3 0,0 0 0 16,0 0-1-16,0 0 4 15,10-3 3-15,-10 3 0 16,20-2 2-16,-1 0 0 15,1-4 1-15,10 1-1 0,10 0-5 16,-3-2-17-16,10-10-49 16,8 9-14-16</inkml:trace>
  <inkml:trace contextRef="#ctx0" brushRef="#br0" timeOffset="51066.96">16542 11945 164 0,'0'0'3'0,"0"0"4"15,0 0 3-15,13 0 0 16,-1 0 1-16,3 0 0 0,4 0 3 16,9 0-2-16,4 0-21 15,-5 0-43-15,19-2-3 16</inkml:trace>
  <inkml:trace contextRef="#ctx0" brushRef="#br0" timeOffset="51816.96">16937 11914 253 0,'0'0'4'15,"0"0"2"-15,9 0 1 16,-9 0 2-16,11 0 1 16,-11 0 0-16,22 0 1 0,-7 0-3 15,0 0-11-15,5 1-30 16,-2-1-29-16,9 0-6 15</inkml:trace>
  <inkml:trace contextRef="#ctx0" brushRef="#br0" timeOffset="51967.01">17501 11914 85 0,'0'0'2'0,"0"0"-8"15,0 0-21-15,10 0-11 16</inkml:trace>
  <inkml:trace contextRef="#ctx0" brushRef="#br0" timeOffset="52117.32">17779 11920 140 0,'0'0'1'0,"0"0"-8"16,13 2-26-16,-13-2-11 15</inkml:trace>
  <inkml:trace contextRef="#ctx0" brushRef="#br0" timeOffset="52283.51">18179 11906 207 0,'0'0'3'0,"0"0"-2"0,15 2-9 16,-15-2-31-16,12 7-14 16</inkml:trace>
  <inkml:trace contextRef="#ctx0" brushRef="#br0" timeOffset="52433.25">18652 11890 242 0,'0'0'2'0,"0"0"-1"0,14 0-4 15,-14 0-17-15,13 6-32 16,-3-5-7-16</inkml:trace>
  <inkml:trace contextRef="#ctx0" brushRef="#br0" timeOffset="52583.38">19086 11914 190 0,'0'0'0'0,"0"0"-17"15,17 0-33-15,-9 0-3 16</inkml:trace>
  <inkml:trace contextRef="#ctx0" brushRef="#br0" timeOffset="52732.98">19436 11935 283 0,'0'0'2'15,"0"0"-1"-15,11 2-4 0,-11-2-29 16,10 6-27-16,2-4-4 16</inkml:trace>
  <inkml:trace contextRef="#ctx0" brushRef="#br0" timeOffset="52883.54">19946 11925 340 0,'0'0'1'0,"0"0"0"16,12 3-2-16,-5-3-9 15,-7 0-32-15,18 5-24 0,-8-5-2 16</inkml:trace>
  <inkml:trace contextRef="#ctx0" brushRef="#br0" timeOffset="53033.95">20257 11881 269 0,'0'0'0'0,"0"0"0"0,0 0-23 16,-5 5-36-16,5-5-1 16</inkml:trace>
  <inkml:trace contextRef="#ctx0" brushRef="#br0" timeOffset="53799.85">20271 11955 350 0,'0'0'-1'0,"0"0"1"15,0 0 0-15,0 11 0 0,0-2 0 16,0 6-3-16,0-4-8 16,2 7-28-16,14 4-27 15,-11 3-3-15</inkml:trace>
  <inkml:trace contextRef="#ctx0" brushRef="#br0" timeOffset="53971">20291 12495 187 0,'0'0'1'15,"0"0"1"-15,0 0 1 16,3 13-1-16,-3-13 3 0,5 8-4 15,-3 3-13-15,-2-11-30 16,2 13-12-16</inkml:trace>
  <inkml:trace contextRef="#ctx0" brushRef="#br0" timeOffset="54250.03">20279 12784 296 0,'0'0'5'16,"0"0"-1"-16,0 0 0 0,0 0-3 16,0 0-11-16,0 0-50 15,0 0-3-15</inkml:trace>
  <inkml:trace contextRef="#ctx0" brushRef="#br0" timeOffset="57000.11">16224 13028 179 0,'0'0'6'0,"0"0"3"15,0 0 3-15,0 0 3 0,0 0 3 16,0 0 2-16,0 0 2 16,0 0 1-16,0 0-2 15,0 0-3-15,0 0 0 16,0 0 0-16,0 0-2 0,0 0-1 16,0 0-1-16,0 0-2 15,0 0-2-15,0 0-1 16,0 0-3-16,2 0-1 15,-2 0-1-15,12 19-1 16,-3-7-1-16,0 6-1 0,3 5-3 16,3 1-10-16,-2 13-54 15,0-9-15-15</inkml:trace>
  <inkml:trace contextRef="#ctx0" brushRef="#br0" timeOffset="57984.89">15874 13312 380 0,'0'0'7'0,"0"0"0"16,0 0 4-16,0 0 0 15,0 0 2-15,0 0-1 16,0 0-1-16,0 0 1 0,0 0-5 16,0 6-3-16,0 3-2 15,5 5-1-15,0 4-1 16,2 2-2-16,6 8-1 15,-4-3-8-15,6 4-22 16,7 3-49-16,-8-3 0 0</inkml:trace>
  <inkml:trace contextRef="#ctx0" brushRef="#br0" timeOffset="58884.61">15521 13478 200 0,'0'0'7'16,"0"0"6"-16,0 5 5 0,0-5 2 15,0 0 5-15,0 0 2 16,0 13 3-16,0-13 1 16,0 0-6-16,0 0-3 0,0 0-6 15,0 0-3-15,0 0-5 16,0 0-3-16,2 12-1 15,3-2-2-15,1 2-2 16,3 5 0-16,1 4-1 0,-1 1-2 16,7 4-8-16,-7 2-16 15,-2 2-52-15,7-1-2 16</inkml:trace>
  <inkml:trace contextRef="#ctx0" brushRef="#br0" timeOffset="59883.33">15215 13733 333 0,'0'0'7'0,"0"0"4"0,0 0 3 16,0 0 1-16,0 0 2 16,0 0-1-16,0 0 0 15,0 0 0-15,0 0-6 16,0 0-4-16,7 13-3 0,-1 2-1 15,1 2-1-15,3 5-1 16,3 5-3-16,1 4-9 16,-4-5-19-16,-4 6-48 15,10 1-1-15</inkml:trace>
  <inkml:trace contextRef="#ctx0" brushRef="#br0" timeOffset="60835.94">14860 13986 302 0,'0'0'7'0,"0"0"1"15,0 0 4-15,0 0 0 0,0 0 1 16,0 0 1-16,0 0 1 16,0 0-1-16,0 0-7 15,0 0-2-15,0 8-3 16,0-8 0-16,0 0-2 16,0 17 1-16,0-5-1 0,3 4 0 15,6 0-2-15,-2 9-4 16,6 3-8-16,-1 5-36 15,6-2-24-15,4 4-5 0</inkml:trace>
  <inkml:trace contextRef="#ctx0" brushRef="#br1" timeOffset="67133.91">14808 13072 339 0,'0'0'4'0,"0"0"1"15,0 0 0-15,0 0 0 16,0 0-1-16,0 0 0 0,-8 5 0 16,8-5-6-16,-2 17-17 15,2 1-32-15,-3-6-22 16</inkml:trace>
  <inkml:trace contextRef="#ctx0" brushRef="#br1" timeOffset="67317.14">14808 13320 302 0,'0'0'5'0,"0"0"1"0,0 0 0 16,-3 10 2-16,3-10-1 16,-5 11 0-16,5 0-7 15,0-11-14-15,-5 13-39 16,5-1-16-16</inkml:trace>
  <inkml:trace contextRef="#ctx0" brushRef="#br1" timeOffset="67449.98">14817 13533 255 0,'0'0'3'0,"0"0"-1"0,0 0 2 15,0 14 0-15,0-14-7 16,0 13-22-16,0-13-34 0,-5 17-1 15</inkml:trace>
  <inkml:trace contextRef="#ctx0" brushRef="#br1" timeOffset="67605.67">14835 13811 41 0,'0'0'-2'0,"0"0"-12"0,0 0-11 16</inkml:trace>
  <inkml:trace contextRef="#ctx0" brushRef="#br1" timeOffset="67767.11">14828 13894 196 0,'0'0'-3'0,"0"0"-17"15,0 0-22-15,0 0-12 16</inkml:trace>
  <inkml:trace contextRef="#ctx0" brushRef="#br1" timeOffset="68350.1">14863 12966 368 0,'0'0'6'0,"0"0"3"16,0 0 0-16,0 0 0 15,-5-8 0-15,5 8 0 0,0 0 0 16,0-12-2-16,0 12-13 15,14-7-11-15,2-4-30 16,5 4-30-16,2-3-4 16</inkml:trace>
  <inkml:trace contextRef="#ctx0" brushRef="#br1" timeOffset="68500.14">15272 12745 378 0,'0'0'7'0,"0"0"0"16,0 0 0-16,0 0 0 0,0 0 0 15,0-12 0-15,0 12-4 16,0 0-7-16,10-11-29 16,3 7-42-16,-1-3-3 15</inkml:trace>
  <inkml:trace contextRef="#ctx0" brushRef="#br1" timeOffset="68666.67">15697 12480 422 0,'0'0'3'0,"0"0"-1"16,10-10 2-16,-10 10-1 16,18-14-3-16,-6 4-9 15,1 3-24-15,-4-6-40 16,6 3-4-16</inkml:trace>
  <inkml:trace contextRef="#ctx0" brushRef="#br1" timeOffset="68766.64">16259 12139 253 0,'0'0'2'0,"12"-8"-8"15,0 5-39-15,9-4-12 16</inkml:trace>
  <inkml:trace contextRef="#ctx0" brushRef="#br1" timeOffset="68935.82">16751 11914 447 0,'0'0'4'0,"0"0"0"0,0 0 0 16,0 0-1-16,0 0-8 16,0 0-14-16,-18-4-57 15,18 4 0-15</inkml:trace>
  <inkml:trace contextRef="#ctx0" brushRef="#br1" timeOffset="69633.37">14867 12989 422 0,'0'0'3'0,"0"0"-1"15,0 0 1-15,12-8 0 16,-1 5 2-16,1 1-4 16,11-2-2-16,-4 3-7 0,13 1-22 15,9 0-46-15,-2-3-3 16</inkml:trace>
  <inkml:trace contextRef="#ctx0" brushRef="#br1" timeOffset="69783.13">15879 12854 361 0,'0'0'4'0,"0"0"0"16,12 8 0-16,-5-1 1 15,6 1-2-15,-3 1-5 0,5 1-25 16,9 0-38-16,-6-5-7 16</inkml:trace>
  <inkml:trace contextRef="#ctx0" brushRef="#br1" timeOffset="69918.39">16460 12822 400 0,'0'0'2'0,"12"0"0"16,0 0-1-16,4-3-4 0,6 3-10 16,2 0-44-16,4 0-15 15</inkml:trace>
  <inkml:trace contextRef="#ctx0" brushRef="#br1" timeOffset="70051.33">17220 12731 268 0,'0'0'1'0,"11"0"-7"16,-2 0-29-16,-2 2-24 15,9 0-3-15</inkml:trace>
  <inkml:trace contextRef="#ctx0" brushRef="#br1" timeOffset="70216.7">17881 12661 381 0,'0'0'2'0,"10"0"-1"16,-10 0-6-16,23 3-9 15,-14-3-26-15,1 2-30 16,10-2-4-16</inkml:trace>
  <inkml:trace contextRef="#ctx0" brushRef="#br1" timeOffset="70366.49">18505 12656 220 0,'0'0'1'15,"9"2"1"-15,-9-2-3 16,18 6-2-16,-9-6-23 16,12 4-29-16,-4-1-2 15</inkml:trace>
  <inkml:trace contextRef="#ctx0" brushRef="#br1" timeOffset="70517.03">18873 12664 416 0,'0'0'2'0,"0"0"0"16,0 0 0-16,0 0-1 15,0 0-5-15,0 0-14 0,16 7-54 16,-16-7-3-16</inkml:trace>
  <inkml:trace contextRef="#ctx0" brushRef="#br1" timeOffset="71217.06">20234 12012 402 0,'0'0'6'0,"0"0"4"15,0 0 1-15,0 0 1 16,0 0 0-16,0 0 0 0,2 10 0 16,-2-10 1-16,-14 15-8 15,-4 0-5-15,-1-1-6 16,-6 9-12-16,-10 2-40 15,3 0-24-15,-4 1-4 0</inkml:trace>
  <inkml:trace contextRef="#ctx0" brushRef="#br1" timeOffset="71350.02">19583 12421 296 0,'0'0'2'0,"0"0"0"15,-18 1 0-15,5 5 1 16,7-3-1-16,-7 2-2 15,-1-1-7-15,-4 6-19 0,1-2-36 16,3 2-4-16</inkml:trace>
  <inkml:trace contextRef="#ctx0" brushRef="#br1" timeOffset="71616.91">19061 12706 374 0,'0'0'2'16,"0"0"0"-16,0 0-3 0,0 0-24 16,3 9-42-16,-3-9-5 15</inkml:trace>
  <inkml:trace contextRef="#ctx0" brushRef="#br1" timeOffset="72318.19">14982 13974 461 0,'0'0'1'0,"0"0"0"0,12 0 0 16,-2-3 0-16,5 3-3 16,-1 0-5-16,11 0-15 15,12 3-56-15,-4-3-1 16</inkml:trace>
  <inkml:trace contextRef="#ctx0" brushRef="#br1" timeOffset="72452.17">15851 13932 413 0,'0'0'2'0,"12"0"0"16,-1 5 0-16,3-3 1 15,2 3-1-15,1 0-4 16,3-2-12-16,1-1-57 0,2 3-4 15</inkml:trace>
  <inkml:trace contextRef="#ctx0" brushRef="#br1" timeOffset="72600.74">16617 13904 350 0,'0'0'3'0,"17"0"0"16,0 0 0-16,6 4 0 15,1-4-7-15,11-4-36 16,0 4-25-16,7-5-6 0</inkml:trace>
  <inkml:trace contextRef="#ctx0" brushRef="#br1" timeOffset="72733.5">17526 13855 214 0,'10'0'-11'16,"5"10"-36"-16,3-10-9 16</inkml:trace>
  <inkml:trace contextRef="#ctx0" brushRef="#br1" timeOffset="72886.75">18335 13786 258 0,'0'0'-4'15,"11"3"-27"-15,-11-3-27 0,25 0-3 16</inkml:trace>
  <inkml:trace contextRef="#ctx0" brushRef="#br1" timeOffset="73083.74">18833 13733 425 0,'0'0'5'0,"0"0"3"15,0 0-1-15,10 13 1 16,-10-13 1-16,9 7 0 0,-9-7 1 16,16 8-1-16,-16-8-6 15,14 5-4-15,-14-5-7 16,20 2-10-16,-10-2-18 15,-10 0-46-15,18-2-3 0</inkml:trace>
  <inkml:trace contextRef="#ctx0" brushRef="#br1" timeOffset="73683.59">19045 12735 421 0,'0'0'5'0,"0"0"2"0,0 0 1 16,-6 0 0-16,6 0 0 15,-12 10 0-15,4 3 0 16,0 4 1-16,6 10-7 16,-5 3-8-16,7 4-12 0,0 9-62 15,2-4-2-15</inkml:trace>
  <inkml:trace contextRef="#ctx0" brushRef="#br1" timeOffset="73833.41">19054 13350 368 0,'0'0'7'0,"0"0"4"16,-2 15 1-16,-1-8 1 16,1 3 0-16,0 2 1 0,-4 3-1 15,3 0 1-15,-2-5-10 16,3 4-7-16,2-14-15 15,-12 20-61-15,12-5-2 16</inkml:trace>
  <inkml:trace contextRef="#ctx0" brushRef="#br1" timeOffset="73999.81">18965 13694 419 0,'0'0'3'0,"0"0"-1"0,0 0 1 16,0 13 0-16,0-13 0 15,0 9 0-15,0-9-4 16,0 20-6-16,0-20-15 16,0 7-50-16,0 3-6 0</inkml:trace>
  <inkml:trace contextRef="#ctx0" brushRef="#br1" timeOffset="74649.67">18999 12733 359 0,'0'0'6'0,"0"0"5"0,0 0 2 0,0 0 2 16,0 0 0-16,0 0 0 15,0 0 0-15,0 0 0 16,0 12-5-16,0 8-4 0,0 6-2 15,0 10-2-15,3 6 0 16,1 10 1-16,1 8-1 16,1 4 1-16,-1 3-1 15,0 4 0-15,-1-3 0 0,1 1 0 16,-2-5 1-16,-1-4-1 16,2-3 0-16,-2-6-2 15,-2-6 0-15,0-8 0 16,0-5 0-16,2-9 0 0,-2-5 0 15,0-6 0-15,0-3 0 16,0-9 0-16,0 0 0 16,0 0 0-16,0 0 0 15,0 0 0-15,0 0-24 16,-15-7-60-16,12-3-3 0</inkml:trace>
  <inkml:trace contextRef="#ctx0" brushRef="#br1" timeOffset="75818.25">14999 13986 295 0,'0'0'6'16,"0"0"3"-16,9-4 3 0,2 0 1 16,-1 3 2-16,10-2 0 15,5-2 1-15,1 0 0 16,8 2-5-16,3 1-4 15,7 0-2-15,1-3-2 0,7 2-1 16,3 1-1-16,2-4 0 16,5 6 0-16,2-2 0 15,3 0 0-15,4 2-1 16,-5 0 1-16,6 0 0 16,-2 0 1-16,2 0-1 0,2-3 0 15,1 3 1-15,0-2-1 16,1 2 1-16,2-3-1 15,-4 1 0-15,1-1-1 16,-6 1 1-16,1-1-1 0,-1 0 1 16,-4-1-1-16,-5 0 1 15,5-2-1-15,-6 1 1 16,0 2-1-16,-2-1 0 16,3-2 1-16,-5 2-1 0,2-2 0 15,-3 2 1-15,1-1-1 16,-5 0 0-16,7-3 1 15,-4 1-1-15,3 2 0 16,-1-5 0-16,0 5 1 0,2-2-1 16,-4 3 0-16,1-5 0 15,-2 4 1-15,3-2-1 16,0 3 0-16,-4-5 0 16,4 5-1-16,0-4 1 0,2 6 0 15,-3 0 0-15,1-4 0 16,-2 6 0-16,-3 0 0 15,-4 0 0-15,0 0 0 16,-2 0 1-16,-5-2-1 0,2-1 0 16,-4 3 0-16,-7-2-1 15,0-1 1-15,-3 1 0 16,-5-1 0-16,-7 1 0 16,-3 2-3-16,-12 0-7 0,16 0-18 15,-4 0-49-15,-12 0-2 16</inkml:trace>
  <inkml:trace contextRef="#ctx0" brushRef="#br1" timeOffset="77117.87">14928 12948 306 0,'0'0'5'16,"0"0"3"-16,0 0 1 16,0 0 2-16,0 0 1 0,0 0 2 15,9 0 4-15,-9 0-2 16,17 0-4-16,-5-2-1 15,4 2-2-15,3-3-1 16,9 1-1-16,4 2-2 16,2-2-2-16,9 2 0 0,2-3-1 15,7-2 0-15,3 2-1 16,5 1 0-16,-2-3 0 16,4 0-1-16,6-2 1 0,-3 0-1 15,4-1 0-15,-2 3-1 16,-1 0 1-16,8-2 0 15,-7-1 0-15,2 3 0 16,-2 0 0-16,3 3 1 16,-3-1-1-16,0-2 0 0,-2 3 1 15,-3-1-1-15,0 3 0 16,-5-3 1-16,0 3-1 16,-2-2 0-16,-1 2 0 0,-4 0 0 15,0 0 1-15,-1 0-1 16,1 0 0-16,-3 0 0 15,1 0 0-15,1 0 1 16,-4 0-1-16,3 0 0 0,-2 0 0 16,-1 0 0-16,0 0 1 15,2 0-1-15,-2-2 0 16,2-1 0-16,0 3 0 16,0-2 1-16,3-3-1 15,-5 3 0-15,4-4-1 0,-1 2 1 16,-1-2 0-16,-2 5 0 15,2-5 0-15,-2 1 0 16,-3 3 0-16,6 2 0 0,-4-5 1 16,4 5-1-16,-2-3 0 15,2 0 0-15,-1-1 0 16,0 4 0-16,-3-2 0 16,4-1 0-16,-7 3 0 0,2-3-1 15,-5 1 1-15,-3 2 1 16,-1 0-1-16,1-2 0 15,-5-1 0-15,0 3 0 16,-3-3 0-16,3 1 1 0,-3 0-1 16,-3-3 0-16,1 2 0 15,-3-2 1-15,-3 3 0 16,0-1 1-16,-6 2-1 16,-3 1 0-16,-10 0 1 0,12-4-1 15,-12 4 0-15,0 0 0 16,0 0 0-16,0 0 0 15,0 0 0-15,0 0-4 16,0 0-4-16,0 0-17 0,15 0-56 16,-15 0-3-16</inkml:trace>
  <inkml:trace contextRef="#ctx0" brushRef="#br1" timeOffset="78100.42">18940 13746 267 0,'0'0'7'0,"0"0"4"0,0 0 5 16,0 0 1-16,0 0 3 15,7-7 1-15,-7 7 4 16,18-16-2-16,-4 9-4 16,-1-6-3-16,10 4-4 0,-4-6-2 15,8 0-2-15,3-5-2 16,2 5-2-16,3-6 0 16,8-4-3-16,-1 4 0 15,2-5 0-15,6 1-1 0,-6-3 1 16,11-2 0-16,-7 4 0 15,1-2 1-15,-1 4 0 16,-4-4 0-16,4 3 1 16,-10 0-1-16,3 6 0 15,-1-6 0-15,-3 2-1 0,0 4 2 16,0-3-3-16,1 2 0 16,-3-2 0-16,2 4 0 15,-5-2 0-15,1 1 0 0,-1 1 0 16,-7 1 0-16,2-1 0 15,-4 1 0-15,-4 3 0 16,1-2 0-16,-4 2 0 16,1 2 0-16,-3-1 0 0,-1 3 0 15,-3-3 0-15,2 6 0 16,-2 2 0-16,-2 0 0 16,-8 5 0-16,9-8 0 15,-9 8 0-15,0 0 0 0,0 0 0 16,0 0 0-16,0 0 0 15,0 0-41-15,0 0-43 16,-5 0-3-16</inkml:trace>
  <inkml:trace contextRef="#ctx0" brushRef="#br1" timeOffset="79016.81">18850 12743 232 0,'0'0'6'0,"0"0"2"16,7 0 6-16,-7 0 4 15,18-3 3-15,-6-2 1 16,3 3 2-16,-3-3 1 0,2-5-3 15,-1 3-4-15,6-7-4 16,-2 6-3-16,-2-5-2 16,4-2-2-16,4 0-2 0,0-3 0 15,2 1 0-15,4 0-1 16,-1-3 1-16,-2 0-2 16,4 3 1-16,0-5-1 15,2 2 1-15,1 0-1 0,0-2-1 16,-1 0 1-16,3 2 0 15,2-5-1-15,-5 5 1 16,0-2 0-16,0 0 0 16,-3 2-3-16,2-3 0 15,-6 3 0-15,5-2 0 0,-7 5 0 16,1-3 0-16,1 3 0 16,2-1 0-16,-4 0 0 15,2 2 0-15,-1-1 0 16,1-1 0-16,0 3 0 0,-2-2 0 15,-2 2 0-15,2-2 0 16,-3-1 0-16,3 4 0 16,-4-2 0-16,-4 2 0 0,2-1 0 15,-4 5 0-15,-1 0 0 16,-12 10 0-16,12-13 0 16,-12 13 0-16,13-14 0 15,-13 14 0-15,0 0 0 16,10-11 0-16,-10 11 0 0,0 0 0 15,0 0 0-15,0 0 0 16,0 0 0-16,0 0 0 16,0 0 0-16,0 0 0 0,0 0 0 15,0 11-25-15,0-11-60 16,-7 17-4-16</inkml:trace>
  <inkml:trace contextRef="#ctx0" brushRef="#br1" timeOffset="80166.42">16638 11846 289 0,'0'0'3'0,"0"0"2"16,0 0-1-16,0 0 3 0,0 0 2 15,9 0 3-15,-9 0 0 16,16 2 2-16,-3-2-1 16,4 0-2-16,4 3 2 15,6-1-3-15,3 1-3 16,7-1-2-16,0 1-1 0,5 0-1 15,8-3-1-15,2 2 0 16,3-2-1-16,-1 2 1 16,6-2-1-16,2 0 0 15,0 0 0-15,0 0-1 0,0 0 1 16,3 0-1-16,3 0 1 16,-6 3-1-16,5-3 1 15,-3 0-1-15,1 0 1 0,-1 0 0 16,-2 0 1-16,-3 1-2 15,2-1 1-15,-2 0-1 16,-1 4 1-16,-3-4-1 16,-2 0 0-16,2 0 0 0,0 0 1 15,0 0-1-15,1 0 0 16,2 0 0-16,1 0 1 16,1 0-1-16,0 0 1 15,2 0-1-15,0 0 0 16,0 5 1-16,0-3-1 0,3 1 0 15,3 1 1-15,-4 2-1 16,3-5 1-16,2 2-1 16,1 0 0-16,-3 0 0 15,-2-1 1-15,2 0-1 0,-5 2 0 16,-5-4 0-16,-3 0 0 16,-4 0 0-16,-2 1 0 15,-4-1 0-15,-7 0 0 16,4 0 0-16,-4 3 0 0,-2-1 0 15,-1 0 1-15,-6-2-1 16,-3 3 0-16,-6-3-1 16,-1 3 1-16,-9-1-1 15,-9-2-2-15,13 3-2 0,-13-3-7 16,0 0-13-16,0 0-50 16,0 0-4-16</inkml:trace>
  <inkml:trace contextRef="#ctx0" brushRef="#br1" timeOffset="81099.81">14863 12844 219 0,'0'0'6'0,"0"0"5"0,7-7 5 15,-7 7 2-15,18-10 4 16,-6 2 1-16,4-3 1 15,5-2 2-15,6 2-6 0,3-5-4 16,5-2-4-16,4-4-3 16,9 0-3-16,2-6-1 15,8-2-2-15,6-2-1 16,7 0 0-16,1-5-1 0,8-1 0 16,1 1 0-16,2 1 0 15,4-2 0-15,-2-1 0 16,-2-1 0-16,0 3-1 0,1-4 1 15,-5 5-1-15,1-1 1 16,-6 2 0-16,-1-2-1 16,-8 5 0-16,-9 2 0 15,-1 4 0-15,-5 1 0 0,-5 2 0 16,-10 0 0-16,-3 8 0 16,-7 1 0-16,-3 3 0 15,-7 4-2-15,-5 3-3 16,-10 4-2-16,0 0-4 0,0 0-6 15,0 0-15-15,-5 4-43 16,-5 3-5-16</inkml:trace>
  <inkml:trace contextRef="#ctx0" brushRef="#br1" timeOffset="81830.06">14780 13012 258 0,'0'0'8'16,"-2"-6"4"-16,2 6 5 15,-5-17 2-15,3 6 4 16,2 1 0-16,-3 0 4 0,3-2-1 16,0 12-6-16,-2-13-4 15,2 13-6-15,0 0-3 16,0 0-3-16,0 10-2 15,0 8-2-15,0 4 0 0,0 7-1 16,0 6 1-16,2 9 0 16,1 4 0-16,-1 4 0 15,3 0 0-15,-3 2 0 16,3 7 1-16,0-5 0 0,-3-2 1 16,1 3-1-16,-3-2 1 15,3-1 1-15,-3-2-1 16,0-2 1-16,0-3-1 15,-3-5 0-15,0-5 1 0,1-2-2 16,-1-8 1-16,1-2-1 16,0-3 0-16,2-7 0 15,-3 1 0-15,1-7 0 16,2-9 0-16,-3 12 0 16,3-12 0-16,0 0 0 0,0 0 0 15,0 0-3-15,0 0-7 16,0 0-13-16,10 3-60 15,-10-3-3-15</inkml:trace>
  <inkml:trace contextRef="#ctx0" brushRef="#br1" timeOffset="83400.03">20174 11984 334 0,'0'0'8'0,"0"0"3"0,0-12 4 15,0 12 1-15,0-7 1 16,0 7 0-16,0-10 0 16,0 10 0-16,0 0-7 15,0 0-3-15,0 0-3 0,0 17-1 16,3 5-2-16,2 6 0 15,-2 9 1-15,-1 2-1 16,3 10 1-16,0-1-1 0,0 4 0 16,0 0-1-16,-1 1 0 15,-1-7 0-15,0 3 0 16,0-3 0-16,-1-2-1 16,-2-4 1-16,0-6 0 0,-2-1 0 15,-1-9 0-15,3-1 0 16,-3-6 0-16,0-3 0 15,3-3 0-15,0-11 0 16,0 14 0-16,0-14 0 0,0 11 0 16,0-11 0-16,0 0 0 15,3 7 0-15,-3-7 0 16,0 0 0-16,0 0 0 16,0 0 0-16,0 0 1 0,3 10-1 15,-3-10 0-15,0 0 0 16,0 0 1-16,0 0-1 15,0 0 0-15,0 0 0 16,0 0-1-16,0 0-2 0,0 0-3 16,0 0-2-16,0 0-5 15,0 0-4-15,0 0-15 16,10 3-49-16,-10-3-2 16</inkml:trace>
  <inkml:trace contextRef="#ctx0" brushRef="#br2" timeOffset="87616.34">19015 12599 381 0,'0'0'8'0,"0"0"1"15,0-10 3-15,0 10 1 16,-6-10 2-16,6 10 0 16,-10-13 1-16,10 13 2 15,-12-12-7-15,12 12-2 0,-13-10-5 16,4 10-4-16,-3 0 0 15,-1 0 0-15,1 6 0 16,-2 1 0-16,0 5 0 16,1 1 0-16,-4 2 0 0,4-1 0 15,1 6 0-15,3 0 0 16,-2 5 0-16,4 0 0 16,2-1 0-16,3 4 0 15,2-6 0-15,2 3 0 0,5-6 0 16,6 1 0-16,4-7 0 15,1-3 0-15,1-6 0 16,4-1 0-16,-1-3 0 16,3-5 0-16,-3-2 0 0,1-6 0 15,-1-4 0-15,-5-2 0 16,-1-2 0-16,-4-4 0 16,-4-4 0-16,-6-3 0 15,-2-1 0-15,-2 4 0 0,-9-1 0 16,2 0 0-16,-7 8 0 15,-1 2 0-15,-1 8 0 16,-1 7 0-16,-3 5 0 16,-2 5 0-16,6 7 0 0,-3 5 0 15,-1 6 0-15,5 2 0 16,-1 7 0-16,6 0 0 16,4-1 0-16,8 0 0 15,0 1 0-15,8-5 0 16,7-5 0-16,2 1 0 0,3-11 0 15,5-2 0-15,0-7 0 16,0-3 0-16,2-5 0 16,-3-6 0-16,1-3 0 0,-4-5 0 15,-5-2 0-15,2-6 0 16,-11 0 0-16,-2-5 0 16,-5 2 0-16,-7-2 0 15,-5 4 0-15,-6 1 0 0,-3 7 0 16,-9 8 0-16,-4 7 0 15,2 5 0-15,2 5 0 16,-2 7 0-16,2 8 0 0,6 5 0 16,-1 2 0-16,10 3 0 15,3 1 0-15,9 3 0 16,3-3 0-16,3-3 0 16,9-3 0-16,10-6 0 15,3-4 0-15,3-5 0 0,4-5 0 16,0-5 0-16,1-5 0 15,-1-7 0-15,-2-6 0 16,-8-3 0-16,-5-3 0 16,-4-2 0-16,-6-4 0 0,-2-2 0 15,-10 0 0-15,-4-4 0 16,-7 10 0-16,0 1 0 16,-7 5 0-16,-6 7 0 15,3 9 0-15,-4 4 0 0,3 12 0 16,-1 8 0-16,1 2 0 15,5 7 0-15,0 4 0 16,10 0 0-16,3-1 0 16,9 0 0-16,0-5 0 0,13-2 0 15,7-5 0-15,2-8 0 16,8-5 0-16,2-4 0 16,1-3 0-16,1-10 0 0,-2-2 0 15,-4-5 0-15,-3-4 0 16,-7-4 0-16,-4-2 0 15,-7 0 0-15,-7-3 0 16,-2 0 0-16,-10 3 0 16,-6 3 0-16,1 6 0 0,-8 3 0 15,-6 13 0-15,3 4 0 16,-2 8 0-16,5 10 0 16,-3 0 0-16,9 7 0 15,4 0 0-15,5 1 0 0,10-3 0 16,0-6 0-16,12-1 0 15,3-6 0-15,5-2 0 16,2-7 0-16,6 1-14 0,2-4-74 16,-8-4-3-16</inkml:trace>
  <inkml:trace contextRef="#ctx0" brushRef="#br2" timeOffset="88632.95">18967 12450 431 0,'0'0'3'16,"0"0"1"-16,0 0-1 15,-18 0 1-15,9 3 1 0,-6 2 1 16,-3 5-1-16,-7 5 2 15,0 2-3-15,1 8-1 16,-1 4-1-16,2 1 1 16,3 7-1-16,6 0 0 0,2 2-1 15,6-1 0-15,4 2 0 16,2-6 0-16,8 1 0 16,4-7 1-16,8-2 0 15,2-5-1-15,8-7 1 0,2-4 1 16,0-7-1-16,6-3 0 15,2-5 1-15,-3-8-1 16,0-4 1-16,-5-3-3 16,0-5 0-16,-9 0 0 0,-3-7 0 15,-8 1 0-15,-5-8 0 16,-3 1 0-16,-4-2 0 16,-11-2 0-16,-1 0 0 15,-8 2 0-15,1 8 0 0,-9 2 0 16,3 5 0-16,-5 11 0 15,-2 4 0-15,2 6 0 16,-4 8 0-16,1 9 0 0,1 6 0 16,2 8 0-16,0 4 0 15,5 7 0-15,7 5 0 16,4-1 0-16,7 2 0 16,3-2 0-16,4 3 0 15,11-7 0-15,6-2 0 0,2-8 0 16,10-2 0-16,0-5 0 15,1-12 0-15,7 2 0 16,-3-11 0-16,4-3 0 16,0-7 0-16,-1-7 0 0,-7-3 0 15,2-7 0-15,-2-3 0 16,-11-7 0-16,-3-3 0 16,-7-4 0-16,-6-3 0 15,-6-3 0-15,-9 0 0 0,-10 2 0 16,-6 10 0-16,-4 6 0 15,-7 8 0-15,-3 16 0 16,-6 8 0-16,0 7 0 0,2 18 0 16,4 9 0-16,-1 8 0 15,6 5 0-15,9 3 0 16,12-3 0-16,5 2 0 16,11-6 0-16,11-1 0 15,8-8 0-15,11-9 0 0,7-6 0 16,3-8 0-16,2-6 0 15,6-5 0-15,-4-8 0 16,-2-6 0-16,-2-9 0 16,-10 1 0-16,0-8 0 0,-11-2 0 15,-6-5 0-15,-8 2 0 16,-5-2 0-16,-11-3 0 16,-5 8 0-16,-7 2 0 0,-7 9 0 15,-2 4 0-15,-5 13 0 16,2 4 0-16,3 3 0 15,4 12 0-15,-1 5 0 16,8-1 0-16,7 3 0 0,3 1 0 16,11 2 0-16,-2 0-58 15,8-6-32-15,6-5-1 16</inkml:trace>
  <inkml:trace contextRef="#ctx0" brushRef="#br2" timeOffset="89066.69">18960 12611 476 0,'0'0'2'0,"0"0"1"0,0 0-1 16,0 0 1-16,-11 10 0 15,11-10 0-15,-14 20 0 0,4-8-1 16,4 3-1-16,1 3-1 15,3-3 0-15,2 2 0 16,7-7-1-16,4 1 1 16,3-5 0-16,7-6 1 15,-1 0 0-15,-1-5 0 0,1-4 2 16,-3-1 0-16,-4-3 2 16,-1-2-5-16,-7 0 0 15,-5 1 0-15,0 1 0 0,-5 3 0 16,-7 5 0-16,-6 5 0 15,-1 0 0-15,1 3 0 16,0 2 0-16,4 4 0 0,2 4 0 16,4-3 0-16,2-3 0 15,6-7 0-15,3 13 0 16,-3-13 0-16,21 1 0 16,-7-1 0-16,-1 0-2 15,1 0-19-15,2-1-63 0,-4-2-3 16</inkml:trace>
  <inkml:trace contextRef="#ctx0" brushRef="#br2" timeOffset="89933.84">18947 12715 140 0,'0'0'2'0,"0"0"3"15,0 0-1-15,0 0 1 16,0-12 1-16,0 12 2 16,0 0 2-16,0-10 2 0,0 10-3 15,0 0-3-15,0-10 2 16,0 10-1-16,0 0-1 16,6-10-6-16,-6 10-9 15,2-9-24-15,-2 9-23 0,0 0-3 16</inkml:trace>
  <inkml:trace contextRef="#ctx0" brushRef="#br2" timeOffset="91166.61">18979 12554 253 0,'0'0'6'16,"0"-13"4"-16,0-1 3 15,6-5 3-15,1-9 0 0,3-9 4 16,5-10-1-16,4-15 2 15,11-7-6-15,7-7-4 16,11-10-4-16,12-3-2 16,6-3-1-16,19-2-2 0,7 3-1 15,10 4-1-15,10 8 0 16,7 5 0-16,10 3 0 16,3 13 0-16,5 4-2 15,2 6 1-15,3 8-1 0,-4 7 1 16,2 2-1-16,-14 9 1 15,-14 4 0-15,-10 6-1 16,-20 5 1-16,-20 2 0 16,-17 5 1-16,-15 0 1 15,-16 5 1-15,-14-5-3 0,0 15-5 16,-9-5-15-16,-3 5-34 16,-7-7-18-16</inkml:trace>
  <inkml:trace contextRef="#ctx0" brushRef="#br2" timeOffset="91866.86">21616 11043 428 0,'0'0'5'0,"-3"-7"1"16,3 7 1-16,-2-12 1 15,2 12 0-15,-3-8 0 0,3 8-1 16,0 0 2-16,-7 15-5 16,4 7 0-16,0 6-2 15,3 9-1-15,0 2 1 0,0 8 0 16,3-2 1-16,3-1-2 16,-2-4 0-16,6-3 0 15,-3-10 0-15,2-4-1 16,-5-6 1-16,1-4-1 0,-5-13 0 15,3 9 2-15,-3-9-2 16,-8-8 0-16,0 0 0 16,-2-10 0-16,1-2 0 15,-4-7-2-15,3-5 2 0,-2-8 0 16,2-2 0-16,2-3 0 16,4-2 0-16,1 0 0 15,3 0 0-15,0 10 0 16,5-1-1-16,7 9 1 15,1 2 0-15,4 9-1 0,3 7 0 16,3 2 1-16,2 7 0 16,-1 2 0-16,3 0 0 15,-4 11-1-15,0-3 1 0,-7 5 1 16,-5 5-2-16,-9 1 3 16,-2-1 2-16,-4 0-4 15,-9 3 0-15,-7-3 0 16,0-1 0-16,-3 0 0 0,-2 1 0 15,1-6 0-15,7 5 0 16,-9-6-38-16,10 1-45 16,3 1-4-16</inkml:trace>
  <inkml:trace contextRef="#ctx0" brushRef="#br2" timeOffset="99450.47">3376 6681 236 0,'0'0'4'0,"0"0"1"0,0 0 2 15,-13 0 3-15,13 0 1 16,-15 0 3-16,8 0 3 0,-6 0 2 16,3 0-3-16,-3 0 0 15,1-3 0-15,-2-2-2 16,-4-2-3-16,4-3-1 16,-2-3-2-16,-2 1-1 0,2 0-1 15,-2-5-1-15,1-6 1 16,-3 5 0-16,5-7-1 15,-3 4 0-15,4-2-1 16,-4-3 0-16,6-2-1 16,-1 3-1-16,4-2 0 0,-1 0-1 15,4 0 0-15,-1-1-1 16,4-4 0-16,3 4 0 16,-2-3 0-16,2 2 0 15,0-4 0-15,2 3 1 0,1 0 0 16,2 0 0-16,-1 3 0 15,0 0 0-15,1 5 1 16,0 0-1-16,-1-1 0 0,4 3-1 16,2 3 0-16,-3-2 0 15,5-2 0-15,4 4-1 16,-2-6 1-16,6 4-1 16,6-3 1-16,-1 4-1 15,7-4 1-15,5 2 0 0,5 1-1 16,5-2 1-16,5 4 0 15,3 0-1-15,2 0 1 16,0 2-1-16,1 2 1 0,1 3-1 16,-1 1 1-16,-2-2 0 15,4 4 0-15,2 0 0 16,0 2 0-16,6 2 0 16,3-1 0-16,-1 4 1 15,7-3-1-15,0 0 0 0,-2 3 1 16,4-2-1-16,1 2 0 15,-1-3 1-15,1 1-1 16,4-3 1-16,-2 0-1 0,2 0 0 16,6 0 0-16,0-2 0 15,2 2 0-15,4-3 1 16,-2 0-1-16,3 1 0 16,-2 0 1-16,1-1-1 0,5 1 0 15,-5 3 0-15,-1-4 1 16,-1 5-1-16,-2-3 0 15,2 5 0-15,-2-4 1 16,0 3-1-16,-2-1 0 0,-2 3 1 16,3-2-1-16,-7 2 0 15,3 0 1-15,-7 0-1 16,-1 0 0-16,-7 2 0 16,0-2 0-16,-3 5 0 0,-6-3 0 15,1-2 0-15,2 3 0 16,-8-3 1-16,8 1-1 15,-8 3 0-15,0-2 0 16,-1-2 0-16,0 0 0 16,-2 3 0-16,-2-1 0 0,-4 1 0 15,-2 0 0-15,-2-2-1 16,2-1 1-16,0 6-1 16,-5-6 0-16,3 1 0 0,-3-1-1 15,3 0 1-15,0 3 1 16,-2-3-1-16,-2 0 1 15,4 0 0-15,0 0-1 16,-3 0 1-16,1-3 0 0,-2 2 0 16,4-2 0-16,-2 0 0 15,-1 2 0-15,0-2-1 16,-2-2 1-16,2 2 0 16,-5 1 0-16,3-2-1 15,-5 3 1-15,2-2 0 0,-2 3 0 16,-3-2 0-16,3 2 0 15,-7 0 0-15,3 0 0 16,-1 0 0-16,-5 2 0 0,0 2 0 16,-5 2-1-16,0-3 1 15,-5 5 0-15,-3-1 0 16,1 0 0-16,-8 4-1 16,0-5 2-16,-3 7-1 0,1 1 0 15,-3 4 0-15,0 0 1 16,0 3 0-16,0 2-1 15,0 2 1-15,0 1 0 16,0 2-1-16,0 0 1 0,2 2 0 16,3 1-1-16,2-1 0 15,1 3 1-15,-3-2 0 16,2 4-1-16,-2 0 0 16,3 2 0-16,-1 0-1 0,-2 0 1 15,0 1 0-15,0-4-1 16,-3 3 1-16,1 1-1 15,-1-6 1-15,-2 2 0 0,0-3 0 16,0 0 0-16,0-4 0 16,-5 1 0-16,3-3 0 15,-1-1 0-15,1-3 0 16,-1-5 1-16,1 1-1 16,0-4 0-16,-1-3 0 15,3-3 0-15,0-7 0 0,-2 13 0 16,2-13 0-16,0 7 0 15,0-7 0-15,0 0 0 16,0 0 0-16,0 0 1 16,0 0 0-16,0 0 0 0,0 0 1 15,0 0-1-15,0 0 0 16,0 0-1-16,-13 5 1 16,3-5-1-16,-5 0 0 0,-4 0-2 15,-4 0-4-15,-9 0-6 16,0-3-36-16,-8 9-32 15,0 4-2-15</inkml:trace>
  <inkml:trace contextRef="#ctx0" brushRef="#br2" timeOffset="104116.52">13617 15343 138 0,'0'0'8'15,"0"0"2"-15,0-4 3 16,0 4 4-16,0 0 4 0,0 0 4 16,0 0 2-16,0 0 2 15,0 0-5-15,0 0-2 16,11-3-2-16,-11 3-2 16,7 0-3-16,-7 0-2 15,10 3-3-15,-10-3 0 0,17 0-2 16,-17 0 0-16,15 2 0 15,-5-2-2-15,0 0 0 16,-1 0-1-16,5 0-1 16,-2 0 0-16,0 0-1 0,1 0-1 15,-1-2 1-15,-2 2-1 16,2-3 0-16,0-1 0 16,1 1 0-16,-3 1 0 0,0-3 0 15,3 1 0-15,1 0-1 16,-1-1 1-16,-1-2-1 15,4 2 1-15,-4-3-1 16,2 2 0-16,-1 0 0 0,-1-2 0 16,1 1 0-16,-3 0 0 15,2 0 0-15,-3-1 0 16,7-2 1-16,-6 0-1 16,2 0 0-16,3 0 1 15,-2-3-2-15,1 1 0 0,-1-1 0 16,1 2 0-16,0-3 0 15,-2 3 0-15,0-2 0 16,1-2 0-16,-4 1 0 16,1-2 0-16,1 0 0 0,-2-4 0 15,-2-3 0-15,4 4 0 16,-4-5 0-16,3 3 0 16,-3-2 0-16,1 5 0 0,-3-3 0 15,-2 1 0-15,-1 3 0 16,-2-2 0-16,0 1 0 15,0 0 0-15,0-1 0 16,-2 1 0-16,-1-3 0 0,1-3 0 16,-3 5 0-1,3-9 0-15,-4 6 0 0,3 0 0 16,-2-3 0-16,1 5 0 16,-1-1 0-16,2 3 0 15,-1-2 0-15,-5 3 0 0,2-1 0 16,0 3 0-16,-3-2 0 15,0 0 0-15,3 2 0 16,-5-3 0-16,-1 4 0 16,1-4 0-16,-2 3 0 0,0 4 0 15,1-2 0-15,1-2 0 16,0 0 0-16,-3 2 0 16,0 3 0-16,0-2 0 0,3 0 0 15,-6-1 0-15,3 4 0 16,2-4 0-16,-1 6 0 15,-1-3 0-15,3 2 0 16,-4-2 0-16,4 3 0 16,-2-3 0-16,-4 3 0 15,1-1 0-15,4 1 0 0,-1 0 0 16,-7-1 0-16,6 3 0 16,-2 0 0-16,-1 0 0 15,1-3 0-15,-1 6 0 0,-1-2 0 16,4-2 0-16,-5 5 0 15,5-3 0-15,-3 2 0 16,2-1 0-16,3 3 0 16,-2 0 0-16,0 0 0 0,2 0 0 15,-1 0 0-15,1 0 0 16,-1 3 0-16,-2-3 0 16,0 2 0-16,3 2 0 0,-2-3 0 15,0 2 0-15,0 0 0 16,2-2 0-16,-2-1 0 15,3 3 0-15,2-1 0 16,-2 1 0-16,-1 0 0 16,1-1 0-16,3 3 0 0,-4 0 0 15,3-3 0-15,-3 3 0 16,3 1 0-16,-2-2 0 16,5 0 0-16,-4 2 0 15,2-4 0-15,2 7 0 0,-6-8 0 16,5 6 0-16,-1-4 0 15,9-3 0-15,-18 8 0 16,11-1 0-16,-3 0 0 16,2-1 0-16,-2 1 0 0,1-2 0 15,-2 2 0-15,1 4 0 16,1-4 0-16,1 0 0 16,-4 5 0-16,2-1 0 15,-1-2 0-15,4-1 0 0,-2 4 0 16,-2 1 0-16,4-1 0 15,-3 0 0-15,1-2 0 16,0 3 0-16,4-2 0 16,-2 2 0-16,-2 0 0 15,3-1 0-15,-1 1 0 0,2-4 0 16,0 4 0-16,3-1 0 16,-1 3 0-16,-2-5 0 15,3 3 0-15,-6-1 0 0,5 0 0 16,-1-2 0-16,1 3 0 15,-2-6 0-15,5-7 0 16,-4 15 0-16,4-15 0 0,-3 10 0 16,3-10 0-16,0 0 0 15,0 0 0-15,0 0 0 16,0 0 0-16,0 0 0 16,0 0 0-16,0 0 0 15,0 0 0-15,0 0 0 16,0 0 0-16,0 0 0 0,0 0 0 15,0 0 0-15,0 0 0 16,5-8-33-16,12 2-56 16,-12-5-2-16</inkml:trace>
  <inkml:trace contextRef="#ctx0" brushRef="#br2" timeOffset="104984.39">12768 14293 366 0,'0'0'8'0,"0"0"4"0,0 0 1 15,0 0 3-15,0 0 2 16,0 0 0-16,0 0 2 0,0 0-1 16,0 0-6-16,0 0-5 15,0 0-8-15,0 0 0 16,2 5 0-16,1 8 0 0,-1 2 0 15,0 2 0-15,3 4 0 16,0 2 0-16,1 0 0 16,-1 4 0-16,0 0 0 15,-3-2 0-15,0 0 0 0,3-3 0 16,-2 3 0-16,-1-7 0 16,0 4 0-16,-2-8 0 15,3 1 0-15,0-5 0 16,0 2 0-16,-3-12 0 15,2 16 0-15,-2-16 0 0,0 0 0 16,0 0 0-16,0 0 0 16,0 0 0-16,0 0 0 15,0 0 0-15,0 0 0 16,0 0 0-16,0 0 0 0,0 0 0 16,0 0 0-16,0 0 0 15,0 0 0-15,0 0 0 16,0 0 0-16,0 0 0 0,0 0 0 15,0 0 0-15,0 0 0 16,0 0 0-16,12-8 0 16,-12 8 0-16,10-13 0 15,0 1 0-15,0 2 0 0,5-7 0 16,0 0 0-16,5-1 0 16,2-2 0-16,0 1 0 15,3-1 0-15,-4 3 0 16,-2-1 0-16,-1 5 0 15,-4 5 0-15,-3-3 0 0,-11 11 0 16,14-7 0-16,-14 7 0 16,0 0 0-16,0 0 0 15,0 0 0-15,0 0 0 16,0 0 0-16,0 0 0 0,0 0 0 16,0 0 0-16,0 0 0 15,0 0 0-15,0 0 0 16,0 0 0-16,0 0 0 15,0 0 0-15,0 0 0 0,0 0 0 16,7 4-64-16,-7-4-32 16</inkml:trace>
  <inkml:trace contextRef="#ctx0" brushRef="#br2" timeOffset="109749.96">10457 17234 371 0,'0'0'6'0,"0"0"4"16,0 0 2-16,0 0 1 15,0 0 1-15,0 0-1 16,-6 8 1-16,6-8 0 16,0 0-7-16,0 12-4 0,0-12-2 15,-2 14-1-15,2-14-1 16,0 18-1-16,0-8 1 16,2 0-1-16,4 0 3 15,-3-3-1-15,-3-7 1 0,14 14-1 16,-3-11 1-16,-3 2-1 15,10-5 3-15,7-2 0 16,3-12 0-16,-3-9 2 16,-5-4 0-16,-3-3 0 15,-8 0 1-15,-5 3 0 0,-8 4-6 16,-3 3 0-16,-5 6 0 16,-1 2 0-16,-4-1 0 15,-3 8 0-15,-3 5 0 0,2 3 0 16,3 9 0-16,-1 5 0 15,1 2 0-15,13-6 0 16,-2 2 0-16,1 0 0 16,1 0 0-16,5 0 0 15,0-1 0-15,0 4 0 16,5-6 0-16,3 1 0 0,-1-1 0 16,5-2 0-16,4-2 0 15,6-4 0-15,13-4 0 16,0-2 0-16,-3-15 0 15,-2-5 0-15,-8-3 0 0,-7-5 0 16,-13 3 0-16,-2 4 0 16,-7 4 0-16,-8 1 0 15,0 4 0-15,-7-1 0 0,-1 9 0 16,-1 4 0-16,1 4 0 16,-4 8 0-16,4 5 0 15,4 6 0-15,1 0 0 16,11-9 0-16,2 4 0 15,5-1 0-15,-6-1 0 0,6 2 0 16,0-2 0-16,6-2 0 16,1 3 0-16,3-5 0 15,5 1 0-15,0-4 0 16,0-2 0-16,9-1 0 0,10-4 0 16,0-9 0-16,-4-11 0 15,-8-4 0-15,-9-7 0 16,-8 4 0-16,-8-1 0 15,-10 9 0-15,0-1 0 16,-4 8 0-16,-2 2 0 0,-1 8 0 16,3 2 0-16,-1 9 0 15,0 9 0-15,6 2 0 16,0 2 0-16,7-7 0 16,2-3 0-16,1 3 0 0,-1-2 0 15,3-1 0-15,0 1 0 16,5-4 0-16,3-2 0 15,-8-7 0-15,12 8 0 16,13-6 0-16,-2-2 0 16,1-7 0-16,-1-11 0 0,-1 1 0 15,-10-5 0-15,-1 2 0 16,-11 5 0-16,-6 2 0 16,-1 5 0-16,-8 2 0 0,0 4 0 15,1 2 0-15,-4 9 0 16,1 4 0-16,9-6 0 15,1 3 0-15,-1 3 0 16,1-4 0-16,1 4 0 16,1-1 0-16,3-2 0 15,0 0 0-15,2-2 0 0,0-8 0 16,9 9 0-16,12-6 0 16,-4-6 0-16,5-4 0 15,-2-13 0-15,0-2 0 16,-5-3 0-16,-13 8 0 0,-2-3 0 15,-5 2 0-15,-9 4 0 16,-1 4 0-16,-6 5 0 16,0 5 0-16,-4 1 0 15,-3 13 0-15,8 8 0 0,8-10 0 16,2 3 0-16,2 0 0 16,1 2 0-16,0 4 0 15,2-5 0-15,5 4 0 16,0 1 0-16,0-7 0 0,5 1 0 15,4-5 0-15,4 1 0 16,2-10 0-16,-15-1 0 16,37 0 0-16,-5-10 0 15,-2-6 0-15,0-12 0 16,-11-5 0-16,-11 1 0 0,-8 2 0 16,-12 13 0-16,-8 2 0 15,-3 6 0-15,-1 6 0 16,-1 3 0-16,-5 5 0 0,8 7 0 15,-1 6 0-15,14-9 0 16,-1 4 0-16,5-1-15 16,5 0-74-16,-2 1-3 15</inkml:trace>
  <inkml:trace contextRef="#ctx0" brushRef="#br2" timeOffset="110666.48">9306 17904 286 0,'0'0'6'16,"0"0"5"-16,0 0 3 0,0 0 3 16,0 0 1-16,0 0 1 15,0 0 2-15,0 0 0 16,0 0-3-16,0 0-4 15,0-6-3-15,0 6-2 16,8-18-2-16,-3 6 0 0,2-5-2 16,8-3-1-16,-2-7-3 15,1-3-1-15,9-2 0 16,2-8-1-16,12-20 2 16,25-28 0-16,5-4 0 15,6 3-1-15,3-1 1 0,-7 11-1 16,4 10 1-16,-8 13 0 15,-8 8-2-15,-3 3 1 16,-2 1 1-16,3 1 0 16,-5 4 1-16,-1 2 0 0,-1 1 0 15,-8 3 1-15,-1 0 2 16,-2 4-3-16,-1 6-2 16,-10 3 0-16,-1 2 0 15,-9 6 0-15,-2 2 0 16,-1 6 0-16,-13 4 0 0,10-6 0 15,-10 6 0-15,0 0 0 16,0 0 0-16,0 0 0 16,0 0 0-16,0 13 0 0,0-13 0 15,-7 15 0-15,-2-8 0 16,4 8-14-16,-4 8-71 16,-1-11-2-16</inkml:trace>
  <inkml:trace contextRef="#ctx0" brushRef="#br2" timeOffset="111583.65">9381 17912 273 0,'0'0'5'0,"0"0"1"16,0 0 6-16,0 0 2 15,0 0 2-15,0 0 1 16,0 0 1-16,0 0 1 0,0 0-2 16,0 0-5-16,0 3-3 15,5-1-2-15,0 1-2 16,50 17 0-16,-28-15-1 15,-5 0 0-15,3-3 0 16,7-2 0-16,-2 0 1 16,10 0-1-16,42-7 1 15,-32 4 0-15,2-4 0 0,5 2 0 16,5-8-2-16,-3 1 1 16,3-3-2-16,3-2 0 15,5-2 0-15,-3-2-2 16,0-1 0-16,2-3 0 0,-2 3 0 15,-1 0-1-15,-2-3 1 16,-4 6 0-16,-4-4 0 16,-3 3 1-16,-8 0 0 0,-3 3 1 15,-5 0 2-15,-7 4-1 16,0 1 1-16,-8 2 0 16,-1 2-4-16,-7 1 0 15,-4 4 0-15,-10 3 0 0,13-10 0 16,-13 10 0-16,0 0 0 15,0 0 0-15,0 0 0 16,-11 0 0-16,11 0 0 16,-14 0-7-16,6 5 0 15,-7 0-1-15,1 1-1 0,-4-2 0 16,-3 4-1-16,1 2 0 16,-4 0-1-16,-6-3-1 15,2 5-2-15,-1 1-8 16,-8 2-17-16,0-3-19 0,-3 3-9 15</inkml:trace>
  <inkml:trace contextRef="#ctx0" brushRef="#br2" timeOffset="111900.04">9761 17868 193 0,'0'0'9'0,"0"0"5"0,0 0 6 15,0 0 2-15,-10 0 2 16,10 0-2-16,0 0 0 0,0 0-2 16,0 0-5-16,-7 0-4 15,7 0-4-15,0 0-1 16,0 0-3-16,10 2 1 0,-1-2 2 16,1 0 1-16,10 0-1 15,1-2-1-15,8 0 0 16,6-3 0-16,4-2 2 15,4-1-1-15,4-2-1 16,6-3 0-16,4 1-1 0,3-3-1 16,-2-2-1-16,4 2-1 15,1 0-6-15,-4-3-11 16,-2 1-61-16,-2 2-1 16</inkml:trace>
  <inkml:trace contextRef="#ctx0" brushRef="#br2" timeOffset="112969.05">8655 17629 244 0,'0'0'8'0,"0"0"6"0,0 0 5 16,0 0 4-16,0 0 1 15,0 0 0-15,0 0 3 0,-2-6-1 16,2 6-5-16,0-15-6 15,5 2-5-15,2 1-2 16,6-25-1-16,14-20 0 16,10-12-2-16,11-8-1 0,7-12-1 15,14-10-1-15,3-5 0 16,7-3 0-16,1 15-2 16,0 1 2-16,1-1 0 15,-1 6 0-15,-1 4 1 16,-2 5 0-16,-5 5 1 0,-7 10-4 15,-3 8 0-15,-10 4 0 16,-6 11 0-16,-12 4 0 16,-6 10 0-16,-7 5 0 15,-5 8 0-15,-9 2 0 0,-7 10 0 16,7-10 0-16,-7 10 0 16,0 0 0-16,-7 5 0 15,-5 4 0-15,-6 7 0 16,-5 3 0-16,-1 14 0 0,-11 2 0 15,-7 9 0-15,-8 6 0 16,-6 12-2-16,-12 4-2 16,-2 8 1-16,-4 4 2 15,-6 2 0-15,1 3 0 16,-1-1 0-16,3-1 0 0,-2-4 1 16,10-2 1-16,33-41-3 15,-4 7 0-15,6-8-1 16,-3 4 1-16,2 1-1 15,2-3 0-15,4-3-1 0,-3-3 0 16,4-1 1-16,3-3 0 16,3-6 0-16,-2 1 1 15,11-5 2-15,1-5 1 0,12-10 1 16,-9-5 1-16,12-17 1 16,24-25 0-16,18-18-1 15,15-17 0-15,9-11 0 16,11-14 1-16,12-4-1 15,-3 11-2-15,3 1 2 16,3 3-1-16,0 4 1 0,-3 5 1 16,-6 8 0-16,-4 10-4 15,-13 11 0-15,-9 9 0 0,-8 12 0 16,-14 8 0-16,-11 11 0 16,-7 6 0-16,-11 4 0 15,-9 8 0-15,0 0 0 16,-4 17 0-16,-9-2 0 15,-4 8 0-15,-13 4-40 0,3 5-46 16,-8 5-3-16</inkml:trace>
  <inkml:trace contextRef="#ctx0" brushRef="#br2" timeOffset="118632.98">5447 7119 469 0,'0'0'4'0,"0"0"1"16,0 0 1-16,0 0 1 0,0 0-1 15,0 0 1-15,0 0 0 16,0 0-7-16,5 10 0 16,3 0 0-16,2 3 0 15,0 2 0-15,8-1 0 0,-1 4 0 16,3-6 0-16,-1 1 0 16,-1-4 0-16,4-4 0 15,-2-2 0-15,-2-6 0 16,7-11 0-16,0-13 0 0,9-16 0 15,13-14 0-15,13-18 0 16,29-21 0-16,26-26 0 16,39-9 0-16,27-23-82 0,22-11-10 15</inkml:trace>
  <inkml:trace contextRef="#ctx0" brushRef="#br2" timeOffset="123599.81">18673 4447 357 0,'0'0'8'0,"-2"-11"2"0,2 4 4 16,-3-3 1-16,1 0 1 16,2 10-1-16,-5-15-1 15,5 15 0-15,-7 8-6 16,7 19-3-16,-2 16-3 0,-1 13 0 15,1 11-2-15,2 15 1 16,0 12 1-16,5 5 1 16,-3 8-1-16,3-6 0 15,0 0 3-15,-3-4-2 0,-2-6 1 16,0-5 0-16,0-12 1 16,-7-10-5-16,0-14 0 15,4-11 0-15,-5-8 0 16,3-7-2-16,3-17-10 15,2-7-12-15,-5-6-59 0,0-15-3 16</inkml:trace>
  <inkml:trace contextRef="#ctx0" brushRef="#br2" timeOffset="124433.16">18624 4353 308 0,'0'0'5'0,"0"0"5"15,0-8 0-15,0 8 1 16,12-10 2-16,1 3 2 0,4-1 0 16,13 1-1-16,9-1-3 15,16 1-4-15,12 1-2 16,13 5 0-16,17-2-2 15,17 0 0-15,11-2 0 0,13 1-1 16,12 1-1-16,12-4 1 16,4 0 0-16,13 1-1 15,2-4 1-15,1 3-1 16,1-1 0-16,2 1 1 16,-2-3-1-16,-9 6 0 0,-2-5 0 15,-9 4-1-15,-1 1 1 16,-8-1 0-16,-7 0-1 15,-11 3 0-15,-9-2 1 0,-2 4-1 16,-9-2 1-16,-9 0-1 16,-8 2 0-16,-9-3 1 15,-6 3-1-15,-9-2 1 16,-6 0-1-16,-7-1 0 16,-10 1 1-16,-1-3-1 0,-10 2 0 15,-4-2 0-15,-4 0 1 16,-8 3-1-16,-3-3 0 15,1 2 0-15,-6-2 0 16,-2 2 1-16,-5 2-1 0,0-5 1 16,-2 5-1-16,-8 1 2 15,12-6-1-15,-12 6 2 16,9-8-1-16,-9 8 1 16,0 0 0-16,9-10 0 0,-9 10 0 15,0 0-1-15,0 0 0 16,0 0-2-16,0 0 1 15,0 0-1-15,0 0 0 16,9 18 0-16,-6-4-1 0,-3 9 0 16,2 6 0-16,-2 9 0 15,0 7 1-15,-2 14-1 16,-6 5 1-16,-2 8-1 16,-5 11 2-16,-2-2-1 0,0 8 1 15,-4-2 0-15,1 0-1 16,3-6 1-16,2-6 0 15,1-4 0-15,6-6-1 16,4-8 0-16,0-5-1 0,2-8 3 16,2-7-1-16,-3-2 1 15,-1-10 0-15,-1 0 0 16,-2-6 0-16,2-4-1 16,-12-5-4-16,6 5-15 0,11-5-64 15,-10-2-2-15</inkml:trace>
  <inkml:trace contextRef="#ctx0" brushRef="#br2" timeOffset="130933.24">12857 15458 97 0,'0'0'7'0,"0"0"3"16,0 0 3-16,8-10 4 15,-8 10 3-15,12-15 1 16,-5 3 0-16,4-3 1 0,1 0-6 16,1-3-3-16,1 4-3 15,-1-4-5-15,1 4-3 16,4-4 1-16,-1 3-2 0,-1 5 0 16,3-5 1-16,1-2 0 15,3 0 0-15,-2 2 0 16,4-7 0-16,0-1 1 15,7-1 0-15,1 2-1 0,1-6 1 16,1 1-2-16,3 2 1 16,2-2-1-16,-6 2 0 15,8 0 0-15,-10 5-1 16,1-2 2-16,-1 2 0 0,-2 3 1 16,0-4 1-16,-1 5 2 15,-1-2-1-15,-1 1 1 16,3 0-1-16,0-3 0 15,-2 2-1-15,1-1-1 0,4-1-1 16,-1 2-1-16,0 0 1 16,-2 2-1-16,-1-1 0 15,2 2-1-15,-1 1 1 0,-3-1 0 16,-2-6-1 0,-1 7 1-16,3-4-1 0,-1-2 1 15,1-3-1-15,3 4 1 16,2-6-1-16,3 0 2 15,-1 0-2-15,1 1 0 0,6-1 0 16,-7-3 0-16,6 7 1 16,-3-7-1-16,-3 7 0 15,2-3 0-15,-1 3 0 16,-1-4 2-16,-1 2-1 0,4-3 1 16,-5 1-1-16,3-3 1 15,-1 1-1-15,4 0 1 16,-1-1 0-16,0-1-2 15,0 4 0-15,-4 3 0 0,5-3 0 16,-4 2 1-16,-1 4-1 16,-1-1 0-16,-5 3 0 15,1-4 0-15,-4 2 0 0,8 2 0 16,-4-5 0-16,-3-1-1 16,7-2 1-16,-2 0 0 15,0 0-1-15,2 0 1 16,-2 3-1-16,-1 0 0 15,-1 0 0-15,-3-1 0 16,2 4 0-16,-7 0 0 0,2 1 1 16,-1 0-1-16,-5 1 1 15,5-3 0-15,-1 3 1 16,1-3-1-16,4-2 0 0,3 2 0 16,2-2 0-16,-3 0 0 15,1-1 0-15,2 3-1 16,-6-2 1-16,1 2-1 15,-3 1 1-15,-2 3-1 16,0-4 1-16,-2 3-1 0,-2 0 1 16,2 0 0-16,2-3 0 15,0 3 0-15,0-4 1 16,0 5-1-16,4-2 0 0,-4 1 0 16,5 2 0-16,-5 1 1 15,0 3-1-15,-2-1 0 16,-1 2 0-16,-4 5 0 15,-4-3 0-15,-9 8 1 16,18-10-1-16,-18 10 0 0,9-10 1 16,-9 10-1-16,13-14 0 15,-5 3 1-15,-8 11 0 16,12-16-1-16,-12 16 2 0,12-18-1 16,-12 18 2-16,5-10 1 15,-5 10 0-15,0 0 0 16,0 0-1-16,0 0 1 15,0 0-1-15,0 0-1 0,0 0 0 16,0 0-1-16,0 0 0 16,0 0 0-16,0 0 0 15,0 0-1-15,0 0 0 16,0 0-1-16,0 0-8 0,0 0-11 16,8-10-32-16,-8 10-22 15,0 5-4-15</inkml:trace>
  <inkml:trace contextRef="#ctx0" brushRef="#br2" timeOffset="132666.88">12957 15265 251 0,'0'0'5'0,"0"0"5"0,12-16 1 16,-2 8 1-16,5 0 2 15,3-5 0-15,-2-5 2 16,9 1 0-16,0-3-5 16,5-4-2-16,0-1-1 0,5-5-2 15,4 3-1-15,1-8-1 16,7-2-2-16,-2 2 1 16,5-4-2-16,0 2 1 0,4-3-2 15,-5 6 1-15,2-4 1 16,-2 3-1-16,-1 5 1 15,3-1 1-15,-3 2-1 16,-3 1 1-16,4 0 0 16,-4 1-1-16,2 2 0 15,-2 1-1-15,0-4 1 16,-1 3-2-16,0 1 1 0,1-4 0 16,1 3-1-16,-4 1 1 15,0-1-1-15,0 0 1 0,-2 3-1 16,3 2 0-16,-4-2 0 15,-2 2 0-15,3 0 1 16,-6 0 1-16,7-1-1 16,-4 0 0-16,-3-1 0 0,4 0-1 15,-1-3 1-15,3 0 0 16,0 0-3-16,5-2 0 16,-3 2 0-16,0-4 0 15,8 4 0-15,-6-3 0 0,4 2-1 16,-7-2 1-16,5 3 1 15,-2 0 0-15,1-2 1 16,-3 2-1-16,-2-1 1 16,0 1-1-16,0 0 1 0,-1 0-1 15,-4 0 0-15,1 0 0 16,0 0 1-16,-1 1-1 16,0-1 1-16,2 0 0 15,-3 0 0-15,0 0 0 16,8 1 0-16,-8 2 1 0,3-2-1 15,-2 0 1-15,0 2-1 16,-3 0 0-16,2 3 1 0,-4-1-1 16,0 2 0-1,0 1 1-15,-3-1-1 0,1 3 0 16,-3-2 0-16,0 3 0 16,-3-1 1-16,0-3-1 15,-2 3 0-15,0 2 0 16,0-1 1-16,-2 3-1 0,-6 3 1 15,0-3-1-15,1 4 1 16,-6 0-1-16,0 2 1 16,-7 5 0-16,13-13-1 0,-13 13 1 15,15-15-1-15,-5 8 1 16,0 0 0-16,0-1-1 16,0 1 1-16,0 0 1 15,-3 4 0-15,-7 3 2 0,13-10-1 16,-13 10 2-16,0 0-1 15,0 0 2-15,10-5 0 16,-10 5 0-16,0 0-1 0,0 0 1 16,0 0-1-16,0 0 0 15,0 0-1-15,0 0 0 16,0 0 0-16,0 0-1 0,0 0 0 16,0 0-1-16,0 0 1 15,0 0-1-15,0 0 0 16,0 0-2-16,0 0 0 15,0 0 0-15,0 0 0 16,0 0 0-16,0 0 0 16,0 0 0-16,0 0 0 0,0 0 0 15,0 0 0-15,0 0 0 16,0 0 0-16,0 0 0 16,0 0 0-16,-6-5 0 15,6 5 0-15,0 0 0 0,0 0 0 16,0 0 0-16,0 0 0 15,0 0 0-15,0 0 0 16,0 0 0-16,0-13 0 0,0 13 0 16,0 0 0-16,0 0 0 15,6-7 0-15,-6 7 0 16,0 0-20-16,0 0-65 16,7-7-3-16</inkml:trace>
  <inkml:trace contextRef="#ctx0" brushRef="#br3" timeOffset="141052.1">14179 13177 242 0,'0'0'7'16,"0"0"3"-16,0 0 3 15,0 0 2-15,0 0 0 0,0 0 1 16,0 0 3-16,8-4 0 16,-8 4-3-16,16-12-3 15,2 3-3-15,7-4-1 16,3-4 0-16,6-3-2 15,11-2-1-15,1-3-1 0,4-2-1 16,5-4-1-16,-2 2-2 16,-4 0 0-16,-1 1 1 15,-9 8-2-15,-9 1 1 0,-5 6 0 16,-7 3-1-16,-6 5-3 16,-12 5-5-16,0 0-17 15,5 5-50-15,-8 5-3 16</inkml:trace>
  <inkml:trace contextRef="#ctx0" brushRef="#br3" timeOffset="141700.54">14333 14105 335 0,'0'0'6'0,"0"0"4"16,10-5 2-16,0 2 3 15,3-4 2-15,4-3 1 16,10-2 0-16,8-3 0 15,2 1-5-15,6-4-4 16,1-1-2-16,4-1-3 0,-4-1-1 16,1 7-2-16,-8-1 0 15,-5 5-1-15,-7 0 0 16,-5 2 0-16,-5 3 0 0,-15 5 0 16,10-2 0-16,-10 2-4 15,0 0-4-15,0 0-13 16,0 12-59-16,0-12-2 0</inkml:trace>
  <inkml:trace contextRef="#ctx0" brushRef="#br3" timeOffset="143133.56">13642 13969 239 0,'0'0'4'16,"0"0"4"-16,0 0 1 0,0 0 1 15,0 0 0-15,0 0 2 16,0 0 0-16,0 0 3 15,0 0 0-15,0 0-3 16,0 0 1-16,0 0 1 16,10 0 0-16,-10 0-1 0,18 0-1 15,-6 0-3-15,1 0-2 16,1 0-2-16,4 0 0 16,5 0-3-16,-2-3 0 15,4 3 1-15,5-2-1 16,2-1 0-16,3 1 0 0,2 0 0 15,3 2-1-15,5 0 0 16,0 0 0-16,1-3-1 16,2 3 1-16,1 0-1 0,4 0 1 15,-1 0-1-15,2 0 0 16,1 0 0-16,2 3 0 16,1-3-1-16,-3 2 1 0,-7-2-1 15,3 2 0-15,-7-2 0 16,1 3 1-16,-8-3-1 15,-2 2 1-15,-6-2-2 16,-5 0-4-16,-2 3-7 16,-7-3-20-16,-15 0-43 0,13 0-4 15</inkml:trace>
  <inkml:trace contextRef="#ctx0" brushRef="#br3" timeOffset="143583.1">13714 13952 290 0,'0'0'2'0,"0"0"2"0,0 0-1 16,6-8 0-16,-6 8 0 15,16-3 0-15,-6-1-5 16,8-1-27-16,9 5-34 0,-4 0-3 15</inkml:trace>
  <inkml:trace contextRef="#ctx0" brushRef="#br3" timeOffset="144350.01">13607 13952 96 0,'0'0'10'0,"0"0"2"16,0 0 7-16,0 0 6 15,0 0 3-15,0 0 3 16,0 5 0-16,0-5 1 0,0 0-8 16,0 0-4-16,0 0-6 15,0 0-4-15,0 0-3 16,0 0-1-16,0 0-2 16,0 0-1-16,0 0-1 0,0-5 0 15,0 5-4-15,-4-13-6 16,4 3-9-16,-5-3-13 15,2-1-12-15,3-1-13 16,-5-4-15-16</inkml:trace>
  <inkml:trace contextRef="#ctx0" brushRef="#br3" timeOffset="144483.25">13566 13707 298 0,'0'0'7'16,"0"0"3"-16,0 0 3 0,0-13-1 15,0 13 0-15,0-10 1 16,0 10-1-16,0-15-3 15,0 15-17-15,0-12-27 16,-6-1-37-16,6 3-5 16</inkml:trace>
  <inkml:trace contextRef="#ctx0" brushRef="#br3" timeOffset="144603.79">13568 13391 204 0,'0'0'-1'0,"0"0"-9"16,0 0-22-16,0 0-22 16</inkml:trace>
  <inkml:trace contextRef="#ctx0" brushRef="#br3" timeOffset="144899.95">13595 12739 274 0,'0'0'1'0,"0"0"-3"0,0 0-26 16,8-11-31-16,-8 11-3 16</inkml:trace>
  <inkml:trace contextRef="#ctx0" brushRef="#br3" timeOffset="145099.96">13649 12472 330 0,'0'0'2'16,"0"0"0"-16,0 0 0 0,3-12 1 15,-3 12-2-15,6-10-3 16,-6 10-3-16,4-11-6 15,-4 11-24-15,0 0-30 16,0 0-6-16</inkml:trace>
  <inkml:trace contextRef="#ctx0" brushRef="#br3" timeOffset="145650.43">13610 13872 94 0,'0'0'3'0,"0"0"2"0,0 0 3 16,0 0 2-16,0 0 3 15,0 0 1-15,0 0 4 16,0 0 2-16,0 0-5 0,0 0-4 16,0 0-6-16,0 0-6 15,0 0-18-15,-3-4-20 16,3 4-21-16</inkml:trace>
  <inkml:trace contextRef="#ctx0" brushRef="#br3" timeOffset="145800">13560 13590 147 0,'0'0'4'16,"-3"-13"1"-16,1 4 1 16,0-9-1-16,-4-2 4 15,2-5-1-15,2-2 0 0,-1-10 1 16,1 5-4-16,-1-5-4 16,3-1-10-16,0 9-25 15,0-11-20-15</inkml:trace>
  <inkml:trace contextRef="#ctx0" brushRef="#br3" timeOffset="145933.35">13528 12976 171 0,'0'0'2'0,"0"0"-1"15,0-15 2-15,0 7-1 16,-3-4-1-16,3-1 0 0,0-4-1 16,0 0-3-16,0-5-5 15,0 7-11-15,3-3-12 16,-3-2-18-16</inkml:trace>
  <inkml:trace contextRef="#ctx0" brushRef="#br3" timeOffset="146100.12">13578 12577 177 0,'0'0'3'0,"0"0"1"16,0-13 1-16,0 3 1 0,0-3 0 16,0 2-1-16,0-7 1 15,0-1-2-15,0-2-4 16,0-1-3-16,0 3 0 15,0-4-3-15,0 1-12 0,0-5-28 16,0 2-10-16</inkml:trace>
  <inkml:trace contextRef="#ctx0" brushRef="#br3" timeOffset="146236.01">13607 11983 307 0,'0'0'7'0,"0"0"4"0,-4-13 1 16,4 13 1-16,-5-12 0 15,5 12 1-15,-8-21-13 0,0 12-60 16,8-4-7-16</inkml:trace>
  <inkml:trace contextRef="#ctx0" brushRef="#br3" timeOffset="148066.75">16507 13173 96 0,'0'0'11'0,"0"0"4"16,0 0 5-16,0 0 4 15,0 0 3-15,0 0-1 16,0 0-1-16,0 0-1 0,0 0-11 15,0 0-5-15,0 0-5 16,0 0-3-16,5 0-2 16,-5 0 0-16,12 0 0 0,-2 0 2 15,5 0 1-15,3 0 1 16,4 0-2-16,1 0 0 16,6-2-2-16,1 0-3 15,5-1-6-15,0-2-2 0,2 3-1 16,-2 0-2-16,7-2-7 15,3 3-1-15,1-2 2 16,2 1 4-16,2 2 4 16,-1 0 2-16,4-3 1 0,-1 3 2 15,-5 0 7-15,-2 0 2 16,2 0 0-16,-5 0 0 16,5 0-6-16,-5 0-5 15,8 0-2-15,1 0-6 16,0 0-8-16</inkml:trace>
  <inkml:trace contextRef="#ctx0" brushRef="#br3" timeOffset="148366.96">18363 13147 43 0,'0'0'1'16,"18"0"-1"-16,-1 0 1 15,5 0-1-15,8-3 0 16,7-2 1-16,1 3-1 0,6-3 2 15,-2 0-2-15,-1 0 0 16,-4-1 1-16,2 4 0 16,-4-3 0-16,5 0 2 15,2 3-2-15,-2-3-2 0,7-1-1 16,-2 2 0-16,7 0 0 16,-4-4 3-16,3 2 0 15,2-1 0-15,-7 3 2 16,9-4 1-16,-9 1 3 0,5 1-1 15,4-1-1-15,-5-1-1 16,5 4-2-16,-6-4-6 16,8 6-22-16,-9 0-12 15</inkml:trace>
  <inkml:trace contextRef="#ctx0" brushRef="#br3" timeOffset="149599.82">16617 13206 126 0,'0'0'4'0,"0"0"2"16,0 0 2-16,0 0 4 15,9 0 2-15,-9 0 1 0,18-3 1 16,-8 3-1-16,4-2-2 16,4 2-3-16,2 0-2 15,7 0-2-15,0-3-3 0,3 3 0 16,8 0 0-16,-3-2-2 16,11 2-2-16,2 0-1 15,4-2 1-15,2 2 0 16,1-3-3-16,5 3-5 0,2-2-4 15,0 2-4-15,0 0 0 16,-4-3-1-16,4 3 0 16,5 0-1-16,-6-3 3 15,4 3 5-15,-5 0 4 0,2 0 5 16,-2 0 1-16,2 0 2 16,-5 0 1-16,-4 0 0 15,3 0 2-15,-1 0 2 16,0 0-1-16,0 0 0 15,-6 0 1-15,3-2 0 16,-4 2-1-16,1 0-2 0,-4-3 1 16,-5 2-3-16,2-3 1 15,-8 2-1-15,7 0 1 16,-4-1-1-16,2-2-1 0,-4 1 1 16,8 0-2-16,1-2 1 15,-1 0 1-15,1 2 5 16,-2-4 3-16,6 3 3 0,-9-3 1 15,9 4 0-15,-10-1 2 16,-2 0-2-16,3 0-3 16,-1-1-5-16,2 2-2 15,-5 1-5-15,2 2 0 0,-3-5 0 16,7 4 0-16,-2-1 0 16,-2 0 1-16,6 0 1 15,-8 3 0-15,7-1-6 16,-5 1-6-16,3 0-14 15,-5 0-10-15,0 0-4 0,-1 0-1 16</inkml:trace>
  <inkml:trace contextRef="#ctx0" brushRef="#br3" timeOffset="151733.93">13518 13647 342 0,'0'0'6'0,"0"0"2"0,0 0 2 16,0 0 3-16,0 0 0 15,0 0 0-15,0-6-1 16,0 6 0-16,-2-16-5 15,2 0-5-15,-3 0-11 0,1-7-11 16,-1-4-39-16,3-5-18 16</inkml:trace>
  <inkml:trace contextRef="#ctx0" brushRef="#br3" timeOffset="151933.47">13504 12903 365 0,'0'0'6'16,"0"-9"2"-16,0 9 3 15,-4-17 0-15,2 4 0 16,-1 1 1-16,-2-3-1 0,5-3 0 16,-4 1-4-16,4 2-5 15,0-2-2-15,0 2-4 16,0-5-4-16,0 3-7 16,0-4-11-16,2 0-27 0,5-2-25 15,-4 1-5-15</inkml:trace>
  <inkml:trace contextRef="#ctx0" brushRef="#br3" timeOffset="152082.74">13508 12401 330 0,'0'0'6'0,"0"-10"2"0,0 10 0 15,-2-15 0-15,0 8 2 16,-2-6-1-16,2 1 0 16,2-5 0-16,-3 2-6 15,1-3-3-15,-1 3-2 0,3-6-6 16,0 3-10-16,-2-2-15 15,0 0-23-15,2 3-18 16</inkml:trace>
  <inkml:trace contextRef="#ctx0" brushRef="#br3" timeOffset="152583.51">13469 11972 326 0,'0'0'5'15,"0"0"2"-15,-1-10 0 16,1 10 1-16,-3-12 0 0,-1 2 1 15,4-2-1-15,-5-2-1 16,5-3-11-16,-3-2-5 16,3-1-7-16,0-1-1 15,5-2 1-15,-2 1-1 0,-3-1 0 16,4 3 2-16,-4 0 6 16,0 3 6-16,0 0 7 15,0-6 2-15,0 9 5 16,0-1 2-16,-2 0 0 0,0-2 2 15,2 2-1-15,-3 0 0 16,-2 0-1-16,5 5-2 16,-2-7-2-16,0 2-4 15,2 0-1-15,-3-2-2 0,1 1-1 16,-1-1-3-16,3 1-4 16,0-2-4-16,0 1-6 15,-3-1-3-15,3-2-3 16,0 3 0-16,-2-5 1 0,2 2 2 15,-3 0 6-15,1 2 10 16,-1-4 10-16,1 5 8 16,0 0 4-16,-1-1 3 15,-2 3 1-15,3 0-1 0,0 5-2 16,-4-2-4-16,3 2-5 16,-1 1-4-16,4-1-2 15,-3-2-5-15,3 4-7 16,-2-8-12-16,2 5-19 0,0 1-35 15,0-5-4-15</inkml:trace>
  <inkml:trace contextRef="#ctx0" brushRef="#br3" timeOffset="152733.49">13382 10733 325 0,'0'0'4'0,"0"0"0"15,-3-9 1-15,3 9 0 16,-6-15-1-16,6 15 0 0,-4-20-3 15,1 10-5-15,1-2-12 16,-1-6-27-16,6 6-25 16,-1-3-5-16</inkml:trace>
  <inkml:trace contextRef="#ctx0" brushRef="#br3" timeOffset="152900.78">13369 10375 236 0,'0'0'3'0,"0"0"-2"0,-3-18 1 16,3 18 0-16,-5-10-1 16,5 10 0-16,-2-17-1 15,2 7-5-15,-2 0-14 16,-1-3-27-16,3 13-13 0</inkml:trace>
  <inkml:trace contextRef="#ctx0" brushRef="#br3" timeOffset="154550.09">13295 10216 322 0,'0'0'6'0,"0"0"2"0,0 0 1 16,0 0 0-16,0 0 2 16,0-8-2-16,0 8 1 15,0 0 0-15,14-9-7 16,-3 3-6-16,5 4-12 16,2-6-15-16,1-6-33 15,9 7-11-15</inkml:trace>
  <inkml:trace contextRef="#ctx0" brushRef="#br3" timeOffset="158168.32">16599 12426 184 0,'0'0'4'15,"0"0"3"-15,0 0 2 0,0 0 3 16,0 0 4-16,0 0 2 16,0 0 0-16,0 0 3 15,0 0-1-15,0 0 0 0,0 0-3 16,0 0-2-16,0 0-3 15,0 0-2-15,0 0-2 16,0 0-3-16,0-10-3 16,13 5-1-16,1-5-2 15,11-2 1-15,5-4 0 0,7-1 1 16,5-5-2-16,11-5-5 16,2-1-16-16,-3-4-44 15,3 10-6-15</inkml:trace>
  <inkml:trace contextRef="#ctx0" brushRef="#br3" timeOffset="158949.98">16629 11945 179 0,'0'0'3'0,"0"0"3"15,0 0 1-15,0 0 4 16,9-5 3-16,2 0 0 0,3 0 2 16,6-7-1-16,6 0-2 15,8-4-3-15,6 2 0 16,2-9-19-16,13-4-45 15,7 2-9-15</inkml:trace>
  <inkml:trace contextRef="#ctx0" brushRef="#br3" timeOffset="159616.9">16564 11512 188 0,'0'0'8'0,"0"0"2"16,0 0 3-16,0 0-2 15,0-11 3-15,0 11 2 16,0 0 2-16,15-9 1 15,-2 6-7-15,7-4-3 16,2-1 1-16,10-4-4 0,0-6-14 16,16-6-37-16,7 4-20 15</inkml:trace>
  <inkml:trace contextRef="#ctx0" brushRef="#br3" timeOffset="160200.01">16532 11098 233 0,'0'0'7'0,"0"0"2"15,0 0 2-15,2-13 3 0,-2 13 2 16,18-12 0-16,-3 0 1 16,5-6-2-16,5 3-6 15,7-7-2-15,7 3-8 16,4-11-18-16,4 2-47 15,13 0-5-15</inkml:trace>
  <inkml:trace contextRef="#ctx0" brushRef="#br3" timeOffset="160866.49">16537 10538 285 0,'0'0'4'16,"0"0"3"-16,0 0 0 0,0 0 2 16,0 0 1-16,0 0-1 15,0 0 1-15,0 0 1 16,7-6-3-16,6 2-2 15,4-6-1-15,13-2-1 0,2-3-1 16,15-10-6-16,4-4-21 16,13-1-44-16,8-1-4 15</inkml:trace>
  <inkml:trace contextRef="#ctx0" brushRef="#br3" timeOffset="161450">16502 10072 246 0,'0'0'6'0,"0"0"2"16,0 0 3-16,0 0 11 15,0 0-8-15,0 0 0 16,5-3-1-16,5-1-4 16,5-4-3-16,8-2-1 0,7-5-1 15,7-2-6-15,15-5-21 16,13-6-42-16,4 1-5 15</inkml:trace>
  <inkml:trace contextRef="#ctx0" brushRef="#br3" timeOffset="162149.7">16484 9478 181 0,'0'0'5'0,"0"0"4"16,0 0 5-16,11-10 2 0,1 2 2 16,5 1 1-16,11-6-1 15,9-1-12-15,10-4-53 16,13-2-10-16</inkml:trace>
  <inkml:trace contextRef="#ctx0" brushRef="#br3" timeOffset="165116.73">13361 10300 107 0,'0'0'1'0,"0"0"1"0,0 5 1 15,0-5-1-15,0 0 0 16,0 0 3-16,0 0 0 15,0 0-2-15,0 0 0 0,0 0-1 16,0 0 0-16,5 7 1 16,-5-7-2-16,13 0-1 15,-1 0 1-15,0 0 0 16,11-5 2-16,0 1-2 0,6-4 2 16,4 0-1-16,6-5 1 15,1 0-1-15,7-5-2 16,3 3-2-16,7-2-7 15,2-3-9-15,9-4-2 16,2 6-4-16,1-7 3 0,4 2-1 16,0-2 1-16,5 4 4 15</inkml:trace>
  <inkml:trace contextRef="#ctx0" brushRef="#br3" timeOffset="169382.93">13426 10265 11 0,'0'0'18'0,"0"0"12"16,0 0 8-16,-5-4 8 15,5 4 3-15,0 0 1 16,0 0 0-16,0 0-1 0,0 0-17 16,0 0-10-16,0 0-8 15,0 0-5-15,7-5-4 16,6 5-3-16,4 0-2 15,8 0 1-15,8 1 0 16,4 3-2-16,5-4-5 0,5 2-9 16,-2 0-28-16,2-2-31 15,3 6-4-15</inkml:trace>
  <inkml:trace contextRef="#ctx0" brushRef="#br3" timeOffset="169533.46">14137 10325 290 0,'0'0'2'0,"0"0"1"16,0 0-1-16,13-5 0 15,-13 5-2-15,14-5-10 16,-4 2-23-16,0 3-28 0,7 0-5 16</inkml:trace>
  <inkml:trace contextRef="#ctx0" brushRef="#br3" timeOffset="169683.07">14430 10325 353 0,'0'0'4'0,"0"0"2"0,10 0 0 16,-10 0 0-16,9 0-3 16,-9 0-6-16,11 0-17 15,-11 0-43-15,12 9-9 0</inkml:trace>
  <inkml:trace contextRef="#ctx0" brushRef="#br3" timeOffset="172916.29">13346 10147 209 0,'0'0'5'0,"0"0"5"0,0 0 4 15,0 0 2-15,0 0 4 16,0 0 2-16,0 0 3 15,-10-5 0-15,10 5-2 16,0 0-4-16,0 0-6 0,0 0-3 16,0 0-3-16,0-8-6 15,8 6-6-15,5-4-4 0,-1 4-6 16,7-8-6-16,5 3-15 16,5 4-30-16,-2-11-13 15</inkml:trace>
  <inkml:trace contextRef="#ctx0" brushRef="#br3" timeOffset="173066.77">13720 9953 317 0,'0'0'6'0,"0"0"2"0,0 0 2 15,0 0 1-15,0 0 2 16,0 0-2-16,0 0 0 0,0 0 0 16,0 0-6-16,12-2-6 15,-12 2-9-15,22-13-29 16,3 6-32-16,-1-3-5 15</inkml:trace>
  <inkml:trace contextRef="#ctx0" brushRef="#br3" timeOffset="173233.31">14074 9768 362 0,'0'0'3'16,"0"0"2"-16,0 0-2 15,0 0 0-15,0-13-1 0,0 13 0 16,0 0 1-16,0 0-5 15,13-15-7-15,-5 12-12 16,3 1-23-16,3-2-25 0,0-2-6 16</inkml:trace>
  <inkml:trace contextRef="#ctx0" brushRef="#br3" timeOffset="173399.98">14449 9589 312 0,'0'0'9'0,"0"0"2"16,0 0 2-16,0 0-1 15,0 0 2-15,0 0-1 16,3-13-1-16,-3 13 0 16,10-7-9-16,0 2-9 15,-10 5-6-15,23-14-12 0,-2 4-31 16,7-4-18-16</inkml:trace>
  <inkml:trace contextRef="#ctx0" brushRef="#br3" timeOffset="173566.96">14907 9359 396 0,'0'0'4'16,"0"0"1"-16,0 0 0 16,0 0 2-16,0 0-1 15,0 0-1-15,0 0 0 0,0-13 0 16,0 13-5-16,0 0-10 16,13-4-8-16,-13 4-26 15,17-8-30-15,0 0-5 16</inkml:trace>
  <inkml:trace contextRef="#ctx0" brushRef="#br3" timeOffset="173733.1">15215 9200 366 0,'0'0'5'0,"0"0"2"16,0 0 2-16,0 0 0 0,0 0 0 16,0 0 1-16,0 0-2 15,0 0 0-15,0 0-4 16,0 0-6-16,9-5-8 0,-9 5-9 15,14-2-11-15,-2 0-27 16,3-1-18-16,2-4-5 16</inkml:trace>
  <inkml:trace contextRef="#ctx0" brushRef="#br3" timeOffset="173901.86">15446 9091 331 0,'0'0'5'0,"0"0"2"15,-2 5 3-15,2-5 0 16,0 0 4-16,-8 10 0 15,8-10 0-15,0 0 0 16,0 0-6-16,-10 7-2 0,10-7-3 16,0 0-1-16,0 0-7 15,0 0-7-15,0 0-28 16,10 5-34-16,-10-5-3 16</inkml:trace>
  <inkml:trace contextRef="#ctx0" brushRef="#br3" timeOffset="176483.45">16458 9366 275 0,'0'0'8'0,"0"0"5"0,0 0 1 16,0 0 4-16,0 0 0 15,0 0 2-15,0 0 3 16,0 0-1-16,0 0-7 15,0 0-5-15,0 0-2 0,-8 0-1 16,8 0-3-16,-8 0 0 16,8 0-1-16,-17 0 0 15,8 0 0-15,1 0 1 16,-5 0 0-16,1-3 0 0,0 2 0 16,-4 1-1-16,2-6 1 15,1 4-1-15,1-1-1 16,-4 1-1-16,2-1 0 0,-1 3-1 15,3-2 1-15,-6 2-1 16,6 0 0-16,0 0 0 16,-4 0 1-16,4 0 0 15,-1 0-1-15,1 0 1 16,0 0 1-16,-3-2-1 16,5 2 1-16,-3-4 0 0,6 4 0 15,-3-1-2-15,0-2 0 16,0 3 0-16,0-2 0 15,1-1 0-15,-4 0 0 0,1 1 0 16,-1 2 0-16,-2-2 0 16,0 2 0-16,1-3 0 15,-2 3 0-15,2-2 0 16,-2-1 0-16,4 1 0 0,0 2 0 16,-1-5 0-16,1 2 0 15,2 3 0-15,0-3 0 16,0 1 0-16,1 0 0 0,-4-1 0 15,1 3 0-15,-1-2 0 16,5-1 0-16,-4 3 0 16,2-2 0-16,0 0 0 15,0 2 0-15,2-3 0 0,8 3 0 16,-14-6 0-16,14 6 0 16,-12-1 0-16,12 1 0 15,-16-6 0-15,16 6 0 16,-14-1 0-16,14 1 0 15,-13-3 0-15,13 3 0 0,-14-5 0 16,3 5 0-16,11 0 0 16,-14-5 0-16,14 5 0 15,-18-4 0-15,18 4 0 16,-17-4 0-16,17 4 0 0,-13-4 0 16,13 4 0-16,-17-5 0 15,17 5 0-15,-15-6 0 16,15 6 0-16,-12-4 0 15,12 4 0-15,-16-6 0 0,16 6 0 16,-14-4 0-16,14 4 0 16,-18-3 0-16,18 3 0 15,-14-5 0-15,14 5 0 0,-14-3 0 16,14 3 0-16,-12-7 0 16,12 7 0-16,-9-1 0 15,9 1 0-15,-11-8 0 16,11 8 0-16,0 0 0 15,-9-3 0-15,9 3 0 0,-8-3 0 16,8 3 0-16,-9-3 0 16,9 3 0-16,-11-1 0 15,11 1 0-15,-12-6 0 16,12 6 0-16,-9-1 0 0,9 1 0 16,-11-3 0-16,11 3 0 15,0 0 0-15,0 0 0 16,-10-5 0-16,10 5 0 0,0 0 0 15,0 0 0-15,0 8 0 16,0-8 0-16,-2 8-78 16,7 1-12-16</inkml:trace>
  <inkml:trace contextRef="#ctx0" brushRef="#br3" timeOffset="178770.07">13232 10206 309 0,'0'0'8'0,"0"0"4"0,0 0 2 16,0 0 2-16,0 0 2 15,0 0 1-15,-7-5 0 0,7 5-1 16,0 0-7-16,0 0-5 16,0 0-1-16,0 0-2 15,7 0-1-15,1-2 0 16,1-1 0-16,7-2 1 16,1-3 1-16,8-1 0 0,0-2 0 15,2 2-1-15,1-6 0 16,1 0 0-16,4-2 0 15,-4 3-2-15,6-4 1 16,-3-2-1-16,5 2 0 0,-2 1 0 16,0 0 0-16,0 0 0 15,-2-1-1-15,-3 6 1 16,-1-3-1-16,-2 3 1 16,0-1-1-16,-4 3 1 15,2 3 0-15,-2-4-1 0,-4 2 1 16,3-6 0-16,1 5-1 15,-1 0 1-15,0-5-1 0,1 4 1 16,2-6-1-16,-1 3 0 16,3 2 0-16,-1-3 0 15,1 0 0-15,0 2 0 16,1 2 0-16,-1-3 0 16,-3 3 1-16,1-2-1 0,0 4 0 15,-2-2 0-15,0-1 1 16,-4 2-1-16,4-2 0 15,-7 2 2-15,9-2-2 16,-2-1 0-16,0 1 0 0,-2-3 0 16,2 2 0-16,2 2 0 15,-2-2 0-15,2 1 0 16,1-1 0-16,-1 1 0 16,3-1 0-16,-3 1 0 0,0 1 0 15,-6 0 0-15,4 1 0 16,-6 0 0-16,0 0 0 15,-1-3 0-15,-4 3 0 16,1 3 0-16,4-3 0 0,-2 3 0 16,2-3 0-16,1 0 0 15,-2-1 0-15,5-1 0 16,1 3 0-16,-2-1 0 16,5 0 0-16,-3-2 0 0,3 2 0 15,-1 0 0-15,-1 0 0 16,0 0 0-16,-1 0 0 15,-3 3 0-15,2-3 0 0,-5 2 0 16,-2 1 0-16,0 3 0 16,-3-4 0-16,1 2 0 15,3-1 0-15,2-3 0 16,3-1 0-16,-1 3 0 16,2-3 0-16,4 1 0 0,-5 0 0 15,-1 0 0-15,-1 1 0 16,-6 1 0-16,1 5 0 15,-13 3 0-15,7-4 0 0,-7 4 0 16,0 0 0-16,0 0 0 16,0 0 0-16,0 0 0 15,-5 0 0-15,3 10 0 16,7-3-65-16,-14-2-25 16</inkml:trace>
  <inkml:trace contextRef="#ctx0" brushRef="#br3" timeOffset="180749.99">13388 10157 166 0,'0'0'7'15,"0"0"7"-15,0 0 5 16,0 0 4-16,0 0 2 0,0 0 0 15,0 0-1-15,0 0 0 16,0 0-5-16,-9-3-5 16,9 3-2-16,0 9-3 15,0 2 1-15,0 6-2 0,0 3 2 16,0 5 0-16,0 4-1 16,0 6-1-16,0 2-1 15,0 2-1-15,3 4-2 0,2 1-1 16,2 1 1-16,-2 3-2 15,2-1 1-15,1-1-2 16,-1 4 0-16,0-3 0 16,-4 6-1-16,2-2 0 0,-5-1 2 15,2 1 0-15,-2-1-1 16,0 0 1-16,0-1 0 16,0 1 0-16,-2-1 1 15,2-2-1-15,-3 0 0 16,3 0-1-16,-2-2 0 0,2 0 0 15,0-3 0-15,0-2 0 16,0-1-1-16,0 1 0 16,0 0 0-16,0-3 0 15,0 3 0-15,0 1 0 0,0-1 0 16,2 2 0-16,-2-1 1 16,0 5 0-16,0-2 0 15,-2-2 1-15,-1 3-1 0,1-3 0 16,0-2 0-16,-1 0 0 15,3-3 0-15,0-4 0 16,0 1-1-16,0-2 0 16,3 2 1-16,-1-4-1 0,0 2 0 15,1-2 0-15,-1 2 0 16,1 0 1-16,-3 1-1 16,0-1 0-16,2 0 1 15,-2 1-1-15,0-4 0 0,3 4 0 16,-3-4 0-16,0-2 0 15,0 6 0-15,3-6 0 16,-3 0 1-16,0 0-1 16,2 0 1-16,-2-2-1 15,0 0 0-15,0 3 1 0,0-3-1 16,3-2 0-16,-3 2 0 16,0-3 0-16,2 3-1 15,0-2 1-15,-2 2 0 16,3-4 0-16,-3 3-1 0,2-3 1 15,-2 4 0-15,3-1 0 16,-3 0 0-16,0 0-1 16,0 3 1-16,0 1 0 0,2-3-1 15,0-1 1-15,1 1 0 16,-2 3 0-16,6-7 0 16,-2 7 0-16,0-4 0 0,-3 6 0 15,3-5 0-15,0 4 0 16,-3-4 1-16,4 5-1 15,-4-3 1-15,3-2-1 16,0 0 1-16,0-2 0 16,0-1-1-16,-3-3 1 15,4 3-1-15,-1-2 2 0,-1-2-2 16,1 1 0-16,-2-1 0 16,1-1 0-16,-4 1 0 15,3-3 0-15,-3-1 0 0,0 2 0 16,0-4 0-16,0 0-4 15,0 0-1-15,-3 1-3 16,3-13-8-16,0 0-41 16,-7 12-27-16,7-12-2 0</inkml:trace>
  <inkml:trace contextRef="#ctx0" brushRef="#br3" timeOffset="182249.8">13320 10213 82 0,'0'0'5'0,"0"0"6"16,0 0 8-16,0 0 6 16,0 0 4-16,-11 0 3 15,11 0 4-15,0 0-1 0,0 0-2 16,-7-2-5-16,7 2-7 15,0 0-3-15,0 0-5 16,0 0-5-16,0 0-2 16,0 0-2-16,0 0-1 0,5-3-2 15,-5 3 0-15,20 3 1 16,-6-1 2-16,4 1 0 16,2 2 0-16,4-2 1 15,4 1 0-15,-1-1 0 0,3-1 0 16,5 3-2-16,-1-3 0 15,4 1-1-15,-4 0 0 16,2 1-1-16,-2 2 1 0,-1-1-2 16,-1-3 1-16,-5 3 0 15,3-2 0-15,-5 0-1 16,0-2 1-16,-1 2 0 16,-1 0 0-16,0-3 0 0,-2 0 0 15,-1 0 0 1,3 0 0-16,-6 0 0 0,6 0 0 15,-6 0-1-15,3 1 0 16,-3-1 1-16,6 0-1 16,-8 3 0-16,5-3 1 15,-3 2-1-15,0-2 0 0,-2 3 0 16,0-3 0-16,2 3 1 16,-4-3-1-16,1 2 0 15,0 0 0-15,0 1 0 16,1 2 0-16,-3-3 0 0,1 1 1 15,2-1-1-15,-1 1 0 16,2 2 0-16,-2-5 1 0,-1 2-1 16,-1-2 0-16,4 3 0 15,-4-3 1-15,1 0-1 16,-1 0 0-16,0 0 0 16,1 0 1-16,1 0-1 15,-1 0 0-15,2 0 0 16,-6 0 0-16,3 0 0 0,1 3 1 15,-2-1-2-15,-4-2 1 16,-7 0 0-16,14 4 1 16,-14-4-1-16,14 0 0 15,-14 0 0-15,12 3 0 0,-12-3 0 16,0 0 0-16,13 0 0 16,-13 0 1-16,0 0-1 15,7 3 0-15,-7-3 0 0,0 0 0 16,0 0 0-16,9 3 0 15,-9-3-2-15,0 0-2 16,0 0-6-16,0 0-19 16,16 8-52-16,-16-8 0 0</inkml:trace>
  <inkml:trace contextRef="#ctx0" brushRef="#br3" timeOffset="183399.72">14509 10347 266 0,'0'0'6'0,"0"0"5"0,0 0 4 15,-9-7 1-15,9 7 2 0,0 0-1 16,0 0-1-16,0 0 3 15,0 0-8-15,0 0-4 16,9-6-3-16,2 4-2 16,3-2 0-16,4-2-1 0,6-1 2 15,1-3 1-15,7-2 2 16,-2 0-1-16,5-4 0 16,3 0 1-16,-1 0-1 15,-2-1 0-15,2 2-1 16,2-5-1-16,-1 2-1 0,2 2-1 15,-3-2 1-15,2 3-1 16,-3-2-1-16,3 2 1 16,-4 1 0-16,0-1 0 0,-1-1-1 15,-5 4 1-15,4-1-1 16,0 0 0-16,-4-4 1 16,-3 6 0-16,1 1-1 15,0-2 0-15,1-4 1 0,-1 4-1 16,1-1 1-16,-2 4-1 15,2-6 1-15,4 0-1 16,-5 3 1-16,2-3-1 16,2-1 0-16,-1 2 1 0,2-1-1 15,-2 3 0-15,0-5 0 16,2 4 0-16,-2-2 0 16,-3 0 0-16,1 3 0 15,-3 0 1-15,-2-1-1 0,3 3 0 16,-6 0 0-16,3 0 0 15,-6 3 0-15,3-3 0 16,0 2 1-16,-3-1-1 16,3-2 0-16,-3 5 0 0,3-4 1 15,0 0-1-15,0-1 0 16,0-1 0-16,0 2 1 16,2-1-1-16,3-2 0 15,-3 2 0-15,4-1 1 0,-1 0-1 16,-1 2 0-16,1 0 0 15,0 0 0-15,-3 1 0 16,-2 2 0-16,-3-4 0 16,0 5 0-16,-4 2 1 0,-3 0 1 15,-10 4 1-15,15-8 1 16,-15 8 1-16,0 0 0 16,0 0 0-16,0 0 2 0,0 0-7 15,0 0 0-15,0 0 0 16,0 0 0-16,0 0 0 15,0 0 0-15,0 0 0 16,0 0 0-16,0 0 0 16,0 0 0-16,0 0 0 0,0 0 0 15,0 0 0-15,-10 0 0 16,-8 2-80-16,18-2-8 16</inkml:trace>
  <inkml:trace contextRef="#ctx0" brushRef="#br3" timeOffset="185216.64">14629 10278 236 0,'0'0'10'0,"0"0"2"15,0 0 3-15,0 4 1 0,0-4-1 16,0 0-2-16,0 11 1 15,0-11 0-15,0 7-8 16,0-7-4-16,0 15-1 16,0 0 1-16,0 2 0 0,0 5 2 15,2 3 0-15,0 7 1 16,0-4-2-16,1 9 0 16,3-7-1-16,-1 5-1 15,0-4 2-15,-5 0-2 0,7 0 1 16,-2-1-1-16,-3 3 1 15,4-4-1-15,-1 1 1 16,-5 2 0-16,2-4-1 0,0 1 1 16,-2 1-1-16,0-1-1 15,3 1 2-15,-3-1-1 16,0 1 1-16,0 1-1 16,0-2 1-16,0 1-1 0,-3 0 1 15,1-3-1-15,0 0 0 16,2 0-1-16,0-4 1 15,0 1-1-15,0 3 0 16,0-7 1-16,0 5-1 16,4-6 0-16,-1 6 1 0,2-4-1 15,-5-2 0-15,2 3 1 16,0-2-1-16,-2 0 0 16,0 3 1-16,0-6-1 15,0 6 1-15,0-7-1 0,0 7 0 16,0-3 1-16,0-1 0 15,0 1 0-15,0 0 0 16,0 0 0-16,0 2 1 16,0-1 0-16,0-2 0 0,0-2 1 15,0 3 0-15,0 0 1 16,0 2-3-16,0-1 2 16,0-2 0-16,0 3-1 0,0 0 0 15,0 0 0-15,0 1 0 16,0-2 0-16,0 4-1 15,0-2 1-15,0 2-1 16,0 2 0-16,0-2 0 0,0 2 0 16,0-2-1-16,0-3 1 15,3 3-1-15,-1 0 0 16,2 0 0-16,-2-3 0 16,0 0 1-16,1 1-1 15,-1-3 0-15,-2 5 0 0,3-8 1 16,-3 3-1-16,0-1 1 15,0 1 0-15,0-1 0 16,0 2 0-16,0-4 0 16,0 3 0-16,0-5 1 0,0 2-1 15,0 0 0-15,0 1-1 16,0-3 1-16,0 5-1 16,0-6 0-16,0 4 0 0,0-1 0 15,0 3 0-15,0 0 1 16,0-1-1-16,0 1 0 15,0 0 0-15,0 3 0 16,-3-4 1-16,1 6-1 16,-1 0 1-16,3-3 0 0,0 3 0 15,0 2-1-15,0-2 1 16,0 0-1-16,0 4 1 16,0-1-2-16,0 2 1 15,0-1-1-15,0 3-1 0,0 6-4 16,0-1-7-16,0 2-28 15,0 6-40-15,0-1-3 16</inkml:trace>
  <inkml:trace contextRef="#ctx0" brushRef="#br3" timeOffset="188382.95">15376 9230 317 0,'0'0'6'0,"0"0"0"16,0 0 2-16,0 0 2 15,0 0 0-15,-9 13 2 16,9-6-1-16,0 3 1 0,0 6-8 16,0 5-13-16,2 1-59 15,9 1-2-15</inkml:trace>
  <inkml:trace contextRef="#ctx0" brushRef="#br3" timeOffset="188566.63">15380 9797 405 0,'0'0'5'0,"0"0"1"15,0 0 0-15,-4 13 0 16,4-13 0-16,0 12 0 16,0-12-3-16,0 17-8 15,0-5-28-15,-5-1-43 0,5 1-2 16</inkml:trace>
  <inkml:trace contextRef="#ctx0" brushRef="#br3" timeOffset="188699.7">15405 10199 306 0,'0'0'7'16,"0"0"2"-16,0 0-1 15,-4 12-1-15,4-12-3 16,0 13-9-16,0-13-38 15,0 25-18-15</inkml:trace>
  <inkml:trace contextRef="#ctx0" brushRef="#br3" timeOffset="188866.66">15466 10786 266 0,'0'0'3'15,"0"0"-1"-15,0 14 0 0,0-14-4 16,2 20-4-16,0-8-19 16,-4 6-34-16,2 2-2 15</inkml:trace>
  <inkml:trace contextRef="#ctx0" brushRef="#br3" timeOffset="189020.61">15456 11434 11 0,'0'0'-11'0</inkml:trace>
  <inkml:trace contextRef="#ctx0" brushRef="#br3" timeOffset="189417.01">15442 11839 26 0,'0'0'3'0,"-4"9"0"15,4-1 6-15,0 7 4 0,0 0 4 16,0-1 6-16,0 8 4 15,0-1-1-15,4 1-2 16,-4-3-2-16,0 5-5 0,0-10-4 16,0 3-6-16,0 1-5 15,0-1-2-15,2-4-1 16,0 1 0-16,-2 3-4 16,3 4-16-16,-3-2 9 0,2 8 0 15,1 0-3-15,-1 1-1 16,-2 4 3-16,2-2 8 15,-2 5 12-15,0-13 22 16,0 8 0-16,0-8 7 0,0-5 5 16,0 1 1-16,0-4-3 15,-2-2-6-15,0 1-8 16,2-1-12-16,0-1-23 16,-12-3-60-16,8 6-5 15</inkml:trace>
  <inkml:trace contextRef="#ctx0" brushRef="#br3" timeOffset="190150.64">13566 13870 370 0,'0'0'7'0,"0"0"2"0,0 0 2 16,0 0-1-16,-9 0 1 15,9 0 0-15,0 0 1 16,0 0 0-16,9-10-6 16,0 5-4-16,8-3-4 0,1-2-7 15,9-2-16-15,-2 1-30 16,3-7-26-16,6 0-3 16</inkml:trace>
  <inkml:trace contextRef="#ctx0" brushRef="#br3" timeOffset="190299.95">13943 13662 391 0,'0'0'4'0,"0"0"2"16,0 0 1-16,0 0 0 16,0 0 0-16,10 0 1 15,-10 0 0-15,9 0 1 16,-1 0-6-16,7-5-5 16,3-5-8-16,1 3-19 0,11 0-49 15,-3-10-2-15</inkml:trace>
  <inkml:trace contextRef="#ctx0" brushRef="#br3" timeOffset="190450.2">14343 13441 316 0,'0'0'6'0,"0"0"1"16,0 0 2-16,0 0 0 16,0 0 1-16,14-7 2 0,-14 7-3 15,21-7-7-15,-12-1-28 16,2-2-42-16,11 0-5 15</inkml:trace>
  <inkml:trace contextRef="#ctx0" brushRef="#br3" timeOffset="190599.97">14723 13223 352 0,'0'0'7'16,"0"0"4"-16,0-9 0 15,0 9 1-15,0 0 0 0,5-13 0 16,-5 13 0-16,8-12-2 15,4 4-15-15,-2-2-25 16,-2-4-45-16,11-2-4 0</inkml:trace>
  <inkml:trace contextRef="#ctx0" brushRef="#br3" timeOffset="190750.08">15123 12906 384 0,'0'0'1'0,"0"0"2"16,0 0 2-16,0 0 0 0,0 0 1 15,0 0 1-15,11 0-2 16,-2 0-3-16,6-3-16 16,-5-6-45-16,7 1-15 15</inkml:trace>
  <inkml:trace contextRef="#ctx0" brushRef="#br3" timeOffset="190899.72">15516 12646 416 0,'0'0'2'0,"0"0"2"0,0 0-1 16,0 0 1-16,0 0 0 15,0 0 1-15,0 0-10 16,14-7-43-16,-14 7-27 0,13-5-4 16</inkml:trace>
  <inkml:trace contextRef="#ctx0" brushRef="#br3" timeOffset="192636.47">10439 16988 158 0,'0'0'5'0,"0"0"2"16,10-4 3-16,-2-1 2 15,9-6 2-15,2-1 1 0,7-7 2 16,7-6-1-16,11-7-4 15,8-5-3-15,8-8 0 16,9-7-5-16,1-5 0 16,12-2-3-16,3-1 1 0,4-2-1 15,8-3 0-15,2-1 0 16,5-1-1-16,1-6 1 16,6-3-1-16,4-1 1 15,2-5 0-15,2-2 0 0,1 5-1 16,-12-2-1-16,12 4-1 15,-1 2 0-15,-7 3-2 16,0 3 3-16,-3 5-6 16,-7-3-3-16,-1 7-3 15,4 1-14-15,-13-1-21 16,-2 9-13-16</inkml:trace>
  <inkml:trace contextRef="#ctx0" brushRef="#br3" timeOffset="193316.63">10586 16984 203 0,'0'0'3'0,"7"-10"3"15,3 0 1-15,15-5 1 16,7-5 0-16,9-7 1 0,8-7 2 16,15-11-1-16,9-5-1 15,4-5-2-15,7-7-3 16,8-4 0-16,10-3 0 0,5-9 2 15,4 0-2-15,10-12-1 16,7 3 0-16,4-4 1 16,4-1-1-16,4-4 0 0,-11 3 0 15,5 2-2-15,3 2-1 16,-15 7 0-16,-4 3-2 16,-6 8-4-16,-12 1-4 15,-4 10-11-15,2 9-19 16,-24 7-25-16,-4 2-4 15</inkml:trace>
  <inkml:trace contextRef="#ctx0" brushRef="#br4" timeOffset="200982.85">13478 10154 352 0,'0'0'10'15,"0"0"5"-15,-4-10 2 16,4 10 0-16,-13-7 1 0,3 2 0 16,0-1 1-16,0 6-1 15,-2 0-9-15,-4 3-4 16,4 7-2-16,-3 2-2 0,5 4-1 15,1 0 0-15,1 5 0 16,3 1 0-16,2-2-1 16,3-1 0-16,5-2 0 15,8-2 1-15,-1-7-1 0,4-1 1 16,0-7 0-16,5 0 2 16,-4-5 1-16,-5-5 0 15,3-5 2-15,0 1-5 16,-10-8 0-16,-3 2 0 0,-2-2 0 15,-4-1 0-15,-8 4 0 16,-4 1 0-16,-1 6 0 16,-8 4 0-16,3 6 0 15,-3 2 0-15,2 7 0 0,1 8 0 16,5 0 0-16,5 5 0 16,-4 2 0-16,11-2 0 15,5-1 0-15,3 4 0 16,7-5 0-16,5-4 0 0,3-4 0 15,1-5 0-15,3-5 0 16,4 0 0-16,-1-10 0 16,-4-5 0-16,-1-2 0 15,-4-5 0-15,-2 2 0 0,-9-2 0 16,-5-3 0-16,-2 5 0 16,-10 3 0-16,-4-1 0 15,-1 8 0-15,-5 5 0 16,-1 5 0-16,0 8 0 0,2 7 0 15,1 4 0-15,5 4 0 16,2 4 0-16,6-4 0 16,5 2 0-16,2-3 0 0,2-3 0 15,8-6 0-15,5-4 0 16,2-6 0-16,3-3 0 16,0 0 0-16,4-10 0 15,-3-2 0-15,-4-3 0 16,0 0 0-16,-7-5 0 15,-4 3 0-15,-6-1 0 0,0 3 0 16,-13 1 0-16,1 4 0 16,-6 0 0-16,1 8 0 15,-3 2 0-15,2 5 0 0,1 2 0 16,4 7 0-16,3 2 0 16,6-2 0-16,1 4 0 15,3-6 0-15,7 1 0 0,6-6 0 16,2-2 0-16,5-2 0 15,-1-3 0-15,4-10 0 16,-3-1 0-16,-3-1 0 16,-2-2 0-16,-5-2 0 15,-3 1 0-15,-4 1 0 0,-3-2 0 16,-8 7 0-16,-4 2 0 16,-3 2 0-16,-2 5 0 15,-1 0 0-15,-4 7 0 0,4 3 0 16,3 5 0-16,1-1 0 15,4 2 0-15,2 1-20 16,3-7-13-16,1-1-53 16,4 1-2-16</inkml:trace>
  <inkml:trace contextRef="#ctx0" brushRef="#br4" timeOffset="202133.26">13401 10055 378 0,'0'0'7'0,"-10"-15"2"15,1 3 2-15,-2-4 3 0,-1 3 1 16,-3-4 1-16,-5 3 0 16,3-1 0-16,-3 8-6 15,0 4-3-15,2 9-3 16,1 6-2-16,2 5-2 0,1 8 0 16,6 7-1-16,-2 5 0 15,7 3 1-15,3 2-1 16,0 0 0-16,8 0 1 15,2 1 0-15,5-9 1 0,2 1 0 16,0-9-1-16,6-1 1 16,2-5 0-16,0-4 0 15,2-11 1-15,3-3-1 0,3-4-2 16,-1-8 1-16,-2-5 1 16,0-8-1-16,-4 1 2 15,-3-7-2-15,-3 1 0 16,-8-6 0-16,-7-1 0 15,-5 0 0-15,-3-2 0 0,-11 2 0 16,-6-4 0-16,-5 7 0 16,-3 1 0-16,-4 6 0 15,0 6 0-15,-3 8 0 16,-2 7 0-16,2 4 0 0,3 12 0 16,-3 4 0-16,5 8 0 15,3 3 0-15,4 10 0 16,7-2 0-16,5 3 0 0,6 1 0 15,5 1 0-15,7-4 0 16,13 0 0-16,3-7 0 16,6-7 0-16,2-4 0 15,4-6 0-15,-1-7 0 0,-2-5 0 16,3-3 0-16,-3-9 0 16,-7-5 0-16,0-4 0 15,-5-2 0-15,-7-8 0 16,-8-1 0-16,-5-2 0 15,-5-1 0-15,-13-4 0 16,-6 4 0-16,-1 0 0 0,-5 5 0 16,-8 8 0-16,3 7 0 15,1 10 0-15,-3 5 0 16,7 13 0-16,2 6 0 16,6 10 0-16,2 4 0 0,13 7 0 15,1-2 0-15,6 1 0 16,13-4 0-16,7 1 0 0,5-8 0 15,2-6 0-15,5-7 0 16,3-8 0-16,0-7 0 16,0-1 0-16,-2-13 0 15,-4-6 0-15,-5-2 0 0,-3-8 0 16,-9 1 0-16,-6-6 0 16,-6-2 0-16,-6-2 0 15,-11 1 0-15,-3 2 0 16,-5 0 0-16,-5 10 0 15,-3 6 0-15,4 9 0 0,-5 11 0 16,6 6 0-16,4 13 0 16,3 11 0-16,1 5 0 15,10 1 0-15,6 7 0 16,4-6 0-16,9 0 0 0,7-5 0 16,5-7 0-16,2-7 0 15,9-8 0-15,-4-8 0 16,4-4 0-16,-2-11 0 15,-3-6 0-15,-4-6 0 0,-6-3 0 16,-2-7 0-16,-8 1 0 16,-7-6 0-16,-5 0 0 15,-12 1 0-15,-6 2 0 0,-6 9 0 16,-7 12 0-16,-1 5 0 16,-2 14 0-16,0 14 0 15,0 15 0-15,10 13 0 16,2 7 0-16,9 5 0 15,6 0 0-15,12-1 0 0,8-6 0 16,11-6 0-16,13-1 0 16,4-13-50-16,1-10-37 15,7-13-2-15</inkml:trace>
  <inkml:trace contextRef="#ctx0" brushRef="#br4" timeOffset="214085.73">13332 10030 193 0,'0'0'-1'16,"0"0"-17"-16,0 0-32 0,0 0-3 15</inkml:trace>
  <inkml:trace contextRef="#ctx0" brushRef="#br4" timeOffset="-205646.82">19755 7628 339 0,'0'0'6'0,"0"0"2"0,0 0 2 16,0-13 4-16,0 13 1 15,0-10 1-15,0 10 1 16,-6-13 0-16,6 13-5 15,0 0-4-15,-14-2-2 0,7 7-3 16,-10 10-1-16,1 4-2 16,-1 9-1-16,-6 4-1 15,-2 10 2-15,-4 3 1 16,2 17 1-16,2-3 0 16,2 8 0-16,4 0 1 15,3 1 0-15,4-6 0 16,3 1 0-16,9-6 0 15,9-12-1-15,6-5 1 16,5-13 0-16,7-2 0 0,6-11 1 16,1-3 0-16,3-7-4 15,0-1 0-15,-4-3 0 16,-4 0 0-16,-6 0 0 16,-3-3 0-16,-10 0 0 0,-10 3 0 15,10-1 0-15,-10 1 0 16,0 0 0-16,0 0 0 15,-5-6 0-15,-2-5-12 0,7 11-72 16,-8-6-2-16</inkml:trace>
  <inkml:trace contextRef="#ctx0" brushRef="#br4" timeOffset="-201830.52">20167 12509 257 0,'0'0'8'16,"0"0"4"-16,0 0 3 16,0 0 2-16,0 0 3 0,0 0 0 15,0 0 2-15,0 0 1 16,0 0-8-16,0 0-2 16,0 0-3-16,0 0-1 15,5-4-1-15,-5 4-1 0,17-10-1 16,-2 2 1-16,3 1-2 15,7-3 0-15,5-2-1 16,2 0-1-16,5-3-1 0,5 2 0 16,3-2-1-16,-3-2-2 15,2 4-2-15,-5 2-4 16,-2 1-9-16,-12 10-36 16,-6-8-30-16,-4 5-3 15</inkml:trace>
  <inkml:trace contextRef="#ctx0" brushRef="#br4" timeOffset="-201196.2">20050 12004 346 0,'0'0'7'0,"0"0"2"16,7-3 5-16,-7 3 2 15,16-7 1-15,-2 3 1 0,9-3 1 16,2-6 1-16,7 3-6 15,3-5-4-15,7 0-3 16,3-1-2-16,2-2-2 16,0 3-1-16,-2 2-1 0,-3 1-2 15,-5 7-1-15,-7-3-3 16,-5 8-4-16,-10 0-9 16,-2 0-41-16,-11 8-25 15,-2 5-3-15</inkml:trace>
  <inkml:trace contextRef="#ctx0" brushRef="#br4" timeOffset="-199880.27">14010 10231 331 0,'0'0'8'0,"0"0"4"16,0 0 3-16,0 0 5 16,0 0-1-16,0 0 2 0,0 0 1 15,0 0 0-15,0 0-7 16,0 0-4-16,0 0-3 16,0 9-3-16,2 1-3 15,1 11-2-15,-3 1 0 0,0 5 0 16,0 3 0-16,0 4 0 15,0 3 0-15,0 4-6 16,-5-10-15-16,0 1-62 16,3-4-4-16</inkml:trace>
  <inkml:trace contextRef="#ctx0" brushRef="#br4" timeOffset="-198146.8">19762 8013 357 0,'0'0'11'15,"0"0"2"-15,0 0 3 16,0 0 2-16,-7-9 0 0,7 9 1 16,0 0-1-16,0 0 2 15,0 0-9-15,0 0-4 16,7-5-4-16,5 5-3 16,9-2 0-16,4-1 0 0,7-3 0 15,7 2 0-15,1-1 0 16,7 0 0-16,-7 0 0 15,-1 0 0-15,-3 2 0 0,-10 1 0 16,-3 2 0-16,-7 0 0 16,-7 0 0-16,-9 0 0 15,0 0 0-15,10 0 0 16,-10 0 0-16,0 0 0 16,0 0 0-16,0 0 0 0,0 0 0 15,-10 0 0-15,10 0 0 16,-12 5 0-16,12-5 0 15,-20 3-8-15,2 2-79 16,18-5-3-16</inkml:trace>
  <inkml:trace contextRef="#ctx0" brushRef="#br4" timeOffset="-197513.18">20303 7828 446 0,'0'0'5'0,"0"0"3"0,-2-10 1 0,2 10 2 16,-5-18 0-16,3 6 1 15,2 0-3-15,0-3-9 16,0-3 0-16,2 6 0 16,5-3 0-16,6 5 0 0,2 1 0 15,5 4 0-15,0 2 0 16,2 3 0-16,1 8 0 16,-3 4 0-16,-1 3 0 15,-4 4 0-15,-4 6 0 0,-2-2 0 16,-6 10 0-16,-3-7 0 15,-8-1 0-15,-7 3 0 16,0-2 0-16,-7-3 0 16,-3-1 0-16,-2 1 0 0,-1-9 0 15,1 6 0-15,4-8 0 16,4-2 0-16,1 0 0 16,9-5 0-16,9-5 0 15,0 0 0-15,0 0 0 0,14 7 0 16,6-7 0-16,3 0 0 15,4-4 0-15,3 1 0 16,3-2 0-16,-1-1 0 0,0 5 0 16,-2-2 0-16,-6-1 0 15,-4 4 0-15,0-3 0 16,-10 3 0-16,0 0 0 16,-10 0 0-16,0 0 0 15,0 0 0-15,0 0 0 0,0 0 0 16,0 0 0-16,0 0 0 15,0 0 0-15,0 0-10 16,0 0-79-16,-5 3-4 16</inkml:trace>
  <inkml:trace contextRef="#ctx0" brushRef="#br4" timeOffset="-197180.25">20816 8095 483 0,'0'0'4'0,"0"0"3"0,0 0 2 0,0 0-1 16,2-10-8-16,-2 10 0 0,0 0 0 15,-5 6 0-15,-2 3 0 16,-8 9 0-16,-5 14 0 16,-5 11 0-16,-9 11 0 15,-12 27 0-15,-3 4-47 16,-13 3-43-16</inkml:trace>
  <inkml:trace contextRef="#ctx0" brushRef="#br4" timeOffset="-192812.18">21082 7682 303 0,'0'0'7'0,"0"0"6"0,0 0 1 15,0 0 3-15,-6 0 1 16,6 0 1-16,0 0-1 0,0 0 1 15,0 0-6-15,0 0-3 16,6 0-3-16,8 0-1 16,4 0-1-16,4 0 0 0,5 0 0 15,5-3-2-15,1 3 0 16,7-2-1-16,-5-1 0 16,2 1-1-16,-3-1 0 15,-6 1-1-15,-3-1 1 16,-5 0-1-16,-5 3 1 0,-6-2 0 15,-9 2 1-15,8 0 0 16,-8 0 0-16,0 0 0 16,0 0 1-16,0 0-1 15,0 2 0-15,-3 9 0 0,-2-1-2 16,-4 7 0-16,-1 3 0 16,-1 4 0-16,-5 4 0 15,3 7 0-15,-4 0 0 16,1 2 0-16,2-4 0 15,-2 3 0-15,7-4 0 16,-1-5 0-16,5-2 0 16,-5-7 0-16,10-6 0 0,-3-2 0 15,3-10 0-15,0 10 0 16,0-10 0-16,0 0 0 16,0 0 0-16,0 0 0 15,28 10-84-15,-28-10-2 0</inkml:trace>
  <inkml:trace contextRef="#ctx0" brushRef="#br4" timeOffset="-191713">16564 12827 228 0,'0'0'11'16,"0"0"5"-16,-2 7 4 0,2-7 4 15,0 10 0-15,0-10 0 16,0 8 1-16,0-8-1 16,0 0-10-16,0 0-6 15,0 0-4-15,0 0-7 0,0 10-8 16,0-10-17-16,0 0-44 16,0 0-3-16</inkml:trace>
  <inkml:trace contextRef="#ctx0" brushRef="#br4" timeOffset="-187130.1">12241 10437 51 0,'0'0'5'0,"0"-13"2"16,0 1-1-16,0 12-2 0,0-20-3 16,0 20 1-16,3-20 2 15,-3 20-1-15,9-13-4 16,1 13-3-16,5 0 2 15,-3 0 2-15,9-2 2 0,4 2-3 16,12-3-12-16,0-1-12 16,2 4-8-16</inkml:trace>
  <inkml:trace contextRef="#ctx0" brushRef="#br4" timeOffset="-186980.28">13225 10201 23 0,'0'0'-1'16,"0"0"-10"-16</inkml:trace>
  <inkml:trace contextRef="#ctx0" brushRef="#br4" timeOffset="-185446.8">13302 13595 253 0,'0'0'5'0,"0"0"2"0,0 0-1 0,0 0 2 16,0 0-2-16,0 0-1 16,0 0 1-16,0 0 1 15,0 0-5-15,5 0 0 0,8 0 0 16,3 0-1-16,9 0-3 16,2-2-16-16,4-8-42 15,3 2-6-15</inkml:trace>
  <inkml:trace contextRef="#ctx0" brushRef="#br4" timeOffset="-181463.27">13170 11093 73 0,'0'0'2'0,"0"0"1"15,0 0 3-15,7 0 1 16,-7 0 2-16,28-3 0 0,-1 2 2 16,1-3-2-16,14 1 0 15,0-1-3-15,13-1-15 16,2-4-35-16,10-2-2 16</inkml:trace>
  <inkml:trace contextRef="#ctx0" brushRef="#br4" timeOffset="-176696.76">21790 8066 417 0,'0'0'4'0,"0"0"2"0,0 0 1 16,0 0 1-16,-2 15 1 16,-7 7 1-16,2 10-9 0,-13 8-70 15,3 7-7-15</inkml:trace>
  <inkml:trace contextRef="#ctx0" brushRef="#br4" timeOffset="-171029.58">18877 12676 81 0,'0'0'4'0,"0"0"4"0,-7-10 0 16,7 10 5-16,-5-10-1 15,5 10 0-15,-2-17 1 0,2 6 0 16,0 11-4-16,0-17-2 16,0 17-2-16,0-14-3 15,0 14 0-15,0-18-1 0,-3 8 2 16,3 0-1-16,-3-2 1 16,3-1 1-16,0 1-1 15,-2-2 1-15,2-1 0 16,-3 0-1-16,3 2 2 0,-2-2-2 15,0 4 1-15,-3-2-1 16,2 3 0-16,-1-3-1 16,1 1 1-16,-3-1-2 15,4 1 1-15,-3-1-1 16,3 1 3-16,-1-2 2 0,1 1 1 16,-3 1 2-16,3 1 1 15,-3-1 0-15,3-2 0 16,-2 1-1-16,-1-2-2 0,3 3-1 15,-4-1-2-15,5-2-2 16,-2 1-1-16,-2-1-1 16,3 3 1-16,-4-3-1 15,1 0 0-15,1 0 0 0,-4 0 0 16,4 0 1-16,-5 3-1 16,5-4 1-16,-4 4-1 15,1-3 0-15,-2 5 1 16,0-5-1-16,2 5 0 15,0-5 0-15,0 1 0 0,-2-1 0 16,2 1 0-16,0-4 0 16,2 0 0-16,-3 2 0 15,1-1 1-15,0-1-1 0,-3 0 1 16,2 2 0-16,-2-2-1 16,3 0 1-16,-4 4-1 15,2-1 1-15,-1-3-1 16,-3 4 0-16,1-1 0 0,2-2 1 15,-5-4 0-15,3 4 0 16,-1 0 0-16,-1 0 0 16,-2-3 0-16,4 2 0 15,-2-2 0-15,-2 6-1 0,7-4 0 16,-4 6 0-16,1-5 0 16,0 1-1-16,-1 2 1 15,3 2 0-15,-3-4 0 16,1 2 0-16,-8-1 0 0,5 0 1 15,0 0-1-15,0 0 0 16,-2 1 0-16,5-4-1 16,-4 4 1-16,7-4 0 15,-1 0 0-15,-1 2-1 0,4-2 1 16,-5 3 0-16,5-2 0 16,-6 2 0-16,3-3 0 15,1 7 0-15,0-6-1 16,0 9 1-16,-1-5-1 0,0 3 0 15,0-3 0-15,-1 4 0 16,-1-4 0-16,0 3 0 16,3 0 0-16,-4-2 1 15,3 2 0-15,-3-2-1 0,6-3 0 16,-3 2 0-16,1-1 0 16,0 1 0-16,2-1-1 15,-5-1 1-15,1 2-2 0,2 1 1 16,-3 2-1-16,-4-2 0 15,4-1 1-15,-3 1 0 16,-2 5-1-16,2-6 1 16,0 1-1-16,0 1 0 0,0 3 0 15,0-6 0-15,-2 4 0 16,-1-1 0-16,4-2 1 16,-6 1 1-16,-1-1 2 15,1 0 0-15,1 1 1 16,-1-2 0-16,-2 1 1 0,4 1-2 15,-2-1 0-15,1 1 0 16,1-1-1-16,-1 1 1 16,1 1-1-16,-2 0 0 15,2 1 1-15,1-2 0 0,0 1 0 16,-1 1 0-16,4 0 1 16,-4-2-1-16,4 2 1 15,-2-2-1-15,2 2 1 16,-2 0-1-16,1 1 0 0,1-2-1 15,-1 1 0-15,-5 0 0 16,3 0 0-16,-3 3 0 16,2 0-1-16,-1 0 1 0,1-1 0 15,-2 0 0-15,3 1-1 16,2 0 0-16,-2-3 1 16,1 2-1-16,-1-2 0 15,2 0 1-15,-2 0-1 16,2 2 0-16,0 0 1 15,0 2 1-15,-4-1-1 0,6 2 0 16,-2 0 0-16,-3-3-1 16,2 3 1-16,-7 1 0 15,3-2-1-15,-5 2 1 0,8 1 0 16,-8-2 0-16,2 1-1 16,2-2 2-16,-2 2-1 15,-2 1 0-15,2-2 0 16,-1-1 0-16,2 2 0 0,-1 0 0 15,-2 1 0-15,3-3 0 16,0 4 0-16,-1 0 0 16,0-1 0-16,2 1 0 15,-4-1 0-15,3 3 0 0,-4-4 1 16,7 1-1-16,-4 0 0 16,0-2 0-16,2 3 1 15,3-5-1-15,0 4 0 0,-1-2 1 16,4 0-1-16,-5 1 0 15,5-2 0-15,-5 4 0 16,3-3 0-16,-3 2 0 16,2-1 0-16,-1 0 0 15,-2 3 0-15,0-4 0 0,-2 2 0 16,0-2 0-16,2 0 0 16,-4 0 0-16,0 3 0 15,2-3 0-15,0-1 0 0,2 4 0 16,-4 0 0-16,2-3 0 15,-4 5 0-15,2-3 0 16,-2 1 0-16,0-1 0 16,-3 1 0-16,5 2 0 15,-3-3 0-15,1-1 0 0,4 4 0 16,-3-3 0-16,3 0 0 16,-2 2 1-16,0-2-1 15,2 0 0-15,-3 0 0 0,1 1 0 16,-2 2 0-16,-3-3 0 15,0 3 0-15,0 0 0 16,-2 0-1-16,0 0 1 16,-3-3 0-16,3 3 1 0,2 0-1 15,0-1 0-15,0-2 0 16,5-1 0-16,-2-2 0 16,2 1 0-16,3 3 1 15,-3-3-2-15,0 0 1 16,0-3 0-16,0 3 1 0,-5 1-2 15,0-2 1-15,-2 2 0 16,2-2 0-16,-2 1-1 16,-3 4 1-16,0-2 0 15,1 3-1-15,-1 0 1 0,-4 0 0 16,9 0 0-16,-8 0 0 16,8 0 0-16,-5 0 1 15,5 0 1-15,0-3 0 0,-2 2 1 16,5-5 0-16,-6 1 2 15,4-1-2-15,-6 5 0 16,3-5 0-16,-5 2 0 16,4 1 0-16,1 0 0 0,-2-1-1 15,0 1 0-15,1-2 1 16,0 3-1-16,0 0 0 16,7-1 0-16,-9 0-1 15,10 3 0-15,-5 0 0 16,5 0 0-16,0 3 0 0,-3 0 0 15,6-1 0-15,0-2 3 16,0 5-1-16,4-5 1 16,1 2 0-16,2-2 0 15,3 0 2-15,2 0-2 0,-1 0 0 16,1 3-1-16,10-3 0 16,-17 2-1-16,7-2-1 15,1 2 0-15,-2 1 0 0,1-3-1 16,10 0-6-16,-12 7-5 15,12-7-39-15,-4 11-23 16,4-11-4-16</inkml:trace>
  <inkml:trace contextRef="#ctx0" brushRef="#br4" timeOffset="-169163.09">21770 8095 275 0,'0'0'8'0,"0"0"4"15,0 0 3-15,0 0 4 16,0 0 2-16,5-13 2 16,-5 13 3-16,7-7 0 0,-7 7-7 15,0 0-3-15,8-9-3 16,-8 9-4-16,0 0-1 16,5 12-2-16,-5 5-1 0,-3 3-2 15,-1 5 1-15,-5 7-1 16,0 3-3-16,-3 0 0 15,-1 2 0-15,-3 0 0 16,4-3 0-16,0-6 0 0,3 1 0 16,-2-6 0-16,6-6 0 15,0-4 0-15,1-4 0 16,4-9 0-16,0 10 0 16,0-10 0-16,0 0 0 15,0 0 0-15,0 0 0 0,0-7 0 16,0-5-45-16,0-4-41 15,4-3-2-15</inkml:trace>
  <inkml:trace contextRef="#ctx0" brushRef="#br4" timeOffset="-167780.42">22227 7697 374 0,'0'0'7'0,"0"0"4"0,0 0 3 16,2-11 1-16,-2 11 2 15,0 0-1-15,5-9 1 16,-5 9-1-16,0 0-6 16,0 0-5-16,-5 2-2 15,-2 8-2-15,-1 3-1 0,-2-2-1 16,3 5 0-16,0 2 0 15,-1-4 0-15,3 1 1 16,5-3-1-16,0 0 1 0,7 1 0 16,6-1 1-16,2-2 0 15,2 0 0-15,4 0 0 16,3 0 1-16,3 3 2 16,1 2-4-16,-3-5 0 15,0 1 0-15,-6 4 0 16,1-2 0-16,-4-3 0 15,-4 5 0-15,-11-6 0 0,-1 1 0 16,-1 1 0-16,-11-4 0 16,-1 2 0-16,-8 0 0 15,2-3 0-15,-6-1 0 16,0-2 0-16,-2-1 0 16,5-2 0-16,-5 0 0 0,6 0 0 15,1-2 0-15,6-3 0 16,2 0 0-16,12 5-54 15,-11-18-33-15,9 9-2 0</inkml:trace>
  <inkml:trace contextRef="#ctx0" brushRef="#br4" timeOffset="-167478.6">22257 7729 426 0,'0'0'6'0,"0"0"2"16,0-10 1-16,0 10 2 15,0-15 1-15,0 15 0 16,10-18 0-16,-3 9 0 16,6 1-9-16,-1-2-3 0,6 4 0 15,-2-3 0-15,5 1 0 16,-1 4 0-16,-1 1 0 15,1-1 0-15,-3 4 0 16,-1-3 0-16,-4 3 0 0,-2 0 0 16,-10 0 0-16,7 0-11 15,-7 0-16-15,10 3-58 16,-10-3-3-16</inkml:trace>
  <inkml:trace contextRef="#ctx0" brushRef="#br4" timeOffset="-167063.45">22538 7228 438 0,'0'0'3'16,"0"0"1"-16,0 0 1 16,0 0 1-16,0 0 0 0,7 10 3 15,8 2 0-15,4 5 0 16,8 8-3-16,4 8-1 16,6 6 1-16,6 8-1 15,-1 8-5-15,-1 4 0 0,-5 6 0 16,-4 2 0-16,-8 3 0 15,-13 10 0 1,-11-1 0-16,-11 4 0 0,-8-3 0 16,-16-4 0-16,-5 0 0 15,-11-8 0-15,-2-1 0 16,3-23 0-16,1 2 0 16,8-10 0-16,4-14 0 0,7-2-39 15,14-7-55-15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27:13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4846 7360 465 0,'0'0'2'16,"-7"-10"1"-16,7 10-1 16,-12-18 0-16,-5 11 0 15,-1-1-1-15,-7 4 0 0,-5 1 0 16,-2 6-2-16,-3 12-1 16,-5 7 0-16,5 10 0 15,0 10 1-15,8 10 0 0,5 7 0 16,12 13 0-16,7 7 2 15,3 9 0-15,13 8 1 16,2 1 1-16,5 10 0 16,-3 4 0-16,1 5 0 0,-6 3 2 15,-8 5-1-15,-4 10-1 16,0 1 1-16,-4 9 0 16,-4 7-1-16,-4 3 1 0,-1 2-4 15,-1 0 0-15,-1 1 0 16,2-1 0-16,-4-6 0 15,0-6 0-15,-1-5 0 16,4-10 0-16,-11-3 0 16,7-7 0-16,-1-10 0 0,-2-11 0 15,1-3 0-15,1-13 0 16,-1-9 0-16,-1-5 0 16,7-16 0-16,2-9 0 15,0-10 0-15,6-8 0 0,1-7 0 16,5-8 0-16,0-10 0 15,11 5 0-15,8-7 0 16,6-8 0-16,7-3 0 16,13-2 0-16,5-4 0 0,12-1 0 15,10-5 0-15,8 0 0 16,6-2 0-16,9 2 0 16,2 0 0-16,-3-2-13 0,-10 5-74 15,8-3-3-15</inkml:trace>
  <inkml:trace contextRef="#ctx0" brushRef="#br0" timeOffset="597.85">5346 7758 436 0,'0'0'5'16,"-6"-9"2"-16,6 9 1 0,-9-18 0 15,-1 11 0-15,-3-4 1 16,-1 7-1-16,-7 1 1 16,0 6-6-16,-7 12-2 15,1 8 0-15,4 6-2 16,1 5 1-16,5 3 0 15,7-2 0-15,10 1 1 16,7-5 0-16,18-8-1 16,8-7 1-16,8-3-1 15,10-10-2-15,5-3-8 0,-1-3-18 16,2-7-54-16,0 3-5 16</inkml:trace>
  <inkml:trace contextRef="#ctx0" brushRef="#br0" timeOffset="2480.57">5937 7758 411 0,'0'0'7'15,"0"0"2"-15,-2-9 2 16,2 9 0-16,-7-16 1 16,7 16 1-16,-18-14-1 0,6 8 0 15,-4 2-6-15,-1 4-3 16,-3 4-3-16,-2 7 0 16,-3 3-1-16,5 4-1 15,3 0 0-15,5 1 1 0,2 1 0 16,10-3-1-16,5-4 2 15,7-3 0-15,10-8-1 16,3-2 2-16,5-2 0 0,-3-8 1 16,5-5 1-16,-5-3-1 15,-2-4 3-15,-4 5-5 16,-5-3 0-16,-7 5 0 16,-4 6 0-16,-5 9 0 0,0 0 0 15,0 0 0-15,-5 4 0 16,-4 14 0-16,2 4 0 15,0 6 0-15,-3 1 0 16,2 3 0-16,1 1 0 16,2-2 0-16,0 2 0 0,1-9 0 15,4 3-17-15,-6 1-36 16,3-11-34-16,3-2-1 16</inkml:trace>
  <inkml:trace contextRef="#ctx0" brushRef="#br0" timeOffset="2813.96">6141 7788 451 0,'0'0'4'0,"0"0"1"0,0 0 0 16,0 0-1-16,0 12 1 16,-6-2-1-16,4 4 0 15,-3 5 1-15,-4 1-4 0,4 3-1 16,-1 2 0-16,4 3 1 15,2-3-1-15,2-5 0 16,11-3 0-16,1-7 0 16,4-3 0-16,7-7 0 0,0-2 1 15,-1-8 0-15,2-2 1 16,-6-8 1-16,-3 0-1 16,-4-5 2-16,-9 0-1 15,-4-1-1-15,-4 1 2 0,-14 0-4 16,-1 7 0-16,-6 4 0 15,-8 4-4-15,6 7-4 16,-5 3-11-16,9-2-62 16,3 12-6-16</inkml:trace>
  <inkml:trace contextRef="#ctx0" brushRef="#br0" timeOffset="3547">6846 7838 349 0,'0'0'7'0,"0"0"3"16,0 0 3-16,0 0 1 0,0 0-1 16,2 5 1-16,-2-5 2 15,16 4 0-15,-4-4-5 16,11 3-4-16,2 0-1 15,7-3 0-15,5 0-1 0,2 0 0 16,4 0-3-16,-6 0 0 16,0 0 0-16,-9 0-1 15,-3 0 0-15,-7 0-1 16,-6 0 1-16,-3 2 0 16,-9-2 0-16,9 0 0 0,-9 0 1 15,0 0 0-15,0 0-1 16,0 0 1-16,0 0-5 15,0 0-5-15,0 0-12 16,0 0-62-16,0 0-5 16</inkml:trace>
  <inkml:trace contextRef="#ctx0" brushRef="#br0" timeOffset="4131.09">7699 7661 462 0,'0'0'4'0,"4"-8"1"0,-2-2 1 16,1-1 1-16,1 1 0 15,-4 1 0-15,0-4 0 16,-7 3-1-16,-7 8-6 16,-1 2 0-16,-4 7 0 0,-4 5 0 15,3 3 0-15,1 2 0 16,-2 3 0-16,12 0 0 15,2 0-2-15,7 0 1 16,9-1 0-16,8-1 1 16,8-3-1-16,5-3 1 0,2 5 0 15,9-7 1-15,-9 4-1 16,5-6 0-16,-7 3 1 16,0-4-1-16,-9 3 0 15,-5 2 1-15,-9 1 1 16,-5-1-2-16,-4-2 0 15,-10 5 0-15,-8-8 0 16,-5 6 0-16,-10-6 0 0,-2-2 0 16,0-2 0-16,0-1 0 15,-1-2-2-15,8 0-2 16,6-5-3-16,4-2-5 0,8 2-9 16,3 5-41-16,9-6-23 15,11-1-2-15</inkml:trace>
  <inkml:trace contextRef="#ctx0" brushRef="#br0" timeOffset="4613.67">8221 7697 456 0,'0'0'4'0,"0"0"2"0,0-18 0 16,0 8 1-16,-5 0 1 16,-2-5 0-16,-7 3-1 0,0-1 2 15,-4 4-9-15,-1 6 0 16,-4 3 0-16,1 6 0 15,1 6 0-15,7 6 0 16,4 0 0-16,5 3-2 16,5 1 1-16,10-4 0 0,5-4 1 15,7-1 0-15,6-6 0 16,-3-7 1-16,5 0 0 16,-3-7 1-16,-3-4-2 15,-1 0 0-15,-8-3 0 0,0 3 0 16,-8 1 0-16,-7 10 0 15,8-10 0-15,-8 10 0 16,0 10 0-16,-8 4 0 0,3 7 0 16,-5 1 0-16,1 5 0 15,1 3 0-15,-2 2-4 16,8-2-8-16,-9-5-17 16,11-4-56-16,3-1 0 0</inkml:trace>
  <inkml:trace contextRef="#ctx0" brushRef="#br0" timeOffset="4913.71">8584 7639 477 0,'0'0'1'16,"0"0"0"-16,0 0 0 16,-8 10 0-16,0 0 0 15,-2 5 0-15,1 5-1 16,1-1 1-16,-2 6-1 0,8 0 0 15,2-2-1-15,0 1 1 16,12-6 1-16,3-8-1 16,8-3 1-16,1-5 1 15,6-2 0-15,-3-9 2 0,-1-5 0 16,-2-4 1-16,-4-5 0 16,-10-2-1-16,-5-2-4 15,-8 0 0-15,-6 2 0 0,-12 5 0 16,-6 4 0-16,2 12-17 15,-5 4-67-15,-4 8-3 16</inkml:trace>
  <inkml:trace contextRef="#ctx0" brushRef="#br0" timeOffset="5663.44">5436 8882 481 0,'0'0'4'0,"0"-6"0"0,0 6 1 16,-11-13 0-16,4 6 0 15,-5 2-1-15,-8 5-1 16,-3 0-3-16,0 5 0 16,-1 7 0-16,-4 2 0 0,6 3 0 15,2 0 0-15,8 2 0 16,9-4 0-16,3 3 0 16,10-4 0-16,13 4 0 15,4-4 0-15,3 1 0 0,5 0 0 16,-1 0 0-16,-1-3 0 15,-1 1 0-15,-10-3 0 16,0 4 0-16,-9-1 0 16,-3-3 0-16,-7 0 0 0,-3 0 0 15,-13 0 0-15,-7 3 0 16,-2-5 0-16,-10 1 0 16,-3-5 0-16,-8 1 0 15,4 0-2-15,0-5-5 0,6 0-7 16,6 0-13-16,7-6-56 15,20 6-3-15</inkml:trace>
  <inkml:trace contextRef="#ctx0" brushRef="#br0" timeOffset="6333.55">5940 8976 423 0,'0'0'6'0,"0"0"3"0,0-13 1 16,0 13 2-16,0-18 1 16,-5 8 0-16,-2-1 0 0,-9 0-1 15,3 5-12-15,-8 2 0 16,3 4 0-16,-6 0 0 16,-1 7 0-16,2 7 0 15,3-3 0-15,5 4 0 0,6 0 0 16,3-4 0-16,6 3 0 15,8-4 0-15,7-6 0 16,5-1 0-16,5-3 0 16,2-7 0-16,0-6 0 0,3 1 0 15,-8 0 0-15,3-4 0 16,-10 4 0-16,0 2 0 16,-6 3 0-16,-9 7 0 15,0 0 0-15,0 0 0 16,0 14 0-16,-2 1 0 0,-3 8 0 15,-2 4 0-15,-1-2 0 16,1 4 0-16,2 1 0 16,0-5 0-16,0 2 0 0,1-9-20 15,-5 2-65-15,9-9-4 16</inkml:trace>
  <inkml:trace contextRef="#ctx0" brushRef="#br0" timeOffset="6681.91">6135 8918 466 0,'0'0'2'0,"0"0"-1"0,-2 7 1 16,0 3 0-16,-1 2 1 16,-1 6-1-16,-1 2 1 15,0 7 0-15,1-2-2 0,2 1 0 16,2-1-1-16,6 0 1 15,6-7-1-15,0-3 1 16,8-5 0-16,3-9 1 16,2-1 1-16,-1-1 1 0,3-9 0 15,-6-8 1 1,1-2-1-16,-7-7-4 0,-2 5 0 16,-9-11 0-16,-4 8 0 15,-8-4 0-15,-6 4 0 16,-9 10 0-16,-2 1 0 0,-1 12 0 15,-4 2 0-15,5 8-24 16,5 6-61-16,0 3-3 16</inkml:trace>
  <inkml:trace contextRef="#ctx0" brushRef="#br0" timeOffset="7413.51">7736 8816 463 0,'0'0'5'0,"0"-10"0"16,0 10 3-16,-5-12 0 0,5 12 0 15,-12-15 0-15,1 10-2 16,-3 3-6-16,-2 4 0 16,-3 11 0-16,-1 4 0 15,1 8 0-15,1 2 0 16,-2 3 0-16,8 4 0 0,7-1 0 16,5-4 0-16,2 1 0 15,13-10 0-15,7-1 0 16,8-7 0-16,2-6 0 0,14-4-44 15,-1-2-39-15,4-2-4 16</inkml:trace>
  <inkml:trace contextRef="#ctx0" brushRef="#br0" timeOffset="7814.04">8191 8794 469 0,'0'0'5'15,"0"0"0"-15,0 0 2 16,0-10 0-16,0 10 0 0,-15-2-1 16,5 2-1-16,-5 5-5 15,-5 4 0-15,-3 7 0 16,4 3 0-16,-1 1 0 0,5 3 0 16,5-6 0-16,5-1 0 15,5 1 0-15,10-11 0 16,7-1 0-16,6-5 0 0,2-7 0 15,5-5 0-15,-6-4 0 16,6-3 0-16,-10 1 0 16,0-2 0-16,-8 3 0 15,-2 4 0-15,-8 4 0 16,-2 9 0-16,0 0 0 16,0 0 0-16,-7 20 0 0,2-1 0 15,1 9 0-15,-1 1 0 16,-1 3 0-16,1 1 0 15,3-1 0-15,2-7 0 0,0 2 0 16,0-9-16-16,2-4-68 16,6-1-2-16</inkml:trace>
  <inkml:trace contextRef="#ctx0" brushRef="#br0" timeOffset="9280.66">8546 8863 349 0,'0'0'8'16,"0"0"5"-16,0 0 2 15,0 0 2-15,-2-12 1 16,2 12 2-16,0 0 0 0,-8-10 0 15,8 10-7-15,-12-3-5 16,12 3-2-16,-20 11-2 16,10 6-4-16,-2-1 0 0,1 9 0 15,4 6 0-15,5-4 0 16,2 5 0-16,2-5 0 16,9 0 0-16,8-4 0 15,6-9 0-15,2-1 0 0,6-6 0 16,1-7 0-16,1-2 0 15,2-8 0-15,-7-5 0 16,0-7 0-16,-5-3 0 16,-8-5 0-16,-10-4 0 15,-7-1 0-15,-10 0 0 0,-7 1 0 16,-10 4 0-16,-8 3 0 16,3 10 0-16,-7 4 0 15,3 13 0-15,4 0 0 16,7 13-3-16,8 1-83 0,7 4-2 15</inkml:trace>
  <inkml:trace contextRef="#ctx0" brushRef="#br0" timeOffset="10397.2">9972 7628 381 0,'0'0'8'0,"0"0"0"16,-2-15 3-16,2 15 0 15,-18-10 0-15,6 7 0 0,-3 0 1 16,-7 3-1-16,4 10-6 16,-2 5-3-16,3 7-1 15,4 6-1-15,1 2-1 0,7 1 1 16,5 2-1-16,10-3 1 16,8-1 0-16,4-7 1 15,13-4 0 1,5-11 1-16,4-7 0 0,-1 0 1 15,1-15 1-15,-7-4 1 16,-5-9-1-16,-4-6 0 16,-15-4 0-16,-8-1 0 0,-8 1-1 15,-10 2 1-15,-9 1-4 16,-6 8 0-16,-3 6 0 16,-4 14 0-16,-3 4-6 15,6 13-4-15,0 14-11 16,8 13-62-16,3 9-3 0</inkml:trace>
  <inkml:trace contextRef="#ctx0" brushRef="#br0" timeOffset="10864.76">9908 8874 459 0,'0'0'4'0,"0"0"1"0,0-11 0 16,0 11 1-16,-13-10 0 15,6 10-1-15,-3 0 1 0,-3 5-1 16,-4 8-3-16,4 7-2 16,1 5 0-16,5 6-1 15,2-2 1-15,5 7-1 0,10-6 1 16,10-3 0-16,4-5-1 16,12-9 1-16,6-4 0 15,2-9 1-15,3 0-1 16,-5-12 2-16,-1-2 1 15,-11-10-1-15,-6 0 1 0,-11-5-3 16,-13-6 0-16,-7 5 0 16,-14-5 0-16,-6 7 0 15,-5 4 0-15,-5 9 0 0,-4 8 0 16,2 7-10-16,-1 13-23 16,8 14-50-16,2 3-4 15</inkml:trace>
  <inkml:trace contextRef="#ctx0" brushRef="#br0" timeOffset="11263.45">10085 10293 499 0,'0'0'1'0,"0"0"1"16,0 0-1-16,0 0 1 15,4 7 0-15,-1 11 2 16,-1 4-4-16,-2 10 0 0,0 5 0 16,0 10 0-16,-2 5 0 15,-1 8-7-15,-7 15-64 16,3-22-16-16</inkml:trace>
  <inkml:trace contextRef="#ctx0" brushRef="#br0" timeOffset="11963.72">5825 10535 418 0,'0'0'4'0,"0"0"0"0,0 0 2 16,-12-10 0-16,12 10 0 0,-15 0 1 16,3 0-1-16,0 10 0 15,1 5-3-15,-1 5-1 16,0 0-2-16,6 8 0 15,6 1 0-15,2-2-1 0,12-2 1 16,7-3 0-16,12-6 0 16,7-10 1-16,4-3 0 15,6-3 0-15,3-9 2 16,-4-4-1-16,-6-8 2 16,-4 0 0-16,-11-4 0 0,-9-3 0 15,-11-1 0-15,-8 1 1 16,-13-1-2-16,-12-3-1 15,-5 4-1-15,-5 8 0 0,1 3-1 16,-6 8-2-16,6 9-3 16,-1 1-5-16,10 17-13 15,15 7-59-15,2 5-3 16</inkml:trace>
  <inkml:trace contextRef="#ctx0" brushRef="#br0" timeOffset="12450.64">8138 10263 443 0,'0'0'4'0,"0"0"2"0,0 0 1 0,0 0-1 0,0 0 0 15,-5 11 1-15,-4 5-1 16,-7 4 2-16,7 4-5 15,-3 10-1-15,3-1-2 16,6 4 1-16,3 1-1 16,12-8 1-16,9-5-1 0,15-7 0 15,1-10 0-15,7-8 0 16,4-1 0-16,3-17 1 16,0-2 0-16,-6-7 0 0,-10-8-1 15,-8 0 1-15,-15-2 0 16,-12 3 0-16,-12-1 0 15,-18 5 0-15,-13 8-1 16,-6 8-1-16,-8 5-3 0,2 9-6 16,0 0-15-16,-12 16-58 15,30-1-3-15</inkml:trace>
  <inkml:trace contextRef="#ctx0" brushRef="#br0" timeOffset="13281.12">10196 7300 265 0,'0'0'8'0,"0"0"5"0,4-5 3 15,7 5 3-15,4-3 1 16,10 2 1-16,2-5 2 16,5 2-1-16,10-2-7 15,3 2-5-15,5 0-3 0,-4 0-2 16,8 4-2-16,-10 0 0 15,0 4-2-15,-1 4-1 16,-8 5 0-16,-3 4 1 16,-9 10-1-16,-7 5 0 0,-2 11 1 15,-7 16 0-15,-7 13 0 16,-3 19 2-16,-6 16 1 16,-2 17 1-16,-1 10-1 0,-1 12 1 15,1 5-1-15,-2 5 1 16,3 0 0-16,4 0 1 15,0-2-2-15,4 2-1 16,-3-5 1-16,6 3 0 16,0-2-4-16,4 0 0 0,3-4 0 15,0 1 0-15,5-7 0 16,1-6 0-16,-1-10 0 16,-1-6 0-16,-4-14 0 15,0-8 0-15,-2-8 0 0,-3-15 0 16,-2-6 0-16,0-12 0 15,-7-5 0-15,0-9 0 16,-4-4 0-16,-1-10 0 16,-2-7 0-16,-1-4 0 0,-2-3 0 15,-8-8 0-15,-3-7 0 16,-9 0 0-16,-1 0 0 16,-6 0 0-16,-11-2 0 15,-5 2 0-15,-9 0 0 0,-5 5 0 16,-1 10 0-16,8-1-89 15,-10-1-1-15</inkml:trace>
  <inkml:trace contextRef="#ctx0" brushRef="#br0" timeOffset="24180.91">1584 8160 412 0,'0'0'7'0,"0"0"2"0,0 0 2 16,0 0 0-16,0 0 0 15,3 1 1-15,-3 10-1 16,-6 3 1-16,-4 7-7 16,1 6-2-16,-1 5-2 0,-5 3 0 15,3 2-1-15,-1 0-2 16,-2-2-4-16,2-2-8 15,1-7-12-15,-3-11-46 16,5 2-14-16</inkml:trace>
  <inkml:trace contextRef="#ctx0" brushRef="#br0" timeOffset="25046.98">1355 8168 363 0,'0'0'10'0,"0"0"3"0,0 0 1 15,0-17 1-15,0 17 1 0,0-11 0 16,0 11 0-16,5-12 0 15,-5 12-8-15,18-10-3 16,-4 10-3-16,2 2-1 16,3 8 0-16,6 0 0 0,0 10 1 15,2-4-1-15,-6 9 1 16,0 3 0-16,-8-1 0 16,-5 4 1-16,-6-2-1 15,-7 1-2-15,-7-1 0 0,-6-1 0 16,-2-6 0-16,-2-4 0 15,0-4 0-15,4-7 0 16,0-2 0-16,6-5 0 16,5-9 0-16,4-4 0 0,3-8 0 15,3-2 0-15,4-6 0 16,5-4 0-16,1-2 0 16,4-2 0-16,1 0 0 15,-3-1 0-15,2 5 0 16,1 4 0-16,-6 4 0 0,-4 9 0 15,4 0 0-15,-12 16 0 16,10-9 0-16,-10 9 0 16,10 16 0-16,-7 7 0 0,-1 0 0 15,3 9 0-15,-3 1 0 16,3 3 0-16,-2-2 0 16,1 2 0-16,2-9 0 15,1-3 0-15,3-4 0 0,2-8 0 16,6-6 0-16,2-6 0 15,-1-8-11-15,6-12-64 16,3 6-12-16</inkml:trace>
  <inkml:trace contextRef="#ctx0" brushRef="#br0" timeOffset="25263.9">1825 7677 489 0,'0'0'3'0,"0"0"1"0,0 0 0 15,0 0-1-15,5 7 0 16,-5 8 0-16,4 8-1 16,0 6-2-16,-2 6-6 15,8 11-31-15,-3 12-47 16,1 9-3-16</inkml:trace>
  <inkml:trace contextRef="#ctx0" brushRef="#br0" timeOffset="25879.99">1534 9329 452 0,'0'0'4'0,"0"0"0"0,0-7 1 16,0 7 0-16,0 0-1 16,-9-3 0-16,9 3 0 15,-10 10 0-15,9 7-3 16,1 6-2-16,1-1 0 15,11 5 0-15,-2 1 1 0,7-4 0 16,5-4 0-16,3-5 0 16,0-10 0-16,3-5 2 15,-1-3-1-15,1-9 1 0,-4-5 0 16,-2-4 0-16,1 2 0 16,-6-1 0-16,-2 3 0 15,-5 7-1-15,-10 10 0 16,10-3-1-16,-6 11 0 15,2 12 0-15,-4 4 0 0,1 6 0 16,-1 3-1-16,3-1 1 16,-3 0 0-16,1 0-1 15,-3-2 0-15,-3-5 0 16,-4-3-1-16,-6-2 0 0,-4-5-4 16,-3-1-5-16,-4-8-16 15,-14 0-56-15,16-3 0 16</inkml:trace>
  <inkml:trace contextRef="#ctx0" brushRef="#br0" timeOffset="26098.25">1922 8776 480 0,'0'0'3'0,"0"0"0"15,0 0 0-15,0 11 0 0,0 8 1 16,0 8-1-16,0 14 0 16,0 3-3-16,3 18-18 15,-1 9-64-15,5 6-3 16</inkml:trace>
  <inkml:trace contextRef="#ctx0" brushRef="#br0" timeOffset="26780.83">1562 10649 445 0,'0'0'5'0,"0"0"0"16,-10 0 2-16,10 0 1 15,-8-5 0-15,8 5-1 16,0 0 1-16,-10-5-1 0,10 5-4 16,10 0-1-16,5 4-2 15,5 0 0-15,7 0 0 16,3 2 1-16,2 1-1 16,6 3 0-16,-9 0 1 0,1 2 0 15,-10 4-1-15,-5 3 0 16,-7 3 0-16,-8 3-1 15,-16 3 0-15,-5 1 0 16,-4 4-1-16,-5-1 0 0,0-3-1 16,0-1 2-16,3-4 0 15,4-2 0-15,6-7 0 16,4 0 0-16,8-7 0 0,5-8 1 16,5 5-1-16,11-5 0 15,3-5 0-15,8-5-1 16,1-3-3-16,4-4-11 15,-14-10-60-15,16 10-8 16</inkml:trace>
  <inkml:trace contextRef="#ctx0" brushRef="#br0" timeOffset="27013.93">2079 10208 480 0,'0'0'2'0,"0"0"1"16,0 0 0-16,0 0 1 0,0 13-1 15,0 4 1-15,0 10 0 16,0 5 0-16,2 11-4 16,1 4-5-16,4 10-16 0,2 2-62 15,-4-5-4-15</inkml:trace>
  <inkml:trace contextRef="#ctx0" brushRef="#br0" timeOffset="27780.81">893 7667 356 0,'0'0'6'0,"0"0"2"0,-5-14 1 16,5 14 1-16,-9-17-2 16,0 10 1-16,-3 0 0 15,0 3 0-15,-1 4-7 16,-4 4-1-16,0 17-2 0,-6 8 0 15,4 12 0-15,-4 14 0 16,3 7 1-16,3 11 0 16,2 5 1-16,5 7 0 15,8 6 1-15,2-1-1 0,7 6 1 16,6 1-2-16,4 0 1 16,3 1 0-16,2 4 0 15,5 2-1-15,-4 8 1 0,1 4 0 16,-6 6 0-16,-3 1 1 15,-3 9-2-15,-1 4 1 16,-7 3-1-16,-1-1 0 16,-3-1 1-16,-5-4-1 0,-3-1 0 15,-2-9 0-15,1 1 0 16,-4-6 0-16,1-3 1 16,-3-1 1-16,4-7-2 15,-1-5 2-15,5-4-1 16,-6-1 2-16,4-6-1 0,-4-1 1 15,3-9-2-15,3-1 0 16,-3-9 0-16,2-4-1 16,3-7 0-16,0-11-1 0,3-8-1 15,2-10-1-15,0-11 0 16,5-5 0-16,4-12 0 16,9-3 1-16,7-8 0 0,3-7 0 15,8-2-1-15,7-8-6 16,4-2-21-16,8 0-46 15,1-6-2-15</inkml:trace>
  <inkml:trace contextRef="#ctx0" brushRef="#br0" timeOffset="28597.22">1941 7463 311 0,'0'0'3'0,"0"0"1"16,0 0 1-16,0 0 1 15,0 0 2-15,0 0 1 16,10 0 1-16,8 0 3 0,5 0-3 15,11-2-1-15,3-1 1 16,9 3-3-16,5 0-1 16,2 3-1-16,-1 8-1 15,-8 5-2-15,-2 9 0 0,-12 12 0 16,-10 13 0-16,-4 11 0 16,-9 16 0-16,-7 10 0 15,-5 12 2-15,-6 15-2 0,2 3 1 16,2 7-2-16,4 4 1 15,1 3 0-15,2 1-1 16,5 2 0-16,7 0-1 16,3-3 0-16,2-1 0 15,3-5 0-15,3 0 1 0,-2-5-1 16,4 1 0-16,2-4 0 16,1 0 0-16,-4-1 1 15,2 1 0-15,-4-3-1 0,-2-3 1 16,-5 0 0-16,-5-4-1 15,-5-4 1-15,-2 0 0 16,-3-9 0-16,-5-5 1 16,-2-5-1-16,-6-6 1 0,1-5 0 15,-2-8 0-15,0-8 0 16,1-8-1-16,1-4 0 16,0-9 0-16,1 0 0 15,2-7-1-15,-1-4 1 16,0-2-1-16,-1-4 1 0,0 1 0 15,-7-5 1-15,0-5 0 16,-6-3 0-16,-1-2 2 16,-9-5-1-16,-4-3 0 15,-2-9-4-15,-2-10-7 0,5-10-17 16,-3-8-56-16,7-15-4 16</inkml:trace>
  <inkml:trace contextRef="#ctx0" brushRef="#br0" timeOffset="28830.95">3155 9755 508 0,'0'0'3'0,"0"0"-3"15,0 0 0-15,0 0 0 16,0 0 0-16,0 0 0 15,0 0 0-15,0 0 0 0,0 0 0 16,21-12 0-16,-3 0 0 16,7 2-60-16,7 0-28 15,3 5-1-15</inkml:trace>
  <inkml:trace contextRef="#ctx0" brushRef="#br0" timeOffset="28929.92">3273 9965 478 0,'0'0'1'16,"0"0"1"-16,0 0 0 15,16 9 0-15,4-9-2 16,6-11-22-16,19-3-57 0,15-17-3 16</inkml:trace>
  <inkml:trace contextRef="#ctx0" brushRef="#br0" timeOffset="30098.95">11649 7378 423 0,'0'0'6'0,"0"-18"3"15,0 5 2-15,0-2 0 0,0-4 2 16,-5 1-1-16,-4-2 0 15,-9 3 0-15,-4 8-10 16,-16 6-2-16,-4 7 0 16,-4 12 0-16,-4 10 0 15,-3 7 0-15,2 11 0 0,-1 6 0 16,14 7 0-16,8-1 0 16,10 12 0-16,15 4 0 15,5-1 0-15,12 4 0 16,13 4 0-16,5 5 0 15,5 6 0-15,2 4 0 0,3 3 0 16,-8 4 0-16,-2 8 0 16,-8 7 0-16,-7 6 0 15,-5 1 0-15,-8 7 0 0,-6 3 0 16,-8 1 0-16,-4 5 0 16,-1-5 0-16,-1-4 0 15,2-3 0-15,3 1 0 16,1-6 0-16,3-6 0 0,5-4 0 15,1-3 0-15,3-2 0 16,0-4 0-16,0-3 0 16,0-4 0-16,0-6 0 15,3-1 0-15,1-5 0 0,-4-2 0 16,0-8 0-16,0-4 0 16,0-9 0-16,0-7 0 15,0-6 0-15,-7-3 0 16,5-11 0-16,-5-6 0 15,2-6 0-15,0-5 0 0,-1-4 0 16,6-13 0-16,-5 9 0 16,5-9 0-16,0 0 0 15,0 0 0-15,0 0 0 0,0 0 0 16,0 0 0-16,0 0 0 16,0 0 0-16,0 0 0 15,0 0 0-15,0 0 0 0,0 0 0 16,11-5 0-16,3 1 0 15,4-4 0-15,6-2 0 16,6-2 0-16,8-1 0 16,4 1 0-16,4 0 0 15,-2-3 0-15,0 7 0 0,-6-4 0 16,-6-6-77-16,-2 18-11 16</inkml:trace>
  <inkml:trace contextRef="#ctx0" brushRef="#br0" timeOffset="31546.78">17128 4107 274 0,'0'0'6'0,"-5"-15"0"0,-2 5 1 15,-8-2 1-15,-7-1 1 16,-8-2 4-16,-8-1 1 16,-9-4 3-16,-8 9-3 15,-9 0-3-15,-5 5 0 16,-7 4-1-16,-2 2-1 0,-10 8-4 15,-4 0-2-15,1 10-2 16,-4 2 0-16,3 7-1 16,-2 4 0-16,0 2 0 0,2 5 1 15,4 4 0-15,6 5 0 16,6 6 0-16,0 3 0 16,10 6 0-16,6 3-1 0,4 10 1 15,13-2 0 1,6 4-1-16,9 0 0 0,8 4 0 15,10-1 1-15,10-1 1 16,8 0 0-16,14-2 0 16,6 0 2-16,16-2 1 0,4-4 0 15,14 2 0-15,7-7 0 16,11-1 0-16,5-7 0 16,3 0 0-16,10-6-3 15,1-3 1-15,7-7-1 16,4-1 1-16,-1-5-2 15,8-6 1-15,-2-5-1 0,-1-5 0 16,0-6 0-16,-2-4 0 16,-7-10 1-16,-1-2 0 0,-3-11 0 15,-6-5 1-15,-6-7 0 16,-1-6 0-16,-7-7-1 16,-4-1 0-16,-3-5 0 0,-3-8-2 15,-11-5 0-15,-4-5 0 16,-4-3 0-16,-2-9 0 15,-3-3 0-15,-4-4-2 16,-6-1 1-16,-2-3 0 16,-1 6 1-16,-1 2 1 0,-6 3-1 15,-4 5 3-15,-4 7-3 16,-6 0 0-16,-6 5 0 16,-7-1 0-16,0 2 0 15,-7 2 0-15,-6-4 0 0,-2 4 0 16,-2-1 0-16,-3 1 0 15,-2 2 0-15,-8 0 0 16,-5 5 0-16,-7-3 0 16,-10 6 0-16,-8 4 0 0,-9 1 0 15,-6 6 0-15,-4 1 0 16,-8 9 0-16,-5 3 0 16,-3 11 0-16,-7 4 0 0,-7 5 0 15,-6 8 0-15,-6 12 0 16,-6 2 0-16,3 12-4 15,-5 7-36-15,9-2-46 16,21 2-2-16</inkml:trace>
  <inkml:trace contextRef="#ctx0" brushRef="#br0" timeOffset="36180.56">11881 7590 349 0,'0'0'7'0,"0"0"5"0,0 0 1 16,0 0 4-16,0 0-2 0,0 0 1 16,0 0-1-16,0 0 2 15,0 0-7-15,9-2-3 16,4 2-2-16,2 0-1 0,7 0 0 16,6 0 0-16,2 0 1 15,4 0-1-15,1-3 0 16,0 0-1-16,-1-4-3 15,-1 2 0-15,-8-2 0 16,-3 1 0-16,-3 2 0 0,-3 1 0 16,-7 2 0-16,-9 1 0 15,16-7 0-15,-16 7 0 16,0 0 0-16,0 0 0 0,0 0 0 16,0 0 0-16,0 11 0 15,0-1 0-15,-5 2 0 16,-1 8 0-16,1 3 0 15,-2 2 0-15,0 4 0 16,0-2 0-16,-1 5 0 0,3-5 0 16,0 1 0-16,0-4 0 15,0-2 0-15,0-1 0 16,0-4 0-16,2-5 0 0,-1 0 0 16,1-2 0-16,3-10 0 15,-2 10 0-15,2-10 0 16,0 0 0-16,0 0 0 15,0 0 0-15,0 0 0 0,0 0 0 16,0 10-77-16,0-10-12 16</inkml:trace>
  <inkml:trace contextRef="#ctx0" brushRef="#br0" timeOffset="36999.83">11931 9044 460 0,'0'0'5'0,"0"0"2"15,0 0 2-15,0 0 2 16,0 0 0-16,0 0-3 16,5-7-8-16,-5 7 0 0,9-18 0 15,1 9 0-15,3-4 0 16,4 1 0-16,0-1 0 15,6 6 0-15,1-1 0 16,1 6 0-16,0 2 0 0,0 0 0 16,-6 10 0-16,-1 5 0 15,-6 5 0-15,-3 2 0 16,-7 5 0-16,-2 5 0 0,-11-2 0 16,-5 5 0-16,-7 0 0 15,-2-1 0-15,1-2 0 16,-4-3 0-16,8-4 0 15,0-2 0-15,8-9 0 16,2 2 0-16,10-8 0 0,0-8 0 16,19 4 0-16,4-4 0 15,2-4 0-15,7-4 0 16,1 0 0-16,6 0 0 16,-9-4 0-16,9 5-22 0,0 2-66 15,-15 0-4-15</inkml:trace>
  <inkml:trace contextRef="#ctx0" brushRef="#br0" timeOffset="37579.93">11977 10233 474 0,'0'0'3'0,"0"0"2"0,0 0 2 0,0 0-1 15,0-7 1-15,0 7 2 16,-7 0-9-16,7 0 0 16,-18 5 0-16,9 4 0 0,-3 7 0 15,1-1 0-15,4 1 0 16,0 2 0-16,1-1 0 15,6 1 0-15,3-1 0 16,9 1 0-16,6-6 0 16,4 2 0-16,0-1 0 0,6 2 0 15,-3-2 0-15,0 1 0 16,-6-4 0-16,1 5 0 16,-8-3 0-16,-4 3 0 0,-3 1 0 15,-5-5 0-15,-2 4 0 16,-6 0 0-16,-4-2 0 15,-4-1 0-15,-3 1 0 16,1-1 0-16,-3-8 0 0,0 3 0 16,-6-4-52-16,0-6-37 15,4-8-1-15</inkml:trace>
  <inkml:trace contextRef="#ctx0" brushRef="#br0" timeOffset="37747.69">11900 10204 467 0,'0'0'5'16,"0"0"2"-16,15-3 1 0,-3-2 0 15,9-4 1-15,1-4-2 16,3-2-7-16,10-2 0 16,-3-11 0-16,3 4-85 15,4-4-2-15</inkml:trace>
  <inkml:trace contextRef="#ctx0" brushRef="#br0" timeOffset="38813.81">12465 7320 383 0,'0'0'6'0,"0"0"3"0,-8-13 1 16,8 13 2-16,-8-15 0 15,8 6 1-15,0-3 1 16,0-1 0-16,6-2-6 0,6 3-3 15,8-1-1-15,7 4-2 16,8-1-1-16,7 4 0 16,2 4 0-16,9 2-1 15,-3 2 0-15,2 11 1 0,-10 9 0 16,-7 10-1-16,-5 13 1 16,-13 10-1-16,-9 19 1 15,-8 8 0-15,-5 15 0 16,-8 3 1-16,-1 17 0 0,-2 2 1 15,4 3 0-15,-1 1-3 16,6 1 0-16,2 2 0 16,5-2 0-16,3 3 0 15,4-3 0-15,1 0 0 0,-1-5 0 16,-2-3 0-16,-3-2 0 16,-2 0 0-16,0-2 0 15,0-9 0-15,-4 0 0 16,-4-5 0-16,0-2 0 0,1-2 0 15,-3-9 0-15,6-3 0 16,-5-5 0-16,5-5 0 16,-1-11 0-16,2-1 0 15,3-8 0-15,0-4 0 0,0-7 0 16,0 1 0-16,5-2 0 16,-5 0 0-16,3-6 0 15,-1 3 0-15,0-5 0 16,1 0 0-16,-3-4 0 0,3 1 0 15,-3-1 0-15,3-3 0 16,-3 5 0-16,2-3 0 16,-2 0 0-16,0 0 0 0,0 0 0 15,0-2 0-15,2-2 0 16,-2-7 0-16,0 4 0 16,0-2 0-16,0-3 0 15,-2-3 0-15,0 1 0 16,2-1 0-16,-6-5 0 0,3 6 0 15,1-4 0-15,0 2 0 16,-3-4 0-16,5-7 0 16,-7 15 0-16,7-15 0 0,-8 10 0 15,8-10 0-15,0 0 0 16,-15 5 0-16,5-5 0 16,-5-4 0-16,-4-2 0 15,-6 1 0-15,-12 0 0 0,-11 2 0 16,-7 3 0-16,-10 3 0 15,3 7 0-15,0 0 0 16,16 10 0-16,0 2-70 16,12-12-23-16</inkml:trace>
  <inkml:trace contextRef="#ctx0" brushRef="#br0" timeOffset="40446.87">1010 13974 443 0,'0'0'3'0,"0"0"1"0,0 0 1 16,0 0 0-16,10 0 0 15,-10 0 1-15,20-3-1 16,-6-2-2-16,9 0-9 16,-5-2-20-16,-4 0-56 0,14-1-1 15</inkml:trace>
  <inkml:trace contextRef="#ctx0" brushRef="#br0" timeOffset="40596.82">1042 14140 415 0,'0'0'1'0,"0"0"1"16,0 7 0-16,0-7 0 16,20 2 1-16,0-2-7 15,-2 0-41-15,14-9-28 16,7-6-5-16</inkml:trace>
  <inkml:trace contextRef="#ctx0" brushRef="#br0" timeOffset="41880.68">2123 12218 385 0,'0'0'6'0,"2"-10"2"0,-2 2 3 16,0-3 1-16,-7 0 0 15,-2-2 1-15,-7 1-1 16,-9 2 1-16,-5 3-5 15,-4 4-3-15,-6 3-3 16,-2 8 0-16,-1 2-1 0,-2 4 0 16,3 6-1-16,5 5 0 15,5 0-1-15,5 2 1 16,4 5-1-16,8 6-1 16,6 1 1-16,6 8 0 0,3 5-1 15,10 3 1-15,4 9 0 16,4 5 1-16,7 8 0 15,-3 4 0-15,3 12 1 16,0 4-1-16,-2 4 1 0,-4 8 0 16,1 0 2-16,-4 2-1 15,-7 3 1-15,-2 2 3 0,-2 4-1 16,-5-4 1-16,0 0-4 16,0 3-2-16,-5 5 0 15,1-2 0-15,-4-1 0 16,4 0 0-16,-2-5 0 15,-1-1 0-15,-1 1 0 0,6-7 0 16,-4 0 0-16,2-10 0 16,1 0 0-16,1-4 0 15,2-6 0-15,0-5 0 16,0-3 0-16,0 1 0 0,2-5 0 16,1-2 0-16,1-1 0 15,0 0 0-15,0-5 0 16,-4 1 0-16,3-5 0 15,-3-7 0-15,0 3 0 0,0-5 0 16,0-2 0-16,0-1 0 16,-3-2 0-16,3-3 0 15,-8-1 0-15,4 0 0 0,-1-8 0 16,0-2 0-16,0-7 0 16,0-3 0-16,3-7 0 15,2-4 0-15,-3-4 0 16,3-12 0-16,0 9 0 15,0-9 0-15,0 0 0 0,0 0 0 16,0 0 0-16,0 0 0 16,0 0 0-16,0 0 0 15,5-9 0-15,-5 9 0 16,20-12 0-16,-5 1 0 0,5-1 0 16,10-1 0-16,2-1 0 15,5-1 0-15,5 0 0 16,6 1 0-16,1 1 0 15,3 5 0-15,-2 4 0 0,-3-1 0 16,-4 5 0-16,-6 0 0 16,-7 0 0-16,-8 5 0 15,-5-1 0-15,-7-1 0 16,-10-3 0-16,8 5 0 16,-8-5 0-16,0 0-34 0,0 0-54 15,0-5-3-15</inkml:trace>
  <inkml:trace contextRef="#ctx0" brushRef="#br0" timeOffset="45030.65">2635 12772 454 0,'0'0'4'15,"0"0"0"-15,0 0 2 0,0 0 0 16,-5-2-1-16,5 2 1 15,-13 0 0-15,0 5 0 16,4 3-4-16,-3 4-1 16,2 2-2-16,-3 11 1 0,5 0 0 15,4 7 0-15,4-2 0 16,0 2-1-16,7-2 2 16,11-1-1-16,-1-6 0 15,8-8 0-15,2-3 0 0,6-9 0 16,-1-3 0-16,5-7 1 15,-5-6 1-15,3-7 0 16,-8 1 2-16,1-9-1 16,-8-2-3-16,-6 1 0 0,-3-4 0 15,-8-1 0-15,-8-2 0 16,-11 4 0-16,-7 3 0 16,-6 2 0-16,-3 10 0 0,-3 9 0 15,-5 8 0-15,8 8-36 16,2 12-51-16,5 7-4 15</inkml:trace>
  <inkml:trace contextRef="#ctx0" brushRef="#br0" timeOffset="47229.88">3964 12849 48 0,'0'0'6'0,"0"0"4"16,-2-12 7-16,2 12 9 16,0 0 2-16,0 0 4 15,-5-12 4-15,5 12 1 0,0 0-4 16,0 0-3-16,0 0-5 16,-10-3-5-16,10 3-3 15,0 0-1-15,0 0-1 0,0 0-2 16,0 0-2-16,0 0-1 15,0 0-1-15,0 0-1 16,0 0-2-16,-3 5-1 16,3-5-2-16,0 0-1 0,0 0 0 15,0 0-1-15,11 2 1 16,-11-2-1-16,17 3 0 16,-4-3 1-16,3 0 0 15,5 0 0-15,0 0 0 0,4-3 0 16,-1 1 0-16,5 0 1 15,-2-1-1-15,-2 3 1 16,-1-3 0-16,-3 0 0 16,1 3 0-16,-7-1 0 0,-2 1 0 15,-4-3 0-15,-9 3 0 16,12 0-3-16,-12 0 0 16,0 0 0-16,0 0 0 15,0 0 0-15,0 0 0 0,0 0 0 16,0 0 0-16,0 0 0 15,0 0 0-15,0 0 0 16,0 0 0-16,0 0 0 16,0 0 0-16,0 0 0 0,0 0 0 15,0 0 0-15,0 0-44 16,0 0-44-16,0 10-2 16</inkml:trace>
  <inkml:trace contextRef="#ctx0" brushRef="#br0" timeOffset="49463.48">4657 12512 330 0,'0'0'9'15,"0"0"5"-15,0 0 5 16,0 0 3-16,0 0 0 0,0-9 2 16,0 9 1-16,0 0 1 15,0 0-9-15,0 0-14 16,0 0-3-16,0 0 0 15,0 9 0-15,0 12 0 16,0 5 0-16,0 6 0 0,0 11 0 16,0 4 0-16,0 7 0 15,0-2 0-15,0 2 0 16,0-4 0-16,0 0 0 16,-5-10 0-16,3-3 0 0,0-8 0 15,-3-7 0-15,2-7 0 16,1-2 0-16,2-13 0 15,0 7 0-15,0-7 0 16,0 0 0-16,0 0 0 0,0 0 0 16,0-2 0-16,0 2 0 15,0 0 0-15,0-15-83 16,0 15-7-16</inkml:trace>
  <inkml:trace contextRef="#ctx0" brushRef="#br0" timeOffset="52063.72">2672 14165 373 0,'0'0'6'0,"0"0"4"0,0 0 2 16,0 0 1-16,0 0 2 16,0 0 2-16,0 0 0 15,0 0 0-15,0 0-5 0,0 0-4 16,0-10-1-16,0 10-3 15,0 0-4-15,3 10 0 16,-1-1 0-16,1 6 0 16,-1 3 0-16,0 2 0 15,7 9 0-15,-5-2 0 0,1 4 0 16,2 1 0-16,-2-1 0 16,0 2 0-16,-3-6 0 15,2 0 0-15,-2-2 0 0,-2-5 0 16,3-1 0-16,-3-6 0 15,0-2 0-15,0-11 0 16,0 9 0-16,0-9 0 16,0 0 0-16,0 0 0 0,0 0 0 15,0 0 0-15,0 0 0 16,0 0 0-16,0 0 0 16,0 0 0-16,-5-5 0 15,5 5 0-15,0 0 0 0,0 0 0 16,-8-10 0-16,8 10 0 15,0 0 0-15,0 0-41 16,0 0-46-16,0 0-4 16</inkml:trace>
  <inkml:trace contextRef="#ctx0" brushRef="#br0" timeOffset="54096.98">4601 14046 289 0,'0'0'11'0,"0"0"4"0,0 0 4 16,0 0 2-16,0 0 4 16,0 0 1-16,0 0 1 15,0 7 1-15,0-7-9 16,0 0-5-16,0 0-3 0,-8 0-5 15,8 0-6-15,-12 0 0 16,12 0 0-16,-13 5 0 16,13-5 0-16,-15 17 0 15,6-2 0-15,-2 3 0 0,4 1 0 16,-3 6 0-16,-1 2 0 16,7 1 0-16,-4 4 0 15,8-2 0-15,0-1 0 16,3-1 0-16,4-1 0 15,4-3 0-15,6-4 0 0,-2-5 0 16,7-3 0-16,0-2 0 16,-2-4 0-16,6-6 0 15,-5 0 0-15,4-3 0 16,-2-4 0-16,-1-1 0 0,-2-4 0 16,0 2 0-16,-3-3 0 15,1-2 0-15,-3 3 0 16,-1-5 0-16,-4 2 0 0,3-5 0 15,-3 1 0-15,-6-1 0 16,1-8 0-16,-5 3 0 16,-2 0 0-16,-5-4 0 15,-5 2 0-15,-1 0 0 0,-4-1 0 16,-1 3 0-16,1 6 0 16,-3-1 0-16,0 6 0 15,0 1 0-15,0 6 0 0,2-1 0 16,-3 3 0-16,1 5 0 15,-7 0 0-15,12 2 0 16,-6 5 0-16,1 6 0 16,1 2 0-16,4 2 0 15,7 6 0-15,-4-5 0 16,2 3-87-16,14-1-6 0</inkml:trace>
  <inkml:trace contextRef="#ctx0" brushRef="#br0" timeOffset="55479.16">6069 12554 404 0,'0'0'7'0,"0"0"2"0,-8-13 2 16,8 13 3-16,-4-11 2 0,4 11 1 15,-8-15 1-15,8 15-3 16,-8-7-15-16,8 7 0 16,-12 0 0-16,-3 8 0 15,5 10 0-15,-4 5 0 0,3 7 0 16,-1-1 0-16,2 6 0 15,7 0 0-15,3-3 0 16,13-3 0-16,1-6 0 0,7-3 0 16,9-13 0-16,2-2 0 15,5-5 0-15,3-7 0 16,-3-5 0-16,0-6 0 16,-4-7 0-16,-3-1 0 0,-8-5 0 15,-7-4 0-15,-8 1 0 16,-7-3 0-16,-7-3 0 15,-16 6 0-15,-3 1 0 0,-15 6 0 16,2 10 0-16,-12 9 0 16,7 8 0-16,-3 13 0 15,7 12 0-15,3 6 0 16,10 7-83-16,15 11-7 16</inkml:trace>
  <inkml:trace contextRef="#ctx0" brushRef="#br0" timeOffset="56113.74">6108 14085 477 0,'0'0'3'0,"0"0"1"0,0 0 3 16,0 0 0-16,2-13 0 15,-2 13-1-15,0 0-6 0,-4 6 0 16,-4 9 0-16,4 4 0 15,-6 6 0-15,4 7 0 16,4 6 0-16,2 1 0 16,6-4 0-16,8 2 0 0,9-9 0 15,2-6 0-15,7-10 0 16,3-7 0-16,4-7 0 16,1-13 0-16,-2-6 0 15,1-3 0-15,-9-6 0 16,-5 1 0-16,-8-6 0 0,-7 0 0 15,-10 3 0-15,-13 0 0 16,-7 7 0-16,-10 3 0 16,-4 4 0-16,-8 14 0 0,0 4 0 15,-3 10 0-15,3 9 0 16,12 11 0-16,3 9-84 16,9 1-7-16</inkml:trace>
  <inkml:trace contextRef="#ctx0" brushRef="#br0" timeOffset="56579.68">6243 15987 491 0,'0'0'1'0,"0"0"1"0,0 0 2 0,0 11 0 16,-2 3 1-16,2 7-1 15,-5 8-4-15,-1 6 0 0,1 10 0 16,0 1 0-16,-2 7 0 16,0-4 0-16,7 1-31 15,0-6-55-15,0-6-4 0</inkml:trace>
  <inkml:trace contextRef="#ctx0" brushRef="#br0" timeOffset="57414.31">3001 15729 430 0,'0'0'5'0,"0"0"2"16,-6-8 1-16,6 8 3 15,-17-3 1-15,6 3 0 16,-3 0 1-16,-4 5 0 16,1 7-13-16,-1 3 0 0,2 8 0 15,2-1 0-15,7 7 0 16,0 1 0-16,7 2 0 16,5-5 0-16,4 1 0 15,12-8 0-15,6-8 0 0,6-9 0 16,6-3 0-16,0-10 0 15,2-5 0-15,3-7 0 16,-7-3 0-16,1-2 0 16,-14-3 0-16,-1-2 0 0,-12 2 0 15,-7-3 0-15,-6 4 0 16,-13-3 0-16,-8 2 0 16,-1 3 0-16,-8 4 0 15,-2 9 0-15,6 6 0 0,-6 3 0 16,15 12 0-16,-4 4-25 15,10 11-63-15,13 2-3 16</inkml:trace>
  <inkml:trace contextRef="#ctx0" brushRef="#br0" timeOffset="58014.69">4660 15634 476 0,'0'0'3'0,"0"0"1"0,0 0 1 15,-8 4 1-15,8-4-1 16,-14 10 1-16,6 3 0 16,-2 2-6-16,3 5 0 0,0-1 0 15,7 6 0-15,0 0 0 16,4 0 0-16,7-9 0 16,8 2 0-16,6-11 0 15,2-4 0-15,3-6 0 16,5-9 0-16,-2-5 0 0,-4-8 0 15,-2 0 0-15,-5-4 0 16,-8-1 0-16,-10 0 0 16,-6-2 0-16,-14 3 0 15,-11 1 0-15,-8 6 0 0,-6 4 0 16,-5 8 0-16,2 6 0 16,-1 0 0-16,10 11 0 15,3-6 0-15,13 8-75 0,19-9-17 16</inkml:trace>
  <inkml:trace contextRef="#ctx0" brushRef="#br0" timeOffset="59112.89">6424 12178 390 0,'0'0'4'0,"0"0"0"15,0 0 1-15,0 0 0 16,0 0 2-16,3-13 1 0,6 4 1 16,7-4 2-16,8-2-3 15,3 1-1-15,8-4 0 16,8 3 0-16,4 5-2 15,3 3-1-15,-4 2-2 0,2 5 0 16,-6 12 0-16,-4 8 0 16,-8 10 0-16,-7 13 1 15,-4 11-1-15,-8 12 1 16,-2 14 0-16,-4 12 0 0,-5 14-1 16,0 8 0-16,0 12 0 15,-5 11-2-15,1 7 0 16,4 3 0-16,0 7 0 15,0 8 0-15,0-1 0 0,0 4 0 16,-2 2 0-16,-3-2 0 16,-2-5 0-16,0 0 0 15,-7-4 0-15,5-7 0 16,-3-8 0-16,4-5 0 0,-4-9 0 16,5-14 0-16,2-1 0 15,-1-12 0-15,4-7 0 16,-1-4 0-16,3-7 0 15,0-5 0-15,0-8 0 0,0 0 0 16,0-7 0-16,3-2 0 16,1-8 0-16,0-5 0 15,1-5 0-15,0-5 0 16,-3-2 0-16,0-5 0 0,1-8 0 16,-3-3 0-16,0-1 0 15,2-3 0-15,-2-8 0 16,0-7 0-16,3 15 0 15,-3-15 0-15,0 0 0 0,2 10 0 16,-2-10 0-16,0 0 0 16,0 0 0-16,0 10 0 15,0-10 0-15,-2 8 0 16,2-8 0-16,-10 14 0 0,0-4 0 16,0 0 0-16,0 0 0 15,-4 5 0-15,-2-1 0 16,-6 2 0-16,0-4 0 15,-8 5 0-15,-2 1 0 16,-11-4 0-16,-1 3 0 0,-2 1 0 16,-3 0 0-16,6-1 0 15,-2-2 0-15,9-5 0 16,9 2 0-16,-1-9-5 0,10-16-83 16,16-2-5-16</inkml:trace>
  <inkml:trace contextRef="#ctx0" brushRef="#br0" timeOffset="60218.86">7687 12143 376 0,'0'0'8'0,"0"-10"3"16,0 10 2-16,-3-19 3 15,1 6 1-15,-6-4 0 16,-2 2 1-16,-2-2 0 0,-6 2-6 16,-4 4-7-16,-6 9-5 15,-2 2 0-15,-7 8 0 16,-2 9 0-16,-1 3 0 16,0 5 0-16,-2 7 0 0,10 3 0 15,-1 1 0-15,11 7 0 16,7 4 0-16,7 7 0 15,6 6 0-15,2 7 0 0,8 6 0 16,4 9 0-16,0 6 0 16,1 6 0-16,1 7 0 15,2 3 0-15,-7 10 0 16,1 1 0-16,1 4 0 0,-4 4 0 16,-2 1 0-16,2 2 0 15,-1-2 0-15,-4 5 0 16,1-11 0-16,-3 4 0 15,0 0 0-15,-3-4 0 16,-5-3 0-16,1-3 0 0,-3 1 0 16,3-7 0-16,-6 0 0 15,6-6 0-15,-3-1 0 16,-1-7 0-16,4-6 0 16,0-2 0-16,0-3 0 0,1-10 0 15,1-2 0-15,0-2 0 16,3-5 0-16,-3-3 0 15,3-2 0-15,-1 0 0 0,1-2 0 16,0-4 0-16,-4-1 0 16,3-2 0-16,-1-9 0 15,-1 1 0-15,2-8 0 16,1-2 0-16,-3-6 0 16,3 1 0-16,-2-5 0 0,2 0 0 15,-1-3 0-15,1-2 0 16,2 0 0-16,-2-3 0 15,2-4 0-15,0-8 0 16,-3 15 0-16,3-15 0 0,0 0 0 16,0 0 0-16,0 0 0 15,0 0 0-15,0 0 0 16,0 0 0-16,0 0 0 16,12 2 0-16,4-2 0 0,2-6 0 15,6 2 0-15,7-3 0 16,8-1 0-16,4 1 0 15,6 4 0-15,0 1 0 0,-1 2 0 16,-4 0 0-16,-7 0 0 16,-5 2 0-16,-12-2-12 15,-4-7-75-15,-16 7-3 16</inkml:trace>
  <inkml:trace contextRef="#ctx0" brushRef="#br0" timeOffset="60963.66">7933 12468 357 0,'0'0'5'0,"0"0"3"0,-13-3 3 0,13 3 3 16,-12 0 0-16,12 0 2 0,-13-1 0 15,13 1 1-15,-10 0-3 16,10 0-3-16,0 6-2 15,0-6-2-15,18 10-1 16,-1-7 0-16,8-1-6 0,7-2 0 16,3 0 0-16,5-5 0 15,-3-3 0-15,0 1 0 16,-6-2 0-16,-5 0 0 16,-6 5 0-16,-7 1 0 15,-13 3 0-15,7 0 0 0,-7 13 0 16,-7 6 0-16,0 9 0 15,-4 9 0-15,-1 8 0 16,0 7 0-16,-1 7 0 16,3-2 0-16,5 1 0 0,0-7 0 15,5-4-49-15,3-2-39 16,4-10-3-16</inkml:trace>
  <inkml:trace contextRef="#ctx0" brushRef="#br0" timeOffset="61597.86">8009 13916 484 0,'0'0'5'0,"0"0"1"0,0 0 1 0,-7-4 0 16,7 4-5-16,-5-8-2 15,5 8 0-15,-2-20 0 0,2 13 0 16,7-5 0-16,3 2 0 15,5 0 0-15,2 0 0 16,5-3 0-16,1 12 0 16,2-2 0-16,-1 3 0 15,-6 9 0-15,-4 9 0 0,-3 5 0 16,-6 0 0-16,-5 10 0 16,-10 4 0-16,-5 4 0 15,-2 0 0-15,-10-1 0 16,4-5 0-16,-5-4 0 0,8-3 0 15,3-6 0-15,4-5 0 16,9-6 0-16,4-11 0 16,4 5 0-16,14-5 0 15,5-5 0-15,7-3 0 0,-3-4-19 16,8-1-67-16,2 6-4 16</inkml:trace>
  <inkml:trace contextRef="#ctx0" brushRef="#br0" timeOffset="62130.78">7977 15212 451 0,'0'0'3'0,"0"-7"2"0,0 7 2 0,5-12 1 15,-5 12 2-15,0-8-1 16,0 8 0-16,-12 0 0 15,2 5-9-15,-8 13 0 0,-2 4 0 16,1 7 0-16,-4 3 0 16,1 1 0-16,5 2 0 15,4-6 0-15,3 1 0 16,8-5 0-16,4-6 0 0,10-6 0 16,8-1 0-16,5 1 0 15,3-3 0-15,2 0 0 16,0-3 0-16,-3 0 0 15,-5 3 0-15,-2 4 0 0,-8-3 0 16,-4 7 0-16,-8 1 0 16,-6 2 0-16,-11 3 0 15,-5 1 0-15,-6 3 0 0,1-9 0 16,-5 3 0-16,-1-9-24 16,6-11-33-16,5-2-31 15,0-10-1-15</inkml:trace>
  <inkml:trace contextRef="#ctx0" brushRef="#br0" timeOffset="62279.31">7820 15235 468 0,'0'0'3'15,"0"0"2"-15,0 0 2 16,0 0 0-16,0 0 2 16,12-2 0-16,2-6-6 15,0-2-3-15,11-3 0 0,0-9 0 16,14 4 0-16,-6-7-81 15,12-8-7-15</inkml:trace>
  <inkml:trace contextRef="#ctx0" brushRef="#br0" timeOffset="63137.39">8471 12059 480 0,'0'0'3'0,"0"0"0"0,0 0 1 0,0 0 0 0,0 0 0 16,4 0 0-16,8 0 1 15,2-6-1-15,9 0-4 16,6-2 0-16,4 3 0 16,9 3 0-16,3-1 0 0,4 6 0 15,-1 12 0-15,-4 9 0 16,-1 13 0-16,-8 19 0 16,-8 13 0-16,-8 17 0 15,-6 23 0-15,-8 15 0 0,-5 15 0 16,0 9 0-16,-9 13 0 15,-7 5 0-15,4 5 0 16,-1-3 0-16,-4 1 0 16,-1 2 0-16,6 0 0 0,-3 0 0 15,3-5 0-15,2-3 0 16,4 1 0-16,4-11 0 16,2-3 0-16,0-7 0 15,0-10 0-15,5-9 0 0,3-7 0 16,-3-8 0-16,-5-6 0 15,0-3 0-15,0-6 0 16,-7-7 0-16,-4-6 0 16,-1-3 0-16,-3-7 0 0,3-9 0 15,-6-7 0-15,3-11 0 16,3-4 0-16,2-13 0 16,0-2 0-16,3-13 0 0,2-2 0 15,5-10 0-15,-8 10 0 16,8-10 0-16,0 0 0 15,0 0 0-15,-12 0 0 16,12 0 0-16,-13 3 0 16,1-2 0-16,-3 5 0 15,-2-3 0-15,-8 2 0 0,3-1 0 16,-11-4 0-16,-2 0 0 16,0-7 0-16,3-4-4 15,0-10-61-15,2-11-25 0,5-13-2 16</inkml:trace>
  <inkml:trace contextRef="#ctx0" brushRef="#br0" timeOffset="63480.3">9239 14072 484 0,'0'0'3'0,"0"0"1"15,0 0 1-15,0 0 1 0,0 0 1 16,0 0-5-16,13 3-2 16,-13-3 0-16,17 0 0 15,-2 0 0-15,0-3 0 0,5 3-3 16,-5 0-70-16,10 0-15 16</inkml:trace>
  <inkml:trace contextRef="#ctx0" brushRef="#br0" timeOffset="63596.4">9267 14323 493 0,'0'0'3'0,"0"0"-1"16,0 0 1-16,-5 10 0 16,5-10 0-16,12 0 1 15,8 0-4-15,0-7-11 0,10-11-72 16,14 1-3-16</inkml:trace>
  <inkml:trace contextRef="#ctx0" brushRef="#br0" timeOffset="64749.1">10412 11984 370 0,'0'0'7'0,"0"-12"4"16,0 2 1-16,2-2 2 15,-2-3 2-15,0 0 0 16,-5-2 1-16,-4 0 0 16,-7 3-7-16,-3 8-2 0,-13 4-3 15,0 2-2-15,-9 8-1 16,-1 9-1-16,-3 8-1 15,1 4 2-15,2 11-2 0,4 6 0 16,6 12 0-16,8 6 0 16,8 10 0-16,9 8 0 15,7 9 0-15,10 6-2 0,7 10 2 16,8 6 0-16,5 4 0 16,3 7 2-16,-4 0-2 15,4 4 0-15,-9 4 0 16,-2 1 0-16,-1 3 0 15,-9 6 0-15,-3-2 0 16,-3 5 0-16,-6-2 0 0,0 4 0 16,-2-4 0-16,-4-1 0 15,-4-6 0-15,3-4 0 16,-3-3 0-16,0-11 0 0,0-3 0 16,3-10 0-16,-4-8 0 15,4-7 0-15,0-7 0 16,0-6 0-16,1-10 0 15,1-5 0-15,0-3 0 0,0-7 0 16,1-6 0-16,1-2 0 16,-2-11 0-16,2 1 0 15,1-7 0-15,-1-5 0 16,1-2 0-16,-1-2 0 0,1-4 0 16,2-1 0-16,0-1 0 15,0 1 0-15,0-6 0 16,0 0 0-16,0-7 0 15,2 15 0-15,-2-15 0 16,18 13 0-16,-6-9 0 0,6-2 0 16,12 1 0-16,5-3 0 15,9 0 0-15,6-3 0 16,10 1 0-16,-1-5 0 0,3-3-65 16,3 6-25-16</inkml:trace>
  <inkml:trace contextRef="#ctx0" brushRef="#br0" timeOffset="66963.97">10561 12465 396 0,'0'0'7'0,"0"0"3"0,0 0 2 0,0 0 2 16,-2-9 0-16,2 9 1 15,0 0 1-15,7-9 0 0,0 9-5 16,9-1-11-16,4 1 0 16,1 0 0-16,9 0 0 15,3 0 0-15,1 0 0 16,4-6 0-16,2 6 0 16,-1-4 0-16,-2-1 0 0,-5 0 0 15,-2 1 0-15,-7 0 0 16,-3 4 0-16,-8 0 0 15,-12 0 0-15,7 0 0 16,-7 0 0-16,0 0 0 0,-2 0 0 16,2 0 0-16,-12 10-25 15,12-10-61-15,0 0-3 16</inkml:trace>
  <inkml:trace contextRef="#ctx0" brushRef="#br0" timeOffset="67364.14">11205 12235 482 0,'0'0'4'0,"0"0"1"0,-5-13 1 15,3 3 1-15,-1 1 0 16,1-5-7-16,-2-3 0 15,4 1 0-15,0 1 0 16,6 0 0-16,6 3 0 0,6 4 0 16,1 5 0-16,9 3 0 15,2 3 0-15,-1 9 0 16,-1 3 0-16,-1 5 0 0,-10 5 0 16,-4 2 0-16,-10 5 0 15,-3 3 0-15,-10-3 0 16,-8 5 0-16,-5-7 0 15,2 2 0-15,-2-4 0 16,3-3 0-16,8-6 0 0,1-1 0 16,11-8 0-16,8-5 0 15,18-4 0-15,2-1 0 16,10-4 0-16,9-1 0 16,3 5-67-16,5-10-20 0</inkml:trace>
  <inkml:trace contextRef="#ctx0" brushRef="#br0" timeOffset="68729.28">11041 13501 405 0,'0'0'6'0,"0"0"3"0,0 0 2 0,0 0 2 16,0 0 0-16,0 0 1 0,0 0 0 15,5 7 0-15,-5-7-5 16,0 13-6-16,0-13-3 16,6 12 0-16,-6-12 0 15,24 17 0-15,-7-9 0 0,5-6 0 16,8 3 0-16,0-5 0 16,5 0 0-16,-1-3 0 15,1-1 0-15,-5-4 0 0,-5 1 0 16,-7 3 0-16,-4 1 0 15,-14 3 0-15,0 0 0 16,2 11 0-16,-4 4 0 16,-10 8 0-16,-1 8 0 15,3 3 0-15,-6 2 0 0,7 9 0 16,-8 10-62-16,9-20-27 16</inkml:trace>
  <inkml:trace contextRef="#ctx0" brushRef="#br0" timeOffset="69996.57">11063 14883 477 0,'0'0'4'15,"0"-11"2"-15,0 11 1 0,0-9 1 16,0 9 1-16,0-7-9 15,0 7 0-15,0 0 0 16,-11 0 0-16,3 7 0 0,-3 9 0 16,-4 1 0-16,0 2 0 15,3 3 0-15,0 3 0 16,3 0 0-16,7-4 0 16,2-2 0-16,11-5 0 15,1 4 0-15,8-9 0 0,2 4 0 16,3-1 0-16,0-1 0 15,0-4 0-15,0 5 0 16,-8-2 0-16,3 0 0 16,-8 1 0-16,-1 0 0 0,-9 4 0 15,-2-2 0-15,-10 4 0 16,-5-4 0-16,-3 4 0 16,-7-8-12-16,1-6-64 0,-6 7-13 15</inkml:trace>
  <inkml:trace contextRef="#ctx0" brushRef="#br0" timeOffset="70197.1">11005 14854 497 0,'0'0'3'15,"6"-11"1"-15,6-1 0 16,6-3-1-16,14-5-3 0,1-10 0 15,13 3-30-15,9-7-51 16,5-3-6-16</inkml:trace>
  <inkml:trace contextRef="#ctx0" brushRef="#br0" timeOffset="71230.53">11481 11734 448 0,'0'0'3'0,"0"0"1"16,0 0-1-16,7-12 1 15,-7 12 0-15,20-10 0 0,-8 3 0 16,4 2 1-16,0 2-4 16,9 3 0-16,0 0 1 15,5 8-2-15,0 5 1 16,7 6 0-16,-2 3 0 0,2 11 0 16,1 6 0-16,-3 11 1 15,-6 9 0-15,-5 10 0 16,-6 13 0-16,-2 10 1 15,-9 9-1-15,-2 13 1 0,-3 4 0 16,-2 7 1-16,0 2-4 16,-2 3 0-16,2 5 0 15,0-2 0-15,0 3 0 0,0 3 0 16,0 0 0-16,0 4 0 16,0 2 0-16,0-5 0 15,0-3 0-15,0-4 0 16,0 1 0-16,0-12 0 0,0-6 0 15,5-4 0-15,-1-6 0 16,4-8 0-16,0 2 0 16,-3-4 0-16,2-9 0 15,-2-2 0-15,-1-3 0 16,2-11 0-16,-1-6 0 0,0-8 0 16,-3-10 0-16,5-7 0 15,-4-11 0-15,3-4 0 16,-1-7 0-16,-3-9 0 15,0-1 0-15,-2-8 0 0,0 0 0 16,3 10 0-16,-3-10 0 16,0 0 0-16,0 0 0 15,0 0 0-15,0 0 0 0,0 0 0 16,0 0 0-16,0 0 0 16,0 0 0-16,0 0 0 15,0 0 0-15,-7 0 0 16,7 0 0-16,-21 0 0 0,1 0 0 15,-10 0 0-15,-9 0 0 16,-16 4 0-16,-12 3 0 16,-7 9 0-16,-9 4 0 15,-4 0 0-15,-2 6 0 16,12 4 0-16,13-2-69 0,-1-13-25 16</inkml:trace>
  <inkml:trace contextRef="#ctx0" brushRef="#br0" timeOffset="72332.53">11001 13550 319 0,'0'0'7'0,"0"0"1"0,0 0 3 16,0 0 2-16,0 0 3 15,0 0 1-15,-10-10 2 16,10 10 0-16,0 0-3 0,0 0-3 16,-7-10-2-16,7 10-2 15,0 0-2-15,0 0-2 16,0 0 0-16,5 0-2 15,7 0-1-15,3 3-1 16,4-3 1-16,6 3 0 0,5 0 0 16,2-3 0-16,3 0 0 15,1 0-2-15,-2 0 0 16,-4 0 0-16,-6 0 0 16,1-3 0-16,-7 0 0 15,-8 3 0-15,-1 0 0 0,-9 0 0 16,0 0 0-16,9 0 0 15,-9 0 0-15,0 0 0 16,0 0 0-16,0 0 0 16,0 0 0-16,0 0 0 0,0 0 0 15,0 0 0-15,0 0 0 16,0 0 0-16,0 0 0 16,0 6 0-16,0-6 0 0,-11 11 0 15,11-11 0-15,-10 18 0 16,3-6 0-16,0 5 0 15,-1 5 0-15,1 3 0 16,-1 3 0-16,-1 3 0 0,0 2 0 16,2 2 0-16,-2-3 0 15,-2 2 0-15,4-3 0 16,0-5 0-16,2-1 0 16,0-5 0-16,3-2 0 15,-2-4 0-15,4-1 0 0,0-6 0 16,0-7 0-16,0 11 0 15,0-11 0-15,0 0 0 16,0 0 0-16,8 1 0 0,-8-1-41 16,-10-5-50-16,10 5 0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29:42.0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950 2623 136 0,'0'0'6'0,"0"0"3"16,15 0 3-16,0 0 2 15,5 0 3-15,7 8 2 16,10-4 1-16,13 5 0 0,7-2-4 16,13 2-4-16,14 1-1 15,11-3-4-15,4 1-1 16,13-1 0-16,10-1 0 0,4-4 1 15,14 2 0-15,1-4-1 16,6 0 1-16,9 0-1 16,3-4 0-16,11 2-1 15,3-4-1-15,8 2 0 16,1-2-2-16,9 1 0 0,4 3-1 16,3-3 1-16,8 0 0 15,-5-2 0-15,6 0 3 16,6 0-1-16,6-2 1 15,2 1 0-15,6 0-1 16,1-3 0-16,0 1 0 0,4-2 0 16,-2 2-2-16,2 0-1 15,-2 2 1-15,-5 1-1 0,-4 0 1 16,-5 2-1-16,-7-1 1 16,-2 0-1-16,3 0 0 15,-11 2 0-15,-3-4 0 16,-3-2-1-16,-10 0 1 15,2 0 0-15,-3-5-1 0,-10 1 0 16,-6-4 0-16,-7 1-1 16,-5-4 1-16,-10-4-2 15,-2-3-1-15,-13-2 0 16,-12 2 1-16,-6-6-1 16,-6-1 1-16,-15-4 0 0,-9 2 1 15,-14-10 0-15,-5 2 3 16,-14-2 0-16,-9-6 0 15,-14 2 0-15,-13 0 0 0,-8 26-2 16,-4-6-1-16,-9 4 0 16,-5-8 0-16,-9 8 1 15,-4-5 0-15,-10 0 0 0,-7-3 0 16,-11 0 3-16,-7 1 0 16,-11-1 1-16,-11-3-1 15,-8 4 0-15,-13-2 0 16,-12 3-2-16,-12-7 0 15,-9 2 1-15,-14 5-1 0,-7-3 0 16,-13 4-1-16,-9 0 0 16,-8 1 1-16,-9 3-1 15,-9-2-1-15,-7 2 1 16,-6 2-1-16,-12-2 1 16,-1 3 0-16,-6 1 1 15,-8-1-1-15,0 3 0 0,-9 0 0 16,-3 1 0-16,4 4 0 15,-12 5 0-15,4 2-1 16,-3 0 1-16,3 5 0 16,-1 5-1-16,1 0 0 15,2 8 0-15,6 2 0 16,0 6 1-16,9 2 0 0,6 9-1 16,6 3 1-16,6 5-2 15,12 4 1-15,7 6 0 16,10 2-1-16,12 3 0 15,14 4-1-15,-63 35 3 0,-33 26 0 16,58-2 0 0,52 1 0-16,40-5-1 0,42-6 1 15,38-5 0-15,28-14-1 16,16-5 1-16,33 3 1 16,13-6 1-16,27-1 1 15,19-11 0-15,32-4 2 16,27-10-1-16,36-8 2 15,34-3-2-15,27-14-4 16,28-5-8-16,34-10-56 0,29 5-12 16</inkml:trace>
  <inkml:trace contextRef="#ctx0" brushRef="#br0" timeOffset="69082.72">18808 5667 389 0,'0'0'7'0,"0"0"3"16,0 0 1-16,0 0 3 16,0 0 0-16,0 0 1 15,0 0 1-15,0 0 1 0,0 0-7 16,0 0-2-16,5 0-8 16,2 0 0-16,6-4 0 15,2-4 0-15,2 3 0 16,-2-3 0-16,3 1 0 0,-4 0 0 15,-1 2 0-15,-3-1 0 16,-10 6 0-16,0 0 0 16,0 0 0-16,0 0 0 0,-10 0 0 15,-3 4 0-15,3-2 0 16,-5 0 0-16,5 1 0 16,1 0 0-16,9-3 0 15,-11 4 0-15,11-4-29 0,0 0-56 16,8 0-4-16</inkml:trace>
  <inkml:trace contextRef="#ctx0" brushRef="#br0" timeOffset="97269.65">12822 2234 423 0,'0'0'5'15,"0"0"3"-15,0-13 1 16,0 13 1-16,0-14 1 15,0 14 0-15,-7-15 1 0,7 15 0 16,-15-12-5-16,5 9-4 16,-3 3-3-16,-1 8 0 15,-1 2 0-15,3 2 0 0,-4 5 0 16,9 5 0 0,2 3 0-16,3-2 0 15,4 2 0-15,10 0 0 16,6-3 0-16,1-3 0 0,11 1 0 15,-2 0 0 1,1-7 0-16,-1 1 0 0,-1-2 0 16,-4 1 0-16,-4 2 0 15,-3-8 0-15,-9 8 0 0,-2-2 0 16,-5 1 0-16,-5 2 0 16,-7-2 0-16,-8 1 0 15,-3 0 0-15,-5-3 0 16,-4 1 0-16,2-4 0 0,1-3 0 15,-4-2 0-15,6-4 0 16,5 0 0-16,2-4 0 16,10-4 0-16,-3-4-34 15,13-6-53-15,0 1-1 0</inkml:trace>
  <inkml:trace contextRef="#ctx0" brushRef="#br0" timeOffset="97666.48">12715 2189 466 0,'0'0'3'0,"0"0"1"0,0 0 1 15,0 0 1-15,0 0 1 16,5-12 1-16,8 5 0 16,5-3-4-16,11 0-4 15,6 2 0-15,7-4 0 16,3 2 0-16,7-2 0 0,-3 2 0 16,-1 0 0-16,-4 3 0 15,-9 2 0-15,-8 2 0 16,-7-1 0-16,-7 4 0 15,-13 0 0-15,0 0 0 0,5 4 0 16,-5-4 0-16,-8 15 0 16,3-1 0-16,-4 3 0 15,4 4-12-15,5 4-78 16,-8-2 0-16</inkml:trace>
  <inkml:trace contextRef="#ctx0" brushRef="#br0" timeOffset="97916.78">13304 2777 483 0,'0'0'3'0,"0"0"2"0,-7 0 1 15,7 0 0-15,-18 12 2 16,9 3-8-16,-6 2 0 15,0 3 0-15,0 8 0 0,-5 4 0 16,2 0 0-16,1 2 0 16,2 1 0-16,-2-5 0 15,6 5-4-15,-1-11-80 16,5-4-3-16</inkml:trace>
  <inkml:trace contextRef="#ctx0" brushRef="#br0" timeOffset="98649.67">13913 2246 466 0,'0'0'4'0,"-2"-9"1"0,2-1 1 0,0 0 1 15,5-2 0-15,4-4 0 16,2 2 2-16,6-4-9 16,0 6 0-16,9 5 0 0,-5 1 0 15,9 6 0-15,-3 6 0 16,-2 6 0-16,1 5 0 15,-12 11 0-15,-3 1 0 16,-7 1 0-16,-6 5 0 16,-11-3 0-16,-6 7 0 0,-11-9 0 15,0 3 0-15,-5-6 0 16,0-3 0-16,5-2 0 16,3-6 0-16,7-1 0 15,5-5 0-15,15-10 0 0,0 0 0 16,10 4 0-16,12-6 0 15,5-5 0-15,8-1 0 16,3-7 0-16,6 5 0 16,2 0 0-16,0 5 0 0,4-5-79 15,-3 3-9-15</inkml:trace>
  <inkml:trace contextRef="#ctx0" brushRef="#br0" timeOffset="98886">14695 2427 511 0,'0'0'0'0,"0"0"0"16,0 0 0-16,0 0 0 15,-2 11 0-15,0 1 0 16,-6 9 0-16,-1 4 0 0,-2 11 0 15,2 1 0-15,-3 7 0 16,-6-2 0-16,6 7 0 16,-1-11-19-16,-2 4-65 15,2-5-2-15</inkml:trace>
  <inkml:trace contextRef="#ctx0" brushRef="#br0" timeOffset="99854.03">15325 2140 485 0,'0'0'2'0,"0"0"1"16,0-13 1-16,0 13 0 15,0-14 0-15,0 3 0 0,7 0 1 16,2 1-5-16,4 0 0 16,7 5 0-16,7 0 0 15,3 5 0-15,5 0 0 16,-1 5 0-16,0 5 0 15,-2 2 0-15,-8 2 0 0,-11 4 0 16,-3 0 0-16,-10 1-2 16,-5 4 1-16,-13-4-1 15,-4 3 3-15,0 1 1 16,-3-5 0-16,4-4-2 16,5 1 0-16,2-5 0 15,10 2 0-15,4-2 0 16,10-2 0-16,10 2 0 15,7 0 0-15,3-1 0 16,0 1 0-16,4 3 0 0,-1-1 0 16,-6 0 0-16,-7 1 0 15,-3-1 0-15,-6 2 0 16,-9 3 0-16,-4-3 0 0,-11 1 0 16,-4 0 0-16,-6 2 0 15,-7-4 0-15,-7 1 0 16,0-1 0-16,-3-3 0 15,-1-1-22-15,3 2-61 0,1-11-4 16</inkml:trace>
  <inkml:trace contextRef="#ctx0" brushRef="#br0" timeOffset="100766.71">15635 1605 319 0,'0'0'8'0,"0"0"2"0,0 0 1 16,0 0 2-16,0 0 2 15,0 0 0-15,0 0 0 16,0-13 0-16,0 13-6 0,15-2-3 16,-2 0-2-16,1 0-1 15,4-1-1-15,1 0-1 16,4 3 1-16,4-3-1 15,1 1-1-15,-1 2 1 16,8 0-1-16,-5 0 0 16,2 5 0-16,-15-2 3 15,46 4-1-15,-13 8 1 0,-9 0 0 16,-11 4 0-16,-13-1-1 16,-7 4 1-16,-8 1 0 0,-2-4-3 15,0 1 0-15,0 5-1 16,4-5 1-16,-2 0 0 15,3 4-1-15,0-2 2 16,0 1-1-16,2-3 0 0,-5-2 0 16,1-4 1-16,0 1 0 15,-1-5 1-15,-2-10 0 16,0 12 0-16,0-12 1 16,0 0-1-16,0 7 1 15,0-7-2-15,0 11 0 0,0-11 0 16,0 19 0-16,0-9-1 15,0 11-1-15,3 3 1 16,2 3 0-16,2 9 0 16,-2 0 3-16,3 5 1 0,-3 15 0 15,2 5 2 1,-5 3-2-16,-2 4-4 16,-4 1 0-16,-13-2 0 15,-4 4 0-15,-11-2 0 0,-8-11 0 16,-9-8 0-16,-9-6 0 15,-1-7 0-15,-3-2 0 16,-3-7 0-16,3-11 0 0,5-3 0 16,-3-1-82-16,5-10-5 15</inkml:trace>
  <inkml:trace contextRef="#ctx0" brushRef="#br0" timeOffset="101301.7">12375 1788 370 0,'0'0'5'0,"0"0"1"0,0 0 2 0,-7-5-1 16,-6 5 0-16,-4 11 1 15,-8 15 1-15,-2 14 0 0,-11 13-4 16,1 18 0-16,-1 33 3 15,1 17 0 1,12 11 0-16,8 6-2 16,17-1 0-16,8-7 0 15,26 0 0-15,16-11-2 0,20-27-3 16,17-16-4-16,19-9-19 16,31-9-56-16,-3-17-3 15</inkml:trace>
  <inkml:trace contextRef="#ctx0" brushRef="#br0" timeOffset="102099.62">12790 1437 398 0,'0'0'4'0,"0"0"1"0,0 0 2 15,0 0 1-15,0-10 0 16,0 10 1-16,0 0-1 0,13-10 1 16,-13 10-4-16,14-5-3 15,-3 5 0-15,1 0-2 16,3 0 1-16,-3 5-2 15,2 2 1-15,0 3 0 16,-2 0-1-16,-2 3 1 0,-3 1 1 16,-7-7 2-16,12 31 0 15,-7-3 0-15,-5 0 1 16,-9-6 0-16,-3-9 0 0,-4-9-1 16,16-11-2-16,0 0-2 15,0 0-2-15,-2-11 1 16,4 1 1-16,8-7-1 15,0 1 0-15,2-1 0 16,1-3 4-16,-1 3-1 0,0 0 0 16,4-1 0-16,-4 1-2 15,1 5 0-15,-1-1 0 16,3 3 0-16,-3 5-1 16,3 3 0-16,3 2 1 0,-1 0-1 15,0 10-2-15,1 2-6 16,1-2-14-16,1 5-58 15,8 2-2-15</inkml:trace>
  <inkml:trace contextRef="#ctx0" brushRef="#br0" timeOffset="102716.88">13960 1266 406 0,'0'0'7'0,"0"0"1"0,0 0 2 16,-3-10 0-16,3 10-1 16,0 0 0-16,0 0 0 15,0 0-1-15,0 0-5 0,0 0-3 16,0 0-1-16,0 0-1 16,0 10 1-16,3 0 0 15,7-3 1-15,-2 4 0 0,1 0 0 16,3-1 1-16,1 2 0 15,3 1 0-15,-2-1 1 16,2-1 0-16,-2-4 0 16,1-3 1-16,0 2-1 0,-1-4 0 15,-3-2 0-15,1 0-1 16,-1 0-1-16,-11 0 0 16,14-5-2-16,-14 5 1 15,10-7-1-15,-10 7 1 0,0 0-1 16,0 0 1-16,8 4-1 15,-6 6 2-15,1 2-1 16,-3 1 0-16,0 2 1 16,0 2 0-16,0 0 0 15,-3-4 2-15,-7 29 1 0,-7-4 0 16,-3 1 0-16,-6-9 0 16,-1-5-2-16,-5-11 0 15,0-2-3-15,8-9-8 16,3 2-23-16,3-5-50 0,8 0-2 15</inkml:trace>
  <inkml:trace contextRef="#ctx0" brushRef="#br0" timeOffset="103366.82">15111 1270 388 0,'0'0'6'0,"0"0"1"0,0 0 3 0,0 0 0 0,0 0 2 16,0 0 0-16,0 0 1 15,0 0 0-15,0 0-5 16,0 0-3-16,7-4-1 0,-7 4-1 16,20-3-1-16,-8 1-1 15,6 2 1-15,1-3-1 16,6 1 0-16,-2 2 0 15,2 0-1-15,-1-3 0 16,-1 3 0-16,-2 3 0 0,-3 2-1 16,-5 3 0-16,-5-1 1 15,-6 3 0-15,-2-1-1 16,-2 7 1-16,-6-2-1 16,-1 3 0-16,-9-1 0 0,2-3 1 15,2 5-1-15,2 0 1 16,6-4 0-16,6 4-4 15,16-6-26-15,9 1-53 0,9-8-3 16</inkml:trace>
  <inkml:trace contextRef="#ctx0" brushRef="#br0" timeOffset="106799.67">16433 2546 219 0,'0'0'8'0,"0"0"5"16,0 0 5-16,0 0 5 15,0 0 0-15,0 0 0 16,0 0 1-16,-5 8 3 0,5-8-6 16,10 4-5-16,6-4-4 15,10 0-3-15,6 0-1 16,13 3-1-16,15 0 1 15,4-3-4-15,13-6 0 16,10-1-2-16,5 0 1 0,7-4-1 16,6-1 0-16,-1 0-1 15,0-1 0-15,6 9 0 16,-11-4 0-16,-10 3 0 0,-6 0-1 16,-14 2 0-16,-14 3 1 15,-13 0-1-15,-15 0 2 16,-9 0-1-16,-8 0 1 15,-10 0-1-15,0 0 1 0,0 0 0 16,-5 11 0-16,5-11-1 16,-18 7-1-16,18-7-2 15,-12 5-6-15,0-3-7 0,12-2-26 16,-11 8-40-16,2-5-2 16</inkml:trace>
  <inkml:trace contextRef="#ctx0" brushRef="#br0" timeOffset="107166.56">17764 2333 420 0,'0'0'5'0,"0"0"2"0,0 0 1 0,0 0 1 16,0 0 1-16,10-5 0 15,-10 5 0-15,20 0 0 16,-5 0-4-16,7 0-2 0,6 3-2 16,4 2 0-16,5 3-1 15,0 0 0-15,6 3 0 16,-6 2-1-16,-5 1 0 16,-7 3 1-16,-4 3-1 0,-14-1 1 15,-5 6 0-15,-7-2 1 16,-10 7-2-16,-4-3 0 15,-6-4 0-15,-3 1 0 16,1-1 0-16,4-6 0 16,2-3 0-16,5-1 0 0,-1-3 0 15,17-10-3-15,-13 13-19 16,13-13-59-16,-2 14-3 16</inkml:trace>
  <inkml:trace contextRef="#ctx0" brushRef="#br0" timeOffset="107571.07">18562 2417 431 0,'0'0'7'0,"0"0"1"15,0 0 2-15,-7-10 0 0,7 10 1 16,0 0-1-16,0 0 1 15,-11 10 0-15,11 5-9 16,-3 7-2-16,3 6 0 16,0 2 0-16,-2 4 0 0,2 1 0 15,0 0 0-15,2-3 0 16,4-3 0-16,-4-4 0 16,6-2 0-16,-5-10-20 15,-14-2-63-15,15-1-2 0</inkml:trace>
  <inkml:trace contextRef="#ctx0" brushRef="#br0" timeOffset="107933.44">18795 2446 447 0,'0'0'5'15,"0"0"3"-15,0 0-1 16,0 0 1-16,0 0 0 15,0 11 1-15,-2 2-1 0,-1 1 1 16,-5 6-7-16,7 3-2 16,-2 1 0-16,3 3 0 15,0 1 0-15,12-1 0 0,4-2 0 16,3-8 0-16,8 0 0 16,3-5 0-16,5-6 0 15,-3-6 0-15,0-6 0 16,2-10 0-16,-10-7 0 0,-4-4 0 15,-8-10 0-15,-6-3 0 16,-6 0 0-16,-13 1 0 16,-10 2 0-16,-3 7 0 15,-10 5 0-15,-2 11 0 16,2 7 0-16,-1 7 0 0,2 7 0 16,8 7 0-16,3 26-64 15,15-16-23-15</inkml:trace>
  <inkml:trace contextRef="#ctx0" brushRef="#br0" timeOffset="110466.53">19620 2665 390 0,'0'0'5'0,"0"0"1"15,0 0-1-15,0 0-1 16,-9 0 0-16,9 0 1 16,0 0-1-16,-8 12 0 0,8-4-4 15,0 5 0-15,8-4 0 16,4 1 2-16,3 0 0 16,2-2 1-16,6-5 1 15,4-2 1-15,0-1 1 0,-2-4 1 16,3-6 1-16,-9-2 0 15,1-9 0-15,-5-1 0 16,-5 0-1-16,-7-5-1 16,-3 2-2-16,-3 3-2 0,-5-1-1 15,1 9-2-15,-3 6 0 16,10 8-1-16,-13 8 1 16,9 6-1-16,4 4 2 0,0 4-1 15,4 0 1-15,9 3 1 16,-1 0-1-16,6-8 1 15,-2-2 0-15,5-6 0 16,2-3 0-16,-4-6 0 16,1 0 1-16,-2-10-1 0,-3-8 1 15,-3 1-2-15,-4 0 0 16,-3-5 0-16,-3-1 0 16,-2 1 0-16,0 2 0 0,-5 5 0 15,3 6 0-15,-3-1 0 16,5 10 0-16,0 0 0 15,0 0 0-15,0 0 0 16,0 0 0-16,7 6 0 0,-7-6 0 16,12 21 0-16,-3-14 0 15,3 1 0-15,-3 1 0 16,-2-1 0-16,-7-8 0 16,16 2 0-16,-16-2 0 15,14-2 0-15,-14 2 0 0,13-12 0 16,-3 2 0-16,-10 10 0 15,18-15 0-15,-9 7 0 16,1 4 0-16,-10 4 0 16,20-4 0-16,-13 4 0 0,4 8 0 15,-1 2 0-15,-3 0 0 16,0 5 0-16,1 3 0 16,-1-1 0-16,1 3-2 0,-1-6-2 15,-2 1-6-15,0-2-9 16,-5-13-61-16,8 15-4 15</inkml:trace>
  <inkml:trace contextRef="#ctx0" brushRef="#br0" timeOffset="110766.92">19740 2346 421 0,'0'0'6'0,"0"0"1"0,0 0 0 15,0-13 0-15,0 13 0 16,0 0-1-16,0-7-1 16,0 7-7-16,9 0-21 0,-9 0-56 15,28 20-1-15</inkml:trace>
  <inkml:trace contextRef="#ctx0" brushRef="#br0" timeOffset="111549.48">20676 2306 487 0,'0'0'3'0,"0"0"-1"0,0 0-3 16,-7-7 2-16,7 7 0 15,-10 0 1-15,5 9-1 16,-2 6 1-16,4 8-3 15,-1 1 1-15,4 13-1 0,0 1-4 16,0 6-6-16,4-1-3 16,4-6-2-16,-6-3-3 15,-2-6 0-15,0-7 1 0,0-8 3 16,0-13 5-16,-15 0 7 16,8-5 9-16,-1-14 2 15,4-1 4-15,1-10 1 16,6-3-1-16,4-4 0 0,6-2-1 15,4-3-2-15,5 2-3 16,-5 9 1-16,1 3-4 16,-1 6-1-16,-4 4 0 15,-4 11-1-15,-9 7 0 16,5 7 0-16,-5 11-2 0,0 7 0 16,3 0 2-16,-1 6 1 15,3 4-1-15,1 0 1 16,3-3 0-16,-1-2-1 15,0-5-1-15,1-6 0 0,-1-4 1 16,-1-3 0-16,-7-12-1 16,10 8 2-16,-10-8 0 15,12-3-1-15,-2-7 1 16,-2-7 0-16,2 5-1 0,-1-3-1 16,5-2-1-16,-7 4 0 15,0-4-2-15,-2 6-1 16,-5 11-1-16,10-4 0 15,-10 4 0-15,3 2 1 16,-3 8-1-16,0-10 1 0,2 20 2 16,3-11 1-16,2 4 1 15,0-2 0-15,9-4 1 16,-2-2-1-16,9-3 1 0,0 1 0 16,-4-3 0-16,6-10 1 15,-3 3 0-15,-4-9 0 16,1 2 0-16,-9-1 0 15,-2-1 0-15,-5 4-2 0,-3 2-1 16,0 10-1-16,-18-7-1 16,3 7-1-16,2 7 0 15,1 7 0-15,3 0-2 0,6 5-8 16,3 11-42-16,12-10-19 16,11 0-3-16</inkml:trace>
  <inkml:trace contextRef="#ctx0" brushRef="#br0" timeOffset="111999.87">21546 2400 480 0,'0'0'3'0,"0"0"1"0,-4-12 0 15,4 12 2-15,-9-11-1 0,9 11 0 16,0-8-1-16,0 8-4 15,9-9 0-15,5 9 0 16,6 3 0-16,5 10 0 16,-1 1 0-16,1 9 0 0,-4-4 0 15,-7 6 0-15,-1 2 0 16,-11-2 0-16,-2-1-3 16,-10-3 2-16,-3-6 0 0,-1-8 1 15,-3 0 1-15,-1-4 0 16,3-3 2-16,3-10-3 15,-1-2 0-15,8-1 0 16,5-1 0-16,3-6 0 16,6-3 0-16,7-1 0 0,7-1 0 15,1 5 0-15,-5-3 0 16,4 6 0-16,-6 5 0 16,-1 8 0-16,-4 4 0 0,-12 0 0 15,7 11-2-15,-4 4 2 16,-3 5-1-16,5 3 2 15,2-1-2-15,5 6-3 16,1-7-11-16,7-6-64 0,7 7-4 16</inkml:trace>
  <inkml:trace contextRef="#ctx0" brushRef="#br0" timeOffset="112349.7">22321 2432 462 0,'0'0'3'0,"0"0"2"16,-13-5-1-16,1-2 1 15,0 4 0-15,-8-1 0 0,-3 1-1 16,2 3 1-16,-2 0-3 16,3 10-2-16,6 0 0 15,3 5 1-15,4 3-1 0,7 1 0 16,0-7 0-16,7 1 1 15,6-1 1-15,1-4-1 16,2-8 1-16,-2 0-1 16,4-3 2-16,-4-9-3 0,0-1 0 15,0 3 0-15,-1-5 0 16,-7 5 0-16,2 0 0 16,-8 10 0-16,12-12 0 15,-12 12-5-15,13 3-5 0,-5 6-7 16,-8-9-16-16,13 20-51 15,1-10 1-15</inkml:trace>
  <inkml:trace contextRef="#ctx0" brushRef="#br0" timeOffset="112733.5">22492 2499 389 0,'0'0'8'0,"0"0"3"0,0 0 2 16,4-11 1-16,-4 11 1 15,2-17 0-15,1 9 0 16,-1-1 0-16,5-3-7 0,0 2-5 15,1 5-2-15,5-2-1 16,1 4-2-16,1 3 1 16,0 0-1-16,0 8-1 15,-3 2 0-15,-3 1-1 0,-5 7 2 16,-1 0-1-16,-3-6 1 16,0 1 0-16,-5-3 2 15,5-10 1-15,-8 12 2 16,8-12-1-16,0 0 0 15,-3-8 0-15,3 8 0 0,9-19 0 16,0 6-1-16,6-2 0 16,1-5-1-16,2 4-1 15,2 1 1-15,1-1-1 0,-9 4-1 16,1 2 1-16,-1 10-1 16,-12 0 1-16,7 3 0 15,-7 9-1-15,0 1 0 16,0 1-3-16,0 1-2 15,4 0-9-15,3-1-12 0,-3-3-52 16,8-1-1-16</inkml:trace>
  <inkml:trace contextRef="#ctx0" brushRef="#br0" timeOffset="113133.03">23074 2336 395 0,'0'0'3'0,"0"0"0"16,0 0 0-16,-5-3 0 15,5 3-1-15,-11 0 0 0,11 0-1 16,-14 15 1-16,7-5-3 16,2 1 0-16,0 0 0 15,5 3 3-15,0-6 1 16,7 3 2-16,9-7 2 0,1-1 0 16,8-3 1-16,2-3 1 15,1-7 0-15,1-2-1 16,-5-3 0-16,4-2-2 15,-8-2-4-15,-8 1-1 16,-4-2-2-16,-8 3-1 0,-2 4-1 16,-9 1-2-16,-5 7 0 15,-7 5 0-15,3 0 4 16,3 10 0-16,1 3 0 0,7 4 1 16,4 3 0-16,5 5 1 15,0 0 0-15,10 0-2 16,-3-2-1-16,1 0 3 15,-6 0 0-15,-2-2 0 16,-2-1-1-16,-16 0-10 0,-16-3-65 16,-4-1-1-16</inkml:trace>
  <inkml:trace contextRef="#ctx0" brushRef="#br0" timeOffset="118683.08">1060 14477 384 0,'0'0'5'0,"0"0"1"0,-3-11 1 16,3 11 1-16,-10-17 0 15,-2 8 1-15,-3-1-1 16,-7 0 0-16,-5 0-3 0,-6 5-3 15,-7 5-1-15,-2 0 0 16,-8 5 0-16,6 7 0 16,-4 3-1-16,4 7 1 15,4 1-1-15,2 4 0 16,11 0-1-16,7 3 1 0,7 2 0 16,11 0 0-16,2 6-1 15,13-4 1-15,4 8-1 16,8-2 1-16,0 5 0 0,7 5-1 15,0 4 2-15,-2 4-1 16,-2 10 0-16,-1 4 2 16,-8 2-1-16,-1 8 0 15,-8 4 0-15,-2 3 0 16,-3 1 0-16,-5-1 0 0,0 5 0 16,0-2 1-16,0-1-1 15,-5 3 0-15,-3-4 1 16,3-1-1-16,0-3 1 15,-4 2-2-15,-2-2 1 0,6 0 0 16,-4-4 0-16,1 3 0 16,-2-6 1-16,3 0 1 15,2-2-1-15,2-37 1 16,1-1-3-16,-3 1 1 0,2 4-1 16,0-1 0-16,-1-1 0 15,4-3 0-15,-3 3 0 16,3-2 1-16,-2-3-1 15,2-2 1-15,-3 0-1 16,1-2 1-16,2-4-1 0,-2 0 0 16,-1-1 0-16,3-4 0 15,0-6 0-15,0-3-1 16,0-2 0-16,0-2 1 0,0-11-1 16,0 10 0-16,0-10 0 15,0 0 0-15,10 5-1 16,-3-5 2-16,6 0-1 15,5 0 0-15,6-1 1 0,3-8 0 16,8 4 0-16,2-2-1 16,6 0 2-16,4 1-1 15,3 2 0-15,2-4-1 16,2 1-3-16,3 4-9 16,-2-2-36-16,0 0-32 15,-3 0-4-15</inkml:trace>
  <inkml:trace contextRef="#ctx0" brushRef="#br0" timeOffset="119383.38">1246 14716 492 0,'0'0'3'15,"0"0"1"-15,0 0 0 0,0 0 1 16,0 0-2-16,0 0-3 16,0 0 0-16,8 17 0 15,-6 2 0-15,-2 8 0 16,2 8 0-16,3 9 0 0,0 3 0 15,2 13 0-15,-1 2 0 16,1-1-9-16,-7-6-26 16,5 4-51-16,2-2-2 15</inkml:trace>
  <inkml:trace contextRef="#ctx0" brushRef="#br0" timeOffset="119833.35">2068 15470 507 0,'0'0'2'0,"0"0"0"0,0 0-2 16,0 0 0-16,0 0 0 15,0 5 0-15,0 7 0 16,5 9 0-16,-4 5 0 0,6 12-4 16,-2 4-8-16,2 12-14 15,0 18-40-15,-2-13-22 16</inkml:trace>
  <inkml:trace contextRef="#ctx0" brushRef="#br0" timeOffset="120316.54">3130 16106 494 0,'0'0'3'0,"0"0"0"16,0 0 0-16,0 0 0 16,4 6 0-16,-1 9-1 0,-1 5-2 15,-2 10 0-15,3 6 0 16,-3 12 0-16,0 6-3 16,0 15-14-16,0 1-22 15,-3 2-47-15,3-3-1 0</inkml:trace>
  <inkml:trace contextRef="#ctx0" brushRef="#br0" timeOffset="120750.14">4307 16852 511 0,'0'0'0'0,"0"0"0"0,0 0 0 15,0 0 0-15,0 0 0 16,7 22 0-16,-7 2 0 15,3 12 0-15,-3 11 0 0,0-17 0 16,0 10 0-16,0-1-72 16,2 11-15-16</inkml:trace>
  <inkml:trace contextRef="#ctx0" brushRef="#br0" timeOffset="121933.41">2071 14719 436 0,'0'0'4'16,"0"0"0"-16,0 0 1 16,0 0 0-16,-12 3 1 15,12-3-1-15,-14 19 0 16,7-3 0-16,-2 1-3 0,1 8-1 15,4 3 0-15,1 3-1 16,3 1 0-16,5 0 0 16,5-2 0-16,4-5 0 0,6-3-1 15,5-7 1-15,0-5-1 16,5-5 1-16,0-5-1 16,0-7 1-16,0-6 2 15,-6-5 1-15,-2-3 1 0,-4-6 0 16,-6-1 1-16,-7-4 0 15,-5-3 0-15,-9 3 0 16,-9-2-3-16,-6 4-2 16,-9 2 0-16,-2 6 0 0,0 11 0 15,-2 10 0-15,2 1-4 16,8 9-10-16,2 11-28 16,13 5-44-16,9 0 0 15</inkml:trace>
  <inkml:trace contextRef="#ctx0" brushRef="#br0" timeOffset="123249.88">1313 15547 407 0,'0'0'4'0,"0"0"0"0,0 0 0 0,0 0 0 15,-13 7 0-15,13-7 0 16,-12 18-1-16,5-3 1 0,1 2-6 16,1 6 0-16,1 1 0 15,4 4 0-15,0-2 0 16,7-2 1-16,3-3 0 15,10-3 1-15,5-6 0 16,5-7 1-16,4-5 0 0,1-4 1 16,1-4 2-16,-2-13 1 15,1 2 2-15,-10-3 1 16,-8-6 0-16,-2 1 1 16,-10 0 0-16,-5 0-1 0,-10 2-1 15,-7 6-2-15,-6 1-3 16,-7 8-1-16,-2 4-4 15,2 9-5-15,-5 4-19 16,0 11-57-16,21 2-1 0</inkml:trace>
  <inkml:trace contextRef="#ctx0" brushRef="#br0" timeOffset="125717.35">3033 14715 223 0,'0'0'12'0,"0"0"6"0,0 0 3 16,-4-7 5-16,4 7 1 15,0 0 0-15,0 0 4 16,-7-11-1-16,7 11-9 0,0 0-6 15,0 0-5-15,0 0-3 16,-12 11-3-16,10 3-1 16,-3 3-3-16,-1 6 0 0,4 6-1 15,2 3 0-15,0 1 0 16,8 4 0-16,2-8 1 16,6-1 0-16,2-6 0 15,3-4 0-15,6-11 0 0,-5-7 0 16,3 0 1-16,2-14 0 15,-2-4 1-15,-8-2 1 16,1-7-1-16,-7-3 2 16,-4-2 0-16,-7-1 0 15,-4 1 0-15,-8 0 0 0,-6 2-1 16,-1 6-2-16,-8 4 1 16,-1 7-2-16,1 6-2 15,-1 7-3-15,3 10-5 0,9 10-15 16,0 7-58-16,6 5-2 15</inkml:trace>
  <inkml:trace contextRef="#ctx0" brushRef="#br0" timeOffset="126268.19">2997 15437 411 0,'0'0'6'0,"0"0"1"0,0 0 1 16,0 0-1-16,-5 0 1 15,5 0-1-15,-14 17 0 16,7-9-1-16,-1 7-5 0,3 6-1 15,2 1-1-15,3-1 0 16,3 4 0-16,6 2 0 16,7-6 0-16,4-4-1 15,2-5 1-15,3-7-1 16,2-5 0-16,1 0 2 0,-3-10 1 16,-4-7 1-16,2 2 3 15,-8-7 1-15,-5 0 0 16,-8-6 1-16,-2-1 0 15,-4-1-1-15,-8 1-1 0,-10-1-2 16,-2 5-2-16,2 7-2 16,-6 4-6-16,4 14-18 15,6 4-57-15,0 12-4 16</inkml:trace>
  <inkml:trace contextRef="#ctx0" brushRef="#br0" timeOffset="127266.8">1430 16463 344 0,'0'0'8'0,"0"0"5"16,-6-7 0-16,6 7 3 0,-12-2 0 16,12 2 1-16,-17-3-1 15,7 3 1-15,-2 3-9 16,1 6-3-16,-1 7-3 16,5 1-1-16,-3 5-1 15,5 3-2-15,5 2 1 0,0 2 0 16,7-4 0-16,6 0 1 15,7-7-1-15,2-4 1 16,5-8 0-16,3-6 1 16,0-3 0-16,7-12-1 0,-5-5 0 15,-2-2 1-15,0-3 1 16,-10 0 0-16,-3-4 2 16,-4-1-1-16,-11 3 0 15,-2 2 1-15,-12-3 0 0,-8 4 0 16,0 2-2-16,-7 4 0 15,0 3-2-15,0 11-1 16,-1 4-4-16,3 0-5 16,10 12-15-16,5 13-59 0,8-11-2 15</inkml:trace>
  <inkml:trace contextRef="#ctx0" brushRef="#br0" timeOffset="127816.1">2160 16330 408 0,'0'0'3'0,"0"0"3"16,0 0 0-16,0 0 1 0,0 0 1 15,-10 0-1-15,10 0 0 16,-9 12 0-16,3-2-3 16,4 5-2-16,-1 5-2 15,3-1 0-15,3 4-1 0,5-1 0 16,3 0 0-16,8-4 0 16,0-5 1-16,6-6 0 15,2-6 0-15,-2-1 0 16,5-7 1-16,0-7 1 0,-2-1 0 15,-7-7 2-15,-4-1 1 16,-2-2 0-16,-10-4 0 16,-5-3 0-16,-7-1 0 15,-10-2 0-15,-8 4-2 0,-5 6 0 16,-7 2-4-16,-1 13-3 16,1 8-13-16,-2 12-67 15,11 10-3-15</inkml:trace>
  <inkml:trace contextRef="#ctx0" brushRef="#br0" timeOffset="129039.74">1514 17036 373 0,'0'0'5'0,"0"0"2"15,-12-5 1-15,12 5 1 16,-18-8 1-16,9 6 0 0,-3-1 1 16,-1 3 0-16,1 0-5 15,-4 3-2-15,6 9-1 16,-4 0-1-16,3 5-2 16,4 4 0-16,0 4-1 0,2-3 1 15,5 4-1-15,3-1 0 16,4-9-1-16,0-4 0 15,6 1 0-15,1-4 1 16,4 2 0-16,2-4-1 16,17 5 3-16,8-12 0 0,4 0 2 15,-4-7 1-15,-3-8 0 16,-4-7 2-16,-14-3 0 16,-11 0 1-16,-10 0-2 0,-3 1 0 15,-11-4 0-15,-3 3-1 16,-7-2 0-16,0 5-2 15,-2-1-1-15,-2 4 1 16,8 6-2-16,-1 1-2 16,3 7-3-16,5 5-2 0,10 0-6 15,-2 15-9-15,4-2-35 16,11 7-28-16,4-1-2 16</inkml:trace>
  <inkml:trace contextRef="#ctx0" brushRef="#br0" timeOffset="129516.88">2359 17001 440 0,'0'0'3'0,"-8"-3"1"16,8 3 0-16,-14-2-1 15,14 2 1-15,-20 0-1 0,5 5 0 16,2 5 0-16,1 8-2 16,2 4-2-16,6 0 1 15,-2 5-1-15,3 0 1 16,3-2-1-16,11 0 1 0,3-8 0 15,4-5 0-15,7-1 0 16,-1-9 0-16,1-2 1 16,0-5 1-16,5-5 1 15,-7-7 2-15,-2-1-1 0,-3-3 1 16,-6-2 1-16,-7-2-1 16,-1-2 0-16,-8-1-2 15,-3 1-1-15,-10 2-1 16,-3 6-1-16,-5 1-1 15,-3 9-3-15,4 1-4 0,2 8-3 16,2 5-6-16,5 7-11 16,10 0-39-16,5 12-18 15</inkml:trace>
  <inkml:trace contextRef="#ctx0" brushRef="#br0" timeOffset="129949.81">3189 16981 377 0,'0'0'8'0,"0"0"0"0,-13-2 3 0,0 2 1 15,5 0 0-15,-8 0 0 16,2 5 1-16,-4 3-1 0,0 4-5 16,4 5-4-16,4 3-1 15,4 4-1-15,4 3-1 16,4 1 0-16,11-3 0 16,4-3-1-16,8-5 0 0,3-2 1 15,6-10-1-15,-1-5 1 16,5-5 0-16,-4-7 1 15,-1-8 1-15,-4-2 1 16,-5-8 0-16,-6-2 0 0,-6-6 1 16,-12 1-1-16,-2 1-1 15,-15 1 0-15,-8 2-1 16,-7 6-2-16,-5 8-3 16,-4 11-7-16,-8 10-39 15,1 11-34-15,2 9-1 0</inkml:trace>
  <inkml:trace contextRef="#ctx0" brushRef="#br0" timeOffset="131570.54">4181 16173 362 0,'0'0'6'16,"0"0"2"-16,0 0 2 15,0 0-1-15,0 0 2 16,0 0 0-16,-8 15 0 16,3-5 0-16,-3 0-4 0,4 5-3 15,-1 3-2-15,2 3 0 16,1 2-1-16,2 2-1 15,5-1 0-15,4 1 0 0,4-5-1 16,4 3 1-16,3-8-1 16,5-3 1-16,-3-5 0 15,3-5 1-15,0-2 1 16,0 0 2-16,0-9 0 0,-6-6 2 16,2 0 0-16,-8-5 2 15,1-3-1-15,-7-2 1 16,1-1-1-16,-8-4-2 15,-5 1-5-15,-5 1 0 0,-8 1 0 16,-4 3 0 0,-7 0 0-16,-4 10 0 0,-4 4 0 15,3 5 0-15,1 3 0 16,3 2 0-16,2 5 0 16,12 2 0-16,-2 3 0 0,13 5-21 15,0 7-60-15,5-12-6 16</inkml:trace>
  <inkml:trace contextRef="#ctx0" brushRef="#br0" timeOffset="132299.79">4178 15363 365 0,'0'0'6'0,"0"0"3"16,0 0 2-16,0 0 1 0,-10-4 2 15,10 4 0-15,-12 0 0 16,2 2 1-16,-1 5-6 16,2 4-2-16,-1 1-3 15,-1 5-1-15,4 4-2 0,1 4 0 16,5-4-1-16,1 6 0 15,1-2 0-15,10-3 0 16,2 1-1-16,1-6 1 16,9-4 0-16,0-6 0 0,0-7 1 15,5 0 0-15,2-7 0 16,-5-4 2-16,0-6 1 16,0 1 1-16,-6-5 0 0,-6 0 0 15,-1-2-3-15,-9 0-2 16,-6-1 0-16,-9-1 0 15,-5 0 0-15,-8 0 0 16,-8 6 0-16,1 1 0 16,-5 6 0-16,2 4 0 15,3 3 0-15,5 5 0 0,-1 0-21 16,-2 7-65-16,21 1-3 16</inkml:trace>
  <inkml:trace contextRef="#ctx0" brushRef="#br0" timeOffset="134017.24">3889 14568 337 0,'0'0'6'0,"0"0"5"16,0 0 3-16,0 0 3 16,0 0 0-16,0 0 2 0,0 0 1 15,0 0 0-15,0 0-6 16,0 0-4-16,-5 3-3 15,5 5-2-15,0 6-3 16,0 7-1-16,3 0 0 0,-3 6 0 16,6 2-1-16,-4 2 1 15,1 1-1-15,-3-4 1 16,0-1-1-16,0-5 1 0,0-2 0 16,0-3-1-16,0-5 1 15,0-2 0-15,0-10-1 16,-3 10 0-16,3-10-1 15,0 0 0-15,0 0-3 0,0 0-3 16,0 0-7-16,0-7-19 16,0 7-50-16,10-14-2 15</inkml:trace>
  <inkml:trace contextRef="#ctx0" brushRef="#br0" timeOffset="134683.32">4185 14579 311 0,'0'0'7'0,"0"0"5"0,0 0 2 16,0 0 2-16,0 0 5 0,-4-6 0 15,4 6 0-15,0 0 1 16,0 0-8-16,-11 0-3 15,11 0-3-15,-7 10-4 16,4 0-2-16,1 8 0 0,-3 0-2 16,3 0 0-16,-1 5 0 15,3 2 0-15,0-4 0 16,0 2 0-16,5-3 0 16,2-2 0-16,1-6-1 0,5-2 1 15,-4 0 0-15,0-5 1 16,7-3 0-16,-4-2-1 15,4 0 1-15,-2-2 1 16,2-3-1-16,-4-2 1 0,-2-2 0 16,2 0 1-16,-5-6 0 15,1 3 0-15,-5-6 0 16,-1-2 1-16,-2 0-4 0,-5-4 0 16,-3 1 0-1,-1 0 0-15,-3-1 0 0,-4 5 0 16,-2 1 0-16,6 2 0 15,-5 7 0-15,2 0 0 16,3 3 0-16,-1 5 0 16,4-2 0-16,1 0 0 0,8 3 0 15,-13 0 0-15,13 0 0 16,0 0-3-16,-9 6-9 16,9-6-11-16,0 0-46 0,0 0-18 15</inkml:trace>
  <inkml:trace contextRef="#ctx0" brushRef="#br0" timeOffset="136200.29">4322 14246 353 0,'0'0'4'0,"0"0"2"15,0 0 4-15,0 0 2 16,0 0 0-16,0 0 1 0,-8-10 0 15,8 10 0-15,0 0-4 16,0 0-2-16,13-4-3 16,2 1-2-16,2 3-1 0,8 0-1 15,1-2 0-15,7-1 1 16,3 1-1-16,-1 2 0 16,-1-6 1-16,-4 6-1 15,-5-2 1-15,-8 0 0 16,-1 2 0-16,-4 0 0 0,-12 0 0 15,12 4 1-15,-12-4-1 16,3 16 0-16,-1-4 0 16,-2 3 0-16,3 4 1 15,2 4-1-15,-5 9 0 0,4 0 0 16,4 8 0-16,-4 4 0 16,5 4 0-16,-2 7 0 15,2-2 0-15,-1 7 0 16,2 2-1-16,0 0 1 15,-1 3-1-15,0-1 0 0,-2 1 0 16,-2 1 0-16,0 1 1 16,-1 2-1-16,-1 4 1 15,-3-4 0-15,0 0-1 0,0 0 0 16,0-1 1-16,0-2-1 16,0-4 0-16,0-2-1 15,0-4 1-15,-3 4 1 16,3-5 0-16,0-4-1 15,-2-1 1-15,0 0 0 0,2-3 0 16,0 0 0-16,0 2 1 16,0-5-2-16,0 1 0 15,-3 3 1-15,3-2-1 0,-2 2 0 16,2-4 1-16,0 3-2 16,0-3 2-16,0 2 0 15,0-4 0-15,2-1 1 16,1 1-1-16,1 1 1 0,-4-1-1 15,0-5 2-15,3-1-2 16,-3 2 1-16,0-6-2 16,3-2 0-16,0 0 0 15,-3 0 0-15,0-3 0 0,2 0 0 16,0-2 0-16,1-3 0 16,-1 3 0-16,1-15 0 15,-3 0 0-15,4 7 0 16,-4-7 0-16,3 0 0 15,-3-10 0-15,5 18 0 16,-5-18 0-16,5 14 0 16,-5-14 0-16,8 15-3 0,-8-15 4 15,4 15-1-15,-4-15 0 16,5 15 0-16,-5-15 0 16,3 12 0-16,-3-12 0 0,4 10 0 15,-4-10 0-15,0 0 0 16,6 7 0-16,-6-7 0 15,0 0 0-15,0 0 0 0,0 0 2 16,0 0-2-16,0 0 0 16,0 0 0-16,0 0 0 15,0 0 0-15,0 0 0 16,0 0 0-16,0 0 0 16,0 0 0-16,0 0 0 0,0 0 0 15,0 0 0-15,0 0 0 16,0 0 0-16,0 0 0 15,0 0 0-15,0 0 0 16,0 0 0-16,0 0 0 0,0 0 0 16,0 0 0-16,0 0 0 15,0 0 0-15,-6 6 0 16,6-6 0-16,-12 0 0 16,0 0 0-16,-1 0 0 0,-1 0 0 15,-4 1 0-15,-1 2 0 16,-4 0 0-16,1-1 0 15,-3 3 0-15,0 0 0 16,-2 1 0-16,2-2 0 16,0 4 0-16,0-4 0 0,2 2 0 15,2-2 0-15,3 1 0 16,3 1 0-16,2-4 0 16,6 0 0-16,7-2 0 0,0 0-55 15,-2-7-36-15,2-3 1 16</inkml:trace>
  <inkml:trace contextRef="#ctx0" brushRef="#br0" timeOffset="137766.73">5346 14212 343 0,'0'0'7'0,"0"0"3"0,0 0 4 16,-2-8 2-16,2 8 1 15,-4-10 0-15,4 10 2 0,-7-11 0 16,7 11-6-16,-12-11-4 16,12 11-3-16,-20-6-1 15,10 6-3-15,-5-1 0 16,-4 1-1-16,1 0 0 0,1 0-1 15,-3 0 0-15,5 4-1 16,2-1 1-16,1 2 0 16,2 1-1-16,2 0 1 15,1 2-1-15,-1 2 1 0,7 2-1 16,-5 3 1-16,6 4 0 16,-3 1 0-16,3 5 0 15,0 5 0-15,0 2 0 16,3 5 0-16,3 3 0 15,1 5 1-15,2 1 0 0,1 2-1 16,1 5 1-16,1 3 0 16,-2 0-1-16,2 5 2 15,-2 0-2-15,0 3 1 0,0 6 0 16,-3 1 1-16,0 7-1 16,-1 1 2-16,-1 0-3 15,0 3 0-15,-3 0 0 16,3-3 0-16,-2 1 0 0,-1-2 0 15,3-6 0-15,-5 3 0 16,6-6 0-16,-4 0 0 16,0-3 0-16,0 0 0 15,1-4 0-15,0 0 0 16,-1-8 0-16,0 1 0 0,1-1 0 16,2 0 0-16,-3-1 0 15,1-4 0-15,0 1 0 16,-1-3 0-16,1 0 0 15,-3-2 0-15,0 5 0 0,0-9 0 16,0 4 0-16,0-1 0 16,-5 1 0-16,2-3 0 15,-2 2 0-15,0-1 0 0,2-24 0 16,1 3 0 0,0 2 0-16,-1 0 0 0,0-4 0 15,-1 5 0-15,2-4 0 16,-4 2 0-16,6-1 0 15,-5-1 0-15,3-5 0 16,-1 4 0-16,1-2 0 0,-3-6 0 16,3 3 0-16,2-1 0 15,-3-4 0-15,3-10 0 16,-2 15 0-16,2-15 0 0,0 0 0 16,0 0 0-16,0 0 0 15,9-1 0-15,-9 1 0 16,18-14 0-16,-6 4 0 15,0 3 0-15,6-4 0 16,1 3 0-16,4-5 0 0,2 3 0 16,14-11 0-16,23-4-73 15,-29 14-16-15</inkml:trace>
  <inkml:trace contextRef="#ctx0" brushRef="#br0" timeOffset="139249.62">5673 14358 379 0,'0'0'8'0,"0"-11"3"0,0 11 2 0,3-11 2 16,-3 11 0-16,3-13 2 16,-3 13-1-16,0-12 0 0,0 12-7 15,-3 0-3-15,3 0-3 16,-18 19 0-16,14-6-3 16,-1 2-2-16,0 4 2 0,5-1 0 15,0-3 0-15,2 2-1 16,9-4 1-16,1 5 0 15,1-10 0-15,3 5 0 16,5-5 1-16,-5 2-1 16,5 0 2-16,-3-3-2 0,-2-3 0 15,0 5 0-15,-2-5 0 16,-1 1 0-16,-13-5 0 16,15 12 0-16,-15-12 0 15,0 13 0-15,0-13 0 16,-12 18 0-16,-4-8 0 15,-1-3-3-15,-3 2-7 0,-5-3-10 16,5-6-49-16,-2 3-17 16</inkml:trace>
  <inkml:trace contextRef="#ctx0" brushRef="#br0" timeOffset="139467.09">5676 14261 438 0,'0'0'5'15,"0"0"1"-15,0 0 2 0,0 0-1 16,10-2 1-16,-10 2-1 16,17-3 1-16,-1 3 0 15,-4 0-7-15,8 0-5 16,-3 0-12-16,13-3-65 15,-1 3-4-15</inkml:trace>
  <inkml:trace contextRef="#ctx0" brushRef="#br0" timeOffset="140199.84">5749 15171 456 0,'0'0'4'0,"0"0"2"16,-11-10 1-16,11 10 1 0,-5-15 1 16,5 15 0-16,-10-17 0 15,10 4-6-15,0 3-3 16,0 0 0-16,8-2 0 15,-1 2 0-15,11 2 0 16,0-1 0-16,3 1 0 16,1 0 0-16,1 6 0 0,-3 2 0 15,-2 8 0-15,-6 4 0 16,-4 8 0-16,-8 5 0 16,0 2 0-16,-8 4 0 0,-7 0 0 15,-3 3 0-15,1-2-2 16,-6-2 1-16,1-3 0 15,8-4-1-15,-2-6 1 0,7-5 1 16,4-1 0-16,5-11 0 16,0 0 1-16,17 0 0 15,1-3-1-15,2-5 1 16,1 1 1-16,4-2-2 16,1 0-3-16,-1 0-5 0,4 4-29 15,-7 0-48-15,0 3-2 16</inkml:trace>
  <inkml:trace contextRef="#ctx0" brushRef="#br0" timeOffset="140966.87">5786 15888 401 0,'0'0'7'0,"0"0"1"15,-8-4 3-15,8 4 2 0,0 0 1 16,-10-5 0-16,10 5 0 15,-3-7 0-15,3 7-5 16,3-10-3-16,7 2-6 16,0 6 0-16,8-3 0 0,-1 2 0 15,3 3 0-15,-1 0 0 16,4 0 0-16,-1 3 0 16,-1 4 0-16,-7 1 0 0,-2 4-4 15,-4 2-1-15,-8 2 0 16,0 1 0-16,-10 3 0 15,2 0 2-15,-4-2 0 16,-3-1 1-16,3-1 1 16,2-3 0-16,0-5 1 0,10-8 1 15,-3 10 0-15,3-10-1 16,8 0 1-16,5 0 0 16,3-6 0-16,2 2 0 15,2-2 0-15,-1 2-1 0,4 1 1 16,-6 3-1-16,3 0 1 15,-7 0-1-15,-1 3 1 16,-12-3 1-16,10 14-1 16,-10-6 1-16,-2 2-1 0,-9 2 0 15,-3 1 0-15,-8-1 0 16,2-2-1-16,-6 2 1 16,-1 1-1-16,0-6 0 15,3-2 0-15,-1-2-2 16,9-2-6-16,-1-1-31 0,7 0-44 15,10 0-2-15</inkml:trace>
  <inkml:trace contextRef="#ctx0" brushRef="#br0" timeOffset="141916.24">5952 16590 470 0,'0'0'4'0,"0"0"0"0,0 0 2 0,0 0 0 15,2 8 1-15,-2-8-1 16,3 14 2-16,-3 1-8 16,0 2 0-16,0 6 0 15,0-1 0-15,0 7 0 0,0 4 0 16,0 2 0-16,0-6 0 16,0-1 0-16,0-1 0 15,0-3 0-15,5-3 0 16,-5-7 0-16,3-1 0 15,-3-13 0-15,2 12 0 16,-2-12 0-16,0 0 0 0,0 0 0 16,0 0 0-16,0 0 0 15,0-10-3-15,0 10-27 16,12-17-55-16,-10-1-4 0</inkml:trace>
  <inkml:trace contextRef="#ctx0" brushRef="#br0" timeOffset="143266.67">6116 14039 269 0,'0'0'11'0,"0"0"2"0,0 0 4 15,0 0 1-15,0 0 1 16,-6 4-1-16,6-4 3 16,0 0-2-16,0 8-7 15,0-8-3-15,4 10-2 0,6-6-1 16,1 3 0-16,7 1 0 15,5-3 0-15,1 3-1 16,6-5-2-16,2-2 0 0,4-1-2 16,-4 3 1-16,3-3-1 15,-8 0 0-15,1 2-1 16,-9 1 1-16,1 2 0 16,-6 3 0-16,-5 1-1 15,-2 9 0-15,-2 3 1 16,-5 12 0-16,0 9 0 0,0 8-1 15,0 9 1-15,-3 11 1 16,-1 4-1-16,1 11 1 16,1 1-1-16,2 3 0 0,0-2-1 15,5 5 1-15,-1-3-1 16,1 2 0-16,2-2 1 16,2 3-1-16,-5 0 1 15,4 2 1-15,-6 0 0 0,0 11 2 16,-2-4-1-16,0 0 0 15,0 4 0-15,-4-1 1 16,1-6-4-16,-2 1 0 16,5-5 0-16,-4-4 0 0,4-3 0 15,0-8 0-15,0-3 0 16,2-9 0-16,3-2 0 16,0-8 0-16,2-5 0 15,-3-8 0-15,5-1 0 16,-2-9 0-16,-2-4 0 0,2-4 0 15,0-2 0-15,-1-5 0 16,-1-4 0-16,-3-2 0 16,1-3 0-16,-3-10 0 0,4 12 0 15,-4-12 0-15,0 0 0 16,0 0 0-16,0 0 0 16,0 0 0-16,0 0 0 15,0 0 0-15,0 0 0 0,0 0 0 16,0 0 0-16,0 0 0 15,0 0 0-15,0 0 0 16,0 0 0-16,0 0 0 16,0 0 0-16,-9 5 0 0,2-3 0 15,-6 1 0-15,-4-3 0 16,-6 0 0-16,-2 2 0 16,-7-2 0-16,-4 0 0 15,3 6 0-15,-5-6 0 16,-2 1 0-16,5 3 0 0,6 0 0 15,1-4 0-15,9 0 0 16,1 0 0-16,8-2 0 16,8-11-71-16,2 1-18 15</inkml:trace>
  <inkml:trace contextRef="#ctx0" brushRef="#br0" timeOffset="143782.92">6979 15549 483 0,'0'0'3'0,"0"0"0"0,0 0 1 16,0 0 1-16,0 0-1 15,4-2 1-15,6 2-1 0,1-3-4 16,3 0 0-16,4 2 0 16,6-2-3-16,-4-1-36 15,10-2-45-15,-5 2-4 0</inkml:trace>
  <inkml:trace contextRef="#ctx0" brushRef="#br0" timeOffset="143916.24">6903 15824 415 0,'0'0'3'0,"0"0"0"16,16 3 2-16,5-3 1 15,9-8-5-15,11-2-75 16,14-9 1-16</inkml:trace>
  <inkml:trace contextRef="#ctx0" brushRef="#br0" timeOffset="146351.6">7443 13961 263 0,'0'0'8'0,"0"0"6"0,0 0 4 15,2-12 3-15,-2 12 1 16,0-12 2-16,-2 2 1 16,-3 2-2-16,-5-2-7 15,0 5-5-15,-4 5-5 0,-7 0-2 16,-1 10-2-16,-3 3-1 16,-3 4-1-16,2 5 0 15,1 1 0-15,0 4 1 0,9 3-2 16,4 2 0-1,5-2 0-15,7 2-1 0,0 5 1 16,5 0 1-16,4 5-1 16,5-2 1-16,-5 7 1 15,3 0 0-15,1 7 0 16,-1 4 0-16,-1 6 0 0,-4 3 0 16,3 8 0-16,-4 1-1 15,3 6 1-15,-4 2-1 16,0 5 1-16,-1 1-1 0,1-1 1 15,-2 2 0-15,-1-4-1 16,4 2 0-16,-4-2 0 16,1-5 0-16,4-1 0 0,-2-4 0 15,2-1 0-15,4-3 0 16,-4-4 1-16,2 0-1 16,2-1 0-16,-4-2 0 15,-2-1 0-15,2 2 0 16,-4-3-1-16,1 3 1 0,0-3 0 15,1-1 1 1,-3-2 0-16,0-2 0 0,1-4 1 16,-3-3-1-16,2-3 1 15,-2-4 0-15,0-5-1 0,0-3 0 16,-2-4 0-16,-1-7 0 16,-1-1 0-16,-1-7 0 15,-1-4-1-15,4-3 1 16,2-11 0-16,-3 11 0 15,3-11 0-15,0 0 1 0,0 0-1 16,0 0 1-16,0 0 0 16,0 0-1-16,0 0 0 15,0 0 1-15,0 0-2 16,0 0 0-16,0 0 0 16,0 0 0-16,0 0-1 0,0 0 0 15,0 0 1-15,0 0-1 16,3 10 1-16,-3-10 0 0,10 5 1 15,-10-5 1-15,15 10 0 16,-3-5 2-16,3 0-1 16,3 0 2-16,-1-5-2 15,1 5-3-15,1-3 0 16,1 1 0-16,3 0 0 0,-4-1 0 16,-1 1 0-16,-4-1 0 15,4 1 0-15,-6-1 0 16,1 0 0-16,-3-2 0 15,5 0-41-15,4 0-43 0,-8-4-4 16</inkml:trace>
  <inkml:trace contextRef="#ctx0" brushRef="#br0" timeOffset="149183.37">7860 14036 413 0,'0'0'5'0,"0"0"1"0,0 0 2 15,0 0 0-15,0 0 1 16,-7-8 1-16,7 8 0 16,-17 0 1-16,4 0-4 15,-2 8-3-15,2-1-1 0,4 3 0 16,-3 1-1-16,6-3-1 15,-1 9 1-15,7-6-3 16,0 1 1-16,0 1 0 16,7 2 0-16,6-3 0 0,-1 1 1 15,6-1 0-15,1 0-1 16,4-2 2-16,-3 0-1 0,-1-3 1 16,1 4-1-16,-2-4 1 15,-3-2-2-15,-2 5 0 16,-13-10 0-16,12 15 0 15,-12-15 0-15,0 13 0 0,0-13 0 16,-12 14 0-16,-4-4 0 16,2-3 0-16,-4 1 0 15,-2 2 0-15,-2-6-8 16,4 2-7-16,-2-3-13 16,3-3-48-16,2-3-11 0</inkml:trace>
  <inkml:trace contextRef="#ctx0" brushRef="#br0" timeOffset="149399.74">7836 14055 459 0,'0'0'4'0,"0"0"1"16,0 0 1-16,10-9 1 0,-10 9 0 15,18-7 0-15,-4 1 1 16,0 1 0-16,6 0-8 16,3 3 0-16,2-1-7 0,-6-1-40 15,9 1-38-15,-3-2-2 16</inkml:trace>
  <inkml:trace contextRef="#ctx0" brushRef="#br0" timeOffset="149966.69">8471 14033 493 0,'0'0'3'0,"0"0"2"16,0 0 0-16,0 0 0 16,0 0-5-16,0 0 0 15,0 8 0-15,0 4 0 16,-2 3 0-16,2 6 0 0,0 0 0 16,0 6 0-16,0-2 0 15,2 7-8-15,1 3-56 16,5-12-24-16,-1-4-3 0</inkml:trace>
  <inkml:trace contextRef="#ctx0" brushRef="#br0" timeOffset="150183.19">8295 14166 449 0,'0'0'3'16,"0"0"1"-16,0 0 1 15,0 0 0-15,8-7 1 0,-8 7 2 16,21-7-1-16,-3 4 1 16,5-1-2-16,4 0-2 15,3 3 0-15,5-4-2 16,2 0-2-16,0 5-7 0,0-10-13 16,-7 5-63-16,5 0-3 15</inkml:trace>
  <inkml:trace contextRef="#ctx0" brushRef="#br0" timeOffset="150416.35">8852 13969 466 0,'0'0'5'0,"0"0"3"15,10 0 2-15,-10 0 1 0,0 0 0 16,0 0-11-16,7 0 0 15,-7 0 0-15,0 15 0 16,0-1 0-16,0 6 0 16,0 3 0-16,0 1 0 0,0 4 0 15,0-6 0-15,-2 0-90 16,4-1-1-16</inkml:trace>
  <inkml:trace contextRef="#ctx0" brushRef="#br0" timeOffset="150766.53">9157 13897 502 0,'0'0'3'16,"0"0"0"-16,0 0 0 15,0 0-3-15,0 7 0 16,-5 5 0-16,-2 4 0 15,-3 6 0-15,2 6 0 0,3 1 0 16,0 1 0-16,5 0 0 16,0-4 0-16,10-3 0 15,8-8 0-15,7-3 0 0,2-7 0 16,6-5 0-16,-1-3 0 16,0-6 0-16,-3-6 0 15,-3-2 0-15,-9-6 0 16,-4-1 0-16,-13-4 0 0,-3-2 0 15,-12 1 0-15,-5-1 0 16,-7 8 0-16,-13-3-24 16,5 11-62-16,-4 8-4 15</inkml:trace>
  <inkml:trace contextRef="#ctx0" brushRef="#br0" timeOffset="154334.01">8255 14757 418 0,'0'0'6'0,"0"0"3"16,0 0 1-16,0 0 2 16,5-8 1-16,-5 8 1 0,8-12 0 15,-8 12 1-15,12-18-15 16,-7 8 0-16,5 3 0 15,-2 0 0-15,4-1 0 16,3 6 0-16,-3 2 0 16,3 0 0-16,3 2 0 0,-3 6 0 15,2 2 0-15,-4 4 0 16,-1 1 0-16,-3 5 0 16,-4 0 0-16,-2 2 0 15,-3 3 0-15,-10-3 0 0,0 3 0 16,-5-3 0-16,-2-2 0 15,2 0 0-15,-2-5 0 16,2 0 0-16,5-5 0 16,10-10 0-16,-16 10 0 0,16-10 0 15,0 0 0-15,0 0 0 16,9 4 0-16,3-4 0 16,3-1 0-16,2-5 0 0,3 1 0 15,3 3 0-15,-2-3 0 16,2 0 0-16,-5 0 0 15,-6 5 0-15,-2 0 0 16,-10 0 0-16,15 0 0 0,-15 0 0 16,0 0 0-16,0 0 0 15,0 0 0-15,0 0 0 16,0 0 0-16,0 0 0 16,0 0 0-16,0 0 0 15,0 0 0-15,0 0 0 0,0 0 0 16,0 0 0-16,0 0 0 15,0 0 0-15,0 0 0 16,0 0 0-16,0 0 0 16,0 0 0-16,0 0 0 0,0 0 0 15,0 0 0-15,0 0 0 16,0 0 0-16,0 0 0 16,0 0 0-16,0 0 0 0,0 0 0 15,0 0 0-15,0 0 0 16,0 0 0-16,0 0 0 15,0 0 0-15,0 0 0 16,0 0 0-16,0 0 0 0,0 0 0 16,0 0 0-16,0 0 0 15,0 0 0-15,0 0 0 16,0 0 0-16,0 0 0 16,0 0 0-16,0 0 0 15,0 0-54-15,-8 3-34 0,8-3-3 16</inkml:trace>
  <inkml:trace contextRef="#ctx0" brushRef="#br0" timeOffset="155990.45">8345 15500 453 0,'0'0'5'0,"0"0"2"15,0 0 2-15,0 0 2 16,0 0 0-16,0-13 1 0,0 13-9 15,0 0-3-15,0-12 0 16,0 12 0-16,5-10 0 16,-5 10 0-16,15-10 0 15,-3 5 0-15,1-2 0 16,1 4 0-16,2 3 0 0,-2 0 0 16,1 0 0-16,3 3 0 15,-6 2 0-15,-2 2 0 16,-3 3 0-16,-2-2 0 15,-5 4 0-15,0 1 0 0,-2-1 0 16,-5 2 0-16,-1-4 0 16,-2 5 0-16,3-6 0 15,-1-1 0-15,8-8 0 0,-7 18 0 16,7-18 0-16,3 9 0 16,-3-9 0-16,16 11 0 15,0-6 0-15,-4 0 0 16,3-1 0-16,4 2 0 15,-1-1 0-15,-1 2 0 16,-1-5 0-16,-4 3 0 0,-2 3 0 16,-3-1 0-16,-7-7 0 15,10 10 0-15,-10-10 0 16,0 13 0-16,-10-7 0 16,-5 3 0-16,-2-1 0 0,-3-4 0 15,-3-1 0-15,2 1 0 16,-2-1 0-16,4 2 0 15,1-3-48-15,5-2-42 0,13 0-1 16</inkml:trace>
  <inkml:trace contextRef="#ctx0" brushRef="#br0" timeOffset="157549.66">8496 16442 483 0,'0'0'3'0,"0"0"2"0,0 0 1 16,0 0 1-16,0 0 0 15,0 4-7-15,0 6 0 16,0 2 0-16,0 6 0 16,3 8 0-16,-1 10 0 0,3 3 0 15,-3 4 0-15,1 3 0 16,-3 7 0-16,0-3 0 15,0-6 0-15,0 1 0 16,0-11 0-16,0-2 0 0,-3-7 0 16,3-8 0-16,-2-5 0 15,2-12 0-15,0 0 0 16,0-9-59-16,8-11-33 16,-3-12 0-16</inkml:trace>
  <inkml:trace contextRef="#ctx0" brushRef="#br0" timeOffset="158516.29">9458 13689 392 0,'0'0'3'0,"0"0"2"0,0 0 0 16,0 0 2-16,7 0 0 16,-7 0 1-16,13-5 0 15,-1 0 1-15,1 3-3 0,6-3-2 16,6-1 0-16,5 2 0 16,7-1-1-16,1 0-1 15,-1 3 0-15,0-1 0 16,-2 3-1-16,0 3 0 0,-8 6 1 15,-2 9-1-15,-2 4 0 16,-9 15 1-16,-4 16 0 16,0 8 0-16,-5 13 0 15,0 13 2-15,-5 12 0 0,0 7 2 16,0 14-2-16,0 3 1 16,0 7-2-16,0 3-3 15,0 3 0-15,-2 5 0 0,-1 3 0 16,1 0 0-16,-1 2 0 15,3 0 0-15,0-2 0 16,3-5 0-16,4-5 0 16,5-8 0-16,-6-7 0 15,6-5 0-15,-2-13 0 0,0-7 0 16,-3-7 0-16,1-11 0 16,-6-6 0-16,-2-10 0 15,0-9 0-15,0-11 0 16,0-2 0-16,-2-9 0 0,-1-4 0 15,-4-8 0-15,5 1 0 16,-3-4 0-16,-3 1 0 16,0-3 0-16,1 1 0 15,0-1 0-15,-6-2 0 0,-2 1 0 16,0-3 0-16,-2 1 0 16,-5-7 0-16,-6 4 0 15,-2-6 0-15,-4 0 0 16,-3 0 0-16,-6 0 0 15,1 0 0-15,-2 0 0 16,1 0 0-16,3 0 0 0,3 4 0 16,0-4 0-16,5-12-72 15,12 3-17-15</inkml:trace>
  <inkml:trace contextRef="#ctx0" brushRef="#br0" timeOffset="159099.68">10301 15171 487 0,'0'0'3'0,"0"0"0"0,0 0 2 15,0 0 0-15,0 0 0 16,0 0-2-16,9-3-3 0,-9 3 0 16,17-6 0-16,-10 2 0 15,14 4-15-15,-8 3-50 16,1-3-21-16,1 0-3 15</inkml:trace>
  <inkml:trace contextRef="#ctx0" brushRef="#br0" timeOffset="159216.21">10308 15289 448 0,'0'0'3'0,"0"0"1"16,0 0 0-16,-2 10 2 16,2-10 0-16,2 10 1 15,-2-10 0-15,19 7-2 16,-1-9-15-16,-8-5-69 15,19-6-4-15</inkml:trace>
  <inkml:trace contextRef="#ctx0" brushRef="#br0" timeOffset="159949.78">10929 13862 379 0,'0'0'5'16,"0"-15"1"-16,0 3 3 15,-2-2 1-15,-3-4 2 0,-4 1 1 16,2-1 0-16,-6-2 0 16,5 5-3-16,-8 9-4 15,2 6-1-15,-6 0-3 0,-1 12 0 16,0 7-2-16,-4 12 1 16,2 10 0-16,0 9 0 15,7 11 0-15,0 12 0 16,4 9 0-16,10 5 1 15,2 7-1-15,2 6 1 0,8 2-1 16,-1 8 0-16,0 0 2 16,0 7 0-16,-4 0 1 15,-3 7-1-15,1-2-3 0,-3 1 0 16,0 1 0-16,-5-1 0 16,-2 1 0-16,2-6 0 15,0 0 0-15,-1-7 0 16,4-2 0-16,-5-8 0 15,2-1 0-15,-5-6 0 0,2-7 0 16,1-5 0-16,0-8 0 16,-3-10 0-16,4-9 0 15,-1-8 0-15,2-10 0 16,0-8 0-16,-2-4 0 0,-1-7 0 16,3-4 0-16,-2 2 0 15,0-7 0-15,0 2 0 16,1-5 0-16,6-6 0 0,-10 18 0 15,10-18 0-15,-5 7 0 16,5-7 0-16,5 0 0 16,7 0 0-16,8-2 0 15,8-8 0-15,3 3 0 16,14-4 0-16,3-1 0 0,7-2 0 16,0-6 0-16,3-3-51 15,-3 1-38-15,-7-3-1 16</inkml:trace>
  <inkml:trace contextRef="#ctx0" brushRef="#br0" timeOffset="160550.29">11157 13837 388 0,'0'0'7'0,"0"0"2"16,0 0 2-16,2-7 3 16,-2 7 0-16,0 0 1 0,0 0 1 15,0 0 0-15,9 15-5 16,-7 0-4-16,1 8-4 15,1 3-3-15,-1 4 0 16,-1 8 0-16,1-1 0 0,-1-3 0 16,0 1 0-16,-2-6 0 15,6-1-13-15,-6-6-13 16,0-5-59-16,0-2-4 16</inkml:trace>
  <inkml:trace contextRef="#ctx0" brushRef="#br0" timeOffset="160949.89">11545 13877 440 0,'0'0'5'0,"0"0"1"0,0 0 1 15,-5-9 1-15,5 9 1 16,-7-8-1-16,7 8 1 16,-18-5 0-16,9 5-5 0,-2 0-1 15,1 7-2-15,1 5 1 16,2-2-2-16,-2 5 0 16,9 2 0-16,0-1 0 15,3-1 0-15,7 2 0 0,2-3 0 16,6 2 0-16,1-7 0 15,2 6 0-15,-1-5 0 16,-2 1 0-16,1-4 0 16,-5 2 0-16,-3 0 0 0,-4-2 0 15,-7-7 0-15,0 18 0 16,-5-10 0-16,-5 0 0 16,-5 2-3-16,-6-5-8 15,5 2-36-15,-9-1-40 16,5-4 2-16</inkml:trace>
  <inkml:trace contextRef="#ctx0" brushRef="#br0" timeOffset="161116.51">11623 13768 477 0,'0'0'2'0,"0"0"1"15,16-4 0-15,-6-2 1 16,3 6-1-16,4-5 0 0,8 5-5 15,-5-5-21-15,5 5-58 16,-3 3-3-16</inkml:trace>
  <inkml:trace contextRef="#ctx0" brushRef="#br0" timeOffset="161883.06">11292 14608 476 0,'0'0'4'0,"0"0"1"16,0 0 1-16,2-15 0 15,-2 15 1-15,10-14 0 16,-10 14-7-16,11-18 0 16,-4 10 0-16,-7 8 0 0,14-10 0 15,2 10 0-15,-7 0 0 16,3 3 0-16,4 7 0 15,-2-2 0-15,-1 7 0 16,-1-1 0-16,-7 7 0 0,-5-2 0 16,-2 6 0-16,-8 0 0 15,-6 0 0-15,0-4 0 16,-3 2 0-16,3-9 0 16,3 2 0-16,1-5 0 0,12-11 0 15,-5 13 0-15,5-13 0 16,12 0 0-16,8-2 0 15,3-6 0-15,3 1 0 16,10 0 0-16,-6-11-41 0,7 8-43 16,-5 0-3-16</inkml:trace>
  <inkml:trace contextRef="#ctx0" brushRef="#br0" timeOffset="162566.88">11210 15265 479 0,'0'0'3'0,"0"0"2"0,0 0 1 16,0 0-1-16,0 0 1 0,9-6 1 16,-9 6-7-16,13-7 0 15,-1 0 0-15,4-1 0 16,-2 1 0-16,4 0 0 16,1 2 0-16,1 2 0 15,-2-2 0-15,-3 5 0 0,-2 0 0 16,-4 0 0-16,-9 0 0 15,3 15 0-15,-6-3 0 16,-6 0 0-16,0 1-2 16,-5 2 1-16,3-3 1 0,-1 1-1 15,3-1 1-15,4-4-1 16,5-8 1-16,0 14 0 16,0-14 0-16,14 10 0 0,4-4 1 15,1-2-1-15,4-1 1 16,2-1 0-16,3 0-1 15,1 3 0-15,-5 0 0 16,-1 1 2-16,-3-2-2 16,-3 4 0-16,-6 2 0 0,-9 1 0 15,-2 3 0-15,-10 0 0 16,-7 1 0-16,-6 3-2 16,-9-4-11-16,2 1-32 15,3-1-40-15,-6 0 0 0</inkml:trace>
  <inkml:trace contextRef="#ctx0" brushRef="#br0" timeOffset="162982.87">11287 16483 494 0,'0'0'1'0,"0"0"0"0,0 0 0 0,-2 15 1 0,2-5 1 16,0 8-1-16,-4 6-1 15,4 9 1-15,0 1-3 16,0 3-8-16,0 1-35 15,0-1-40-15,0-8-2 0</inkml:trace>
  <inkml:trace contextRef="#ctx0" brushRef="#br0" timeOffset="163782.98">11895 13354 376 0,'0'0'3'0,"0"0"2"0,0 0 0 15,0 0 1-15,0 0 2 16,8 4 1-16,7 3 1 0,7 0 0 16,8 5-3-16,2 6 0 15,8 2-1-15,3 2-1 16,1 5-1-16,0 5-1 15,-1 5 0-15,-8 10 0 16,-3 3 0-16,-9 15 1 16,-9 9 0-16,-3 10-1 0,-9 13 0 15,-2 10 0-15,-10 8-1 16,-5 12 0-16,0 7 0 16,-4 2-1-16,1 0 0 0,3-2 0 15,2 3 1-15,4-7-1 16,4 2 1-16,2-9-1 15,3-1 1-15,0-3 0 0,8-3 0 16,-1-2-2-16,2-7 0 16,2-5 0-16,1-8 0 15,1-7 0-15,-1-8 0 16,-5-6 0-16,-4-3 0 0,-3-3-2 16,0-5 2-16,-7-8-1 15,-5-1 1-15,-6-4 0 16,-3-5 1-16,-3-6-1 15,-3-6 2-15,0-8-2 16,-11-4 0-16,0-5-2 0,-1-9-3 16,-3-6-10-16,-8 0-39 15,-3-17-32-15,4-11 0 16</inkml:trace>
  <inkml:trace contextRef="#ctx0" brushRef="#br0" timeOffset="164683.04">11135 13612 454 0,'0'0'3'0,"5"-10"2"15,-5 10 2-15,5-12 1 0,-5 12 0 16,0-18 0-16,0 18 0 15,-10-10 0-15,-7 10-6 16,-8 6-2-16,-5 3 0 16,-5 7 0-16,0 3 0 15,-2 3 0-15,3 3 0 0,4 0 0 16,2 2 0-16,8 3 0 16,8 2 0-16,3 0 0 15,3 8 0-15,6 2 0 0,0 5 0 16,6 5 0-16,1 8 0 15,2 2 0-15,3 2 0 16,-1 5 0-16,-1 4 0 0,-1 0 0 16,-1 4 0-16,-4 5 0 15,0 1 0-15,-4 0 0 16,0 7 0-16,-5 1 0 16,-2-1 0-16,-2-2 0 0,2 2 0 15,0-6 0-15,0-5 0 16,1-5 0-16,1-4 0 15,0-11 0-15,3-12 0 16,2 0 0-16,-2-12 0 16,-1-8 0-16,3-5 0 0,0-9 0 15,0-2 0-15,0-11 0 16,0 8 0-16,0-8 0 16,0 0 0-16,0 0 0 15,0 0 0-15,0 0 0 0,0 0 0 16,7-4 0-16,9-4 0 15,-2 4 0-15,10-5 0 16,5 1 0-16,10-3 0 16,5-1 0-16,9 2 0 0,4 0 0 15,1 0 0-15,1 2 0 16,-4 3 0-16,-3-2-5 16,-5 7-23-16,-11-2-56 15,-10 0-3-15</inkml:trace>
  <inkml:trace contextRef="#ctx0" brushRef="#br0" timeOffset="165449.93">11848 13597 362 0,'0'0'6'0,"0"0"1"15,0 0 3-15,-9 0 2 0,9 0 0 16,0 0 1-16,-17-4 1 16,17 4-1-16,0 0-3 15,0 0-2-15,0 0-2 16,0 0-2-16,19 0-1 15,0 2 0-15,6 5 0 0,3 0 0 16,4 9-1-16,-2 0-1 16,2 12 1-16,-4 5-1 0,-4 8 1 15,-4 9-1-15,-7 9 1 16,-6 8 0-16,-2 8-1 16,-3 2 1-16,-2 1-1 15,0 2 1-15,0-1-2 16,-2 0 1-16,0-2 1 0,-1 0-2 15,-2 0 0-15,3-4 0 16,-3 2 0-16,-1 0 0 16,4-1 0-16,0-2 0 15,2-2 0-15,0-9 0 16,2-4 0-16,4-2 0 0,3-6 0 16,-1-4 0-16,1-3 0 15,-1-2 0-15,0-6 0 16,-4 3 0-16,-4-4 0 15,0-2 0-15,-7-3 0 0,-6 2 0 16,1-5 0-16,-8-3 0 16,-2-2 0-16,-3-3 0 15,-5 1 0-15,1-7 0 0,-6 6 0 16,0-9 0-16,-3 3 0 16,4-1 0-16,-6-6-2 15,5 4-22-15,8-8-60 16,-8 0-3-16</inkml:trace>
  <inkml:trace contextRef="#ctx0" brushRef="#br0" timeOffset="167349.89">21041 3523 391 0,'0'0'8'0,"0"-13"3"0,0 13 3 16,0-15 0-16,0 15-1 16,-9-5 2-16,-3 5-1 15,-9 12 0-15,-4 13-7 16,-4 12-4-16,-4 11-3 16,-1 11 1-16,1 11-1 0,6 2 0 15,7 2 1-15,8 2-1 16,9-4 1-16,6-4 1 15,10-7 0-15,11-9-2 0,10-8 0 16,5-6 0-16,0-4 0 16,0-13 0-16,4-3 0 15,-8-5 0-15,-5-3 0 16,-6-5 0-16,-4-2 0 16,-10-3 0-16,-10 0 0 0,8 0 0 15,-8 0 0-15,0 0 0 16,-6 0 0-16,6 0-8 15,-12 0-77-15,12 0-3 0</inkml:trace>
  <inkml:trace contextRef="#ctx0" brushRef="#br0" timeOffset="167916.57">21275 3790 193 0,'0'0'1'0,"0"0"1"15,0 0-2-15,0 0-2 16,-4 0-10-16,4 0-33 16,0 0-7-16</inkml:trace>
  <inkml:trace contextRef="#ctx0" brushRef="#br0" timeOffset="168316.97">21245 3775 420 0,'0'0'6'0,"0"0"4"15,0 0 1-15,0 0 1 0,0 0 0 16,10-10 1-1,-10 10 0-15,0 0 1 0,8 8-14 16,-5 9 0-16,2 3 0 16,-3 5 0-16,0 4 0 0,0 3 0 15,4 0 0-15,-4-1 0 16,3-5 0-16,-2-1 0 16,0-3 0-16,-1-1-32 15,12-9-52-15,-11 1-3 16</inkml:trace>
  <inkml:trace contextRef="#ctx0" brushRef="#br0" timeOffset="168666.17">21646 3738 476 0,'0'0'4'15,"0"0"1"-15,-3-11 2 16,3 11-1-16,-9-6 1 15,9 6-1-15,-18-5-6 0,8 5 0 16,10 0 0-16,-18 7 0 16,9 4 0-16,-1 3 0 15,7 3 0-15,-2 3 0 0,5-1 0 16,2 5 0-16,4-3 0 16,11 4 0-16,1-3 0 15,1 0 0-15,4-2 0 16,-1 1 0-16,-5-7 0 0,1 4 0 15,-6-8 0-15,-5 2 0 16,-4 1 0-16,-3-1 0 16,-8-2 0-16,-6-3 0 15,-6 3 0-15,-5-8 0 16,-3 4-4-16,-4 0-70 16,2-6-14-16</inkml:trace>
  <inkml:trace contextRef="#ctx0" brushRef="#br0" timeOffset="168833.33">21630 3627 481 0,'0'0'4'15,"8"-8"1"-15,2 1 2 16,5-3-1-16,2-5 2 0,8 5-8 16,3-3 0-16,6 3 0 15,-1-2 0-15,-8 9-81 16,12 3-6-16</inkml:trace>
  <inkml:trace contextRef="#ctx0" brushRef="#br0" timeOffset="169053.56">22126 3998 506 0,'0'0'2'15,"0"0"-1"-15,0 0 1 16,0 0-2-16,-9 12 0 16,4 4 0-16,-2-2 0 0,-2 9 0 15,-2 2 0-15,1 1 0 16,-2 9 0-16,-5-7-15 16,-1 2-68-16,11-3-3 15</inkml:trace>
  <inkml:trace contextRef="#ctx0" brushRef="#br0" timeOffset="169449.84">22496 3782 511 0,'0'0'0'0,"0"-15"0"0,0 5 0 16,0-5 0-1,0-4 0-15,0 2 0 0,2-3 0 16,5-2 0-16,8 4 0 16,0 6 0-16,2 1 0 15,8 7 0-15,-2 4 0 0,-1 4 0 16,0 7 0-16,-8 6 0 16,-5 8 0-16,-5 2 0 15,-4 5 0-15,-13 0 0 16,-3 4 0-16,-6-4 0 0,-1-3 0 15,-2 1 0-15,3-8 0 16,2-2 0-16,7-8 0 16,1 1 0-16,12-13 0 15,-2 10 0-15,2-10 0 0,17 0 0 16,1 0 0-16,2-5 0 16,10-2 0-16,-4-11 0 15,-1 9-73-15,12-7-19 16</inkml:trace>
  <inkml:trace contextRef="#ctx0" brushRef="#br0" timeOffset="169933.08">22976 4026 479 0,'0'0'1'0,"0"0"0"0,0 0 1 0,-1 12 1 16,1 0 0-16,-5 3 0 15,-2 2 1-15,-2 8 0 16,2-3-2-16,-2 8-7 0,-7-5-31 16,7 0-47-16,-3-3 0 15</inkml:trace>
  <inkml:trace contextRef="#ctx0" brushRef="#br0" timeOffset="170449.68">23434 3614 501 0,'0'0'2'16,"0"0"3"-16,0-12-2 15,0 12-3-15,8-20 0 16,-4 8 0-16,5-1 0 0,3 1 0 16,-3-1 0-16,7 4 0 15,-2 6 0-15,6 0 0 16,1 3 0-16,4 0 0 16,-1 8 0-16,-6 5 0 15,-2-2 0-15,-5 4 0 0,-4 0 0 16,-7 2 0-16,-5 6 0 15,-8-5 0-15,-3 2 0 16,-2-1 0-16,-2-2 0 0,3 0 0 16,2-1 0-16,5 0 0 15,2-1 0-15,4-2 0 16,4 2 0-16,4-2 0 16,8 2 0-16,1-7 0 0,4 9 0 15,2-6 0-15,3 4 0 16,3 0 0-16,-4 0 0 15,0 0 0-15,-5-1 0 16,0 1 0-16,-2 3 0 16,-10-6 0-16,-4 1 0 0,-9-2 0 15,-7 0 0-15,-7-1 0 16,-9 3 0-16,-5-4 0 16,-9-2 0-16,2 1 0 0,-1-8-15 15,5-5-54-15,8 0-18 16</inkml:trace>
  <inkml:trace contextRef="#ctx0" brushRef="#br0" timeOffset="170849.83">23705 3257 470 0,'0'0'4'0,"0"-7"1"0,0-5 2 0,0-1 0 16,0 1 1-16,5 0-1 15,5-4-4-15,5 4-3 16,5 2 0-16,2 10 0 16,8 6 0-16,2 6 0 0,9 5 0 15,-2 0 0-15,5 10 0 16,-1 2 0-16,-6 4 0 16,3 0 0-16,-5-1 0 15,-7 8 0-15,-2-3 0 16,-10 5 0-16,-7 2 0 0,-4 3 0 15,-2 1 0-15,-3 3 0 16,0 5 0-16,-5-2 0 16,2 3 0-16,1 2 0 0,2-4 0 15,-2-1 0-15,-1-4 0 16,-5-6 0-16,-6-7 0 16,-8-4 0-16,-6-7 0 15,-14-3 0-15,-11-6 0 0,-7-4 0 16,-4-3-47-16,-5 0-39 15,-6-6-2-15</inkml:trace>
  <inkml:trace contextRef="#ctx0" brushRef="#br0" timeOffset="171722.43">21606 3309 404 0,'0'0'6'0,"0"-20"3"15,2 1 1-15,-2-6 2 0,0-1 1 16,-2-2 0-16,-6-5 0 16,-2 3 0-16,-9 6-5 15,-4 14-4-15,-9 10-1 16,-11 17-2-16,-8 18-1 0,-10 21 0 16,-2 19-1-16,-8 12 0 15,-3 17 1-15,7 12-1 16,8 9 0-16,8 1 0 15,14-2 1-15,12-5 0 16,16-8 0-16,11-8 0 0,18-11 1 16,13-15 0-16,13-15 1 15,14-18-1-15,9-16 1 0,11-20-2 16,7-13 0-16,8-20 0 16,4-17 0-16,-2-16 0 15,-1-11 0-15,-6-12 0 16,-8-14 0-16,-15-9 0 15,-10-10 0-15,-17-7 0 0,-16-11 0 16,-16 2 0-16,-10 1 0 16,-21 7 0-16,-14 16 0 15,-12 13 0-15,-15 23 0 16,-16 30 0-16,-15 35 0 0,-9 41 0 16,-18 43 0-16,-8 56 0 15,-15 38 0-15,7 52-30 16,0 71-60-16,1 3-3 15</inkml:trace>
  <inkml:trace contextRef="#ctx0" brushRef="#br0" timeOffset="185366.49">6200 16381 321 0,'0'0'1'16,"0"0"-1"-16,-2-16 1 15,-1 7 1-15,-2-2 1 16,1-3 2-16,-4 1 1 16,-2-5 1-16,-2 5 0 0,-3 1 0 15,-2 5-1-15,-4 1 1 16,-6 5-3-16,0 1-1 16,-6 1 0-16,-2 8 0 0,-4 0 0 15,-5 6 1-15,-2-2 1 16,2 2 1-16,1 2-1 15,-1-1 0-15,5 7 0 16,1 0-2-16,8 6-1 0,3 6 0 16,5 3-2-16,4 6 0 15,6 1 0-15,5 9 0 16,1-2 1-16,3 5 0 16,3-1 0-16,3 0 0 0,10-2 1 15,-1-4 0-15,6-1-1 16,4-2 2-16,5-7-1 15,8-8 0-15,5-3 0 16,6-6 0-16,5-9 0 16,3-6 1-16,5-8-1 0,7-5-1 15,-2-10 0-15,1-6 0 16,4-4 1-16,-2-3-1 16,1-2-1-16,-9-2 1 0,-2 0 0 15,-5-1 0-15,-10 1 1 16,-6 0 1-16,-15-3 1 15,-8 1 0-15,-10-3 1 16,-3-6 0-16,-13 1 1 0,-9-4-1 16,-8-2 0-16,-4-1-1 15,-7 0-1-15,-3-1 0 16,-1 2-3-16,-7 6 0 16,0 5 0-16,-1 8 0 15,2 4 0-15,1 5 0 0,0 8 0 16,1 6 0-16,3 6 0 15,0 10 0-15,8 8-11 16,13 4-76-16,-9 3-1 16</inkml:trace>
  <inkml:trace contextRef="#ctx0" brushRef="#br0" timeOffset="186733.65">1552 14462 32 0,'0'0'4'15,"0"-13"8"-15,-3 4 8 0,-5-7 7 16,-1 0 7-16,-4-2 1 15,-4-4 2-15,-6 4-3 16,-4 1-1-16,-8 7-9 16,-2 8-9-16,-5 4-7 0,-5 11-2 15,-6 6-5-15,2 11 0 16,-4 1 0-16,2 12-1 16,4 0 1-16,-1 7 0 15,2-4 1-15,9 3 0 0,2 3 0 16,7 3 0-16,5 0 0 15,8-1 0-15,7 1 1 16,7-3-2-16,6 0 0 16,10-6 0-16,6-6 0 0,13-2 1 15,9-5 0-15,3-7 1 16,11-6 0-16,4-5 1 16,6-7 2-16,2-8-1 15,2 0 0-15,1-13-1 0,-3 1 1 16,-4-13-1-16,-6-1 0 15,-13 0 2-15,-2-4 1 16,-9-2 1-16,-9 2 1 16,-6-5 1-16,-11-1 1 0,-4-4-1 15,-6-6 0-15,-9-5-2 16,-10-4-2-16,-8-9-2 16,-12-1-2-16,-8 1-1 15,-10 2-1-15,-7 10 0 16,-13 9-1-16,-1 24-2 0,-13 19-3 15,-4 27-12-15,-4 35-63 16,-4 28-2-16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33:32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1434 3073 161 0,'0'0'2'15,"0"0"0"-15,0 10 4 16,0-10 3-16,6 18 4 0,1-8 1 16,10 2 4-16,11 1 2 15,7 2 2-15,12-5 0 16,15 0-1-16,8-5-1 0,16-4-4 16,11-1-1-16,18 0 0 15,6-6-3-15,17-4-2 16,5 2-2-16,16-1-1 15,10-2-1-15,8 1-1 16,12-2 0-16,9-3-2 0,13 2 1 16,10-1-2-16,8-1 1 15,9 0-1-15,12 0 0 16,5 1 0-16,6-1 0 16,7-1 0-16,8 4 0 0,3 0-1 15,6-3 1-15,4 2 0 16,6 5 1-16,1-5-1 15,5 1 1-15,1 4-1 16,4-2 0-16,0 3 0 0,10-4 0 16,-1 4-1-16,3 0 0 15,3-1 0-15,2 4-1 16,-3-4 1-16,-2 3-1 0,0 0 1 16,-5-2-1-16,2-1 1 15,-7 1-1-15,-2-1 1 16,-3 1 0-16,-4-3-1 15,-1-5 1-15,-5 2 0 16,-7-1 0-16,-2-1 1 0,-6 0 0 16,-8-3-1-16,-6 1 1 15,-9 1 0-15,-9-1 0 16,-16 3-1-16,-12 2-1 16,-11 2-2-16,-19 0-5 0,-19 10-15 15,-13 0-57-15,-24 0-4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35:35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16507 7110 325 0,'0'0'5'0,"0"0"2"0,0 0 1 15,-10 0 3-15,10 0-1 16,0 0 2-16,-13 1-1 16,13-1 1-16,0 0-3 15,0 11-2-15,6-6-1 16,11 0 0-16,6-1-1 0,9 2 1 15,12-1 1-15,16-5-2 16,13 0-1-16,13 0-1 16,14-5 1-16,16-8-2 0,8-2 1 15,16-7-1-15,7-3 0 16,9-2 0-16,7-3 0 16,7-2 0-16,-1 0 0 15,2 2-1-15,-2 0 0 16,-8 3 1-16,-7 4 0 0,-12 4 0 15,-13 2 0-15,-14 2 0 16,-18 2 0-16,-17 4 0 16,-21 6 0-16,-17 0 1 15,-12 1-1-15,-10 0 1 0,-10 2-1 16,-10 0 1-16,0 0-3 16,0 0 0-16,-10 0 0 15,10 0 0-15,-13 0-3 0,13 0-7 16,-12 0-13-16,12 0-38 15,0 0-23-15,-2-8-3 16</inkml:trace>
  <inkml:trace contextRef="#ctx0" brushRef="#br0" timeOffset="351.5">19355 6636 406 0,'0'0'5'0,"0"0"2"15,0 0 0-15,0 0 1 0,0 0 1 16,0 0 0-16,7 3 1 16,0-3 1-16,9 0-4 15,3 0-2-15,11 2-1 16,2-2 0-16,5 0 0 0,4 2-2 15,-2-2-1-15,-2 8 0 16,-5 0-1-16,-6 4 1 16,-11 5-1-16,-10 6 1 15,-8 4 0-15,-14 5 0 0,-11 2 0 16,-9 6-1-16,-7 0-2 16,-9-1-3-16,1-3-8 15,5-3-24-15,2 0-46 16,3-8-2-16</inkml:trace>
  <inkml:trace contextRef="#ctx0" brushRef="#br0" timeOffset="1683.61">16544 7119 258 0,'0'0'7'0,"0"0"1"0,0 0 6 15,0-5 3-15,0 5 4 16,-2-15 1-16,2 5 4 15,-3-10 1-15,3 1-4 0,-2-9-2 16,2-3-2-16,-3-12-4 16,1-7-3-16,-3-12-2 15,0-7-2-15,-3-12-5 16,-1-13-3-16,-3-14 0 0,-4-12 0 16,-3-4 0-16,1-10 0 15,-2 3 0-15,1-1 0 16,-4 6 0-16,3 12 0 0,1 5 0 15,1 13 0-15,1 7 0 16,1 12 0-16,4 6 0 16,-3 15 0-16,8 7 0 15,-3 7 0-15,2 14 0 16,3 3 0-16,3 11 0 0,-1 3 0 16,3 11 0-16,-2-12 0 15,2 12 0-15,0 0 0 16,0 0 0-16,0 0 0 15,0 0 0-15,0 0 0 0,0 0 0 16,0 0 0-16,0 0 0 16,0 0 0-16,0 0 0 15,0 0 0-15,0 0 0 0,0 0 0 16,0 0 0-16,-2-10 0 16,2 10 0-16,0 0 0 15,-3-10 0-15,3 10 0 16,0 0 0-16,-2-9 0 0,2 9 0 15,0 0 0-15,0 0 0 16,-5 5 0-16,-2 9 0 16,1 8-2-16,-4 3 0 0,0 8 1 15,-7 4 0-15,-1 8 0 16,-2-1 1 0,-2 1 0-16,2-3 0 0,-2 0-1 15,4-10 1-15,1-2 0 16,5-10 0-16,4-3 1 15,1-6 0-15,7-11 0 0,0 0 1 16,0 0-1-16,0-23 1 16,7-2-2-16,3-10 0 15,8-2 0-15,-5-7 0 0,8-3 0 16,-1 0 0-16,-2 7 0 16,-3 2 0-16,-3 9 0 15,-2 9 0-15,-2 5 0 16,-8 15 0-16,12-5 0 0,-7 12 0 15,4 16 0-15,4 7 0 16,3 9 0-16,10 9 0 16,9 8 0-16,5 11-3 15,5 0-12-15,7 8-68 16,-1 4-1-16</inkml:trace>
  <inkml:trace contextRef="#ctx0" brushRef="#br0" timeOffset="2333.17">16358 7288 290 0,'0'0'8'16,"0"0"3"-16,10-13 5 16,-10 13 1-16,8-9 3 0,-8 9 2 15,7-13-1-15,-7 13-1 16,0 0-5-16,0 0-6 15,-12 7-2-15,-1 8-3 0,-4 10-2 16,-8 7-2-16,-3 10 1 16,-9 11-1-16,-6 6 0 15,-3 8-1-15,-11 9 1 16,-10 8 2-16,-7 3 0 0,-4 6 1 16,-9 0 1-16,-5 3 1 15,-2 4-1-15,-3-1 0 16,0-5 0-16,3 0-1 15,2-7-1-15,0 0 0 0,9-8-1 16,7-7 0-16,6-10 0 16,10-5 0-16,8-10-1 15,10-10-4-15,12-10-1 0,10-9-4 16,7-6-5-16,13-12-14 16,0 0-53-16,0-10-2 15</inkml:trace>
  <inkml:trace contextRef="#ctx0" brushRef="#br0" timeOffset="2666.12">14847 8700 398 0,'0'0'7'0,"0"0"3"0,0 0 0 0,-7-7 1 16,7 7 0-16,-7 4 0 0,-2 9 0 16,0 6 0-16,-3 11-7 15,-1 5-1-15,-2 4-2 16,-2 9 0-16,-3-1 1 16,-1-3-1-16,4-4 1 0,3-5-1 15,4-8 1-15,4-7 1 16,10-10 0-16,13-8 0 15,12-4 0-15,22-15-1 0,11-3-2 16,17-5 0-16,15-3 0 16,9-1-21-16,5 4-62 15,3 5-2-15</inkml:trace>
  <inkml:trace contextRef="#ctx0" brushRef="#br0" timeOffset="3083.19">19777 7303 470 0,'0'0'1'0,"0"0"1"15,-10 10 1-15,0 2 1 16,-5 7-1-16,-10 6 1 0,-5 10-1 16,-7 10 1-16,-5 2-2 15,-5 7 0-15,-5 3-1 16,0-3-2-16,1-2-4 16,2-9-10-16,9-21-51 15,5 13-17-15</inkml:trace>
  <inkml:trace contextRef="#ctx0" brushRef="#br0" timeOffset="3259.65">19411 7442 457 0,'0'0'1'0,"0"0"2"16,0 0 1-16,16 10 0 16,-2 1 1-16,9 4 0 15,4 3 0-15,13 7 0 0,7-4-2 16,8 12-11-16,-1-5-20 15,8-2-53-15,0 2-2 16</inkml:trace>
  <inkml:trace contextRef="#ctx0" brushRef="#br0" timeOffset="3835.24">16475 4542 401 0,'0'0'1'0,"0"0"0"0,0 0 0 16,5 3 0-16,-5-3 0 16,17 22 2-16,-2-9-1 15,3 7 1-15,1 0-3 0,3 2-4 16,6-7-9-16,-1 0-29 16,13-1-32-16,-10-8-5 15</inkml:trace>
  <inkml:trace contextRef="#ctx0" brushRef="#br0" timeOffset="3966.53">16795 4448 350 0,'0'0'5'16,"0"0"1"-16,-12 11 2 15,2 6 1-15,0 8 1 16,0 9 0-16,5 11 0 0,0 14 2 16,3 9-10-16,7 11-30 15,7 8-45-15,1 9-5 16</inkml:trace>
  <inkml:trace contextRef="#ctx0" brushRef="#br0" timeOffset="4535.35">15491 9047 472 0,'0'0'3'0,"0"0"2"0,0 0-1 16,0 0 1-16,0 0 1 15,0 0 1-15,9-5 0 0,9-3-5 16,7-2-2-16,7 0 0 16,10-3 0-16,6 2 0 15,3 1 0-15,0 5 0 16,-1 5 0-16,-11 5 0 16,-11 12 0-16,-12 10 0 0,-16 8 0 15,-7 7 0-15,-20 8 0 16,-3 2 0-16,-7 2 0 15,2-4 0-15,5-8 0 16,12-8 0-16,18-11 0 0,11-16 0 16,31-7-2-16,25-17-82 15,18-16-2-15</inkml:trace>
  <inkml:trace contextRef="#ctx0" brushRef="#br0" timeOffset="9716.04">20001 6691 225 0,'0'0'4'0,"0"0"1"16,0 0 4-16,0 0 0 0,7 0 2 16,-7 0 0-16,0 0 0 15,0 0 1-15,0 0-3 16,0 0-2-16,10 0-1 15,-10 0 0-15,7 0-1 16,-7 0 1-16,20 0 1 0,-8 0 1 16,6 0-1-16,7 0 1 15,3-5 0-15,6 0-2 16,6-3 1-16,10-4-2 16,4-1-1-16,11-1-1 15,9-3-1-15,9-3 0 0,16-5 0 16,7 0-1-16,16 0 0 15,7-2-2-15,15-2-1 16,8-3 1-16,7-4-1 0,3 4 0 16,7-2-1-16,-1 1 1 15,-3 1 0-15,3 5 0 16,-11 0 1-16,-3 2 0 0,-10 3 1 16,-10-1 0-16,-15 6 0 15,-6 0 1-15,-19 2 1 16,-14 0 0-16,-18 5 4 15,-14 0 3-15,-12 5 0 16,-9-2-1-16,-14 4 0 16,-13 3-1-16,0 0-1 0,0 0-2 15,0 0-6-15,0 0-5 16,-6-5-4-16,6 5-5 16,-7 0-7-16,7 0-31 15,-5 13-25-15,5-13-2 0</inkml:trace>
  <inkml:trace contextRef="#ctx0" brushRef="#br0" timeOffset="10249.52">23271 5920 311 0,'0'0'6'0,"0"0"4"0,0 0 2 0,-7-3 1 0,7 3 0 15,0 0 0-15,0 0 2 16,0 0-1-16,0 0-3 16,7 0-4-16,10 0-1 15,0 0 1-15,11 3-3 0,2 0 2 16,4 2-1-16,3-3 0 15,-2 3-2-15,-3-2-1 16,-2 4 0-16,-5-2 0 0,-5 2 0 16,-9 6 0-16,-2 3 0 15,-9 5 0-15,-10 4 0 16,-8 4 0-16,-3 7 1 16,-7 1-1-16,-2 2-1 0,0-2 1 15,1-3-2-15,1 4-3 16,2-11-11-16,13 0-65 15,2-4-4-15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36:12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1638 2979 240 0,'0'0'2'0,"5"0"1"15,8 0 3-15,5 0 2 16,19 0 3-16,2 0 3 16,24 3 1-16,19 0 1 15,16 0 0-15,22-1 0 0,21-2-1 16,24 0-1-16,20 0-1 15,28 0-3-15,20-2-1 16,22-7 0-16,34 5 0 0,29-6-3 16,29 2 1-16,59-4-2 15,14 5-11-15,30 2-67 16,35-1-3-16</inkml:trace>
  <inkml:trace contextRef="#ctx0" brushRef="#br0" timeOffset="1949.47">22793 6918 378 0,'0'0'3'0,"0"0"1"0,0 0 0 16,0 0 0-16,-5 10 0 16,5-2 2-16,0 4 0 15,0 3 0-15,3 0-1 16,4-1 1-16,6 3 3 0,-1-6 1 16,13-6 1-16,0-5 1 15,15-12 2-15,10-17 0 16,19-19 1-16,21-16-15 15,24-18 0-15,25-17 0 0,20-15 0 16,12-4 0-16,11 1 0 16,-6 5 0-16,-19 16 0 15,-18 16 0-15,-34 18 0 16,-24 23 0-16,-26 11 0 0,-25 16 0 16,-16 5 0-16,-14 7 0 15,0 11 0-15,-7 0 0 16,-6 1 0-16,1 8 0 15,-2 0-2-15,-4 3-26 0,-7 16-41 16,8-20-19-16</inkml:trace>
  <inkml:trace contextRef="#ctx0" brushRef="#br0" timeOffset="14382.21">18209 12809 338 0,'-19'-4'-2'0,"-32"1"-1"0,-18-4 0 15,-30 2 1-15,-23-5 0 16,-29 0 1-16,-26-2 2 16,-35-1 1-16,-8 3 2 15,-6 0 2-15,-6 6-1 16,-9-2 1-16,-7 6-1 0,-3 3-1 16,-7 7-1-16,-1 5-1 15,3 4 0-15,5 9 2 16,5 7-2-16,15-1 1 0,15 9 0 15,15-2 0-15,24 5 1 16,26-2-1-16,22 3-1 16,27-3-1-16,24 3 0 15,29 5 0-15,17 3-1 0,24 7 1 16,13 5-1-16,22 12 2 16,14 7-1-16,3 19 2 15,11 8 0-15,0 19-1 16,-4 11 0-16,-6 19 0 0,-8 13 0 15,-7 12-1-15,-13 6 1 16,-9 5-1-16,-8 7 2 16,-13-2 1-16,-3 0-1 0,-10-4 2 15,1-9-1-15,-10-7 1 16,6-1-2-16,-3-15 2 16,-3-5-1-16,5-18-1 15,12-75-2-15,2 5 0 16,2-6-1-16,0 3 2 0,-1-4-2 15,3 2 0-15,2-7-2 16,2 2-1-16,1-9 1 16,4 5 0-16,1-11 0 15,2 4 0-15,0-12 0 0,5 4 0 16,5-11 1-16,5 4 0 16,2-11 2-16,5-7 0 15,6-5 1-15,9-5-1 16,5-8 1-16,8-2-1 15,12 0 1-15,10-10 0 0,10 1-1 16,13-7 0-16,19 2 0 16,12-4 0-16,16 1 0 15,22-5 0-15,13 4-1 16,44 1 0-16,-5-3 0 0,20-1 1 16,16 0-1-16,23 1 0 15,13 0 0-15,17 0 0 16,14-2 0-16,13 2 0 15,11 1-1-15,25-6 1 0,-5 5-1 16,-187 5 2-16,555-32-1 16,-31 0 1-16,-61 5 1 15,-48 2 0-15,-67 1-1 16,-69 6 2-16,-75 3 0 16,-121 11-2-16,-26 4 1 0,-31 0 0 15,-25 5-1-15,-34 0-1 16,-24 3 1-16,-24 2-1 15,-23 2-1-15,-22 0 0 0,-10 2 0 16,-18 1-1-16,-7 0 0 16,-15 0 0-16,0 0 0 15,0 0 0-15,0 0 0 16,0 0 2-16,0 0-1 0,0 0 1 16,0 0 1-16,0 0 0 15,-9-10-1-15,9 10 1 16,-11-10 1-16,11 10-1 15,-12-15 1-15,-1 2-1 0,6 1 1 16,-1-3-1-16,1-3-1 16,1-6 1-16,-1-5-1 15,0-9-1-15,2-9 1 16,0-4-1-16,0-17 1 16,2-6 0-16,3-13 0 0,0-7 0 15,-2-14 0-15,2-11 0 16,0-13-1-16,0-7 1 15,0-14-1-15,0-9-1 0,0-6 1 16,0-10 0-16,0-1 1 16,2-6 0-16,1 1 1 15,2-4 0-15,3 10 1 16,-1 2 0-16,0 12-1 0,4 5 0 16,-4 11 0-16,5 14 0 15,-2 10-1-15,0 15 1 16,0 11-1-16,-4 13 0 15,3 8 1-15,-2 11-1 16,0 9 0-16,-4 10 0 0,3 6-1 16,-6 7 0-16,0 9-1 15,0 5 1-15,-4 6-1 16,-1 0 1-16,-2 7-1 16,-2 1 1-16,-4 0 0 0,-7 2 0 15,-12 1 0-15,-8 3 1 16,-14 0 0-16,-17 0 0 15,-12 3 0-15,-20-1 0 0,-23 3 0 16,-19 3 0-16,-14-7 1 16,-25 5-1-16,-14-5 0 15,-18 3 0-15,-18-4 1 16,-14 0-1-16,-13-4 0 16,-15-3 0-16,-10 3 1 0,-7-6-1 15,-10 2 1-15,-8 1 0 16,-4-1-1-16,0 1 2 15,0 2-1-15,5-2 0 16,15 4 0-16,11 0 0 0,29-1 1 16,24 1-2-16,27-1 1 15,32-1-1-15,35-4-2 16,31 5-14-16,22 0-63 16,19-2-2-16</inkml:trace>
  <inkml:trace contextRef="#ctx0" brushRef="#br0" timeOffset="16149.66">10568 13441 353 0,'-16'0'-13'0,"-25"3"-14"15,-13-3-5-15,-21 9 0 16,-22-9 2-16,-25 8 0 0,-24-8 2 16,-28 7 0-16,-12-2 15 15,-6 0 15-15,-16 6 5 16,-13-7 0-16,-15 8-3 16,-13 1-2-16,-12 8-1 15,-9-5 3-15,-17 6 4 0,-1-2 3 16,-5-2 7-16,-2 0 2 15,-1-4 4-15,-3-2 2 16,9-2 1-16,0-5-2 16,11 3 0-16,-2-6-4 0,15 3-3 15,7-3-2-15,11 1-5 16,17 0-2-16,2-1-2 16,24 1-2-16,14-3-2 0,16 1-1 15,17-1-1-15,18 0-2 16,13-4 0-16,15 2-1 15,18-6 0-15,11 3 0 16,9 3 0-16,10-1-1 0,6 3 1 16,9 0 0-16,-1 5 1 15,8 8 1-15,5 4-1 16,-3 10 1-16,2 8 0 16,-1 10 1-16,-6 8 1 15,6 14-1-15,-3 15 0 0,-1 10 0 16,-1 9 0-16,-2 16 0 15,5 8-1-15,-1 3-1 16,1 10 0-16,2 4 0 0,-1 1 0 16,3 6 0-16,-3 2 0 15,0 5 0-15,-5-3 0 16,1 6 0-16,2-3 0 16,-8-2 0-16,3 2-2 0,2-7 3 15,-5-4 0-15,8-8 0 16,2-7 1-16,20-66-1 15,1-1-1-15,4-1 1 16,-6 6 2-16,7-9-3 16,-2 0 0-16,4-4-1 0,0 2 0 15,4-11 0-15,1 7 0 16,2-9-1-16,0 1 0 16,3-7-2-16,2 1 1 15,0-4 0-15,2-1 1 0,5-4-1 16,3-8 0-16,8-1 2 15,-1-7 1-15,5-2 0 16,6 3 0-16,4-5 0 16,8 3 1-16,3-6 0 0,3 0 0 15,11 3-1-15,6-3 1 16,9 4-2-16,12 3 1 16,8 1 0-16,8 3-1 15,11-1 0-15,11 5 1 16,13-2 0-16,16 3 0 15,3-4 2-15,13 3 0 16,8-2 2-16,13 0 1 0,12-5-1 16,9 3 2-16,12-6 0 15,7 0 2-15,11-7-2 16,6-5 1-16,9-2-1 16,8-8-2-16,4 0 3 15,9-7-1-15,1-3-2 0,2-5 0 16,6 3 1-16,2-6-1 15,-1 1 0-15,4-1-1 16,-8 3-1-16,-1-4 0 16,-6 7-1-16,-3-3 1 15,-11 6-1-15,-4 1 0 0,-15 6 0 16,-7-1 1-16,-14 3-1 16,-16 5-1-16,-8 2 1 15,-16 3-1-15,-11 6 0 16,-18-1 0-16,-11 5 0 0,-16 2 0 15,-18 1-1-15,-9 2 2 16,-12-3-3-16,-11 2 1 16,-12-1 1-16,-12 2 0 15,-6-3 1-15,-10-2 1 0,-8-2 0 16,-6-3 0-16,-8-3 1 16,-12-2 0-16,11-4-1 15,-11-9 0-15,0-5-2 16,-5-4 0-16,-1-12 0 0,2-6 3 15,-16-62-1-15,-7-19 0 16,4-28 0-16,3-19 0 16,3-21 1-16,-1-11 1 15,6-13-2-15,5 15 0 16,5-12 0-16,-2-9 0 0,4-14 1 16,0 1-1-16,4-12 0 15,8 3 1-15,-3 2 1 16,9 4 0-16,-6 12 1 15,6 12-1-15,-6 19 0 0,-1 17 1 16,-4 25 0-16,-5 19-1 16,-2 26-2-16,-4 19 0 15,-5 26-2-15,-8 16 0 0,-3 26-5 16,-12 16-3-16,-7 18-12 16,-19 32-58-16,-13 19-3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50:02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18868 8551 326 0,'0'0'2'0,"0"0"1"0,-11-13 0 0,11 13 0 0,-19-16 0 15,1 11 0-15,-3-8 0 0,-13 8 0 16,0-5 0-16,-11 10-2 16,-5 0-2-16,-5 8 1 15,1 4 0-15,-3 1 0 0,5 3 0 16,5 2-1-16,2 7-1 16,10-3-1-16,5 10 1 15,10 1 0-15,6 4-1 16,6 7 0-16,4 6 1 15,4 7 1-15,7 5 1 0,2 7-1 16,7 7 1-16,-7 4 0 16,3 2 1-16,-3 0 0 15,-2-1 1-15,-7 1-1 16,0-2 2-16,-7-4 0 0,-9 1 1 16,2-2-1-16,-6-6 0 15,-1 0-1-15,2-4 0 16,-1-6-1-16,5-2-1 15,-5-5 0-15,7-10 0 0,-1-5 0 16,4-4 0-16,2-7-1 16,3-6 0-16,-2-7 0 15,5-1 0-15,2-12 1 0,0 0 1 16,0 0 0-16,14 0 0 16,4-2 1-16,4-8 0 15,13 0 2-15,12 0-3 16,10 0 2-16,10 2-2 15,8 0 0-15,12 2 0 0,10 1-1 16,7-1-2-16,8 5-12 16,-6 2-45-16,9-1-11 15</inkml:trace>
  <inkml:trace contextRef="#ctx0" brushRef="#br0" timeOffset="1133.05">20768 8603 157 0,'0'0'0'0,"0"0"0"0,15-7 1 16,1 4-1-16,5-2 4 15,9 0 0-15,7 0 4 16,11-5 3-16,9 3 0 15,-2 0 2-15,-1-9 1 0,6 7 1 16,-5-3-2-16,2 2-1 16,-5-3-4-16,-7 6 1 15,-8-1-3-15,-5 3-2 0,-7 5-1 16,-7 0 0-16,-1 5-1 16,-10 5-1-16,-1 10-1 15,-1 0 1-15,-4 12-1 16,2 6 1-16,5 8 0 0,-4 6 0 15,7 8 1-15,-1 4 0 16,-1-3 0-16,2 12 1 16,1 1 1-16,-3 1 1 15,0-1-1-15,-7 3 1 16,0-3 0-16,-2-4-1 0,0 1 1 16,-2-4-2-16,-6-5 0 15,1 0 0-15,2-5-1 16,-2-5 0-16,-3-3-1 15,4-6 1-15,-3-4-1 0,1-7 0 16,0 0 0-16,-1-11 1 16,-2-4-1-16,2-2 2 15,1-5-1-15,-2-6 0 16,-2 1 1-16,4-5-1 0,-4 0 0 16,0 0 2-16,-6 0-3 15,-2 0 1-15,1 0-1 16,-4-2-1-16,-7-1 1 0,1 1 0 15,-6 2-1-15,-5 0 0 16,-5 0-2-16,-10 2-7 16,-4 13-19-16,-20-7-42 15,9 2-4-15</inkml:trace>
  <inkml:trace contextRef="#ctx0" brushRef="#br0" timeOffset="3588.26">17173 8747 435 0,'10'4'1'0,"17"4"1"0,10 0-1 0,21-1 0 0,8-2 1 16,16-5 0-16,16-5 1 15,3-7 1-15,2-18 1 16,-11-14 0-16,-11-13 0 15,-11-18 0-15,-13-9-1 16,-17-14 0-16,-12-10-2 0,-19-8-2 16,-9-3 0-16,-22-1-2 15,-13 8 1-15,-15 12 1 16,-17 14 0-16,-10 18 0 0,-19 24 1 16,-9 26 0-16,-10 21-1 15,-6 35 0-15,-4 20 0 16,9 27-4-16,-1 16-16 15,6 24-58-15,30 15-2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37:21.00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4573 8561 336 0,'0'0'5'0,"0"0"2"15,0 0 1-15,0 0 1 16,0 0 0-16,0 0 1 15,0 0-1-15,0 0 1 0,0 0-5 16,10 0-2-16,0 0-1 16,3 0-1-16,2 5 1 0,12-3 0 15,-2 2-1-15,9 2 1 16,6-3-1-16,3-1 0 16,6 1 0-16,8-1 0 15,7 1 0-15,3-3 0 0,11 0 0 16,4 0 0-16,7 0 0 15,3-3 0-15,8 1 0 16,4-3 0-16,6 2 0 16,6-3 0-16,-2 0 0 15,10 1-1-15,1 0 0 0,4 0 0 16,1 3-1-16,6 0 0 16,2-1-2-16,2-3 0 15,5 5-1-15,-2-5 2 16,6 1-1-16,0 1 0 0,3-6 1 15,-5 5 2-15,-4-3 0 16,4 1 0-16,-5 2 0 16,-3 2 0-16,-7 1-1 0,-1-1 1 15,-6 3 0-15,-6-3 0 16,-5 3-1-16,-12 0 1 16,-5 0 0-16,-10 0-3 15,-10-2-4-15,-2 2-6 0,-15-5-13 16,-11-2-31-16,-2 7-17 15</inkml:trace>
  <inkml:trace contextRef="#ctx0" brushRef="#br0" timeOffset="897.77">9860 8425 466 0,'0'0'4'0,"0"0"0"0,0 0 1 16,0 0 0-16,0 0-1 16,5 5 1-16,-5 5 0 15,-2 1-1-15,-6 10-3 0,-1-1-1 16,-4 10 0-16,-4 2 0 16,-1 2 0-16,-5 3-1 15,2-5 0-15,-2 4-2 16,-2-7-3-16,6-2-8 0,-4-4-16 15,3-8-53-15,8-1 0 16</inkml:trace>
  <inkml:trace contextRef="#ctx0" brushRef="#br0" timeOffset="1164.26">9655 8572 319 0,'0'0'9'0,"0"0"5"15,0 0 3-15,0 0 4 16,-11-11 1-16,11 11 1 0,0 0-1 16,0 0 1-16,0 0-7 15,0 0-6-15,0 11-3 16,11 3-3-16,1 3 0 16,8 4-4-16,2 4 0 0,3-2 0 15,4 2 0-15,1-3 0 16,0-2 0-16,0 0 0 15,-5-5 0-15,0-1 0 0,-8-6-19 16,-3 0-64-16,-1 0-3 16</inkml:trace>
  <inkml:trace contextRef="#ctx0" brushRef="#br0" timeOffset="5897.52">4548 8599 326 0,'0'0'4'0,"0"0"2"0,0 0 2 16,0 0 2-16,3-13 2 16,-3 13 3-16,5-18 2 15,-3 6 1-15,0-3-3 0,-2-4-3 16,0-6-2-16,0-4-1 16,0-7-2-16,0-6-4 15,0-5 0-15,0-5-3 16,0-5 0-16,3-8 0 15,-3-1 1-15,0-4 0 0,0-6 0 16,2-1 1-16,-2-4 1 16,0-2 0-16,0-1 0 0,0-3-1 15,0 3 0-15,0-8-1 16,-2 6 0-16,-1 0 0 16,-1-1 0-16,-4-1 0 15,4 2 0-15,-5 2 0 0,2-1-1 16,0 6 1-16,-3 0 0 15,2-1-1-15,-2 7 0 16,1 1 0-16,1 2 0 16,0 0 0-16,1 1 0 15,2 0 0-15,1 5 0 0,-1 0 0 16,1-1 0-16,2 3-1 16,0-3 0-16,2 4 0 15,0-1 0-15,0 2 0 16,4 1 1-16,0 4-1 0,-2 2 0 15,1 5 1-15,-3 6-1 16,2-1 1-16,-2 6 0 16,0 3 0-16,0 5 0 0,0-2 0 15,0 4 0-15,-2 2 1 16,2 0-1-16,0 6 0 16,0 2 0-16,0-4 1 15,0 5-1-15,0 0 0 0,2 1 0 16,-2 3 0-16,2-3 0 15,1 3 0-15,-1-1 0 16,1 3 0-16,-1 1 0 16,-2 9 0-16,2-16 0 15,-2 16 0-15,0 0 0 0,3-9 0 16,-3 9-1-16,0 0 0 16,0 0-1-16,0 0 0 15,0 0-1-15,0 0 0 0,0 0 1 16,0 0-1-16,0 0 0 15,0 0 2-15,0 0 0 16,0 0 0-16,0 0 2 16,0 0-1-16,0 0 1 15,0 0 0-15,0 0 0 0,0 0 0 16,-3 9 0-16,-4 4-1 16,0 4 1-16,-4 6-1 15,-5 9 0-15,-2 2 0 0,-1 6 0 16,-9 6 0-16,5-2-1 15,-6-2 1-15,6-3 0 16,1-7 0-16,4-5-1 16,6-7 1-16,2-10 0 15,10-10 0-15,0 0 1 0,8-14-1 16,6-11 2-16,2-5 0 16,3-5 0-16,1-5 0 15,5-7 1-15,-5 0 0 0,2 3 0 16,-1-3-1-16,-5 7 1 15,-3 3-1-15,2 10 1 16,-6 2 0-16,2 5-1 16,-6 10-2-16,-5 10 0 0,0 0 0 15,7 0 0-15,-2 7 0 16,3 11 0-16,2 7 0 16,-1 1 0-16,7 7 0 15,1 2 0-15,0 0 0 16,4 2 0-16,3-4-2 0,-2-2-5 15,3-1-13-15,17-5-65 16,-17-9-2-16</inkml:trace>
  <inkml:trace contextRef="#ctx0" brushRef="#br0" timeOffset="6147.45">4790 4855 466 0,'0'0'3'0,"0"0"0"0,0 0 0 0,0 8 0 16,2 2 0-16,5 2 1 15,0 6-1-15,6 1 1 16,-1 6-3-16,3 0-3 15,5 0-3-15,2 1-12 0,-4 17-62 16,4-25-6-16</inkml:trace>
  <inkml:trace contextRef="#ctx0" brushRef="#br0" timeOffset="6430.59">5063 4786 433 0,'0'0'5'0,"0"0"2"16,0 0 0-16,0 0 0 0,0 0 1 16,0 0 0-16,0 0-1 15,-3 10 1-15,3-3-4 16,0 6-3-16,5 5 0 0,0-1 0 16,0 5 0-16,5-3-1 15,-3 0 0-15,1 2 0 16,-1-1 0-16,0 0-1 15,1-1-2-15,-1-1-2 0,1-4-5 16,2 4-7-16,-5-3-27 16,3-4-41-16,-3 3-2 15</inkml:trace>
  <inkml:trace contextRef="#ctx0" brushRef="#br0" timeOffset="7031.22">4790 4806 387 0,'0'0'6'0,"0"0"2"0,0 0 0 0,0 0 1 0,0 0 2 16,0 0 1-16,0 0 0 15,7 17 1-15,10 0-6 16,3 6-1-16,2-1-1 16,8 4-1-16,-2 2-1 0,4 0 0 15,-2-4-2-15,-6-6 1 16,1 1-1-16,-5-6-1 16,-2 2 1-16,-6-8-1 0,-2 1-1 15,-10-8-2-15,7 13-2 16,-7-13-3-16,0 0-9 15,0 0-15-15,-17 1-52 16,17-1-2-16</inkml:trace>
  <inkml:trace contextRef="#ctx0" brushRef="#br0" timeOffset="7247.88">5080 4796 400 0,'0'0'7'0,"0"0"2"15,0 0 2-15,0 0 1 16,0 5 0-16,0 7 1 16,2 5 0-16,-2 8 0 0,0 10-6 15,0 4-3-15,0 9-2 16,-5-2 0-16,1 9-1 16,-1-1 0-16,-3 3-3 15,0-2-4-15,-4-8-12 0,-5 0-65 16,9-5-3-16</inkml:trace>
  <inkml:trace contextRef="#ctx0" brushRef="#br0" timeOffset="8447.65">4528 8707 68 0,'0'0'2'0,"0"0"3"0,-10 11 5 15,1-4 5-15,-2 3 1 16,-6 2 2-16,4 3 3 16,-6 2 1-16,-3 3-1 15,-3 2 0-15,4 0-7 0,-1 6-2 16,-7 4-1-16,1 0-2 16,-9 9-4-16,-3 9-1 15,-7 5 0-15,-3 2-3 0,-7 5 0 16,-5 6 0-1,-3 2-1-15,-2 5 0 0,-2-3 0 16,-4-3 0-16,2 8 0 16,-4-1 0-16,3-1 1 15,2 2-2-15,-4-3 1 0,2 3 0 16,-3 0 0-16,4-1 0 16,-4-1 0-16,-1 5 1 15,2-4-1-15,3 1 0 16,-1-2 0-16,-1-3 1 0,6-1-1 15,0-4-1-15,3 1 0 16,4-8 1-16,-3-2 1 16,9-1 0-16,2-5 0 0,7 0 0 15,-5-8 1-15,13 2-1 16,-2-10 1-16,2 1 0 16,1-7-2-16,-1 2 0 15,10-3 1-15,-3-4-1 0,6 1 2 16,-4-4-2-16,6-2 1 15,1-2-1-15,9-4 0 16,-3-2 0-16,5 1 0 16,10-13-3-16,-14 14-2 15,14-14-8-15,-11 7-20 16,11-7-30-16,0 9-2 0</inkml:trace>
  <inkml:trace contextRef="#ctx0" brushRef="#br0" timeOffset="8981.37">1872 11219 348 0,'0'0'5'0,"0"0"2"15,0 0 2-15,0 0-1 0,0 0 2 16,0 0 0-16,0 0-1 16,-7 15 1-16,2 0-4 0,-1 5-3 15,-1 7 0-15,2-1 0 16,-4 8-1-16,-2-3 1 16,-1 4-1-16,2-3 0 15,-5 1 1-15,1-3-2 16,-2-3 2-16,4 0-2 0,-3-7 0 15,5-3 0-15,3-4 0 16,-1-1 1-16,8-12 2 16,0 0 1-16,6 2 0 15,6-4 1-15,2-9-1 0,11 3 1 16,0-5-1-16,5 3-1 16,2 2-2-16,3 1 0 15,-3 2-1-15,0 0 0 16,-2 5 0-16,-5 0 0 0,0 0 0 15,-6 0 0-15,-1 0 1 16,-8 0 0-16,1 2 0 16,-11-2 0-16,9 0-2 15,-9 0 0-15,0 0 0 0,0 0 0 16,0 0 0-16,0 0 0 16,7-20-41-16,-7 20-43 15,0 0-3-15</inkml:trace>
  <inkml:trace contextRef="#ctx0" brushRef="#br0" timeOffset="10530.92">7678 5938 441 0,'0'0'6'0,"0"0"1"16,0 0 1-16,0 0 0 15,-4 0 0-15,4 0 0 0,-10 15 0 16,8-3 0-16,-3 1-7 16,2 1-1-16,1 1 0 15,2 0-1-15,0-1 0 0,2-3 0 16,-2-11 1-16,17 12-1 16,-6-12 2-16,-2 0-1 15,1-7 2-15,1-1 1 16,-4-7 0-16,-2 3 0 0,0-1-3 15,-5 1 0 1,0 0 0-16,-5 2 0 0,5 10 0 16,-16-5 0-16,7 5 0 15,-3 5 0-15,1 7 0 0,-1-2 0 16,5 2 0-16,2 4 0 16,3-7 0-16,2-9 0 15,2 15 0-15,-2-15 0 16,17-2 0-16,-2-6 0 0,0-6 0 15,3 1 0-15,-6-4 0 16,0 2 0-16,-2-3 0 16,-5 1 0-16,-4 5 0 0,-1 1 0 15,0 11 0-15,-16-11 0 16,4 11 0-16,0 0 0 16,-4 7 0-16,2 0 0 15,3 3 0-15,1 0 0 16,6 5-3-16,-1-5-9 0,5 0-5 15,0-10-14-15,0 0-49 16,14 5-5-16</inkml:trace>
  <inkml:trace contextRef="#ctx0" brushRef="#br0" timeOffset="11014.2">7634 5628 377 0,'0'0'6'0,"-12"-5"0"0,-1 3 3 16,-1 2 1-16,-9 0 1 15,0 4 1-15,-4 6 1 16,-5 5 1-16,2 13-5 16,2 4-1-16,4 11-1 0,3 2-2 15,8 10-1-15,0 1-2 16,13 2 0-16,0-3-1 15,13-4 0-15,6 2-1 0,6-12 0 16,7-3 0-16,8-3 0 16,3-10 0-16,1-8 1 15,6-2-1-15,-3-10 2 16,3-5-1-16,0-13 1 16,-1-4 1-16,-8-8 2 0,3-5-5 15,-7-3 0-15,-5-10 0 16,-5-1 0-16,-7-6 0 15,-12-5 0-15,-6 1 0 0,-7-6 0 16,-12 1 0-16,-11-1 0 16,-4 4 0-16,-8 6 0 15,-8 8 0-15,0 7 0 16,-2 10 0-16,-4 13 0 0,-4 9 0 16,1 8 0-16,2 13 0 15,3 11 0-15,3 6 0 16,14 9 0-16,5 6 0 0,20 7-65 15,10 5-24-15</inkml:trace>
  <inkml:trace contextRef="#ctx0" brushRef="#br0" timeOffset="11897.85">8357 5366 451 0,'0'0'4'0,"0"0"2"0,0 0 1 16,0 0 1-16,0 0-1 0,-10 0 0 16,5 10 2-16,3 6 0 15,0 7-6-15,2 7-3 16,2 4 0-16,8 9 0 0,3-1 0 16,6 3 0-16,-1-4 0 15,2-1 0-15,-1-5 0 16,-1-3 0-16,-4-5 0 15,-1-7 0-15,-5-5 0 0,-8-15 0 16,0 0 0-16,0 0 0 16,-10-10 0-16,-3-13 0 15,-1-6 0-15,-7-6 0 16,1-9 0-16,0-3 0 0,3-6 0 16,-3-1 0-16,5 0 0 15,8-1 0-15,0 3 0 16,7 5 0-16,2 4 0 15,10 6 0-15,6 5 0 16,6 7 0-16,8 7 0 0,4 10 0 16,1 8 0-16,3 2 0 15,-3 15 0-15,-7 6 0 16,-5 9 0-16,-12 2 0 16,-13 8 0-16,-1 1 0 0,-19 1 0 15,-7 1 0-15,-10-6 0 16,2-2 0-16,-4-7 0 15,13 0-21-15,4-10-66 16,4-10-3-16</inkml:trace>
  <inkml:trace contextRef="#ctx0" brushRef="#br0" timeOffset="14283.69">1507 12136 422 0,'0'0'4'0,"0"0"2"0,0 0 3 15,0 0 0-15,0 0 1 16,0 0 0-16,-10 0 1 16,10 0 0-16,0 0-4 0,0 0-3 15,15-8 0-15,2 1-2 16,6-3 0-16,1 0-2 16,6-2 0-16,5 1 0 15,-3 2 0-15,1-1 0 0,-6 4 0 16,-7 6 0-16,-2 4 0 15,-9 5 0-15,-4 9 0 16,-8 4 0-16,-6 8 0 16,-9 5 0-16,-2 2 0 0,-2 2 0 15,-5 1 0-15,2 0 0 16,5-5 0-16,0-8 0 16,7-2 0-16,11-8 0 15,2-8 0-15,8-6 0 0,16-6 0 16,6-9 0-16,13-5 0 15,6-11 0-15,8-3 0 16,15-14-29-16,1 7-57 16,3-1-3-16</inkml:trace>
  <inkml:trace contextRef="#ctx0" brushRef="#br0" timeOffset="17697.86">2921 10737 247 0,'0'0'6'0,"0"0"1"15,0 0 2-15,0 0 2 16,0 0-1-16,0 0 2 0,0 0 0 16,0 0 2-16,0 0-5 15,0 0-1-15,7 0-2 0,-7 0 0 16,13 1-1-16,-13-1 2 16,17 5-2-16,-4-5 0 15,1 0 0-15,2 0-1 16,0-5 1-16,2 4-1 0,-1-8 0 15,1 5 0-15,-1-3 0 16,3-4 0-16,-6 4 0 16,4-3 0-16,3 0 1 15,-7-2-1-15,4 2 1 16,-1 0 0-16,0-5 0 16,0 2 0-16,-4 1 0 0,2-2-1 15,0 1 1-15,0-2-1 16,-5 0 0-16,0-3 1 0,-1-1-1 15,0 2 0-15,0-3-1 16,-2-2 0-16,-2 0-1 16,2-3 1-16,-1 2 0 15,-1-2-1-15,0 0 1 0,-3 1-1 16,-2-1 1-16,3-3-1 16,-3 2-2-16,0 1 0 15,-3-2 0-15,1-1 0 16,-1 1 0-16,-4 0 0 0,1 2 0 15,-1 0 0-15,2 0 0 16,-2 3 0-16,-2 3 0 16,-2-1 0-16,1 0 0 15,1 3 0-15,-7 1 0 0,4 2 0 16,-3-1 0-16,0 0 0 16,0 2 0-16,-2-1 0 15,-1 2 0-15,4-3 0 16,-4 2 0-16,-2 3 0 15,3 1 0-15,-1-1 0 0,-1 2 0 16,-4 1 0-16,3-3 0 16,1 4 0-16,-4 1 0 15,5-2 0-15,-1 3 0 0,1-2 0 16,4 2 0-16,-1-1 0 16,3 2 0-16,-4-1 0 15,4 1 0-15,-4 0 0 16,5 0 0-16,-5 1 0 0,2 0 0 15,-2-1 0-15,4 3 0 16,-2-2 0-16,-2 2 0 16,4 0 0-16,-1 0 0 15,-1 0 0-15,-1 2 0 16,3 1 0-16,0-1 0 0,-1 0 0 16,-2 1 0-16,4 0 0 15,-3 2 0-15,4 0 0 16,-3 0 0-16,0-1 0 15,1 2 0-15,0-2 0 16,-1 3 0-16,1-2 0 0,3 3 0 16,-2 0 0-16,-1-1 0 15,5 1 0-15,-4-1 0 16,2 0 0-16,1-2 0 0,8-5 0 16,-15 14 0-16,15-14 0 15,-12 14 0-15,5-4 0 16,0 0 0-16,-2-1 0 0,2 1 0 15,0 0 0-15,0 2 0 16,-2 0 0-16,2 4 0 16,-2-4 0-16,4 3 0 15,-1 3 0-15,-1 1 0 0,0 1 0 16,-1 2 0-16,4 0 0 16,-2 3 0-16,1 0 0 15,0 0 0-15,3-6 0 16,2 2 0-16,-3-5 0 15,3 2 0-15,0-6 0 0,0-1 0 16,0-11 0-16,3 14 0 16,-3-14 0-16,0 0 0 15,0 0 0-15,0 0 0 16,2 10 0-16,-2-10 0 0,0 0 0 16,0 0 0-16,0 0 0 15,0 0 0-15,0 0 0 16,0 0 0-16,0 0 0 0,0-4 0 15,0 4 0-15,0 0 0 16,0-13 0-16,0 13 0 16,0-15 0-16,0 15 0 15,7-17 0-15,-7 17-11 0,13-12-62 16,-5 2-18-16</inkml:trace>
  <inkml:trace contextRef="#ctx0" brushRef="#br0" timeOffset="18430.62">2141 9946 344 0,'0'0'7'0,"0"0"4"16,0 0 3-16,-6-13 2 0,6 13 1 0,-2-7 1 15,2 7 0-15,0 0 1 0,-5-10-7 16,5 10-3-16,0 0-3 16,0 0-2-16,5 5-1 15,0 7-1-15,5 6 0 0,2 2-1 16,1 2 1-16,4 7-1 16,-2 4 1-16,2 2-1 15,1-1 1-15,-6-1-2 16,1-2 0-16,-1 2 0 15,-5-4 0-15,-2-1 0 0,3-9 0 16,-5-1 0-16,-3-3 0 16,2-5 0-16,-2-10 0 15,0 10 0-15,0-10 0 16,0 0 0-16,0-7 0 16,0-4 0-16,3-1 0 0,1-1 0 15,4-4 0-15,2-2 0 16,2-3 0-16,6-1 0 15,1-2 0-15,6 0 0 0,0 3 0 16,5-6 0-16,-2 6 0 16,1 0 0-16,-1 2 0 15,-2 3 0-15,-1 2 0 16,-7 3 0-16,-1 0 0 0,-6 6 0 16,-2-1 0-16,-9 7 0 15,12-7 0-15,-12 7 0 16,0 0 0-16,0 0 0 15,0 0 0-15,-7 0 0 0,7 0 0 16,-10 7 0-16,10-7 0 16,-9 17 0-16,11-7-26 15,1 0-64-15,-3-10-4 0</inkml:trace>
  <inkml:trace contextRef="#ctx0" brushRef="#br1" timeOffset="23814.77">4581 8437 219 0,'0'0'6'0,"0"0"5"16,0 6 3-16,0-6-1 0,0 0 2 15,0 0-1-15,0 8-1 16,0-8 0-16,0 0-5 16,12-4-5-16,1 0-3 15,1-4 1-15,14-2-2 0,-1-2-1 16,10-8 0-16,11 2 0 15,2-4-2-15,8-5 2 16,12-6 0-16,10-1 0 16,0-6-1-16,12-3 2 0,6-8 0 15,2 0 0-15,10-5 0 16,11-5 0-16,4-2 1 16,-4-3 1-16,18-1 0 15,3-5 1-15,7 1 0 0,5-9 0 16,5 3 1-16,3-5-2 15,1-2 1-15,2 2 0 16,1-4-1-16,2 1-1 16,2-1 0-16,-6 2 1 0,3 0 0 15,-1-1 0-15,-3 4 0 16,2-5 0-16,-6 10-1 16,-3 0 1-16,-6 3-1 0,-9 4 1 15,-11 5 0-15,-9 2-1 16,-14 10 1-16,-8 2 0 15,-17 11 0-15,-12 2-1 16,-18 9 2-16,-2 9-2 16,-23 4-5-16,-7 5-16 0,-20 10-42 15,9-3-4-15</inkml:trace>
  <inkml:trace contextRef="#ctx0" brushRef="#br1" timeOffset="24699.73">6269 7677 308 0,'0'0'3'0,"0"0"0"15,0 0 0-15,0 0 2 0,9 0 1 16,-9 0 2-16,14 2 0 16,-3 5 1-16,1 1-2 15,8 0 1-15,-1 3-1 0,3 5-1 16,4 4 0-16,-1-1-2 15,5 9-1-15,0 4 0 16,-3 5 1-16,-1 2-1 16,2 4 0-16,-9-2 1 0,5 9 0 15,-7-3 0-15,-2 0 0 16,-5-3 0-16,-3 2 0 16,-5-2-1-16,-2-2 1 15,-2-4-1-15,-3-2 0 0,-5-3 0 16,1-5 0-16,-4-2-1 15,1-6-1-15,1 0-1 16,1-3-1-16,1-6-1 0,4-1-1 16,5-10-1-16,-8 9-1 15,8-9-6-15,0 0-17 16,0 0-43-16,0 0-7 16</inkml:trace>
  <inkml:trace contextRef="#ctx0" brushRef="#br1" timeOffset="25313.95">6290 7694 366 0,'0'0'6'0,"0"0"0"0,0 0 2 0,0 0-2 15,0 0 0-15,0 0 0 16,-3 5 0-16,3 7 0 0,0 4-5 15,0 4-1-15,3 1-1 16,-1 7 1-16,1 4 1 16,0-3 0-16,-1 0 0 15,1-4 0-15,-3-4 0 16,2-4 1-16,-2-5 0 0,0-12 2 16,0 11-1-16,0-11 1 15,0 0-1-15,0-13 0 16,0-2-1-16,0-5 1 0,0-4-1 15,0-6-1-15,0-5 0 16,2 0 1-16,1 3 1 16,-1-3 0-16,1 6 1 15,1 2 0-15,1 4 0 0,-1 4 0 16,-2 3-1-16,0 4-1 16,-2 5-1-16,0 7-1 15,8-10 0-15,-8 10 0 16,17 2-1-16,-4 9 1 0,3-1-1 15,5 5 1-15,4 1 0 16,2 1 0-16,1 4 0 16,1-1-3-16,1-3-5 15,0 5-16-15,12-5-57 0,-12 1-1 16</inkml:trace>
  <inkml:trace contextRef="#ctx0" brushRef="#br1" timeOffset="25847.87">6916 7766 417 0,'0'0'5'0,"0"0"1"0,0 0 0 15,-13-3 0-15,13 3 0 16,0 0-1-16,-12 8 0 0,8 2 1 16,1 9-5-16,1 9-1 15,2 1-1-15,5 4 1 0,2 5 0 16,4-5 1-16,3 3 0 16,2-5 1-16,2-6-2 15,-1-4 1-15,6-7 0 16,-3-7-1-16,-1-3 1 15,-1-4 0-15,2-8 0 0,-5-5 1 16,-2-8 1-16,-8 0-1 16,2-7 1-16,-7-4 0 15,0-2-1-15,-10-1 0 16,-8-2-1-16,-2-1 1 16,-1 6-1-16,-2 3-1 0,0 7 1 15,2 2-1-15,0 7-1 16,3 6 1-16,7 7-1 0,1 4-1 15,1 10 0 1,7 2 0-16,2 7 0 0,2-1 0 16,9 6 1-16,4-1 1 15,7 0 0-15,1-4 0 0,7-5-1 16,2-7-4-16,8-5-16 16,15-6-60-16,-9-17-2 15</inkml:trace>
  <inkml:trace contextRef="#ctx0" brushRef="#br1" timeOffset="26614.21">9473 5786 371 0,'0'0'3'0,"0"0"2"0,0 0 2 0,0 0-1 16,-13 6 2-16,13-6 0 15,0 0 1-15,-5 12 0 16,5-12-2-16,5 12 0 15,8-6-1-15,4-5-1 0,5 2 0 16,8-3-1-16,3 0 0 16,4 0 0-16,3-4-1 15,-3-2-1-15,-3 1-1 16,-6 0 0-16,-4 3-1 0,-3 0 1 16,-8 2 0-16,-4 2 0 15,-4 8 0-15,-5 2 1 16,0 3 0-16,0 5 0 0,0 3 0 15,-2 3 0-15,-3 4 0 16,-2 2-2-16,-2 0 1 16,2 0 0-16,-2-1 0 15,0-1-1-15,2-6 0 16,-2-2-1-16,4-6-1 16,2-2-3-16,1-3-6 0,2-11-16 15,7 7-53-15,-7-7-3 16</inkml:trace>
  <inkml:trace contextRef="#ctx0" brushRef="#br1" timeOffset="26998.23">10282 5578 436 0,'0'0'7'0,"0"0"2"16,0 0 0-16,0 0 0 15,0 0 0-15,0 0 0 16,-4 0 1-16,-1 13-1 0,-3 5-5 16,3 7-4-16,-2 4 0 15,-3 3 0-15,0 5 0 16,-2 3 0-16,2-6 0 16,2 1 0-16,-2-8-4 0,3 1-5 15,0-8-10-15,1-8-35 16,1 0-30-16,5-12-1 15</inkml:trace>
  <inkml:trace contextRef="#ctx0" brushRef="#br1" timeOffset="27366.25">10067 5685 361 0,'0'0'8'0,"0"0"3"16,0 0 3-16,0 0 1 15,0-7 0-15,0 7-1 16,0 0 2-16,0 0-1 16,12-3-6-16,1 6-4 0,6 4-1 15,1 6-2-15,8 0 1 16,2 4-1-16,2 0 2 16,5 2-1-16,0-6 0 15,-5 2 0-15,-2-3-1 0,-3 0 0 16,1-5-2-16,-5 1 0 15,-3-3 0-15,-11 0 0 16,1-3 0-16,-10-2 0 16,15 3 0-16,-15-3 0 15,0 0 0-15,0 0 0 0,0 0 0 16,0 0 0-16,0 0 0 16,0 0 0-16,0 0 0 15,0 0-8-15,0 0-78 0,0 0-1 16</inkml:trace>
  <inkml:trace contextRef="#ctx0" brushRef="#br1" timeOffset="29033.02">4643 8537 204 0,'0'0'7'0,"0"0"4"15,0 0 5-15,0 0 2 16,0 0 4-16,-10 1 1 0,10-1 2 16,0 0-1-16,0 0-3 15,0 0-4-15,-12 0-5 16,12 0-3-16,0 0-2 16,0 0-3-16,0 0-1 0,0 0 0 15,0 0-1-15,0 0 1 16,0 0 0-16,0 0 1 15,0 0-1-15,-3-4 1 16,3 4 1-16,-3-12-1 0,3 12 0 16,-7-15 1-16,2 2-1 15,-1 3 0-15,2-5 0 16,-6-3 1-16,3 2-1 16,-6-4 0-16,1-2-1 15,-4-3 0-15,2-7-1 0,-4 2 0 16,-1-7 0-16,-4-3-2 15,-4-4 0-15,2-6 0 16,-3-4-1-16,-4-1 0 16,-3-4 1-16,-2-5 0 0,0-4 0 15,-4-1 1-15,0-5 0 16,-1 0 0-16,-6-6 0 16,4-2-1-16,-4 0 1 15,-1-7-1-15,-1 5 1 0,-2-6-1 16,0 4 1-16,-3-5-1 15,1 4 0-15,-1-3 1 16,-3-1 0-16,4-1-1 16,0 3 0-16,-1-3-1 0,0 3 1 15,3-5 0-15,0 2 0 16,-3 3-1-16,2-2 0 16,0 4 1-16,0 0-1 0,3 3 0 15,1 2 0-15,1 3 0 16,-1 2 0-16,4 5 0 15,3 5 0-15,-1 3 1 16,1 3 0-16,5 3 0 0,3 5 0 16,1 9 0-1,3 2 1-15,1 8 0 0,4-2-1 16,0 10 1-16,4 4-1 16,1 1 1-16,6 7-1 15,2 2 0-15,2 2-1 16,10 10 1-16,-11-10-2 0,11 10-1 15,0 0-3-15,0 0-5 16,0 0-12-16,5-18-58 16,3 18-5-16</inkml:trace>
  <inkml:trace contextRef="#ctx0" brushRef="#br1" timeOffset="30014.58">2371 4875 278 0,'0'0'6'0,"0"0"2"0,0 0 2 16,0 0 1-16,0 0 2 15,0 0 1-15,0 0 0 16,0 0 2-16,-9-2-6 15,9 2 0-15,0 0-3 0,0 0 0 16,0 0-2-16,0 0 0 16,0 0-2-16,0 0 1 0,0 0-2 15,-7 0 0-15,7 0-1 16,0 0-1-16,0 0 1 16,0 0-1-16,0 0 1 15,0 0 0-15,-6 7 0 16,6-7 1-16,0 0 1 0,0 0 1 15,0 0 0-15,0 0 1 16,0 0-1-16,0 12 0 16,0-12 0-16,0 18-1 0,0-6 0 15,0 8-2-15,0 2 0 16,0 3 0-16,0 4-1 16,2 1 1-16,-2 0-1 15,4 2 1-15,-4-7-1 16,0 0 0-16,2-6 1 0,-2-3-1 15,2-7 0-15,-2-9 0 16,0 0 1-16,0 0 0 16,10-12-1-16,-8-8 1 0,-2-2 1 15,0-5 0-15,0-5 0 16,0 0 0-16,-2-5 2 16,-5 1 0-16,0 2 0 15,-2 4 0-15,2 3 1 16,0 5-1-16,-3 0-1 0,2 9-3 15,3 1 0-15,5 12 0 16,-4-13 0-16,4 13 0 16,0 0 0-16,14 0 0 0,4 3 0 15,0 4 0-15,6 0 0 16,3 1 0-16,5-1 0 16,0 3 0-16,-2-2 0 15,3-4 0-15,-6 2 0 16,1-1 0-16,-6-5-14 0,6 0-56 15,-7 0-18-15</inkml:trace>
  <inkml:trace contextRef="#ctx0" brushRef="#br1" timeOffset="30431.89">1817 4164 359 0,'0'0'6'0,"0"0"3"0,0 0 2 0,0 0 1 0,8 0 0 0,-8 0 2 0,20 5 1 16,-5-3-2-16,0 4-5 15,5-1-1-15,1-1-2 16,7 1-1-16,-5 0-1 15,3 2-1-15,0-3-2 0,-2 2-4 16,-4-3-6-16,3 2-22 16,-4 0-50-16,-6-5-2 15</inkml:trace>
  <inkml:trace contextRef="#ctx0" brushRef="#br1" timeOffset="30614.15">2014 3981 360 0,'0'0'9'0,"0"0"-1"0,0 0 3 16,-8 0-1-16,8 0 1 15,0 14 0-15,11 4 0 16,1 7 2-16,4 2-8 16,2 7-3-16,7 6-7 0,-2 3-28 15,1-2-45-15,1 2-3 16</inkml:trace>
  <inkml:trace contextRef="#ctx0" brushRef="#br1" timeOffset="32351.54">1803 11476 200 0,'0'0'5'0,"7"-7"1"16,5 0 2-16,-1-4 1 16,6-6 1-16,-2 1 2 0,12-9 2 15,3-3 2-15,-3-4-3 16,0 2 1-16,3-7-2 16,7 5 2-16,-7-5-4 0,8-1-1 15,-6 1-1-15,1-3-3 16,4 1-2-16,-3-3-1 15,8-2-1-15,-1-1 0 16,0 1-1-16,1-6 1 16,8 3 0-16,-8 2 0 0,5-5 1 15,-2 3-1-15,-2 0 1 16,1 0-2-16,-3 3 0 16,1-1 0-16,-5 0 0 15,-3 1 1-15,3 2-1 0,-1 2-1 16,-4 1 1-16,1 2 0 15,-1 0 1-15,-2 1 1 16,0 3-1-16,-1-3 0 16,4 7 0-16,-1-6 0 0,0 3 1 15,0 0-1-15,-2 2-1 16,3 3 1-16,-6-1-1 16,0 2 0-16,-3 1 0 15,1 0 0-15,-4 4 0 0,1-1 0 16,-2 4 0-16,0-1 0 15,0-1 0-15,-1 3 0 16,-1-1 0-16,-3-2 1 0,5 4-1 16,-6-2 0-16,6-1 0 15,-2 2 0-15,-1-1 1 16,-1 0-2-16,0 1 1 16,2 1 0-16,-3-5 0 0,2 4 0 15,0-3 0-15,-1 0 0 16,0 5 0-16,2-4 0 15,5-1 0-15,-6 2 0 16,1 1 0-16,4-1 0 16,-7 1 0-16,5 2 1 0,-3-2-1 15,3-1 0-15,-2 1 0 16,-1-6 1-16,0 4 0 16,4-3-1-16,0 2 1 0,0-2 0 15,-2 2 0 1,-1 0 0-16,2 0 0 0,-3 3 0 15,1-1 0-15,-4 1 1 16,1 0 1-16,-3 0-1 0,2-1 1 16,5 1-1-16,-7-1 1 15,5 0 0-15,-5 7-1 16,4-7 0-16,-2 3-1 16,4 1 0-16,0-1-1 0,-1-2 1 15,0 1-1-15,0 2 1 16,4-4-1-16,-4 0 0 15,3 2 0-15,0 1 0 16,-3 0 1-16,1 0-1 0,-4 0 1 16,1 0 1-16,-2 4 0 15,0-2 2-15,-1 1-3 16,-5-1 2-16,3 3 0 16,-2 0 0-16,-1 2-1 0,-7 8 0 15,13-14 0-15,-13 14 1 16,7-10 0-16,-7 10 1 15,0 0-1-15,0 0 0 0,0 0 0 16,0 0 0 0,0 0-1-16,5-8 1 0,-5 8-2 15,0 0 0-15,0 0-1 16,0 0 0-16,0 0-2 16,0 0-6-16,0 0-9 0,0 18-60 15,0-18-6-15</inkml:trace>
  <inkml:trace contextRef="#ctx0" brushRef="#br1" timeOffset="35647.67">1875 4107 250 0,'0'0'8'0,"0"0"4"0,0 0 5 16,0 6 2-16,0-6 2 16,0 0 1-16,0 0 3 15,-3 8 1-15,3-8-8 16,0 0-4-16,0 0-4 0,0 0-1 15,0 0-3-15,3 11-2 16,9-6 0-16,1 2-2 16,3 3-1-16,7-2 1 15,2 1 0-15,3-1 0 0,1 2-1 16,1-6 0-16,0 1 0 16,-6 0 1-16,4-1-1 15,-6-2 0-15,-4 0-1 16,-1-2-2-16,-4 2-3 0,-3 1-5 15,-10-3-14-15,9 7-58 16,-9-7-1-16</inkml:trace>
  <inkml:trace contextRef="#ctx0" brushRef="#br1" timeOffset="35897.82">2043 3926 371 0,'0'0'8'16,"0"0"5"-16,0 0 0 15,0 0 1-15,0 0 0 0,0 6 0 16,0 8 1-16,0 8 1 16,6 5-9-16,6 10-2 15,0 1-2-15,6 9-1 16,0 2 0-16,1 1-3 15,1-6-3-15,5 3-14 0,-3-1-64 16,3-3-4-16</inkml:trace>
  <inkml:trace contextRef="#ctx0" brushRef="#br1" timeOffset="37247.69">1434 12141 322 0,'0'0'6'16,"0"0"4"-16,0 0 3 0,0 0 1 16,0 0 2-16,0 0 1 15,0 0 0-15,0 0 1 16,8 6-5-16,0-6-4 15,5 0-1-15,1 0-1 16,9-4-1-16,4-6-1 0,0 0 0 16,8 1-1-16,-3-7-1 15,8 2 0-15,-3-1-1 16,0-1 0-16,-1 0 0 16,-2 3-1-16,-5 3 1 0,0 4 0 15,-8-2-1-15,-3 2 2 16,-4 3-3-16,0 2 0 15,-14 1 0-15,9 0 0 0,-9 0 0 16,0 0 0-16,-2 4 0 16,2-4 0-16,-15 15 0 15,2-2 0-15,-1 2 0 16,-4 5 0-16,-2 4 0 0,1 3 0 16,-9 8 0-16,3 0 0 15,0-1 0-15,3 1 0 16,2 0 0-16,0-3 0 15,3-2 0-15,2-5 0 0,5-8 0 16,5 0 0-16,-3-2 0 16,3-7 0-16,5-8 0 15,-7 13 0-15,7-13 0 16,0 0 0-16,0 0 0 0,7 7 0 16,-7-7 0-16,11 0 0 15,-11 0 0-15,14-7 0 16,-3 1 0-16,6-1 0 15,1-3 0-15,1 0 0 0,6-3 0 16,0-2 0-16,7 3 0 16,0-2 0-16,3-4 0 15,2 0 0-15,-2 6 0 16,0-1 0-16,-2 1 0 0,-1 2 0 16,-7 3 0-16,1 3 0 15,-8 1 0-15,-1 6 0 16,-6 4-73-16,-11-7-16 15</inkml:trace>
  <inkml:trace contextRef="#ctx0" brushRef="#br1" timeOffset="42797.69">7662 5950 251 0,'0'0'6'15,"0"0"5"-15,0 5 4 0,0-5 2 16,0 0 1-16,0 8 2 15,0-8 0-15,0 0 2 16,0 0-4-16,0 0-5 16,0 0-3-16,-12 0-3 0,12 0-1 15,-9-10-1-15,9 10-1 16,-9-13 0-16,9 13 0 16,-16-17-1-16,7 10 1 0,-1-6-1 15,-1 1 0-15,-1-1 0 16,3-2 0-16,-4 3-1 15,-2-3 0-15,0 1 0 16,3-2-1-16,-2 2 0 16,-2-1 0-16,1-1 0 0,3 0 0 15,0 0 0-15,1 2 0 16,1 2 0-16,1-6 2 16,-4 6 0-16,2-1 0 0,0 1 0 15,-2-1 0-15,1 1 1 16,-1 0-1-16,1-1 0 15,0 3-1-15,-3-2-2 16,3 0 0-16,-1-1 0 0,1 3 0 16,0-2 0-16,-4 0 0 15,2-1 0-15,-2 3 0 16,2-2 0-16,-2 2 0 16,0-1 0-16,3 3 0 0,-2-3 0 15,0 4 0-15,3 0 0 16,-1-4 0-16,1 7 0 15,0-4 0-15,-1 3 0 16,3-3 0-16,-1 4 0 0,-1 0 0 16,3-2 0-16,-4 1 0 15,6-1 0-15,-5 2 0 16,-4-3 0-16,4-1 0 16,-1 2 0-16,-1-2 0 0,2 0 0 15,-1 0 0-15,-2-1 0 16,2 1 0-16,-1-2 0 15,1 5 0-15,-3-5 0 16,4 6 0-16,-2-4 0 16,-2 0 0-16,0 1 0 0,-2 2 0 15,1 0 0-15,-3-2 0 16,3 2 0-16,-3 0 0 16,-1-3 0-16,5 3 0 15,-2-1 0-15,3 0 0 0,-3-2 0 16,2 4 0-16,0-3 0 15,-2-1 0-15,2-1 0 16,-2 3 0-16,3-1 0 16,0-1 0-16,0 3 0 0,-2 0 0 15,5 0 0-15,0 0 0 16,-1 0 0-16,-2 0 0 16,5 4 0-16,-2-5 0 0,-4 1 0 15,4 2 0-15,-2 0 0 16,-2-1 0-16,2 1 0 15,-2 2 0-15,0-5 0 16,0 6 0-16,2-5 0 0,-2 3 0 16,2-2 0-16,-4 3 0 15,4-2 0-15,1-1 0 16,-4 4 0-16,4-6 0 16,-2 4 0-16,-3-1 0 0,6 3 0 15,2-2 0-15,-2-1 0 16,2 1 0-16,0-1 0 15,2 3 0-15,-1-2 0 16,-2 0 0-16,2-1 0 0,-1 0 0 16,0 1 0-16,-1 2 0 15,0-3 0-15,-2 3 0 16,3-1 0-16,0 1 0 16,0 0 0-16,0-4 0 0,10 4 0 15,-14 0 0-15,14 0 0 16,-13 0 0-16,13 0 0 15,-12 0 0-15,12 0 0 16,-11 0 0-16,11 0 0 16,0 0 0-16,-10 0 0 0,10 0 0 15,0 0 0-15,0 0 0 16,0 0 0-16,0 0 0 16,-9 0 0-16,9 0 0 0,0 0 0 15,0 0 0-15,0 0 0 16,0 0 0-16,0 0 0 15,0 0 0-15,0 0 0 16,0 0 0-16,0 0-6 0,-23 0-72 16,23 0-11-16</inkml:trace>
  <inkml:trace contextRef="#ctx0" brushRef="#br1" timeOffset="43952.23">5768 4816 352 0,'0'0'5'16,"-10"-6"3"-16,10 6 4 15,-14-7 1-15,3 2 1 0,1 0 1 16,-2-2 1-16,-5 2 1 15,5 2-6-15,-1 3-2 16,-2 0-2-16,-3 0-2 16,1 8-1-16,0 2-1 0,-1 3-2 15,1 1 0-15,2 3 1 16,3 8-2-16,0 0 0 16,1 5 0-16,6 2-1 15,3 5 0-15,2-3 0 16,5 6 1-16,10 0-1 0,-1-3 0 15,7-2 1-15,4-3 0 16,-1-3 0-16,3-4 0 16,3-2 0-16,0-6 1 0,2-5 0 15,-2-2 1-15,5-5-1 16,-3-5 1-16,0 0 1 16,4-10-1-16,-2-5 1 15,-1-4-1-15,-3-4 0 16,2-2 0-16,-5-4-2 0,-3-3 0 15,-6-1 0-15,0 0 0 16,-8-5 0-16,-6 1 0 16,-4-3 0-16,-7 0 0 15,-8 3 0-15,-2 0 0 0,-8 2 0 16,0 3 0-16,-10 5 0 16,3 2 0-16,-3 5 0 15,-3 2 0-15,1 6 0 0,0 8 0 16,0-1 0-16,0 5 0 15,2 0 0-15,1 5 0 16,4 2 0-16,-3 8 0 16,11-1 0-16,-6 2 0 15,13 3 0-15,3-1 0 0,10 3-17 16,2-3-70-16,12-5-3 16</inkml:trace>
  <inkml:trace contextRef="#ctx0" brushRef="#br1" timeOffset="44681.56">5848 4944 347 0,'0'0'8'0,"0"0"2"0,0 0 4 0,-8-10 1 16,8 10 0-16,-7-5 0 15,7 5 0-15,-16 0 1 0,16 0-8 16,-11 7-4-16,8 4-1 16,-2-1-2-16,5 5-1 15,0-3-1-15,0 2 1 16,8-1 0-16,1-2 1 0,3-5 0 15,6-6 1-15,-1 0 1 16,1-5 1-16,0-4 1 16,1-7 0-16,-4 2 0 15,-3-3 0-15,-4-1 0 16,-6 3 0-16,-2 1-5 0,-2 1 0 16,-6 6 0-1,-4 4 0-15,-5 3 0 0,0 0 0 16,-3 10 0-16,2 5 0 0,6-1 0 15,0 4 0-15,-1 0 0 16,10-1 0-16,3-5 0 16,0-2 0-16,10-3 0 15,5-7 0-15,2 0 0 0,3-9 0 16,1-3 0-16,4-4 0 16,-9-4 0-16,0 1 0 15,-4-1 0-15,-8 2 0 16,-4 6 0-16,0 0 0 15,-11 5 0-15,-5 1 0 0,-1 6 0 16,-3 6 0-16,3 1-2 16,2 5-21-16,5 7-62 15,5-6-4-15</inkml:trace>
  <inkml:trace contextRef="#ctx0" brushRef="#br1" timeOffset="45414.17">5865 4207 376 0,'0'0'8'0,"0"0"2"0,-13-9 3 0,1 7 1 16,2 2 1-16,-5 0 1 15,3 0 0-15,-3 2 0 16,8 9-7-16,4 6-3 16,3 0-3-16,8 6-1 0,9 2-2 15,3 7 0-15,7-5 0 16,3 1 0-16,0-2 0 16,0-1 0-16,-3-3 0 0,-2-5 1 15,-6-1 0-15,-1-7-1 16,-6 1 2-16,-12-10 1 15,11 8-3-15,-11-8 0 16,0 0 0-16,-3-10 0 16,-7-3 0-16,-7-3 0 0,-1-8 0 15,-2-3 0-15,-4-2 0 16,-4-3 0-16,-1-3 0 16,4-2 0-16,-3 2 0 0,8 0 0 15,3 3 0-15,10 0 0 16,4 2 0-16,6 2 0 15,8 2 0-15,10 1 0 16,3 6 0-16,6 2 0 16,6 6 0-16,-7 5 0 0,4 6 0 15,-7 6 0-15,-3 9 0 16,-10 7 0-16,-4 6 0 16,-9 1 0-16,-3 3 0 0,-6 1 0 15,-8-1 0-15,-6 0 0 16,4-5 0-16,-4 5 0 15,0-11 0-15,7 3 0 16,-2-9-22-16,3-2-62 0,15-5-5 16</inkml:trace>
  <inkml:trace contextRef="#ctx0" brushRef="#br1" timeOffset="45897.92">5673 3571 386 0,'0'0'7'15,"0"0"3"-15,-4-11 3 0,4 11 2 0,-5-15 1 16,5 5 0-16,0 10 0 16,0-10-1-16,0 10-5 15,15 13-5-15,4 6-5 0,11 16-8 16,0 5-21-16,15 12-54 15,4 5-3-15</inkml:trace>
  <inkml:trace contextRef="#ctx0" brushRef="#br0" timeOffset="57230.54">9301 8237 262 0,'0'0'5'0,"0"0"5"16,0 0 1-16,-12-5 5 16,12 5 2-16,-10-3 1 15,10 3 3-15,-12-5 4 16,12 5-6-16,-10-2-3 0,10 2-3 15,0 0-2-15,-12-3-3 16,12 3-2-16,0 0-3 16,0 0-1-16,0 5-1 0,0-5-1 15,12 13-1-15,0-8 1 16,1 4 1-16,6 2-1 16,-1 1 0-16,7-3 0 15,-6 5 0-15,6-3 0 16,0-1 0-16,1 3 0 0,-5-1-1 15,4-2 1-15,-5 3 0 16,-3-4-1-16,1-4 0 16,-6 3 1-16,0-1-1 15,-12-7 0-15,13 8 0 16,-13-8 1-16,0 0-1 0,0 0 2 16,0 0 0-16,0 0 2 15,0 0 0-15,5 10 3 16,-5-10-7-16,0 0 0 0,-5 7 0 15,5-7 0-15,-20 15 0 16,8-6 0-16,0 7 0 16,-9 0 0-16,1 5 0 0,1 4 0 15,-6 0 0-15,2 4 0 16,1-2 0-16,3 2 0 16,-2-4 0-16,12-17-83 15,-1 20-3-15</inkml:trace>
  <inkml:trace contextRef="#ctx0" brushRef="#br0" timeOffset="65381.05">8802 8120 314 0,'0'0'5'0,"0"0"4"0,0 0 0 16,5-2 2-16,-5 2 2 16,0 0 1-16,7 0 2 0,-7 0 0 15,0 0-4-15,0 0-2 16,0 0-1-16,0 0-1 16,0 0-1-16,11-3 0 15,-11 3-1-15,0 0 0 0,0 0-1 16,0 0-1-16,2-10-1 15,-2 10 0-15,0-12-1 16,0 1 1-16,0 3-1 0,0-3-1 16,-5-1 1-16,2-1 0 15,-2 3 0-15,-2-5 0 16,2 3 0-16,-3 2 0 16,4 0 0-16,-4 3 0 15,8 7-2-15,-17-15 0 0,17 15 0 16,-18-10 0-16,18 10 0 15,-12-7 0-15,12 7 0 16,-20-3 0-16,13 3 0 16,-3 0 0-16,-3 0 0 0,3 0 0 15,0 0 0-15,-2 3 0 16,0-3 0-16,-1 5 0 16,1-3 0-16,-1 1 0 0,3-1 0 15,1 1 0-15,-1 1 0 16,-3 2 0-16,1-1 0 15,4-1 0-15,-2 4 0 16,0-4 0-16,0 5 0 0,0-2 0 16,3 0 0-16,-3 0 0 15,10-7 0-15,-15 18 0 16,5-11 0-16,3 1 0 16,-4 2 0-16,4 0 0 0,0 0 0 15,-4 0 0-15,4 2 0 16,-2-2 0-16,1-1 0 15,0 4 0-15,1-3 0 16,0 5 0-16,2-6 0 0,-3 4 0 16,3-1 0-16,-2 1 0 15,2 2 0-15,0-3 0 16,0 1 0-16,-1-1 0 16,2 3 0-16,-1-1 0 15,0 1 0-15,-2-2 0 0,4 2 0 16,1 0 0-16,-4-1 0 15,4 1 0-15,-3 0 0 16,5 2 0-16,-5-2 0 0,3 3 0 16,2-7 0-16,-5 6 0 15,5-3 0-15,-5 1 0 16,3 0 0-16,2-1 0 16,-6 1 0-16,6-2 0 0,-2 1 0 15,-1 1 0-15,1 1 0 16,2-8 0-16,0 9 0 15,0-6 0-15,0 4 0 16,0 0 0-16,0-2 0 16,0 2 0-16,0 2 0 0,0-2 0 15,0-1 0-15,0 1 0 16,0 0 0-16,0-2 0 16,0-1 0-16,2 0 0 15,1 1 0-15,1-3 0 0,2-3 0 16,-3 3 0-16,1 0 0 15,-4-10 0-15,8 18 0 16,-8-18 0-16,7 14 0 16,-5-3 0-16,1-4 0 0,0 3 0 15,-1-2 0-15,1 0 0 16,-3-8 0-16,7 15 0 0,-7-15 0 16,10 18 0-16,-10-18 0 15,8 11 0-15,-8-11 0 16,7 14 0-16,-7-14 0 15,7 14 0-15,-7-14 0 16,10 10 0-16,-10-10 0 0,11 10 0 16,-11-10 0-16,12 8 0 15,-12-8 0-15,12 10 0 16,-12-10 0-16,15 5 0 16,-15-5 0-16,14 4 0 15,-14-4 0-15,16 6 0 0,-9-4 0 16,-7-2 0-16,18 3 0 15,-18-3 0-15,12 5 0 16,-12-5 0-16,15 0 0 0,-15 0 0 16,12 2 0-16,-12-2 0 15,12 2 0-15,-12-2 0 16,16 0 0-16,-16 0 0 16,12 3 0-16,-12-3 0 0,13 0 0 15,-13 0 0-15,12 0 0 16,-12 0 0-16,15 0 0 15,-15 0 0-15,15-3 0 0,-8 1 0 16,-7 2 0-16,18-2 0 16,-18 2 0-16,12-4 0 15,-12 4 0-15,15-4 0 16,-15 4 0-16,17-5 0 0,-17 5 0 16,15-10 0-16,-15 10 0 15,15-12 0-15,-15 12 0 16,18-18 0-16,-18 18 0 15,14-14 0-15,-8 4 0 16,-6 10 0-16,12-18 0 16,-7 11 0-16,2-3 0 0,-2 0 0 15,3 0 0-15,-3-5 0 16,2 2 0-16,-5 2 0 16,3-3 0-16,1 0 0 0,-2-1 0 15,4 3 0-15,-6 0 0 16,1 2 0-16,2 3 0 15,-5 7 0-15,2-16 0 0,-2 16 0 16,2-9 0-16,-2 9 0 16,0 0 0-16,3-13 0 15,-3 13 0-15,0 0 0 16,0 0 0-16,0-10 0 0,0 10 0 16,0 0 0-16,0 0 0 15,0 0 0-15,0 0 0 16,0 0 0-16,0 0 0 15,0 0 0-15,0 0 0 16,0 0 0-16,0 0 0 0,0 0 0 16,0 0 0-16,0 0 0 15,0 0 0-15,0 0 0 16,0 0 0-16,0 0 0 16,0 0 0-16,0 0 0 0,0 0 0 15,-5 0 0-15,5 0-57 16,0 0-34-16,0 0 0 15</inkml:trace>
  <inkml:trace contextRef="#ctx0" brushRef="#br0" timeOffset="65948.36">8673 8725 344 0,'0'0'7'0,"0"0"4"0,0 0 4 0,0 0 0 15,0 0 2-15,0 0 0 16,0 0 1-16,0 0-1 15,0 0-6-15,0 0-4 0,0 0-3 16,5 1-1-16,-5-1 0 16,12 3-1-16,-4-3 0 15,2 0 1-15,4 0 0 16,2-3 1-16,-2-1 0 16,4 0 0-16,-4-4-4 0,2 3 0 15,-2 0 0-15,-3-2 0 16,-2 2 0-16,-9 5 0 15,11-6 0-15,-11 6 0 16,0 0 0-16,0 0 0 16,0 0 0-16,0 0 0 0,10 0 0 15,-10 0 0-15,7 11 0 16,-7-11 0-16,9 17 0 0,-1-2 0 16,0-3 0-16,1 5 0 15,-1-2 0-15,-4 3 0 16,2-4 0-16,-1 1 0 15,-3-2 0-15,1-1 0 16,-1-2 0-16,1-3 0 0,-3-7 0 16,2 16 0-16,-2-16 0 15,5 7 0-15,-5-7 0 16,0 0-58-16,0 0-32 16</inkml:trace>
  <inkml:trace contextRef="#ctx0" brushRef="#br0" timeOffset="71648.39">9170 5754 328 0,'0'0'9'16,"0"0"2"-16,0 0 4 0,0 0 2 16,0 0 3-16,-7-9 0 15,7 9 1-15,0 0 1 16,0 0-7-16,-11-10-2 0,11 10-3 15,-10-6-2-15,10 6-6 16,-12-4-2-16,12 4 0 16,-13 0 0-16,13 0 0 0,-14-3 0 15,14 3 0-15,-18 0 0 16,9 0 0-16,9 0 0 16,-16 0 0-16,16 0 0 15,-14 7 0-15,14-7 0 16,-18 10 0-16,18-10 0 0,-15 15 0 15,15-15 0 1,-15 13 0-16,15-13 0 0,-12 15 0 16,12-15 0-16,-7 10 0 15,7-10 0-15,-11 12 0 0,11-12 0 16,-7 18 0-16,7-18 0 16,-10 17 0-16,8-10 0 15,-3 3 0-15,2 0 0 16,-2 0 0-16,2 0 0 0,1 0 0 15,-3 0 0-15,3 0 0 16,2-1 0-16,-3 1 0 16,1 2 0-16,0-2 0 15,-1 3 0-15,3-3 0 0,-3 2 0 16,3-1 0-16,-3-3 0 16,3 3 0-16,0-1 0 15,0 0 0-15,0 0 0 0,0-1 0 16,0 2 0-16,3 1 0 15,-3-2 0-15,3 2 0 16,0 0 0-16,-1 1 0 16,-2-1 0-16,2 4 0 15,1-2 0-15,-3-2 0 0,2 0 0 16,3 1 0-16,-3-1 0 16,1 1 0-16,-1-4 0 15,4 1 0-15,-6 1 0 16,5-1 0-16,-3 0 0 0,3-1 0 15,-2 1 0-15,-1 0 0 16,3 0 0-16,-3 0 0 16,3 0 0-16,-2 2 0 15,0 1 0-15,2 2 0 0,-1-3 0 16,1 1 0-16,0-1 0 16,0 1 0-16,1 1 0 15,-2-3 0-15,1 0 0 0,0-1 0 16,2 0 0-16,-1 0 0 15,1 0 0-15,0-3 0 16,1 4 0-16,-1-3 0 16,1 3 0-16,-1-4 0 15,1 0 0-15,-8-7 0 0,20 18 0 16,-13-8 0-16,-7-10 0 16,15 13 0-16,-3-6 0 15,-4-2 0-15,2 0 0 16,-3-1 0-16,3 2 0 0,3-1 0 15,-3 0 0-15,2-1 0 16,1 0 0-16,-4 3 0 16,6-2 0-16,-2 0 0 0,-1-1 0 15,3 1 0-15,0-2 0 16,-5-3 0-16,2 2 0 16,0 1 0-16,1-3 0 15,-3 0 0-15,0 0 0 16,0 0 0-16,2-3 0 0,-2 1 0 15,0 2 0-15,0-3 0 16,-3 1 0-16,4-3 0 16,-1 3 0-16,-1-3 0 15,2 0 0-15,-4-1 0 0,5 1 0 16,-1-2 0-16,-2 2 0 16,-2-3 0-16,-7 8 0 15,16-12 0-15,-16 12 0 16,12-12 0-16,-12 12 0 0,7-13 0 15,-7 13 0-15,8-17 0 16,-5 9 0-16,-2 0 0 16,5-3 0-16,-4 1 0 0,1-3 0 15,-3 4 0-15,0-1 0 16,0 0 0-16,0 0 0 16,0-3 0-16,0 5 0 15,-3-3 0-15,3 11 0 16,-2-12 0-16,2 12 0 0,-6-13 0 15,6 13 0-15,0 0 0 16,-1-7 0-16,1 7 0 16,0 0 0-16,0 0 0 15,0 0 0-15,-6-10 0 0,6 10 0 16,0 0 0-16,0 0 0 16,0 0 0-16,0 0 0 15,0 0 0-15,0 0 0 16,0 0 0-16,0 0 0 15,0 0 0-15,0 0 0 0,0 0 0 16,0 0 0-16,0 0 0 16,0 0 0-16,0 0 0 15,0 0 0-15,0 0 0 0,-7-8 0 16,7 8 0-16,0 0 0 16,0 0 0-16,0 0 0 15,0 0 0-15,0 0 0 0,0 0 0 16,-8-9 0-16,8 9 0 15,0 0 0-15,0 0 0 16,0 0 0-16,-4-10 0 16,4 10 0-16,0 0 0 0,0 0 0 15,0 0 0-15,0 0 0 16,-5-10 0-16,5 10 0 16,0 0 0-16,0 0 0 15,0 0 0-15,0 0 0 0,0 0 0 16,0 0 0-16,0 0 0 15,-6-10-11-15,1-1-71 16,5 11-10-16</inkml:trace>
  <inkml:trace contextRef="#ctx0" brushRef="#br0" timeOffset="72216.13">9396 6389 384 0,'0'0'8'0,"0"0"2"16,0 0 2-16,0 0 2 15,0 0 0-15,0 0 1 16,0 0 0-16,0 0 1 0,0 0-8 15,0 0-2-15,0 0-2 16,0 0-1-16,7 0-1 16,-7 0-2-16,13-8 0 15,-6 0 0-15,6 1 0 0,-3-3 0 16,-1 1 0-16,9-4 0 16,-6 3 0-16,-2 0 0 15,0 0 0-15,-10 10 0 16,15-15 0-16,-15 15 0 0,7-7 0 15,-7 7 0-15,0 0 0 16,0 0 0-16,0 0 0 16,0 0 0-16,11 0 0 15,-11 0 0-15,12 12 0 0,-5 1 0 16,4-3 0-16,1 5 0 16,1 1 0-16,-1 0 0 15,0 1 0-15,1-2 0 16,-4-2 0-16,-2-1 0 0,4-5 0 15,-11-7 0-15,12 13 0 16,-12-13 0-16,0 0 0 16,12 9 0-16,-12-9 0 15,0 0 0-15,0 0 0 0,0 0 0 16,0 0 0-16,0 0-5 16,0 0-84-16,0 0-2 15</inkml:trace>
  <inkml:trace contextRef="#ctx0" brushRef="#br0" timeOffset="78463.75">4183 6167 373 0,'0'0'6'16,"0"0"2"-16,-5-8 1 0,5 8 2 15,0 0 1-15,-10-11 0 16,10 11 1-16,-12-5 0 16,12 5-4-16,-15 0-4 15,2 5 0-15,1-2-2 16,-3 7-1-16,-2 0 0 0,-1 0-1 15,1 4 1-15,-1 0-1 16,0-3 1-16,-1 7-1 16,4-6 1-16,0 3-1 0,2-2 0 15,6-2 0-15,0 4-1 16,0-5 0-16,4 3 0 16,1-4 0-16,2 3 0 15,0-1-1-15,0-1 1 16,2 2 0-16,1 0 0 0,2-2 0 15,2 3 0-15,-2-3 0 16,3 2-1-16,-4 0 1 16,4-2 0-16,-1 2 0 15,0 1-1-15,1-3 0 0,2 0 0 16,0 0 1-16,-2 0 0 16,2 0-1-16,-1-3 1 15,2 1 0-15,-2-1 0 16,1-3 0-16,0 2 0 0,3-4 0 15,-4 6 0-15,2-3 0 16,1 2 0-16,-3-2 0 16,5 0 0-16,0 3 0 0,1-4 1 15,-3 4-1-15,2-4 0 16,5 2 0-16,-4-1 0 16,2 0 0-16,-2-3 0 15,-3 4-1-15,4-2 1 0,-2 1 0 16,4-2-1-16,-4 2 1 15,-2-3-1-15,6 3 1 16,0-3 0-16,-3 1 1 16,0-3-1-16,2 0 1 15,3 0 0-15,-3 0 1 0,3-3-1 16,-2-2 0-16,1 1 1 16,1-4-1-16,0 3 0 15,-3-3 0-15,-1 4 0 16,1-1 0-16,1 2 0 15,-4-1-1-15,-1 0 1 0,1 0 0 16,-2-1 0-16,1 0 0 16,-1 0 0-16,1-2-1 0,-1 2 2 15,0-5 0-15,2 2-2 16,-2 1 0-16,1 0 0 16,-1 0 0-16,-4-4 0 15,4 4 0-15,-3 0 0 0,-1-2 0 16,2 3 0-16,0 0 0 15,-10 6 0-15,17-15 0 16,-17 15 0-16,15-17 0 16,-8 8 0-16,-7 9 0 15,18-16 0-15,-11 7 0 0,-2-1 0 16,0 2 0-16,3-2 0 16,-3 0 0-16,-3 0 0 15,3 1 0-15,-2-3 0 16,-3 1 0-16,2 2 0 15,-2-4 0-15,0 1 0 0,0 2 0 16,0-3 0-16,0 1 0 16,-2-1 0-16,2 3 0 0,-5-2 0 15,2 5 0-15,3-3 0 16,-2 0 0-16,0 0 0 16,-4 3 0-16,6 7 0 15,-7-16 0-15,2 7 0 0,0 2 0 16,5 7 0-16,-12-15 0 15,12 15 0-15,-15-15 0 16,15 15 0-16,-12-10 0 0,12 10 0 16,-14-7 0-16,14 7 0 15,-12-6 0-15,12 6 0 16,-10-5 0-16,10 5 0 16,-10-5 0-16,10 5 0 15,-12-4 0-15,12 4 0 16,-10-3 0-16,10 3 0 0,0 0 0 15,-12-5 0-15,12 5 0 16,0 0 0-16,0 0 0 16,-8 0 0-16,8 0 0 15,0 0 0-15,-10-2 0 0,10 2 0 16,0 0 0-16,-10 0 0 16,10 0 0-16,0 0 0 15,-9-3 0-15,9 3 0 0,0 0 0 16,0 0 0-16,0 0 0 15,-10 0 0-15,10 0 0 16,0 0 0-16,0 0 0 0,0 0 0 16,0 0 0-16,0 0 0 15,0 0 0-15,0 5 0 16,0-5 0-16,0 20 0 16,0-10 0-16,2 5 0 15,1 0 0-15,-1 0 0 0,1-1 0 16,-1 1 0-16,0-3 0 15,3 1 0-15,-2-4 0 16,-3-9 0-16,4 13 0 16,-4-13 0-16,0 10 0 0,0-10 0 15,0 0 0-15,0 0 0 16,0 0 0-16,0 0 0 16,0 0 0-16,0 0 0 15,0 0 0-15,0-7 0 0,0 7 0 16,0-16 0-16,-4 4 0 15,1-3 0-15,-2 1 0 16,1-1 0-16,1 2 0 16,-2-1 0-16,-1-1 0 0,2 3 0 15,-1-1 0-15,2 3 0 16,-1 0 0-16,4 10 0 16,-8-15 0-16,8 15 0 0,0-7 0 15,0 7 0-15,0 0 0 16,0 0 0-16,0 0 0 15,0 0 0-15,0 0 0 16,0 0 0-16,0 0 0 0,0 0 0 16,0 0 0-16,0 0 0 15,0 0 0-15,2-10 0 16,-2 10 0-16,18-8 0 16,-10 4 0-16,2 1 0 15,4-4 0-15,-3 2 0 0,3-1 0 16,1 4 0-16,0-5 0 15,-3 4 0-15,1-1 0 16,1-2 0-16,-3 2 0 0,1 4 0 16,-2-6 0-16,-10 6 0 15,13-1 0-15,-13 1 0 16,0 0 0-16,9-6 0 16,-9 6 0-16,0 0 0 0,0 0 0 15,0 0 0-15,0 0 0 16,0 0 0-16,0 0 0 15,0 0 0-15,0 0 0 16,0 0 0-16,0 0 0 0,0 0 0 16,0 0 0-16,0 0 0 15,0 0 0-15,0 0 0 16,0 0 0-16,0 0 0 16,0 0 0-16,0 0 0 15,0 0 0-15,0 0 0 0,0 0 0 16,0 0 0-16,0 0 0 15,0 0 0-15,0 0 0 16,0 0 0-16,0 0 0 16,0 0 0-16,0 0 0 0,0 0 0 15,0 0 0-15,0 0 0 16,0 0 0-16,0-11 0 16,-2 0-86-16,2 11-8 0</inkml:trace>
  <inkml:trace contextRef="#ctx0" brushRef="#br0" timeOffset="81764.44">2625 6094 151 0,'0'0'7'16,"0"0"5"-16,-15 3 2 16,15-3 3-16,-9 1 2 0,9-1 2 15,-13 8 2-15,13-8 0 16,-12 10-4-16,12-10-3 15,-5 10-4-15,5-10-1 16,-11 15-2-16,6-8-2 16,2 4 0-16,-1 1-1 0,-1-2-2 15,0-3 2-15,2 5-2 16,-2-2 0-16,0 0-1 0,3 0 0 16,-3 0 0-16,5-3-1 15,-5 3-1-15,5 0 1 16,-4-2-1-16,4-8 0 15,-4 17 0-15,4-17 0 16,-2 17-1-16,2-17 1 0,0 15-1 16,0-15 1-16,0 12-1 15,0-12 0-15,0 16-1 16,0-16 1-16,0 12 0 16,0-12 0-16,2 12 0 15,-2-12 0-15,8 10 1 0,-8-10-1 16,10 10 0-16,-10-10 1 15,10 10-1-15,-10-10 1 16,10 5-1-16,-10-5 0 16,12 2 1-16,-12-2 0 0,18 0 0 15,-11 0 0-15,3 0 0 16,1 0-1-16,1 0 1 0,-3 0 0 16,4-2-1-16,-1 2 1 15,4-2-1-15,-4-1 1 16,0 0-1-16,1 1 0 15,-2-1 0-15,-1-2 0 16,3 3 0-16,2-3 0 0,-5 0 1 16,2 3-1-16,1-4 1 15,0-1-1-15,1 2 1 16,1-2 0-16,-3 1 0 16,6 0 1-16,-4-2-1 0,2-2 0 15,-2 3 0-15,4-3 0 16,-3 2 0-16,0-2-1 15,2 0 1-15,-2 3-1 16,0 0 0-16,0-4 2 16,2 4-2-16,-1 0 0 0,-2-3 0 15,1 2 0-15,0-1 0 16,3-1 0-16,-2 2 1 16,2-2 0-16,0 0-1 0,1 1 1 15,2-4-1-15,-5 3 1 16,5 1-1-16,-1-2 1 15,-1 2-1-15,-3-1 0 0,0 0 1 16,0 0-1-16,-2-2 2 16,2-1-1-16,0 1 0 15,-3-1 1-15,2 1-1 16,0-3 1-16,0 0 0 16,0 1 0-16,-3 1-1 0,4-2 1 15,0-1 0-15,0-2 0 16,-4 0-1-16,3-2 0 15,-3 3 0-15,0-3 1 16,1 1-1-16,-1-1 1 0,-3 0 0 16,0 5 0-16,-2-3 1 15,1-2 0-15,-4 2 0 16,0 5 0-16,-2-5 0 16,-2 3 0-16,0-2-1 0,0 0 1 15,0 2-1-15,-6 0 0 16,6 0 0-16,-4 0-1 15,1 0 1-15,1 3-1 16,-1-1 1-16,-4 1-2 0,5 0 0 16,-3 2 0-16,-1-1 0 15,6 11 0-15,-9-14 0 16,9 14 0-16,-13-12 0 16,13 12 0-16,-17-10 0 0,17 10 0 15,-10-8 0-15,10 8 0 16,-15-7 0-16,5 7 0 15,10 0 0-15,-18-3 0 16,9 1 0-16,1 2 0 0,-1 0 0 16,-4 0 0-16,6 2 0 15,-5 1 0-15,-1-2 0 16,3 5 0-16,-1-1 0 0,-1 1 0 16,0 1 0-16,-1-3 0 15,6 2 0-15,-3-2 0 16,10-4 0-16,-17 8 0 15,17-8 0-15,-10 4 0 0,10-4 0 16,-11 8 0-16,11-8 0 16,0 0 0-16,-7 5 0 15,7-5 0-15,0 0 0 16,0 0 0-16,0 0 0 16,0 0 0-16,0 0 0 0,0 0 0 15,0 0 0-15,0 0 0 16,0 0 0-16,0 0 0 15,0 0 0-15,0 0 0 16,0 0 0-16,0 0 0 16,0 0 0-16,0 0 0 0,0 0 0 15,0 0 0-15,0 0 0 16,0 0 0-16,0 0 0 16,0 0 0-16,0 0 0 0,-2-5 0 15,2 5 0-15,0 0 0 16,0 0 0-16,0 0 0 15,0 0 0-15,0 0 0 0,0 0 0 16,0 0 0-16,0 0 0 16,0 0 0-16,0 0 0 15,0 8 0-15,0-8 0 16,2 9 0-16,-2-9 0 0,7 16 0 16,-7-16 0-16,13 17 0 15,-9-10 0-15,4 3 0 16,3 0 0-16,-6 0 0 15,4 0 0-15,-4-3 0 16,-5-7 0-16,13 13 0 0,-13-13 0 16,10 10 0-16,-10-10 0 15,0 0 0-15,0 0 0 16,0 0 0-16,0 0 0 16,0 0 0-16,0 0 0 0,0 0 0 15,0 0 0-15,0 0 0 16,0 0 0-16,0 0 0 15,0 0 0-15,0 0 0 0,0 0 0 16,0 0 0-16,0 0 0 16,0 0 0-16,-5-5 0 15,5 5 0-15,0 0 0 16,0 0 0-16,0 0 0 0,-7-10 0 16,7 10 0-16,0 0 0 15,-8-8 0-15,8 8 0 16,0 0 0-16,-8-12 0 15,8 12 0-15,-7-13 0 0,7 13 0 16,-9-12 0-16,9 12 0 16,-13-14 0-16,8 3 0 15,5 11 0-15,-16-17 0 16,16 17 0-16,-14-15 0 16,14 15 0-16,-18-12 0 0,18 12 0 15,-14-10 0-15,14 10 0 16,-12-8 0-16,12 8 0 0,0 0 0 15,-13-4 0-15,13 4 0 16,0 0 0-16,0 0 0 16,0 0 0-16,0 0 0 15,0 0 0-15,0 0 0 16,0 0 0-16,0 0 0 0,0 0 0 16,0 0 0-16,0 0 0 15,0 0 0-15,0 0 0 16,0 0 0-16,0 0 0 0,0 0 0 15,9 0 0-15,-9 0 0 16,0 0 0-16,11-6 0 16,-11 6 0-16,14-10 0 15,-3 3 0-15,-1 2 0 0,4-7 0 16,1 2 0-16,0-3 0 16,0 4 0-16,4-5 0 15,-1 0 0-15,0 0 0 16,-1 4 0-16,-2-2 0 15,-3 1 0-15,0 4 0 0,-1 0 0 16,-11 7 0-16,11-11 0 16,-11 11 0-16,0 0 0 15,0 0 0-15,0 0 0 16,0 0 0-16,0 0 0 0,0 0 0 16,0 0 0-16,-4 8 0 15,4-8 0-15,-12 12 0 16,12-12 0-16,-2 20 0 0,2-7-61 15,0-13-31-15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40:08.4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545 5145 201 0,'0'0'2'0,"0"0"0"16,0 0 4-16,8-3 2 15,1 3 3-15,2-4 3 0,6 1 2 16,3 0 2-16,7-1-3 15,8-1 1-15,2-3-2 16,11 3-1-16,1-4-4 16,6 0-2-16,2 2-2 0,10 0 0 15,-5-4-1-15,5 5 0 16,6-2-2-16,-4 1 1 16,8-1-1-16,0-2-1 15,0 0 1-15,5 3 1 0,0-3-1 16,2 3-1-16,3-1 1 15,3 1 0-15,-6 0-1 16,6 2 0-16,-3-1 0 16,-1 6 0-16,6-2-1 0,-2 0 1 15,-1-1 0-15,3 3 0 16,5-2 0-16,3-3 0 16,2 0 0-16,6-1 0 15,-3 2 0-15,1-6 0 0,2 5 0 16,-4-1-1-16,3 5 1 15,0 1-1-15,-6 0 0 16,0 0 1-16,3 4-1 16,-3 4 1-16,7-1-1 0,-2 0 1 15,1-1-1-15,0-1 1 16,5 0-1-16,0-3 1 16,-1 3-1-16,4-3 0 15,-3 1 1-15,-1 0-1 0,1 2 0 16,0 0 0-16,-3-1 1 15,3 1-1-15,-5 0 0 16,3 1 1-16,-4-5-1 16,4 5 1-16,-1-1-1 15,-2-5 0-15,-1 2 0 0,-2-2 0 16,-1 0 0-16,-2 0 0 16,-4 0 0-16,2 0 0 15,-9 0 1-15,-3 0 0 0,-2-2-1 16,-3-1 1-16,-5 3-1 15,-6-2 1-15,0 2 0 16,-7 0-1-16,-2 0 1 16,-2 0 0-16,-11 0-1 15,-1 0 1-15,-4 2-1 0,-6-2 0 16,-8 3-5-16,-11-3-6 16,-1 5-11-16,-8 9-44 15,-10-14-10-15</inkml:trace>
  <inkml:trace contextRef="#ctx0" brushRef="#br0" timeOffset="1399.34">776 5321 202 0,'0'0'7'15,"0"0"3"-15,0 0 3 0,0-8 2 16,0 8 2-16,0 0 1 16,6-10 0-16,-6 10-1 15,14-7-3-15,1 4-6 16,3 1-1-16,7-3-3 16,2 3-1-16,5-1-1 0,3-2-1 15,9 5 1-15,4-3-1 16,4 2 1-16,5-2 0 15,5-2 1-15,8 0 0 0,4 0 0 16,9 0-1-16,1 0 0 16,2-3 0-16,6 1 0 15,3 2-1-15,-1-2 2 16,1-1-1-16,5 3-1 0,-1 0 0 16,0-2 0-16,3 1 0 15,0-1 0-15,-3 0 0 16,3 0 0-16,0 2 0 15,0-5 0-15,2 2 0 0,-2 1 0 16,-5 0 0-16,2-1-1 16,-2 3 1-16,-3 0-1 15,1 4 1-15,-1-3-1 16,-2 2 1-16,-2 2-1 16,4 0 0-16,-2 0 1 0,2 0-1 15,1 0 1-15,2 0-1 16,-5 0 0-16,0-2 1 15,3-4-1-15,-1 3 0 0,0-1 0 16,6 0 0-16,-6-2 1 16,3 4-1-16,-2-3 1 15,7 0-1-15,-3 2 1 16,-3 3-1-16,4-2 1 0,5 2-1 16,-4 0 1-16,1 0-1 15,0 0 0-15,0 2 0 16,-1 2 0-16,7 0 0 15,-9 1 0-15,3 3 0 16,-3-4 0-16,1 3 0 0,-1 1 1 16,0-1-1-16,0 3 1 15,-2-5-1-15,3 2 1 16,-5-1-1-16,4 1-2 16,-2 1 0-16,-6-4-4 0,-1 0-3 15,-3 7-6-15,-10-5-6 16,0 1-25-16,2 7-30 15,-9-4-2-15</inkml:trace>
  <inkml:trace contextRef="#ctx0" brushRef="#br0" timeOffset="39333.26">3465 11821 7 0,'0'0'0'0,"0"0"0"0,0 0 0 0,0 0 0 16,0 0-1-16,0 0 0 15,0 0-3-15,0 0 3 16</inkml:trace>
  <inkml:trace contextRef="#ctx0" brushRef="#br0" timeOffset="68182.24">15024 6171 250 0,'0'0'3'0,"0"0"-1"0,0 0 1 0,0 0 2 16,0 0-1-16,0 0 0 16,5-4 2-16,4 4 0 15,7 0-2-15,4 0 1 16,10 0-1-16,0 0 0 0,9 4-1 16,5 0 1-16,9-4-2 15,2 3-1-15,9 0 0 16,8-3-1-16,-3 0-3 15,21 0-2-15,2-6-3 0,13-2-2 16,-1 2-1-16,17-4 1 16,11 2-1-16,0-1 1 15,7-2 2-15,5-1 3 16,1 5 2-16,3-6 1 0,4 3 0 16,-3 2-1-16,-5-1-3 15,-3 2-5-15,3-1-3 16,-12-2-1-16,-15-2 0 15,3 7-3-15,-8-6-2 0,-18 10 0 16,-15-5 3-16,-12 5-2 16,-5 1-21-16</inkml:trace>
  <inkml:trace contextRef="#ctx0" brushRef="#br0" timeOffset="69115.92">14954 6222 173 0,'0'0'7'0,"0"0"2"0,0 0 3 0,0 0 3 0,0 0 4 15,3-9 2-15,-3 9 2 16,0 0 1-16,2-13-4 16,-2 13-1-16,3-19-1 15,-1 5-1-15,-2-7 0 16,2-7-1-16,-2-6-2 16,5-8 0-16,-2-8-2 0,3-12-1 15,-2-7-3-15,-1-8-1 16,2-9-3-16,-1-9-3 15,1-9-2-15,-2-3 1 16,-1-4-1-16,0-5-1 0,-2 2 1 16,-2 5 1-16,0 1 0 15,-3 8 2-15,0 5 0 16,-2 11 0-16,2 7 0 0,-6 10 0 16,4 9 0-16,-3 8 0 15,2 7 0-15,1 9-1 16,0 4 1-16,2 11-1 0,0 1-1 15,3 8 0-15,2 10 0 16,-8-10-1-16,8 10 0 16,0 0-1-16,0 0-2 15,-5 7-3-15,5 4-7 16,-5 1-8-16,5 8-31 16,0 0-30-16,-2 2-2 0</inkml:trace>
  <inkml:trace contextRef="#ctx0" brushRef="#br0" timeOffset="69882.12">14954 6250 204 0,'0'0'2'0,"-10"0"3"0,10 0 3 0,-16 10-2 16,4-1 4-16,-4 7 2 16,0 1 1-16,-5 3 0 0,-2 2-1 15,-2 7-1-15,-3 1-3 16,-1 8 0-16,-1-4-2 15,-5 8-1-15,-4 2-2 16,-1 4 0-16,0 4 0 0,-7-2 2 16,-1 4 0-16,-3-2 0 15,1 5 0-15,-3-3 1 16,2-1-1-16,-4-2 2 16,5-4-3-16,1 3-1 0,-1-2-1 15,2-4 0-15,1-2 0 16,5-8-1-16,0 1-1 15,7-7 1-15,5 1 0 16,3-9-1-16,4-2 0 0,6-3 0 16,4-5 0-16,3-1 0 15,10-9 0-15,-12 7-2 16,12-7-2-16,0 0-2 16,0 0-6-16,0 0-8 0,0 0-27 15,0 0-26-15,0 0-2 16</inkml:trace>
  <inkml:trace contextRef="#ctx0" brushRef="#br0" timeOffset="71299.52">18227 5928 348 0,'0'0'7'0,"0"0"3"0,0 0 4 16,0 0 1-16,-8-8 1 15,8 8 2-15,0 0-1 0,0 0 1 16,0 0-8-16,-4-10-3 16,4 10-3-16,0 0-1 15,7 7-1-15,0-1-2 16,5 1 0-16,6 3 1 16,0 3 0-16,1-3 0 0,6-1 0 15,-5 1 0-15,4-6 1 16,-4 5-2-16,-2-4 2 15,-3-2-2-15,0-2 1 0,-8 2 0 16,-7-3 0-16,0 0 0 16,5 15-1-16,-5-5 1 15,-9 0-1-15,-5 5 1 16,0 0 0-16,-1 2 0 0,-5 3-1 16,0-3 1-16,0 0 0 15,-2 1-1-15,4-4 0 16,4 2-3-16,1-7-3 15,6 4-12-15,-8 12-60 0,15-25-6 16</inkml:trace>
  <inkml:trace contextRef="#ctx0" brushRef="#br0" timeOffset="72315.66">14888 4162 366 0,'0'0'6'0,"0"0"1"0,0-13 3 16,0 13 1-16,-6-10-1 16,6 10 1-16,-10-12 0 0,10 12 0 15,-9-3-5-15,9 3-2 16,-16 13-3-16,11 2-1 15,0 4 0-15,-2 3-1 16,-1 6 0-16,3-1 1 16,0 3 0-16,-2-3-1 0,2-2 1 15,0-5 0-15,0-3 0 16,2-5 1-16,3-12 0 16,-2 13 1-16,2-13-1 15,0 0 1-15,0-10 0 0,2-5 0 16,3-2 1-16,3-5-2 15,0-5 1-15,4-1-1 16,1-4 2-16,-1 2 0 0,1 1 0 16,-1 4 1-16,0 2 0 15,-4 6 0-15,-1 4-1 16,-4 4-1-16,-3 9-1 16,0 0-1-16,0 0-1 0,12 0-1 15,-8 14 0-15,5 4 0 16,0 7 0-16,7 2 1 15,0 7 0-15,7 1 0 16,5 5-7-16,-10-3-21 0,13-1-53 16,-2 5 0-1</inkml:trace>
  <inkml:trace contextRef="#ctx0" brushRef="#br0" timeOffset="73066.73">13736 7226 351 0,'0'0'8'0,"0"0"4"0,0 0 2 0,0 0-1 0,0 0 1 0,0-8-1 16,0 8 0-16,0 0-1 15,-4 8-6-15,4 4-3 0,-3 6-3 16,1 1 0-16,-1 9 0 15,1-1 1-15,0 3 0 16,-1-1 0-16,-3-1-1 16,1-1 0-16,1-5 1 0,-3-5-1 15,2-1 1-15,-1-4-1 16,6-12 0-16,-7 13-1 16,7-13 1-16,0 0-1 15,0 0 1-15,13 0 0 0,3-3 0 16,10-2 0-16,4-5 0 15,4 0 1-15,8 0-1 16,6 0-7-16,2-3-15 16,-13 2-56-16,20 1-1 15</inkml:trace>
  <inkml:trace contextRef="#ctx0" brushRef="#br0" timeOffset="73683.07">18873 6014 476 0,'0'0'3'0,"0"0"1"0,0 0 0 0,0 0-2 16,-13 6 0-16,5 3 1 0,-6 4 0 16,1 4-1-16,-4 5-2 15,-1 3-1-15,-1 5 0 16,1 0 2-16,0-4-2 0,2-1-1 15,4 0-3-15,-4-6-9 16,9-1-24-16,7-3-44 16,-5-2-1-16</inkml:trace>
  <inkml:trace contextRef="#ctx0" brushRef="#br0" timeOffset="74249.36">18659 6067 369 0,'0'0'8'0,"0"0"4"15,0 0 1-15,0 0 1 16,-3-8 0-16,3 8 0 0,0 0 1 16,0 0 0-16,8 5-7 15,-1 8-2-15,8 1-3 16,2 1 0-16,3 5 0 15,5 0 1-15,5 1-1 0,-2-3-1 16,-1 0-1-16,0-4 0 16,-5-1 0-16,1-1 1 15,-9-4-2-15,-1-4 0 16,-13-4 0-16,9 11 0 0,-9-11 0 16,0 0 0-16,0 0 0 15,0 0 0-15,0 0 0 16,0 0 0-16,0 0 0 15,0 0 0-15,0 0 0 0,0 0 0 16,0 0 0-16,0 0 0 16,0 0 0-16,0 0 0 15,0 0 0-15,0 0 0 16,0 0 0-16,0 0-18 0,0 0-14 16,12 0-39-16,-12 0-17 15</inkml:trace>
  <inkml:trace contextRef="#ctx0" brushRef="#br0" timeOffset="75065.75">15288 3928 381 0,'0'0'8'0,"0"0"1"0,0 0 3 0,-6-7 1 15,6 7 0-15,0 0 0 16,0 0 0-16,0 0 0 0,0 0-6 16,6 5-2-16,6 3-3 15,4 4-1-15,2 5 0 16,2 1 1-16,0-1-2 15,2-2-3-15,1 7-8 16,-6-12-23-16,3 5-48 0,-2-5-1 16</inkml:trace>
  <inkml:trace contextRef="#ctx0" brushRef="#br0" timeOffset="75235.98">15528 3904 422 0,'0'0'4'16,"0"0"0"-16,0 0 0 16,0 0 0-16,0 10 1 0,0 8 0 15,0 6-1-15,0 4 1 16,-3 11-6-16,-1 3-7 16,4 0-60-16,0 10-10 0</inkml:trace>
  <inkml:trace contextRef="#ctx0" brushRef="#br0" timeOffset="75960.81">13769 7816 401 0,'0'0'4'0,"0"0"1"0,0 0 2 16,0 0 1-16,0 0 0 0,-5 8 2 15,5-8 0-15,0 0 2 16,12 1-4-16,3-1-2 16,8 0-2-16,-1-1 0 15,7 1 0-15,1-6-2 0,5 4-1 16,-3 2-1-16,-2-3 0 15,-7 0 0-15,-3 3 0 16,-6 0-1-16,-3 3 1 16,-11-3 0-16,5 15 1 15,-5-2 0-15,-7 1 1 0,-6 3 1 16,-2 4-1-16,-3 0 1 16,2 1-1-16,-10 1 0 15,3-3 0-15,4 0-2 16,2-6 0-16,4 1 0 0,3-5 0 15,10-10 0-15,0 11 0 16,16-11 0-16,5-6 0 16,11-4 0-16,10-1-2 0,8-12-13 15,12-4-69-15,9-1-2 16</inkml:trace>
  <inkml:trace contextRef="#ctx0" brushRef="#br1" timeOffset="89199.18">13180 8046 149 0,'0'0'5'0,"10"-8"3"0,-2 1 0 0,-8 7 2 15,21-20 2-15,-3 8-1 16,0-3 0-16,1-2 2 16,2-1-6-16,4-9-2 15,-4 8-2-15,7-12 0 0,-6 6-1 16,3-2 0-16,3-2 0 16,-4-1-1-16,6 2 0 15,-5 1 0-15,2-2-1 0,-2 5 1 16,0-7-2-16,0 6-1 15,-5-2-4-15,0 6-2 16,-3 0-6-16,-2 4-3 0,-6 2-4 16,5 7-19-16,-14 8-21 15</inkml:trace>
  <inkml:trace contextRef="#ctx0" brushRef="#br1" timeOffset="89669.77">13143 8046 210 0,'0'0'4'0,"0"0"3"0,14-15 2 0,-5 6 1 0,7-7 2 15,7-4 0-15,4-2-2 16,3-10 0-16,5 4-10 0,0-1-29 15,-6 1-32-15,11 5-4 16</inkml:trace>
  <inkml:trace contextRef="#ctx0" brushRef="#br1" timeOffset="91032.78">14366 7169 258 0,'0'0'2'0,"0"0"1"0,0 0 1 0,5 0 2 0,-5 0 2 16,0 0 1-16,14 8 3 15,-14-8 0-15,13 0 1 0,-6 0 1 16,-7 0 1-16,15 0-1 16,-2 0 1-16,-1-3-3 15,-3-2-1-15,9-1 0 16,-2-1-2-16,-2 3-1 0,0-6-2 16,2 2 0-16,-2-2 0 15,2-3-1-15,-2 5 0 16,-1-6 0-16,-3 0 0 0,-1-1 0 15,2-3 1-15,-1 1-1 16,-4-2 0-16,3-3-1 16,-2-1 1-16,-2-2-1 15,0 0-1-15,-3-2-3 0,1 2 0 16,-3-2 0-16,0 2 0 16,0 0 0-16,-5 3 0 15,0-3 0-15,3 3 0 16,-6 5 0-16,0-3 0 0,-1 0 0 15,-1 0 0-15,-1 3 0 16,2 2 0-16,-1-3 0 16,-5 4 0-16,-1 2 0 15,2 2 0-15,2-4 0 16,-6 6 0-16,4-1 0 0,-4 3 0 16,3-2 0-16,0 0 0 15,0 3 0-15,0 1 0 16,1 0 0-16,-2 0 0 0,2-1 0 15,-2 5 0-15,2-3 0 16,-1 3 0-16,-2 0 0 16,1 0 0-16,2 3 0 0,-4 0 0 15,4-1 0-15,-2-2 0 16,-1 4 0-16,4-3 0 16,-1 2 0-16,-1-1 0 15,2 3 0-15,1-3 0 16,-1 4 0-16,-1-2 0 0,3 2 0 15,-1 0 0-15,-2 3 0 16,3-2 0-16,2 0 0 16,-3 1 0-16,-1 2 0 15,1-3 0-15,1 3 0 16,1 2 0-16,1 1 0 0,-2-4 0 16,1 3 0-16,1 1 0 15,2-1 0-15,1 4 0 16,-1-4 0-16,1 3 0 0,2-6 0 15,2 2 0-15,-3 1 0 16,2-1 0-16,3-11 0 16,0 11 0-16,0-11 0 15,0 0 0-15,0 10 0 0,0-10 0 16,0 0 0-16,0 0 0 16,0 0 0-16,0 0 0 15,0 0 0-15,0 0 0 0,0-5-20 16,3-3-36-16,-1 0-31 15,-2-5-1-15</inkml:trace>
  <inkml:trace contextRef="#ctx0" brushRef="#br1" timeOffset="91467.5">13953 6460 330 0,'0'0'9'0,"0"0"3"0,0 0 3 0,0 0 4 16,-8-4-1-16,8 4 1 16,0 0-1-16,0 0-1 15,0 0-8-15,0 0-4 16,-4 11-2-16,1 6-2 0,-2-4 0 16,2 9-1-16,-4 1 2 15,0-1 0-15,-3 0 0 16,2-1-1-16,-2-5 1 0,3 0 0 15,-3-1-1-15,2-3 0 16,8-12 1-16,-12 12-1 16,12-12 1-16,0 0 0 15,-12 8 0-15,12-8 0 0,0 0-1 16,0 0 1-16,0 0-1 16,10-2 0-16,2 2-1 15,1-3 0-15,1-2 0 16,6 2 0-16,8 1 0 0,-4-3 0 15,3 5-1-15,1 0 1 16,-8 0 0-16,-3 0-2 16,1 2-6-16,-6 3-11 15,1-12-55-15,-4 14-10 16</inkml:trace>
  <inkml:trace contextRef="#ctx0" brushRef="#br1" timeOffset="92615.98">15046 6200 236 0,'0'0'4'0,"0"0"-1"0,0 0 1 16,0 0 1-16,-11 0 1 0,11 0 1 16,0 0 1-16,0 0 3 15,0 0-3-15,0 0 1 16,9 0-2-16,-9 0 1 15,17-5 1-15,-2 2-3 0,4-1-1 16,2 0-1-16,6-5-2 16,1 1 1-16,4-3-1 15,5-2-1-15,7-2 1 16,4-4 0-16,4-6 0 0,6 2 0 16,4-6 0-16,12 0-1 15,6-4 0-15,4-2 0 16,5 0 0-16,5-4-1 15,6 1-1-15,7-3 0 0,8-2 0 16,-2-4 0-16,2 5 0 16,2-2-1-16,7-1 1 15,-7 1-1-15,2-1 0 16,-8 5-1-16,-3-2 1 0,-4 8 0 16,-8-1 0-16,-6 3 1 15,-5-1-1-15,-13 9 2 16,-8 1 2-16,-11 3 2 15,-12 6 4-15,-8-1 1 0,-8 5 2 16,-12 2-2-16,-13 8 1 16,0 0-2-16,0 0-2 15,0 0-6-15,-11-4-8 16,11 4-9-16,-14 2-12 0,3-2-34 16,11 0-14-16</inkml:trace>
  <inkml:trace contextRef="#ctx0" brushRef="#br1" timeOffset="93099.78">17714 5067 309 0,'0'0'5'0,"0"0"2"0,0 0 0 0,0 0-1 15,0 0 2-15,0 0 0 16,0 0 1-16,5 0 3 16,-5 0-5-16,20 0-1 0,-4 0-1 15,0 0 1-15,7 0-1 16,5 0-1-16,2 0 0 16,2-1-1-16,-2-2-1 0,0 1-1 15,-3 2 0-15,-3 0 0 16,-9 0 0-16,-5 5 1 15,-5 5 0-15,-5 5 0 16,-7 3 0-16,-8 1 0 0,-6 6 1 16,2 0-2-16,-3-4-3 15,2 4-13-15,0 5-60 16,3-11-2-16</inkml:trace>
  <inkml:trace contextRef="#ctx0" brushRef="#br1" timeOffset="94182.63">14920 6184 200 0,'0'0'3'0,"0"0"-1"0,0 0 2 15,0 0 0-15,0 0-1 0,0 0 3 16,0 0 0-16,0 0-1 15,8-6 0-15,-8 6-2 16,18-3 0-16,-5-1 0 0,-1 0 1 16,9-2-2-16,-1 1 0 15,6 0-1-15,6-3 1 16,4-1-1-16,4-2 0 16,-3-1-1-16,13-2 3 15,-4-4-1-15,7-4 0 0,-1 1 0 16,-3-1-1-16,4 3 1 15,-1-6-1-15,4 2 1 16,0 1-2-16,3 0 0 16,-1 5 0-16,4-8 0 15,-3 5 0-15,1-5 0 0,0 3-1 16,2 0 1-16,-8-1 0 16,9-1 0-16,-9 2 0 15,3-3 0-15,8 2-1 0,-6 2 1 16,3-2 0-16,-7 3 0 15,7 0-1-15,-7-3 1 16,5 6 0-16,-5 0 0 16,-6 2 0-16,8 0-1 0,0 1 1 15,1-3-1-15,1-1 1 16,1 3-3-16,2-5 1 16,-4 0 0-16,1-1-2 15,-2-2 2-15,-3 0 1 0,6 1 0 16,-3 0 0-16,-4 2 1 15,1 5 2-15,-7-2 0 16,0 3 0-16,-6 0 3 16,-4 3-1-16,-7-2 0 0,-8 5 1 15,0 1-1-15,-7-1-1 16,2 4 0-16,-6 1-1 16,-2 3 0-16,1-3-2 15,-10 3 0-15,13 0 0 0,-13 0 0 16,0 0 0-16,10 0 0 15,-10 0-2-15,0 0-1 16,0 0-15-16,-8 3-44 0,8-3-2 16</inkml:trace>
  <inkml:trace contextRef="#ctx0" brushRef="#br1" timeOffset="96217.54">15063 6161 142 0,'0'0'1'0,"0"0"2"0,-9-2-1 0,9 2 2 0,0 0 2 16,-10 0 2-16,10 0 0 0,-9 4 2 15,9-4-4-15,-6 10 1 16,6-10 0-16,-8 12-1 15,8-12-3-15,-4 10-2 16,4-10 0-16,-5 10 3 16,5-10 0-16,0 0 6 0,-4 8 3 15,4-8 3-15,0 0 0 16,0 0 1-16,0 0 0 16,0 0 0-16,0 0-2 15,-4-4-3-15,4 4-3 0,-3-14 0 16,3 14-2-16,-9-14 0 15,4 4-1-15,-2-2 0 16,-2-1-1-16,2-2 0 0,-3-2 1 16,0-3 0-16,-6-2-1 15,2-6 0-15,-3 1 1 16,2-4-4-16,-4 0 2 16,-2-4-2-16,-1-1 0 0,-3-5-1 15,3 2-1-15,-5-1 1 16,1-2-1-16,-3 0 0 15,-6 0 0-15,0 2 1 16,1-2-1-16,-9 3 0 16,6 0-1-16,0-4-1 0,-5 0 1 15,4-1 1-15,-2 2-1 16,3-3 1-16,3-2-1 16,4 3 2-16,-3-1 1 15,4-2 0-15,0 3 0 0,3 1 0 16,0 1 1-16,4-3-1 15,0 6-1-15,0 0-1 16,-1-3 1-16,4 5-1 0,-1-1 1 16,2 1-2-16,-1 4 1 15,-2-1 0-15,5 5 1 16,0-2 0-16,-1 4 0 16,-1 0 0-16,4 4-1 15,3 2 1-15,-1 1 0 0,2 0 0 16,0 2 0-16,2 3 0 15,-1 1 0-15,4 2-1 16,0-1 1-16,0 6 1 16,5 7-1-16,-10-13 0 0,10 13 0 15,-4-10-1-15,4 10 1 16,0 0-1-16,0 0 1 16,0 0-2-16,0 0 1 15,0 0 0-15,0 0 0 0,0 0 0 16,0 0 0-16,0 0 0 15,0 0 0-15,0 0 0 16,0 0 0-16,0 0 0 0,0 0 0 16,0 0 1-16,-9-10-1 15,9 10 1-15,0 0-1 16,0 0 0-16,0 0 1 16,0 0-1-16,0 0 0 15,0-7 0-15,0 7 0 0,0 0 1 16,0 0-1-16,-5-10 0 15,5 10 1-15,0 0-1 16,-4-11 0-16,4 11 1 16,0 0-1-16,-8-8 1 0,8 8 0 15,0 0 0-15,0 0 0 16,0 0 1-16,0 0-2 16,0 0 0-16,-7-3 0 15,7 3-1-15,-6 14 0 0,1 0 0 16,3-3 0-16,-3 9 0 15,1 1 0-15,-4 3 1 16,5 0-1-16,1 1 0 16,-1-2 1-16,-2-1-1 0,3-3 1 15,0-1-1-15,2 0 1 16,-3-6 0-16,3 1 0 16,-2-5 0-16,2-8 1 15,0 0 0-15,0 11 1 0,0-11-1 16,0 0 1-16,0-15 0 15,0 3 0-15,0-5-1 16,0-4 0-16,0-1 1 16,2-5-2-16,-2-3 1 0,0 3 1 15,0-2 0-15,0 4 0 16,0 0 1-16,0 7-1 16,0 0 2-16,0 4-4 15,0 7 0-15,0 7 0 0,-2-10 0 16,2 10 0-16,0 0 0 15,7 0 0-15,5 5 0 16,6 5 0-16,4 5 0 0,11-1-2 16,1 1-1-16,8 3-9 15,6-14-63-15,-1 11-9 16</inkml:trace>
  <inkml:trace contextRef="#ctx0" brushRef="#br1" timeOffset="97032.78">16649 5682 336 0,'0'0'7'0,"0"0"4"0,0 0 4 0,-5-9 1 0,5 9 1 15,0 0 1-15,0 0 0 16,-8-10-1-16,8 10-6 16,0 0-4-16,0 0-3 15,2 7-2-15,7 3-2 0,-2 0 0 16,5 5 0-16,1 0 1 16,1 4 0-16,2 6-1 15,-2-3 1-15,2 8 0 16,-7 0 1-16,-2 2-1 0,-2 6 0 15,-2-4-1-15,-6 6 1 16,-4-6 0-16,-3 3 0 16,-3-4 0-16,-1-6-1 0,-2-2 0 15,2-5 2-15,2-5-1 16,1-5 0-16,11-10 0 16,-12 9 0-16,12-9 0 15,0 0-4-15,-4-5-3 0,4 5-13 16,2-10-40-16,5-2-23 15,0-2-4-15</inkml:trace>
  <inkml:trace contextRef="#ctx0" brushRef="#br1" timeOffset="97716.12">16979 5728 414 0,'0'0'6'0,"0"0"2"0,0 0 0 0,3-11 2 16,-3 11-2-16,0 0 1 16,0 0 0-16,0 0 0 15,0 18-6-15,-3 0-1 16,-2 3-2-16,3 2 0 0,2 3 0 15,0 2 1-15,0-3 0 16,2-3-1-16,11-3 1 16,-3-2 0-16,2-11 0 15,5 1 0-15,-2-4 1 16,3-3-1-16,0-8 1 0,-4 0-1 16,1-6 1-16,-3-3 0 15,-2-2 1-15,-4-4-1 16,3-2 0-16,-6-2 0 0,-3 0-2 15,-3 2 0-15,-6 0 0 16,3 3 0-16,-6 7 0 16,-3 0 0-16,0 8 0 15,0 1 0-15,3 6 0 0,-3 0 0 16,-3 3 0-16,3 5 0 16,3 2 0-16,0 0 0 15,0 3 0-15,9 4 0 16,-2 0 0-16,5-3 0 15,0-1 0-15,12-1 0 0,3 1 0 16,2-6 0-16,3-2 0 16,2-3 0-16,6-2 0 15,-3 0 0-15,2-2 0 16,-7-5 0-16,0 2 0 0,-3 0 0 16,-4 2 0-16,-4-2 0 15,-9 5 0-15,8-2 0 16,-8 2 0-16,0 0 0 0,0 0 0 15,0 0 0-15,0 0 0 16,0 0 0-16,0 0 0 16,0 0 0-16,0 0 0 15,0 0 0-15,0 0-34 0,0 0-53 16,0 0-3-16</inkml:trace>
  <inkml:trace contextRef="#ctx0" brushRef="#br1" timeOffset="99182.95">18487 4944 401 0,'0'0'6'0,"0"0"1"0,0 0 1 0,0 0-1 0,0 0 0 16,0 5 1-16,0 3-1 16,0 4 1-16,-5 3-6 15,0 2-2-15,-2 4 0 16,0 3-1-16,-4-3 0 15,4 4-3-15,-2-2-6 0,0-3-14 16,2-2-54-16,0-6-2 16</inkml:trace>
  <inkml:trace contextRef="#ctx0" brushRef="#br1" timeOffset="99399.02">18319 5031 378 0,'0'0'3'16,"0"0"2"-16,0 0 1 0,9 0 1 15,2 3 1-15,3 4 0 16,6 3 0-16,5-2 1 16,4-1-2-16,7 3-2 0,1-5-5 15,4 5-10-15,-1 14-62 16,1-24-5-16</inkml:trace>
  <inkml:trace contextRef="#ctx0" brushRef="#br1" timeOffset="99932.62">18634 4653 434 0,'0'0'4'0,"0"0"-3"0,0 0 1 0,0 0-2 0,2 4 1 15,-2 6 0-15,5 2-1 16,1 11-9-16,-4 18-52 0,5-16-16 16</inkml:trace>
  <inkml:trace contextRef="#ctx0" brushRef="#br1" timeOffset="100765.76">13732 3932 423 0,'0'0'5'0,"0"0"1"0,0 0 0 0,0 0 0 15,7-6 0-15,-7 6 0 16,11 0 0-16,-11 0 1 0,16 6-5 16,-6-2-2-16,5 6-6 15,-5-5-14-15,1 5-58 16,8 0-3-16</inkml:trace>
  <inkml:trace contextRef="#ctx0" brushRef="#br1" timeOffset="100966.13">13888 3785 438 0,'0'0'1'16,"0"0"1"-16,0 0 0 15,0 7 0-15,0 5 1 16,5 5 0-16,0 7 0 16,3 0 0-16,2 5-7 0,2 1-13 15,-4 3-60-15,1 1 0 16</inkml:trace>
  <inkml:trace contextRef="#ctx0" brushRef="#br1" timeOffset="101299">13874 3366 452 0,'0'0'3'16,"0"0"2"-16,0 0 1 15,0-9-1-15,0 9 0 16,0 0 0-16,5 14 0 0,-3 6 0 15,5 7-12-15,9-11-54 16,-2 27-21-16,4 5-2 16</inkml:trace>
  <inkml:trace contextRef="#ctx0" brushRef="#br1" timeOffset="102200.84">13766 7796 359 0,'0'0'6'0,"0"0"3"0,0 0 2 16,0 0 0-16,0 0-1 15,0 0 1-15,0 0 0 16,0 0 1-16,0 0-6 0,5 7-2 15,-5-7-2-15,16 10-1 16,-4-7 1-16,5-1 1 16,5-2-1-16,5-2-1 0,1-4 1 15,2-1 0-15,2 0-1 16,-7 2 0-16,3 0-1 16,-8 0 0-16,-6 2 0 15,-4 3 1-15,-10 0-1 0,8 10 1 16,-8-2-1-16,-2 6 1 15,-7 0 0-15,0 3 0 16,-3 2 1-16,-1 1-1 16,-6 3 0-16,1 2 0 0,-3-4 1 15,0 2-1-15,1-1-1 16,2-5 0-16,6-2 0 16,2-5-1-16,5 0 1 15,5-10-1-15,5 3 0 16,7-3 1-16,8-3 0 0,2-5 0 15,3-2 1-15,2-2 0 16,3 0-1-16,0-1-4 16,-2 1-8-16,-3-8-39 15,5 10-30-15,-9 0-3 0</inkml:trace>
  <inkml:trace contextRef="#ctx0" brushRef="#br1" timeOffset="102432.21">14196 7483 472 0,'0'0'3'0,"0"0"0"0,0 0-1 0,0 0 0 16,0 10 1-16,0 3-1 0,3 12-2 15,1-6-22-15,5 16-59 16,3 2-3-16</inkml:trace>
  <inkml:trace contextRef="#ctx0" brushRef="#br1" timeOffset="107132.92">15754 7766 442 0,'0'0'4'0,"0"0"2"0,0 0 0 0,0 0 1 16,0 0 0-16,5-5-1 15,-5 5 1-15,3 10-1 16,-3 5-3-16,0 5-1 16,0 4-1-16,0 9 0 0,0 1 0 15,0 5 1-15,0 1 0 16,0 0 0-16,0-5 0 16,0-5 0-16,-3-4 0 0,-2-3-2 15,1-8 0-15,0-5 0 16,4-10 0-16,-14 0 0 15,7-12 0-15,-2-6 0 16,2-4 0-16,0-13 0 0,0-2 0 16,4-6 0-16,1-1 0 15,2 3 0-15,0-2 0 16,2 7 0-16,6-2 0 16,8 10 0-16,0 6 0 0,6 8 0 15,3 1-2-15,0 8 1 16,4 5 0-16,-1 0 1 15,-1 12-1-15,-4 3 0 16,-4 5 1-16,-6 3-1 0,-6-1 1 16,-7 0 1-16,-4 3 0 15,-12-5 1 1,-3-3 1-16,-4-4-3 16,-4-2 0-16,8-1 0 0,-6-5 0 15,7 0 0-15,6-5 0 16,12 0 0-16,0 0 0 15,0 10 0-15,5-2 0 0,7-1 0 16,3 3 0-16,4 5 0 16,-1 2 0-16,5-2 0 15,-6 3 0-15,3-1 0 16,-3-2 0-16,-2 0 0 16,-1 2-3-16,-3-5-6 0,4 3-13 15,-7 8-47-15,-3-14-15 16</inkml:trace>
  <inkml:trace contextRef="#ctx0" brushRef="#br1" timeOffset="107515.73">16093 7981 427 0,'0'0'5'0,"0"0"1"0,0 0-1 0,0 0 0 16,0 7 0-16,-3 4 1 16,-3-2-1-16,1 7 1 0,1-2-6 15,1 4 0-15,3 1 1 16,0-1 0-16,7-4 0 16,7-3 0-16,5-4 1 15,1-2-1-15,3-5 1 0,-2 0 1 16,7-5 1-16,-8-5 0 15,3 0 1-15,-9-4-1 16,-4-3 1-16,-5-4-1 16,-5 4-1-16,-2-3-3 0,-11 3 0 15,-4 2 0-15,-3 3 0 16,0 4 0-16,-5 1-5 16,5 7-5-16,-2 0-8 0,7 2-18 15,15-2-49-15,-13 13 0 16</inkml:trace>
  <inkml:trace contextRef="#ctx0" brushRef="#br1" timeOffset="107782.1">16371 7774 456 0,'0'0'5'16,"0"0"1"-16,0 0 0 15,0 0 0-15,0 0-1 16,0 0 0-16,7 14 0 0,-7 1 1 15,-2 7-4-15,-3 6-2 16,2 1 0-16,-2 7 1 16,2 3 1-16,3-5 0 15,0 1 0-15,4-8 0 0,5-2-2 16,1-4 0-16,-1-7 0 16,7-5 0-16,-2-1 0 15,4-6 0-15,0-2-9 0,4 0-16 16,0-7-57-16,-4-3-4 15</inkml:trace>
  <inkml:trace contextRef="#ctx0" brushRef="#br1" timeOffset="108134.13">16341 7949 439 0,'0'0'5'16,"0"0"2"-16,0 0 1 0,0 0 1 15,0 0 0-15,10 0 2 16,2 0 0-16,3-2 1 16,5-3-12-16,2 2 0 15,3 3 0-15,5-3 0 16,-5 1 0-16,-1 0 0 0,-4 2 0 16,-5 0 0-16,-3 0 0 15,-12 0 0-15,16 0 0 16,-16 0 0-16,0 0 0 15,0 0 0-15,0 0 0 0,0 0 0 16,0 0 0-16,0 0 0 16,0 0 0-16,0 0 0 15,-8 0 0-15,8 0 0 16,0 0 0-16,-12 7 0 0,12-7 0 16,-10 3-29-16,10-3-60 15,-11 7-2-15</inkml:trace>
  <inkml:trace contextRef="#ctx0" brushRef="#br1" timeOffset="108966.05">16746 7967 443 0,'0'0'5'0,"0"0"1"0,0 0 1 0,0 0 0 0,0 0 1 15,5 0 1-15,-5 0-1 0,0 0 1 16,0 0-4-16,9 2-1 16,2-2-4-16,1 0 0 15,6 0 0-15,1 0 0 16,6-2 0-16,0-1 0 16,-1 3 0-16,2-3 0 0,-7 1 0 15,-3 2 0-15,-7 0 0 16,-9 0 0-16,15 0 0 15,-15 0 0-15,0 10 0 0,0 0 0 16,-7 2 0-16,-8 3 0 16,0 3 0-16,-5-1 0 15,-2-1 0-15,-6 5 0 16,1-4 0-16,2 1 0 0,8-6 0 16,-1-2 0-16,6-2 0 15,12-8 0-15,-2 14 0 16,2-14 0-16,19 4 0 15,-1-4 0-15,5 4 0 16,1-4 0-16,5 0 0 0,-1 0 0 16,-3 0 0-16,-2 0 0 15,-4 0 0-15,-4 0 0 16,-3 0 0-16,-12 0 0 0,16 0 0 16,-16 0 0-16,0 0 0 15,0 0 0-15,0 0 0 16,0 0 0-16,0 0 0 15,0 0 0-15,0 0 0 0,0 0 0 16,0 0 0-16,0 0 0 16,0 0 0-16,0 0-47 15,0 0-41-15,-5-10-3 16</inkml:trace>
  <inkml:trace contextRef="#ctx0" brushRef="#br1" timeOffset="109604.13">17319 7684 390 0,'0'0'7'0,"0"0"4"0,0 0 2 0,0-10 0 0,0 10 0 15,0 0-2-15,0 0 0 16,-7 3 1-16,0 17-8 0,-5 2-3 16,-1 12-2-16,1 4 1 15,-4 9 1-15,2 0 1 16,1 4 0-16,3-3 0 0,5-1 1 15,5-7-1-15,2-4 0 16,6-8-1-16,5-2 0 16,4-2 0-16,1-8 0 15,1-6-3-15,6 1-7 16,-2-7-23-16,-1-4-50 16,6 0 0-16</inkml:trace>
  <inkml:trace contextRef="#ctx0" brushRef="#br1" timeOffset="110099.07">17516 7791 474 0,'0'0'4'0,"0"0"1"15,0 0 0-15,0 0-1 16,0 0-1-16,0 0 1 15,-13 8-1-15,8 6 2 16,-4 5-4-16,-1 4-1 0,-3 4 0 16,3 2 3-16,1 4-3 15,3-1 0-15,1-4 0 16,5-4 0-16,5-3 0 16,7-4 0-16,1-5 0 0,7-5 0 15,-1-4 0-15,4-3 0 16,0-6 0-16,-3-5 0 15,-3-3 0-15,-4-2 0 0,-2-3 0 16,-3-6 0-16,-8-3 0 16,0 6 0-16,-8-3 0 15,-9 0 0-15,3 6 0 16,-7 1 0-16,0 5 0 16,-2 9 0-16,3-1 0 0,3 5 0 15,2 5 0-15,3 5 0 16,7 5 0-16,5-1 0 15,2 4 0-15,8 0 0 16,2-2 0-16,6 2 0 16,2-3 0-16,4-6 0 0,6 1-3 15,-8-8-32-15,3 1-49 16,3-3-2-16</inkml:trace>
  <inkml:trace contextRef="#ctx0" brushRef="#br1" timeOffset="110282.61">17834 7886 453 0,'0'0'3'0,"0"0"2"0,0 14 0 16,5-7 1-16,0 8 0 16,0-1 0-16,2 7 1 0,-2-2-2 15,5 4-5-15,-8-4-12 16,9-9-51-16,-11 11-19 15</inkml:trace>
  <inkml:trace contextRef="#ctx0" brushRef="#br1" timeOffset="110583.7">17903 7566 447 0,'0'0'4'16,"1"0"2"-16,-1 0 0 0,17-3 2 16,-5 3 0-16,6 9 0 15,0 7 0-15,6 3 1 16,-2 10-4-16,8 12-3 16,0 4-2-16,0 14 0 15,-3 3 0-15,-2 5 0 16,-11-1 0-16,-9 1 0 15,-7-3 0-15,-17-3 0 16,-13-5 0-16,-9-11 0 0,-3-6 0 16,-1-9 0-16,-4-5-83 15,9-8-5-15</inkml:trace>
  <inkml:trace contextRef="#ctx0" brushRef="#br1" timeOffset="126733.93">18063 5747 298 0,'0'0'8'0,"0"0"3"0,0 0 3 0,0 0 2 16,0 0 2-16,0 0 4 15,7-8 0-15,-7 8 1 16,0 0-5-16,5-10-4 15,-5 10-1-15,0 0-3 0,0-12-1 16,0 12-1-16,0 0-1 16,0-12-7-16,0 12 0 15,0 0 0-15,-12-10 0 16,12 10 0-16,-8-5 0 0,8 5 0 16,-10-5 0-16,10 5 0 15,-10-5 0-15,10 5 0 16,0 0 0-16,-13-5 0 0,13 5 0 15,-12-5 0-15,12 5 0 16,-12-3 0-16,12 3 0 16,-16 0 0-16,16 0 0 15,-13 0 0-15,13 0 0 0,0 0 0 16,-11 0 0-16,11 0 0 16,0 0 0-16,-12 8 0 15,12-8 0-15,0 0 0 16,-13 5 0-16,13-5 0 0,-12 0 0 15,12 0 0-15,-7 5 0 16,7-5 0-16,-11 3 0 16,11-3 0-16,-7 0 0 15,7 0 0-15,-12 0 0 0,12 0 0 16,0 0 0-16,-11 4 0 16,11-4 0-16,0 0 0 15,-12 11 0-15,12-11 0 16,0 0 0-16,-12 12 0 0,12-12 0 15,-8 10 0-15,8-10 0 16,-12 11 0-16,12-11 0 16,-10 13 0-16,10-13 0 15,-8 15 0-15,8-15 0 0,-10 10 0 16,10-10 0-16,-9 15 0 16,9-15 0-16,-7 15 0 15,7-15 0-15,-11 15 0 16,11-15 0-16,-7 17 0 0,7-17 0 15,-5 15 0-15,5-15 0 16,-7 12 0-16,1-2 0 16,4 3 0-16,2-13 0 15,-10 17 0-15,8-10 0 0,-3 3 0 16,0-2 0-16,3 2 0 16,-2-1 0-16,2 1 0 15,-1-2 0-15,1 2 0 16,2-10 0-16,-5 17 0 0,5-6 0 15,0-3 0-15,0 5 0 16,-2-1 0-16,-1 1 0 16,3-1 0-16,-2 4 0 15,2-4 0-15,-2-3 0 0,-1 2 0 16,3 1 0-16,-2-2 0 16,-1 0 0-16,3 0 0 15,0 0 0-15,0 0 0 0,0 0 0 16,0 0 0-16,0-1 0 15,0 0 0-15,0 2 0 16,0-1 0-16,0 0 0 16,0 0 0-16,0-3 0 15,0 3 0-15,3 1 0 0,-1-3 0 16,-2 3 0-16,0-1 0 16,3-3 0-16,-1 3 0 15,-2 0 0-15,2 0 0 16,1 0 0-16,-1 0 0 15,1 2 0-15,-1 1 0 0,3-1 0 16,-3-2 0-16,2 2 0 16,-2 3 0-16,3-5 0 0,-3 1 0 15,3-3 0-15,-3 3 0 16,-2-11 0-16,10 17 0 16,-10-17 0-16,11 15 0 15,-11-15 0-15,7 15 0 16,-7-15 0-16,12 11 0 0,-12-11 0 15,13 17 0-15,-13-17 0 16,14 8 0-16,-14-8 0 16,17 8 0-16,-17-8 0 0,16 8 0 15,-6-6 0-15,-3-2 0 16,-7 0 0-16,17 0 0 16,-17 0 0-16,18 0 0 15,-11 0 0-15,4-5 0 16,-2 0 0-16,-9 5 0 0,15-16 0 15,-2 5 0-15,-6 1 0 16,0 0 0-16,2 1 0 16,-5-1 0-16,-4 10 0 15,9-13 0-15,-9 13 0 0,11-12 0 16,-11 12 0-16,5-12 0 16,-5 12 0-16,8-13 0 15,-8 13 0-15,2-15 0 0,-2 15 0 16,5-15 0-16,-5 15 0 15,0-17 0-15,0 17 0 16,0-10 0-16,0 10 0 16,0 0 0-16,0-12 0 0,0 12 0 15,0 0 0-15,0-8 0 16,0 8 0-16,0 0 0 16,0 0 0-16,0 0 0 15,0 0 0-15,0 0 0 16,0 0 0-16,0 0 0 0,0 0 0 15,0 0 0-15,0 0 0 16,0 0 0-16,0 0 0 16,0 0 0-16,0-10 0 0,0 10 0 15,0 0 0-15,0-10 0 16,0 10 0-16,-3-9 0 16,3 9 0-16,0-11 0 15,0 11 0-15,0 0 0 16,0-9 0-16,0 9 0 0,0 0 0 15,0 0 0-15,0 0 0 16,0-10 0-16,0 10 0 16,0 0 0-16,0 0 0 0,0 0 0 15,0 0 0-15,0-10 0 16,0 10 0-16,0 0 0 16,0 0 0-16,0 0 0 15,0 0 0-15,0 0 0 0,0 0 0 16,0 0 0-16,0 0 0 15,0 0 0-15,0 0 0 16,0 0 0-16,0 0 0 0,0 0 0 16,0 0 0-16,0 0 0 15,0 0 0-15,0 0-19 16,0 0-17-16,0 0-27 16,0 0-25-16,0 0-2 15</inkml:trace>
  <inkml:trace contextRef="#ctx0" brushRef="#br1" timeOffset="127332.12">17939 6302 296 0,'0'0'8'0,"0"0"4"0,0 0 5 0,0 0 2 15,0 0 2-15,0 0 3 0,0 0 0 16,0 0 1-16,-11-3-7 16,11 3-4-16,0 0-4 15,0 0-2-15,0 0-2 16,0 0-2-16,0 0-1 0,0 0-1 15,0 0-2-15,0 0 0 16,8 0 0-16,-8 0 0 16,12-7 0-16,-12 7 0 15,17-6 0-15,-9 2 0 0,1 0 0 16,-9 4 0-16,13-9 0 16,-13 9 0-16,11-2 0 15,-11 2 0-15,0 0 0 16,0 0 0-16,7 0 0 0,-7 0 0 15,0 0 0-15,7 11 0 16,-7-11 0-16,11 16 0 16,-9-3 0-16,3-3 0 15,2 5 0-15,-2-3 0 16,0 0 0-16,1-2 0 0,-4 0 0 16,-2-10 0-16,7 15 0 15,-7-15 0-15,0 0 0 16,0 0 0-16,10 10 0 0,-10-10 0 15,0 0 0-15,0 0 0 16,0 0 0-16,7 0 0 16,-7 0-45-16,0 0-42 0,0 0-3 15</inkml:trace>
  <inkml:trace contextRef="#ctx0" brushRef="#br1" timeOffset="185299.25">18823 5764 210 0,'0'0'5'0,"0"0"4"0,8-3 5 0,-8 3 3 0,0 0 1 0,7-2 2 16,-7 2 1-16,0 0 1 15,0 0-4-15,0 0-2 16,0 0-5-16,0 0-1 16,0 0-1-16,2-10-1 15,-2 10 0-15,0 0-2 0,0 0 1 16,-7-10-1-16,7 10 0 16,0 0-1-16,-10-10-1 15,10 10 0-15,-8-7-1 16,8 7 1-16,-12-11-1 0,12 11 0 15,-18-6 0-15,11 1-1 16,-6 0 1-16,1 0-1 16,3 3 0-16,-2-1 0 0,-1 0-1 15,0-1 0-15,3-1-1 16,-2 2 1-16,-1-2 0 16,-1 3-1-16,1-2 1 15,-4 0-1-15,4 2 1 16,-1-3 0-16,-1 2 0 0,2 0-1 15,-1 2 1-15,-4-2 0 16,3 0-1-16,0 3 1 16,-3-4 0-16,2 1 0 0,0 3-1 15,-2-3 1-15,2 1 0 16,-2 0 1-16,-1-2-1 16,3 3 0-16,-2-2 0 15,-1 1 0-15,-4 2 0 0,2-2 0 16,-3 2 0-16,2 0 0 15,-4 0-1-15,2 0 1 16,0 0 0-16,2 0 0 16,0 0 1-16,1 0-2 15,1-3 0-15,1 0 0 0,-2 1 0 16,3-1 0-16,-3 1 0 16,-3-1 0-16,6 3 0 15,-3-2 0-15,1-3 0 0,-1 3 0 16,-3-1 0-16,4 3 0 15,-4-3 0-15,3 3 0 16,-2-2 0-16,1 2 0 16,2 0 0-16,0 0 0 0,1 0 0 15,0 2 0-15,4-2 0 16,-2 3 0-16,2 0 0 16,-1-3 0-16,0 2 0 15,3 0 0-15,-4 1 0 0,2-1 0 16,-1 1 0-16,-2-1 0 15,4 1 0-15,1 2 0 16,-6-2 0-16,6 1 0 0,-6 0 0 16,4 0 0-16,-2 3 0 15,2 0 0-15,-4-1 0 16,4 1 0-16,-2 0 0 16,2-2 0-16,-2 2 0 15,2 4 0-15,-2-7 0 0,2 4 0 16,1 0 0-16,3-1 0 15,-2-1 0-15,4 0 0 16,-4 2 0-16,2-1 0 16,0-3 0-16,0 5 0 0,1 0 0 15,-2-2 0-15,-1 1 0 16,0 0 0-16,1 1 0 16,1 3 0-16,1-1 0 15,-4-1 0-15,6 0 0 0,-3 0 0 16,2-1 0-16,1 2 0 15,2-4 0-15,-2 5 0 16,0 1 0-16,1-1 0 16,-1 1 0-16,2 1 0 0,-2 1 0 15,2 0 0-15,-3 3 0 16,0-1 0-16,1 2 0 16,2-4 0-16,1 3 0 15,-2-1 0-15,1 3 0 0,2-6 0 16,1 4 0-16,0-3 0 15,-4 2 0-15,4 2 0 16,0-1 0-16,0 0 0 16,-1 1 0-16,0 1 0 15,0 3 0-15,1-3 0 0,2 4 0 16,0-1 0-16,0-1 0 16,0 0 0-16,0 3 0 15,0-3 0-15,0-3 0 0,5 5 0 16,-5-5 0-16,3-1 0 15,0-2 0-15,-1 0 0 16,2 2 0-16,2-7 0 0,-4 4 0 16,3 0 0-16,3 0 0 15,-1-2 0-15,-2 1 0 16,5 1 0-16,-3-2 0 16,4-1 0-16,-2 3 0 15,2-6 0-15,1 4 0 0,2-1 0 16,2-2 0-16,0 2 0 15,2 1 0-15,0-6 0 16,1 4 0-16,-1-1 0 16,-1-1 0-16,6 1 0 15,-1 0 0-15,0 1 0 0,0-4 0 16,1 2 0-16,5-1 0 16,2-1 0-16,-1 1 0 15,1-3 0-15,5 0 0 0,-3 0 0 16,2-1 0-16,1 2 0 15,2-4 0-15,2 1 0 16,0 2 0-16,0-3 0 16,-4 3 0-16,2-1 0 0,-1-1 0 15,3-1 0-15,-5 2 0 16,4-3 0-16,-1-1 0 16,-1 0 0-16,1 0 0 0,2 0 0 15,-2 3 0 1,1-3 0-16,-1 0 0 0,-2 0 0 15,2 0 0-15,-2 0 0 16,-3 0 0-16,0-3 0 16,1-2 0-16,-1 0 0 0,-2 1 0 15,4-3 0-15,-4 2 0 16,2-4 0-16,2 3 0 16,-4-2 0-16,-2 6 0 15,6-6 0-15,-4 3 0 0,-2 0 0 16,2 0 0-16,-2-2 0 15,-1 0 0-15,1 0 0 16,-1-4 0-16,-2 4 0 0,0-6 0 16,-1 4 0-16,-1-4 0 15,-1 1 0-15,3-1 0 16,-5-2 0-16,0 3 0 16,-2-2 0-16,-4-2 0 0,6 4 0 15,-5-3 0-15,-2 0 0 16,-1-2 0-16,-3 0 0 15,4-6 0-15,-1 1 0 16,-2 3 0-16,-2-9 0 16,2 3 0-16,-4-3 0 0,0 4 0 15,0-6 0-15,-4 5 0 16,1 1 0-16,-1-1 0 16,0 0 0-16,-2 5 0 15,0-4 0-15,3 2 0 0,-3-3 0 16,0 2 0-16,0 2 0 15,0-4 0-15,-3 0 0 16,1 0 0-16,-3 2 0 16,-1 1 0-16,-2 2 0 0,4-2 0 15,0 4 0-15,-4 0 0 16,0 2 0-16,3 3 0 16,-4-4 0-16,4 5 0 0,-6 1 0 15,4 0 0-15,-3-4 0 16,3 5 0-16,-1-5 0 15,1 2 0-15,-3 1 0 16,-3 2 0-16,1-2 0 0,5-3 0 16,-6 3 0-16,-2-3 0 15,0 2 0-15,1 2 0 16,-2-6 0-16,-3 6 0 16,1-3 0-16,1 3 0 15,-3-1 0-15,2-1 0 0,-3 1 0 16,0 2 0-16,5-1 0 15,-5 3 0-15,3-3 0 16,-1 4 0-16,-1 2 0 16,5 0 0-16,-2 0 0 0,1 2 0 15,0-2 0-15,0 5 0 16,2-2 0-16,-2-1 0 16,2 1 0-16,-2 0 0 0,4 2 0 15,0 0 0-15,1 0 0 16,2 0 0-16,0 4 0 15,6 6 0-15,3-10-45 16,-13 15-46-16</inkml:trace>
  <inkml:trace contextRef="#ctx0" brushRef="#br1" timeOffset="187615.91">15270 8046 394 0,'0'0'5'0,"0"0"3"0,0 0 1 0,0 0 2 0,0 0 0 16,0 0 1-16,0 0 1 15,-10 0-1-15,10 0-4 0,0 0-3 16,0 0-2-16,0 0-1 16,0 0-1-16,0 10 0 15,0-10 0-15,12 5 1 16,-2-3 0-16,0-2 0 0,0 0 1 16,0 0 1-16,0 0-2 15,-10 0-2-15,12-7 0 16,-12 7 0-16,3-10 0 15,-3 10 0-15,-3-10 0 0,3 10 0 16,-14-5 0-16,3 5 0 16,2 0 0-16,-3 0 0 15,12 0 0-15,-13 5 0 16,13-5 0-16,-10 7 0 16,10-7-13-16,-23 3-74 0,27 0-1 15</inkml:trace>
  <inkml:trace contextRef="#ctx0" brushRef="#br1" timeOffset="188682.35">14176 7853 373 0,'0'0'7'0,"0"0"4"0,0 0 3 0,-7-12 2 0,7 12 1 0,0 0 2 16,-7-11-1-16,7 11 0 16,0 0-6-16,0 0-6 15,-8 5-6-15,8 13 0 16,0 1 0-16,0 9 0 0,0 4 0 16,3 5 0-16,2 2 0 15,-3 2 0-15,0-2 0 16,-2-5 0-16,3 1 0 15,-3-10 0-15,0 0 0 0,-3-6 0 16,-1-6 0-16,4-13 0 16,-10 10 0-16,10-10 0 15,-13-5 0-15,6-10 0 16,0-5 0-16,2-7 0 0,-4-5 0 16,2-3 0-16,0-5 0 15,0 1 0-15,4-3 0 16,-2 5 0-16,5 2 0 15,2 3 0-15,4 5 0 0,6 2 0 16,2 3 0-16,2 2 0 16,4 7 0-16,2 4 0 15,0 3 0-15,-2 6 0 16,2 8 0-16,-2 7 0 0,-2 7 0 16,-3 6 0-16,-8 1 0 15,-1 1 0-15,-6 2 0 16,-9-3 0-16,-3-2 0 15,-6-2 0-15,-1-2 0 0,-6-3 0 16,5-5 0-16,1-4 0 16,1 0 0-16,8-4 0 15,0-2 0-15,10-5 0 16,0 0 0-16,0 0 0 0,14 10 0 16,2-7 0-16,4-1 0 15,0 3 0-15,4 0 0 16,-4 3 0-16,3-1 0 15,-6 3 0-15,1-4 0 0,-4 9 0 16,-6-5-67-16,2 1-20 16,-1-1-2-16</inkml:trace>
  <inkml:trace contextRef="#ctx0" brushRef="#br1" timeOffset="189049.8">14428 8081 436 0,'0'0'5'0,"0"0"1"0,0 0-1 0,0 0 1 16,-4 12 1-16,0-2-1 15,1 2 0-15,-2 1 1 16,3 4-5-16,0-1-1 16,2 5 0-16,0-2 0 0,4-1 0 15,6-8 0-15,5 0-1 16,6-5 2-16,0-5-1 15,2 0 1-15,0-2 1 0,-4-8 1 16,-1-3 0-16,-2-5 0 16,-3 2-4-16,-5-4 0 15,-8-2 0-15,0 4 0 16,-8-2 0-16,-1 6 0 0,-7 1 0 16,-4 6 0-16,3 4 0 15,-3 3 0-15,1 3 0 16,3 7 0-16,0-3-5 15,3 4-13-15,1-3-15 0,12-8-52 16,-9 11-2-16</inkml:trace>
  <inkml:trace contextRef="#ctx0" brushRef="#br1" timeOffset="189302.04">14599 7838 392 0,'0'0'7'0,"0"0"4"0,0-14 3 16,0 14 0-16,0-14 2 15,0 14 0-15,-8-14-1 16,8 14 0-16,0 0-6 16,-7 10-7-16,5 8-2 0,-2 11 0 15,4 0 0-15,0 11 0 16,0-1 0-16,0 6 0 16,4-5 0-16,1-1 0 0,2-6 0 15,2-4 0-15,5-4 0 16,-2-11 0-16,5 1 0 15,-2-7 0-15,-2-6 0 16,6 4-36-16,5-6-48 0,-13-8-4 16</inkml:trace>
  <inkml:trace contextRef="#ctx0" brushRef="#br1" timeOffset="189465.97">14504 8071 365 0,'0'0'6'0,"5"0"2"16,2 0 1-16,6 0 0 16,2-5 0-16,3 2 1 0,7 1-1 15,0-3-7-15,5-18-59 16,-2 21-17-16</inkml:trace>
  <inkml:trace contextRef="#ctx0" brushRef="#br1" timeOffset="190099.24">14619 8197 405 0,'0'0'6'0,"0"0"4"16,0 0 1-16,7-12 1 15,-7 12 0-15,16-10 2 16,-7 3-1-16,1-1 1 0,-1-1-7 15,7 8-3-15,-7-2-1 16,7 3-3-16,-4 8 0 16,-1 2 0-16,-2 1 0 15,-4 7 0-15,0 2 0 16,-5 3 0-16,-3-1 0 0,-4-2 0 16,-2 2 0-16,-5-5 0 15,2 1 0-15,2-5 0 16,0-5 0-16,10-8 0 0,-14 9 0 15,14-9 0-15,-4-6 0 16,4-5 0-16,9-10 0 16,0-1 0-16,1-5 0 15,3-3 0-15,-1-2 0 0,3 1 0 16,-5 6 0-16,0 4 0 16,0 6 0-16,-5 5 0 15,-5 10 0-15,0 0 0 16,5 5 0-16,-5 10 0 0,0 5 0 15,2 1 0-15,1 4 0 16,1 3 0-16,1-1 0 16,3-2 0-16,2-5 0 15,4-5 0-15,-1-5-7 16,8 0-22-16,3-5-54 0,-9-5-3 16</inkml:trace>
  <inkml:trace contextRef="#ctx0" brushRef="#br1" timeOffset="190482.71">14904 7689 411 0,'0'0'6'0,"0"0"1"0,0 0 1 16,-2 8-1-16,0 4 1 0,-3 6 1 16,0 8 0-16,-3 7 1 15,-4 5-6-15,5 8 0 16,-2 6-1-16,2 5 1 15,0 2 0-15,4 2 0 0,3-9-1 16,0 4 0-16,5-4-1 16,5-8 1-16,5-4-1 15,6-8-4-15,-2-12-8 16,11-8-45-16,2 1-28 0,0-8 0 16</inkml:trace>
  <inkml:trace contextRef="#ctx0" brushRef="#br1" timeOffset="191599.23">14957 8038 412 0,'0'0'7'0,"0"0"2"0,0-10 2 0,0 10 1 0,0-6 1 0,0 6 0 16,0 0 1-16,-5-11-2 16,5 11-4-16,-8 7-8 15,1 3 0-15,2 8 0 16,0 2 0-16,0 5 0 0,3 2 0 16,-2 0 0-16,4 3 0 15,0-4 0-15,9-3 0 16,-2-5 0-16,2-4 0 15,2-1 0-15,1-8 0 0,0-5 0 16,1 0 0-16,-1-12 0 16,1-3 0-16,-1-3 0 15,-5-10 0-15,4-1 0 16,-6-3 0-16,0-3 0 0,-5 1 0 16,0 4 0-16,-5 0 0 15,-6 5 0-15,2 8 0 16,-3 2 0-16,-4 10 0 15,2 5 0-15,1 3 0 0,1 9 0 16,2 5 0-16,4 3 0 16,1 5 0-16,5 2 0 15,3 1 0-15,3-2 0 16,8 2-30-16,6-2-53 0,0-8-5 16</inkml:trace>
  <inkml:trace contextRef="#ctx0" brushRef="#br1" timeOffset="191949.05">15111 8201 430 0,'0'0'5'0,"0"0"2"0,0 0 2 16,-2-8 0-16,2 8 1 15,0 0 0-15,0-11-1 16,0 11 0-16,0 0-4 15,0 0-3-15,7-7-1 16,-7 7-1-16,12 0-1 0,-12 0 0 16,13 4 1-16,-13-4 1 15,12 20-1-15,-12-8 1 16,0 6-1-16,0 0 1 16,0 1 0-16,-3 2 0 0,1-5-1 15,0-1 0-15,2-2 0 16,0-3 0-16,0-10 0 15,12 8 0-15,-4-8-1 0,4-3-3 16,0-5-7-16,1-6-16 16,-6-2-54-16,7-4-4 15</inkml:trace>
  <inkml:trace contextRef="#ctx0" brushRef="#br1" timeOffset="192249">15095 7613 405 0,'0'0'5'0,"0"0"2"15,0 0 0-15,0 0 1 16,0 0 2-16,11 2 1 16,-1 8 0-16,4 4 1 15,4 8-5-15,5 9-1 0,0 4-1 16,3 4-1-16,0 5 0 15,0 3 0-15,-3 3-1 16,-6 2-1-16,-2 0-2 0,-5 0 0 16,-8 3 0-16,-2-5 0 15,-7 1 0-15,-5-4 0 16,-6-5 0-16,-2-1 0 0,3-8 0 16,-3-10-19-16,-1-2-64 15,9-3-3-15</inkml:trace>
  <inkml:trace contextRef="#ctx0" brushRef="#br1" timeOffset="194582.31">18778 7592 347 0,'0'0'7'0,"0"0"4"0,0 0 4 0,3-7 1 0,-3 7 1 0,0-10 0 16,0 10 1-16,-3-9-1 15,-10 6-6-15,1 3-5 0,-8 3-2 16,1 6-3-16,-6 6 0 16,-3 0-1-16,3 8-1 15,4-2 1-15,-2 7-1 16,10-1 0-16,1 5 1 15,10 0 0-15,2 3 1 0,7 3 1 16,6 1 0-16,1 3 0 16,4 0 1-16,-1 5 0 15,-2 8 0-15,-5 1 1 16,-1 4-1-16,-4 5 0 0,-5 4-3 16,0 0 0-16,-9 6 0 15,-6-1 0-15,0-1 0 16,-4 2 0-16,1-3 0 0,0-2 0 15,1-6 0-15,-4-5 0 16,12-2 0-16,2-12 0 16,1-6 0-16,4-6 0 15,2-5 0-15,0-11 0 0,0-2 0 16,2-5 0-16,-2-10 0 16,13 8 0-16,-13-8 0 15,17 1 0-15,-1-1 0 16,-2-1 0-16,11-7 0 15,0-1 0-15,5 2 0 0,2-2 0 16,5-1 0-16,6 3 0 16,-3-9-3-16,-3 7-82 15,-3 3-3-15</inkml:trace>
  <inkml:trace contextRef="#ctx0" brushRef="#br1" timeOffset="195465.83">18999 7713 420 0,'0'0'5'0,"0"0"2"15,0 0 2-15,0-11 0 0,0 11 1 16,5-13 1-16,-5 13 0 16,15-12-1-16,0 7-4 15,-2 5-2-15,1 0-2 16,-2 5 0-16,6 7-2 0,-9 3 1 16,0 5-1-16,-4 3 1 15,-3-4-1-15,-2 1 1 16,-5 1 1-16,-3-3-2 0,1-5 0 15,-5-4 0-15,1-3 0 16,11-6 0-16,-12 0 0 16,12 0 0-16,-7-12 0 15,7-4 0-15,3-2 0 0,1-6 0 16,6 2 0-16,1-3 0 16,1 2 0-16,1 7 0 15,-6-2 0-15,0 6 0 16,-7 12 0-16,10-3 0 0,-8 8 0 15,-2 12 0-15,0 6 0 16,0 1 0-16,6 6 0 16,-1 3 0-16,3 1-8 0,0-4-13 15,3 0-63-15,4-6-2 16</inkml:trace>
  <inkml:trace contextRef="#ctx0" brushRef="#br1" timeOffset="196033.02">19029 8217 471 0,'0'0'4'0,"0"0"1"0,0 0 1 16,0 0 0-16,0 0-1 0,0 0 1 16,0 0-1-16,0 0-2 15,-7 9-3-15,7 2 0 16,0 1 0-16,2 2 0 15,5 2 0-15,3-4 0 0,3-4 0 16,2-6 0-16,5-2 0 16,0 0 0-16,-3-8 0 15,1-4 0-15,-4 0 0 16,-3-8 0-16,-2 5 0 0,-6 0 0 16,-1 0 0-16,-2 4 0 15,0 0 0-15,0 11 0 16,0 0 0-16,-5-3 0 15,5 10 0-15,0 4 0 0,0 3 0 16,0 7 0-16,5-2 0 16,5 4 0-16,0-4 0 15,2 1 0-15,-4-1 0 16,2-1 0-16,-3 0 0 0,-4-1 0 16,-3-2 0-16,-5-2 0 15,-8 0 0-15,-1-2-6 16,-4-1-43-16,1 0-35 0,-7 1-3 15</inkml:trace>
  <inkml:trace contextRef="#ctx0" brushRef="#br1" timeOffset="196432.98">19015 8583 462 0,'0'0'4'0,"0"0"1"0,0 0 2 0,0 0 1 15,0 0 0-15,0 0 0 16,0 0 1-16,0 0-9 0,4 8 0 16,6-6 0-16,0-2 0 15,5 3 0-15,2-3 0 16,6 3 0-16,-1 1 0 15,-3-1 0-15,-2 4 0 16,-4-2 0-16,-4 8 0 0,-9 1 0 16,0 6 0-16,-11-3 0 15,-4 6 0-15,-5 1 0 16,3-2 0-16,0 1 0 16,0-3 0-16,6-2 0 0,4-4 0 15,7-4 0-15,0-10 0 16,12 5 0-16,8-5 0 15,3-8 0-15,4-4 0 0,8 0-12 16,7-10-72-16,-5-6-3 16</inkml:trace>
  <inkml:trace contextRef="#ctx0" brushRef="#br1" timeOffset="197032.61">19357 7481 383 0,'0'0'5'0,"0"0"2"0,0 0 0 0,0 0 1 0,0 0 1 15,0 0 1-15,8 0 0 16,1 2 1-16,4 1-5 15,4 4-2-15,8 3-1 16,0 0 0-16,5 1 0 0,2 6-2 16,-2 5 0-16,-5 3-1 15,-6 6 1-15,-3 7 0 16,-7 7 0-16,-9 6 1 16,0 6 0-16,-7 3 0 0,-6 2 1 15,1 3 0-15,3-1 1 16,-2 0-1-16,6-4 1 15,-1 2-1-15,6-6 0 16,0 1-1-16,0-4-1 0,6-4 1 16,-1-2-2-16,3-2 1 15,-1-3-1-15,1-3 0 16,-1-2 0-16,1-4 2 16,-1-1-2-16,-2-2 0 0,0-3 0 15,-3-2 0-15,-2-3 0 16,0-2 0-16,0-3 0 15,-5-2 0-15,-2-1 0 0,0-3 0 16,-4-1 0-16,-1-3 0 16,3 1 0-16,-8-4 0 15,6 2 0-15,-11-4 0 16,-1 3 0-16,-3 0 0 16,0 2 0-16,-7 1 0 0,1-1 0 15,-3 7 0-15,2-3 0 16,7 6-11-16,11 1-74 15,-5-3-3-15</inkml:trace>
  <inkml:trace contextRef="#ctx0" brushRef="#br1" timeOffset="197665.87">19059 8980 447 0,'0'0'6'0,"0"0"3"0,0 0 3 0,0 0 0 0,0 0 0 16,0 0 1-16,0 0-13 15,0 0 0-15,0 14 0 16,0-4 0-16,0 3 0 16,0 4 0-16,0 3 0 15,0 5 0-15,0-3 0 0,0-2 0 16,7-5-35-16,-2 0-52 15,1-9-4-15</inkml:trace>
  <inkml:trace contextRef="#ctx0" brushRef="#br2" timeOffset="204732.86">17647 4739 314 0,'0'0'10'0,"0"0"2"0,0 0 2 0,0-10 2 0,0 10 4 16,0-13 0-16,0 13 1 15,-2-9 1-15,2 9-8 16,-10-8-4-16,10 8-2 0,-15-7-2 16,5 4-1-16,-2 3-2 15,2 0-2-15,0 0 0 16,-3 3-1-16,1 4 1 15,0 1-2-15,-1-4 1 16,3 7 1-16,1 1 0 0,-2-3-1 16,2 1 1-16,1 3 0 15,0-3 0-15,1 0-1 16,5 2 1-16,-6 0-2 16,5 1 1-16,-1 2 0 0,4-2-1 15,-2 1 1-15,2 1 0 16,-3 0-1-16,3-3 1 15,0 3 0-15,0-1 0 0,0 2-1 16,3-4 1-16,-1 5 0 16,1-7 0-16,-2 5 0 15,2-3-1-15,2 1 1 16,-2 2 0-16,-1-2 0 0,0-6-1 16,1 5 1-16,-1 1 0 15,2-1-1-15,-2 0 1 16,0-2 0-16,1 0 0 15,-1 3 0-15,1-4 0 16,1 4 0-16,-1-4 0 0,2 1 0 16,-3 0-1-16,4 2 1 15,1-1 0-15,-2-1-1 16,2 2 1-16,1-4 0 16,-3 1-1-16,5 3 1 0,-6-1 0 15,6-2 0-15,-2 1-1 16,0 0 1-16,1 0 0 15,2 1 0-15,0 1 0 0,-1-5 0 16,1 3 0-16,1-3 1 16,-2 7-2-16,-1-8 3 15,2 4-1-15,1-5 0 16,-1 3 1-16,-2-4-1 0,3 2 1 16,-1-1-2-16,-2-1 1 15,7-1-1-15,-7 2 1 16,3-3-1-16,1 1-1 15,-3-1 2-15,2 1-1 16,0 0 0-16,1-2 0 0,0 2 0 16,-1 0 0-16,-2-3 0 15,3 0 0-15,1 0 0 16,-3 0 0-16,-2 0 0 16,3-6 1-16,2 5-1 0,0-5 0 15,-7 4 0-15,4-3 0 16,1 0 1-16,-2 2-1 15,0-1 0-15,0-1 1 0,-1-1-1 16,-9 6 0-16,16-4 1 16,-16 4-1-16,14-10 0 15,-14 10-1-15,16-11 1 16,-16 11 0-16,12-12 0 0,-12 12 1 16,10-14 0-16,-10 14 0 15,10-18 1-15,-10 18-2 16,2-14 0-16,-2 14 0 15,3-16 0-15,-3 16 0 16,0-12 0-16,0 12 0 0,0-15 0 16,0 15 0-16,0-12 0 15,0 12 0-15,0-10 0 16,0 10 0-16,0 0 0 16,-3-10 0-16,3 10 0 0,0 0 0 15,0 0 0-15,0 0 0 16,0 0 0-16,0 0 0 15,0 0 0-15,0 0 0 0,0 0 0 16,0 0 0-16,0 0 0 16,0 0 0-16,0 0 0 15,0 0 0-15,0 0-16 16,0 0-17-16,-7 5-37 0,7-5-18 16</inkml:trace>
  <inkml:trace contextRef="#ctx0" brushRef="#br2" timeOffset="205299.25">17958 5269 349 0,'0'0'6'0,"0"0"4"0,0 0 0 0,0 0 3 16,0 0 0-16,0 0 1 15,0 0 1-15,0 0 0 16,0 0-4-16,0 0-3 16,7-13-1-16,-7 13-1 0,17-4 0 15,-4 1-1-15,0-2 0 16,4 0 0-16,-2 0-1 15,2-2 1-15,-4 2-1 16,-1-3-4-16,-1 3 0 16,-4-1 0-16,-7 6 0 0,12-8 0 15,-12 8 0-15,0 0 0 16,0 0 0-16,0 0 0 16,7-3 0-16,-7 3 0 15,4 5 0-15,-4-5 0 0,4 17 0 16,-1-4 0-16,2 2 0 15,-1-1 0-15,4 2 0 16,0-2 0-16,-3-2 0 16,-1 3 0-16,1-7 0 0,2 2 0 15,-7-10 0-15,11 10 0 16,-11-10 0-16,0 0 0 16,0 0 0-16,7 7 0 0,-7-7 0 15,0 0 0-15,0 0 0 16,0 0 0-16,0 0 0 15,-2-6-41-15,2 6-48 16,0 0-2-16</inkml:trace>
  <inkml:trace contextRef="#ctx0" brushRef="#br2" timeOffset="-211963.87">13876 3337 43 0,'0'0'0'0,"-15"0"0"0,-2 2 0 0,1 7 1 16,-9 0-1-16,1 3 0 16,-5 3 0-16,-4 4-1 15,-2 1 1-15,0 3-1 0,3 4 2 16,-8 0 1-16,3 8 3 15,-3-3 3-15,3 8 3 16,4-6-2-16,1 9 4 16,2-4-2-16,5 3 1 15,6 3-3-15,4-6-3 16,3 10-1-16,4-6-3 0,3 8-1 16,5-1 0-16,0 3 1 15,10-2-2-15,2-1 1 16,4 5-1-16,3-5-1 0,3 6-1 15,1-4 2-15,5-2-1 16,-4 4-1-16,1-1 2 16,0 4-1-16,-3-1 1 0,-2 8 0 15,-5 2-1-15,-1-2 1 16,-3 5 0-16,-1-2 0 16,-1 0 0-16,-1-1 0 15,4-5-3-15,0 2 0 16,-2-1-1-16,3-2-2 0,-3-3 2 15,8 0-2-15,-9 0-1 16,7-5 1-16,-5 2 2 16,7-8 1-16,-1-4 0 15,6-6 3-15,0-3-1 0,6-2 1 16,4-11 1-16,4 3 2 16,5-6 0-16,0-5 1 15,5 1-1-15,6-1 2 16,2-5 1-16,-4 1-1 15,-1-3-3-15,7 3 0 0,-12-1-2 16,7 3-1-16,-4 5 0 16,-6-5 0-16,-3 6 0 0,-7 0-1 15,-2 4 1-15,-7-6 0 16,0 9 2-16,-9-6 0 16,-1 3 1-16,-3 0 1 15,-1-1-1-15,-2 6 3 0,4 0-1 16,-4-3-1-16,-2 6 0 15,6-4 0-15,-4-1-2 16,2 1 0-16,5-1 1 16,2-1-1-16,5-2-1 15,-2 0 1-15,3-5 0 0,3 1-1 16,3 0 3-16,4-7 1 16,-2 1 3-16,5-2 0 15,-5-4 0-15,11-4 0 16,0 0 0-16,1 0 1 0,4 0-1 15,0-4-4-15,6-1-1 16,-5 0-1-16,3-3 0 16,-3 1 2-16,-5 1-2 0,5-8 1 15,-4 4 0-15,4-8-1 16,-10 7 2-16,10-7-1 16,0 1 0-16,-4 0-1 15,1-1 2-15,2-1-1 0,-2-4 0 16,-7 3 1-16,6-4 3 15,-11 2-2-15,3-3 2 16,-3 0-1-16,0 0 0 16,3 0 1-16,-1 3-2 15,3-3 0-15,4-4 0 0,6 4-2 16,0-3 0-16,2 7-1 16,1-4 0-16,1 4 0 15,-2-2-1-15,-2 6 0 16,2 6-1-16,-4-4 1 0,-5 5 0 15,5 0-1-15,-5 0 2 16,9 2-1-16,1 1 0 16,3 0 0-16,4-1 0 0,-3 0 0 15,3 7 0-15,-2-7 0 16,5 3 0-16,-9 0 0 16,-1-1-1-16,0 0 1 15,-3-2 0-15,5-2 0 16,3-3 0-16,0-1 0 0,5-1 1 15,-4-6-1-15,7 2 0 16,-1-3 0-16,5 0 0 16,-2-3 1-16,-6 3-1 15,6-3-1-15,-1 0 1 0,-1 5 0 16,-1-4 0-16,-5 3 0 16,0 2 1-16,-8-3-2 15,1-3-1-15,-5 5 2 16,-5-7-1-16,0 5 0 0,-8-3 0 15,3-3 1-15,-6 3-1 16,1 1 2-16,-5-1 1 16,0 0 1-16,-5-2-1 0,-3 0 1 15,0-1 1-15,-6-1 0 16,-4 0-1-16,-7-7 0 16,0 4-1-16,-5-2 0 15,0-1-1-15,-3-2 0 16,-6-3-2-16,-2 5 1 0,2-4 0 15,-4 4 0-15,4-2 0 16,-7 2 0-16,2 0 1 16,-8 4 1-16,2 3 0 15,-10-7 0-15,5 6 1 0,-9-4 0 16,-5 7-1-16,-2-7-2 16,-4 3-1-16,-2 0 0 15,-8 4-1-15,-2-4 1 16,-3 5 0-16,1-2 0 0,-1-3 0 15,-4 5 2-15,0-2-1 16,-4 5 1-16,-1-6-1 16,-1 6 1-16,-2-3-1 0,2 3 0 15,-4 3 0-15,2-6 0 16,0 2 0-16,-3-2 0 16,1 4-1-16,-3-4-1 15,2 0-1-15,-6 0 0 0,-1 0 0 16,-3 0-1-16,-2 0 2 15,3 0 0-15,-1 2 0 16,-2-1 2-16,3 2 1 16,5 0 1-16,-1-1 0 15,3 1-1-15,1 0 2 0,3 2-2 16,-4-7 1-16,8 4-1 16,-6-1 1-16,-2 1-1 15,0 1 0-15,0 0 0 16,-8 0-1-16,4 0 0 0,-1 4-1 15,-3-1 2-15,1 4 1 16,-3 0 0-16,0 5 1 16,0 2-1-16,2 6 1 0,1 2 0 15,2 7-1-15,5 8 0 16,0 2-1-16,2 8 0 16,-1 5-2-16,3 7 0 15,2 13-2-15,-2 8-4 16,-1 19-21-16,-10 23-38 0,9 19-4 15</inkml:trace>
  <inkml:trace contextRef="#ctx0" brushRef="#br1" timeOffset="-199477.9">15387 14033 478 0,'0'0'4'0,"0"0"2"16,0 0 2-16,0 0 1 0,-3-10-3 15,3 10-6-15,-10 0 0 16,3 10 0-16,-1 10 0 15,-1 5 0-15,0 7 0 0,0 7 0 16,-1 11 0-16,0 3 0 16,5 1 0-16,2 0 0 15,-1-2 0-15,1-5 0 16,3-7 0-16,-2-8 0 16,-1-10 0-16,1-7 0 0,2-15 0 15,0 0 0-15,-13-12-2 16,8-13 1-16,3-7 1 15,-5-8 3-15,4-4-3 16,1-11 0-16,-2-2 0 0,4-2 0 16,0-2 0-16,6 3 0 15,4 4 0-15,-1 4 0 16,12 6 0-16,-1 4 0 16,4 15 0-16,3 3 0 0,6 9 0 15,-4 8 0-15,4 5 0 16,-3 11 0-16,-1 8 0 15,-4 3 0-15,-7 6 0 16,-3 4 0-16,-8 0 0 0,-7 0 0 16,-3 0 0-16,-9-7 0 15,-3-3 0-15,-4-4 0 16,-1-5 0-16,-5-5 0 16,5 3 0-16,2-11 0 0,2 2 0 15,3-2 0-15,13 0 0 16,-10 0 0-16,10 0 0 15,0 0 0-15,7 0 0 16,3 0 0-16,5 4 0 0,2 2 0 16,2 2 0-16,3 2 0 15,-1 5 0-15,2-1 0 16,-3 6 0-16,1-3 0 16,0 3 0-16,-3 1 0 0,-6 1 0 15,1-8 0-15,-1-4-53 16,-5 7-33-16,0-7-4 15</inkml:trace>
  <inkml:trace contextRef="#ctx0" brushRef="#br1" timeOffset="-199130.93">15829 14224 479 0,'0'0'3'0,"0"0"0"0,0 0 0 16,-8 3 1-16,8-3 0 15,-16 19 0-15,7-6 0 16,0 5 0-16,-2-2-1 0,2 5-3 16,9-2 0-16,0-2 0 15,0-2 0-15,12 0 0 16,5-8 0-16,4-1 0 16,4-6 0-16,-1 0 0 15,-2-8 0-15,1 0 0 16,-4-5 0-16,-3-4 0 0,-7 3 0 15,-4-5 0-15,-5-2 0 16,-5 1 0-16,-7 3 0 16,-8 0 0-16,1 5 0 15,-4 1 0-15,1 7 0 0,-1-1 0 16,6 5 0-16,-1 2-23 16,18-2-64-16,-5 7-4 15</inkml:trace>
  <inkml:trace contextRef="#ctx0" brushRef="#br1" timeOffset="-198862.74">16238 13986 497 0,'0'0'4'0,"0"0"1"16,0 0 0-16,-4 0-5 16,4 0 0-16,-10 10 0 15,-2 5 0-15,1 7 0 16,2 6 0-16,-1 4 0 0,2 2 0 15,-2 5 0-15,3 2 0 16,2-7 0-16,5 2 0 16,3-7 0-16,6-2 0 15,1-7 0-15,3-3 0 16,4-7 0-16,1-3 0 0,1-4 0 16,1-3 0-16,-2-3-5 15,3-12-59-15,-3 3-23 16,-3-2-3-16</inkml:trace>
  <inkml:trace contextRef="#ctx0" brushRef="#br1" timeOffset="-198694.62">16120 14212 474 0,'0'0'2'16,"0"0"0"-16,0 0 2 0,0 0 0 15,7 0 2-15,3 0 0 16,10 0 0-16,2 0-1 15,4 0-3-15,5 0-12 0,9 0-72 16,0-3-3-16</inkml:trace>
  <inkml:trace contextRef="#ctx0" brushRef="#br1" timeOffset="-198130.83">16626 14227 466 0,'0'0'5'16,"0"0"1"-16,0 0 2 0,0 0 2 15,0 0-1-15,0 0-2 16,0 0-7-16,0 0 0 16,8-13 0-16,-1 11 0 15,6-3 0-15,4 2 0 0,3 3 0 16,5-2 0-16,5 2 0 15,-3 0 0-15,5 2 0 16,-6 1 0-16,-2 6 0 16,-4 2 0-16,-8 1 0 0,-6 1 0 15,-6 4 0-15,-13 0 0 16,-7 5 0-16,-7 3 0 16,-5-5 0-16,-3 4 0 0,-1-1 0 15,4-3 0-15,5-3 0 16,5-5 0-16,7-2 0 15,15-10 0-15,0 0 0 16,10 10 0-16,12-10 0 16,8-3 0-16,7 1 0 0,1-4 0 15,6 0 0-15,1 1 0 16,0-2 0-16,-6 4 0 16,-9-4 0-16,0 1-86 15,-8 4-4-15</inkml:trace>
  <inkml:trace contextRef="#ctx0" brushRef="#br1" timeOffset="-197780.65">17349 13796 468 0,'0'0'5'0,"0"0"1"0,0-10 3 0,0 10 1 0,0 0-1 0,0 0-5 15,0 0-4-15,-10 10 0 0,6 15 0 16,-8 12 0-16,1 9 0 16,-4 9 0-16,0 9 0 15,1 3 0-15,-2 2 0 16,9-1 0-16,0-4 0 0,4-8 0 15,3-1 0-15,5-10 0 16,7-5 0-16,4-9 0 16,0-3 0-16,7-10 0 0,7-9-33 15,-3 1-54-15,1-10-4 16</inkml:trace>
  <inkml:trace contextRef="#ctx0" brushRef="#br1" timeOffset="-197280.83">17719 13949 464 0,'0'0'4'0,"0"0"2"16,0 0 0-16,0 0 1 15,0 0 0-15,-19-2 1 16,9 2 1-16,-5 2-9 15,-5 8 0-15,0 8 0 0,0-1 0 16,-2 10 0-16,7 3 0 16,2 2 0-16,3 3 0 15,6-4 0-15,4 3 0 16,2-5 0-16,8-5 0 0,3-1 0 16,6-11 0-16,4-6 0 15,-1-2 0-15,2-4 0 16,-1-8 0-16,0-4 0 15,-6-5 0-15,-2-5 0 0,-2-1 0 16,-6-10 0-16,-5 2 0 16,-2-7 0-16,-2-1 0 15,-8 2 0-15,-5 0 0 16,-3 5 0-16,1 2 0 0,-5 12 0 16,2 4 0-16,0 11 0 15,2 6 0-15,2 11 0 16,3 6 0-16,3 5 0 15,8 4 0-15,2 1 0 0,4 3 0 16,12-2 0-16,3-3 0 16,6-3 0-16,2-9 0 15,11 8-10-15,-4-12-78 16,-2-2-2-16</inkml:trace>
  <inkml:trace contextRef="#ctx0" brushRef="#br1" timeOffset="-197081.24">17914 14065 500 0,'0'0'3'0,"0"0"1"0,0 0 0 0,0 6-4 0,0-6 0 16,0 19 0-16,0-4 0 16,0 2 0-16,0 2 0 0,-3 9 0 15,1-3 0-15,-3 3 0 16,4-4 0-16,1 7-7 15,13-10-79-15,-11-5-3 16</inkml:trace>
  <inkml:trace contextRef="#ctx0" brushRef="#br1" timeOffset="-196780.88">18075 13652 501 0,'0'0'3'0,"0"0"2"0,0 0-3 16,2-12-2-16,-2 12 0 0,10-6 0 15,3 6 0-15,4 10 0 16,8 10 0-16,2 10 0 16,8 9 0-16,-5 17 0 15,4 5 0-15,-6 13 0 0,-3 4 0 16,-11 5 0-16,-10 1 0 15,-10 0 0-15,-13-4 0 16,-9-3 0-16,-4-8 0 16,-11-12 0-16,3 3 0 0,-6-9-15 15,14-15-77-15,2-11-3 16</inkml:trace>
  <inkml:trace contextRef="#ctx0" brushRef="#br2" timeOffset="-191881.15">18684 13969 436 0,'0'0'5'0,"0"0"2"0,0 0 1 16,0 0 2-16,10-10 1 15,-10 10 0-15,0 0 1 16,0 0-1-16,6 10-11 0,-6 5 0 16,0 4 0-16,0 9 0 15,-2 2 0-15,0 5 0 16,2-1 0-16,-2 2 0 16,-1-3 0-16,1-3 0 0,-3-3 0 15,3-6 0-15,-1-5 0 16,-3-6 0-16,6-10 0 15,-9 8 0-15,9-8 0 16,-12-10 0-16,7-5 0 0,-3-5 0 16,3-7 0-16,-2-5 0 15,2-1 0-15,2-6 0 16,3 1 0-16,0-4 0 16,3 8 0-16,4-1 0 0,0 6 0 15,6 4 0-15,2 5 0 16,3 7 0-16,3 4 0 15,-1 6 0-15,3 3 0 0,4 3 0 16,-5 6 0-16,1 8 0 16,-3 1 0-1,-3 5 0-15,-4 2 0 0,-8-4 0 16,-3 4 0-16,-4 0 0 16,-8-3 0-16,-5 0 0 15,-8-4 0-15,1-6 0 0,-3 1 0 16,0-4 0-16,0 0 0 15,8-5 0-15,2-4 0 16,5 3 0-16,10-3 0 16,0 0 0-16,8 0 0 0,7 1 0 15,9 2 0-15,1 2 0 16,7 4 0-16,3-1 0 16,-3 3 0-16,6-1 0 0,-8 2 0 15,-6 0 0-15,1 1 0 16,-6 2 0-16,-6-6 0 15,-2 1 0-15,-11-10 0 16,12 15 0-16,-12-15 0 0,5 10 0 16,-5-10 0-16,0 0 0 15,0 0 0-15,0 0 0 16,0 0-36-16,-5 0-52 16,5 0-3-16</inkml:trace>
  <inkml:trace contextRef="#ctx0" brushRef="#br2" timeOffset="-190897.48">19255 14140 443 0,'0'0'5'0,"0"0"2"0,0 0 2 16,0 0 1-16,0 0-1 16,0 0 0-16,0 0-1 0,-10-3 1 15,10 3-7-15,-18 4-2 16,11 7 0-16,-2-1 0 16,-1 5 0-16,-1-1 0 15,7 2 0-15,1 4 0 16,3-1 0-16,3 1 0 0,6-3 0 15,4-2 0-15,4-2 0 16,6-1 0-16,-1-7 0 16,3-3 0-16,-1-2 0 0,-3-2 0 15,-1-3 0-15,-6-4 0 16,-1-4 0-16,-7-2 0 16,-2 0 0-16,-4-3 0 15,-10-3 0-15,-3-2 0 0,-6 3 0 16,-1-3 0-16,-5 6 0 15,0 3 0-15,-3 4 0 16,7 3 0-16,0 4 0 16,7 3 0-16,-1 0 0 15,15 0 0-15,-12 5-31 0,1 0-57 16,17-5-2-16</inkml:trace>
  <inkml:trace contextRef="#ctx0" brushRef="#br2" timeOffset="-190530.77">19595 13884 491 0,'0'0'3'0,"0"0"2"0,0 0 1 0,0 0 0 0,0 0-6 16,0 0 0-16,0 0 0 15,0 0 0-15,11 0 0 16,-11 15 0-16,0 5 0 0,-5 8 0 15,2 2 0-15,-2 9 0 16,0 0 0-16,-2 2 0 16,2-4 0-16,0-4 0 15,3 3 0-15,2-11 0 16,0-3 0-16,2-5 0 0,8-2 0 16,-1-5 0-16,2-3 0 15,6-2 0-15,-2 0 0 16,2-5 0-16,1 0 0 15,-4 0 0-15,2-5 0 0,-3 0 0 16,4-2 0-16,-8-6 0 16,3 6 0-16,-12 7-61 15,8-22-31-15,-8 5 0 16</inkml:trace>
  <inkml:trace contextRef="#ctx0" brushRef="#br2" timeOffset="-190180.69">19521 14058 482 0,'0'0'3'0,"0"0"2"15,0 0 1-15,0 0 0 16,0 0 3-16,0 0-9 16,0 0 0-16,0 0 0 0,12 0 0 15,1-3 0-15,2 1 0 16,5 0 0-16,7-3 0 15,3 0 0-15,7 0 0 0,-1 0 0 16,2 0 0-16,-2 2 0 16,-4 1 0-16,-2 2 0 15,-11-3 0-15,-3 1 0 16,-7 2 0-16,-9 0 0 16,0 0 0-16,0 0 0 15,0 0 0-15,-14 5 0 0,3-3 0 16,-1 3 0-16,2-2 0 15,-2-1 0-15,2 4 0 16,3-6 0-16,7 0 0 0,-11 4-25 16,11-4-66-16,0 0-4 15</inkml:trace>
  <inkml:trace contextRef="#ctx0" brushRef="#br2" timeOffset="-189264.78">19924 14096 413 0,'0'0'7'0,"0"0"3"0,0 0 1 0,0 0 3 15,4-7 1-15,-4 7 0 16,11-6 2-16,-11 6-8 16,14-5-9-16,-2 5 0 0,1 0 0 15,4 0 0-15,1 2 0 16,5 7 0-16,1-2 0 16,1 5 0-16,0 2 0 15,-5 4 0-15,-3 0 0 0,-4 1 0 16,-8 1 0-16,-5-1 0 15,-3 1 0-15,-12 0 0 16,-2-5 0-16,-6-3 0 16,1 1 0-16,0-6 0 15,2-2 0-15,2-5 0 0,6 0 0 16,12 0 0-16,-10-17 0 16,13-1 0-16,6-6 0 15,3-3 0-15,11-1 0 16,0-7 0-16,-1 6 0 0,2-4 0 15,-1 7 0-15,0 1 0 16,-6 7 0-16,-2 4 0 16,-10 3 0-16,-5 11 0 15,9 0 0-15,-9 8 0 0,0 7 0 16,0 2 0-16,0 5 0 16,-2 6 0-16,2-1 0 15,0 2 0-15,0-4 0 0,2 3 0 16,7-8 0-16,0-1 0 15,2-7 0-15,8 1 0 16,1-2 0-16,2-7 0 16,3 1 0-16,0-2 0 0,-2-1 0 15,-2-2 0-15,-3 0 0 16,0 2 0-16,-6 8-61 16,-12-10-32-16</inkml:trace>
  <inkml:trace contextRef="#ctx0" brushRef="#br2" timeOffset="-188881.11">20857 13677 501 0,'0'0'4'0,"0"0"2"0,0 0-6 0,0 0 0 15,0 0 0-15,0 7 0 16,0 6 0-16,-7 6 0 0,-5 8 0 16,-1 10 0-16,1 5 0 15,-2 8 0-15,1 10 0 16,-2-1 0-16,7-2 0 15,1 0 0-15,4-4 0 0,3-4 0 16,5-7 0-16,5-5 0 16,1-5 0-16,5-4 0 15,5-6 0-15,1 0 0 16,0-10 0-16,14-6-46 0,-15-2-43 16,2-4-3-16</inkml:trace>
  <inkml:trace contextRef="#ctx0" brushRef="#br2" timeOffset="-188330.54">21044 13890 465 0,'0'0'4'0,"0"-10"3"16,0 10 2-16,0-10 1 15,0 10 0-15,0-12-4 0,0 12-6 16,-7-8 0-16,-1 8 0 16,-7 8 0-16,0 6 0 15,-5 5 0-15,3 6 0 16,-3 8 0-16,8 2 0 16,-3-1 0-16,7 1 0 0,4 1 0 15,4-10 0-15,7-1 0 16,5-6 0-16,6-6 0 15,4-2 0-15,3-7 0 0,-2-4 0 16,1 0 0-16,-1-8 0 16,-1-5 0-16,-5-4 0 15,-1-2 0-15,-7-9 0 16,-6-6 0-16,-3-3 0 16,-3-5 0-16,-6 0 0 0,-7-1 0 15,-1 9 0-15,-8 1 0 16,3 7 0-16,-1 5 0 15,4 14 0-15,-1 4 0 16,5 3 0-16,2 9 0 0,6 5 0 16,5 4 0-16,2 6 0 15,0 3 0-15,7 5 0 16,2-2 0-16,9 2 0 16,2-4 0-16,0-1 0 0,5-5 0 15,5-1 0-15,-1-7 0 16,4-3 0-16,-6-7-32 15,3-1-56-15,-3-3-4 0</inkml:trace>
  <inkml:trace contextRef="#ctx0" brushRef="#br2" timeOffset="-187814.29">21287 13994 454 0,'0'0'6'0,"0"0"4"0,0 0 1 16,0 0 1-16,9 0 1 15,-9 0-8-15,0 0-5 16,12-12 0-16,-12 12 0 16,14-16 0-16,-3 7 0 0,1 4 0 15,2 0 0-15,4 5 0 16,-3 0 0-16,0 5 0 16,0 4 0-16,-3 4 0 0,-5 4 0 15,-1 3 0-15,-6 2 0 16,-3 0 0-16,-7 3 0 15,-7-3 0-15,4 1 0 16,-3-3 0-16,2-3 0 16,2-2 0-16,2-5 0 0,0 0 0 15,10-10 0-15,0 0 0 16,13 10 0-16,2-10 0 16,-1 0 0-16,2 0 0 15,4-3 0-15,1-4 0 0,0-1 0 16,-1 2 0-16,-3-8 0 15,5 3 0-15,-10-7-7 16,-1 0-82-16,3 1-3 16</inkml:trace>
  <inkml:trace contextRef="#ctx0" brushRef="#br2" timeOffset="-187514.24">21685 13533 494 0,'0'0'2'0,"0"0"1"0,0-11 2 0,0 11 0 15,0 0-3-15,2-8-2 16,-2 8 0-16,0 0 0 0,0 0 0 16,18 11 0-16,-6 11 0 15,4 3 0-15,9 15 0 16,1 5 0-16,2 9 0 15,4 11 0-15,-2 2 0 0,-5 6 0 16,-10 5 0-16,-10-1 0 16,-7-1 0-16,-16 1 0 0,-10 0 0 15,-14-6 0-15,-8 1 0 16,-14-14 0-16,-1-8-43 16,-2 2-49-16</inkml:trace>
  <inkml:trace contextRef="#ctx0" brushRef="#br2" timeOffset="-186680.93">18530 14137 426 0,'0'0'8'0,"0"0"2"16,0 0 4-16,0 0 1 16,-5 0 1-16,5 0 2 0,0 0-14 15,0 0-4-15,0 0 0 16,-13 3 0-16,13-3 0 15,0 0 0-15,0 0 0 16,-7 12 0-16,7 1 0 0,7-9-60 16,-7-4-33-16</inkml:trace>
  <inkml:trace contextRef="#ctx0" brushRef="#br2" timeOffset="-185364.56">22600 13458 392 0,'0'0'5'0,"6"-12"4"0,0 5 1 0,0-5 2 16,-4-4 1-16,-2-1 1 15,0 2 0-15,-6-2 0 16,-8 5-5-16,-7 2-2 15,-8 7-3-15,-4 6-2 16,-1 9 0-16,-3 5-1 16,2 13 0-16,3 3 1 0,7 3-2 15,7 7 0-15,6 6 0 16,7 6 0-16,5 2 0 16,7 4 0-16,3 6 0 0,5 7 0 15,-3 6 0-15,1 9 0 16,-1 3 0-16,-4 5 0 15,-6 10 0-15,-2 1 0 0,-5 1 0 16,-4 0 0-16,-7-2 0 16,-1 0 0-16,-5-9 0 15,-1-7 0-15,1-4 0 16,2-7 0-16,-3-11 0 16,2-10 0-16,1-4 0 0,2-11 0 15,3-8 0-15,2-7 0 16,9-9 0-16,-1-5 0 15,5-8 0-15,0-7 0 16,22 0 0-16,-1-3 0 0,8-5 0 16,11-9 0-16,7 3 0 15,10-5 0-15,7-4 0 16,3 6 0-16,-1-8 0 16,3 8 0-16,-9-5-33 0,-5 4-55 15,-9 0-3-15</inkml:trace>
  <inkml:trace contextRef="#ctx0" brushRef="#br2" timeOffset="-184679.89">22858 13552 366 0,'0'0'9'0,"0"0"4"0,0-6 1 0,0 6 3 0,-3-10 0 0,3 10 2 16,-2-14 2-16,2 14-1 15,0-7-7-15,0 7-11 16,0 0-2-16,0 0 0 16,0 0 0-16,0 0 0 15,13 0 0-15,-3 0 0 0,4 7 0 16,1 4 0-16,0 6 0 15,-2-2 0-15,1 5 0 16,-7 3 0-16,-3-2 0 16,-4 2 0-16,-8-1 0 15,-2-2 0-15,-2-3 0 0,-1-5 0 16,-1-2 0-16,1-2 0 16,1-8 0-16,12 0 0 15,-10-13 0-15,10-1 0 0,2-3 0 16,6-8 0-16,4-3 0 15,3-1 0-15,-1-6 0 16,2 10 0-16,-4 0 0 16,-3 6 0-16,0 4 0 0,-5 5 0 15,-4 10 0-15,0 0 0 16,0 15 0-16,0 5 0 16,0 5 0-16,3 4 0 15,2 5 0-15,-1 4 0 16,5 1 0-16,3-4 0 0,6-3 0 15,-2 1 0-15,8-8 0 16,2-9 0-16,4-3-44 16,3-3-44-16,-4-8-3 0</inkml:trace>
  <inkml:trace contextRef="#ctx0" brushRef="#br2" timeOffset="-183263.78">22958 14207 398 0,'0'0'7'0,"0"0"4"0,0 0 2 0,0 0 2 0,0 0 1 16,-4-10 2-16,4 10-1 15,0 0-1-15,0 0-16 0,0 0 0 16,0 0 0-16,-7 10 0 16,7 2 0-16,0-2 0 15,3 5 0-15,5 0 0 16,4-3 0-16,2-5 0 0,4-2 0 16,2-5 0-16,0 0 0 15,-4-2 0-15,6-6 0 16,-10-6 0-16,0-4 0 15,-4 1 0-15,-1 0 0 0,-7-1 0 16,0 3 0-16,0 3 0 16,-2 2 0-16,2 10 0 15,0 0 0-15,0 0 0 16,0 0 0-16,-5 17 0 16,5 1 0-16,7 4 0 0,3 3 0 15,3 5 0-15,-4-3 0 16,1 5 0-16,3-5 0 15,-8 3 0-15,0-2 0 0,-5-3 0 16,-8 0 0-16,-7-1 0 16,-4-4 0-16,-6-4 0 15,-5 0 0-15,1 2 0 16,1-9-52-16,0 1-37 0,1-5-2 16</inkml:trace>
  <inkml:trace contextRef="#ctx0" brushRef="#br2" timeOffset="-182785.59">22821 14811 492 0,'0'0'4'0,"0"0"1"0,0 0 2 16,0 0-4-16,4 3-3 0,-4-3 0 15,0 0 0-15,0 0 0 16,9 0 0-16,-9 0 0 16,21-3 0-16,-5 1 0 15,3-1 0-15,8-1 0 0,3 1 0 16,-1 0 0-16,7 3 0 15,-11 0 0-15,0 6 0 16,-7 1 0-16,-6 2 0 16,-12 4 0-16,-5 7 0 0,-13-3 0 15,-5 8 0-15,-5-3 0 16,-2 3 0-16,-4 0 0 16,8-3 0-16,3-1 0 15,6-5 0-15,9-1 0 0,8-5 0 16,5-5 0-16,13-5 0 15,7 0 0-15,5-7 0 16,7-3 0-16,-2-11-9 0,-1 2-78 16,6-6-4-16</inkml:trace>
  <inkml:trace contextRef="#ctx0" brushRef="#br2" timeOffset="-182046.74">23425 13164 406 0,'0'0'6'0,"0"0"2"0,0 0 1 15,0 0 0-15,0 0 1 16,0 0-1-16,0 0 1 16,0 0 0-16,0 9-5 15,2-1-2-15,1 2-1 0,-1 5 0 16,0-3-1-16,1 9 1 16,4-7 0-16,1 4 0 15,4-4 0-15,4 1 0 16,3-3-1-16,4 1 1 0,4-5-1 15,3-1 1-15,0-6-1 16,0 5 0-16,2-6-1 16,-11 0 1-16,4 0 1 0,-4-3-2 15,-9 0 0-15,1 2 0 16,-13 1 0-16,12 0 0 16,-12 0 0-16,0 0 0 15,0 0 0-15,0 10 0 0,-5 2 0 16,0 3 0-16,-2 12 0 15,-5 3 0-15,6 7 0 16,-3 13 0-16,0 4 0 16,0 8 0-16,4 8 0 15,0 3 0-15,3 5 0 0,-5 1 0 16,3 2 0-16,2 1 0 16,-1 1 0-16,1 0 0 15,-1-2 0-15,1 2 0 16,0-6 0-16,2-5 0 0,0-4 0 15,-3 0 0-15,3-9 0 16,-2-6 0-16,-1-4 0 16,-2-10 0-16,0-4 0 0,-2-5 0 15,2-2 0-15,0-9 0 16,-2-5 0-16,-1 2 0 16,-2-7 0-16,3-1 0 15,-6-1 0-15,-4 0 0 0,-1 3 0 16,-8-2 0-16,-3 2 0 15,-3 3 0-15,-5-5 0 16,0 6 0-16,0-3 0 16,0-1 0-16,-1-7-5 15,-2 2-84-15,17-2-2 0</inkml:trace>
  <inkml:trace contextRef="#ctx0" brushRef="#br2" timeOffset="-176880.75">23993 14064 460 0,'0'0'4'0,"0"0"0"16,0 0 0-16,0 0 0 0,-9 0 1 16,9 0 0-16,0 0 0 15,5 0 0-15,7-6-4 16,5 1-3-16,11 5-10 16,-1-10-20-16,-10 6-49 0,18 1-3 15</inkml:trace>
  <inkml:trace contextRef="#ctx0" brushRef="#br2" timeOffset="-176730.69">23974 14191 429 0,'0'0'2'15,"0"0"0"-15,0 0 0 16,0 0 1-16,0 0-1 16,7-4 0-16,10-4-10 15,6 3-34-15,9-7-35 0,5-3 0 16</inkml:trace>
  <inkml:trace contextRef="#ctx0" brushRef="#br2" timeOffset="-176046.99">24672 13211 429 0,'0'0'4'0,"0"0"1"16,0-13 0-16,0 13 1 16,-10-15 1-16,3 5-1 15,-9 1 1-15,-6 4-1 16,0 3-2-16,-8 4-3 0,-2 8 0 15,-3 10 0-15,-5 7-1 16,3 10 0-16,5 5 0 16,7 7 0-16,3 6 1 15,9 2 0-15,6 8 0 0,7-3 0 16,2 5 1-16,8 4 0 16,3-2 1-16,-1 9-2 15,3-5-1-15,-5 9 1 0,-3-3 0 16,-2 3 0-16,-5 5 0 15,0-5-1-15,-5 2 0 16,-2-3 1-16,-3-3 0 16,-3-4-1-16,-1-5 0 15,3-6 0-15,1-9 1 0,3-6-1 16,2-7 0-16,3-9 0 16,2-7 0-16,5-5 1 15,4-8 0-15,12-9 0 16,0-3 0-16,9-5 0 0,8-11 1 15,2-3-2-15,6-6-4 16,4 0-7-16,1-4-25 16,-2-6-47-16,-2 0-2 15</inkml:trace>
  <inkml:trace contextRef="#ctx0" brushRef="#br2" timeOffset="-175397.67">24660 13452 414 0,'0'0'7'0,"0"0"1"0,0 0 2 15,-5 0 0-15,5 0 1 0,0 0 0 16,0 0 0-16,-8 0-1 16,8 0-5-16,3 6-2 15,2 4-2-15,0 3 1 16,2 4-1-16,-2-1 0 0,2 6 0 16,-1-3-1-16,-4 1 0 15,-2-2-1-15,-2-6 0 16,-4-1-1-16,-4-2 1 15,10-9-1-15,-14 9 0 0,14-9 1 16,-13-5 0-16,13-5 0 16,0-1 1-16,8-12-1 15,2 0 0-15,4-3 1 16,4-2-1-16,2 3 2 0,-3 3 0 16,1 2 0-16,-6 6-1 15,-3 6 1-15,-9 8 0 16,13 0 0-16,-11 8 0 0,1 1-1 15,2 7 0-15,2-2 1 16,4 3 0-16,-2-2-1 16,3 1-2-16,4-9-6 15,1 5-15-15,1-9-58 16,-4-3-5-16</inkml:trace>
  <inkml:trace contextRef="#ctx0" brushRef="#br2" timeOffset="-175213.67">24961 13102 473 0,'0'0'1'0,"0"0"-1"0,2 10 1 16,3 2 0-16,2 3 0 0,0 7-2 15,-2 6-4-15,6 9-13 16,-9 5-62-16,3 2-3 15</inkml:trace>
  <inkml:trace contextRef="#ctx0" brushRef="#br2" timeOffset="-174629.31">24655 13978 419 0,'0'0'4'0,"0"0"1"16,0 0 0-16,0 0 1 16,9-4 0-16,-9 4 1 0,0 0-1 15,10 3 1-15,-10-3-3 16,11 9-2-16,-11-9-1 16,16 16 1-16,0-7-1 15,-2-4 0-15,4-3 0 0,1-2 0 16,-4 0 1-16,6-2 0 15,-4-6 2-15,-5-2 0 16,1 1 0-16,-8 2 1 0,-5 7 1 16,9-13 0-16,-9 13-6 15,0 0 0-15,0 0 0 16,0 8 0-16,-2 6 0 16,2 1 0-16,0 5 0 15,0 0 0-15,0 5 0 0,5-3 0 16,5-5 0-16,-5 3 0 15,2-5 0-15,-2-1 0 16,-2-4 0-16,-1 4 0 16,-2-14 0-16,-7 11 0 0,-3-6 0 15,-4 0-3-15,1-5-2 16,-2 0-3-16,0 0-5 16,3-2-12-16,-1-1-58 15,3-5-2-15</inkml:trace>
  <inkml:trace contextRef="#ctx0" brushRef="#br2" timeOffset="-174362.1">25072 13616 482 0,'0'0'3'0,"0"0"0"0,0 0 0 16,0 0 0-16,-3 9 1 15,1 3-1-15,-5 10 0 16,4 3 0-16,1 7-7 0,-6 3-9 16,8 4-37-16,0 8-33 15,0-4-2-15</inkml:trace>
  <inkml:trace contextRef="#ctx0" brushRef="#br2" timeOffset="-173830.65">24727 14469 444 0,'0'0'5'0,"0"0"1"16,0 0 1-16,-12-10 1 0,12 10 1 16,0 0-1-16,0 0 1 15,-6-10 0-15,6 10-5 16,10-2-2-16,2 2-2 0,4-3 0 16,5 3 0-16,0 0 0 15,4 3 0-15,0 2 0 16,-6 2 0-16,-4 3 0 15,-3 0 0-15,-7 5 0 16,-5 0 0-16,-7 4 0 0,-5-1 0 16,-3 0 0-16,-5 1 0 15,5-1 0-15,-5-4 0 16,5 0 0-16,6-8 0 16,9-6 0-16,-6 12 0 0,6-12-2 15,12 3 0-15,1-6-5 16,12 3-9-16,-7-4-43 15,7-6-25-15,4-1-2 0</inkml:trace>
  <inkml:trace contextRef="#ctx0" brushRef="#br2" timeOffset="-173663.82">25060 14249 463 0,'0'0'2'0,"0"10"-1"0,0 0 1 15,2 4 0-15,3 6 1 16,-3 5-1-16,3 0-1 16,3 7-6-16,-5-7-18 15,-13 2-55-15,17-5-4 0</inkml:trace>
  <inkml:trace contextRef="#ctx0" brushRef="#br2" timeOffset="-173129.59">25044 13012 410 0,'0'0'3'15,"0"0"2"-15,0 0-1 16,-7 0 1-16,7 0-1 16,0 0 1-16,-2 6 1 15,2-6 1-15,7 15-3 16,6-5-2-16,6 5 1 0,4-1 0 16,7 5 0-16,2 6-1 15,-5 6-1-15,6 3 0 16,-6 8 0-16,-4 6 0 15,-11 8 0-15,-3 4 1 0,-6 6 0 16,-3 3 0-16,-5 6 0 16,-5 5 1-16,3-4 0 0,-4 8 0 15,9-5-1-15,-3 1 0 16,5-1-1-16,3-2 1 16,4 0-1-16,3-5 1 15,2-3-1-15,4-6 0 16,1-5 0-16,-2-6 0 0,-3-2 0 15,-5-10 0-15,-2-1 1 16,-5-6-1-16,-2-5 0 16,-11-2 0-16,-14-8 1 15,-7-2-2-15,-8 0 0 16,-8-4 0-16,-5-6-5 0,-5 3-11 16,-2-4-66-16,0-5-3 15</inkml:trace>
  <inkml:trace contextRef="#ctx0" brushRef="#br2" timeOffset="-171830.74">13791 8762 336 0,'0'0'3'0,"0"0"3"0,0 0 0 16,0 0 2-16,-9 0 2 15,9 0-1-15,-11 0 1 0,11 0-1 16,-7 10-3-16,7-10-2 15,5 16 0-15,5-3-1 16,17-1 0-16,6 4 0 16,16 1 1-16,8-2 0 0,15 0 0 15,13-3 2-15,12 0-4 16,15-2 1-16,1-2 0 16,13-1 0-16,15-2-1 15,1 0 0-15,12 0 0 0,5 2 0 16,7-1 0-16,1-2-1 15,12 7 0-15,-4 1 0 16,0 5 1-16,4-2-1 16,-2 5-1-16,1 2 1 0,-9 5-2 15,0 0 1-15,-8 1 0 16,-7 2-1-16,-7 3 0 16,-5 0 1-16,-11 3-1 15,-9-3 1-15,-7 3 0 0,-9 1 0 16,-1-3 0-16,-6 1 0 15,-5-3 0-15,-4-2 0 16,2-3 0-16,0-5 0 16,2-2 0-16,-4-2 0 0,-1-11 0 15,3 1 0-15,-6-8 0 16,4 0-1-16,2-8 1 16,-3-4-1-16,1-6 0 15,0-1 0-15,-3-9 1 16,0-1-1-16,-3-7 1 0,-7-5 0 15,-3-4 1-15,-6-4 1 16,-12-5 0-16,-3-1 0 16,-8-5 0-16,-10 1 0 0,-5-3 1 15,-9 0-1-15,-5-1 0 16,-4 2 0-16,-7 3-1 16,-5 2 1-16,0 2 0 15,-5 4 0-15,-5 8-1 0,1 5-2 16,0 7-6-16,-5 0-32 15,7 13-40-15,4 2 0 16</inkml:trace>
  <inkml:trace contextRef="#ctx0" brushRef="#br2" timeOffset="-171280.69">19795 7994 407 0,'0'0'6'0,"0"0"2"0,0 0 2 0,0 0 2 16,0 0 1-16,0 0 0 0,0 0-1 15,0 0 1-15,0 0-6 16,0 0-5-16,7-8-6 16,11 8-10-16,-2-2-11 0,7 2-26 15,9 0-32-15,-2 0-4 16</inkml:trace>
  <inkml:trace contextRef="#ctx0" brushRef="#br2" timeOffset="-171147.9">19822 8143 341 0,'0'0'8'0,"0"0"3"0,-11 7 3 16,11-7 2-16,0 0-1 16,-9 7 0-16,9-7 1 15,0 0-3-15,9-7-14 16,16 0-25-16,18-4-50 0,-6-6-3 16</inkml:trace>
  <inkml:trace contextRef="#ctx0" brushRef="#br2" timeOffset="-170330.08">20299 7518 277 0,'0'0'5'0,"0"0"3"0,0 0 4 0,0 0 2 0,0 0 2 16,0 0 0-16,0 0 2 15,-8-7 3-15,8 7-7 16,0 0-2-16,0-8-4 16,0 8-1-16,8-7-1 0,-8 7-2 15,15-3-1-15,-8 3-1 16,3 0-1-16,0 10 1 15,-3 3-1-15,3 3-1 0,-5 5 1 16,-3 4-1-16,-2 2 1 16,0 0-1-16,-9-2 0 15,-1 0 0-15,-3-3 0 16,1-2-1-16,3-8 0 0,-2-1 1 16,1-5 0-16,10-6-1 15,-12 0 1-15,12 0 0 16,0-17 1-16,5 0 0 0,5-5 1 15,5-6-1-15,0-2 1 16,2 1 1-16,3-1 0 16,0 3 1-16,-6 5 1 15,-1 2-2-15,-1 5-1 16,-12 15 1-16,11-3-1 0,-9 6-1 16,-2 9 0-16,0 5-1 15,3 0-1-15,-1 7 0 16,3 0-3-16,2-1-7 15,0-7-14-15,-1-1-55 0,6 0-1 16</inkml:trace>
  <inkml:trace contextRef="#ctx0" brushRef="#br2" timeOffset="-170130.76">20533 7152 441 0,'0'0'3'0,"0"0"-1"0,0 0 0 0,0 0 0 0,2 4 0 15,3 12 1-15,-3 3-2 16,5 11-5-16,-7 5-9 16,6 12-23-16,1 4-41 0,-4 9-5 15</inkml:trace>
  <inkml:trace contextRef="#ctx0" brushRef="#br2" timeOffset="-169613.71">20269 8107 391 0,'0'0'2'16,"0"0"-1"-16,0 0-1 16,0 0 1-16,0 0 0 0,2 8 1 15,-2-8-1-15,8 7 1 16,-8-7-1-16,12 10 2 15,0-7 1-15,1-3 1 0,2 0 0 16,2-3 1-16,0-1 1 16,1-2-1-16,-3-1 0 15,0 2-1-15,-5 2-1 16,0 1 0-16,-10 2-2 16,0 0 0-16,8 0-1 0,-8 10 0 15,0 3 0-15,4-1-1 16,-4 8 1-16,5-4 0 15,0 7 0-15,-3 0 0 16,4-3 0-16,-1 1 0 0,-5-1 0 16,0 0 0-16,-5-2-1 15,-1-3 0-15,-8-2-1 16,-4-6-1-16,-1-3-4 16,-1 2-5-16,-3-6-12 0,-7-3-55 15,13-4-2-15</inkml:trace>
  <inkml:trace contextRef="#ctx0" brushRef="#br2" timeOffset="-169447.13">20567 7886 416 0,'0'0'2'0,"0"0"0"15,0 7 2-15,0 3-1 0,0 6 1 16,0 1 0-16,0 8-1 15,0 2-8-15,0 9-11 16,3-3-58-16,-1 5-2 16</inkml:trace>
  <inkml:trace contextRef="#ctx0" brushRef="#br2" timeOffset="-169064.65">20326 8705 436 0,'0'0'4'0,"0"0"2"15,-10-5 1-15,10 5 1 16,0 0 0-16,-13-12-1 16,13 12 1-16,-2-13 0 15,2 13-5-15,18-10 0 0,-4 5-2 16,6 0-1-16,3 3-1 15,-1-1 1-15,0 3 0 16,-4 0-1-16,-6 7 1 16,-5 4 0-16,-7 3-1 15,-2 4 1-15,-10 0 0 0,-3 1 0 16,0 3 0-16,-3-2 0 16,1 2 0-16,2-2-1 15,3-3 0-15,2-4-1 0,10 2 0 16,0-15-1-16,7 10-2 15,10-10-4-15,4 0-8 16,1-8-12-16,-5-4-51 16,15-3-1-16</inkml:trace>
  <inkml:trace contextRef="#ctx0" brushRef="#br2" timeOffset="-168464.06">20599 8388 460 0,'0'0'4'0,"0"0"1"0,0 0-1 0,0 0 0 0,0 12 1 15,0 1-1-15,-4 0-2 0,1 12-12 16,-4-2-23-16,1 4-47 15,1 6-3-15</inkml:trace>
  <inkml:trace contextRef="#ctx0" brushRef="#br2" timeOffset="-167730.9">20383 7122 195 0,'0'0'5'16,"-15"-5"2"-16,5-1 5 0,-7 5-3 15,0-2 3-15,-8 3-1 16,-3 0 1-16,-4 3 0 16,-3 4-3-16,5 10-4 15,0 3-2-15,5 7 2 0,1 8-1 16,9 7 0-16,3 5 0 16,7 8 0-16,5 7 0 15,5 9 2-15,2 3-2 16,3 8 0-16,0 5 1 0,0 2 0 15,-8 4 1-15,-2 2 0 16,0-3 0-16,-9-3 0 16,-2 0 0-16,2-2-1 15,-3-7-2-15,-1-4 1 16,5-3-2-16,-1-7 0 0,0 1-1 16,2-5 0-16,7-3 1 15,-5-5 0-15,5-8-1 16,0 1 0-16,0-8-1 0,0-4 0 15,0-3 0-15,0-7 0 16,0-5-2-16,0-8 0 16,3 3 1-16,-3-15 1 15,5 10 1-15,-5-10 0 0,18 0 0 16,-2-6 1-16,8-2 1 16,5-3-1-16,3-3-5 15,8 1-9-15,2-5-21 0,0 1-37 16,4 0-5-16</inkml:trace>
  <inkml:trace contextRef="#ctx0" brushRef="#br2" timeOffset="-167210.85">20664 7094 318 0,'0'0'5'0,"0"0"0"0,0 0 1 0,-5-9 3 15,5 9 1-15,0 0 2 0,-5-10-2 16,5 10 1-16,0 0-5 16,0 0-1-16,8-6-2 15,9 6-1-15,5 10-3 16,8 5 0-16,2 5 1 0,4 10 1 16,1 10 0-16,-3 12 0 15,-8 9 0-15,-5 11-1 16,-5 8 1-16,-12 3 0 15,-1 4 1-15,-3 7 0 0,-5-4 1 16,0-3 0-16,-3-1 0 16,1-1 1-16,4-3 0 15,-2-1 0-15,3-4-1 16,0 0-1-16,-1-5 0 16,3-3-2-16,-4-7 1 0,1 0 0 15,-8-10 0-15,-5-3 0 16,-7-6-2-16,-9-6-2 15,-11-3-12-15,-9-4-58 0,-5-2-3 16</inkml:trace>
  <inkml:trace contextRef="#ctx0" brushRef="#br2" timeOffset="-166363.77">13943 8886 454 0,'0'0'1'0,"-10"-4"1"0,10 4 0 0,-17-4 1 0,7 2-1 0,-1-3 0 16,11 5 1-16,-9 0 1 15,14 3 3-15,27 1 0 16,32-1 3-16,48-3 0 16,68-5-6-16,61-3-4 0,76 1 0 15,49-3-56-15,91-8-27 16</inkml:trace>
  <inkml:trace contextRef="#ctx0" brushRef="#br2" timeOffset="-138244.78">1735 5891 275 0,'0'0'5'0,"-12"-7"-2"0,2 1 1 0,-10 6 1 0,-10-7-1 16,-10 4 1-16,-12-2 0 16,-10 3-1-16,-13-3-2 15,-4 5-1-15,-8 0 1 0,-10 0-1 16,3 5 1-16,-10-3 3 15,7 3 2-15,5 3 3 16,3 0 1-16,6-4 1 16,14 0 2-16,9 2-1 0,15 2-1 15,10 2-4-15,14 4-3 16,10 13-2-16,6 8-1 16,5 15-2-16,8 14 0 15,2 21 0-15,5 21 0 0,0 20 0 16,-3 20 0-16,0 20 0 15,6 17 2-15,-6 13 1 16,6 12 0-16,-1 12 3 0,-2 12 1 16,3 7 1-16,-1 11 1 15,-2 13 0-15,-8 7 0 16,-2 15-2-16,-2 8 0 16,-3 4-4-16,-3 10-1 15,-6 2 0-15,-2 4-1 16,-4-1 0-16,0 0-1 0,-2-8 0 15,-3 1 0-15,3-5 0 16,-3-15 1-16,2-7-2 16,1-18 0-16,2-8 2 0,-2-19-2 15,2-8 0-15,0-19 2 16,-5-17-1-16,0-11 0 16,-2-22 1-16,-1-12-1 15,3-23 0-15,1-17 1 0,-4-20-1 16,5-12 0-16,4-20 0 15,-1-10-1-15,7-7 1 16,4-10-1-16,4-3 1 0,7-5 1 16,15-1 1-1,16-4 2-15,32-6 2 0,41-6-6 16,48-11 0-16,65-21 0 16,76-13 0-16,58-31 0 15,52-14-53-15,80-24-34 0</inkml:trace>
  <inkml:trace contextRef="#ctx0" brushRef="#br2" timeOffset="-136912.68">11140 5564 402 0,'0'0'0'0,"12"-5"0"0,9-3 0 16,11-2 1-16,12-4 0 15,16-6 1-15,10-3 2 16,16-1-1-16,14-4 1 0,4 1 0 15,9 6-1-15,2-3-1 16,0 12 0-16,-5 2-1 16,-4 13-1-16,-11 12 1 15,-6 9 0-15,-11 13 1 16,-11 18 0-16,-13 9 1 0,-7 16 0 16,-7 9 1-16,-11 17 0 15,-1 11-1-15,-8 16 0 16,-8 11 1-16,-1 12-1 0,-4 11-1 15,-5 8 0-15,-2 14 1 16,0 1-1-16,-4 13-1 16,-9 5 2-16,3 8 0 15,-2 7 0-15,-1 2 0 0,-2 6-1 16,-2 2 1-16,-3 4 0 16,3-1-1-16,-4 2-1 15,0-1 0-15,-2 1 0 16,0 0-1-16,1-2 1 0,3-4 1 15,-2-7 1-15,5 4-1 16,-5-9 1-16,3 1 0 16,4-8-3-16,-1-3 0 15,3-7 0-15,0-4 0 0,3-10 0 16,5-4 0-16,-1-8 0 16,5-10 0-16,0-6 0 15,2-12 0-15,5-6 0 16,2-7 0-16,-2-7 0 0,2-5 0 15,4-9 0-15,-1-9 0 16,-2-8 0-16,1-3 0 16,-2-11 0-16,1-7 0 0,1-5 0 15,-4-10 0-15,2-11 0 16,-4-6 0-16,1-10 0 16,-4-6 0-16,1-8 0 15,-3-9 0-15,0-12 0 16,-20 0 0-16,-8-4 0 0,-11-7 0 15,-19-1 0-15,-29 6 0 16,-32 6 0-16,-40 25 0 16,-50 21 0-16,-54 27 0 15,-60 41 0-15,-62 27-45 16,-70 43-45-16</inkml:trace>
  <inkml:trace contextRef="#ctx0" brushRef="#br2" timeOffset="-122897.83">980 10580 432 0,'0'0'6'0,"-7"-8"1"0,7 8 2 0,-11-10 1 16,11 10-1-16,-9-5 0 16,9 5 1-16,-10 3-1 15,10 9-5-15,0 9-2 16,5 4-2-16,0 4 0 15,2 6 0-15,4 2 0 0,-2 0 1 16,1 0-1-16,0-5 1 16,-5 3-1-16,0-11 0 0,-5 1 0 15,0-8 2-15,0-4-2 16,0-13 0-16,-15 10 0 16,5-10 0-16,-4-7 0 15,1-9 0-15,-2-6 0 16,2-7 0-16,-4-6 0 0,7-5 0 15,0-2 0-15,3 3 0 16,2-4 0-16,5 6 0 16,0 1 0-16,10 5 0 0,3 5 0 15,6 4 0-15,6 1 0 16,5 9 0-16,0 4 0 16,4 6 0-16,-1 2 0 15,-6 12 0-15,0 3 0 16,-7 9 0-16,-5 4 0 0,-8 2 0 15,-4-1 0-15,-3 1 0 16,-10 3 0-16,-5-9 0 16,0 3 0-16,-5-7 0 0,3-5 0 15,-1-2 0-15,6-1 0 16,2-6 0-16,10-6 0 16,0 0 0-16,0 7 0 15,10-6 0-15,5 2 0 16,0 1 0-16,7 0 0 0,-2 3 0 15,3 0 0-15,-4 4 0 16,1-1 0-16,0 5 0 16,-3-7 0-16,-1 9 0 0,-2-6-2 15,1 3-15 1,-15-14-23-16,20 16-49 0,-7-11-1 16</inkml:trace>
  <inkml:trace contextRef="#ctx0" brushRef="#br2" timeOffset="-122547.54">1410 10749 423 0,'0'0'5'0,"0"0"2"0,0 0 2 0,0 0 0 15,0 0 0-15,-12-6 1 0,12 6-1 16,-11 10 1-16,4 1-5 16,2 6-3-16,3 2-1 15,2 5-1-15,0-5 1 16,7 6-1-16,3-9 0 0,5 1 1 15,2-4 0-15,8-5 0 16,3-6 0-16,1-2 0 16,1-5 1-16,-2-7 0 15,-1-1 0-15,-5-5-2 16,-7 2 0-16,-3-4 0 0,-7 0 0 16,-5 0 0-16,-7-2 0 15,-8 5 0-15,0-1 0 16,-4 8 0-16,-4 3 0 0,5 0 0 15,-1 7 0-15,6 0 0 16,-1 7-2-16,6 0-12 16,8-7-13-16,-15 13-60 15,15-13-2-15</inkml:trace>
  <inkml:trace contextRef="#ctx0" brushRef="#br2" timeOffset="-122263.7">1785 10491 449 0,'0'0'4'0,"0"0"1"16,0 0 1-16,0 0 0 16,0 0 0-16,5 10 1 15,-3 2-1-15,-2 6 1 16,0 7-4-16,3 4-1 0,-1 4-1 16,1 6 0-16,0 0 0 15,-1 3 1-15,3-4-1 16,0 0-1-16,2-9 1 15,1-2 0-15,7-3 1 0,0-9-2 16,2-5 0-16,3-3 0 16,-1-4 0-16,4-3-3 15,-3-3-4-15,2-1-13 16,-7 1-51-16,0-9-15 0</inkml:trace>
  <inkml:trace contextRef="#ctx0" brushRef="#br2" timeOffset="-122097.59">1762 10746 417 0,'0'0'4'0,"0"0"2"0,0 0 1 15,9-9 1-15,0 3 2 16,8 1 0-16,8-2 0 16,5 1 1-16,10 2-6 0,2-4-5 15,8 6-16-15,9-5-64 16,-2 2-5-16</inkml:trace>
  <inkml:trace contextRef="#ctx0" brushRef="#br2" timeOffset="-121063.6">2873 10818 435 0,'0'0'5'0,"-5"-12"2"0,-2 5 2 16,-7-3-1-16,-2-1 1 15,-2 4 0-15,-1 0 0 16,-4 1-1-16,1 6-4 16,-2 8-2-16,1 4-2 0,1 9 0 15,5-2 0-15,4 3 0 16,5-2-1-16,8 2 1 15,3-4 0-15,11-4-1 16,7-4 1-16,4-5 0 0,7-5 0 16,-6 0 0-16,8-10 0 15,-5 0 1-15,-4-5 1 16,-6-4 0-16,-3 1 1 16,-6-4-3-16,-6 5 0 0,-1 2 0 15,-3 2 0-15,0 1 0 16,0 12 0-16,0 0 0 15,-7 0 0-15,4 15 0 16,3-2 0-16,0 6 0 0,0-1 0 16,7 1-2-16,4-5 1 15,0 3-1-15,8-10 1 16,0-6 0-16,6-1 0 16,-2-7 0-16,4-7 1 0,-3-6 0 15,1-8 1-15,-4 2 1 16,-5-9 0-16,0 1 2 15,-7-9-4-15,-4 3 0 0,-5 1 0 16,-2 4 0 0,-5 5 0-16,-1 5 0 0,-1 6 0 15,-2 12 0-15,11 7 0 16,-12 4 0-16,10 18 0 16,2 6 0-16,2 6 0 0,3 4 0 15,2 6 0-15,6 0 0 16,-1 1 0-16,4-3 0 15,-2-10 0-15,-2 1 0 16,1-11 0-16,-6-2 0 0,1-8 0 16,-4-5 0-16,-4-7 0 15,0 0 0-15,0 0 0 16,0-8 0-16,-4-6 0 16,-1 0 0-16,2-4 0 0,-1 1 0 15,1-1 0-15,3 1 0 16,0 3 0-16,10 1 0 15,-1 3 0-15,9 5 0 16,0 1 0-16,1 4 0 0,4 2 0 16,-3 5 0-16,2 3 0 15,-7 3 0-15,-3-4 0 16,-5 7 0-16,-3-2 0 16,-4 1 0-16,-11-3 0 0,-1 3 0 15,-6-2 0-15,-1-4 0 16,-3 1 0-16,-1-5-4 15,0 0-2-15,-1-2-3 16,9-1-12-16,-2 6-49 0,4-8-15 16</inkml:trace>
  <inkml:trace contextRef="#ctx0" brushRef="#br2" timeOffset="-120714">3551 10728 431 0,'0'0'4'0,"0"0"0"0,0 0 2 0,-12 10 0 0,5-2 0 0,-4 4 0 15,4 4 0-15,-5 0 1 16,3 1-4-16,0 1-1 16,9 0-1-16,0-1 0 15,5-5 0-15,8-2 0 0,2-5 0 16,3-2 1-16,6-3 0 15,-2-8 0-15,6-4 1 16,-6-1 1-16,1-7 0 0,-4-2 1 16,-6 0-2-16,-8 0-3 15,-5 0 0-15,-2 4 0 16,-10 0 0-16,-6 6 0 16,-3 5 0-16,2 7 0 15,-3 0 0-15,6 9 0 0,-1 7-10 16,8 2-9-16,1-2-19 15,5 2-49-15,3 0-1 16</inkml:trace>
  <inkml:trace contextRef="#ctx0" brushRef="#br2" timeOffset="-119996.45">3765 10749 358 0,'0'0'7'0,"0"0"3"0,0 0 4 0,0 0 0 16,2-11 2-16,-2 11-1 16,0 0 0-16,0 0 0 15,0 0-7-15,0 0-3 0,6 8-3 16,-6-8-1-16,5 18-2 16,2-8 0-16,1-1 1 15,5 1 0-15,-1 0 1 16,3-6 0-16,2-4 0 0,3 0 1 15,-1-1-1-15,2-2 1 16,-4-7 0-16,0-2 0 16,-4-1 1-16,-6 1-1 15,1-1 0-15,-4 7 0 0,-4 6-1 16,0-16-1-16,0 16 0 16,0 0-1-16,0 0 0 15,0 12 0-15,3-2 0 0,3 8-1 16,1-1 1-16,5 4 1 15,3-6-1-15,5-4 1 16,2-1 0-16,6-5 0 16,-1-5 0-16,3-5 0 15,0-10 1-15,0-5 0 0,-6-6 1 16,-3-5 0-16,-2 0 1 16,-2-5 0-16,-6-1 0 15,-4 3 1-15,-5 1-4 16,-2 4 0-16,0 4 0 0,0 6 0 15,-2 8 0-15,2 11 0 16,0 0 0-16,-10 18 0 16,10 7 0-16,0 9 0 15,0 6 0-15,3 6 0 0,4 6 0 16,0 1 0-16,3 1 0 16,0-7-4-16,2 0-20 15,8-9-61-15,-10-9-4 16</inkml:trace>
  <inkml:trace contextRef="#ctx0" brushRef="#br2" timeOffset="-119831.21">4185 10776 439 0,'0'0'3'0,"0"0"1"0,12-5 2 0,4 0 0 15,6 0 0-15,8 0 0 16,5-2 0-16,9 1-4 0,2 0-25 15,5 0-57-15,-1 1-3 16</inkml:trace>
  <inkml:trace contextRef="#ctx0" brushRef="#br2" timeOffset="-119263.14">4968 10786 496 0,'0'0'2'16,"0"0"0"-16,-10 0 1 0,0 0-1 16,-3 3 1-16,1 4 0 15,-5 3-3-15,-1 4 0 16,3 3 0-16,6 6 0 15,1-1 0-15,8 3 0 0,3-6 0 16,14-1 0-16,8-3 0 16,5-5 0-16,8-8 0 15,8-2 0-15,-1-4 0 16,2-9 0-16,-7-2 0 16,-7 0 0-16,-2-5 0 0,-11-2 0 15,-12 2 0-15,-8-2 0 16,-5 0 0-16,-10 4 0 15,-7-1 0-15,-3 6 0 0,-3 3 0 16,-4 5 0-16,2 5 0 16,3 3 0-16,5 5 0 15,2 2 0-15,2 2 0 16,13 2 0-16,5-14-29 0,-7 18-60 16,17-11-2-16</inkml:trace>
  <inkml:trace contextRef="#ctx0" brushRef="#br2" timeOffset="-118780.91">5291 10503 412 0,'0'0'7'0,"0"-10"3"0,0 10 3 0,3-15 2 16,-1 5 1-16,-2 0 1 0,2 1 1 16,1 2-15-16,-3 7-3 15,0 0 0-15,5 9 0 16,0 11 0-16,0 8 0 16,2 5 0-16,3 10 0 0,3 1 0 15,1 4 0-15,0 2 0 16,-2-6 0-16,0-2 0 15,-2-2 0-15,-3-8 0 0,-2-6 0 16,0-1 0-16,-3-9 0 16,4-1-6-16,-6-15-23 15,0 0-48-15,0 0-13 16</inkml:trace>
  <inkml:trace contextRef="#ctx0" brushRef="#br2" timeOffset="-118197.74">5813 10806 451 0,'0'0'5'0,"0"0"0"16,0 0 2-16,-5-10 0 16,5 10 0-16,-10-10 0 0,10 10 0 15,-20-8 0-15,7 6-4 16,-1 2-1-16,-2 2-2 16,2 9 0-16,-1-1 0 0,0-2-1 15,3 9 1-15,2-1-1 16,5 1 0-16,5-4 0 15,0 1 0-15,9 2 0 16,7-7 0-16,1-6 0 16,5-3 1-16,-1 0-1 0,4-11 1 15,-4 0 0-15,1-7 1 16,1-1 0-16,-8-6 1 16,0 0 0-16,-5-7 1 15,-5-6 0-15,-3-3-3 0,-2-7 0 16,-9-3 0-16,-1 4 0 15,-6-3 0-15,2 8 0 16,-4 5 0-16,4 7 0 0,1 11 0 16,3 13 0-16,3 12 0 15,5 10 0-15,2 12 0 16,4 9 0-16,6 10 0 16,8 7 0-16,-1 3 0 0,5 5 0 15,6-3 0-15,-2 2 0 16,7-10 0-16,-3-1 0 15,0-6 0-15,5-4-26 16,-1-8-61-16,-1-7-4 0</inkml:trace>
  <inkml:trace contextRef="#ctx0" brushRef="#br2" timeOffset="-117464.35">6648 10499 470 0,'0'0'3'0,"0"0"1"0,-12-16 0 16,12 16 2-16,-18-12-1 0,6 7 1 15,-4 1-1-15,2 4 1 16,1 1-4-16,-1 17-2 16,0 4 0-16,3 10 0 15,3 8 0-15,6 7 0 0,2 3 0 16,2 4 0-16,6-2 0 15,6 1 0-15,1-9-2 16,2-1-1-16,-1-10 0 0,1-3-1 16,-7-10-1-16,-3-5-1 15,-4-3 1-15,-3-12 1 16,0 0 1-16,-12 0 0 16,-4-12 0-16,2-3 2 15,-2-8 3-15,2-1 1 0,-4-6 1 16,4 0 2-16,3-2 0 15,2 1 0-15,6 3 1 16,3 1-2-16,3 7-2 16,10 2-3-16,6 8 0 0,6 8 0 15,6 2 0-15,5 7 0 16,1 6 0-16,1 9 0 16,-3 3 0-16,-3 0 0 15,-7 2 0-15,-4-2-2 0,-5-1-1 16,-9-4 0-16,-5-5 1 15,-2 0 1-15,0-15 0 16,-16 10 1-16,5-10 1 0,-1 0 0 16,-1-7 1-16,-1-3-1 15,6-8 1-15,-2 0-1 16,7 1 0-16,0 1 0 16,3-2-1-16,6-1 0 15,4 3-3-15,2 4-3 0,9 2-6 16,-7-2-17-16,-1 5-55 15,13 1-3-15</inkml:trace>
  <inkml:trace contextRef="#ctx0" brushRef="#br2" timeOffset="-116497.83">7120 10758 439 0,'0'0'4'0,"0"0"2"0,-10-5 1 0,-2 5 0 16,-1 0 1-16,-4 0 0 15,-3 8 0-15,0-1 0 0,-2 6-4 16,3 2-2-16,0 3-1 16,7-1 0-16,2-1-1 0,8 2 0 15,2-8-1-15,9-1 1 16,6 0 0-16,8-8 0 16,-3-1 0-16,5-7 1 15,1-4 0-15,-1 3 0 0,-2-10 1 16,-5 0 2-16,-4 4-4 15,-4-1 0-15,-4-2 0 16,-2 5 0-16,-4 2 0 16,0 10 0-16,-4-8 0 15,4 8 0-15,-12 12 0 0,8 1 0 16,2 6 0-16,2-1 0 16,2 1 0-16,8 1 0 15,3-5-4-15,6-3-5 16,6 1-4-16,0-10-2 0,5-3-2 15,2-3 2-15,0-10 1 16,-4 1 5-16,-3-3 6 16,-6-2 5-16,-3-3 6 0,-9 3 5 15,-5-3 1-15,-2 3 1 16,-7 4 0-16,0 1-4 16,-4 8-3-16,4 4-3 15,7 0-2-15,-12 9-1 16,12 3-2-16,0 8 0 0,0 1 0 15,5 0 0-15,2-1 0 16,-2 2 1-16,3-4-1 16,-3-4 0-16,0-1 2 0,-5-13-2 15,7 11 0-15,-7-11 0 16,0 0 0-16,5-9 0 16,-1 0 0-16,0-9 0 15,1 1 0-15,-1-8 0 16,4 0 0-16,-1 3 0 0,4-3 0 15,-2 3 0-15,1 7 0 16,0 5 0-16,0 8 0 16,0 2 0-16,-2 12 0 0,1 3 0 15,-1 5 0-15,5 7 0 16,-4-5 0-16,-2 6 0 16,1-3 0-16,0-9 0 15,-1 1 0-15,-2 0 0 16,-5-17 0-16,7 8 0 0,-7-8 0 15,11-4 0-15,-7-6 0 16,1-8 0-16,3-4 0 16,-1-7 0-16,3 1 0 0,0-4 0 15,4 2 0-15,-3 3 0 16,1 0 0-16,1 4 0 16,-6 9 0-16,3 9 0 15,-10 5 0-15,13 0 0 16,-8 7 0-16,2 8 0 0,-6 2 0 15,8 8 0-15,-5-3 0 16,2 1 0-16,4 0 0 16,-3-2 0-16,4 0 0 15,1-5 0-15,0-3 0 0,1-3 0 16,4 0-14-16,-2-10-18 16,-15 0-53-16,22 2-3 15</inkml:trace>
  <inkml:trace contextRef="#ctx0" brushRef="#br2" timeOffset="-116030.55">7898 10810 405 0,'0'0'6'0,"0"0"1"0,0 0-1 15,-11-3 1-15,11 3 0 0,0 0-1 16,-2 7 1-16,2-7 0 16,0 11-5-16,0-11-1 15,15 15 0-15,-5-8 0 16,0 1 0-16,0-6 1 0,0 1-1 15,-1-3 0-15,-9 0-1 16,11 0-2-16,-11 0-3 16,0 0-4-16,0 0-8 15,3-7-10-15,-6-6-40 0,3 13-15 16</inkml:trace>
  <inkml:trace contextRef="#ctx0" brushRef="#br2" timeOffset="-114697.91">7905 10860 341 0,'0'0'5'0,"0"0"3"0,0 0 1 0,0 0 4 15,0 0 0-15,0-10 1 16,0 10 0-16,0 0 0 16,0-10-4-16,0 10-3 0,0 0-2 15,7-12-1-15,-7 12-2 16,8-10 0-16,-8 10-1 16,13-8-1-16,-13 8 1 15,14 0-1-15,-14 0 0 16,18 4-1-16,-11 0 2 0,3 3-1 15,3 0 0-15,-4 1 0 16,7-1 1-16,-4-1 1 16,5-2 0-16,3-4 1 15,3 0 0-15,2-7 0 0,2-3 1 16,-3-2 0-16,6-2 1 16,-5-7-1-16,0 2 0 15,-7-4 1-15,-4 0-1 16,-4 1 0-16,-10 3-4 0,-3 4 0 15,-6 2 0-15,-9 11 0 16,-1-1 0-16,-4 6 0 16,0 7 0-16,2 7 0 0,3 5 0 15,3 3 0-15,5 0 0 16,5 2 0-16,10-3 0 16,8 1 0-16,11-2 0 15,6-8 0-15,7-1 0 16,8-1 0-16,-3-6 0 0,6-2 0 15,-9-2 0-15,-2-3 0 16,-9 0 0-16,-3 0 0 16,-10 0 0-16,-5 0 0 0,-10 0 0 15,0 0 0-15,0 0 0 16,0 0 0-16,0 0 0 16,0 0 0-16,0 0 0 15,0 0 0-15,0 0 0 0,0 0 0 16,-5 0 0-16,5 0 0 15,-13-8 0-15,13-2-73 16,0 10-19-16</inkml:trace>
  <inkml:trace contextRef="#ctx0" brushRef="#br2" timeOffset="-113881.21">8953 10818 423 0,'0'0'5'0,"0"0"2"16,0 0 1-16,0 0 2 0,0 0-1 15,-4-4 1-15,4 4 0 16,0 0 1-16,0 0-4 16,12 1 0-16,6 2-3 0,1-1-4 15,13-2 0-15,9 4 0 16,5-4 0-16,9 0 0 16,7 0 0-16,5-4 0 15,-2-1 0-15,-3 0 0 0,-5 2 0 16,-7 2 0-16,-10-2 0 15,-10 3 0-15,-8-3 0 16,-12 3 0-16,-10 0 0 16,0 0 0-16,0 0 0 0,0 0 0 15,0 0 0-15,-12 0 0 16,1 3 0-16,-10-3-35 16,-2 0-55-16,0 0-3 15</inkml:trace>
  <inkml:trace contextRef="#ctx0" brushRef="#br2" timeOffset="-113564.2">9443 10615 472 0,'0'0'4'0,"0"0"2"0,0 0 0 16,0 0 1-16,10 0 0 15,-10 0 2-15,20 3-9 16,-5-2 0-16,5-1 0 0,5 6 0 15,5-2 0-15,9 6 0 16,3 0 0-16,1 5 0 16,-1 0 0-16,-3 2 0 15,-7 4 0-15,-2-1 0 16,-7 4 0-16,-13-2 0 0,-10 2 0 16,-3 1 0-16,-11 0 0 15,-9-2 0-15,-2 1 0 16,-5-2 0-16,3-4 0 0,0 2 0 15,2-8 0-15,5 4 0 16,3-9 0-16,17-7-80 16,-13 0-11-16</inkml:trace>
  <inkml:trace contextRef="#ctx0" brushRef="#br2" timeOffset="-112997.58">10462 10575 444 0,'0'0'6'0,"-2"-7"2"0,2 7 3 0,-3-11 1 15,3 11 1-15,0-8-1 0,0 8-7 16,0 0-5-16,0 0 0 16,-2 13 0-16,2 10 0 15,0 7 0-15,2 4 0 16,3 9 0-16,2 3 0 0,3 2 0 16,3-6 0-16,-4-2 0 15,1-8 0-15,-2-8 0 16,-1-6 0-16,-2-9 0 0,-5-9 0 15,-7 0 0-15,-3-9 0 16,-3-9 0-16,-1-6 0 16,-6-11 0-16,0-5 0 15,0-9 0-15,7-1 0 16,1-7 0-16,10 3 0 16,-1-1 0-16,3 1 0 0,10 10 0 15,5 6 0-15,10 8 0 16,2 11 0-16,10 8 0 15,-1 11 0-15,1 8 0 16,0 12 0-16,-3 5 0 0,-4 7 0 16,-9 2 0-16,-12 7 0 15,-4-3 0-15,-5-3 0 16,-12 0 0-16,-3 0 0 0,-13-8 0 16,4 0-17-16,-6-5-71 15,0-7-2-15</inkml:trace>
  <inkml:trace contextRef="#ctx0" brushRef="#br2" timeOffset="-112647.89">10628 10669 464 0,'0'0'4'0,"0"0"1"0,18 3 1 0,-9-1 1 0,4 6 0 16,4-1 0-16,4 3 0 15,0 4-3-15,-1 4-4 0,1 2 0 16,-5 3 0-16,2 2 0 16,-6 0 0-16,-3-4 0 15,-9 2 0-15,0-7 0 16,0 0 0-16,-13-7 0 0,3 0 0 16,-6-9 0-16,2 0 0 15,-1-6 0-15,5-6 0 16,-1-8 0-16,10 2 0 15,1-4 0-15,0-3 0 16,12 3 0-16,0 0 0 0,8 2 0 16,-4 2-8-16,8 6-16 15,-4 0-20-15,0 4-36 16,-1 3-2-16</inkml:trace>
  <inkml:trace contextRef="#ctx0" brushRef="#br2" timeOffset="-112346.91">10961 10701 150 0,'0'0'22'15,"0"0"10"-15,0 0 6 0,0 16 1 16,0-16 1-16,0 16-1 15,0-6 3-15,0 0-2 16,0 3-17-16,0-5-8 16,0 4-5-16,0-12-3 0,20 13-1 15,-5-12 0-15,3-1-4 16,1 0-2-16,0-4 0 16,2-6 0-16,-1 0 0 0,-7-2 0 15,-4-3 0-15,-4 3 0 16,-5-1 0-16,-2-2 0 15,-13 7 0-15,0 1 0 16,-8 7 0-16,-1 0 0 0,-1 9 0 16,2 7 0-16,0 3 0 15,7 7 0-15,5 0 0 16,7-1 0-16,4 3 0 16,10-3 0-16,9-6 0 0,9-2 0 15,9-3 0-15,8-6 0 16,7 0-6-16,-2 2-78 15,9-10-3-15</inkml:trace>
  <inkml:trace contextRef="#ctx0" brushRef="#br2" timeOffset="-110294.86">11518 10637 457 0,'0'0'5'0,"0"0"1"0,0 0 2 0,0 0-1 16,0 0 0-16,-8 0 0 15,6 10 0-15,0 5 0 16,-1 7-7-16,3 6 0 16,0-2 0-16,0 7 0 15,0-1 0-15,0-3 0 0,0-4 0 16,3-7 0-16,-1-3 0 16,0-5 0-16,-2-10 0 15,0 0 0-15,0 0 0 16,0-10 0-16,0-5 0 0,-2-5 0 15,2-4 0-15,0-4 0 16,0-4 0-16,2-1 0 16,6 1 0-16,-1 5 0 15,1 5 0-15,4 2 0 0,0 12 0 16,1 5 0-16,2 6 0 16,2 12 0-16,-2 5 0 15,3 3 0-15,-4 3 0 0,2 2 0 16,-4-5 0-16,-2 2 0 15,-3-8 0-15,-2-5 0 16,-2-5 0-16,-3-7 0 16,0 0 0-16,0 0 0 0,0 0 0 15,0-10 0 1,0-2 0-16,0-8 0 0,0-2 0 16,4-6 0-16,4 1 0 15,0 3 0-15,1-1 0 0,-4 5 0 16,2 2 0-16,2 8 0 15,-9 10 0-15,12 6 0 16,-8 5 0-16,1 10 0 16,4 1 0-16,-2 5 0 0,2 5 0 15,-1-7 0-15,2 3-12 16,-4-6-2-16,7-5-1 16,-4-5 0-16,0-4 1 15,3-5 3-15,1-3 2 0,-3-6 4 16,-1-6 5-16,5-3 3 15,-7-2 4-15,-2-5 1 16,-1 0 1-16,2 1 2 0,-6 5 1 16,0-2-2-16,0 6-2 15,0 2-2-15,0 10-1 16,0 0-1-16,0 0-3 16,-8 4 0-16,8 9-2 15,0 1 0-15,0 2 1 0,2 2 0 16,4-2 0-16,6-1 0 15,6-5 0-15,-1 1 1 16,5-11 0-16,6 0 0 16,-1-8 0-16,1-7 2 0,-2-5 0 15,-1-2-1-15,-7-10-2 16,-3-1 0-16,-7-7 0 16,-6-1 0-16,-2-6 0 15,-2 4 0-15,-9-1 0 0,2 7 0 16,-5 6 0-16,2 9 0 15,0 12 0-15,-5 10 0 16,5 18 0-16,1 9 0 16,-1 10 0-16,7 8 0 0,2 5 0 15,3 4 0-15,3 0 0 16,14-7 0-16,3-2 0 16,5-10 0-16,8-5 0 0,-1-10 0 15,2-11 0-15,1-4 0 16,2-7 0-16,1-10 0 15,-6-4 0-15,-4-10 0 16,-6-1 0-16,-5-9 0 16,-5-6 0-16,-4-2 0 0,-5-6 0 15,-3-2 0-15,0 1 0 16,-6 6 0-16,1 4 0 16,1 9 0-16,-4 8 0 15,4 11 0-15,4 13 0 0,-11 13 0 16,6 14 0-16,3 8 0 15,2 7 0-15,0 8 0 16,0 4 0-16,2 3 0 0,3-3 0 16,3-6 0-16,-3-4 0 15,0-9-15-15,0-2 1 16,-3-17-1-16,0 0 3 16,-2-16 2-16,0 0 3 0,0 0 5 15,-4-16 4-15,1 4 4 16,-2-8 1-16,3 1 1 15,0-2 1-15,2 4 0 16,4 3-2-16,4-4-3 0,7 8-1 16,-1 0-2-1,9 3-1-15,-1-1-2 0,3 6-1 16,5-4-1-16,-3 4 0 16,-2 2-1-16,-5 0 1 15,0 0 0-15,-7 0 2 0,-4 0 1 16,-9 0 2-16,0 0 0 15,3 8 2-15,-3-8-1 16,-3 12 1-16,3-2-1 0,-2 0 0 16,2 2-1-16,0 4-1 15,0-5 0-15,5-1 0 16,2 1-1-16,3-4 0 16,2-5 1-16,0-2-1 0,6 0 1 15,0-7 0-15,-1-6 2 16,1-1 2-16,-4-7 1 15,-4 2 0-15,-2-1 2 16,-6 0 0-16,1 2-1 16,-3 4-6-16,0 2 0 15,0 12 0-15,0 0 0 0,-10 5 0 16,7 9 0-16,0 11 0 16,1 7 0-16,2 9 0 15,-2 3 0-15,2 5 0 0,0 9 0 16,0-7 0-16,0 1 0 15,0-2 0-15,0-7 0 16,0-4 0-16,0-12 0 16,-3-6 0-16,-2-7 0 0,5-14 0 15,-14 3 0-15,3-9-3 16,-1-9 1-16,-1-4 1 16,1-9 1-16,0-8 0 0,-1-4 0 15,6-8 0-15,2-6 1 16,5 0 0-16,0-4 1 15,10 4 0-15,5 1-2 16,3 9 0-16,6 7 0 16,4 8 0-16,-1 8 0 15,2 11 0-15,-1 5 0 0,-5 8 0 16,1 7 0-16,-9 5 0 16,-5 5 0-16,-8 1 0 15,-2 2 0-15,-4 2 0 0,-6-3 0 16,-5-1 0-16,0-5-3 15,0-3 0-15,0-3 0 16,7-2-1-16,-2-4-3 16,10-4-5-16,0 0-11 0,-2-7-47 15,2-3-14-15</inkml:trace>
  <inkml:trace contextRef="#ctx0" brushRef="#br2" timeOffset="-110114.2">13155 10246 479 0,'0'0'2'0,"0"0"0"0,0 7 0 16,0 5 1-16,-5 8 0 15,3 7 0-15,-1 8 1 0,3 5 0 16,0 10-4-16,0 1-3 16,0-1-7-16,12-1-24 15,-1-2-50-15,1-7-1 0</inkml:trace>
  <inkml:trace contextRef="#ctx0" brushRef="#br2" timeOffset="-109746.59">13349 10568 435 0,'0'0'4'0,"0"0"2"15,0-12 2-15,0 12 0 16,-5-10 0-16,5 10 1 16,-10 0-1-16,10 0 0 15,-12 4-3-15,7 6-3 16,2 2-1-16,3 1-1 0,6 2 0 15,3-3 1-15,6-2 0 16,5-6 1-16,3-1 0 16,2-3 1-16,-1-4-3 15,1-6 0-15,0 0 0 16,-7-5 0-16,-2 3 0 0,-6 2 0 16,1 2 0-16,-11 8 0 15,0 0 0-15,0 0 0 16,4 2 0-16,-4 16 0 15,0 2 0-15,0 6 0 0,2 7 0 16,-2 4 0-16,0 4 0 16,-2 0 0-16,-2-1 0 0,-9-1 0 15,1-2 0-15,-11-5 0 16,-5-4 0-16,-1-1 0 16,-8-9 0-16,4-1-33 15,-4 0-54-15,0-7-3 0</inkml:trace>
  <inkml:trace contextRef="#ctx0" brushRef="#br2" timeOffset="-109097.54">11343 10814 402 0,'0'0'6'0,"0"0"3"0,0 0 2 0,0 0 2 16,0 0 3-16,6-4 0 15,-6 4 1-15,0 0 0 0,0 0-13 16,7 0-4-16,-7 0 0 16,10 4 0-16,1-3 0 15,-2 4 0-15,10 6-4 16,17-5-83-16,-6 0-2 15</inkml:trace>
  <inkml:trace contextRef="#ctx0" brushRef="#br3" timeOffset="-105780.83">1000 15854 418 0,'0'0'5'0,"0"-7"4"0,0 7 1 0,3-16 2 16,-3 7 1-16,0-1 2 16,0 10 0-16,2-14-1 15,-2 14-14-15,-2 7 0 16,-3 10 0-16,5 8 0 16,0 7 0-16,0 0 0 0,0 8 0 15,2-4 0-15,3 4 0 16,0-8 0-16,2-4 0 15,-2-3 0-15,-3-8 0 0,1-4 0 16,0-6 0-16,-3-7 0 16,0 0 0-16,-10 0 0 15,2-12 0-15,-1-3 0 16,-2-8 0-16,-1-3 0 16,0-10 0-16,2 1 0 0,0-1 0 15,5-4 0-15,3 2 0 16,2-1 0-16,7 5 0 15,5 0 0-15,10 8 0 0,1 1 0 16,9 6 0-16,1 4 0 16,-1 5 0-16,-2 5 0 15,0 5 0-15,-3 6 0 16,-2 12 0-16,-8 0 0 16,-4 4 0-16,-3 3 0 15,-6 0 0-15,-4-1 0 0,-2-1 0 16,-10-3 0-16,1-3 0 15,-3-3 0-15,1-3 0 16,-1-4 0-16,3-2 0 0,-1 0 0 16,12-5 0-16,-10 0 0 15,10 0 0-15,0 0 0 16,0 0 0-16,10 5 0 16,2-2 0-16,1 1 0 0,4 4 0 15,1-1 0-15,4 6 0 16,2-3 0-16,-1 5 0 15,0-1 0-15,-3 1 0 16,-1 3 0-16,-4-3 0 0,2 4 0 16,-6-6-4-16,-2 6-17 15,-4-4-64-15,0-5-3 16</inkml:trace>
  <inkml:trace contextRef="#ctx0" brushRef="#br3" timeOffset="-105396.84">1619 15923 481 0,'0'0'3'0,"0"0"1"0,0 0-1 0,0 0 1 15,-8 8-1-15,1-1 1 0,-5 6-1 16,-1 4 0-16,1-2-2 15,2 4-2-15,2 4 0 16,3-3-1-16,5 0 1 16,2-4 0-16,11-5-1 0,4-4 2 15,3-4 0-15,3-3 1 16,4-3 1-16,-3-12 1 16,4 4 1-16,-5-10-4 15,-6 4 0-15,-5-3 0 0,-4-2 0 16,-6 5 0-16,-7-1 0 15,-7 3 0-15,-6-2 0 16,-1 7 0-16,-6 0 0 16,2 6 0-16,1-2 0 15,3 6-7-15,3 0-30 0,2 3-53 16,14-3-1-16</inkml:trace>
  <inkml:trace contextRef="#ctx0" brushRef="#br3" timeOffset="-105113.68">1944 15638 473 0,'0'0'2'0,"0"0"1"16,0 0 0-16,0 0 0 16,7 5 0-16,-7 8 0 15,0 2 0-15,0 7 0 16,0 3-1-16,0 7-1 0,0 5 0 15,0 3-1-15,-2 1 0 16,2 0 1-16,0 1-1 16,2-7 1-16,6-6-1 15,0 1-1-15,4-10 0 16,2-1 0-16,-1-9 0 0,7-5-5 16,-3-2-3-16,6-3-9 15,-3 0-42-15,-3-5-24 16,1-8-4-16</inkml:trace>
  <inkml:trace contextRef="#ctx0" brushRef="#br3" timeOffset="-104946.97">1939 15877 413 0,'0'0'4'0,"0"0"-1"16,0 0 2-16,0 0 0 15,7 0 1-15,6 0-1 16,4 0 1-16,8 0-4 15,3-3-20-15,6-4-59 0,8 2-3 16</inkml:trace>
  <inkml:trace contextRef="#ctx0" brushRef="#br3" timeOffset="-103881.09">3431 16000 492 0,'0'0'3'0,"-9"-13"2"16,0 6 0-16,-1-2 1 16,-3-4-6-16,-10-2 0 15,-1 1 0-15,-1 3 0 0,-4 6 0 16,-6 3 0-16,0 7 0 15,3 5 0-15,-4 10 0 16,6 2 0-16,11 0 0 16,-2 3 0-16,15 0 0 0,6-6 0 15,9-4 0-15,9-2 0 16,7-8 0-16,8-5 0 16,1-2 0-16,1-8 0 0,-5-5 0 15,0-1 0-15,-8 0 0 16,-3-5 0-16,-6 2 0 15,-5 2 0-15,-4-1 0 16,-4 3 0-16,0 5 0 16,0 10 0-16,-4-10 0 0,4 10 0 15,0 0 0-15,-8 15 0 16,8 1 0-16,3-2 0 16,6 4 0-16,1-2 0 15,8-3 0-15,-1-3 0 0,8-8 0 16,0-2 0-16,2-12-3 15,1-7 2-15,2-6-1 16,-1-8 2-16,1-6 1 0,-2-1 1 16,-7-4 1-16,-3-1-3 15,-6-2 0-15,-8 3 0 16,-4 1 0-16,-9 6 0 16,-5 7 0-16,-2 2 0 0,0 14 0 15,0 2 0-15,2 12 0 16,1 9 0-16,10 14 0 15,1 9 0-15,2 10 0 16,5 5 0-16,5 6 0 16,2 3 0-16,4-2 0 0,-2-1 0 15,2-8 0-15,-4-6 0 16,-3-5 0-16,2-11 0 16,-6-3 0-16,-3-9 0 15,-2-11 0-15,0 0 0 0,0 0 0 16,-5-11 0-16,1-7 0 15,-2-1 0-15,3-6 0 16,3-2 0-16,0 0 0 0,0 0 0 16,5 4 0-16,3-2 0 15,3 10 0-15,2 3 0 16,5 7 0-16,2 5 0 16,8 0 0-16,-4 9 0 0,3 4 0 15,-2 5 0-15,-2 1 0 16,-6 6 0-16,-6-2 0 15,-11 2 0-15,-3 0 0 16,-10-4 0-16,-6 2 0 16,-4-1 0-16,-4-5-5 0,-5-2-1 15,6-2-7-15,-1-6-8 16,8-7-34-16,2 0-30 16,6 0-2-16</inkml:trace>
  <inkml:trace contextRef="#ctx0" brushRef="#br3" timeOffset="-103530.95">4047 15872 471 0,'0'0'3'0,"0"0"0"0,0 0 0 0,-8 0-1 0,8 0 1 16,-15 9 0-16,4 2-1 15,4 3 0-15,0 1-3 16,0 5 1-16,4 1-1 16,3-3 1-16,8 0 0 15,4-4-1-15,6-8 1 0,7-6 0 16,-1-3 1-16,5-4 1 16,1-11 0-16,-2 4 2 15,-3-4 2-15,-5-2 1 16,-8 0-7-16,-5 1 0 0,-7 1 0 15,-5 1 0-15,-11 2 0 16,-5 3 0-16,-4 2 0 16,0-1 0-16,4 10 0 0,-4-2-37 15,7 3-51-15,6 7-3 16</inkml:trace>
  <inkml:trace contextRef="#ctx0" brushRef="#br3" timeOffset="-102831.3">4349 15852 477 0,'0'0'2'0,"0"0"1"16,0 0-1-16,0 0 0 16,0 0 0-16,-5 4-1 0,5-4 0 15,-5 18 1-15,1-6-3 16,4 1-1-16,0 4-1 15,0-2-1-15,7-3 2 0,0 1-1 16,3-7 0-16,5-2 2 16,-2-2 1-16,-1-4 1 15,3-6 3-15,-2-2 1 0,3-5 1 16,-5-5 1-16,-1 3 0 16,-3-5-1-16,1 2-4 15,-6 3-2-15,1 2 0 16,-1 2 0-16,-2 3 0 15,0 10 0-15,0 0 0 0,0 7 0 16,0 9 0-16,7-1-5 16,1 2-2-16,5 3 2 15,4-6-1-15,5 0 0 16,6-7 1-16,-1-3 2 16,8-4 3-16,-1-2 1 0,1-5 2 15,2-9 2-15,-5 2 1 16,-3-6 1-16,-3-3 2 15,-8 1-3-15,-6-2-6 0,-7-1 0 16,-5-2 0-16,-7 2 0 16,-5-4 0-16,-1 4 0 15,-2 0 0-15,1 7 0 0,3 4 0 16,2 1 0-16,9 13 0 16,-13-10 0-16,13 10 0 15,-3 17 0-15,3 3 0 16,0 5 0-16,3 7 0 15,1 5 0-15,-1 6 0 16,3 0 0-16,-2 5 0 0,-1-1 0 16,2-4 0-16,-3-1 0 15,3-5 0-15,5-2 0 16,-2-11 0-16,1-1 0 16,7-11 0-16,3-2 0 0,1-5 0 15,5-5 0-15,0-3 0 16,2-7 0-16,-2-4-19 15,5-6-34-15,-6-1-36 0,-6-1-1 16</inkml:trace>
  <inkml:trace contextRef="#ctx0" brushRef="#br3" timeOffset="-102663.85">4784 15862 421 0,'0'0'3'0,"0"0"0"0,6 0 1 0,6 0 1 16,5 0 0-16,0-3-2 16,15 3-8-16,-2-7-26 15,13 2-46-15,4-3-3 0</inkml:trace>
  <inkml:trace contextRef="#ctx0" brushRef="#br3" timeOffset="-101714.35">5473 15618 511 0,'0'0'0'0,"0"0"0"0,0 0 0 16,0 0 0-16,0 0 0 15,2 6 0-15,-2 8 0 16,2 11 0-16,-2 8 0 0,0 4 0 16,3 7 0-16,2 10 0 15,-5 1 0-15,7 0 0 16,-7-9-32-16,0-3-55 15,0-8-4-15</inkml:trace>
  <inkml:trace contextRef="#ctx0" brushRef="#br3" timeOffset="-101045.49">5346 15968 413 0,'0'0'3'0,"0"-7"2"15,0 7 0-15,10-20 2 16,-1 2-1-16,4 1 1 15,4-3 1-15,6-4 0 16,-1 1-2-16,6-1-1 16,-1 0 1-16,0 3 0 0,0-4 0 15,-4 5 1-15,2 3 0 16,-11-4-1-16,-1 7-6 16,-5 4 0-16,-1 1 0 0,-7 9 0 15,0 0 0-15,0 0 0 16,7 17 0-16,-1 5 0 15,-1 8 0-15,-1 2 0 16,4 8 0-16,-1-1 0 0,1 1 0 16,2-5 0-16,-6-3 0 15,4-7 0-15,-3-5 0 16,3-6 0-16,-8-14 0 16,16 10 0-16,-7-10 0 15,-9 0 0-15,14-14 0 0,-4 1 0 16,-4 1 0-16,1-1 0 15,-2 1 0-15,-3 2 0 16,0 0 0-16,-2 10 0 0,0 0 0 16,8 0 0-16,-3 10 0 15,0 0 0-15,2 5 0 16,3 0 0-16,5 2 0 16,-3-5 0-16,9-2 0 15,1-2 0-15,5-6 0 0,-2-2 0 16,4-10 0-16,2-3 0 15,3-2 0-15,-6-4 0 16,-1-1 0-16,-9-2 0 0,-1 2 0 16,-13 0 0-16,-4 1 0 15,0 4 0-15,-11 5 0 16,-5 2 0-16,2 8 0 16,-4 3 0-16,3 9 0 15,6 11 0-15,1 1 0 0,5 3 0 16,3 4 0-16,5-5 0 15,7 2 0-15,8-6 0 16,5-4 0-16,7-4 0 0,3-9-3 16,10 1-34-16,15-6-48 15,-16-8-3-15</inkml:trace>
  <inkml:trace contextRef="#ctx0" brushRef="#br3" timeOffset="-100414.42">6820 15712 463 0,'0'0'4'0,"0"0"1"0,0 0 1 15,0 0 1-15,0 0 0 16,0 11-1-16,0 1 2 0,0 3-3 15,0 8-5-15,-6-1 0 16,3 5 0-16,1 3 0 16,0 2 0-16,2-5 0 0,0 0 0 15,0-4 0-15,0-5 0 16,0-4 0-16,2-5 0 16,-2-9 0-16,0 13 0 15,0-13 0-15,0 0 0 16,0-10 0-16,2-2 0 0,-2-5 0 15,3-8 0-15,3-3 0 16,-2-2 0-16,0-1 0 16,7-4 0-16,-2 6 0 0,7 1 0 15,-4 3 0-15,3 9 0 16,2 2 0-16,3 10 0 16,1 4 0-16,-5 4 0 15,6 10 0-15,-1 2 0 0,-4 9 0 16,1 0 0-16,-1 7 0 15,-4-3 0-15,-1 3 0 16,-5-4 0-16,4-1 0 16,-4-9 0-16,3 4-15 15,-2 3-67-15,-1-18-9 0</inkml:trace>
  <inkml:trace contextRef="#ctx0" brushRef="#br3" timeOffset="-99997.66">7303 15816 459 0,'0'0'3'0,"0"0"-1"0,0 0 2 0,0 0 0 0,-4 11 1 16,4-11 0-16,0 15 0 0,0-5 0 16,0 0-2-16,0 0 0 15,0-10-1-15,13 9 1 16,-1-9-1-16,4 0 0 15,1-2 2-15,5-5-4 16,-3-9 0-16,1 4 0 0,-8-1 0 16,-1-6 0-16,-7 2 0 15,-4-1 0-15,-9 1 0 16,-7 0 0-16,-4 4 0 0,-1 1 0 16,-7 6 0-16,1 2 0 15,2 4 0-15,0 7 0 16,3 11 0-16,4 1 0 15,4 6 0-15,5 4 0 0,7 4 0 16,2 0 0-16,11-1 0 16,3-3 0-16,9-4 0 15,2-4 0-15,9-4 0 16,-1-8 0-16,5 1 0 0,-2-10-24 16,-6-3-63-16,17-4-4 15</inkml:trace>
  <inkml:trace contextRef="#ctx0" brushRef="#br3" timeOffset="-99511.61">7664 15760 500 0,'0'0'4'16,"0"0"0"-16,0 0-1 16,-10-2-3-16,10 2 0 15,-8 10 0-15,3-1 0 0,1 4 0 16,4 3 0-16,0 5 0 15,2-4 0-15,5 3 0 16,4-3 0-16,3-5 0 0,4-3 0 16,7-5 0-16,-3-4 0 15,3 0 0-15,-3-10 0 16,-1 2 0-16,-5-6 0 16,0-1 0-16,-6 0 0 0,-6 0 0 15,-1 2 0-15,-3 2 0 16,0 1 0-16,0 10 0 15,0 0 0-15,0 0 0 16,-7 7 0-16,7 6 0 0,2-1 0 16,8 3 0-16,-4-3 0 15,10 6 0-15,4-11 0 16,0-2 0-16,7-5 0 16,3 0 0-16,2-7 0 15,3-6 0-15,-1-4 0 0,0 1 0 16,-8-3 0-16,-3-6 0 15,-8 6 0-15,-8-4 0 16,-7 1 0-16,-13 0 0 0,-3 0 0 16,-12 1 0-16,-2 9 0 15,-2 4 0-15,-3 8 0 16,1 0 0-16,9 16-20 16,4 1-68-16,7 5-3 0</inkml:trace>
  <inkml:trace contextRef="#ctx0" brushRef="#br3" timeOffset="-99164.22">8715 15356 506 0,'0'0'3'0,"0"0"-1"0,-10-2-2 0,10 2 0 15,-19 0 0-15,6 5 0 16,-2 12 0-16,-2 8 0 16,-1 10 0-16,6 14 0 15,4 7 0-15,5 14 0 16,6 5 0-16,7 4 0 0,5-5 0 15,7-4 0-15,1-3 0 16,-1-8 0-16,-5-10-15 16,4-6-41-16,-7-11-34 15,-4-10-1-15</inkml:trace>
  <inkml:trace contextRef="#ctx0" brushRef="#br3" timeOffset="-98830.87">8598 15933 454 0,'0'0'4'0,"-2"-20"1"15,-1 6 1-15,3-4 1 16,0-1 2-16,3-1-1 16,4-3 2-16,6-5-2 15,5 11-8-15,8 5 0 16,-1 2 0-16,5 8 0 0,0 2 0 16,2 10 0-16,-2 4 0 15,-5 7 0-15,0 0 0 16,-8 5 0-16,-4 0 0 15,-6-2-7-15,-7-3 1 0,0-3 0 16,-7-6 2-16,-1-1 2 16,-2-7 2-16,-2-1 3 15,0-3 1-15,4-3 0 16,3-9 1-16,0-3-1 0,0-5 1 16,5 1-5-16,5-1 0 15,2-8 0-15,8 8 0 16,0-2 0-16,8 1-10 15,4 5-14-15,3-4-59 0,5 10-5 16</inkml:trace>
  <inkml:trace contextRef="#ctx0" brushRef="#br3" timeOffset="-97647.16">9259 15715 483 0,'0'0'3'16,"0"0"1"-16,0 0 1 0,-10-3 2 15,-2 2-1-15,0 1-3 16,-8-3-3-16,-3 3 0 15,-2 0 0-15,1 0 0 16,-4 7 0-16,3 3 0 0,5 5 0 16,3 3 0-16,4 1 0 15,8-1 0-15,5-1 0 16,8-2 0-16,9-3 0 16,6-7 0-16,5-2 0 0,-2-3 0 15,7-5 0-15,-3-6 0 16,-1 2 0-16,-6-7 0 15,-1 1 0-15,-10 1 0 16,1 2 0-16,-8-5 0 0,-5 4 0 16,0 3 0-16,0 0 0 15,0 10 0-15,-10-7 0 16,10 7 0-16,-10 7 0 16,10 7 0-16,0 2 0 0,0 4 0 15,8-4 0-15,4 8 0 16,0-7 0-16,5-2 0 15,4-5 0-15,3-3 0 16,1-5 0-16,5-2 0 0,-2-4-6 16,-1-6 0-16,0-5 0 15,-5 0 0-15,-2-2 1 16,-4-1 2-16,-4-1 2 16,-7 1 2-16,-3-1 3 0,-4 2 3 15,-3-1 1-15,-6 3 1 16,4 2-5-16,7 13-4 15,-17-12 0-15,17 12 0 16,-15 0 0-16,10 10 0 16,0 5 0-16,5 1 0 0,0 5 0 15,0 1 0-15,0 3 0 16,2-3 0-16,3-1 0 16,0-3 0-16,1-5 0 0,1 0 0 15,-7-13 0-15,2 7 0 16,-2-7 0-16,0 0 0 15,5-7 0-15,-5-4 0 16,3-1 0-16,-1-5 0 0,3-4 0 16,1 2 0-16,-1-6 0 15,2 3 0-15,0 5 0 16,1 0 0-16,-1 2 0 16,3 7 0-16,0 4 0 0,3 4 0 15,-4 7 0-15,4 3 0 16,-3 5 0-16,2 4 0 15,3-1 0-15,-5-1 0 16,0 3 0-16,0-6-5 0,-6-1 2 16,2-2 1-16,-6-11 1 15,7 7 1-15,-7-7 0 16,0 0 1-16,8-7 0 16,-8-4 1-16,3-2 0 0,-1-3 1 15,5-5-1-15,-2-1-2 16,2 3 0-16,4-1 0 15,-2 0 0-15,1 2 0 16,-2 7 0-16,-8 11 0 0,12-13 0 16,-12 13 0-16,0 0 0 15,12 15 0-15,-9-3 0 16,-1 3 0-16,2 5 0 16,3-3 0-16,0 1 0 15,0-4 0-15,9 4 0 0,0-6 0 16,9-5 0-16,1-1 0 15,3-6 0-15,4-3 0 16,1-4 0-16,1-6 0 0,-3 1 0 16,-4-6 0-16,-6 1 0 15,-7-2 0-15,-5-2 0 16,-10 1 0-16,-2 0 0 16,-11 6 0-16,-2 1 0 0,-5 4 0 15,0 9 0-15,-4 2 0 16,-1 11 0-16,0 8 0 15,7 4 0-15,1 5 0 16,4 5 0-16,8-6 0 0,5 4 0 16,5-8 0-16,13-4 0 15,7-3 0-15,3-10-19 16,9-8-52-16,7 0-16 16</inkml:trace>
  <inkml:trace contextRef="#ctx0" brushRef="#br3" timeOffset="-97030.87">10571 15725 410 0,'0'0'5'0,"0"0"3"0,0 0 2 0,0 0 0 0,0 0 1 15,0 0 2-15,6 8 0 0,-6-8 1 16,19 4-4-16,-4 2-3 15,9-4-7-15,6 3 0 16,11-3 0-16,10 1 0 16,6-3 0-16,8 0 0 15,5-3 0-15,7 1 0 16,0 0 0-16,-5-3 0 0,-5 2 0 16,-10 0 0-16,-9 1 0 15,-11 2 0-15,-12 0 0 16,-12 0 0-16,-13 0 0 15,0 0 0-15,0 8 0 0,-6-3 0 16,-5-3 0-16,-1 3 0 16,0-5 0-16,-1 5 0 0,-3 3-81 15,-2-8-12-15</inkml:trace>
  <inkml:trace contextRef="#ctx0" brushRef="#br3" timeOffset="-96697.66">11170 15448 501 0,'0'0'2'15,"0"0"1"-15,0 0 0 16,0 0-1-16,0 0-2 16,7 0 0-16,1 7 0 0,9 0 0 15,0 6 0-15,6-1 0 16,9 6 0-16,5 1 0 15,4 1 0-15,0 0 0 0,5 3 0 16,-7-1 0-16,-2-2 0 16,-9 7 0-16,-8-2 0 15,-13 2 0-15,-7 2 0 16,-18 4 0-16,-14-1 0 0,-7 3 0 16,-3 0 0-16,-6-3 0 15,0-7 0-15,2 2 0 16,11-4 0-16,5-12 0 15,12 4-4-15,9-8-86 0,9-7-2 16</inkml:trace>
  <inkml:trace contextRef="#ctx0" brushRef="#br3" timeOffset="-95814.08">12122 15549 501 0,'0'0'3'0,"0"0"2"0,0 0-3 16,0 0-2-16,0 0 0 15,0 0 0-15,0 0 0 16,0 0 0-16,-11 13 0 16,9 14 0-16,-1 8 0 0,1 7 0 15,2 7 0-15,0 9 0 16,0 3 0-16,2-3 0 16,3-2 0-16,3-8 0 15,-5-7 0-15,2-4 0 0,-1-9 0 16,1-6 0-16,-5-9 0 15,0-13 0-15,0 0 0 16,-5 0 0-16,-4-18 0 0,-2-7 0 16,-1-4 0-16,0-11 0 15,-1-9 0-15,-4-11 0 16,4-4 0-16,1-3 0 16,5-3 0-16,1 1 0 15,4 2 0-15,2 11 0 0,8 1 0 16,4 13 0-16,0 4 0 15,11 11 0-15,-1 9 0 16,6 7 0-16,2 8 0 16,2 3 0-16,-2 12 0 0,0 6 0 15,-6 9 0-15,-2 5 0 16,-9 4 0-16,-3 0 0 16,-10 4 0-16,-2-4 0 15,-11-3 0-15,-4 2 0 0,-8-6 0 16,0 1 0-16,-3-8 0 15,4 0 0-15,-6-1-50 16,-2-9-39-16,14-1-2 16</inkml:trace>
  <inkml:trace contextRef="#ctx0" brushRef="#br3" timeOffset="-95464.56">12428 15768 494 0,'0'0'3'0,"0"0"-1"0,0 0 1 16,0 0 0-16,-3 12 0 15,3-12 0-15,-15 19-3 16,5-6 0-16,-1 2 0 0,2 0 0 16,-1-1 0-16,8 4 0 15,2-6 0-15,2-2 0 16,10-4 0-16,4-2 0 0,8-4 0 15,1-2 0-15,2-6 0 16,-2-2 0-16,0-2 0 16,-8-6 0-16,1 1 0 15,-8-3 0-15,-6-4 0 16,-6 6 0-16,-8-1 0 0,-7 1 0 16,-3 3 0-16,-2 8 0 15,-3 4 0-15,0 6 0 16,-2 2-13-16,0 7-75 0,11 3-4 15</inkml:trace>
  <inkml:trace contextRef="#ctx0" brushRef="#br3" timeOffset="-95096.72">12842 15648 503 0,'0'0'4'0,"0"0"0"15,0 0-4-15,0 0 0 16,-5-10 0-16,-4 10 0 15,-4 0 0-15,-7 0 0 0,-5 8 0 16,-2 2 0-16,2 2 0 16,-3 3 0-16,8 0 0 15,3 2 0-15,3 1 0 16,8-3 0-16,6 2 0 16,6-2 0-16,4 0 0 0,6-4 0 15,2 5 0-15,2-4 0 16,-3 1 0-16,3-4 0 15,-3 3 0-15,1-3 0 0,-3 0 0 16,-7-2 0-16,-8-7 0 16,7 16 0-16,-7-9 0 15,-10 0 0-15,-3 3 0 16,-1-2 0-16,-3-1 0 16,2-1 0-16,-1-4 0 0,4 0 0 15,2-4 0-15,10 2-26 16,-8-13-40-16,8-4-22 15,8 0-2-15</inkml:trace>
  <inkml:trace contextRef="#ctx0" brushRef="#br3" timeOffset="-94927.79">12842 15648 423 0,'60'-64'7'15,"-60"64"4"-15,15-12 2 16,-15 12 1-16,7-8 2 16,-7 8-1-16,0 0-3 15,12-6-12-15,-9 12 0 16,-3 14 0-16,2 5 0 0,4 4 0 15,-1 6 0-15,2 4 0 16,3 4 0-16,3 1-12 16,-4 1-72-16,3-12-5 0</inkml:trace>
  <inkml:trace contextRef="#ctx0" brushRef="#br3" timeOffset="-94781.15">12899 15856 491 0,'0'0'2'0,"0"0"0"16,0 0 1-16,8-4 0 16,5 1 0-16,3 1 0 15,5-3-4-15,16 5-21 0,13-8-60 16,-1-2-4-16</inkml:trace>
  <inkml:trace contextRef="#ctx0" brushRef="#br3" timeOffset="-94013.96">13364 15668 489 0,'0'0'3'16,"0"0"2"-16,0 0 0 0,0 0-1 16,0 5 1-16,0 8-5 15,0 6 0-15,0 1 0 16,0 7 0-16,0 6 0 15,0-2 0-15,0 2 0 16,0-5 0-16,0-3 0 0,2-6 0 16,-2-2 0-16,0-7 0 15,0-10 0-15,0 0 0 16,0 0 0-16,0 0 0 16,0-12 0-16,-2-8 0 0,-1-3 0 15,1-3 0-15,2-7 0 16,0-6 0-16,0 2 0 15,2-3 0-15,8 3 0 0,-2 4 0 16,4 6 0-16,0 8 0 16,1 6 0-16,4 11 0 15,-1 4 0-15,0 11 0 16,5 9 0-16,-3 2 0 16,-2 7 0-16,2 1 0 0,-6 2 0 15,-2-2 0-15,-4-4 0 16,-2-2 0-16,-4-5 0 15,0-6 0-15,0-5 0 16,0-10 0-16,-7 4 0 0,7-4 0 16,-13-9 0-16,8-4 0 15,1-4 0-15,4-6 0 16,0-5 0-16,0-5 0 16,4-4 0-16,6 2 0 0,5-3 0 15,0 6 0-15,3 5 0 16,-4 4 0-16,2 15 0 15,0 8 0-15,0 8 0 0,-4 17 0 16,-2 8 0-16,2 6 0 16,-2 6 0-16,3-1 0 15,-3 3 0-15,2 1 0 16,-6-14-27-16,-4-2-61 16,8-2-3-16</inkml:trace>
  <inkml:trace contextRef="#ctx0" brushRef="#br3" timeOffset="-92347.82">13941 15802 489 0,'0'0'3'0,"0"0"2"0,0 0 1 16,0 0 0-16,-13-11-4 16,13 11-2-16,-8 0 0 15,8 0 0-15,-14 4 0 0,8 6 0 16,1 4 0-16,5-2 0 15,0 1 0-15,0 5 0 16,9-3 0-16,3-4 0 0,5-3 0 16,0 0 0-16,3-6 0 15,2-2 0-15,1-2 0 16,-1-6 0-16,-1-4 0 16,-5-4 0-16,0 0 0 0,-4-5 0 15,-5 2 0-15,-5-2 0 16,-2 7 0-16,0-3 0 15,-2 5 0-15,-1 1 0 16,3 11 0-16,0 0 0 16,-11 0 0-16,8 8 0 0,3 5 0 15,0 3 0-15,3 1 0 16,6 1 0-16,3 0 0 16,4-3 0-16,6-5 0 15,3-3 0-15,4-4 0 0,7-3 0 16,-4-8 0-16,5-4 0 15,-5-8 0-15,3-7 0 16,-5 0 0-16,-5-11 0 16,-8-1 0-16,-7-9 0 0,-2 2 0 15,-8-7 0-15,-10 4 0 16,-5 2 0-16,-2 3 0 16,-1 6 0-16,-2 8 0 15,1 10 0-15,-4 8 0 0,3 12 0 16,5 12 0-16,-3 11 0 15,6 9 0-15,-1 8 0 16,6 9 0-16,0 6 0 16,7-4 0-16,5 7 0 0,8-9 0 15,4 1 0-15,8-13 0 16,4-6 0-16,6-7 0 16,2-10 0-16,6-9 0 15,-3-5 0-15,4-7 0 0,-6-8 0 16,-3-10 0-16,-3 0 0 15,-13-7 0-15,1-2 0 16,-13-8 0-16,-2-1 0 0,-5 1 0 16,-5 0 0-16,-4 2 0 15,-1 8 0-15,0 3 0 16,0 9 0-16,8 2 0 16,2 18 0-16,-12 0 0 15,8 18 0-15,1 9 0 16,3 5 0-16,0 13 0 0,7 3 0 15,0 10 0-15,-2-1 0 16,7 3 0-16,3-8 0 16,-3 0 0-16,1-10 0 0,-3-10 0 15,-6-5-8-15,1-9-9 16,-5-18 1-16,0 10 2 16,0-10 2-16,-17-8 6 15,4-2 6-15,-1-9 2 0,-1 3 5 16,3-5 4-16,0 1 1 15,5-3-1-15,5 1 1 16,2 0-4-16,2 2-2 0,14 3-2 16,-1-1-4-16,10 3 0 15,0 3 0-15,5 0-3 16,-1 5 1-16,1-1-1 16,-2 3 0-16,-3 0 0 15,-7 5 2-15,-2 0 1 0,-8 5 2 16,-8 5 0-16,0 0 1 15,-3 4 0-15,-2 1 0 16,-5 5-1-16,4-3-2 16,5-3-2-16,-2 0-1 15,3 0-2-15,0-14-3 0,20 12-5 16,-5-12-8-16,6 0-10 16,1-7 0-16,4-5 3 15,2-1 11-15,3-5 12 0,0 5 8 16,-4-10 9-16,-2 7 12 15,-7-2 9-15,-1 0 3 16,-10 4-3-16,-1-2-10 16,-6 7-23-16,0 1 0 15,0 8 0-15,-6-3 0 0,6 3 0 16,-12 15 0-16,10 0 0 16,2 8 0-16,0 2 0 15,0 4 0-15,0 6 0 0,4 2 0 16,4-3 0-16,0 3 0 15,4-1 0-15,-7-3 0 16,6-2 0-16,3-4 0 16,-7-2 0-16,0-5 0 15,-1-4 0-15,-4 0 0 0,-2-7 0 16,0-9 0-16,-2 16 0 16,2-16 0-16,-13 5 0 15,13-5 0-15,-17 0 0 16,17 0 0-16,-13-21 0 0,11 7 0 15,-3-8 0-15,5-5 0 16,0-8 0-16,0-5 0 16,2-5 0-16,1-1 0 15,6-7 0-15,4 6 0 0,2 0 0 16,-2 4 0-16,4 10 0 16,0 6 0-16,-2 4 0 15,7 10 0-15,-4 9 0 0,1 4 0 16,-1 6 0-16,-1 10 0 15,1 4 0-15,-4 5 0 16,-5 4 0-16,-5 0 0 16,-4 4 0-16,-4-1 0 0,-9-7 0 15,-7 0 0-15,-2-8 0 16,-3-2 0-16,0-2 0 16,3-11 0-16,2 1 0 15,0-6 0-15,8-7-39 16,12 10-44-16,-14-27-6 0</inkml:trace>
  <inkml:trace contextRef="#ctx0" brushRef="#br3" timeOffset="-92163.9">15486 15334 508 0,'0'0'3'0,"0"0"-3"0,0 0 0 0,0 0 0 0,5 7 0 0,-5 4 0 16,0 8 0-16,0 6 0 0,0 5 0 15,-4 9 0-15,3 1 0 16,-1 13 0-16,2-7 0 16,0 4 0-16,0-11-45 15,7-7-43-15,6-7-2 16</inkml:trace>
  <inkml:trace contextRef="#ctx0" brushRef="#br3" timeOffset="-91797.85">15690 15587 492 0,'0'0'4'0,"0"0"0"0,0 0 1 16,0 0-1-16,0 0-2 16,-2 10-2-16,-4-3 0 15,1 5 0-15,0 1 0 16,3 4 0-16,-1 0 0 16,3 1 0-16,8-1 0 0,5-4 0 15,6-6 0-15,6-2 0 16,2-5 0-16,1 0 0 15,-1-2 0-15,1-8 0 0,-11 3 0 16,3-4 0-16,-13 1 0 16,-7 10 0-16,10-12 0 15,-10 12 0-15,0 0 0 16,0 0 0-16,0 5 0 16,-5 10 0-16,-2 5 0 0,2 4 0 15,-8 9 0-15,-2 1 0 16,-3 6 0-16,-10-3 0 15,5 0 0-15,-9 3 0 16,-9-10 0-16,7-4-36 0,-8-3-52 16,-1-9-4-16</inkml:trace>
  <inkml:trace contextRef="#ctx0" brushRef="#br3" timeOffset="-91230.69">13163 15758 487 0,'0'0'5'0,"0"0"1"0,0 0 1 0,0 0-1 0,0 0-6 0,0 0 0 15,0 0 0-15,0 0 0 16,12 4 0-16,-5-1 0 16,11 2 0-16,-8-1-26 15,15-4-62-15,2-1-3 16</inkml:trace>
  <inkml:trace contextRef="#ctx0" brushRef="#br3" timeOffset="-90147.69">11324 10793 361 0,'0'0'8'0,"0"0"3"15,0 0 3-15,0 0 1 0,0 0 2 16,0 0 2-16,0 0 0 16,0 0 2-16,0 0-7 15,0 0-2-15,0 0-12 0,5 3 0 16,-5-3 0-16,0 0 0 15,0 0 0-15,0 0 0 16,0 0 0-16,7 3 0 16,-7-3 0-16,18 1 0 0,-6-1 0 15,8 3-18-15,13-3-69 16,-11 0-3-16</inkml:trace>
  <inkml:trace contextRef="#ctx0" brushRef="#br3" timeOffset="-89043.8">10487 10424 365 0,'0'0'8'0,"0"0"2"0,0 0 0 0,-11-10 1 15,11 10 1-15,-7-7 0 16,7 7 1-16,-12 0-1 0,12 0-6 15,-13 14-2-15,8 3-1 16,3 8-1-16,0 5 0 16,-1 8-1-16,3 3 1 15,0 5-1-15,5 0 1 0,-1 2-1 16,6-4-1-16,-4 0 1 16,-1-4 0-16,5-4 0 15,-6 0-1-15,5-11 1 16,-5 0-1-16,-1-9 1 0,-2-2 1 15,-1-5-1-15,0-9 1 16,0 0 0-16,0 0 0 16,-6-5 0-16,-5-7 0 15,4-5 1-15,-2-6-2 0,-2-3 1 16,-1-8-1-16,-3-3 0 16,2-4 1-16,4-4 0 15,-2-3 0-15,4 2 0 16,2 1-2-16,5 5 0 0,0 4 0 15,3 3 0-15,6 6 0 16,4 4 0-16,2 6 0 16,5 5 0-16,0 4 0 15,4 6 0-15,1 2 0 0,0 2 0 16,3 10 0-16,-6 1 0 16,-3 4 0-16,2 6 0 15,-12-3 0-15,2 1 0 16,-11 4 0-16,0-2 0 0,-6-3 0 15,-6 2 0-15,-2-5 0 16,-6 1 0-16,-1-1-9 16,-4-7-11-16,6-2-44 15,-1 3-23-15,3-2-2 0</inkml:trace>
  <inkml:trace contextRef="#ctx0" brushRef="#br3" timeOffset="-88581.06">10685 10741 458 0,'0'0'4'0,"0"0"1"0,0 0 1 0,0 0 1 0,0 0-2 16,0 0 1-16,0 0 1 15,0 0-1-15,8 8-3 0,0-1-2 16,4 5 0-16,2 3 1 16,4 2-2-16,0 1 0 15,-1 1 0-15,-4 1 0 16,-1-1 0-16,-6 5 0 0,0-6 0 15,-6-2 0-15,0-1 0 16,-10-2 0-16,1-4 0 16,-2 1 0-16,1-7 0 15,1 0 0-15,9-3 0 16,-13-6 0-16,13-4 0 0,0-7 0 16,10-3 0-16,2-5 0 15,4-4 0-15,1-1 0 16,5 4 0-16,-3-5 0 0,6 9-18 15,-2 7-53-15,2-3-16 16</inkml:trace>
  <inkml:trace contextRef="#ctx0" brushRef="#br3" timeOffset="-88181.12">11023 10733 428 0,'0'0'3'0,"0"0"2"16,0 0 0-16,0 0 2 16,-7 10-1-16,7-10 1 15,-7 10 0-15,7-10 0 16,0 0-2-16,-4 11-1 0,4-11-1 16,6 0 0-16,4 0 0 15,-1-6 0-15,2-1 0 16,0-3 1-16,2 0 0 15,0-2 0-15,-3-1-4 0,-5-1 0 16,-5-2 0-16,0 7 0 16,-3 1 0-16,-4 6 0 15,-5-1 0-15,-7 3 0 16,2 10 0-16,-2 8 0 16,-1 3 0-16,3 7 0 0,-1 2 0 15,6 2 0-15,6-1 0 16,6-2 0-16,4-2 0 0,10-6 0 15,9-4 0-15,4-6 0 16,8-6-6-16,12-2-16 16,-5-1-62-16,10-4-3 15</inkml:trace>
  <inkml:trace contextRef="#ctx0" brushRef="#br3" timeOffset="-87063.93">11510 10662 410 0,'0'0'6'0,"0"0"2"0,0 0 1 16,0 0 0-16,0 0 1 0,0 0-1 15,-4-3 0-15,4 3 0 16,0 17-5-16,0 1-3 15,2 5 0-15,3 1-1 0,-3 6 0 16,3 2 1-16,0-4-1 16,-1 1 0-16,3-5 0 15,-3 1 1-15,-1-10-1 16,-1-2 0-16,-2-3 2 16,0-10 0-16,3 10 0 0,-3-10 0 15,0 0 1-15,0-13 0 16,-3 3 0-16,1-10 0 15,-1-4 1-15,-1-4-4 16,1-3 0-16,3-1 0 0,0-3 0 16,0 2 0-16,0 3 0 15,0 1 0-15,5 6 0 16,2 8 0-16,0 3 0 16,1 8 0-16,5 1 0 0,1 3 0 15,6 7 0-15,-2 8 0 16,1-1 0-16,2 7 0 15,-1 1 0-15,-1 1 0 0,-4-3 0 16,-3-1 0-16,-4-1 0 16,-4 1 0-16,0-6 0 15,-4-1 0-15,0-5 0 16,0-7 0-16,-13 12 0 0,13-12 0 16,-12 0 0-16,12 0 0 15,-11-12 0-15,6-3 0 16,5-2 0-16,0-5 0 15,0-3 0-15,3 3 0 16,5-3 0-16,-1 0 0 0,5 5 0 16,-1 3 0-16,-2 5 0 15,3 5 0-15,-1 1 0 16,-1 6 0-16,-1 0 0 16,2 10 0-16,-1 2 0 0,2 5 0 15,-2 6 0-15,-3-1 0 16,3 6 0-16,-3-6 0 15,4 6-13-15,-9-6-12 0,3-15-55 16,0 14-8-16</inkml:trace>
  <inkml:trace contextRef="#ctx0" brushRef="#br3" timeOffset="-86430.77">11940 10709 375 0,'0'0'5'0,"0"0"4"0,0 0-1 0,0 0 0 0,-9 8 1 0,9-8 0 16,-6 14 0-16,4-2 0 15,2 1-4-15,0 2-3 16,0 3-1-16,8-4 0 16,-1-2 0-16,7-2 1 15,-1-3-1-15,7-2 1 0,2-2 0 16,1-3 1-16,-1-8 0 15,0 0 1-15,1-6 1 16,-3 0-1-16,-6-4 0 0,-2-4 1 16,-1 3-2-16,-6-5 1 15,-3 5-2-15,1-1 0 16,-3 5 0-16,0 0-1 16,0 5 0-16,0 10 0 0,0-12 0 15,0 12 0-15,-3-10-1 16,3 10 0-16,-2-12 0 15,2-1 1-15,0 4-1 16,-2-7 0-16,2 0 0 16,-3-5 0-16,1 4 1 0,-1-3-1 15,-3-2 0-15,3 0 0 16,-3-1 0-16,1 6-1 16,0 0 1-16,0 5 0 0,0 1 0 15,5 11-1-15,-8-10 0 16,8 10 1-16,0 0-1 15,0 0 0-15,-9 3 1 16,9-3-1-16,-10 12 1 16,2-5 0-16,-2 4 0 0,3-1 1 15,7-10-1-15,-10 15 0 16,10-15 1-16,-8 12-1 16,8-12-1-16,0 0 1 0,0 0 0 15,0 0 0-15,0 0 0 16,0 10 0-16,0-10-1 15,0 0-1-15,11 4-3 16,-11-4-7-16,7 11-16 0,-7-2-54 16,5 4-3-16</inkml:trace>
  <inkml:trace contextRef="#ctx0" brushRef="#br3" timeOffset="-85996.78">11952 10664 397 0,'0'0'6'0,"0"0"3"15,0 0 2-15,0 0 1 0,0 0 1 16,8-7 0-16,-8 7 0 15,0 0 0-15,0 0-5 16,10 2-4-16,-7 6-1 0,-1 4-2 16,0 3 0-16,2 3-1 15,2 1 1-15,-4-1-2 16,4 1-1-16,-3 2-3 16,-3-10-6-16,0 4-11 15,-5 2-62-15,1-6 0 0</inkml:trace>
  <inkml:trace contextRef="#ctx0" brushRef="#br3" timeOffset="-85547.79">12147 10332 385 0,'0'0'3'0,"0"0"-1"15,0 0 2-15,-11 5 0 16,6 5 2-16,-2 2 2 16,2 5 2-16,-3 4-1 15,3 3-1-15,3 9 0 0,0 1-1 16,2 3 0-16,0 3-3 16,4-2-1-16,4-2-1 15,2 1-1-15,2-1 0 16,1-7 0-16,-1-2 0 0,0-2-1 15,4-4-3-15,-7-4-3 16,7-3-8-16,-4-6-21 16,3-1-46-16,-3 1-2 15</inkml:trace>
  <inkml:trace contextRef="#ctx0" brushRef="#br3" timeOffset="-85247.72">12343 10343 387 0,'0'0'7'0,"0"0"4"16,0 0 1-16,0 0 1 15,0 0 1-15,0 0-1 16,5-3 0-16,-5 3 1 0,0 17-6 15,2 5-4-15,-1 6-2 16,5 7-1-16,2 6 0 16,0 4 1-16,-1 2-1 15,6 0-1-15,-1 0-1 16,-2-3-1-16,0-4-3 0,0-3-5 16,-3-9-11-16,0-3-62 15,1 0-1-15</inkml:trace>
  <inkml:trace contextRef="#ctx0" brushRef="#br3" timeOffset="-85013.72">12348 10749 408 0,'0'0'6'15,"0"0"1"-15,2-11 2 0,-2 11 0 16,7-10 0-16,-7 10 0 16,20-7-1-16,-8-1-2 15,9 8-15-15,-3 0-35 16,3 0-37-16,9 0-2 0</inkml:trace>
  <inkml:trace contextRef="#ctx0" brushRef="#br3" timeOffset="-84781.08">12621 10619 462 0,'0'0'2'0,"0"0"0"16,0 0 1-16,0 7 0 15,0-7-1-15,7 21 2 16,0-9-1-16,2 5-1 16,0 3-3-16,1 5-7 0,1-5-11 15,-2 3-61-15,1-1-3 16</inkml:trace>
  <inkml:trace contextRef="#ctx0" brushRef="#br3" timeOffset="-84180.35">12768 10644 466 0,'0'0'4'0,"0"0"2"0,0 0 0 15,-8-7 2-15,8 7-1 16,0 0 0-16,-9 2 0 0,8 8-7 16,1 10 0-16,0 7 0 15,1 5 0-15,5 4 0 16,3 7 0-16,0 3 0 16,1 1 0-16,0-5 0 15,0 3 0-15,0-8 0 0,-3-3 0 16,-1-7 0-16,-2-2 0 15,-1-7 0-15,-1-6 0 16,-2-12 0-16,0 7 0 16,0-7 0-16,-9-4 0 0,3-7 0 15,1-6 0-15,-2-5 0 16,0-7 0-16,2-9-2 16,2-1 2-16,1-11 0 15,2 0 0-15,0-5 0 0,5 4 2 16,4 1-2-16,3 3 0 15,1 6 0-15,4 3 0 16,1 8 0-16,-1 5 0 0,3 6 0 16,0 9 0-16,3 4 0 15,-6 6 0-15,3 9 0 16,-8 5 0-16,1 8 0 16,-6-2 0-16,-2 5 0 15,-5 2 0-15,-5-2 0 0,-2 0 0 16,-6-6 0-16,-1 1 0 15,-4-4-6-15,3-4-5 16,-5-5-12-16,5-5-44 16,3 1-19-16</inkml:trace>
  <inkml:trace contextRef="#ctx0" brushRef="#br3" timeOffset="-83947.68">13153 10159 476 0,'0'0'4'0,"0"0"2"0,0 0-1 0,0 0 0 15,0 0 0-15,2 8 1 16,0 12-2-16,4 9-4 16,1 8 0-16,0 5 0 15,1 6 0-15,2 3 0 0,-2 4 0 16,-1-3 0-16,0-4 0 15,-5-10-20-15,7-6-65 16,-5-2-3-16</inkml:trace>
  <inkml:trace contextRef="#ctx0" brushRef="#br3" timeOffset="-83530.47">13252 10560 420 0,'0'0'1'0,"0"0"1"0,0 0 1 16,3 10 0-16,2 0 2 16,2 0-1-16,3 3 1 15,8-1 0-15,-3 2 0 16,7-4-1-16,0 0-1 0,0-5 0 16,1-5 0-16,4 0 1 15,-4-7 2-15,-3-3 1 16,1-5 1-16,-3 0 0 0,-6-2 1 15,-2 2-6-15,-4 0-3 16,-1 1 0-16,-5 3 0 16,0 11 0-16,0-7 0 15,0 7 0-15,0 7 0 0,0 8 0 16,0 5 0-16,2 0 0 16,2 8 0-16,6 1 0 15,-1 3 0-15,-2 1 0 16,2-2 0-16,-1 2 0 0,-3-3 0 15,-5-5 0-15,0-1 0 16,-5-4 0-16,-10 2 0 16,-7-7-6-16,2-1-38 15,0-3-40-15,-10-1-3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48:36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4802 11165 324 0,'0'0'3'0,"0"0"2"0,0 0-1 15,0 0 1-15,0 0 0 16,0 0 1-16,-5-6 0 16,5 6 1-16,0 0-6 15,0 0 2-15,5 0-1 0,7 0 1 16,3 6-1-16,8-2 0 16,7 2 1-16,4 1 1 15,13 0 0-15,10-3-1 0,8-4 0 16,2 0 0-16,5 0-1 15,2-6 0-15,2-2 0 16,0-2-1-16,-4 3 1 16,3 0-1-16,-8-1 0 0,-3 4 1 15,-6 1 0-15,-6 0 0 16,-8 3-1-16,-2 0 0 16,-14 0-1-16,-4 3-1 15,-8 0-1-15,-4-1 2 16,-12-2 0-16,0 10 1 0,-5-8 0 15,-13 3 1-15,-6 1 0 16,-5-5 1-16,-12 6 0 16,-6-1-1-16,-7 1-1 15,-6-2-1-15,-5 0 1 0,-2 3-1 16,-5-3 0-16,0 0 0 16,-2 0 0-16,6-3 1 15,-1 3-1-15,7-2 0 0,4-1 0 16,7-2 1-16,8 3-1 15,6-1 0-15,5-2 0 16,7 0-1-16,10 3-1 16,2-3 0-16,13 0 0 0,-9 4 1 15,9-4 0-15,12 5 0 16,5-5 1-16,6 2 0 16,14 1 2-16,5-3 0 15,8 0 0-15,10 0-1 16,7 0 0-16,7-5 0 0,1 3 0 15,4-1-1-15,3-1 0 16,3-1 1-16,-6 2 0 16,-2-2 0-16,-3 2 0 15,-6 1 1-15,-9 2-2 0,-4 0 1 16,-10 0 0-16,-10 0 0 16,-10 0 1-16,-8 0 1 15,-4 0 2-15,-13 0 0 16,0 0 1-16,0 0-1 0,-9 0 0 15,-2 0 1-15,-7 0-2 16,-4 0-2-16,-1 2-1 16,-4-2-5-16,0 6-15 0,10-4-59 15,-6 3-5-15</inkml:trace>
  <inkml:trace contextRef="#ctx0" brushRef="#br0" timeOffset="1416.66">10357 11157 286 0,'0'0'3'15,"0"0"1"-15,0 0 1 16,6-10-1-16,-6 10 0 0,12-7 1 15,-3-1 2-15,9 4 2 16,-1-4-3-16,15 0 0 16,2 2-1-16,10 0 1 15,6-1 0-15,17-1-1 0,9 4-1 16,19-2-3-16,5 2 2 16,18-3-2-16,10 1 0 15,8 1-1-15,9-2 1 16,4 2 0-16,7 0 0 0,-2 2 0 15,5-2 0-15,0 3 1 16,-3 2 0-16,-1-2-1 16,-9 2 2-16,-7 0-1 15,-9 0-1-15,-12 0 0 0,-8 4 1 16,-23-1 0-16,-8-1 0 16,-17 1 0-16,-9 2 1 15,-19-5-1-15,-6 2 1 0,-13 1 0 16,-15-3 0-16,0 0-2 15,-22 0-1-15,-8 0 1 16,-13 0-1-16,-8-3 1 16,-12 1-1-16,-12 0-1 0,-4-1 2 15,-10 3-1-15,-6-3 0 16,-12 1-1-16,-2-1 1 16,-5 1-1-16,-6 0 1 15,-6 2 0-15,-6 0 0 16,1 0 0-16,-2 0 1 0,7 2 0 15,-3 3 0-15,9 0 0 16,1 2 0-16,10 1 0 16,7-1 1-16,10 3 0 0,8-5-1 15,11 3 1-15,11 0-1 16,13-4 1-16,11 1-2 16,12 0-1-16,5-2 0 15,14 1 1-15,7-4 0 0,5 5 0 16,14-2 0-16,13-1 1 15,11 0 1-15,19-2 1 16,13 0-2-16,17 0 0 16,15 0 0-16,17 0 0 0,10 0 0 15,15 0 1-15,3 0-2 16,7 0 1-16,2 6 1 16,-5-2 1-16,2 1 1 15,-8-2 1-15,2 2 0 16,-15 0 0-16,-5-4 1 0,-13 3-1 15,-15-2 0-15,-12 0 0 16,-17-2-1-16,-21 3 1 16,-13-3 0-16,-14 0 0 15,-15 0-1-15,-12 0 0 0,-17 0-4 16,-10 0 0-16,-9-3-5 16,-3 3-16-16,-6 0-61 15,-14 0-5-15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46:33.3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13074 5135 207 0,'0'0'7'0,"0"0"4"0,0 0 4 16,0 0 2-16,0 0 1 15,-9-10 3-15,9 10 0 0,-9-5 1 16,9 5-7-16,-10-5-3 15,10 5-2-15,-10 0-3 16,10 0-3-16,0 0-1 16,0 0-1-16,-8 5 1 15,13-2 1-15,11-1-1 0,4-2 2 16,14 0-1-16,6 0 1 16,12 0 0-16,13 0 0 15,4 0-2-15,11-2 0 16,6-1-1-16,6 0 0 15,5 1 0-15,3 2 0 0,2-2-1 16,-1-1 0-16,2 2 0 16,3 1 0-16,-7-4-1 0,2 4 1 15,-9 0-1-15,-9 5 1 16,-3-2-1-16,-11 4 0 16,-6-2 1-16,-13-2-1 15,-8 1 0-15,-13-1 2 16,-5 0 0-16,-6-1 2 0,-7 0 0 15,-11-2 2-15,9 0 1 16,-9 0-1-16,0 0 1 16,0 0-1-16,0 0-1 15,0-7-1-15,0 7-2 0,0 0 0 16,-4-10-3-16,4 10-1 16,0 0-5-16,-12 3-9 15,6 22-62-15,1-17-8 16</inkml:trace>
  <inkml:trace contextRef="#ctx0" brushRef="#br0" timeOffset="1332.93">16010 5071 209 0,'0'0'4'15,"0"0"2"-15,0 0 0 16,0 0 3-16,0 0 0 15,0 0 2-15,0 0 1 16,0 0 2-16,0 0-2 0,5-4-1 16,5 4-1-16,3 0 1 15,7 4-1-15,-1-2 0 16,11 1-2-16,0-1-2 0,12 4 1 16,3-2-4-16,12-1 1 15,8 1-2-15,9 2 0 16,6-2 0-16,12 0-1 0,7-3 1 15,8 4 0-15,9-3 0 16,1-2-1-16,5 0 1 16,7 0-1-16,6 0 0 15,3 0 0-15,2 0-1 16,1-2 0-16,4-3 1 0,-1 4-1 16,-1-5 1-16,-5-2-1 15,-7 5 1-15,-2 2 0 16,-5-2 0-16,-14-1 2 15,-13 1-1-15,-10 0 2 16,-8 3 0-16,-19-2 1 0,-8 2-1 16,-16-3 1-16,-10 1 0 15,-8 2-1-15,-11 0 0 16,-7 0-1-16,0 0 1 0,0 0-2 16,0 0 1-16,0 0-1 15,0 0 0-15,0 0 0 16,0 0 0-16,0 0 0 0,0 0 0 15,0 0-1-15,0 0 1 16,0 0-1-16,0 0 1 16,0 0-1-16,0 0 0 15,0 0-1-15,0 0 1 16,0 0-1-16,-5-5 0 0,5 5 1 16,0 0-1-16,0 0 0 15,0 0 0-15,0 0-1 16,0 0-1-16,0 0-2 15,0 0-1-15,0 0-1 16,0 0-1-16,0 0-4 0,0 0-3 16,0 0-6-16,-2 5-17 15,2-5-40-15,0 0-3 16</inkml:trace>
  <inkml:trace contextRef="#ctx0" brushRef="#br0" timeOffset="2183.31">21126 5103 244 0,'0'0'5'0,"0"0"2"0,0 0 2 0,0 0 1 16,0 0 2-16,0 0 1 15,0 0-1-15,7-8 3 16,4 8-6-16,-1 0 0 16,6 0-3-16,2 6 0 15,14-4-1-15,3 0 1 0,13 2-1 16,14-4-2-16,9 0 1 15,14 0 0-15,14 0-1 16,14 0-1-16,11-6 0 0,10 1 0 16,10 2-1-16,9 0 0 15,5-1 0-15,2 1 0 16,6 2 2-16,0-2 0 16,0 0 1-16,-6 3 0 15,-4 0 0-15,-13 0 1 0,-5 0 1 16,-12 3-1-16,-19 0 0 15,-13-2-1-15,-16 2 0 16,-14 0 0-16,-22-2 1 16,-10-1 0-16,-14 0-1 0,-8 0 0 15,-10 0 0-15,0 0-1 16,-10 0 0-16,0 0-2 16,-3 3 0-16,-3 0 0 15,0-3 0-15,4 3-1 0,-1 1-1 16,6 0 0-16,7-4-3 15,-15 6-3-15,15-6-3 16,0 0-7-16,-8 10-13 16,8-10-51-16,3 10-3 0</inkml:trace>
  <inkml:trace contextRef="#ctx0" brushRef="#br0" timeOffset="4532.97">1946 6029 165 0,'0'0'2'16,"0"0"5"-16,5-2 0 0,-5 2 2 15,0 0 5-15,13-5 3 16,-6 3 3-16,6-1 1 16,-13 3-1-16,22-3-3 15,-9 0 1-15,6-1-1 16,-1 1-5-16,7 2-1 0,-3-2-3 15,5 0-2-15,1-2 0 16,2-1-2-16,7 5 0 16,-3-2-1-16,7 1 0 0,3 0-1 15,4-1 0-15,3 0 0 16,4-2-1-16,7 3 1 16,0-3-1-16,5 0 0 15,3 0-1-15,0 0 1 16,4-2-1-16,3 3 0 0,-2-2 1 15,4 1 0-15,-2-1 0 16,3 2 0-16,-4 0 0 16,4-2 0-16,-6 3 0 15,2-1 0-15,0-1 0 0,2 2 0 16,-7-1-1-16,5-2 1 16,-2-1-1-16,-5 4 0 15,4-2 1-15,-4 1-1 0,-1 1 0 16,-5 0 0-16,7 3 1 15,-2 0-1-15,-2 0 1 16,1 0-1-16,0 0 1 16,0 6-1-16,1-4 1 0,-3 0-1 15,-3-2 0-15,-3 5 0 16,4-2 0-16,-1-1 1 16,-3 3-1-16,1-2 0 15,-4 0 0-15,2 1 0 16,1-1 1-16,-2-2-1 0,-1 3 0 15,1-2 0-15,-1 0 0 16,1 1 0-16,3 0 0 16,-3 0 1-16,1-3-1 15,-1 1 1-15,3-1-1 0,-5 3 1 16,1 0-1-16,1-3 1 16,0 0-1-16,3 0 0 15,-3 0 1-15,3 0-1 0,0 0 0 16,0-3 1-16,-1 0-1 15,3 2 0-15,-1 1 0 16,-2-3 1-16,5 3-1 16,-2 0 0-16,0 0 0 0,3 0 0 15,-5 0 0-15,2 0 0 16,-3 0 0-16,4 3 0 16,-4-3 1-16,1 0-1 15,0 0 0-15,-4 0 0 16,6 0 1-16,-2 0-1 0,2 0 1 15,-1 0-1-15,2-3 0 16,-1 3 1-16,0-3-1 16,4 0 0-16,-4 1 1 15,0 0-1-15,0 2 0 0,0 0 0 16,-2-4 0-16,-2 4 0 16,0 0 0-16,-1 0 1 15,0 0-1-15,3-1 0 16,-3-2 0-16,-2 3 0 0,2-2 1 15,0-3-1-15,0 2 0 16,-2 1 0-16,-2-1 0 16,-2 1 0-16,-1-1 1 0,-3 3-1 15,-2-2 2-15,-8-1-2 16,3 3 1-16,-2 0 0 16,-4 0-1-16,-1 0 1 15,-1 0 0-15,-5 0 0 0,1 0 1 16,-7 0 0-1,-3 0 0-15,-3 0 1 0,0 0 0 16,-5 0 0-16,-10 0 0 16,13 0 1-16,-13 0-1 15,0 0 1-15,0 0-1 0,0 0 0 16,0 0 1-16,0 0-1 16,0 0 1-16,0 0-1 15,0 0-1-15,0 0 1 0,0 0-1 16,0 0-1-16,0 0 1 15,0 0-1-15,0 0 0 16,7 0 0-16,-7 0 0 16,0 0 0-16,0 0 0 15,0 0 0-15,0 0-1 0,4-10 2 16,-4 10-2-16,0 0 0 16,0 0 0-16,5-10 0 15,-5 10 0-15,0 0 0 0,0 0-3 16,0 0-8-16,8-12-59 15,-8 17-12-15</inkml:trace>
  <inkml:trace contextRef="#ctx0" brushRef="#br0" timeOffset="7632.85">10419 5846 68 0,'0'0'3'0,"0"0"6"0,0 0 5 16,0 0 7-16,0 0 2 15,-10 2 2-15,10-2-2 16,0 0 2-16,0 0-4 15,0 0-2-15,0 0-5 16,8 5-5-16,2-2-1 0,2 2-1 16,9 0 2-16,-2-3-1 15,8 3-1-15,3 3-1 16,5-3 0-16,3-3-1 0,5 1-1 16,6 2-1-16,-3-5 0 15,9 4-1-15,-6-4 0 16,11 3 0-16,-1-3-1 0,4 3 1 15,-1-3-1-15,-5 0 0 16,10 3 0-16,-1-3 0 16,1 0 0-16,2 0 0 15,-2 0-1-15,2 0 1 16,4 0 0-16,-1 0 0 16,-1 0 0-16,4 0-1 15,-3 0 1-15,6-3 0 0,-2 3 0 16,2 0 0-16,-2-3 1 15,2 3-2-15,-2-3 1 16,4 3 1-16,-6-2-1 0,1 2 0 16,0 0 0-16,-4 0 0 15,4 0 0-15,0 0-1 16,-3 2 0-16,-5-2 0 0,5 3 1 16,0-3-1-16,0 0 0 15,2 0 0-15,-1 0 0 16,-1 0 1-16,-3 0-1 15,0 0 2-15,-4 3-1 0,3-3 1 16,-6 0-1-16,0 3 2 16,0-3 0-16,-1 0-2 15,2 1 1-15,0-1-1 16,-1 0 1-16,-5 0-1 16,5 0 0-16,-6 0-1 0,4-1 1 15,2 1-1-15,-2-3 1 16,2 0-1-16,-5 0 1 15,8 1-1-15,-6 0 1 16,1 2-1-16,0-4 1 0,-3 4-1 16,5 0 1-16,-2 0-1 15,2 0 1-15,0 0-1 16,-2 0 0-16,2 0 0 0,-2 4 1 16,-1-4-1-16,-4 0 0 15,1 0 0-15,2 0 0 16,1 0 0-16,1 0 0 0,2 0 1 15,-2 0-1-15,0-4 0 16,2 3 0-16,0-2 0 16,0 3 0-16,-2-2 1 15,2 0-1-15,0-1 0 0,0 0 0 16,-2 3 0-16,-3 0 0 16,-5 0 0-16,0 0 0 15,0 0 1-15,-4 0-1 16,-6 3 0-16,5-3 0 15,-5 5 1-15,0-3-1 16,1 1 0-16,-1-2 1 0,-2 5-1 16,-3-4 0-16,1 1 0 15,-4 0 0-15,3 0 0 16,-4-2 0-16,4-1 0 0,-5 6 1 16,-2-6-1-16,2 1 0 15,3 2 1-15,0 0-1 16,0-3 0-16,2 2 0 0,-5 1 0 15,5-3 0-15,3 0 0 16,0 0 0-16,-1 0-1 16,1 0 1-16,3 0 1 15,-6 2-1-15,5-2 1 16,-5 4-1-16,4-3 1 0,-4 4 0 16,-5 0 0-16,5-3-1 15,-2 1 1-15,-3 0-1 16,4-1 1-16,-2 0-1 15,-6-2 0-15,4 3 1 16,-2-3-1-16,0 0 0 0,-1 0 0 16,0 0 0-16,1 0 0 15,-3 0 0-15,1 0 0 0,-1 0 0 16,-4 0 0-16,-4 0 1 16,-1 0 0-16,-2 0 1 15,-4-3 0-15,-3 3 0 16,-9 0 0-16,13 0 1 0,-13 0 0 15,0 0 2-15,10 0-1 16,-10 0 0-16,0 0 1 16,0 0 1-16,0 0-1 15,0 0-1-15,0 0 0 0,0 0 0 16,0 0-1-16,0 0 1 16,0 0-1-16,0 0 0 15,0 0 0-15,0 0 1 16,0 0-1-16,0 0 0 15,0 0 0-15,0 0 0 0,0 0-1 16,0 0 1-16,0 0-3 16,0 0 0-16,0 0 0 15,0 0 0-15,0 0 0 16,0 0 0-16,0 0-5 0,0 0-4 16,0 0-5-16,0 0-39 15,0 0-30-15,0 0 0 16</inkml:trace>
  <inkml:trace contextRef="#ctx0" brushRef="#br0" timeOffset="10366.79">21216 5923 264 0,'0'0'7'0,"0"0"5"0,0 0 4 16,-10-6 1-16,10 6 4 16,0 0 1-16,-11-4 4 15,11 4-2-15,0 0-6 0,0 0-5 16,0 0-3-16,0 0-4 15,0 0-3-15,0 0-1 16,0 0-1-16,0 0-1 16,9 4 0-16,5-1 1 15,4 5 1-15,12-2 0 0,7 0 0 16,9 4 1-16,12-3 0 16,11 1-1-16,13-3 0 15,15 0 0-15,11-2 0 0,5 1 0 16,11-1-1-16,11-3 0 15,6 0 0-15,4 1 0 16,6-1-1-16,-2 0 1 16,6 4-1-16,-1-4 1 0,-5 2-1 15,-2-2 1-15,-2 5 0 16,-2-5 0-16,-11 3 0 16,-2 0 1-16,-8-2 0 15,-7 2 0-15,-11 0-1 0,-12-3 1 16,-12 0 0-16,-18 0 3 15,-10 0-5-15,-17 0 0 16,-10 0 0-16,-13 0 0 16,-12 0 0-16,12 0 0 15,-12 0 0-15,0 0 0 0,0 0 0 16,-5-3 0-16,5 3 0 16,0 0 0-16,-14-3 0 15,14 3 0-15,0 0 0 16,-10-1 0-16,10 1 0 0,0 0 0 15,0 0 0-15,0 0 0 16,0 0 0-16,0 0 0 16,0 0 0-16,-8 0 0 0,8 0 0 15,0 0 0-15,0 0 0 16,-12 0 0-16,12 0 0 16,0 0 0-16,0 0 0 15,0 0 0-15,0 0 0 0,0 0 0 16,0 0 0-16,-7 0 0 15,7 0 0-15,0 0 0 16,0 0 0-16,0 0 0 16,0 0 0-16,-9-6 0 0,9 6 0 15,0 0 0-15,0 0 0 16,0 0 0-16,0 0 0 16,-4-11 0-16,4 11 0 15,0 0 0-15,0 0 0 16,0 0 0-16,0 0 0 0,-10-1 0 15,10 1 0-15,0 0 0 16,0 0 0-16,0 0 0 16,0 0 0-16,0 0 0 0,0 0 0 15,0 0 0-15,0 0 0 16,0 0 0-16,0 0 0 16,0 0 0-16,0 0 0 0,0 0 0 15,0 0 0-15,0 0 0 16,0 0 0-16,0 0 0 15,0 0 0-15,0 0 0 16,0 0 0-16,0 0 0 16,0 0 0-16,0 0 0 0,0 0 0 15,0 0 0-15,0 0 0 16,0 0 0-16,0 0 0 16,0 0 0-16,0 0 0 15,0 0 0-15,0 0 0 0,0 0 0 16,0 0 0-16,0 0 0 15,0 0 0-15,0 0 0 16,0 0 0-16,0 0 0 16,0 0 0-16,0 0 0 0,0 0 0 15,0 0 0-15,0 0 0 16,0 0 0-16,0 0 0 16,0 0 0-16,0 0 0 15,0 0 0-15,0 0 0 0,0 0 0 16,0 0 0-16,0 0 0 15,0 0 0-15,0 0 0 16,0 0 0-16,0 0 0 16,0 0-2-16,0 0-2 0,0 0-1 15,0 0-3-15,0 0-3 16,0 0-5-16,0-10-5 16,0 10-12-16,20-3-48 0,-10 1-2 15</inkml:trace>
  <inkml:trace contextRef="#ctx0" brushRef="#br0" timeOffset="13266.54">2100 7030 87 0,'0'0'7'0,"0"0"7"0,0 0 6 15,0 0 4-15,-12-5 4 16,12 5 2-16,-7-5-1 16,7 5 1-16,-13 0-7 15,13 0-7-15,0 0-5 0,0 0-3 16,0 0 0-16,-5 8 0 15,5-8 0-15,5 2 1 16,6-2 1-16,3 0 0 0,2-2 1 16,8-1-2-16,1-5-2 15,7 4-3-15,3 0-1 16,-1-2-1-16,4 2-1 16,4 1 0-16,0-1 0 0,3 4-1 15,-3 0 1-15,8 0-1 16,-1 0 1-16,1 0 0 15,5 0 0-15,0 0 0 16,2 0 0-16,0 0 0 16,0 0 0-16,0 0-1 0,-4 0 1 15,-2 0-1-15,4 0 0 16,-2 0 1-16,-7 0-1 16,4 4 0-16,1-1 1 15,-2-3-1-15,1 1 1 0,2-1-1 16,-3 3 1-16,1 0-1 15,-1-3 0-15,4 0 1 16,-1 3-1-16,1-2 1 16,-2 2-1-16,2 0 0 0,-3-2 1 15,-1 2-1-15,4-1 0 16,-4 1 1-16,1-3-1 16,0 3 0-16,1-3 2 0,2 0-2 15,4 0 0-15,0 0 0 16,5-3 1-16,0 0 0 15,1-2-1-15,1 4 0 16,1-2 1-16,4 0-1 16,-5 2 0-16,4-2 1 0,2 0-1 15,-4 0 0-15,4 2 1 16,0-6-1-16,0 3 1 16,4 1-1-16,-2-1 0 15,0 1 1-15,-3-1-1 0,6 4 0 16,-5-3 1-16,4 0-1 15,-1 3 0-15,-4-2 0 16,2-1 0-16,2 3 1 16,2 0-1-16,-1 0 0 0,1-2 0 15,-1 2 1-15,3 0-1 16,-2 0 0-16,0-2 1 16,-1-1-1-16,-3 3 0 0,7-3 1 15,-4 3-1-15,-1-2 0 16,1-1 1-16,0 1-1 15,-1-1 0-15,1 1 1 16,1-1-1-16,-6-1 0 0,1 1 1 16,5 0-1-16,-6-2 0 15,0 4 0-15,1-3 0 16,0-1 0-16,-3 3 0 16,0 2 1-16,-3-2-1 15,1 2 0-15,-1-3 1 16,-2 3-1-16,3-2 0 0,-3 2 0 15,-2-2 1-15,-1 2-1 16,4-4 0-16,-4 3 0 16,1-2 0-16,3 3 0 0,-2-2 0 15,1 2 0-15,0-4 0 16,-2 4 0-16,2-2 1 16,-2 2-1-16,-1 0 0 0,-4 0 0 15,3 0 0-15,-4 0 0 16,1 0 0-16,-1 0 0 15,-1 0 0-15,-2 0 0 0,2 2 0 16,-5-2 1-16,1 4-1 16,-2-4-1-16,0 0 2 15,1 0-1-15,-4 0 0 16,4 0 0-16,-2 0 0 16,0 0 0-16,0 2 0 15,2 1 0-15,-4-3 0 0,1 1 0 16,0 3 0-16,-2-2 0 15,0 0 0-15,0 1 0 16,-3-3 1-16,0 2-1 16,2 0 0-16,-2-2 0 0,2 3 0 15,-3-3 0-15,7 2 0 16,-2-2 0-16,1 4 0 16,2-4 0-16,-2 0 1 0,-1 0-1 15,4 0 0-15,-4 0 0 16,-2 0 0-16,-1-4 0 15,-3 2 0-15,3 2 0 16,-1-3 0-16,-3 3 0 0,0 0 0 16,0-2 0-16,0 2 0 15,1 0 0-15,2 0 0 16,-6 0 0-16,4-2 1 0,-4 2-1 16,2 0 0-1,-4 0-1-15,-2 0 1 0,0 0 1 16,0 0-1-16,-2 0 0 15,0 0 0-15,2 0 0 16,-3 0 0-16,5 0 0 16,-4 0 0-16,-2 0 0 0,5 0 0 15,-3 0 1-15,-6 0-2 16,2 0 2-16,1-3-1 16,0 3-1-16,-2 0 1 0,0 0 0 15,-2 0 1-15,0 0-2 16,1 0 2-16,-5-2-1 15,-2 2-1-15,0 0 2 16,-6 0-1-16,-9 0 0 0,16 0 0 16,-16 0 0-16,0 0 0 15,0 0 1-15,10 0-1 16,-10 0 1-16,0 0-1 0,0 0 1 16,0 0-1-16,0 0 1 15,0 0-1-15,0 0 1 16,0 0-1-16,0 0 1 15,0 0-1-15,0 0 0 16,0 0 1-16,0 0-1 16,0 0 0-16,0 0 0 0,0 0 1 15,0 0-1-15,0 0 0 16,0 0 1-16,0 0 0 16,0 0 0-16,0 0 0 0,0 0 0 15,0 0 0-15,0 0 0 16,0 0 0-16,0 0-1 15,0 0 1-15,0 0-1 16,0 0 0-16,0 0 0 0,0 0 1 16,0 0-2-16,0 0 2 15,0 0-1-15,0 0 0 16,0 0 0-16,0 0-1 16,0 0-1-16,0 0-4 0,0 0-6 15,8 0-21-15,-8 0-47 16,12 0-1-16</inkml:trace>
  <inkml:trace contextRef="#ctx0" brushRef="#br0" timeOffset="16601.83">19939 9436 349 0,'0'0'7'0,"0"0"2"15,0 0 4-15,-6-8 1 16,6 8-1-16,0 0 1 0,-12-4-1 16,12 4 1-16,-12 0-6 15,12 0-4-15,-13 14-1 16,8-6-2-16,3 3 0 15,2 0 0-15,0-1 0 0,2 0 0 16,-2-10 1-16,21 17 0 16,-9-15 1-16,0 1 1 15,5-3 1-15,-5 0 2 0,4-3-1 16,-7-4 1-16,-9 7 0 16,13-18-5-16,-13 18-2 15,0-17 0-15,0 17 0 0,-8-15 0 16,1 11 0-16,-5 1 0 15,-1 3 0-15,-4 0 0 16,4 6 0-16,1 1 0 16,0 0 0-16,-1 4 0 15,8-3 0-15,3 3 0 0,2-11 0 16,2 12 0-16,-2-12 0 16,21 7 0-16,-12-7 0 15,3 0 0-15,1-2 0 16,-1-3 0-16,-1-5 0 15,-11 10 0-15,5-17 0 0,-5 9 0 16,-5-2 0-16,-6 3 0 16,-1 3 0-16,-1 1 0 15,1 3 0-15,0 0 0 0,-1 0-55 16,3 11-31-16,6 0-2 16</inkml:trace>
  <inkml:trace contextRef="#ctx0" brushRef="#br0" timeOffset="17700.84">19903 9453 340 0,'0'0'4'16,"0"0"1"-16,0 0 2 15,0 0 0-15,6-7 3 0,-6 7 1 16,15-6 1-16,-3 4 0 16,5 2-2-16,1 0-2 15,6 0 0-15,4 0-2 0,6 0 0 16,7 0-1-16,5 0-1 16,9 0-1-16,10 0 0 15,4 0-1-15,16 0 0 16,2 0 0-16,10 0-1 15,4 0 0-15,7 0 0 0,6 0 0 16,0 0-1-16,5 0 0 16,0 0 1-16,4 0-1 15,1 0 1-15,2 0-1 0,3 2 0 16,-4 1 1-16,1 3-1 16,-2-6 0-16,2 4 0 15,-8-4 0-15,1 4 0 16,-9-1 0-16,-4-3 0 0,-5 0 0 15,-11 3 0-15,-5-3 1 16,-10 0-1-16,-8 0 0 16,-14 0 0-16,-6-3 0 15,-15 3 0-15,-10-3 1 0,-5 3-1 16,-4 0 1-16,-13 0-1 16,0 0 1-16,0 0 0 15,0 0 0-15,0 0-1 0,0 0 1 16,0 0-1-16,0 0 1 15,0 0-2-15,0 0-1 16,0 0-3-16,-9 0-2 16,9 0-7-16,-13 0-13 15,-5 0-54-15,8 0 0 0</inkml:trace>
  <inkml:trace contextRef="#ctx0" brushRef="#br0" timeOffset="18133.43">23014 9299 416 0,'0'0'4'0,"0"0"0"0,0 0 2 16,0 0 0-16,0 0 2 15,0 0-1-15,13-5 2 0,-3 5 0 16,8 0-3-16,-2 3 0 16,9 4-2-16,3 1-1 15,2 2 0-15,0 0-1 0,-3 0-1 16,1 4 0-16,-9-1 0 16,1 1-1-16,-6 2 0 15,-3 1 1-15,-9 3 0 16,-2 1-1-16,-10 0 2 0,-2 4-1 15,-11-2 0 1,2 1 0-16,-7 0 0 0,-2-1 0 16,0-1 0-16,1-4 0 15,3-4 0-15,1 1-1 16,9-3 0-16,-2-2-1 0,8-2-2 16,10-8-2-16,-13 10-3 15,13-10-11-15,0 0-63 16,16 0-3-16</inkml:trace>
  <inkml:trace contextRef="#ctx0" brushRef="#br0" timeOffset="18417.06">23790 9324 467 0,'0'0'5'0,"0"0"0"0,0 0 1 16,0 0 1-16,-6 0-1 0,6 0 0 16,-16 13 0-16,-2-1-3 15,1 5-3-15,-3 3 0 16,-3 2 0-16,4 6 0 0,-6-4 0 16,2 1 0-16,6-3 0 15,-2-3 0-15,6 2-7 16,0-8-10-16,6-1-16 0,4-2-51 15,3-10-2 1</inkml:trace>
  <inkml:trace contextRef="#ctx0" brushRef="#br0" timeOffset="18601.12">23566 9369 423 0,'0'0'5'15,"0"0"0"-15,0 0 0 0,0 0 2 16,6 5 1-16,1 2 1 15,5 3 1-15,6 7 0 16,7 1-5-16,4 5 0 16,6 3 0-16,5 4-3 0,4-5-6 15,6 7-21-15,-2-5-55 16,-4-4-4-16</inkml:trace>
  <inkml:trace contextRef="#ctx0" brushRef="#br0" timeOffset="20499.37">19981 9468 255 0,'0'0'7'15,"0"0"2"-15,0 0 4 0,0 0 3 16,0 0 1-16,0 0 3 15,0 0 1-15,0 0 4 16,0 0-7-16,0 0-3 16,0 0-3-16,0 0-2 0,0 0-2 15,2-11 0-15,-2 11-2 16,3-17 0-16,-1 5 0 16,0-8 0-16,3 0 1 0,1-5 0 15,-1-6 0-15,2-7 0 16,0-5-2-16,-2-5-5 15,6-9 0-15,-4-8 0 16,0-2 0-16,0-4 0 0,4-6 0 16,-4-7 0-16,3-1 0 15,-2-5 0-15,2 2 0 16,-1-6 0-16,4 1 0 16,-8-2 0-16,5-2 0 15,-1 3 0-15,0 0 0 0,0 2 0 16,3 3 0-16,-4 2 0 15,2 6 0-15,2 2 0 16,-1 9 0-16,-2 1 0 0,1 6 0 16,-2 4 0-16,-1 5 0 15,-2 4 0-15,0 5 0 16,0 0 0-16,-3 6 0 16,-2 5 0-16,0 1 0 0,0 8 0 15,0 3 0-15,0 4 0 16,-2 4 0-16,-1-1 0 15,3 5 0-15,-2-2 0 16,-1 1 0-16,1 0 0 0,2 0 0 16,-2 1 0-16,2-2 0 15,-3 2 0-15,1 0 0 16,-1 1 0-16,1 1 0 16,2 8 0-16,0-14 0 15,0 14 0-15,-7-10 0 0,7 10 0 16,0-10 0-16,0 10 0 15,0 0 0-15,0-10 0 16,0 10 0-16,0 0 0 16,0 0 0-16,0 0 0 0,0 0 0 15,0 0 0-15,0 0 0 16,0 0 0-16,-1-8 0 16,1 8 0-16,0 0 0 0,0 0 0 15,0 0 0-15,0 0 0 16,0 0 0-16,0 0 0 15,-3 8 0-15,1 4 0 16,-3 0 0-16,-2 3 0 0,-1 5 0 16,-4 0 0-16,2 4 0 15,-5-2 0-15,0 3 0 16,-5 0 0-16,6 0 0 16,-2-5 0-16,4-3 0 0,-1-2 0 15,7-3 0-15,6-12 0 16,-8 10 0-16,8-10 0 15,-3-4 0-15,3-6 0 16,0-5 0-16,0-3 0 16,0-2 0-16,5 0 0 0,0-4 0 15,2 2 0-15,1 2 0 16,4-1 0-16,-2 4 0 16,3 5 0-16,-6 0 0 15,3 5 0-15,-10 7 0 0,20-3 0 16,-13 3 0-16,6 5 0 15,-3 5 0-15,4 5 0 16,4-1 0-16,5 4 0 0,-2 2 0 16,5-1 0-16,1 4 0 15,3-5 0-15,0-4 0 16,0 4 0-16,-3-6 0 16,3 5-28-16,9-5-60 0,-18-6-3 15</inkml:trace>
  <inkml:trace contextRef="#ctx0" brushRef="#br0" timeOffset="20768.13">20582 6763 435 0,'0'0'5'0,"0"0"2"0,-3-10 1 15,3 10-1-15,0 0 1 16,0-8 0-16,0 8-1 16,0 0 1-16,8 2-5 0,0 8-2 15,1 3-1-15,7 5 0 16,-2 1 0-16,2 2-1 16,0-2-4-16,0 1-7 0,5-3-29 15,-3 1-42-15,0-7-1 16</inkml:trace>
  <inkml:trace contextRef="#ctx0" brushRef="#br0" timeOffset="20966.21">20845 6681 452 0,'0'0'5'16,"0"0"1"-16,0 0-1 15,0 0 1-15,0 0-1 16,0 15 1-16,0 5 0 0,-4 5 0 15,-7 6-4-15,1 11-1 16,-2 3 0-16,-3 7 0 16,1 3-3-16,-2 1-6 15,-3-9-21-15,6 6-53 0,6-6-1 16</inkml:trace>
  <inkml:trace contextRef="#ctx0" brushRef="#br0" timeOffset="22017.81">19901 9522 315 0,'0'0'3'16,"0"0"1"-16,0 0 1 0,-10 0 0 15,10 0 1-15,-12 10 1 16,3-2 1-16,-4 6 0 16,-3-1-1-16,-5 7-2 15,0 2 0-15,-6 6 1 0,-3 1-2 16,-9 6 1-16,-7 4 0 16,0 6-1-16,-9-1 2 15,-5 9 0-15,0-2-1 16,-7 2 1-16,-2 1-1 15,2-1-1-15,-1-2 0 0,1 1-1 16,0-2 1-16,3-1-1 16,4-1 0-16,-2-4-1 15,7 1 0-15,0-3 0 16,9-5 0-16,6 1 0 0,2-7-2 16,6-2 0-16,2-1 0 15,6-3 0-15,4-3 0 16,2-3 0-16,1-1 0 0,4-1 0 15,1-4 0-15,5-3 0 16,0 0 0-16,7-10 0 16,-16 15 0-16,16-15 0 15,-7 13 0-15,7-13 0 0,0 0-1 16,-13 8-1-16,13-8 0 16,0 0-1-16,-10 8-3 15,10-8-3-15,0 0-6 16,0 0-16-16,0 0-48 0,0 0-1 15</inkml:trace>
  <inkml:trace contextRef="#ctx0" brushRef="#br0" timeOffset="22417">18420 10535 416 0,'0'0'6'0,"0"0"1"0,0 0 2 16,-2-10-2-16,2 10 0 15,0 0 1-15,-10 10 0 16,3 5-1-16,-1 7-4 0,-4 6-3 16,0 4 0-16,-4 5 0 15,-2 3 0-15,-1-3 0 16,-4 3 0-16,1-6 0 15,0-4 1-15,-4 0-1 16,7-9 1-16,-4-3-1 0,9-3 1 16,2-5 0-16,12-10 0 15,0 0 0-15,0 0 1 16,12 0 0-16,13-7 0 0,5-6-1 16,7 1 1-16,2-3 0 15,4 0-1-15,4 1 0 16,-8 3-4-16,-1-1-4 15,-5 10-14-15,8 2-60 0,-18 0-4 16</inkml:trace>
  <inkml:trace contextRef="#ctx0" brushRef="#br0" timeOffset="23083.79">17811 11484 446 0,'0'0'4'0,"0"0"1"16,0 0 2-16,0 0-1 15,0 0 2-15,0 0 0 16,-2-8 0-16,8 4 1 0,13-6-4 16,1-1 0-16,10 0-5 15,2-4 0-15,5 2 0 16,5-2 0-16,1 0 0 16,-1 5 0-16,-8 2 0 0,1 0 0 15,-8 5 0-15,-4 0 0 16,-11 3 0-16,-1 6 0 15,-11 3 0-15,-5 4 0 16,-6 6 0-16,-8 6 0 0,-4 3 0 16,-6 4 0-16,-4 3 0 15,-1-4 0-15,-1 4 0 16,3-3 0-16,2-2 0 16,7-7 0-16,3-4 0 0,10-5 0 15,10-14 0-15,0 11 0 16,15-11 0-16,15-11 0 15,8-3 0-15,6-1 0 16,16-7 0-16,4-3 0 0,14 1 0 16,-2-6-31-16,9 3-53 15,2 7-5-15</inkml:trace>
  <inkml:trace contextRef="#ctx0" brushRef="#br0" timeOffset="27699.56">21487 8764 350 0,'0'0'7'0,"0"0"5"15,0 0 2-15,0 0 0 16,0 0 0-16,0 0 0 16,0 0-1-16,0 0 1 15,0 0-7-15,0 0-4 0,-3 5-2 16,3-5-1-16,0 10 0 16,0-10 0-16,12 9 1 15,-12-9 0-15,21 0 0 16,-12 0 1-16,1-4 2 0,0-4 0 15,-2 1 0-15,-1-5 0 16,-5-1 0-16,-2 1 0 16,-2-1 0-16,-5 4-1 0,-3-1 0 15,-5 3-2-15,3 4 0 16,-6 3-1-16,1 0 0 16,1 5 0-16,4 5-1 15,2 0 1-15,5 0-1 0,2 2 0 16,3-2 1-16,5 0 0 15,6-3 0-15,6-2 0 16,3-2 1-16,3-3-1 16,-2-3 1-16,4-2 0 0,-4-2 0 15,-5-3 0-15,-3-2 0 16,-8-1-1-16,-2 1 1 16,-6 2 0-16,-2 0-1 15,-8 2 2-15,-1 4-4 0,-1 1 2 16,-5 3 0-16,3 5-2 15,0 0-1-15,1 5-2 16,4 0-2-16,4 0-6 16,3 0-8-16,5-10-48 0,0 0-14 15</inkml:trace>
  <inkml:trace contextRef="#ctx0" brushRef="#br0" timeOffset="28132.85">21533 8437 361 0,'0'0'8'15,"-12"-7"1"-15,5 3 4 16,-8 3-1-16,-5-2 1 0,0 3 0 16,-5 3 1-16,-7 7 1 15,0 9-8-15,2 9-2 16,0 7-3-16,3 4 1 15,4 6-2-15,6 4 0 0,7 1 0 16,7 1 0-16,6-3 0 16,9-4 1-16,11-5 0 15,7-3 0-15,9-11 0 0,6-5 0 16,5-13 1-16,5-5-1 16,4-4 1-16,1-13 0 15,0-5 0-15,-9-8 1 16,-1-1-1-16,-8-8-3 0,-7-5 0 15,-10-6 0-15,-10-2 0 16,-7-1 0-16,-12 0 0 16,-13-1 0-16,-8 2 0 15,-12 10 0-15,-5 8 0 0,-8 10 0 16,-4 9 0-16,-5 13 0 16,1 15 0-16,1 10 0 15,9 19-4-15,11 4-81 16,5 8-3-16</inkml:trace>
  <inkml:trace contextRef="#ctx0" brushRef="#br0" timeOffset="33899.37">7776 5967 51 0,'0'0'4'0,"0"0"2"16,7-7 3-16,-7 7 8 0,21-5 5 15,-2 0 2-15,6-3 1 16,14 4 2-16,9-4-3 15,12 1-3-15,9 1-5 16,8-2-4-16,5 2-5 16,5-1-3-16,5-1-2 0,-5 1 0 15,3 2-1-15,-4-3 0 16,-6 6 1-16,2-3-1 16,-3 0 1-16,-1 2 0 15,-7 1 0-15,-1 2 0 0,-2-3 1 16,-9 3 0-16,-7-2 2 15,-5 2 0-15,-7-3 1 16,-1 1 1-16,-6 2 0 0,-6-2 1 16,-7 2 1-16,-8 0 0 15,4 0 1-15,-16 0-2 16,9 0 0-16,-9 0-2 16,-5 0 1-16,-4 0-1 15,-4 0-3-15,3 2-3 0,-8-2-8 16,4 5-15-16,-1 10-39 15,0-8-10-15</inkml:trace>
  <inkml:trace contextRef="#ctx0" brushRef="#br0" timeOffset="35786.54">17705 6003 18 0,'0'0'5'0,"14"-3"1"0,9 6 2 16,6-2 5-16,4 5 4 16,10-2 3-16,3 2 3 0,7-2 2 15,7 1-2-15,-11 2-2 16,3-7 1-16,1-4-2 15,-7 1-2-15,2-6-2 16,-11 6-2-16,0-4 0 16,-12 1-1-16,0-1-2 0,-10 7-1 15,-7 0-1-15,-8 0-3 16,0 0-1-16,0 0 0 16,0 0-2-16,0 0 0 0,0 0-1 15,-6 0 0-15,6 0-1 16,-14 0-1-16,14 0 0 15,-16 0-2-15,16 0-1 0,-9 0-2 16,9 0-2-16,0 0-2 16,-10 0-2-16,10 0-1 15,0 0-2-15,0 0-3 16,0 0-1-16,0 0-4 0,0 0-1 16,0 0-2-16,0 0-3 15,0 0-1-15,0 0-3 16,0 0 6-16,-5 13-1 15,5-13-2-15</inkml:trace>
  <inkml:trace contextRef="#ctx0" brushRef="#br0" timeOffset="67466.63">2054 8122 373 0,'0'0'5'0,"0"0"2"0,0 0 2 16,-9 0 1-16,9 0 2 0,0 0 0 15,0 0-1-15,-9-4 0 16,9 4-3-16,0 0-1 16,7 0-2-16,6 2-1 15,10 0-1-15,3-2 0 16,7 3 1-16,9-3 0 0,5 0 0 15,-2-3-2-15,8 1 0 16,-7-3 0-16,-4 3-2 16,-4-1-2-16,-5 3-5 15,-8 0-7-15,-9 0-20 0,-16 0-49 16,10 15-3-16</inkml:trace>
  <inkml:trace contextRef="#ctx0" brushRef="#br0" timeOffset="67750.05">2049 8308 376 0,'0'0'8'16,"0"0"0"-16,0 0 2 0,0 0 0 16,0 0 1-16,10 0 1 15,-1 0 0-15,11 0 1 16,3 0-6-16,7 0-2 0,5 0-1 15,9 0 0-15,1-2-1 16,7-1-1-16,0 1 0 16,-2 2 0-16,-6-2-1 15,-4 2 0-15,-2 0-1 16,-8 0-1-16,-9 0-2 0,-3 0-1 16,-8 0-5-1,0 0-13-15,-10 0-59 0,8-11-3 16</inkml:trace>
  <inkml:trace contextRef="#ctx0" brushRef="#br0" timeOffset="68151.02">2411 7894 415 0,'0'0'4'0,"0"0"2"15,0 0 1-15,0 0-1 0,0 0 0 16,8-8 1-16,-1 8 0 16,8 0 0-16,3 8-2 15,7 1-3-15,7-1 0 16,7 5 1-16,3-1 0 16,8 1 0-16,3 2-1 0,-2 0-1 15,-1 0 1-15,-8 2-1 16,1 3-1-16,-11-2 1 15,-4 7 0-15,-11 0 1 16,-7-2 0-16,-10 6 1 0,0 5-1 16,-13 0 1-16,-6-2 0 15,-4 4 0-15,-7-5-1 16,1 1-2-16,-4 0 0 16,1-1 0-16,1-7 0 0,7-1 0 15,2-4-2-15,7 1-11 16,2-7-9-16,8-3-62 15,5-10-4-15</inkml:trace>
  <inkml:trace contextRef="#ctx0" brushRef="#br0" timeOffset="68918.55">3468 7857 436 0,'0'0'4'0,"0"0"2"15,0 0 1-15,0 0-2 16,-9-2 0-16,9 2 0 16,0 15 1-16,0 1 0 15,6 8-3-15,1 2-3 0,5 7 1 16,4 4 1-16,-2 3 1 15,-1-4-1-15,2 0-1 16,0-4 1-16,-8-6 0 16,1-3 0-16,-4-5 0 0,-4-6 1 15,0-12 0-15,-2 5 2 16,-10-7-5-16,-3-13 0 16,-2-8 0-16,-4-3 0 0,-1-10 0 15,0-3 0-15,2-8 0 16,6 5 0-16,1-3 0 15,5 5 0-15,8 3 0 16,0 5 0-16,15 6 0 0,5 8 0 16,7 3 0-16,6 7 0 15,4 6 0-15,2 2 0 16,2 10 0-16,-2 9 0 16,-8 6 0-16,0 3 0 0,-11 6 0 15,-8-2 0-15,-7 3 0 16,-5-5 0-16,-12 2 0 15,-6-5 0-15,-1-5 0 16,-3 2 0-16,-3-10 0 16,-1-2 0-16,10-2 0 0,0-5 0 15,4 0 0-15,12-5 0 16,0 0 0-16,0 0 0 16,15 10 0-16,7-8 0 0,-1 1 0 15,8-2 0-15,1 6 0 16,2-3 0-16,3 0 0 15,-5 5-14-15,-3-8-35 16,1 10-38-16,-4-1 0 0</inkml:trace>
  <inkml:trace contextRef="#ctx0" brushRef="#br0" timeOffset="69253.98">4019 8038 464 0,'0'0'3'0,"0"0"0"15,-9 0 1-15,9 0 0 16,-13 0-1-16,3 5 1 16,-1 5-1-16,4 3 1 15,-3 2-3-15,6 3 0 0,4 1-1 16,2 1 1-16,8-1 0 16,4-4 1-16,9-2 0 15,4-5-1-15,3-7 1 0,0-1 0 16,2-1 0-16,-9-7 2 15,-1-2-4-15,-7-5 0 16,-5-2 0-16,-8-1 0 16,-4 0 0-16,-10 4 0 0,-9-4 0 15,2 6 0-15,-6 2 0 16,-2 6 0-16,2 1-6 16,2 3-14-16,1 10-20 15,7-3-47-15,5-2-1 0</inkml:trace>
  <inkml:trace contextRef="#ctx0" brushRef="#br0" timeOffset="69499.97">4359 7771 492 0,'0'0'3'0,"0"0"1"16,0 0 0-16,0 0-1 15,0 0 0-15,0 0-1 0,-4 5-2 16,4 15 0-16,2 8 0 15,3 3 0-15,5 7 0 16,-3 3 0-16,6 6 0 16,-1-2 0-16,1-3 0 15,-1-5 0-15,2-2 0 0,-1-6 0 16,2-4 0-16,-2-8-8 16,-1-2-8-16,-3-7-12 15,-9-8-57-15,13 0-2 16</inkml:trace>
  <inkml:trace contextRef="#ctx0" brushRef="#br0" timeOffset="69666.63">4330 8046 387 0,'0'0'6'0,"0"0"2"16,0 0 0-16,0 0-1 0,0 0 1 16,0 0 1-16,9-5-1 15,9 2 1-15,4 1-9 16,8 2-10-16,4-3-37 0,9-2-31 15,4 3-4-15</inkml:trace>
  <inkml:trace contextRef="#ctx0" brushRef="#br0" timeOffset="70016.17">4799 8001 457 0,'0'0'2'16,"0"0"0"-16,0 0-1 0,0 0 0 16,-5 7 0-16,3 3-1 15,0 0 1-15,-4 3-1 16,1-1-1-16,5 6 0 16,0-1 1-16,0 0 0 0,8-7 1 15,4 0 0-15,6-3 2 16,-1-7 1-16,5 0 1 15,-2-4 1-15,-2-6 1 0,-1-1 0 16,-5-3 1-16,-4-4-2 16,-4-1-6-16,-4 4 0 15,-7-4 0-15,-5-2 0 16,-3 6 0-16,-2 3 0 16,-3 5 0-16,-3 4 0 0,1 3-5 15,2 3-10-15,0 4-13 16,6 5-57-16,0 1-3 15</inkml:trace>
  <inkml:trace contextRef="#ctx0" brushRef="#br0" timeOffset="70882.92">4839 7988 390 0,'0'0'6'0,"0"0"4"0,0 0 2 16,0 0 2-16,0-7 1 16,0 7 0-16,0 0-1 0,0 0-1 15,0 0-5-15,0 0-4 16,4 5-2-16,5 8-2 16,-5 1-1-16,4 6 0 0,4 0 1 15,3 2 1-15,3 2 0 16,-1-8 0-16,3-1 1 15,3-5-1-15,1-7 0 16,3-3 0-16,0 0-1 0,-1-11 0 16,-1-3 0-16,-6-4-1 15,-1-7 0-15,-6-1 0 16,-5-1-1-16,-1-9 0 16,-9 2 1-16,-7-4 1 0,0 4 0 15,-2-1 1-15,1 8 1 16,-1 0 0-16,2 10 0 15,0 1 1-15,10 16-3 16,0 0 0-16,0 0 0 0,-5 25 0 16,13-1-2-16,2 10 1 15,2 5 1-15,3 3-1 16,0 3-2-16,5 1-5 16,-5-6-6-16,0 0-8 0,-5 7-25 15,-10-19-38-15,7-11-3 16</inkml:trace>
  <inkml:trace contextRef="#ctx0" brushRef="#br0" timeOffset="71150.32">5082 8068 391 0,'0'0'5'0,"0"-11"1"0,0 11-1 16,3-11 1-16,4 1-1 16,3 0 1-16,2-3-1 15,3 1 0-15,8 5-7 0,2-3-2 16,2 2-1-16,3 1 0 15,0 5 0-15,-6-4 0 16,-4 6 0-16,0 0 3 16,-10 6 2-16,0 1 2 0,-7 3 1 15,-1 5 1-15,-2 2 0 16,3 3 0-16,-3-3 0 16,2 5-1-16,0-2-2 0,3-2-3 15,1 1-7-15,-1 17-41 16,2-25-23-16,5-1-6 15</inkml:trace>
  <inkml:trace contextRef="#ctx0" brushRef="#br0" timeOffset="71450.28">5540 7994 426 0,'0'0'4'0,"0"0"1"15,0 0 0-15,-10-3-1 16,10 3 1-16,-11 6-1 15,11-6 0-15,-9 16 1 16,9-1-5-16,0 0 0 16,0 3 0-16,5-4 0 0,8 2 1 15,3-4 1-15,5-8 0 16,4-1 0-16,-1-3 1 16,3-3 3-16,-2-9 0 15,-2-2 1-15,-6-1-1 0,-2-2 1 16,-10-1 0-16,-5-2-7 15,-5 6 0-15,-10-2 0 16,0 7 0-16,-7 1-6 16,2 8-17-16,-2 0-61 0,1 3-4 15</inkml:trace>
  <inkml:trace contextRef="#ctx0" brushRef="#br0" timeOffset="71767.64">5895 7929 422 0,'0'0'1'16,"0"0"0"-16,0 0 0 16,0 7 0-16,-3 4 1 0,3-1-1 15,0 5 1-15,0-1-1 16,0 4 1-16,0 0-2 16,6-4 1-16,-1-1 0 15,2-1 1-15,-7-12 1 0,9 10 1 16,-9-10 2-16,13-3 0 15,-8-8 1-15,2 0 0 16,3-9 0-16,3 0-1 16,1-2-2-16,0 2-2 15,2 3-1-15,2-1-2 0,-3 11 0 16,-1 3 0-16,1 4 0 16,-2 6-1-16,-1 9-4 15,4 3-3-15,1 4-7 16,-4 23-38-16,8-23-29 15,2 3-1-15</inkml:trace>
  <inkml:trace contextRef="#ctx0" brushRef="#br0" timeOffset="72733.3">7041 7929 446 0,'0'0'3'16,"-9"-11"0"-16,-3 4 0 0,-4 0 0 15,-9 0 0-15,-5 4 1 16,-5 2 0-16,-3 1-1 16,-4 7-2-16,7 4 0 15,3 10-1-15,5-1 0 0,9 4 0 16,8-3 0-16,10 0 0 16,7-3 0-16,14-5 0 15,9-9 0-15,4-1 1 16,6-3 0-16,3-5 1 0,-4-8 1 15,-4-1 0-15,-1-6 0 16,-11 0 0-16,-5 3 1 16,-6-1-1-16,-7 1-1 15,-5 9-2-15,0 8 0 0,-5-6 0 16,5 6-1-16,-10 14-1 16,8 1 0-16,2 5-1 15,5-3-1-15,2 0 1 16,7 0 0-16,6-2-1 15,6-7 1-15,1-8 0 0,3 0 2 16,2-10 2-16,0-10 2 16,-4-5 1-16,-1-4 1 0,-8-9 0 15,-3-6 1-15,-9-3-1 16,-5-3 1-16,-4 3-2 16,-8 2-2-16,-5 8-2 15,-2 3 0-15,2 9 0 16,3 10 0-16,-1 15 0 15,6 7 0-15,2 18 0 0,5 7 0 16,7 13 0-16,6 4 0 16,-1 6 0-16,6 2 0 15,3-2 0-15,2-6 0 0,-3-7 0 16,0-5 0-16,-5-9 0 16,-1-6 0-16,-3-7 0 15,-4-5 0-15,-7-10 0 16,0 0 0-16,3-12 0 15,-3-8 0-15,0 0 0 0,0-3 0 16,0-4 0-16,0-2 0 16,0 4 0-16,7 2 0 0,6 3 0 15,1 9 0-15,7 3 0 16,0 5 0-16,2 6 0 16,-1 6 0-16,3 7 0 15,-8 2 0-15,1 1 0 16,-8 1 0-16,-8-1 0 15,-4 3 0-15,-10-4 0 0,-6-3 0 16,-5 0 0-16,-3-5-2 16,-2-1-1-16,-4-3-3 15,5-5-4-15,2-1-7 0,9-7-33 16,9 0-35-16,7-8-2 16</inkml:trace>
  <inkml:trace contextRef="#ctx0" brushRef="#br0" timeOffset="73000.23">7699 7900 438 0,'0'0'1'0,"0"0"1"16,-5 4 0-16,5-4 0 15,-12 20 1-15,1-8-1 16,4 1 1-16,2 5 1 0,3-4-1 16,2 2 0-16,2-5-1 15,8-1 1-15,5-2 2 16,6-6 0-16,-2-2 0 0,6-4 2 15,-6-7-1-15,1-1 1 16,-4-5 1-16,-7 0-8 16,-4-6 0-16,-5 3 0 15,-7 0 0-15,-6 6 0 16,-2 2 0-16,-7 2 0 0,2 7-7 16,-2 3-16-16,6 7-62 15,4 6-3-15</inkml:trace>
  <inkml:trace contextRef="#ctx0" brushRef="#br0" timeOffset="73516.58">7958 7914 449 0,'0'0'4'16,"0"0"1"-16,0 0 2 16,-4-10-1-16,4 10 1 0,0 0-1 15,-14-10-1-15,14 10 0 16,0 0-3-16,-10 0-1 15,10 0-2-15,0 17 0 16,5-6 1-16,0-1-1 0,9 2 2 16,-1-2-1-16,-1-3 1 15,9-1-1-15,-1-6 0 16,-3 0 1-16,3-6 0 0,-6-1-1 16,2-5 1-16,-4-2-1 15,-5 0 0-15,1 3 0 16,-3-2-2-16,-5 13 0 15,5-12-2-15,-5 12 0 16,0 0 0-16,0 15-2 0,0-1 1 16,5 1 0-16,4-3 0 15,4 3 2-15,6-3 0 16,9-6 1-16,2-4 2 16,4-4 1-16,2-8 2 15,-1-11 1-15,-3-1 1 0,-7-6 1 16,-6-1 1-16,-3-4 1 15,-9-5 0-15,-7 3-2 16,0 0 0-16,-5 3-3 0,0 2-3 16,-3 5 0-16,3 11 0 15,5 14 0-15,0 0 0 16,-2 10 0-16,4 14 0 0,9 9 0 16,1 7-4-16,5 6-9 15,-2 33-29-15,3-32-42 16,-1-2-2-16</inkml:trace>
  <inkml:trace contextRef="#ctx0" brushRef="#br0" timeOffset="73668.6">8365 7974 413 0,'0'0'4'0,"0"0"0"15,5-10 1-15,7 3 0 0,6-1 0 16,9-2 0-16,8 3-4 15,2-7-11-15,15 6-67 16,6-2 0-16</inkml:trace>
  <inkml:trace contextRef="#ctx0" brushRef="#br0" timeOffset="74233.64">9448 7979 511 0,'0'0'0'0,"25"-5"0"0,-8-2 0 16,1-1 0-16,1-4 0 15,-1-3 0-15,-6-3 0 16,1-6 0-16,-13 2 0 0,-13-1 0 15,-4 2 0-15,-13 0 0 16,-2 4 0-16,-3 7 0 16,3 0 0-16,-3 10 0 15,8 0 0-15,4 2 0 0,3 4-3 16,15 3-25-16,10 4-59 16,3-3-3-16</inkml:trace>
  <inkml:trace contextRef="#ctx0" brushRef="#br0" timeOffset="74849.52">9308 7796 375 0,'0'0'9'0,"0"0"2"0,0-13 3 15,0 13 1-15,-4-15 1 16,4 15 1-16,-17-17-1 0,4 13 1 16,1 0-8-16,-5 4-4 15,4 6-3-15,-2 8-1 16,0 6-2-16,6 4 0 15,0 4 1-15,9 2 0 16,6-2 0-16,6-2 1 0,8-1 0 16,10-5 0-16,2-5 2 15,7-6-3-15,4-3 0 16,0-6 0-16,-6-3 0 16,-1-7 0-16,-6-4 0 0,-4-1 0 15,-10-8 0-15,-7-2 0 16,-9 1 0-16,-6-6 0 15,-6 4 0-15,-8-2 0 16,-4 8 0-16,-4 0 0 0,-4 11 0 16,4 0 0-16,1 9 0 15,2 3 0-15,11 9-11 16,1-2-22-16,8 3-55 0,12 2-2 16</inkml:trace>
  <inkml:trace contextRef="#ctx0" brushRef="#br0" timeOffset="75233.3">9839 7399 430 0,'0'0'8'0,"-4"-10"1"0,4 10 3 16,-7-11 1-16,7 11-1 0,-5-14 0 15,5 14 0-15,0 0-9 16,-7 21-3-16,2 1 0 15,5 13 0-15,0 1 0 16,0 14 0-16,0 2 0 0,7-3 0 16,3 1 0-16,1 0 0 15,3-11 0-15,-2 3-8 16,1-9-16-16,-1-6-60 16,1-4-4-16</inkml:trace>
  <inkml:trace contextRef="#ctx0" brushRef="#br0" timeOffset="75683.27">10189 7791 445 0,'0'0'5'16,"0"0"2"-16,-3-10 1 16,3 10 0-16,-13-13 0 15,6 8 0-15,-8 0 0 16,0 3 0-16,-4 2-4 0,-6 0-2 15,2 10-4-15,-2 0 1 16,3 5 0-16,2 1 0 16,5 5-1-16,5-4 1 0,10 3 0 15,5-3-1-15,8-2 1 16,9-5 0-16,2-6 0 16,7-4 1-16,-2-1 0 15,1-9 0-15,0-8 1 0,-7-4 1 16,-4-8 1-16,-4-4-1 15,-7-9 1-15,-6-6 0 16,-2-6-3-16,0-4 0 16,-7-3 0-16,-3 0 0 0,-3 5 0 15,-1 8 0-15,-2 9 0 16,4 8 0-16,-1 15 0 16,4 17 0-16,1 10 0 15,5 19 0-15,3 15 0 0,11 11 0 16,4 10 0-16,4 10 0 15,6 1 0-15,3-2 0 16,6-2-5-16,1-8-20 16,-3-5-59-16,11-9-3 0</inkml:trace>
  <inkml:trace contextRef="#ctx0" brushRef="#br0" timeOffset="77649.95">11085 7454 390 0,'0'0'6'0,"0"-18"2"16,-4 1 3-16,1 0 2 15,-4 0 1-15,-4-4 1 16,-3 1 0-16,-2 4 1 16,2 8-6-16,-4 8-3 0,1 12-3 15,-3 10-2-15,6 18-2 16,3 10 0-16,9 9 0 16,2 10 0-16,5 3 0 15,5 3 0-15,9-8 0 0,2 2 0 16,1-5 0-16,-3-7 0 15,-1-7 0-15,-1-8 0 16,-4-3 0-16,-8-11 0 16,-3-3-13-16,-2-9-4 0,0-6-9 15,-7-7-15-15,-6-6-10 16,-1-8-1-16,-2-9 3 16,-3-10 14-16,-4-4 17 0,3-4 15 15,-4-4 17-15,6 5 20 16,-2-3 12-16,6 9 3 15,4-2 1-15,4 8-13 16,6 4-11-16,4 0-10 16,10 4-4-16,9 5-4 0,7 1-2 15,7 4-3-15,2 7 1 16,4 0-4-16,-1 10 0 16,-3 5 0-16,-2 10 0 15,-7-1 0-15,-5 3 0 16,-9 1-2-16,-7-3 1 15,-4-3 0-15,-5-5 1 16,-11-5-1-16,-3-4 1 16,-3-5 1-16,-5-3-1 0,-1-5 1 15,1-8 0-15,2-2-1 16,5-5 0-16,5-2 0 16,5 0-1-16,8 0 0 15,6-3-4-15,11 4-5 0,6 0-7 16,11 9-23-16,13-4-44 15,-6 7-2-15</inkml:trace>
  <inkml:trace contextRef="#ctx0" brushRef="#br0" timeOffset="78716.2">11581 7711 378 0,'0'0'6'0,"-4"0"1"0,-5 0 1 16,-4 0 2-16,-2 5 0 0,-5 1 0 15,-3 3 0-15,-3 1 0 16,1 2-4-16,1 1-4 15,5 2-1-15,5 0-1 16,6 5-1-16,8-8 1 16,0 3-1-16,15-5 0 0,5-3 2 15,5-2-1-15,-1-5 2 16,4 0 1-16,-1-8 2 16,-2-2 0-16,-5-5 1 15,-4 1-1-15,-4-1 2 16,-3 0-2-16,-6 1 1 0,-1 3-2 15,-2 11-2-15,0-14-1 16,0 14-1-16,0 0 0 16,-12 9-1-16,10 1 0 0,2 5-1 15,0 2-1-15,2 1-1 16,5-4-1-16,5 1-2 16,6-5-1-16,1-2-1 0,7-3 0 15,3-5 0-15,-1-2 2 16,-1-6 3-16,1-5 1 15,-8-2 6-15,-3 1 1 16,-2-4 2-16,-10 1 2 16,-5 2 1-16,-2 0 0 0,-3 0 0 15,-6 6-3-15,11 9-3 16,-17-7-1-16,17 7-1 16,-8 5-2-16,6 6 0 15,2 4-1-15,0 6 0 16,5-4 0-16,0 5 1 0,3-3-1 15,1 2 1-15,2-6 0 16,-4-3 1-16,0-6 1 16,-7-6 2-16,10 7 0 0,-10-7 1 15,8-11 0-15,-3 1 0 16,0-5-1-16,-1-1 0 16,6-1-1-16,-2-1 0 0,2-2-2 15,-3 8 0 1,4-4-2-16,-2 9 1 0,1 5 0 15,-3 2-1-15,-7 0-1 16,16 9 0-16,-8 1 0 16,0 3 0-16,5-3 1 0,-3 5-1 15,3-5 1-15,-1-2 1 16,-2-4 0-16,2 0 1 16,3-4 0-16,1 0 1 15,-2-4 0-15,1-4 1 0,5-2-1 16,-2 0 1-16,-4-2-1 15,-1 0 0-15,-1 2 0 16,-2 2-1-16,-10 8-1 16,10-11-3-16,-10 11 1 0,0 0-1 15,0 0-1-15,0 0 1 16,3 9-1-16,-3 1 0 16,0 0 2-16,2 5 1 15,3-3 1-15,4 1 0 0,4-4 1 16,-1-2 3-16,11-1-1 15,-3-3 2-15,10-3 1 16,0-6 0-16,0-1 0 16,2-5 0-16,-8-5 0 0,1-4-1 15,-5 1-1-15,-10 3-1 16,-4-2 0-16,-6 3-1 16,-4 4-1-16,-8 4 0 15,-5 6-1-15,-1 4-1 0,-1 9 1 16,1 5-2-16,3 4 2 15,3 3-1-15,6 2 1 16,6 0 0-16,11-3 0 16,8 3-2-16,6-8-7 15,12-7-30-15,9 0-41 0,0-3-2 16</inkml:trace>
  <inkml:trace contextRef="#ctx0" brushRef="#br0" timeOffset="79083.3">13232 7303 449 0,'0'0'5'0,"0"0"1"0,0-15 0 16,-7 8 2-16,-6 0-1 0,-1 0 1 15,-7 7 1-15,-1 0-1 16,-6 16-3-16,7 11-5 16,-2 13 0-16,9 12 0 15,10 7 0-15,4 8 0 16,9 8 0-16,7 1 0 0,7-2 0 15,5-2 0-15,-3-7 0 16,-1-3 0-16,-4-13-7 16,-1-1-6-16,-8-16-12 15,-7-6-54-15,-4-5-7 0</inkml:trace>
  <inkml:trace contextRef="#ctx0" brushRef="#br0" timeOffset="79716.99">12996 7942 363 0,'0'0'9'0,"-5"-14"2"0,5 0 0 15,-2-3 1-15,2-2 0 16,0-4-1-16,7-2 1 16,3 1 0-16,8-1-7 15,7 10-5-15,2-2-3 0,10 6-1 16,3 2-2-16,2 2 0 16,0-2 0-16,-7 5 1 15,0 1 4-15,-10 1 2 16,-8 2 1-16,-17 0 3 15,0 0 1-15,0 9 1 0,-17 2 0 16,-5 1-1-16,4 3-3 16,-4 2 0-16,1 1-1 15,9 2 0-15,4-1 0 16,8 1 1-16,6-5-1 0,8-5 1 16,9-2-1-16,9-6 0 15,0-2 1-15,1-2 0 16,-1-8-1-16,0-5 1 15,-9 0-1-15,-3 1-1 0,-8-4-1 16,-7-2-1-16,-5 0-1 16,-3 3 0-16,-6 1-2 15,-4 2 0-15,-2 1 0 0,3 4 0 16,-1 1 2-16,4 3 1 16,9 5 0-16,-13-5 1 15,13 5 1-15,0 0 0 16,13 0 0-16,4 0 0 0,0 5 0 15,6 0 0-15,5 5 0 16,-2 0 0-16,7 5-1 16,-4-3 0-16,1 5 0 15,-7-2-2-15,2 3 1 0,-11-4-1 16,-3 2 0-16,-7-4 1 16,-4-2-1-16,0-10 1 15,-17 12 2-15,5-9 0 16,-4-3 2-16,2-6 0 0,2 0 2 15,1-10-2-15,6 1 1 16,5-4-1-16,3-4 0 16,15 4-5-16,-2-6-6 15,17 3-19-15,7-3-55 0,0 2-3 16</inkml:trace>
  <inkml:trace contextRef="#ctx0" brushRef="#br0" timeOffset="80766.67">14566 7643 450 0,'0'0'5'0,"0"0"1"0,0-14 0 15,0 14 1-15,-9-14 0 0,-7 6 0 16,-5 1-1-16,-4 2 0 16,-10 2-4-16,-5 3-2 15,3 8 0-15,-1 5-2 16,6 3 1-16,5 2-1 15,6-1 0-15,12 1 1 0,9-3 0 16,9-6 0-16,14 1 0 16,6-4 1-16,7-6 0 15,7 0 1-15,-4-3 0 0,-2-7 1 16,-2 0 0-16,-5-3 1 16,-10-1-1-16,-3-1 0 15,-9 1 0-15,-6 0 0 16,-2 4-2-16,0 10 0 15,-8-6-1-15,8 6 0 0,-14 6-1 16,9 4-1-16,2 5 0 16,3 0 0-16,3 0 1 15,6 0-1-15,9 0 1 16,4-6 0-16,7-3 1 0,6-6 0 16,3-3 1-16,4-9 2 15,0-6 0-15,-1-7 2 16,-7-1 0-16,-6-9 0 0,-9-5 0 15,-6-4 1-15,-8-4-3 16,-5 4-2-16,-7 2 0 16,-11 0 0-16,-1 7 0 15,-6 5 0-15,-3 13 0 0,3 8 0 16,-2 9 0-16,-1 11 0 16,7 12 0-16,4 11 0 15,8 6 0-15,5 7 0 16,4 5 0-16,7 0-2 15,10-3 1-15,8-1 1 0,5-9 0 16,4-6 0-16,3-11 1 16,4-8 1-16,-4-8-2 15,-3-6 0-15,4-10 0 16,-9-10 0-16,-1-8 0 0,-10-4 0 16,-2-7 0-16,-5-6 0 15,-6-4 0-15,-5-3 0 16,0-3 0-16,-7 4 0 0,-10 4 0 15,4 5 0-15,-5 9 0 16,0 14 0-16,-1 10 0 16,-1 14 0-16,1 13 0 15,3 17 0-15,6 7 0 16,6 10 0-16,4 5 0 0,4 4 0 16,11-3 0-16,10-4-2 15,2-6-9-15,10-5-21 16,21-7-53-16,-14-9-1 15</inkml:trace>
  <inkml:trace contextRef="#ctx0" brushRef="#br0" timeOffset="81484.06">15709 7580 384 0,'0'0'6'0,"0"0"2"0,0 0 2 16,7-13 1-16,-7 13 1 15,0-10-1-15,0 10 1 16,-12-8 0-16,0 1-6 15,-3 7-3-15,-2 0-1 0,-3 3-2 16,-5 5 0-16,2 2 0 16,2 7-2-16,0-2 1 15,5 5-1-15,5 0 0 16,9-1 1-16,4-1 0 0,13-4 0 16,7-1 0-16,8-8 1 15,8-3 1-15,1-2 0 16,-2-7 1-16,3-3 2 15,-10-7-1-15,-3-1 1 0,-9-4 0 16,-6-3 0-16,-10 3 0 16,-6-3-1-16,-11 3-1 15,-3 2-1-15,-4 5-4 0,2 5-5 16,-4 5-7-16,3 5-31 16,7 8-38-16,7 2-1 15</inkml:trace>
  <inkml:trace contextRef="#ctx0" brushRef="#br0" timeOffset="81932.94">16046 7521 439 0,'0'0'5'15,"0"0"1"-15,0 0-1 16,0 0 0-16,8 7 1 0,-4 6 0 16,1 6 0-16,-1 6 0 15,1 8-4-15,0 3-2 16,5 9 2-16,0 7 0 15,0 3 0-15,-3 2 0 0,-1-1 1 16,-2-1-1-16,-4-3-1 16,-2-7 1-16,-8-9-1 15,-2-3-2-15,-6-8 1 16,-4-14 0-16,0-5 0 0,-6-12 0 16,6-5 2-16,-8-14 0 15,5-8 1-15,1-8-1 16,3-9-2-16,7-7 0 15,1-5 0-15,11-3 0 0,2-1 0 16,7-1 0-16,8 7 0 16,4 6 0-16,4 4 0 15,4 14 0-15,1 5 0 16,2 15 0-16,2 8 0 0,-2 8 0 16,-3 10 0-16,0 8 0 15,-7 9 0-15,-7 2 0 16,-6 3 0-16,-7 0 0 15,-5 1-9-15,-8-5-5 0,-3-9-12 16,-5 1-59-16,5-8-2 16</inkml:trace>
  <inkml:trace contextRef="#ctx0" brushRef="#br0" timeOffset="82532.95">16283 7570 421 0,'0'0'4'0,"0"0"2"0,0 0 1 16,0 0-1-16,0 0 2 0,0 0 1 16,10 0-1-16,-10 0 1 15,13 8-3-15,-3-1-2 16,4-2 0-16,4-3-1 16,2 3-1-16,0-5 0 0,0 0 1 15,0-2 0-15,-3-3 0 16,-2 0 0-16,-5-5-3 15,-10-2 0-15,-2 2 0 16,-8-2 0-16,-8 3 0 0,-2 8 0 16,-5-2 0-16,1 3 0 15,-1 10 0-15,4 2 0 16,9 10 0-16,3-2-2 0,9 6-1 16,2-5-3-16,13-1-4 15,7-5-4-15,8 0-10 16,2-5-28-16,1-5-27 15,1-5-2-15,1-2 20 16,-5-8 24-16,-5-3 23 0,-5 3 14 16,-10-10 19-16,-1 3 34 15,-6 3 29-15,-3-4-6 16,0 3-18-16,0 2-23 16,0 4-16-16,0-4-7 0,0 13-6 15,10-5-4-15,2 5-1 16,0 0-2-16,4 5 0 15,4 8-1-15,-3 2 0 0,3 4-1 16,-1 2 0-16,-1-3-1 16,-8 5 0-16,3-5 0 15,-6 2 0-15,-2-6 2 16,-5-3 0-16,0-11 2 16,-12 9 2-16,4-9-1 0,-2 0 2 15,0-7-2-15,1-1-3 16,5-4-7-16,4-3-23 15,16 0-47-15,-2 0-2 16</inkml:trace>
  <inkml:trace contextRef="#ctx0" brushRef="#br0" timeOffset="83254.27">17051 7513 409 0,'0'0'4'0,"0"0"1"0,-10-10 2 15,-5 8 1-15,-2 0 1 0,-5-1 0 16,-3 3 1-16,-3 5-1 15,-1 2-4-15,4 6-1 16,2 4-2-16,11 2-2 16,2 2-1-16,10-2 0 0,3-1 1 15,9-4 0-15,6 1 0 16,7-6 1-16,2-5 0 16,2-4 1-16,1 0-1 15,-5-4 1-15,-3-5 0 0,-1 0 1 16,-7-4-2-16,-4 6 0 15,-4-1-2-15,-6 8-2 16,0 0-2-16,0 0-3 0,0 0-2 16,0 11-2-16,4 0-1 15,4-1 1-15,6 5 1 16,9-8 1-16,4 1 2 16,3-5 3-16,7-3 2 0,-2-3 2 15,0-12 3-15,0-3 2 16,-5 0 4-16,-6-10 2 15,-6-2 2-15,-11-5 1 16,-2 3 0-16,-5-5 1 16,-5 8-1-16,-2-1-3 0,-3 5-5 15,2 7-3-15,0 11-2 16,8 7-1-16,-14 14 0 16,12 14-4-16,2 2-2 15,0 7-4-15,0 6 0 0,0 0-4 16,0 3-2-16,0-6-4 15,0-9-1-15,0-4-1 16,0-7 5-16,-6-4 5 16,4-7 6-16,2-9 6 0,-12 0 7 15,12 0 6-15,-10-15 3 16,8 1 4-16,2-4-1 16,0-5-1-16,2 5-2 0,8-3-3 15,-1 2-4-15,4-2-3 16,4 5-1-16,1 3-2 15,4 2-1-15,-2 10-1 16,-1-2 0-16,-1 3-1 0,-5 4 1 16,1 7 0-16,-7 2 0 15,2 3 0-15,-7 2 0 16,0 1 0-16,-2 1-2 16,0 0-3-16,0-7-6 15,0-3-38-15,5 2-30 0,-5-12-3 16</inkml:trace>
  <inkml:trace contextRef="#ctx0" brushRef="#br0" timeOffset="83551.74">17660 7542 417 0,'0'0'1'0,"-10"0"0"0,3 0 1 0,-5 8 2 15,-1-1 0-15,-4 3-1 0,6 5 3 16,-1 0-3-16,5 3 0 15,5-4 1-15,2 6-1 16,12-5 0-16,5 0-1 16,10-5 1-16,3-2 1 0,2-6 0 15,0-2 2-15,4-5 1 16,-12-7 0-16,1-1 0 16,-10-7-1-16,-7 0-1 15,-8 4 1-15,-5-5-6 0,-8 4 0 16,-4 2 0-16,-1 5-10 15,-4 2-8-15,5 7-27 16,5 1-41-16,1 1 0 16</inkml:trace>
  <inkml:trace contextRef="#ctx0" brushRef="#br0" timeOffset="83899.96">17926 7566 443 0,'0'0'2'16,"0"0"-2"-16,0 0 1 0,0 0 0 15,0 0 0-15,10 12 0 16,-10-12 0-16,10 19 1 16,-5-9-2-16,0 2 1 15,-3 1 0-15,5-1 0 0,-1-2 0 16,-6-10 2-16,11 13 1 16,-11-13 1-16,19 0 0 15,-10-10 1-15,3-3 0 16,4-2 0-16,3-4-1 15,1-3-1-15,3-3-1 0,0 0-1 16,-2 3-1-16,-1 5 0 16,-5-1-2-16,0 9 1 15,-5 5-1-15,1 4 0 0,-7 8 0 16,4 4 0-16,-4 6 0 16,6 0 0-16,3 0 1 15,1 6 0-15,2-5-3 16,3 1-8-16,-1-3-52 15,5-4-20-15</inkml:trace>
  <inkml:trace contextRef="#ctx0" brushRef="#br0" timeOffset="84434.31">18577 7431 478 0,'0'0'3'0,"0"-12"1"16,0 12 1-16,-10-17-1 16,0 9 1-16,-6-1 0 15,0-2-1-15,-9 4-1 16,0 7-3-16,-5 0 0 15,3 2 0-15,2 8 0 0,3 3 0 16,9 2 0-16,6 2 0 16,7 3 0-16,12 2 0 15,10-2 0-15,11 5 0 0,6-4 0 16,4 0 0-16,1-2 0 16,2-1 0-16,-9-3 0 15,-10-2 0-15,-2-3 0 16,-13-3 0-16,-12-7 0 0,-2 14 0 15,-14-9 0-15,-5 2 0 16,-7-4-12-16,3-8-63 16,-5 5-11-16</inkml:trace>
  <inkml:trace contextRef="#ctx0" brushRef="#br0" timeOffset="85700.07">3539 8574 321 0,'0'0'4'0,"25"0"1"0,5-2 2 16,10-2-1-16,17 4 1 16,17-5 1-16,12 3-1 15,25-3 2-15,11 0-5 16,12 1-1-16,7-6 1 0,11-1-1 16,14-1-1-16,9-3 1 15,13 0-1-15,11 3 0 16,5-3-1-16,5 1 1 15,9 1-1-15,8 3-1 16,2 0 1-16,4 0-1 0,4 3 1 16,2 2 0-16,3-1-1 15,5 2 1-15,3 0-1 16,1-2 1-16,5 4-1 0,0-4 1 16,9 3-1-16,-6-1 0 15,5 1 1-15,3 2-1 16,3-2 1-16,-4 0-1 0,1 3 0 15,-2-2 1-15,-4-1 1 16,7 1-1-16,-4 2 2 16,0-4 0-16,6 0 1 15,-6 0 0-15,5-2 0 16,4-1-1-16,-2 4 1 0,1-4 0 16,0 3-1-16,-5-2 0 15,1 3-1-15,-5 2 0 16,0 1 1-16,-2 0-1 15,-5 0-1-15,-1 4 1 16,-8-2-1-16,-5 4 0 0,-8-4 0 16,-2 3 1-16,-12-3 0 15,-8-2 1-15,-4 0-1 16,-11 0 1-16,-13 0 0 0,-6-2-1 16,-8-3 0-16,-15 1 0 15,-7-6-1-15,-13-1 0 16,-15 1-1-16,-12-2 1 0,-17 2-1 15,-14 3 0-15,-11-4 0 16,-20 2-2-16,-8 1-7 16,-19 3-29-16,-18 5-44 15,0 0 0-15</inkml:trace>
  <inkml:trace contextRef="#ctx0" brushRef="#br0" timeOffset="101733.28">10278 10068 436 0,'0'0'6'15,"0"0"2"-15,0-11 2 16,0 11 0-16,2-10 2 0,-2 10-1 15,0-10 1-15,0 10-6 16,0 0-6-16,0 0 0 16,0 0 0-16,0 13 0 15,-2 6 0-15,0 9 0 0,2-1 0 16,-5 11 0-16,-1-1 0 16,4 2 0-16,-1 4 0 15,-2-4 0-15,3-2 0 16,0-2 0-16,-1-3 0 15,3-7 0-15,-2 0 0 0,-1-8 0 16,1-5 0-16,0 0 0 16,2-12 0-16,-4 9 0 15,4-9 0-15,-12-3 0 16,7-7 0-16,-2-5 0 0,-1-5 0 16,1-7 0-16,-3-5 0 15,5-6 0-15,-3-4 0 16,1-2 0-16,4-3 0 15,3 5 0-15,0 0 0 0,5-1 0 16,6 6 0-16,1 0 0 16,6 4 0-16,1 3 0 0,6 9 0 15,0-4 0-15,3 7 0 16,-3 6 0-16,1 10 0 16,-1 2 0-16,-5 2 0 15,3 13 0-15,-4 5 0 16,-1 2 0-16,-6 5 0 15,1 3 0-15,-7-3 0 0,-6 8 0 16,0-8 0-16,-4 3 0 16,-11-6 0-16,-2 1 0 15,-8-2 0-15,0-6 0 0,-2-5 0 16,-1 1 0-16,3-5 0 16,1-6 0-16,-1-2 0 15,7 0 0-15,6-2 0 0,-1-3 0 16,13 5 0-16,-12-10 0 15,12 10 0-15,0 0 0 16,16-6 0-16,-2 6 0 16,6 0 0-16,2 6 0 15,5 4 0-15,3-1 0 0,0 7 0 16,0 0 0-16,-3 2 0 16,-2 4 0-16,-2-2 0 15,-4-1 0-15,-3 2 0 16,-2-6 0-16,-1 2 0 0,-3-4 0 15,-3-4 0-15,-7-9 0 16,13 12 0-16,-13-12 0 16,0 0 0-16,0 0 0 15,7 11 0-15,-7-11 0 0,0 0 0 16,0 0-17-16,-5-6-70 16,5 6-4-16</inkml:trace>
  <inkml:trace contextRef="#ctx0" brushRef="#br0" timeOffset="102166.55">10814 10282 452 0,'0'0'4'0,"0"0"2"0,0 0 0 15,0 0 0-15,-9 0 1 16,9 0-1-16,-16 11 1 16,4-4 0-16,3 8-4 15,-4 2 0-15,5 2-2 0,1 5 0 16,1-2 1-16,6 2-2 16,6-3 0-16,6-5 0 15,6-3 0-15,7-3 0 16,-1-5 0-16,1-5 0 15,5 0 0-15,-5-5 0 16,0-5 0-16,-6-3 0 0,-1-1 0 16,-6-4 0-16,-4-1 0 15,-8-4 0-15,0 1 0 16,-8 0 0-16,-4 2 0 0,-6-3 0 16,2 8 0-16,-7 4 0 15,0 1 0-15,-1 5 0 16,2 5 0-16,1 0 0 0,2 0-3 15,8-3-73-15,2 6-15 16</inkml:trace>
  <inkml:trace contextRef="#ctx0" brushRef="#br0" timeOffset="102549.42">11173 9968 434 0,'0'0'6'0,"0"0"3"0,0 0 0 15,0 0 0-15,0 0 0 16,9 7 1-16,-6 4 0 0,-1 2 0 16,-2 3-5-16,2 6-5 15,-2 3 0-15,4 6 0 16,-4 0 0-16,2 4 0 15,-2-1 0-15,3-1 0 16,-1-2 0-16,3-1 0 0,0 1 0 16,2-6 0-16,3-4 0 15,0-1 0-15,2-3 0 16,1-1 0-16,1-7 0 16,2 2 0-16,-2-4 0 0,4-5 0 15,-3 1 0-15,0-1 0 16,-1-2 0-16,-1 0 0 15,-13 0 0-15,17-2-12 16,4-5-75-16,-18-3-3 0</inkml:trace>
  <inkml:trace contextRef="#ctx0" brushRef="#br0" timeOffset="102932.95">11135 10204 397 0,'0'0'8'0,"0"0"2"0,0 0 2 15,8 0 2-15,-8 0 1 16,16 0 1-16,0 0 1 16,2 0 1-16,3 0-14 0,7-3-4 15,4 3 0-15,0 0 0 16,5 0 0-16,1-2 0 15,-5 2 0-15,1-3 0 16,-6 3 0-16,-3 0 0 16,-11 0 0-16,0 0 0 0,-5 0 0 15,-9 0 0-15,0 0 0 16,0 0 0-16,0 0 0 16,0 0 0-16,0 0 0 0,0 0 0 15,-5 5 0-15,5-5 0 16,-13 3 0-16,13-3 0 15,-17 2 0-15,4 3 0 0,1-5 0 16,12 0-69-16,-15 0-24 16</inkml:trace>
  <inkml:trace contextRef="#ctx0" brushRef="#br0" timeOffset="104716.34">11739 10257 416 0,'0'0'7'0,"0"0"3"16,0 0 3-16,-8-4 0 16,8 4 2-16,0 0 0 0,0 0 0 15,0 0-8-15,0 0-7 16,0 0 0-16,5-7 0 15,8 4 0-15,6 3 0 16,4 0 0-16,2 0 0 0,10-3 0 16,-3 3 0-16,3 0 0 15,-1 0 0-15,-5 0 0 16,2 3 0-16,-6 0 0 16,-7 1 0-16,-6 3 0 0,-2 1 0 15,-10 2 0-15,0 2 0 16,-10 4 0-16,-2-1 0 15,-3 4 0-15,-11 1 0 16,-1-2 0-16,-5 1 0 0,-3-1 0 16,0 2 0-16,3-8 0 15,1 2 0-15,5-6 0 16,7 2 0-16,3-5 0 16,7 0 0-16,9-5 0 0,0 0 0 15,0 0 0-15,14 7 0 16,6-7 0-16,3 3 0 15,9-3 0-15,3 0 0 16,2 0 0-16,2 3 0 0,2-3 0 16,-2 0 0-16,-6 2 0 15,-4-2 0-15,-4 2 0 16,-5 1 0-16,-5-1 0 16,-5 1 0-16,-10-3 0 0,13 2 0 15,-13-2 0-15,0 0 0 16,0 0 0-16,0 0 0 15,0 0 0-15,0 0 0 16,0 0 0-16,0 0 0 0,0 0 0 16,0 0 0-16,0 0 0 15,0 0 0-15,-6 0 0 16,4-12-64-16,2 12-29 16</inkml:trace>
  <inkml:trace contextRef="#ctx0" brushRef="#br0" timeOffset="105750.95">12678 9818 379 0,'0'0'9'16,"0"0"2"-16,-2-14 4 15,2 14 2-15,0 0 1 16,-2-11 1-16,2 11 0 0,-6-8 0 16,6 8-14-16,0 0-5 15,0 0 0-15,-15 15 0 16,11 4 0-16,-6 9 0 16,-1 9 0-16,1 8 0 0,-2 8 0 15,2 10 0-15,0 1 0 16,0 8 0-16,5-4 0 15,0 1 0-15,5-3 0 16,3-4 0-16,7-5 0 0,7 0 0 16,5-8 0-16,9-7 0 15,3-1 0-15,8-5 0 16,6-6 0-16,1-2 0 16,10-8 0-16,-4-8 0 0,10 1-68 15,-5-9-22-15</inkml:trace>
  <inkml:trace contextRef="#ctx0" brushRef="#br0" timeOffset="109550.11">15650 4216 196 0,'0'0'7'0,"-10"-3"5"0,10 3 4 16,-7-4 2-16,7 4-1 16,-8-8 1-16,8 8 1 0,0-12 1 15,15 7-6-15,10 3-4 16,10-3-5-16,9 5 0 16,13 0-1-16,13 0 0 0,9 0-1 15,13 2-1-15,10 1 0 16,10-1-1-16,8-2 0 15,4 0 0-15,5-7 1 16,13-4-1-16,9-1 0 16,-2 0 1-16,8-3 0 0,2 2-1 15,2-2 1-15,-2 5-1 16,0 0 0-16,-5 1-1 16,-5 4 1-16,-2 0-1 15,-6 0 0-15,-6 3 0 0,-6-1-1 16,-12 1 0-16,-6 2 0 15,-8 0 0-15,-11-3 0 16,-16 0 0-16,-6 3-1 16,-16-4 1-16,-11-2 1 0,-6 4 0 15,-12-2 1-15,-8 1 1 16,-4-3-1-16,-13 6-1 16,12-7 1-16,-12 7-1 15,0 0 1-15,3-7-1 0,-3 7-1 16,0 0 1-16,0 0 0 15,0 0 0-15,0 0 0 16,0 0 0-16,0 0 0 16,0 0 0-16,0 0 0 0,-10 0 0 15,10 0-1-15,-14 3 1 16,14-3-1-16,-6 17 1 16,1-10-2-16,5 8 1 15,0 3 1-15,0 4-1 16,0 7 1-16,2 3-1 0,3 8 2 15,-2 2-2-15,1 6 1 16,2 1 0-16,-1 4 0 16,0-2 0-16,-5 2 0 0,0-1 0 15,0-4 1-15,-5 5 0 16,0-2 2-16,-5-1-2 16,0-2 1-16,0-4-1 15,0 1 1-15,0-8-1 0,5 2-2 16,-4-7 1-16,3-7 0 15,-1 0 0-15,4-5 0 16,1-4 0-16,-3-2 0 16,5-3 0-16,-2 0 0 0,2-11 0 15,0 12 1-15,0-12-1 16,0 10 1-16,0-10 0 16,0 0 1-16,0 10-1 15,0-10 1-15,0 0-1 0,-3 13 1 16,3-13-1-16,0 0 1 15,0 0-1-15,-10 7 0 16,10-7-1-16,-15 5 0 16,2-5-1-16,-6 1-1 0,-6-1 0 15,-5 4-2-15,-9-2-1 16,-9 1-1-16,-12-1-2 16,-9 1 2-16,-11 1-2 15,-12 2 2-15,-10-2 1 0,-10 2 0 16,-6 2 2-16,-10-4 1 15,-1 6 0-15,-2-3 0 16,-3 3 1-16,2-2 1 16,-2-1-1-16,5-2 1 0,7 2 0 15,-2-2 0-15,9 1 0 16,3-5 0-16,8 2 1 16,7-3-1-16,8 0 0 15,4 0 1-15,11 0-1 0,7 0 0 16,7-4 0-16,8 1 1 15,5-2-1-15,2 2-1 16,10-2 1-16,1 1 0 16,1-4 0-16,3 6 0 0,0-6 0 15,6 3 0-15,-4 0 0 16,9 0 0-16,-6 3 0 16,5-4 0-16,-3 4 0 15,3 0 0-15,-2 2 0 0,2-3 0 16,1 2 1-16,-2 1-1 15,1-4 2-15,1 4 0 16,1-4 0-16,1 1 2 16,-1 0 0-16,4-1 0 0,-1 1 0 15,3 0 1-15,-1 2 0 16,3-5 0-16,3 4 0 16,7 2 1-16,-18-9-1 15,18 9 0-15,-10-8 1 0,10 8-1 16,-9-13 0-16,9 13 0 15,-6-12-2-15,6 12 1 16,-10-15 0-16,5 3-1 16,1-1 0-16,-1 1 1 0,-2-5 0 15,6-6 0-15,-2-4 0 16,1-1 0-16,-1-9 0 16,3-4 0-16,-4-7 0 15,4 2-1-15,0-10 1 16,0 0-1-16,0-2 1 0,2 1 0 15,3 3-1-15,0-1 1 16,8 3-1-16,-1 5 0 16,1 3-1-16,-1-1 0 0,2 8-1 15,-1 5 0-15,-1 5 0 16,-1 4-1-16,-4 6 0 16,-5 7 0-16,-2 10 0 0,5-10-1 15,-5 10 1-15,0 5-1 16,0 5-2-16,-2 3-4 15,2 7-7-15,0-1-15 16,-10 8-55-16,13-2 1 16</inkml:trace>
  <inkml:trace contextRef="#ctx0" brushRef="#br0" timeOffset="110883.28">13160 10144 405 0,'0'0'7'0,"0"0"3"15,6-12 1-15,-6 12 2 0,4-15 1 16,-4 7 1-16,0-1 0 16,0-1 2-16,-7-1-13 15,-3 4-4-15,-2-3 0 0,-6 5 0 16,3 1 0-16,-7 1 0 15,1 3 0-15,-6 0 0 16,5 5 0-16,0 5 0 16,-1 1 0-16,6 6 0 0,2-3 0 15,8 3 0-15,4-2 0 16,3 0 0-16,10-2 0 16,5-4 0-16,4-4 0 15,6-3 0-15,5-2 0 0,0 0 0 16,2-9 0-16,-2-2 0 15,-2-1 0-15,-3-2 0 16,-3-4 0-16,-5 3 0 16,-4 4 0-16,-3 0 0 0,-10 11 0 15,9-13 0-15,-9 13 0 16,0 0 0-16,0 6 0 16,-2 6 0-16,-3 5 0 15,0 8 0-15,-2 3 0 0,-3 3 0 16,5 7 0-16,-2 1 0 15,2-1 0-15,2-4 0 16,-2-2 0-16,5-2 0 16,-3-5 0-16,3-5 0 0,0-2 0 15,0-9 0-15,0 1 0 16,0-10 0-16,0 0 0 16,0 0-2-16,0 0-59 15,0 0-29-15,5-13 1 0</inkml:trace>
  <inkml:trace contextRef="#ctx0" brushRef="#br0" timeOffset="111350.92">13424 10191 413 0,'0'0'7'0,"0"0"3"0,0 0 1 15,0 0 2-15,0 0-1 16,0 0 1-16,0 0 0 16,4 8 1-16,-4-8-9 0,-4 14-5 15,-1-3 0-15,-2 3 0 16,1 4 0-16,1 1 0 16,3 3 0-16,-1 1 0 15,3 0 0-15,0-4 0 0,3-2 0 16,7-2 0-16,0-2 0 15,2-3 0-15,3-3 0 16,2-5 0-16,6-2 0 16,-5-5 0-16,3 1 0 15,-3-9 0-15,2 3 0 0,-5-8 0 16,-3 1 0-16,-2-5 0 16,-7-3 0-16,-3 0 0 15,-5-5 0-15,-6 6 0 16,-3-1 0-16,-6 4 0 0,0 3 0 15,-5 6 0-15,3 4 0 16,-1 6 0-16,1 2 0 16,5 4 0-16,-4 4 0 15,9 4 0-15,0 4-62 0,9-7-28 16,3 3-1-16</inkml:trace>
  <inkml:trace contextRef="#ctx0" brushRef="#br0" timeOffset="111750.04">13699 9879 454 0,'0'0'4'0,"0"0"0"0,0 0 1 16,0 0 0-16,-9 5 0 16,9-5 0-16,-8 15 0 15,3-2 1-15,0-1-4 0,5 2 0 16,0-1-1-16,10-1 1 16,3-1 0-16,1-7 0 15,9-1 1-15,2-3 1 16,-3 0-4-16,-2-7 0 0,-3-2 0 15,0 0 0-15,-11-6 0 16,4 3 0-16,-10-1 0 16,-5 1 0-16,-6 0 0 15,-3 2 0-15,-6 0 0 0,0 7 0 16,0 1 0-16,0 4 0 16,-5 5-41-16,8 4-46 15,4-2-3-15</inkml:trace>
  <inkml:trace contextRef="#ctx0" brushRef="#br0" timeOffset="112083.16">13918 9656 486 0,'0'0'5'15,"0"0"1"-15,-2-10 2 16,2 10-2-16,0 0-6 15,0 0 0-15,4-5 0 0,9 8 0 16,7 9 0-16,-3 8 0 16,11 10 0-16,2-1 0 15,4 14 0-15,-1 4 0 0,-1 2 0 16,-2 8 0-16,-5 2 0 16,-8 4 0-16,-4 1 0 15,-13 6 0-15,-9-7 0 16,-7 5 0-16,-13-2 0 15,-7-4 0-15,-7 0 0 0,-1-8 0 16,-1-1 0-16,5-14 0 16,3 1 0-16,5-8 0 15,12-7 0-15,-5 2-57 16,17-15-32-16</inkml:trace>
  <inkml:trace contextRef="#ctx0" brushRef="#br0" timeOffset="117084.65">9535 10379 347 0,'0'0'9'0,"0"0"3"0,0 0 3 15,0 0 1-15,0 0 1 16,0 0 1-16,0 0 1 16,0 0 1-16,0 0-9 0,0 0-3 15,0 0-2-15,0 0-3 16,0 0-2-16,0 0 1 16,0 0-2-16,7 8 1 15,-7-8-1-15,5 10 0 0,-5-10 2 16,13 12 0-16,-3-9 0 15,0-3-2-15,3 0 0 16,1 0 0-16,-2-5 0 16,1-3 0-16,-1 1 0 0,-1-3 0 15,-7 0 0-15,-1 0 0 16,-3-1 0-16,0 11 0 16,-10-14 0-16,-3 11 0 15,-4 3 0-15,0 0 0 0,-6 6 0 16,1 4 0-16,7-1 0 15,-3 4 0-15,6-1 0 16,7 1 0-16,5-3 0 16,0-10 0-16,17 12 0 0,3-10 0 15,1-2 0-15,6-2 0 16,-3-5 0-16,1-1 0 16,0-4 0-16,-5-1 0 15,-5 2 0-15,-5-6 0 0,-7 9 0 16,-3-3 0-16,-16 4 0 15,0 4 0-15,-7 3 0 16,0 0 0-16,-2 6 0 16,-2 3 0-16,4-2 0 15,9 11-4-15,9-5-82 0,0-4-3 16</inkml:trace>
  <inkml:trace contextRef="#ctx0" brushRef="#br0" timeOffset="129466.03">5868 10179 268 0,'0'0'11'0,"0"0"3"16,0 0 7-16,0-10 2 0,0 10 1 15,-3-10 4-15,3 10 0 16,0-12-1-16,0 12-9 16,0 0-7-16,0 0-3 15,0 0-4-15,3 10-2 0,2 7-1 16,0 10-2-16,-1 0 0 16,4 8 0-16,-3 2 2 15,3 3 0-15,-6-4 0 16,0 0 0-16,1-4-1 15,-3-2 1-15,0-5 1 0,-5-3-1 16,-1-8 0-16,2 1 1 16,4-15 0-16,-15 10 0 15,8-10 0-15,-4 0 0 16,1-11 0-16,1-10 0 0,-1-4-1 16,0-4-1-16,-2-8 0 15,4-11 2-15,3 2-2 16,2-7 0-16,3-1 0 0,3 1 0 15,5 7 0-15,6 3 0 16,6 4 0-16,0 6 0 16,7 7 0-16,3 8 0 15,2 5 0-15,3 9 0 0,3 4 0 16,-2 7 0-16,2 7 0 16,-6 7 0-16,-4 6 0 15,-3 0 0-15,-8 6 0 16,-7-4 0-16,-7 3 0 15,-6-7 0-15,-7 3 0 0,-7-6 0 16,-8-2 0-16,0-1 0 16,-3-3 0-16,1-4 0 15,3 0 0-15,1-5 0 16,3 1 0-16,8-3 0 0,5-2 0 16,7-3 0-16,0 0 0 15,5 9 0-15,7-3 0 16,8 1 0-16,5 0 0 15,-1 4 0-15,6 0 0 0,-3 2 0 16,3-1 0-16,-3 1 0 16,-4 2 0-16,0 2-8 15,-9-4-11-15,2 1-33 0,-4 1-34 16,-5-3-3-16</inkml:trace>
  <inkml:trace contextRef="#ctx0" brushRef="#br0" timeOffset="129817.1">6390 10300 429 0,'0'0'4'0,"0"0"1"0,-8 0-1 16,8 0 0-16,-12 5 1 0,4 5-1 16,-2 7 2-16,0 2-1 15,5 6-3-15,0 3-1 16,3 0 0-16,2 2 0 15,5-4 1-15,7-6-1 16,6-3 0-16,-1-4 1 0,8-5 0 16,0-4 0-16,4-4 2 15,-3-1-1-15,-1-10 2 16,-6-2 0-16,-4 1 0 0,-3-5-1 16,-7-1 0-16,-5-6-4 15,0 4 0-15,-10-2 0 16,-3 4 0-16,-1 0 0 15,0 6 0-15,-2 5 0 16,2 1-10-16,-4 6-5 0,11 6-19 16,9 5-52-16,-7-3 1 15</inkml:trace>
  <inkml:trace contextRef="#ctx0" brushRef="#br0" timeOffset="130122.58">6724 10122 441 0,'0'0'5'0,"0"0"1"0,0 0 0 15,0-10 0-15,0 10 0 16,0 0-1-16,-2 14 1 0,-3 4 0 16,3 7-5-16,-3 7-1 15,2 3-1-15,1 10 2 16,0-6 1-16,2 3-1 15,0-7 0-15,4 0 0 16,4-9 0-16,5-3 0 0,-1-3 1 16,6-8-1-16,-2-1 0 15,2-7 0-15,1-1 0 16,-3-3-2-16,1 0-3 0,-2-6-8 16,2-1-37-16,-4 0-36 15,-6-8 0-15</inkml:trace>
  <inkml:trace contextRef="#ctx0" brushRef="#br0" timeOffset="130516.97">6593 10282 402 0,'0'0'6'0,"0"0"2"16,0 0 1-16,0 0 1 15,7 0 1-15,-7 0 1 0,18-1 0 16,0-2 1-16,3 0-5 15,7 2-2-15,2-2-2 16,9-3 1-16,2 4 0 16,-4 0-5-16,2-3 0 0,-7 2 0 15,-2 0 0-15,-10 2 0 16,-3 1 0-16,-6 0 0 16,-11 0 0-16,10 0 0 15,-10 0 0-15,0 0 0 0,0 0 0 16,0 0 0-16,0 0 0 15,0 0 0-15,0 0 0 16,-5 0 0-16,5 0 0 16,0 0 0-16,0 0 0 0,0 0 0 15,0 0 0-15,0 0 0 16,-10 0 0-16,10 0 0 16,0 0 0-16,0 0-7 0,0 0-25 15,0 8-55-15,0-8-3 16</inkml:trace>
  <inkml:trace contextRef="#ctx0" brushRef="#br0" timeOffset="133883.26">7182 10343 410 0,'0'0'5'0,"0"0"3"16,0 0 2-16,0 0 1 16,0 0 2-16,0 0-1 15,0-11 1-15,0 11 0 0,0 0-5 16,13-7-2-16,-1 7-4 16,8 0-2-16,-3 5 0 15,5 5 0-15,3 1 0 16,3 7 0-16,-7 0 0 0,0 7 0 15,-1 0 0-15,-8 1 0 16,-7 2 0-16,-5 2 0 16,-3-1 0-16,-9 1 0 15,-8-5 0-15,-3-1 0 0,2-2 0 16,-4-4 0-16,0-3 0 16,8-5 0-16,2-8 0 15,5-2 0-15,10 0 0 0,0-12 0 16,2-8 0-16,13-5 0 15,5-5 0-15,3-4 0 16,6-3 0-16,-1-2 0 16,2 3 0-16,0 5 0 15,-6 6 0-15,-4 5 0 0,-3 5 0 16,-9 5 0-16,-8 10 0 16,10-3 0-16,-10 3 0 15,0 13 0-15,0 2 0 16,-5 2 0-16,2 3 0 15,1 5 0-15,0 2 0 0,-1 0 0 16,3-2 0-16,0 3 0 16,7-6 0-16,3-5 0 15,3 3 0-15,4-6 0 0,3-6 0 16,3 2 0-16,1-6 0 16,10 2 0-16,-6-6-48 15,6 0-41-15,2 0-2 0</inkml:trace>
  <inkml:trace contextRef="#ctx0" brushRef="#br0" timeOffset="134316.26">7935 9968 428 0,'0'0'6'0,"-2"-10"2"0,2 10 3 0,-5-15 1 0,5 15 0 15,-8-12 0-15,8 12-1 16,-12 2 0-16,2 16-11 16,-3 12 0-16,1 14 0 15,-1 7 0-15,1 12 0 0,5 6 0 16,-2 4 0-16,7 0 0 16,4-3 0-16,7-1 0 15,3-9 0-15,-1-4 0 16,12-6 0-16,2-3 0 0,3-7 0 15,4-5 0-15,3-2 0 16,-1-15-3-16,7 3-69 16,-6-6-16-16</inkml:trace>
  <inkml:trace contextRef="#ctx0" brushRef="#br0" timeOffset="134815.62">8320 10218 446 0,'0'0'4'0,"-5"-10"1"16,5 10 1-16,-15-12 0 15,2 4 1-15,-1 3 0 16,-4 1 0-16,-2 4-1 0,-2 0-2 16,0 12-3-16,-3 3-1 15,8 5 0-15,-1 0-1 16,6 2 0-16,5 0 0 0,3-5 1 16,8 1 0-16,10-6 0 15,4-6 0-15,6-5 1 16,1-1 0-16,3-10 1 15,1-4 0-15,-1-3 1 0,-6-5 1 16,0-2-2-16,-6 3-2 16,-7 3 0-16,-2 4 0 15,-4 1 0-15,-3 13 0 0,0 0 0 16,0 0 0-16,0 20 0 16,0 2 0-16,0 6 0 15,0 4 0-15,0 0 0 16,0 5 0-16,3-5 0 15,2 0 0-15,0-4 0 16,2 1 0-16,-5-9-8 0,6-2-55 16,-1-4-26-16,1-3-2 15</inkml:trace>
  <inkml:trace contextRef="#ctx0" brushRef="#br0" timeOffset="135149.51">8574 10218 457 0,'0'0'3'16,"0"0"1"-16,0 0 0 0,-4 8 0 16,-3 4 2-16,-3 3-1 15,1 7 1-15,-4 3 0 16,3 5-2-16,0 2-1 16,3 0 0-16,4 0-1 0,3-7 0 15,10-2 0-15,5-6-2 16,5-9 0-16,8-6 0 15,-4-2 0-15,6-8 0 16,-5-4 0-16,0-6 0 0,-2-7 0 16,-9 4 0-16,-4-7 0 15,-7 3 0-15,-3-2 0 16,-13 0 0-16,-1 4 0 16,-9 7 0-16,3 6 0 0,-8-1 0 15,4 10 0-15,-1 1-20 16,2 0-39-16,6 7-30 15,2 0-1-15</inkml:trace>
  <inkml:trace contextRef="#ctx0" brushRef="#br0" timeOffset="135465.94">8752 9757 468 0,'0'0'4'0,"0"0"0"0,0 0 0 16,15 0 2-16,-5 8 0 16,3 5 0-16,9 6 1 0,3 9-1 15,2 6-6-15,5 11 0 16,3 4 0-16,0 10 0 16,-3 5 0-16,-7 7 0 0,-7 0 0 15,-9 4 0-15,-9 0 0 16,-12-1 0-16,-13 2 0 15,-15-4 0-15,-9 0 0 16,-6-6 0-16,-5-4 0 0,1-9 0 16,-1-12 0-16,16-24-29 15,9 11-59-15,8-15-3 16</inkml:trace>
  <inkml:trace contextRef="#ctx0" brushRef="#br0" timeOffset="136559.53">5085 10359 418 0,'0'0'6'0,"0"0"2"16,0 0 0-16,0 0 1 0,-10-8 0 15,10 8 0-15,0 0 1 16,-12 6-1-16,12-6-5 16,-8 15-2-16,5-5 0 15,3 0-1-15,0 2 0 0,0-4 2 16,0-8 0-16,18 12 0 15,-6-10 1-15,4-2-2 16,0-5-2-16,-1 1 0 0,3-6 0 16,-3 0 0-16,-3 0 0 15,-6-1 0-15,1-1 0 16,-7 12 0-16,0-14 0 16,0 14 0-16,-15-7 0 0,5 7 0 15,-3 1 0-15,1 6 0 16,3 4 0-16,0-1 0 15,0 0 0-15,6-3 0 16,3-7 0-16,3 12 0 16,-3-12 0-16,15 3 0 0,-3-3 0 15,3-7 0-15,0-3 0 16,-2-1 0-16,1-3 0 16,-6 2 0-16,-4-1 0 15,-1 1 0-15,-3 2 0 0,0 10 0 16,-12-8 0-16,-5 8 0 15,6 3 0-15,-4 7 0 16,5 10-31-16,1-1-55 16,2 6-4-16</inkml:trace>
  <inkml:trace contextRef="#ctx0" brushRef="#br0" timeOffset="139016.54">1027 10151 353 0,'0'0'8'0,"-5"-9"6"16,3-1 1-16,-3 0 2 0,0 0 1 16,0-1 1-16,3 4 0 15,-3-3-1-15,5 10-8 16,0 0-4-16,0 13-2 15,0 9-2-15,5 8-1 0,2 4-1 16,-2 11 1-16,2 1 0 16,1 5 1-16,-1-1-1 15,-2-4 1-15,0 1-2 16,0-2 0-16,-5-5-2 0,2-6-5 16,-2-2-3-16,0-4-6 15,-2-6-12-15,2-22-49 16,-10 18-10-16</inkml:trace>
  <inkml:trace contextRef="#ctx0" brushRef="#br0" timeOffset="139284.01">543 10162 356 0,'0'0'7'16,"0"-13"4"-16,0 3 2 0,5-3 1 15,7-6 2-15,3-1 0 16,8-2 0-16,12-6 1 16,4 1-7-16,8-1-3 15,10 4-3-15,3-3 0 16,2 4-2-16,2 3 0 0,-4 4-1 16,0 3 0-16,-8 5 0 15,-8 6-2-15,-3 2-2 16,-9 2-3-16,-4 11-10 15,-12 7-18-15,0 0-50 16,-2 7-2-16</inkml:trace>
  <inkml:trace contextRef="#ctx0" brushRef="#br0" timeOffset="139666.12">1184 10351 427 0,'0'0'4'0,"0"0"1"16,0 0 0-16,0 0 1 0,0 0 0 16,5-4-1-16,5 4 2 15,-1 0-1-15,9 0-3 16,0 7-2-16,8 3 1 0,-1 5-1 16,3 3 1-1,-1 2-1-15,-4 1-1 0,-1 4 1 16,-7 3-1-16,-5-6 0 15,-6 0 0-15,-4-1 0 16,0-7 0-16,-7-2 0 16,-5-4 1-16,-1-8 2 0,1 0 0 15,-6-5-1-15,6-10 1 16,5-5 0-16,-1-5 0 16,6 1-2-16,2-3 0 0,2-1-1 15,9 3-1-15,1 3-3 16,3 2-3-16,4 9-7 15,-1-6-15-15,-6 13-56 16,13 4 1-16</inkml:trace>
  <inkml:trace contextRef="#ctx0" brushRef="#br0" timeOffset="140599.92">1750 10362 384 0,'0'0'7'0,"0"0"3"0,0 0 2 16,-9-11 1-16,-2 4 0 15,2 6 1-15,-3-5 1 16,-4 6-1-16,-3 0-7 16,1 3-3-16,0 7-1 0,1 4-2 15,2 6 0-15,-2 0-1 16,4 2 0-16,8-2 0 16,1 2 0-16,4 1 0 15,2-11-1-15,8 3 0 0,3-8 1 16,1-1 0-16,-1-6 0 15,-1 0 1-15,0-6-1 16,1-4 1-16,-6-2 0 16,3 0 1-16,-2-8-2 0,-1 0 0 15,1 1 0-15,-1-4 0 16,1 1 0-16,-3 4 0 16,2 0-1-16,-2 7 0 15,-5 11 0-15,13-10 1 0,-13 10-1 16,14 4 1-16,-4 6-1 15,0 3 1-15,0 5 0 16,2-6 1-16,1 2-1 16,-1-1 1-16,-1-3 0 0,-2-2 0 15,1-3 0-15,1-5-1 16,-2 0 0-16,3-8-1 16,1-4 1-16,-1-4 0 15,-2-1-1-15,5-3 1 16,-5-1 0-16,1 3-1 0,-4 0 1 15,0 6 0-15,-5 2-1 16,-2 10 0-16,0 0 0 16,0 0-1-16,5 15 0 0,-5 3-1 15,5 1 1-15,3 1 0 16,2 2 0-16,5-4 0 16,2 2 1-16,8-8-1 0,3-4 2 15,1-3 0-15,8-5-1 16,-2-8 1-16,2-7 1 15,-2 0 0-15,-3-7 1 16,-4 2 1-16,-6-5-1 16,-10 6 1-16,-6-2 0 0,-6 5 0 15,-8 6-1-15,-7 0 0 16,-8 5-2-16,1 5 0 16,-2 0 0-16,4 7 0 15,-3 4-1-15,6 0 1 0,2 1-1 16,10 1 1-16,3-1-1 15,2 0 1-15,7 1-1 16,8-3 1-16,5 2 1 16,0 1 0-16,5-1 0 0,2 1 0 15,-2-3 0-15,-1-1 0 16,-1 3-1-16,-8-1 1 16,-3-4-1-16,-4 3 0 15,-8 0 0-15,-8 0-1 0,-7 0 1 16,-7 0 0-16,-5-1 0 15,-8 1-1-15,-3-3 1 16,4 1 0-16,-6-2 0 0,7-2 0 16,4-4-1-16,4 0-3 15,8 3-6-15,4-3-17 16,6-3-56-16,7 3-2 16</inkml:trace>
  <inkml:trace contextRef="#ctx0" brushRef="#br0" timeOffset="141467.63">2794 9851 270 0,'0'0'7'0,"0"-9"4"16,0 2 4-16,0-6 4 15,0 1 1-15,0 2 3 0,0-3 3 16,-5 1-1-16,5 12-6 16,-13-7-5-16,4 14-2 15,-7 11-4-15,-3 15-2 0,-4 10-2 16,-2 12-2-16,0 11 0 16,-4 9 0-16,9 7 0 15,2-1 0-15,4 3 0 16,9-4-1-16,5-6 1 0,12-5 0 15,4-7 0-15,8-5 0 16,5-10-1-16,6-5 1 16,1-7-1-16,2-6-1 0,0-4-2 15,-5-4-5-15,-1-6-9 16,-5-15-52-16,-4 4-18 16</inkml:trace>
  <inkml:trace contextRef="#ctx0" brushRef="#br0" timeOffset="142149.48">3047 10176 368 0,'0'0'7'0,"0"0"5"16,0 0 1-16,5-13 1 15,-5 13 2-15,0 0-1 16,3-6 0-16,-3 6 1 16,0 5-7-16,0 7-4 15,-8 7-1-15,4 4-3 16,-10 4 0-16,2 1 0 0,-4 4 1 16,-2-3-1-16,-5-2 1 15,4-2 0-15,-4-5-1 0,5-3 0 16,2-4 1-16,2-3-1 15,5-8 1-15,-1 1-2 16,10-3 0-16,0 0 0 16,0-5 0-16,12-5 0 15,6 0 0-15,4-5-2 0,8 3 1 16,2-3 0-16,6 2 0 16,-1 1 0-16,0 2 1 15,-5 3-2-15,-2 1-2 0,-6 6-7 16,-6-4-19-16,-18 4-54 15,16 4-2-15</inkml:trace>
  <inkml:trace contextRef="#ctx0" brushRef="#br0" timeOffset="142383.04">3038 10154 438 0,'0'0'5'15,"0"0"1"-15,0 0 1 0,5-7 0 16,-5 7 1-16,12 4 0 16,-2 8 0-16,0 6 1 15,2 7-5-15,3 7-2 16,-3 8 0-16,1 2-3 0,-1 2-3 16,0 4-6-16,-3-6-11 15,0 0-61-15,-2 0-4 16</inkml:trace>
  <inkml:trace contextRef="#ctx0" brushRef="#br0" timeOffset="142649.6">3431 10325 463 0,'0'0'4'0,"0"0"-1"0,0 0 0 16,0 0 0-16,-4 9 0 15,2 4 1-15,-1 4 0 0,1 3 0 16,0 5-3-16,-1 4 0 16,1 1-2-16,-1 1-3 15,1 2-7-15,-3-8-20 16,-8 0-53-16,13-2 0 15</inkml:trace>
  <inkml:trace contextRef="#ctx0" brushRef="#br0" timeOffset="143032.92">3698 10157 488 0,'0'0'2'16,"0"0"1"-16,0 0 0 0,0 0-1 15,-7-6 1-15,7 6-1 16,-14 3 0-16,5 2 0 16,-3-1-2-16,5 12-1 0,-2-2 0 15,3 1 0-15,3 3 0 16,3-1 1-16,0 3-1 15,5-5 1-15,6 0 1 0,1-1-1 16,6-1 1-16,-4-5-1 16,6 1 1-16,-3-2 0 15,1-1 0-15,-4 1 0 16,-1-2-1-16,-5 1 1 16,-8-6 1-16,9 8-2 0,-9-8-2 15,-2 11 0-15,-5-4-2 16,-7 0-6-16,-2-1-13 15,-5-9-58-15,-4 3-6 16</inkml:trace>
  <inkml:trace contextRef="#ctx0" brushRef="#br0" timeOffset="143183.91">3668 10107 352 0,'0'0'5'0,"0"0"1"15,16-10 1-15,-8 6-1 16,9 1-4-16,-3 0-14 16,-7 3-53-16,23 0-4 0</inkml:trace>
  <inkml:trace contextRef="#ctx0" brushRef="#br0" timeOffset="143416.44">3964 10337 418 0,'0'0'3'0,"0"0"3"15,0 7 1-15,-2 3 1 16,-1 5 1-16,-1 3 0 16,-2 7 0-16,-1 1 0 15,-5 7-2-15,-1 4-3 0,-2 1-2 16,0-2-4-16,0-3-7 15,2 3-17-15,-3-5-56 16,6-4-3-16</inkml:trace>
  <inkml:trace contextRef="#ctx0" brushRef="#br0" timeOffset="143866.6">4235 10075 483 0,'0'0'3'0,"0"0"1"15,0 0-1-15,0 0 0 16,0 9-1-16,0 4 1 0,-5 7-1 15,0 5 1-15,-2 2-3 16,-1 8-2-16,1 4 2 16,-1 0 1-16,6 1 0 15,-1-5 0-15,3-5 0 0,3-5 0 16,1-3 1-16,7-10-2 16,1-2 0-16,3-8 0 15,-3-2 0-15,0-2 0 16,2-8 0-16,-10 1 0 15,4-4 0-15,-6-2 0 16,-2 3 0-16,-5-3 0 0,-4 2 0 16,-5 6 0-16,2-1 0 15,-2 5 0-15,-4 2-4 16,6 2-12-16,-6-1-17 0,6 6-53 16,12-6-3-16</inkml:trace>
  <inkml:trace contextRef="#ctx0" brushRef="#br0" timeOffset="144267.82">4468 9641 413 0,'0'0'7'0,"0"0"2"16,0 0 2-16,0 0-1 0,0 0 0 15,0 0 1-15,5 5 0 16,3 10 1-16,4 12-7 15,6 6-1-15,9 6-2 16,3 11 1-16,8 9 0 0,1 3-3 16,1 7 0-16,-6 3 0 15,-2 5 0-15,-9-2 0 16,-7 4 0-16,-12-3 0 16,-8 3 0-16,-21-2 0 0,-11 3 0 15,-11-6 0-15,-38-7-85 16,32 5-4-16</inkml:trace>
  <inkml:trace contextRef="#ctx0" brushRef="#br0" timeOffset="146551.22">14584 10213 457 0,'0'0'5'0,"0"0"1"0,0 0 1 16,0 0 1-16,0 0 1 15,0 0 0-15,0 0 1 16,0 0-10-16,3-9 0 0,-3 9 0 15,7-8 0-15,-7 8 0 16,14-15 0-16,-3 5 0 16,-1 2 0-16,3-1 0 15,-1 2 0-15,-12 7 0 16,9-10 0-16,-9 10 0 16,0 0 0-16,-9 0 0 0,-7 0 0 15,2 5 0-15,-2 0 0 16,4-1 0-16,3-1 0 15,-4 2 0-15,13-5 0 16,-8 8-52-16,8-8-36 0,16 2-2 16</inkml:trace>
  <inkml:trace contextRef="#ctx0" brushRef="#br0" timeOffset="147656.09">15594 9495 410 0,'0'0'6'0,"0"-10"3"16,0 10 0-16,-2-17 1 16,-3 6 1-16,-4-3-1 0,-3 2 0 15,-4-1 0-15,0 6-5 16,-9 2-3-16,-3 5-1 15,-2 5-1-15,-2 10 0 16,0 8-1-16,-1 3 1 0,7 9 0 16,2 5 0-16,4 4-1 15,11 3 1-15,4 8-1 16,5-1 1-16,9 6 0 0,9 2 0 16,1 2 0-16,6 3 1 15,1 6 0-15,-4 2 1 16,1 2 0-16,-6 5 1 15,-4 5 1-15,-6-1 0 0,-2 6 0 16,-5-3-4-16,-3 5 0 16,-4 1 0-16,-1-4 0 15,1 4 0-15,-1-4 0 16,-1 1 0-16,-2-3 0 0,2 0 0 16,-3-10 0-16,-1 4 0 15,5-6 0-15,-1-4 0 16,-2-7 0-16,6 2 0 15,-1-8 0-15,5-6 0 16,1-2 0-16,0-11 0 0,0 2 0 16,1-3 0-16,5-4 0 15,-3-5 0-15,-3-4 0 16,2-2 0-16,-2-5 0 0,0-1 0 16,0-1 0-16,0-3 0 15,0-5 0-15,-2-3 0 16,2-7 0-16,0 9 0 15,0-9 0-15,0 0 0 0,0 0 0 16,0 0 0-16,0 0 0 16,0 0 0-16,0 0 0 15,0 0 0-15,0 0 0 16,0 0 0-16,0 0 0 16,0 0 0-16,0 0 0 0,0 0 0 15,0 0 0-15,4 6 0 16,9-6 0-16,0-3 0 15,9 0 0-15,6-1 0 16,1-1 0-16,4 2 0 0,6-4 0 16,-4 5 0-16,-3-2 0 15,-4 3 0-15,-6-2 0 16,-5 3 0-16,-6 0 0 0,-11 0 0 16,0 0 0-16,0 0 0 15,0 0 0-15,0 0 0 16,-17-15 0-16,17 15 0 15,-18-12-84-15,5-8-8 0</inkml:trace>
  <inkml:trace contextRef="#ctx0" brushRef="#br0" timeOffset="149333.49">15821 9656 363 0,'0'0'9'15,"0"0"3"-15,0 0 1 16,-4-7 3-16,4 7 2 0,0 0 1 16,-9-11 0-16,9 11 0 15,0 0-7-15,0 0-3 0,0 0-7 16,13 0-2-16,8 3 0 16,-2-3 0-16,11 3 0 15,0-3 0-15,7 0 0 16,-3 0 0-16,-1-3 0 15,0-1 0-15,-12 0 0 0,-3-3 0 16,-3 2 0-16,-7 1 0 16,-8 4 0-16,0 0 0 15,0 0 0-15,0 0 0 0,0 0 0 16,-6 2 0-16,-3 12 0 16,-1 4 0-16,-3 5 0 15,1 4 0-15,-4 3 0 0,4 1 0 16,3 1 0-1,-2 0 0-15,4-1 0 0,2-6 0 16,3-1 0-16,-1-1 0 16,3-1 0-16,0-8-3 15,3-5-80-15,2 3-7 16</inkml:trace>
  <inkml:trace contextRef="#ctx0" brushRef="#br0" timeOffset="152433.26">15900 10572 307 0,'0'0'8'16,"0"0"5"-16,0 0 2 15,-4-10 4-15,4 10 4 0,0-12-1 16,0 5 2-16,0-5 1 15,4 2-6-15,2-3-5 16,4 1-2-16,2-1-2 16,3-2-10-16,0 3 0 0,5 2 0 15,0 2 0-15,-1 4 0 16,2 2 0-16,-1 2 0 16,-6 5 0-16,1 2 0 0,-2 7 0 15,-6 6 0-15,-2 1 0 16,-3 1 0-16,-2 6 0 15,-5-2 0-15,-7-1 0 16,-1 0 0-16,-4-1 0 0,-4-1 0 16,3-3 0-16,-2 0 0 15,2-4 0-15,1-3 0 16,2-1 0-16,5-4 0 0,10-8 0 16,-10 10 0-16,10-10 0 15,0 0 0-15,12 0 0 16,0 0 0-16,4-5 0 15,4 0 0-15,4 0 0 16,6-2 0-16,0 1 0 16,2 0 0-16,-2-3 0 0,0 7 0 15,-5-3 0-15,-5 3 0 16,-3 0 0-16,-6 2 0 16,-11 0 0-16,12 0 0 0,-12 0 0 15,0 0 0-15,0 0 0 16,0 4 0-16,0-4 0 15,0 0 0-15,0 0 0 16,-5 16 0-16,-5-10-76 0,10-6-13 16</inkml:trace>
  <inkml:trace contextRef="#ctx0" brushRef="#br0" timeOffset="152949.92">16020 11120 446 0,'0'0'5'0,"0"0"2"0,0 0 1 16,0-10 1-16,0 10 0 0,0 0 1 15,0 0-1-15,-10-7-1 16,10 7-8-16,-14 3 0 16,8 3 0-16,-1 7 0 15,2-1 0-15,-2 6 0 0,4-4 0 16,3 4 0-16,0 2 0 15,3-5 0-15,6 2 0 16,3-3 0-16,4 2 0 16,1-4 0-16,3 0 0 0,0 1 0 15,-1-3 0-15,-3 0 0 16,1 0 0-16,-2 0 0 16,-8 0 0-16,0-2 0 15,-3 0 0-15,-4 0 0 0,0 2 0 16,-6 0 0-16,-6-2 0 15,0 2 0-15,-3-3 0 16,-6 2 0-16,0-6 0 16,0 4-11-16,-4-7-24 0,-2 0-50 15,8-1-3-15</inkml:trace>
  <inkml:trace contextRef="#ctx0" brushRef="#br0" timeOffset="153349.32">15978 11145 474 0,'0'0'4'0,"0"0"2"0,2-13 0 0,-2 13 2 16,12-10 0-16,-3 3-3 15,3 2-5-15,0 1 0 16,3-2 0-16,-1 4 0 16,4 2 0-16,3 0 0 15,-2 0 0-15,1-3 0 0,-2 3 0 16,1 0 0-16,-1 0 0 16,-6 0 0-16,1 0 0 15,-6 0 0-15,-7 0 0 16,10 0 0-16,-10 0 0 15,0 0 0-15,0 0 0 0,0 0 0 16,0 0 0-16,0 0 0 16,0 0 0-16,0 0 0 15,-3 8 0-15,3-8 0 0,-7 17 0 16,-7-5-27-16,10-1-63 16,-1 3-4-16</inkml:trace>
  <inkml:trace contextRef="#ctx0" brushRef="#br0" timeOffset="154399.59">16035 11806 381 0,'0'0'8'0,"0"0"4"16,0 0 1-16,0 0 4 16,0 0 0-16,5-7 3 15,-5 7 0-15,0 0 1 16,0 0-19-16,2-10-2 15,-2 10 0-15,0 0 0 0,0 0 0 16,0 0 0-16,0 12 0 16,0 3 0-16,0 2 0 15,0 3 0-15,0 5 0 0,-2 3 0 16,0-1 0-16,2-2 0 16,-3 0 0-16,1-4 0 15,2-1 0-15,0 0 0 0,0-5 0 16,0 0 0-16,0-8 0 15,0-7 0-15,0 10 0 16,0-10 0-16,0 0 0 16,0 0 0-16,0-7 0 15,0-8 0-15,0-2 0 0,0-9 0 16,0 0 0-16,0-2 0 16,2-4 0-16,1 6 0 15,-1 1 0-15,-2 2 0 16,0 5 0-16,0 7 0 15,0 0 0-15,0 11 0 0,0 0 0 16,0 0 0-16,0 0 0 16,-5 20 0-16,5-2 0 0,0 7 0 15,0 0 0-15,0 1 0 16,0 4 0-16,3 0 0 16,-3-8 0-16,2 0 0 15,-2-4 0-15,2-2 0 0,-2-7 0 16,0-9-32-16,4 7-58 15,-4-7-3-15</inkml:trace>
  <inkml:trace contextRef="#ctx0" brushRef="#br0" timeOffset="156033.6">16380 9371 136 0,'0'0'6'16,"0"0"3"-16,-9 0 4 0,9 0 3 15,-11-2 2-15,11 2 5 16,-12 0 1-16,12 0 4 16,0 0-3-16,-9 0-2 15,9 0-3-15,0 0-2 16,0 0-1-16,0 0-2 0,0 0-3 15,0 0-3-15,0 0-1 16,0 0-1-16,7 2-1 16,-7-2 1-16,14 5-1 15,-3-2 0-15,3-1 1 0,4 0-1 16,1 1 0-16,4-1 0 16,4-2-1-16,-2 0 0 15,5 0 0-15,-2 0 0 16,6 0-1-16,-1-5-1 15,1 3 0-15,-2-5 1 0,-2 4-4 16,-2-2 0-16,-3 1 0 16,-8-2 0-16,-2 6 0 15,-8-2 0-15,-7 2 0 0,10-3 0 16,-10 3 0-16,0 0 0 16,0 0 0-16,0 0 0 15,0 0 0-15,0 0 0 0,0 0 0 16,0 8 0-16,-4 4 0 15,3 5 0-15,-4 8 0 16,3 11 0-16,-3 8 0 16,0 10 0-16,-1 11 0 15,4 4 0-15,2 7 0 0,-2 4 0 16,2 4 0-16,-3 2 0 16,3 7 0-16,0 0 0 15,-2-4 0-15,-3 5 0 16,3 1 0-16,-3-4 0 15,2 4 0-15,1-6 0 0,-6-3 0 16,3 4 0-16,3-4 0 16,-6 1 0-16,-1 0 0 15,3-3 0-15,-6-3 0 0,5 2 0 16,-4-4 0-16,4-5 0 16,-1-4 0-16,6-4 0 15,0-3 0-15,-1-4 0 0,3-4 0 16,3-6 0-16,-1-3 0 15,0-5 0-15,3 1 0 16,-2-8 0-16,-1 1 0 16,1-7 0-16,-1-4 0 15,0-1 0-15,1-6 0 0,-3-2 0 16,3-3 0-16,0-2 0 16,-3-10 0-16,5 10 0 15,-5-10 0-15,0 0 0 16,0 0 0-16,0 0 0 15,0 0 0-15,0 0 0 0,0 0 0 16,0 0 0-16,0 0 0 16,0 0 0-16,0 0 0 0,0 0 0 15,0 0 0-15,0 0 0 16,0 0 0-16,0 0 0 16,0 0 0-16,0 0 0 15,0 0 0-15,0 0 0 0,0 0 0 16,0 0 0-16,-8 2 0 15,8-2 0-15,-20 0 0 16,5-2 0-16,-5-3 0 16,-5 3 0-16,-2-1 0 15,-3 0 0-15,-5 0 0 0,1 2 0 16,4 1 0-16,-2 0 0 16,9 0 0-16,0 0 0 15,11 0 0-15,3 0 0 16,9 0 0-16,0 0 0 15,0 0-13-15,0 0-78 0,12-15-4 16</inkml:trace>
  <inkml:trace contextRef="#ctx0" brushRef="#br0" timeOffset="165183.59">1067 13937 365 0,'0'0'6'0,"0"0"1"0,0 0 3 15,-7-10 0-15,7 10 1 0,-15-11 1 16,3 9 0-16,-4-4 0 16,-3 2-4-16,-4 2-3 15,-2 2-1-15,-2-3-2 16,-3 3 0-16,5 0 0 15,-5 0-1-15,6 0 0 0,4 3-1 16,0-1 1-16,5-2-2 16,1 4 0-16,6 0 0 15,8-4 0-15,-8 15 0 16,8-3 0-16,3 6 0 0,2 2 1 16,3 6 1-16,4 12-1 15,-3 1 1-15,1 8 1 16,3 5-1-16,-3 8 1 0,-6 2 0 15,-1 2 0-15,2 8 0 16,-5-2 0-16,0 4-1 16,0 0 0-16,-5-2 0 15,2 5 0-15,-1-2 1 0,-4-2-1 16,4-3-1-16,1-1 1 16,-3-5 0-16,4-1 0 15,0-4 0-15,-1-2-1 16,1-5 0-16,2-2 0 15,-3 1 0-15,3-4 0 0,-2 6 0 16,2-6 0-16,-2 0-1 16,-1 1 1-16,-2 0 0 15,0-1 0-15,1 3 0 16,0-3 1-16,2 3-1 0,-5-1 1 16,2-2 0-16,-3 3 0 15,3-4-1-15,0 2 1 16,0-4 0-16,1 1-1 0,-1-3 1 15,0-3-1-15,1-2 1 16,0-1-1-16,1-4 0 16,1 5-1-16,-3-5 1 15,3 0 0-15,-1 0 0 0,0 3 1 16,-1-2-1-16,-2-2 1 16,4 2-1-16,-3-5 2 15,3-2-1-15,2-1 0 16,-5 0-1-16,5-3 1 15,0-1-1-15,0-4 1 0,0 2-1 16,0-4 1-16,0 3-1 16,0-1 1-16,0-3-1 15,0 4 1-15,-3-1-1 16,1 1 0-16,-3-4 1 0,3 1-1 16,-2-3 0-16,2 1 0 15,2-13-1-15,-5 15 1 16,5-15 0-16,0 0 0 0,-7 11-1 15,7-11 1-15,0 0 0 16,0 0-1-16,0 0 1 16,-2 11 0-16,2-11 0 15,0 0-1-15,0 0 1 0,0 13 0 16,0-13-1-16,0 0 0 16,0 0 0-16,0 0 0 15,0 0 0-15,7 0 1 16,2 0-1-16,4-7 1 15,4-1 1-15,3-1-1 16,8 1 1-16,-1-3 0 0,8-3 1 16,2 2 0-16,3-1 0 15,2 1 2-15,-2 5-4 16,-3-4 0-16,1 9 0 0,-6-3 0 16,-2 2 0-16,-8 3 0 15,-4 0 0-15,-4 0 0 16,-3 0 0-16,-11 0 0 0,9 5 0 15,-9-5 0-15,0 0 0 16,0 0-31-16,-12 0-56 16,12 0-3-16</inkml:trace>
  <inkml:trace contextRef="#ctx0" brushRef="#br0" timeOffset="166900.25">4275 13753 336 0,'0'0'6'0,"0"0"2"16,0 0 2-16,0 0 2 0,0-10-1 15,0 10 0-15,0 0-1 16,0 0 1-16,7-10-5 16,4 10-2-16,6 0-2 15,8-5-1-15,4 0 1 0,11 1 2 16,5-4 0-16,2 0 0 15,5-1 1-15,1-1-1 16,-2-2 1-16,-1 2-1 16,-8 2 0-16,-5 1-1 0,-4 1-2 15,-8 5 0-15,-5 1 0 16,-6 0 0-16,-1 7 0 16,-8 8 0-16,0 2 1 15,-5 3-1-15,0 8 1 0,0 6 1 16,-2 8-1-16,-1 5 0 15,0 7 1-15,3 3-2 16,-2 8 1-16,2 2-1 16,0 2 1-16,5 5-1 15,0 1 0-15,0 1-1 0,3 3 1 16,-3 1 1-16,0 3 0 16,-1-4 0-16,-1 2-1 0,-1-2 1 15,1 3-1-15,-3 0 0 16,2-3 2-16,-2 3-3 15,0-3 0-15,0 1 0 16,0-2 0-16,0-3 0 16,0-1 0-16,0-2 0 0,0-5 0 15,5-4 0-15,-2 0 0 16,2-3 0-16,0-6 0 16,0-4 0-16,-1-3 0 15,-1-5 0-15,2-2 0 0,-5 0 0 16,5-6 0-16,-5 1 0 15,3-4 0-15,-3 2 0 16,0-3 0-16,2-1 0 16,-2-1 0-16,3-1 0 0,-3-3 0 15,0 4 0-15,2-6 0 16,-2 1 0-16,2 2 0 16,-2-3 0-16,3 0 0 15,-3 0 0-15,2-3 0 0,-2-1 0 16,3 0 0-16,-3-4 0 15,0 2 0-15,0-2 0 16,0-2 0-16,-3 1 0 16,1 2 0-16,2-5 0 15,-3 5 0-15,1-4 0 0,2 0 0 16,-2 2 0-16,2-3 0 16,-3 2 0-16,1-2 0 15,2-1 0-15,-3 1 0 16,3-2 0-16,0 2 0 0,-4 0 0 15,4-10 0-15,-1 14 0 16,1-3 0-16,0 1 0 16,0-2 0-16,0 0 0 0,0-10 0 15,0 14 0-15,0-3 0 16,0-2 0-16,0-9 0 16,-3 12 0-16,3-12 0 15,-5 13 0-15,5-13 0 16,-2 15 0-16,2-15 0 0,0 0 0 15,-7 10 0-15,7-10 0 16,0 0 0-16,-10 2 0 16,10-2 0-16,-13 0 0 15,6 0 0-15,-5 0 0 0,-6 0 0 16,-2 0 0-16,-8-4 0 16,-1-2 0-16,-6-1 0 15,-5-3 0-15,1 5-9 0,-9-3-36 16,-1-4-42-16,9-5-1 15</inkml:trace>
  <inkml:trace contextRef="#ctx0" brushRef="#br0" timeOffset="167633.01">1333 14207 424 0,'0'0'6'15,"0"0"3"-15,0-10 1 16,0 10 1-16,0 0 0 0,0-10 0 16,0 10 0-16,0 0 0 15,0 20-6-15,0 7-3 16,0 8-2-16,0 4 0 0,0 13-3 16,2 3-6-16,6 4-22 15,4 1-53-15,-2-8-3 16</inkml:trace>
  <inkml:trace contextRef="#ctx0" brushRef="#br0" timeOffset="168282.95">2259 14734 483 0,'0'0'3'0,"0"0"0"0,0 0 0 15,6 7 1-15,-6 4-1 16,0 6 1-16,0 10-1 0,0 4 2 16,0 8-5-16,0 5 0 15,0 8-3-15,0 0-5 16,2-5-17-16,-6 3-58 15,8-6-5-15</inkml:trace>
  <inkml:trace contextRef="#ctx0" brushRef="#br0" timeOffset="168916.6">3438 15527 507 0,'0'0'4'16,"0"0"-4"-16,0 0 0 15,0 0 0-15,0 0 0 0,0 0 0 16,0 13 0-16,0 5 0 16,0 6 0-16,0 8 0 15,0 8 0-15,0 7 0 0,0 2 0 16,5 6 0-16,-1 2-8 15,-1 14-67-15,2-21-14 16</inkml:trace>
  <inkml:trace contextRef="#ctx0" brushRef="#br0" timeOffset="169533.78">4588 16233 466 0,'0'0'4'0,"0"0"1"0,0 0 1 15,0 0 1-15,0 0-1 16,0 0 0-16,-3 8 1 16,1 5-3-16,0 8-4 0,2 6 0 15,0 11-3-15,0 1-12 16,0 8-23-16,16 10-49 15,-7-4-1-15</inkml:trace>
  <inkml:trace contextRef="#ctx0" brushRef="#br0" timeOffset="174099.9">4427 13890 308 0,'0'0'6'0,"0"0"4"16,0 0 3-16,0 0 3 15,0 0 4-15,0-10 1 16,0 10 1-16,0 0 1 15,0 0-5-15,0 0-4 16,0 0-5-16,0 0-2 0,0 0-2 16,2 10-2-16,-4 4-1 15,-6 6-1-15,-2 0-1 0,-2 5 1 16,-4 2 0-16,-1 0 0 16,2-2 0-16,-2-2-2 15,-3-1 0-15,6-3-1 16,-2-6 1-16,4-1-1 0,1-8 1 15,3 4-1-15,8-8 2 16,-11 0-1-16,11 0 1 16,0 0 0-16,0-12 0 15,0 12 0-15,17-12-1 16,1 7 1-16,2 0 0 16,4-2 0-16,6-4 1 0,2 7 1 15,4-4-1-15,1 3 0 16,0-3 1-16,0 7-1 15,-2-5 0-15,-3 6 1 16,-6-1-2-16,1 1 0 0,-10 0 0 16,0 0-2-16,-10 0-1 15,-7 0-5-15,0 0-6 16,11-3-22-16,-11 3-48 0,0 0-1 16</inkml:trace>
  <inkml:trace contextRef="#ctx0" brushRef="#br0" timeOffset="174351.52">4468 13912 409 0,'0'0'6'0,"0"0"2"16,0 0 2-16,3-8 1 0,-3 8 0 15,0 0 0-15,0 0 1 16,10 0-1-16,-10 12-4 15,8 9-3-15,-4 3-2 16,1 6 0-16,2 7-3 16,-1 3-1-16,6 2-3 0,-4-3-5 15,5 1-12-15,16-2-61 16,-19-6-3-16</inkml:trace>
  <inkml:trace contextRef="#ctx0" brushRef="#br0" timeOffset="175299.45">4434 14687 430 0,'0'0'6'0,"0"0"1"0,0 0 2 16,0 0-1-16,0 0 0 15,0 0 0-15,0 8 0 16,-5-1 0-16,-5 3-6 15,5 7-3-15,-7 1 0 0,4 1-1 16,4 1 1-16,-2-2 0 16,3-1-1-16,3-2 1 15,0-3-1-15,6-2 1 0,-6-10 1 16,12 13 0-16,-1-8 0 16,1-1 1-16,5 2-1 15,-2-4 1-15,2 3 1 0,1-1-1 16,2 3 0-16,-3-3 0 15,1 3 0-15,-6 0-1 16,1 1 1-16,-1-1 0 16,-5 3 0-16,-2 1 1 15,-5-4-1-15,0 2 0 16,0 1 0-16,-8 0-2 0,-1 0 0 16,-7 0-1-16,0-2-3 15,-7 2-2-15,0-3-2 16,-2 1-5-16,1-3-6 15,-3-3-20-15,11 1-42 0,-3-3-2 16</inkml:trace>
  <inkml:trace contextRef="#ctx0" brushRef="#br0" timeOffset="175550.13">4414 14658 445 0,'0'0'5'15,"0"0"1"-15,5-11 1 16,-5 11 1-16,10-7-1 0,-10 7 1 16,14-10 0-16,-1 9 0 15,-1-3-5-15,4 4-2 16,1 0-3-16,3 0-5 15,5 0-11-15,2 18-55 16,-3-14-12-16</inkml:trace>
  <inkml:trace contextRef="#ctx0" brushRef="#br0" timeOffset="176299.84">4452 15485 347 0,'0'0'6'0,"0"0"6"0,7-8 2 16,-7 8 4-16,0 0 0 16,9-9 2-16,-9 9 1 0,0 0 0 15,5-8-5-15,-5 8-6 16,0 0-2-16,0 0-8 15,-5 13 0-15,1 1 0 16,-1 7 0-16,0 5 0 16,0 4 0-16,-1 5 0 0,6 2 0 15,-2-2 0-15,2-1 0 16,6-4 0-16,1 0 0 16,3-5-2-16,-1-6-1 0,4-1 0 15,2-6 1-15,-2-4 0 16,1-3 0-16,2-3 1 15,0-2 0-15,2 0 2 0,-3-5 0 16,0-2 0-16,-2-1 1 16,2-2 0-16,-3-2 1 15,-5 2-1-15,-2-1 2 16,0 1-4-16,-5-1 0 16,-2 1 0-16,-6 0 0 0,-4-3 0 15,-1 9 0-15,-4-4 0 16,-1 6 0-16,-1 2-3 15,-1 0-12-15,-1 2-36 16,7 3-36-16,2-2-1 16</inkml:trace>
  <inkml:trace contextRef="#ctx0" brushRef="#br0" timeOffset="177232.8">2152 14199 380 0,'0'0'7'0,"0"0"0"0,0 0 1 16,0 0 1-16,0 0 0 15,0 0 1-15,-6 3 0 0,6-3 0 16,-13 7-5-16,5 3-2 16,1 3 0-16,5 4-2 15,-1 0 0-15,1 3-1 16,2 2 0-16,2 3 0 15,8-5-1-15,0-1-1 0,5-1 1 16,2-3 0-16,3-5 0 16,5-3-1-16,-1-7 2 0,5 0 0 15,-3-6 0-15,4-2 1 16,-3-7 1-16,-4-3 1 16,-5 1 0-16,-4-2 1 15,-7-4 0-15,-4 0 1 0,-3 3-1 16,-7-4-1-16,-8 2 0 15,-3 2 0-15,-7-3-1 16,-2 4 0-16,0 3-1 16,-2 2 0-16,-1 4-1 15,2 5-2-15,3 0-4 0,7 5-10 16,4 5-22-16,9 2-46 16,5 3-2-16</inkml:trace>
  <inkml:trace contextRef="#ctx0" brushRef="#br0" timeOffset="178083.03">3341 14096 420 0,'0'0'5'0,"0"0"3"0,0 0 1 15,0 0 1-15,-8-7 0 16,8 7 1-16,-12 0-1 0,2 0 1 16,0 7-7-16,0 7-2 15,0 1-2-15,2 9-1 16,1 4 0-16,4 2 0 0,3-3 0 15,5 3 0-15,8-8 1 16,7 0 0-16,0-7 0 16,5-5 0-16,5-4 0 15,0-6 0-15,4-3 0 16,-4-10 1-16,0-4 0 16,-5 0 1-16,-3-3 0 0,-5-3 1 15,-7-4 2-15,-8 2-3 16,-2 0-2-16,-12-3 0 15,-5 7 0-15,-9-2 0 16,2 6 0-16,-8 5 0 0,2 9 0 16,1 6 0-16,-1 7-6 15,9 14-25-15,19 1-55 16,-12 7-3-16</inkml:trace>
  <inkml:trace contextRef="#ctx0" brushRef="#br0" timeOffset="178666.93">3346 14858 415 0,'0'0'6'0,"0"0"2"0,0 0 3 0,-5-10 0 16,5 10 0-16,0 0 0 16,-13-2 0-16,13 2-1 15,-7 10-5-15,0 5-2 16,4 7-3-16,-3 0-1 16,6 6 0-16,0 1-1 0,4 1 1 15,3-3-1-15,5-4 0 16,6-7 0-16,1-3 1 15,6-6-1-15,-2-2 2 16,4-5 0-16,-4-9 1 16,1 2 1-16,-2-9 1 0,-4 2 0 15,-3-6 0-15,-6 1 1 16,-3-6 0-16,-6 4-1 16,-10-4-3-16,-5 1 0 0,-5 1 0 15,-8 4 0-15,-1 4 0 16,-1 2 0-16,0 11-19 15,-2 17-58-15,4-10-9 0</inkml:trace>
  <inkml:trace contextRef="#ctx0" brushRef="#br0" timeOffset="179366.58">1434 14915 376 0,'0'0'7'0,"0"0"2"0,0 0 1 16,0 0 2-16,-7 0 0 15,7 0 0-15,-12 5 1 16,2 2 1-16,-5 3-7 0,5 5-3 15,-2 3-2-15,2 2 0 16,2-1-2-16,8 9 0 16,0-4 0-16,5-4-2 0,11 3 1 15,3-6 1-15,1-7-1 16,4-4 1-16,5-6 0 16,-3 0 0-16,7-6 1 15,-6-7 1-15,-2-4 0 16,-3-3 1-16,-4 0 1 15,-6-2 1-15,-5-3-1 0,-7 1 0 16,-2-1 0-16,-10 3 0 16,-6-1-2-16,-2 3-2 15,-2 6 0-15,0 4 0 0,-1 2-4 16,6 8-12-16,-5 12-36 16,7 4-34-16,2 1-2 15</inkml:trace>
  <inkml:trace contextRef="#ctx0" brushRef="#br0" timeOffset="180367">1442 15745 365 0,'0'0'7'0,"0"0"2"16,0 0 4-16,0 0-1 15,-12-8 2-15,12 8 1 16,-15 0-1-16,5 0 2 16,-5 0-7-16,3 6-4 0,-1 3-2 15,1 7-1-15,2 1-2 16,2 3-1-16,6 2 0 15,2 0-1-15,0 3 1 16,8-3 0-16,4-2 0 0,6-7 0 16,1 1 0-16,1-6 1 15,3-3 0-15,-2-5 0 16,4-8 1-16,-2-4 1 16,0-8 0-16,-4 0 2 0,-4-4 0 15,0-4 1-15,-5-1 0 16,-7-1-1-16,-3 3 1 15,-8-1-1-15,-4 3-4 16,-6 6 0-16,-4 1 0 0,-1 6 0 16,1 7 0-16,0 5 0 15,4 5-2-15,3 10-6 16,5 0-6-16,10 10-27 16,3-1-46-16,10 3-1 0</inkml:trace>
  <inkml:trace contextRef="#ctx0" brushRef="#br0" timeOffset="180833.23">2327 15638 442 0,'0'0'4'0,"0"0"0"0,0 0 0 16,-8-4 0-16,8 4 0 15,-12 0-1-15,5 9 1 16,-1 2-2-16,3 6-2 0,2 5-2 15,1 0 0-15,2 3 0 16,5 3 0-16,5-9 0 16,7-1 1-16,6-4-1 0,2-6 2 15,2-8 0-15,3-3 1 16,2-9 2-16,-4-5 2 16,-4-4 1-16,-2-3 0 15,-6-1 1-15,-9-2 0 0,-7 0-1 16,-7-1 0-16,-11 3 0 15,-7 0-6-15,-5 4 0 16,-7 7 0-16,-2 3 0 16,4 11-9-16,0 2-10 0,8-2-57 15,-1 20-12-15</inkml:trace>
  <inkml:trace contextRef="#ctx0" brushRef="#br0" timeOffset="181466.68">1400 16412 426 0,'0'0'4'0,"0"0"1"15,0 0 2-15,-5-10 0 0,5 10 0 16,-10 0 0-16,10 0 1 16,-17 2-1-16,9 11-4 15,1 4-2-15,0 5 0 16,2 5-2-16,2 2 0 15,3 7-2-15,10-4 2 0,2-3 1 16,10-4-1-16,1-5 1 16,2-7-1-16,5-6 2 15,-1-7 0-15,1-7 1 16,-3-8-1-16,1-6-1 0,-1-1 2 16,-9-4-1-16,-6-5 2 15,-2 2-1-15,-10 2-1 16,-3-1 1-16,-12 2 0 15,-4 2 0-15,-9 5-1 0,1 4-1 16,0 8-1-16,0 2-2 16,2 5-3-16,5 7-7 15,10 8-16-15,10 5-56 0,2 0-1 16</inkml:trace>
  <inkml:trace contextRef="#ctx0" brushRef="#br0" timeOffset="181933.99">2284 16397 425 0,'0'0'3'0,"0"0"1"15,-9-5 2-15,9 5-3 16,-12 0 1-16,12 0 0 0,-11 12 0 16,6-2-1-16,5 7-2 15,3 3-2-15,4 5 0 16,8-3 0-16,5-2 0 15,2-2 0-15,8-8 1 16,2-4 0-16,3-6 0 0,1-4 0 16,3-8 2-16,-2-8 0 15,-5 0 1-15,1 0 1 16,-11-5 0-16,-5 3 1 16,-11-1 0-16,-6 1-1 0,-11 3 0 15,-10 2-2-15,-7 0-1 16,-7 6-1-16,-3 3-3 15,4 6-3-15,-3 4-5 0,1 6-9 16,12 6-26-16,4 7-39 16,5 1-2-16</inkml:trace>
  <inkml:trace contextRef="#ctx0" brushRef="#br0" timeOffset="182516.88">3420 16362 454 0,'0'0'4'0,"0"0"1"0,-10-7 1 15,10 7 0-15,-13 0 0 16,4 0 1-16,-3 0-1 16,-1 10 1-16,5 4-5 15,-4 6-1-15,4 5 0 0,3 5-2 16,5-1 0-16,0 6 0 16,5-3 0-16,8-2 0 15,6-5 0-15,6-7 1 0,1-11 0 16,3-7 0-16,4-3 1 15,-1-7 0-15,-2-9 2 16,0-4 1-16,-10-2-1 16,-1 1-3-16,-11-4 0 0,-3 3 0 15,-5 0 0-15,-13-1 0 16,-9 1 0-16,-3 2 0 16,-2 4 0-16,-5 6 0 15,-1 8 0-15,1-1 0 16,-2 6-87-16,13 11-4 15</inkml:trace>
  <inkml:trace contextRef="#ctx0" brushRef="#br0" timeOffset="183866.58">5194 15071 511 0,'0'0'0'0,"0"0"0"16,0 0 0-16,0-5 0 15,0 5 0-15,0 0 0 0,0 0 0 16,0 0 0-16,-4-7 0 16,4 7-2-16,0 0-85 15,0 5-3-15</inkml:trace>
  <inkml:trace contextRef="#ctx0" brushRef="#br0" timeOffset="185016.76">5990 13496 369 0,'0'0'5'0,"0"0"0"0,-9-7 2 16,-3 4-1-16,-5-2 0 15,0 2 0-15,-11 1 1 16,-4-1-1-16,-7 3-3 15,-2 0-2-15,-1 10 0 0,0 0 0 16,4 2-1-16,1 4 0 16,3 2 0-16,-1 3-1 15,10 2 0-15,5 6 1 16,8 3-1-16,5 3 1 16,3 2 0-16,8 8 0 0,8 5 1 15,5 4 1-15,3 5-2 16,2 8 1-16,3 6 1 0,-2 3 1 15,-1 8 1 1,0 0 1-16,-2 8 0 0,0-1 1 16,-3 4 0-16,-2-1 1 15,3-2-1-15,-6 2-1 0,-2 0 0 16,-2 0-2-16,-1-1 1 16,-7 1-2-16,0-1 1 15,0-1-1-15,-3-3 0 16,-1-2-1-16,-6 2 0 15,2-3 0-15,1-1 0 0,-3-4-1 16,5-1 0-16,-3-4 0 16,1 2 0-16,2-7 0 15,0 1 1-15,3-5-2 0,-1-3 0 16,1 1 1-16,2-4 0 16,0-4 0-16,0-2 1 15,0-3-1-15,0-3 1 16,0-6-1-16,0-3 2 0,0-4-1 15,0-6 0-15,-3-1-1 16,3-4 0-16,0-7 1 16,0 2-1-16,0-6 1 15,0-1-1-15,0-3 0 0,0-10 0 16,0 12 0-16,0-12 0 16,0 0 1-16,0 0-1 15,0 0 1-15,0 0 0 16,0 0-1-16,0 0 1 15,0 0 1-15,0 0-2 0,0 0 0 16,0 0 0-16,0 0 0 16,0 0 0-16,0 0 0 15,0 0 0-15,0 0-2 0,0 0 1 16,0 0 0-16,15 3 1 16,-6-3-1-16,5 0 1 15,5 0 1-15,3-3 0 16,11 2 2-16,-1-3-3 0,8 2 0 15,0-1 0-15,1-2 0 16,-1 1 0-16,2 1 0 16,-4 0 0-16,-6 2 0 15,-4 1 0-15,-6 0 0 16,-7 0 0-16,-2 0 0 0,-13 0 0 16,11 4 0-16,-11-4 0 15,0 0 0-15,0 0-44 16,-9 0-43-16,4-7-1 15</inkml:trace>
  <inkml:trace contextRef="#ctx0" brushRef="#br0" timeOffset="187866.58">9719 13333 287 0,'0'0'5'16,"0"0"4"-16,0 0 1 0,0 0 2 15,0 0 1-15,10-8 0 16,-3 5 1-16,6-1 1 15,6-2-3-15,1 4-3 16,8-3-2-16,2-3-1 0,4 6 0 16,1-3 0-16,-5 0 0 15,5 0-1-15,-6 3-1 16,-1-4-1-16,-8 5-1 16,-5 1-2-16,-2 0 1 15,-6 1-1-15,0 10-1 0,-2 3 1 16,0 9 0-16,-3 7 1 15,1 7 0-15,2 10 1 16,-1 5 1-16,4 9 1 16,-3 4 0-16,2 7 0 0,4 2 2 15,-2 8-1-15,1 2 1 16,3 3-1-16,-3 2 0 16,0 5-1-16,2 1 0 0,-2 3-1 15,1 2-1-15,-4-1 0 16,-2 0 0-16,-3-2 0 15,-2 1 0-15,0 2-2 16,0-3 0-16,-5 1 0 0,-4 4 0 16,0-6 0-16,2 1 0 15,0-1 0-15,2-1 0 16,-3-4 0-16,5-1 0 16,-1-3 0-16,1-6 0 0,1 1 0 15,0-6 0-15,-1-1 0 16,-2-6 0-16,3-4 0 15,0 0 0-15,-2-6 0 16,2-5 0-16,-1 0 0 16,3-4 0-16,0-5 0 0,3-3 0 15,-1-2 0-15,2-5 0 16,-4-1 0-16,2-5 0 16,-2-1 0-16,0-1 0 0,0-5 0 15,-6-2 0-15,4-3 0 16,-3-2 0-16,2 1 0 15,1-7 0-15,-3 1 0 16,5-10 0-16,-9 13 0 16,9-13 0-16,-11 12 0 0,11-12 0 15,-10 7 0-15,10-7 0 16,-12 6 0-16,12-6 0 16,-13 6 0-16,13-6 0 15,-14 6 0-15,6-4 0 0,-4 0 0 16,2-2 0-16,-6 3 0 15,2 0 0-15,-8-3 0 16,-1 0 0-16,-4 0 0 16,-1 2 0-16,-7-2 0 0,3 0 0 15,-5 0 0-15,2 2 0 16,1-2 0-16,3 3-2 16,12-3-61-16,-11-3-25 0,5-7-1 15</inkml:trace>
  <inkml:trace contextRef="#ctx0" brushRef="#br0" timeOffset="188866.57">6344 13771 337 0,'0'0'7'0,"0"0"3"0,0-10 4 16,0 10 3-16,0 0 0 15,3-10 2-15,-3 10 1 16,0-10 1-16,0 10-6 15,0 0-3-15,0 0-3 0,0 0-3 16,0 0-2-16,0 0-1 16,0 12-3-16,0 6 0 15,0 0 0-15,0 7 0 16,0 6 0-16,2 1 0 0,1 0 0 16,-3 6 0-16,0-7 0 15,2 5 0-15,-2-7 0 0,0-1 0 16,0-3 0-1,0-6 0-15,0-4 0 0,0-5 0 16,0-10 0-16,0 15 0 16,0-15 0-16,0 0 0 15,0 0 0-15,0 0 0 0,0 0 0 16,0 0 0-16,0 0-11 16,0 0-15-16,0 0-58 15,0-8-3-15</inkml:trace>
  <inkml:trace contextRef="#ctx0" brushRef="#br0" timeOffset="191882.99">8404 14762 420 0,'0'0'5'16,"0"0"2"-16,0 0 1 0,0 0 1 15,12-3 1-15,-1 3 0 16,1 0 0-16,8 0 1 15,3-2-5-15,-4 2-2 16,9-3-1-16,-4 3-1 16,2-2 0-16,-7-1-1 0,-1 3 0 15,-1-2 1-15,-2 2-4 16,-8 0 0-16,-7 0-2 16,10-3-5-16,-10 3-7 0,0 0-13 15,3-15-47-15,-3 15-10 16</inkml:trace>
  <inkml:trace contextRef="#ctx0" brushRef="#br0" timeOffset="196616.84">7376 13793 397 0,'0'0'3'0,"0"0"0"0,0 0-1 15,-13 3 1-15,7 6 0 16,5 4 0-16,-4 4 1 16,3 3-1-16,2 2-3 0,5 3 1 15,2-3-1-15,8-2 0 16,4-5 0-16,4-3 1 16,4-6 2-16,6-6 0 15,4-6 1-15,0-6 3 0,-3-6 0 16,0-1 2-16,-10-4 1 15,-4 1-1-15,-8 0-2 16,-6 0 0-16,-12 3-1 16,-6-2-2-16,-11 8-2 0,-2 4-1 15,-1 2-3-15,-4 4-2 16,5 6-4-16,0 6-8 16,11 7-26-16,3 0-42 0,11 4-2 15</inkml:trace>
  <inkml:trace contextRef="#ctx0" brushRef="#br0" timeOffset="197117.07">9016 13662 450 0,'0'0'5'0,"0"0"1"0,0 0 2 0,0 0-1 15,-3-10 1-15,3 10 0 16,-15 0-1-16,5 12 1 16,-5 3-4-16,-5 8-4 15,3 2 0-15,5 6 0 0,2 1 0 16,4-1 0-16,6-2 0 16,9-7 0-16,7-4 0 15,10-6 0-15,3-10 0 16,4-2 0-16,-1-10 0 0,3-7 0 15,-6-5 0-15,-1-3 0 16,-9-5 0-16,-6 1 0 16,-6-6 0-16,-9 2 0 0,-13 4 0 15,-7 2 0-15,-6 7 0 16,-4 9-10-16,-12 7-18 16,-4 7-57-16,4 9-3 15</inkml:trace>
  <inkml:trace contextRef="#ctx0" brushRef="#br0" timeOffset="197733.62">6257 14818 418 0,'0'0'5'0,"0"0"0"0,0 0 2 15,0 0 0-15,-9 0 0 16,2 3 0-16,-7 5 0 15,0 4 0-15,-1 5-4 16,0 4-2-16,2 4-1 0,6-2-1 16,5 0 1-16,2-3-1 15,13-3 0-15,3-7 1 16,7-8 1-16,7-2 0 0,5-9 2 16,-1-9 0-16,3-7 0 15,-4-2 2-15,-1-3 1 16,-7-2 0-16,-7 1-2 15,-6 0 1-15,-12 4-2 16,-8 5-3-16,-9 2 0 0,-5 9 0 16,-8 10 0-16,0 5 0 15,-2 6-7-15,5 18-10 16,-3-1-27-16,14 10-42 0,2 0-1 16</inkml:trace>
  <inkml:trace contextRef="#ctx0" brushRef="#br0" timeOffset="198116.64">6200 15701 423 0,'0'0'2'0,"0"0"-1"16,-10 3 0-16,10-3 1 0,-9 8 1 15,6 3 0-15,-1 1 0 16,0 1 0-16,4 1-1 16,4-2 1-16,8-1 2 15,0-5-1-15,10-6 1 0,6-1 1 16,-1-12 0-16,5-4 1 15,1-6 1-15,-3 1-1 16,-3-2 0-16,-4-4-1 16,-9 1-2-16,-7 2-4 0,-7 1 0 15,-7 3 0-15,-7 4 0 16,-11 5 0-16,2 9-2 16,-7 3-27-16,-12 7-56 15,20 14-4-15</inkml:trace>
  <inkml:trace contextRef="#ctx0" brushRef="#br0" timeOffset="198733.9">6390 16451 396 0,'0'0'5'0,"0"0"1"0,-14 0 2 15,14 0 1-15,-14 0 0 16,4 10 1-16,-2 5 0 15,2 2 0-15,2 11-6 0,5-1 0 16,3 5-2-16,3-3-1 16,10-1 0-16,4-6-1 15,7-5 1-15,2-12-1 16,4-5 2-16,4-7 0 0,1-11-1 16,-1-4 2-16,-1-7 0 15,-8-1 0-15,0-2 1 16,-13-3 0-16,-4 3 0 0,-8-1-1 15,-6 8 0-15,-10 4 0 16,-10 5-3-16,1 7 0 16,-2 6-2-16,1 3-3 15,1 15-3-15,4 0-8 0,12 10-23 16,11 5-48-16,3-1 0 16</inkml:trace>
  <inkml:trace contextRef="#ctx0" brushRef="#br0" timeOffset="199166.84">7545 16422 496 0,'0'0'2'0,"0"0"0"16,-8-5 1-16,8 5-1 15,-17 0 1-15,5 7 0 16,-4 5-3-16,-1 8 0 0,2 7 0 16,3 6 0-16,2 3 0 15,8-1 0-15,2 1 0 16,12-7 0-16,8-7 0 15,10-12-2-15,5-7 0 16,4-9 2-16,3-11-1 0,1-3 0 16,-4-7 1-16,-2-3 2 15,-4 1 2-15,-13 1-4 16,-6-1 0-16,-6 7 0 16,-10-1 0-16,-11 5 0 0,-6 6 0 15,-4 3 0-15,-4 9 0 16,-1 0-16-16,6 7-19 15,12 7-51-15,-2 2-3 0</inkml:trace>
  <inkml:trace contextRef="#ctx0" brushRef="#br0" timeOffset="199633.36">8901 16268 478 0,'0'0'3'0,"0"0"0"0,0 0 1 15,0 0 1-15,0 0-1 16,-7 5 1-16,0 2-1 16,2 8 1-16,-3 0-5 0,1 6 0 15,-1 3 0-15,4 0 0 16,4 1 0-16,0-3 0 16,9-5 0-16,6-4-2 15,7-8 2-15,3-5 0 0,8-5 0 16,-1-8 2-16,2-4-2 15,-1-3 0-15,-3 3 0 16,-6-3 0-16,-9-1 0 16,-2 0 0-16,-13 4 0 15,-7 0 0-15,-11 1 0 0,-7 4 0 16,-3 1 0-16,-1 3 0 16,-1 8 0-16,0 0-3 15,10 2-33-15,20-2-51 0,-9 14-2 16</inkml:trace>
  <inkml:trace contextRef="#ctx0" brushRef="#br0" timeOffset="200116.67">9873 16163 476 0,'0'0'4'0,"0"0"2"0,0 0 1 0,0 0 2 16,0 0 0-16,0 0-9 16,3 5 0-16,-3 8 0 15,0 4 0-15,0 8 0 16,0 7 0-16,-3 3 0 16,-2 5 0-16,2 7 0 0,-4-2-61 15,2-8-30-15</inkml:trace>
  <inkml:trace contextRef="#ctx0" brushRef="#br0" timeOffset="201133.82">9873 13672 401 0,'0'0'6'0,"0"0"2"0,0 0 2 0,0 0 0 16,-5-8 1-16,5 8 0 15,0 0-1-15,-13 8 1 16,11 6-6-16,-3 2-2 0,0 5-1 16,3 4-2-16,2 3 0 15,0-4 1-15,2 1-2 16,6-3 1-16,-1-4 0 16,6-6-1-16,-2-2 0 0,5-7 0 15,1-3 1-15,-1-7 1 16,-2-6 0-16,-2-2 2 15,1-10 0-15,-3 0 0 16,-6-2 1-16,-1-5 0 16,-3 0-1-16,-7 0 1 0,-5 2-4 15,-6 7 0-15,1 6 0 16,-3 7 0-16,-3 10-4 16,6 6-1-16,2 15-6 0,0 7-17 15,2 12-56-15,11 6-2 16</inkml:trace>
  <inkml:trace contextRef="#ctx0" brushRef="#br0" timeOffset="201666.54">9898 14466 386 0,'0'0'6'0,"0"0"1"0,0 0 2 0,-10-4-1 0,10 4 1 15,-12 10-1-15,4 2 1 16,0 6 0-16,1 7-6 16,2 0-1-16,0 2-2 15,5-2-1-15,5 0 0 0,2-7-1 16,9-3 1-16,1-5-1 15,5-7 1-15,1-3 1 16,-1-7 2-16,0-3 3 16,-2-3 2-16,-3-3 0 15,-4-2 2-15,-6-4-1 0,-7-1 1 16,0-2-2-16,-9 2-2 16,-7-1-1-16,0 4-4 15,-7 5 0-15,3 5-2 0,-3 8-1 16,1 4-4-16,2 13-6 15,8 8-21-15,17 6-50 16,-7 3-2-16</inkml:trace>
  <inkml:trace contextRef="#ctx0" brushRef="#br0" timeOffset="202150.86">9927 15136 397 0,'0'0'5'0,"0"0"1"0,0 0 2 15,-12 5 1-15,2 5 0 16,0 1 0-16,0 7 0 0,-2 4 0 16,2 3-4-16,2 3-3 15,6 0-1-15,2-2 0 16,10-1-2-16,5-7 1 0,2-7-1 15,8-6 0-15,0-5 2 16,2 0 2-16,3-9 2 16,-5-9 2-16,0-1 0 15,-5-4 2-15,-5 1 1 16,-5-3-8-16,-6 0-2 0,-4 0 0 16,-7-2 0-16,-6 3 0 15,-6 4 0-15,-4 5 0 16,-4 5 0-16,-8 10-82 15,3 7-7-15</inkml:trace>
  <inkml:trace contextRef="#ctx0" brushRef="#br0" timeOffset="-212247.27">10586 14958 511 0,'0'0'0'0,"0"0"0"0,0 0 0 16,0 0 0-16,0 0 0 15,0 0 0-15,0 0 0 0,0 0 0 16,0 0 0-16,0 0 0 16,0 0 0-16,0 0 0 15,0 0-60-15,0 0-33 16</inkml:trace>
  <inkml:trace contextRef="#ctx0" brushRef="#br0" timeOffset="-210493.44">11260 13327 322 0,'0'0'5'15,"0"-15"3"-15,0 3 3 16,0-3 3-16,0-2 2 0,-3-4 1 16,-3 0 0-16,-1-2 1 15,-2 3-6-15,-3 3-2 16,-9 8-4-16,1 1-2 15,-5 6-2-15,3 2 0 0,-3 0-2 16,0 10-1-16,0-1 1 16,4 8-2-16,5 6 1 15,-2 4 0-15,9 5 0 16,2 8-1-16,4 5 1 0,3 4 0 16,5 5 1-16,7 8 1 15,-1 3 0-15,3 5 2 16,-1 3 0-16,4 9 1 15,-4 3-2-15,-1 7 2 16,-2-2-1-16,-2 10 1 0,-1 1 0 16,0 3 0-16,-2 1-2 15,2-4 1-15,-1 1 0 0,1-3 0 16,0-3-1-16,-2-2 0 16,2 0 0-16,2 0-1 15,-4-1 0-15,-1-2 0 16,1-1 0-16,-2 4 0 15,-1-8-1-15,-2 2 0 0,0-7 0 16,0 2 2-16,0-5-2 16,0-4 0-16,-2-2 0 15,2-5 0-15,0-3 0 16,0-4 0-16,2-3 0 0,0-5 0 16,2-6 0-16,-2-1 0 15,-2-2-2-15,3-4 2 16,-1-2 0-16,0-5-1 15,-2-2 1-15,3-1 0 16,-1-1 0-16,1-6 0 0,1-4 3 16,-1-3-3-16,-1-1 0 15,2-3 0-15,-4-4 0 16,0-7 0-16,0 15 0 0,0-15 0 16,-6 14 0-16,6-14 0 15,-12 15 0-15,12-15 0 16,-12 16 0-16,12-16 0 15,-13 6 0-15,13-6 0 16,0 0 0-16,0 0 0 0,0 0 0 16,0 0 0-16,0 0 0 15,0 0 0-15,0 0 0 16,0 0 0-16,0 0 0 0,-7 10 0 16,7-10 0-16,0 0 0 15,-3 14 0-15,3-14 0 16,-2 8 0-16,2-8 0 15,-5 13 0-15,5-13 0 16,-8 15 0-16,8-15 0 0,-5 17 0 16,5-9 0-16,-3 1 0 15,3 4 0-15,0-2 0 16,0 1 0-16,0 0 0 16,0 3 0-16,0-3 0 0,-2 3 0 15,2-3 0-15,-2 1 0 16,-3-1 0-16,2 1 0 15,1-3 0-15,2-1 0 16,-3 1 0-16,3-10 0 0,-3 15 0 16,3-15 0-16,0 13 0 15,0-13 0-15,0 0 0 16,0 0 0-16,-2 8 0 0,2-8 0 16,0 0 0-16,0 0 0 15,0 0 0-15,0 0 0 16,0 0 0-16,0 0 0 15,0 0 0-15,0 0 0 16,0 0 0-16,0 0 0 0,0 0 0 16,13 1 0-16,1-1 0 15,7 0 0-15,8-5 0 16,1 1 0-16,10-2 0 16,3-1 0-16,-2-3 0 15,4 3 0-15,-2-1 0 0,-6 1 0 16,-3 5 0-16,-4-4 0 15,-10 6 0-15,-4-2 0 16,-2 2 0-16,-14 0 0 0,10 0 0 16,-10 0 0-16,0 0 0 15,-5 8 0-15,5-8 0 16,-15 5 0-16,15-5 0 16,-15 7 0-16,8-7 0 0,7 0-12 15,5-3-76-15,-5-9-4 16</inkml:trace>
  <inkml:trace contextRef="#ctx0" brushRef="#br0" timeOffset="-207263.34">12902 13424 462 0,'0'0'3'0,"0"0"1"0,0 0 0 0,0 0 0 0,0 0 1 16,7 0-1-16,-7 0 0 16,20 0 1-16,-5 0-4 15,0 0-2-15,10 4-6 16,-6-4-16-16,9 0-58 16,2 0-4-16</inkml:trace>
  <inkml:trace contextRef="#ctx0" brushRef="#br0" timeOffset="-202230.47">11938 15411 412 0,'0'0'4'0,"0"0"2"0,0 0 2 16,0 0 0-16,0 0 0 15,-7-3 0-15,7 3 0 16,-13 10 0-16,3 5-4 16,2 2-3-16,3 3-1 0,0 3 0 15,5 0-1-15,5 1 1 16,8-5-1-16,6 1 1 16,11-8 0-16,2-4 1 0,7-5 1 15,2-3-1-15,1-9 2 16,1-2 1-16,-6-7 0 15,-5 1 2-15,-4-3 1 16,-5-2 0-16,-11-3-4 0,-10 0-3 16,-2-1 0-16,-12 3 0 15,-8 0 0-15,-8 1 0 16,1 4 0-16,-5 7 0 16,-1 6 0-16,3 5 0 0,9 5 0 15,-2 4-3-15,13 13-21 16,15 1-60-16,0-1-3 15</inkml:trace>
  <inkml:trace contextRef="#ctx0" brushRef="#br0" timeOffset="-201713.5">13640 15322 469 0,'0'0'4'0,"0"0"1"0,0 0 1 16,-3-10 0-16,3 10 1 0,-12-8 0 15,2 8 0-15,-2 0-7 16,-1 0 0-16,1 5 0 16,0 8 0-16,1 1 0 15,1 4 0-15,8 4 0 0,2-2 0 16,0 2 0-16,4 0 0 16,9-2 0-16,7-5 0 15,3-5 0-15,3-5 0 0,3-5 0 16,5 0 0-16,1-10 0 15,4-2 0-15,-9-2 0 16,0-10 0-16,-7 0 0 16,-7-1 0-16,-10-2 0 15,-6 0 0-15,-8-3 0 0,-11 5 0 16,-1 2 0-16,-8 4 0 16,6 7 0-16,-2 6 0 15,3 6 0-15,1 6 0 16,13 11-8-16,0-3-43 15,9 6-36-15,12 5-3 0</inkml:trace>
  <inkml:trace contextRef="#ctx0" brushRef="#br0" timeOffset="-201397.26">15401 15223 511 0,'0'0'0'0,"0"0"0"0,0 0 0 0,0 0 0 16,-5-8 0-16,5 8 0 15,0 0 0-15,-7 10 0 16,7 10 0-16,-5 7 0 0,1 5 0 16,-2 5 0-16,3 10 0 15,1 1 0-15,2 6 0 16,0-7-65-16,5-5-26 0</inkml:trace>
  <inkml:trace contextRef="#ctx0" brushRef="#br0" timeOffset="-200613.61">15180 13287 423 0,'0'0'5'0,"0"0"1"0,-2-9 1 15,2 9 1 1,-7-17 0-16,-2 9 0 0,-3 1 1 15,0 1 0-15,-5 6-5 16,0 3-1-16,-4 12-2 0,1 2 0 16,6 5-1-16,3 6 0 15,2 1 0-15,9 1 0 16,0 0 0-16,13-8 0 16,3-2 0-16,9-5 0 0,1-5 1 15,1-10 1-15,3 0 0 16,-2-10 1-16,2-5 0 15,-8-2 0-15,-1-6 2 16,-9-4-5-16,-3-3 0 16,-7-2 0-16,-2 0 0 0,-13 5 0 15,-4-1 0-15,-5 6 0 16,1 7 0-16,-6 10 0 16,3 5 0-16,-1 13 0 0,2 9-9 15,11 17-17-15,6 7-59 16,-1 2-2-16</inkml:trace>
  <inkml:trace contextRef="#ctx0" brushRef="#br0" timeOffset="-200197.28">15327 14166 465 0,'0'0'3'0,"0"0"0"15,-13-7 2-15,6 3 0 16,-5 1 0-16,-1 0 0 16,-2 3 0-16,-2 0-1 15,0 6-2-15,4 5 0 0,1 10-2 16,7-1-1-16,2 5 0 15,3-1 1-15,10-2 0 16,4-2 0-16,7-4 0 16,6-7 0-16,5-4 0 0,-2-5 1 15,3-5 0-15,-4-7 1 16,-1-6 1-16,-8 2-1 16,-3-8-2-16,-10-5 0 15,-7 2 0-15,-10-4 0 0,-6 6 0 16,-7 2 0-16,-9 5 0 15,2 8 0-15,-7 3-19 16,-11 17-66-16,18 7-4 16</inkml:trace>
  <inkml:trace contextRef="#ctx0" brushRef="#br0" timeOffset="-199413.06">12067 16342 454 0,'0'0'3'0,"0"0"2"0,0 0 1 15,0-11 1-15,0 11 0 0,0 0 0 16,-10-7 0-16,10 7-1 16,-15 7-2-16,5 7-3 15,-3 6-1-15,4 4 0 16,4 4-2-16,0 3 1 15,5 0 0-15,5-5 1 0,9-1-1 16,7-5 1-16,1-10 0 16,10-8 0-16,3-4 1 15,5-8 0-15,-6-10 1 0,-2-5-1 16,-2-4 3-16,-2-4-4 16,-13-1 0-16,-5-1 0 15,-8-2 0-15,-7 5 0 16,-11 2 0-16,0 6 0 15,-11 9 0-15,-1 5 0 16,3 7 0-16,-5 9 0 0,9 8 0 16,0 11-17-16,9 17-68 15,10-7-2-15</inkml:trace>
  <inkml:trace contextRef="#ctx0" brushRef="#br0" timeOffset="-198947.29">13582 16275 478 0,'0'0'3'0,"0"0"1"0,-4-10 1 16,4 10 1-16,0 0 0 0,-15-11-1 15,15 11-1-15,-18 0-4 16,14 4 0-16,-7 9 0 16,4 6 0-16,2 6 0 0,3 0 0 15,2 2 0-15,7-2 0 16,6-3 0-16,8-5 0 15,4-5 0-15,10-7 0 16,0-5 0-16,8-6 0 0,-2-7 0 16,-3-4 0-16,2-3 0 15,-10-3 0-15,-6-4 0 16,-11 3 0-16,-6-4 0 16,-9-1 0-16,-13 4 0 15,-10-3 0-15,-2 6 0 16,-5 3 0-16,-1 6 0 0,3 8 0 15,1 5 0-15,16 10 0 16,1 10-51-16,12-1-37 16,7 9-2-16</inkml:trace>
  <inkml:trace contextRef="#ctx0" brushRef="#br0" timeOffset="-198496.84">15245 16262 482 0,'0'0'4'0,"-5"-8"0"16,5 8 2-16,-16-13 0 15,7 2 1-15,-8 7-5 0,2-1-2 16,-2 2 0-16,1 6 0 16,2 9 0-16,-1 9 0 15,5 0 0-15,3 9 0 0,7 2 0 16,0 0 0-16,7-2 0 16,5-3 0-16,11-5 0 15,4-9 0-15,8-6 0 0,2-7 0 16,2-5 0-16,5-10 0 15,-5-4 0-15,-2-8 0 16,-10-3 0-16,-4 0 0 16,-14-7 0-16,-9 3 0 15,-7 0 0-15,-13 1 0 0,-11 6 0 16,-3 6 0-16,-3 7 0 16,0 6 0-16,0 5 0 15,10-6-66-15,9 14-24 16</inkml:trace>
  <inkml:trace contextRef="#ctx0" brushRef="#br0" timeOffset="-197629.99">16122 13127 350 0,'0'0'6'16,"0"-13"3"-16,0 13 3 15,2-17 2-15,-2 7 1 16,0-2 1-16,0-4 2 0,0 4-1 16,-4 2-5-16,4 10-3 15,-18-7-2-15,3 7-2 16,3 7-3-16,-3 6 0 0,0 3-2 15,3 8 0-15,-1 0 0 16,6 3-1-16,2-2 1 16,5 3 0-16,5-6 0 15,10 2 0-15,3-6 1 16,6-5 0-16,6-4 1 0,0-6-1 16,-1-3 2-16,1-3 0 15,-2-6 0-15,-7-9 1 16,-3-2-4-16,-6-2 0 15,-6-6 0-15,-6 2 0 16,-6-2 0-16,-3 1 0 0,-9 8 0 16,-1 1 0-16,-7 11 0 15,1 7 0-15,-2 8 0 16,3 13 0-16,4 11-6 0,2 10-12 16,8-2-49-16,3 23-19 15</inkml:trace>
  <inkml:trace contextRef="#ctx0" brushRef="#br0" timeOffset="-197147.56">16244 14033 468 0,'0'0'4'0,"-3"-10"1"0,3 10 1 16,-7-12 0-16,7 12 1 16,-17-13 0-16,4 9-1 0,-2 4-4 15,0 0-2-15,-2 9 0 16,-1 9 0-16,3 4 0 15,3 6 0-15,5 1 0 0,4 1 0 16,6-2 0-16,6 1 0 16,7-7 0-16,4-2 0 15,6-5 0-15,2-6 0 16,4-6 0-16,-2-3 0 0,2 0 0 16,-2-10 0-16,-5-4 0 15,-5-6 0-15,-10-3 0 16,-3-4 0-16,-7-2 0 15,-7-2 0-15,-8 1 0 16,-7 9 0-16,-6 3 0 16,-2 8 0-16,1 8 0 0,-1 9 0 15,0 11-12-15,7 14-28 16,6 8-45-16,2 1-2 16</inkml:trace>
  <inkml:trace contextRef="#ctx0" brushRef="#br0" timeOffset="-196713.51">16266 15104 395 0,'0'0'5'0,"0"0"1"0,-7-6 1 15,7 6 0-15,-15 0 1 16,5 6 0-16,0 1 0 16,-2 8 0-16,4 2-5 15,0 5-1-15,4 3 0 0,4-3-2 16,4 3 1-16,12-3 0 15,1-7-1-15,8-2 2 16,4-6 1-16,6-2 1 16,2-5 1-16,-2-8 1 0,-5-4 1 15,-3-5 0-15,-4 0 0 16,-9-8-1-16,-11-2-3 16,-3-1-3-16,-12 4 0 15,-11-1 0-15,-4 7 0 16,-6 6-3-16,1 12-13 0,-12 7-37 15,9 11-32-15,3 7-2 16</inkml:trace>
  <inkml:trace contextRef="#ctx0" brushRef="#br0" timeOffset="-196346.73">16311 16099 506 0,'0'0'2'0,"0"0"1"16,0 0-3-16,0 0 0 16,0 0 0-16,0 0 0 15,0 23 0-15,0-6 0 0,-7 12 0 16,-1 9 0-16,-2 7 0 16,0 4 0-16,0 6 0 15,3-1 0-15,4 3-14 16,8-11-72-16,-5-8-3 0</inkml:trace>
  <inkml:trace contextRef="#ctx0" brushRef="#br0" timeOffset="-195196.97">16468 12791 357 0,'0'0'13'0,"0"0"3"16,0 0-1-16,0 0 2 15,0 0 0-15,0 0 0 16,0 0 1-16,0 0-1 15,0 0-11-15,0-8-2 16,7 5-2-16,8-2 0 16,12 0-1-16,11 0 0 0,8 0-1 15,7 0 2-15,4 3-2 16,3 2 0-16,-6 0-1 16,-4 7 0-16,-11 11-1 0,-11 9 1 15,-8 12 0-15,-10 19 0 16,-8 11 1-16,-2 18 2 15,0 19 0-15,-10 13 1 16,1 12 0-16,-2 7 0 0,4 9-3 16,2 4 0-16,5-5 0 15,0-1 0-15,7 0 0 16,6-1 0-16,4-6 0 16,3-1 0-16,-3-1 0 0,-1 0 0 15,-4-2 0-15,-2-5 0 16,-5-6 0-16,-3-1 0 15,-2-5 0-15,-2-7 0 16,0-7 0-16,-7-9 0 16,7-3 0-16,-3-7 0 0,0-9 0 15,3-4 0-15,2-6 0 16,0-5 0-16,0-6 0 16,0-4 0-16,0-1 0 0,0-5 0 15,0-3 0-15,0-7 0 16,-5-2 0-16,0-2 0 15,2-6 0-15,-4-1 0 16,2-8 0-16,-2-3 0 0,2 4 0 16,-7-9 0-16,4 0 0 15,-2-2 0-15,-3-2 0 16,-1 0 0-16,-7-3 0 16,-4 0 0-16,-4 0 0 15,-1 1 0-15,-5 2 0 0,-2 0 0 16,-7 1 0-16,3-1 0 15,-1 0 0-15,5-3-51 16,3 0-39-16,1-6-1 16</inkml:trace>
  <inkml:trace contextRef="#ctx0" brushRef="#br0" timeOffset="-194579.48">17431 14749 511 0,'0'0'0'0,"0"-5"0"16,0 5 0-16,0-11 0 16,0 11 0-16,0-14 0 15,0 14 0-15,-2-14 0 0,2 14 0 16,-7-14 0-16,7 14 0 15,-16-6-41-15,14-4-49 16</inkml:trace>
  <inkml:trace contextRef="#ctx0" brushRef="#br0" timeOffset="-193628.43">18363 12554 440 0,'0'0'5'0,"0"0"2"0,0-13 2 16,0 13 1-16,-15-16 0 15,2 3 0-15,-3 1-1 16,-10-1 2-16,-3 1-11 0,-12 7 0 16,-3 5 0-16,0 2 0 15,-6 9 0-15,-2 11 0 16,0 7 0-16,4 9 0 0,6 9 0 16,10 7 0-16,7 8 0 15,10 3 0-15,13 9 0 16,2 5 0-16,12 1 0 0,3 3 0 15,7 9 0-15,-4-5 0 16,1 9 0-16,-6 4 0 16,-1 2 0-16,-4 8 0 15,2 8 0-15,-5 2 0 0,-3 4 0 16,-2 5 0-16,0 3 0 16,0-4 0-16,0 4 0 15,0-6 0-15,0 0 0 16,0-2 0-16,0 2 0 15,0-6 0-15,-2-4 0 16,-1 0 0-16,3-2 0 0,-2 0 0 16,-3-8 0-16,-3-1 0 15,5-11 0-15,-1-2 0 0,-1-5 0 16,0-9 0-16,0-8 0 16,-2-8 0-16,6-6 0 15,-4-3 0-15,3-12 0 16,-3-1 0-16,5-7 0 0,-2-3 0 15,-3-8 0-15,5 0 0 16,-5-5 0-16,3-1 0 16,-4-2 0-16,3-2 0 15,-1 1 0-15,1-3 0 16,1 0 0-16,-3-3 0 0,5-7 0 16,-2 13 0-16,2-13 0 15,-3 9 0-15,3-9 0 16,0 0 0-16,0 0 0 15,0 0 0-15,0 0 0 16,5 7 0-16,7-7 0 0,1 0 0 16,6-1 0-16,6-5 0 15,10 5 0-15,5-5 0 16,2 4 0-16,3-6 0 0,-5 1 0 16,9 2-41-16,-12 0-48 15,-9-5-2-15</inkml:trace>
  <inkml:trace contextRef="#ctx0" brushRef="#br0" timeOffset="-192844.79">18565 12943 350 0,'0'0'9'0,"0"0"5"0,0 0 3 0,0 0 1 15,0 0 1-15,0 0 1 0,0 0-1 16,0 0 1-16,0 0-8 15,0 0-6-15,0 0-2 16,4 8-1-16,-4-8-3 0,23 5 0 16,-6 0 0-16,8-5 0 15,2 3 0-15,8-3 0 16,0 0 0-16,-3-6 0 16,0 1 0-16,-7 0 0 0,-5 0 0 15,-8 1 0-15,-1-2 0 16,-11 6 0-16,0 0 0 15,0 18 0-15,-6-1 0 16,-3 8 0-16,-3 7 0 0,-1 5 0 16,1 8 0-16,2 1 0 15,-1 4 0-15,3-2 0 16,7-4 0-16,-2 1 0 16,3-8 0-16,0-3 0 0,3-6 0 15,-2 1-4-15,-1-8-37 16,8-5-46-1,-5-3-3-15</inkml:trace>
  <inkml:trace contextRef="#ctx0" brushRef="#br0" timeOffset="-192230.17">18599 14016 490 0,'0'0'3'0,"0"0"2"16,0 0 1-16,0 0 1 15,0-10-7-15,0 10 0 0,0-15 0 16,5 6 0-16,0-4 0 15,3 3 0-15,4 0 0 16,2 0 0-16,4 8 0 16,7 2 0-16,-2 0 0 0,3 7 0 15,-1 8 0-15,-3 3 0 16,-3 3 0-16,-5 4 0 16,-6 5 0-16,-8-3 0 0,-3 1 0 15,-6 1 0-15,-7-1 0 16,-1-2 0-16,-3-1 0 15,-3-5 0-15,7-3 0 16,0-1 0-16,4-7 0 16,7 2 0-16,5-11 0 0,0 0 0 15,5 4 0-15,11-4 0 16,3 0 0-16,1-4 0 16,10-2 0-16,0 0 0 15,0-2 0-15,2 3 0 0,-5-6-5 16,-12 7-82-16,10-1-2 15</inkml:trace>
  <inkml:trace contextRef="#ctx0" brushRef="#br0" timeOffset="-191746.83">18776 14858 481 0,'0'0'2'16,"0"0"2"-16,-5-10 0 15,5 10 0-15,-13-10 2 0,3 5 0 16,1 3-2-16,-4 2-4 16,1 0 0-16,-4 2 0 0,7 8 0 15,-1 1 0-15,4 3 0 16,6 1 0-16,4-2 0 16,8 4 0-16,2-3 0 15,6 2 0-15,1-1 0 0,6-3 0 16,-3 2 0-16,-4-1 0 15,3-1 0-15,-6 1 0 16,-4-1 0-16,-6 1 0 16,0-3 0-16,-7-3 0 15,0 0 0-15,-12 1 0 16,-1 1 0-16,-6-1 0 0,-4 0 0 16,-10-1-8-16,7 0-20 15,3-4-56-15,-10-1-4 16</inkml:trace>
  <inkml:trace contextRef="#ctx0" brushRef="#br0" timeOffset="-191545.86">18778 14744 473 0,'0'0'4'16,"10"-7"0"-16,3-1 1 15,9 3 0-15,0-3-1 0,6 1 0 16,6 3-3-16,-6-4-10 16,11 6-71-16,-9 2-4 15</inkml:trace>
  <inkml:trace contextRef="#ctx0" brushRef="#br0" timeOffset="-191229.85">18953 15815 511 0,'0'0'0'0,"0"0"0"16,0 0 0-16,0 9 0 15,0 4 0-15,2 2 0 16,-2 7 0-16,0 10 0 16,-2 0 0-16,-2 6 0 15,-1 1 0-15,2-2 0 0,3 5-9 16,8-9-78-16,-8-8-2 15</inkml:trace>
  <inkml:trace contextRef="#ctx0" brushRef="#br0" timeOffset="-190430.3">19355 12436 407 0,'0'0'3'0,"0"0"2"0,10 0 2 15,-1 0 0-15,4 0 2 0,4 0-1 16,13 3 1-16,0 1 1 15,7 6-3-15,8 5-3 16,-3 2 0-16,8 6-2 16,-3 6 1-16,-2 3-1 0,-6 13 0 15,-4 7 1-15,-3 7 0 16,-9 11-1-16,-5 12 1 16,-6 13 0-16,-5 10-1 15,-2 12 1-15,0 7 0 16,-2 6-3-16,0 9 0 0,1 5 0 15,4-3 0-15,-1 1 0 16,6-1 0-16,1-5 0 16,-1 3 0-16,2-8 0 0,0-2 0 15,-5-3 0-15,2 5 0 16,-2-4 0-16,-5-1 0 16,0 1 0-16,-3-6 0 15,-2-5 0-15,0 1 0 0,-7-7 0 16,2-9 0-16,-5-7 0 15,0-6 0-15,0-10 0 16,0-9 0-16,0-13 0 16,-4-6 0-16,1-8 0 0,1-7 0 15,-4-13 0-15,2-2 0 16,-4-5 0-16,1-8 0 16,-3-4 0-16,-5-3 0 15,-5-3 0-15,-7-4 0 16,-7-3 0-16,-6 1 0 15,-12 1 0-15,-3 0 0 0,-2 6 0 16,-3 0 0-16,8 2 0 16,0 9-57-16,13-9-35 15</inkml:trace>
  <inkml:trace contextRef="#ctx0" brushRef="#br1" timeOffset="-180996.58">7510 14680 362 0,'0'0'4'16,"0"0"3"-16,0 0 0 0,0 0 2 16,0 0-1-16,0 0 1 15,-10 7 0-15,10-7 0 16,-13 12-3-16,4 1-2 0,4 2-2 16,-3 7 0-16,3-2-1 15,0 7 0-15,3 4 0 16,2-2 0-16,0 1-1 15,4-3 1-15,4-3-1 16,5-1 0-16,1-6 1 0,4-3 0 16,2-8 0-16,4-4 0 15,-1-2 0-15,7-5 1 16,-5-6 0-16,0-6 2 16,-4-2 0-16,0-1 2 0,-3 1 0 15,-9-6 0-15,-2 3 0 16,-7-3 0-16,0 0 0 15,-9 0-2-15,-7-2-1 16,-1 2-1-16,-5 3-1 0,-3 1-1 16,1 7 1-16,-4 2-1 15,3 5-1-15,-2 4 1 16,2 3-1-16,-3 7-1 16,6 8-5-16,-2-5-8 0,6 0-65 15,1 9-5-15</inkml:trace>
  <inkml:trace contextRef="#ctx0" brushRef="#br1" timeOffset="-176913.22">9011 14472 238 0,'0'0'9'0,"0"0"8"0,0 0 4 15,0-13 2-15,0 13 4 16,0 0 0-16,-8-10 4 16,8 10-1-16,0 0-7 0,0 0-6 15,0 0-4-15,0 0-3 16,0 0-3-16,0 0-2 15,0 0-2-15,-5 13 0 16,5 4-2-16,0 3 0 0,0 5-1 16,0 3 0-16,0 3 1 15,0 7 0-15,0-4-1 16,2 2 1-16,-2 0-1 16,0-4 0-16,-2-5 0 0,2 1 2 15,-2-6-4-15,-1-4 2 16,1-6-1-16,2-2 1 15,0-10-1-15,-3 7-1 16,3-7 0-16,0 0-1 16,0 0-3-16,0 0-4 0,0 0-17 15,0 0-56-15,0 0-1 16</inkml:trace>
  <inkml:trace contextRef="#ctx0" brushRef="#br1" timeOffset="-174046.85">7639 15487 425 0,'0'0'4'0,"0"0"1"16,0 0 2-16,0 0 1 15,0 0 1-15,0 0 1 0,5 6-1 16,-5-6 1-16,0 12-3 16,-5-1-3-16,0 6-2 15,0 2 0-15,-2 11-2 0,-1-1 0 16,1 8 0-16,-3 1-1 15,3-1 0-15,-1 2 0 16,3-10-4-16,0 4-5 16,-5-10-15-16,-6-6-58 0,15-2-3 15</inkml:trace>
  <inkml:trace contextRef="#ctx0" brushRef="#br1" timeOffset="-171229.99">8911 15359 322 0,'0'0'4'0,"0"0"3"0,0 0 2 0,0 0 2 16,0 0 2-16,0 0 2 16,-5-7 1-16,5 7-2 15,-10 0-3-15,10 0-2 16,-20 14-4-16,13-1-1 0,-5 1-2 16,4 4-2-16,-2 4 0 15,3 0 0-15,5 3 0 16,-1-3-1-16,3 0 0 15,7-5 1-15,4 4-1 16,3-4 1-16,3-3 0 0,3-3 0 16,1-4 0-16,-2-2 1 15,4-5 0-15,-1 0 0 16,-5-2 2-16,1-6 0 0,-1-1 1 16,-2-4 1-16,-5-2 1 15,-3-2 0-15,-1-1-1 16,-6-4 1-16,0-3-1 15,-9-2-1-15,0 0-1 0,-8-2-1 16,-3 1 0-16,0 1 0 16,-3 2 0-16,-3 5-1 15,0 5 0-15,-1 9 0 16,0 0-1-16,-3 6-1 0,0 0 0 16,5 10-2-16,-3-3-4 15,9 6-6-15,-1-6-27 16,10 6-43-16,8 1-2 15</inkml:trace>
  <inkml:trace contextRef="#ctx0" brushRef="#br1" timeOffset="-167663.29">11768 13394 429 0,'0'0'4'0,"0"0"1"0,0 0 1 0,0 0 2 16,0 0-1-16,-7 0 1 15,7 0-1-15,-18 0 1 16,9 5-3-16,-3 3-3 16,-1 4-1-16,-2 3-1 0,0 3 0 15,3 6-1-15,2 3 0 16,0 9 1-16,2-3 0 16,4 4 0-16,1-2 0 15,3 0 0-15,7-5 0 0,1-3 0 16,7-7 1-16,0-5-1 15,7-10 1-15,6-3-1 16,-1-2 1-16,1-10 0 16,-1-5 1-16,3 1 1 0,-9-6 0 15,0-2 1-15,-5-3 0 16,-5-3-1-16,-4-7-3 16,-4-4 0-16,-3 2 0 15,0 0 0-15,-10-1 0 0,-1 4 0 16,-5 4 0-16,-7 8 0 15,-2 8 0-15,-5 8 0 16,-2 6 0-16,0 2 0 16,-3 9 0-16,3 8 0 0,-1 4-77 15,8-8-13-15</inkml:trace>
  <inkml:trace contextRef="#ctx0" brushRef="#br1" timeOffset="-164513.36">12857 13379 311 0,'0'0'7'0,"0"0"3"0,0 0 0 15,0 0 3-15,0 0 1 0,0 0 1 16,0 0 1-16,0 5 0 16,0-5-5-16,0 0-1 15,8 0-1-15,-1 0-2 16,5 0 0-16,3 0 0 15,6 0 0-15,0 0-1 0,7 0-2 16,1 0-1-16,4 0 1 16,-1-2-2-16,0 2 1 15,-4-3-1-15,2 3 0 0,-6-2-1 16,-3 2 1-16,-4 0-1 16,-3 0 0-16,-6 0 0 15,-8 0-1-15,12 5 1 0,-12-5-1 16,0 0 1-16,0 0-1 15,0 0 1-15,3 9 0 16,-3-9 0-16,0 0 0 16,0 0 0-16,0 0-2 0,0 0-2 15,0 0-2-15,-8 3-4 16,8-3-9-16,0 0-13 16,-12 0-53-16,12 0-2 15</inkml:trace>
  <inkml:trace contextRef="#ctx0" brushRef="#br1" timeOffset="-164147.17">13566 13097 406 0,'0'0'5'0,"0"0"3"0,0 0 3 0,0 0 1 0,0 0 0 0,0 0 0 0,0 0 1 16,-6 12 0-16,3 3-5 15,-1 8-3-15,-2 7-2 0,2 4-2 16,2 8 1-16,-3 0-2 15,2 7 0-15,0-4 0 16,1 0 0-16,2-8 0 16,0-5-2-16,0-2-3 15,-3-5-4-15,3-6-13 16,0 1-46-16,0-9-19 0</inkml:trace>
  <inkml:trace contextRef="#ctx0" brushRef="#br1" timeOffset="-163313.56">12907 13389 325 0,'0'0'5'0,"0"0"2"0,0 0 1 15,0 0 2-15,-10 2 0 16,10-2 2-16,0 0 2 0,-10 6-1 16,10-6-3-16,0 0-2 15,0 0-2-15,0 0-1 16,0 0 1-16,0 0-1 15,0 0 0-15,5 12-1 0,5-12 0 16,-2 5 0-16,9-3-1 16,3 1 1-16,2 0-1 15,3-1-1-15,-1-2 1 16,7 0 0-16,-6 0 0 0,4 0-1 16,-7-2 1-16,1-1-1 15,-5 0 0-15,-7 1 0 16,-1 2 0-16,-10 0 0 15,11-3 0-15,-11 3 0 16,0 0 0-16,0 0-1 0,0 0 1 16,-8 0 0-16,-5 3-1 15,2-3 1-15,-7 2-2 16,-3 1 0-16,2 2 0 0,-3-2 0 16,-1-2 0-16,1 5-2 15,2-4 1-15,2 1-2 16,6-1-1-16,3-2-4 0,9 0-9 15,-13 20-31-15,13-20-37 16,15 0-2 0</inkml:trace>
  <inkml:trace contextRef="#ctx0" brushRef="#br1" timeOffset="-162112.16">8457 14809 324 0,'0'0'4'16,"0"0"3"-16,0 0 2 0,-11-5 4 15,11 5 2-15,-7-5 3 16,7 5 0-16,-10-3 1 15,10 3-4-15,0 0-1 16,-9-3-4-16,9 3-4 0,0 0-1 16,0 0-2-16,0 0-2 15,0 0 1-15,14 0-1 16,1 3-1-16,5-3 1 0,3 3 1 16,4 0-1-16,3-3 1 15,0 0 0-15,-3 0-1 16,0 0 0-16,-2 0 0 15,-5-3 0-15,0 3 0 16,-8-3 0-16,0 3 1 16,-12 0-1-16,11-3 2 0,-11 3-1 15,0 0 1-15,0 0-1 16,0 0-2-16,-13-7 0 16,3 7 0-16,-5-2 0 0,-5 0 0 15,0 2 0-15,-2 0 0 16,2 0 0-16,0 0 0 15,3 0 0-15,-3 0 0 16,5 0 0-16,3 0 0 0,4-3 0 16,8 3 0-16,-15-2 0 15,15 2 0-15,0 0 0 16,0 0 0-16,0 0 0 16,0 0 0-16,0 0 0 0,5-8 0 15,10 5 0-15,3-1 0 16,1 1 0-16,6-2 0 15,3 0 0-15,4-3 0 16,-5 4 0-16,1-4 0 0,-9 6 0 16,-1-3 0-16,-6 2 0 15,-1 0 0-15,-11 3 0 16,0 0 0-16,0 0 0 16,-9 0 0-16,0 3-2 0,-3-3-12 15,1 0-35-15,-3 10-37 16,1-2-1-16</inkml:trace>
  <inkml:trace contextRef="#ctx0" brushRef="#br1" timeOffset="-159362.74">11848 14303 373 0,'0'0'6'0,"0"0"5"0,0 0 2 15,0 0 1-15,0 0 1 16,0 0 0-16,0 0 1 15,0 0 0-15,-9 3-5 16,3 9-5-16,4 6-1 0,-3 4-2 16,0 7-1-16,0 4-1 15,-2 5 1-15,1 1 0 16,-1 0-2-16,0 1-2 16,-3-2 0-16,2-7-1 0,1 4-7 15,-3-13-18-15,-10-2-55 16,17-3-3-16</inkml:trace>
  <inkml:trace contextRef="#ctx0" brushRef="#br1" timeOffset="-156858.89">13409 14227 333 0,'0'0'9'0,"0"0"3"0,0 0 4 0,0 0 2 0,0 0 1 16,0 0 1-16,-8-11-1 15,8 11 1-15,0 0-8 0,-14 13-3 16,6-3-4-16,0 7-2 16,-2 4-1-16,1 0-1 15,-2 7 0-15,4-1 1 16,2 3-2-16,3-1 1 0,2-1 0 15,2-4 0-15,5-4-1 16,3-2 1-16,3-6-1 16,4-5 1-16,1-1-1 0,2-6 1 15,2-3 0-15,-2-5 0 16,2-4 1-16,0-5-2 16,1-1 0-16,-5-2 0 15,1-2 0-15,-6-3 0 0,-4 0 0 16,-1-5 0-16,-6 6 0 15,-2-6 0-15,-2 6 0 16,-8 1 0-16,0 4 0 16,-7-1 0-16,0 7 0 0,-6 3 0 15,-4 5 0-15,2 5 0 16,-5 0 0-16,-2 10 0 16,4 0 0-16,1 3 0 15,3 2 0-15,3-3 0 0,-34-2-71 16,51 5-18-16</inkml:trace>
  <inkml:trace contextRef="#ctx0" brushRef="#br1" timeOffset="-86796.88">20699 14149 396 0,'0'0'6'0,"0"0"2"0,0 0 4 15,0 0 2-15,0 0 1 16,7 0 1-16,-7 0 2 15,0 0-1-15,10 0-8 0,0 0-9 16,5-2 0-16,2-4 0 16,11 6 0-16,-1-6-5 15,8-4-79-15,2 7-3 16</inkml:trace>
  <inkml:trace contextRef="#ctx0" brushRef="#br1" timeOffset="-86613.46">20728 14330 453 0,'0'0'5'0,"0"0"1"16,-12 3 0-16,12-3 1 0,0 0 0 15,0 0 1-15,0 0 0 16,15 0 0-16,7-10-7 16,16 1-9-16,1-7-30 0,13 1-46 15,6-2-2-15</inkml:trace>
  <inkml:trace contextRef="#ctx0" brushRef="#br1" timeOffset="-85894.86">22480 12406 422 0,'0'0'3'0,"5"-13"2"16,0 1 1-16,1 0 1 16,-1-5 1-16,-5-3 1 0,0-3 0 15,-9 1 0-15,-8 1-3 16,-8 10-1-16,-4 3-2 16,-13 8-2-16,-4 3 0 15,-3 16-2-15,-8 9 1 0,0 12-1 16,2 6 0-16,0 14 1 15,4 6-1-15,8 12 1 16,3 3 1-16,13 9-1 16,8 6 1-16,8 1-1 0,6 10 1 15,5 1 1-15,0 6 0 16,5 8 1-16,0 1 0 16,1 9-1-16,-4 1 1 15,-2 4 0-15,0 1-3 16,0 4 0-16,-2-2 0 0,2 2 0 15,-4-2 0-15,2-7 0 16,2-2 0-16,0-8 0 16,0-6 0-16,2-10 0 0,-2-11 0 15,0-6 0-15,-2-14 0 16,-3-9 0-16,-5-7 0 16,1-8 0-16,-5-4 0 15,5-12 0-15,-6-10 0 0,7-2 0 16,1-8 0-16,5-5 0 15,2-11 0-15,7 5 0 16,13-5 0-16,12-5 0 0,13-6 0 16,14 2 0-16,17-4 0 15,19-1 0-15,13-1 0 16,16 3-11-16,0 12-64 16,3-13-13-16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51:57.26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21245 10790 498 0,'0'0'1'0,"0"0"0"0,0 0 1 0,0 0 2 16,-4 0 1-16,8-4-5 0,24-18 0 15,36-29 0-15,63-33 0 16,77-52 0-16,128-25 0 16,93-64-71-16,113-57-19 15</inkml:trace>
  <inkml:trace contextRef="#ctx0" brushRef="#br0" timeOffset="881.34">6459 15418 403 0,'0'0'3'0,"0"0"2"0,0 0 2 0,0 0 3 0,0 0 1 16,0 0 4-16,0 0 3 16,28-2 2-16,23-35-1 15,47-35-19-15,58-50 0 0,90-76 0 16,77-10-70-16,90-64-18 15</inkml:trace>
  <inkml:trace contextRef="#ctx0" brushRef="#br0" timeOffset="10398.33">5137 12631 174 0,'0'0'7'0,"0"0"4"0,0 0-2 0,0 0-3 16,0 0 2-16,0 0 2 16,10 0 1-16,3 0 2 15,6 0-6-15,13 3 0 16,11 2 1-16,14-3 4 0,18 1 0 15,14-1-2-15,26 0 0 16,6-2-1-16,28-2-2 16,13-3-1-16,22 0-1 0,9-3-2 15,16 3 0-15,10-2-1 16,20 2 0-16,9 1 0 16,8 4 0-16,10 0 0 0,10 0 0 15,14 0-1-15,6 4 1 16,4 4 0-16,46-4-1 15,-28 1 2-15,2 1-2 16,4-1 0-16,0-3 0 16,2-2 1-16,5 3-1 0,-1-1 0 15,-41 0 1-15,28 1-1 16,1 2 0-16,-4 0 2 16,-12 0-2-16,-8 0 1 15,-21 2-1-15,-10-2 1 0,-29 3 0 16,-20-2-1-16,-32 3 0 15,-26-4-5-15,-32 2-13 16,-22 3-34-16,-31-3-21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53:47.76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2300 4984 389 0,'0'0'6'0,"0"0"2"15,0-12 2-15,0 12 2 16,2-15 1-16,-2 15-1 0,3-10 1 16,-3 10-1-16,0 0-4 15,0 14-4-15,-3 9-1 16,3 7-3-16,-2 9 1 15,2 3-1-15,0 5 0 0,-3 3 1 16,3 0-1-16,-2-6 1 16,-1-4 1-16,0-3-1 15,-2-5 1-15,-2-4 0 0,2-9 0 16,-2-1 0-16,7-18 1 16,-13 7-2-16,13-7 2 15,-14-17-3-15,6-5 0 16,3-8 0-16,0-12 0 15,0-8-2-15,3-4 1 0,2 1 0 16,0-4 1-16,2 3-2 16,5 4 3-16,1 6-1 15,2 7 1-15,2 4 0 16,3 9-1-16,5 4 1 0,2 5-1 16,8 5 0-16,0 10 0 15,0 0 0-15,5 18 0 16,-3 4-1-16,-5 5 1 15,-7 5 0-15,-3 5 0 0,-12 3 0 16,-2 0 0-16,-6-2 0 16,-7-5 0-16,-10-3 1 15,3-3-1-15,-8-4 2 0,0-6-2 16,-2-4 0-16,5-4 0 16,2-1 0-16,2-5 0 15,6-3 0-15,12 0-2 16,-7 0 2-16,7 0-1 15,10 0 1-15,5 0-1 0,2 4 1 16,2 1-1-16,10 5 0 16,-4 0 1-16,1 0 0 15,-1 5 1-15,0 0-2 16,-2 0 2-16,-6-4 0 0,3 6 0 16,-8-1 0-16,1-3-2 15,-4 2-3-15,-4-3-5 16,3 1-8-16,-8 1-66 15,8-3-5-15</inkml:trace>
  <inkml:trace contextRef="#ctx0" brushRef="#br0" timeOffset="383.43">2826 5279 414 0,'0'0'5'0,"0"0"1"0,0 0 0 0,-7 2 2 16,7-2-1-16,-15 17 1 16,5-6 0-16,0 3 0 15,0 5-5-15,5-1 0 16,3 2-1-16,2 0 0 16,7-3 0-16,6-2 0 0,6-2 0 15,1-5 0-15,10-7 1 16,-2-1-1-16,2-1 0 15,-1-16 2-15,-1 6-2 16,-7-9 0-16,-3-1 0 0,-6-7 0 16,-7 0 0-16,-5 1 0 15,-10 2-2-15,-6 8 0 16,-9 2 0-16,0 5 0 0,-5 10 0 16,2 0-2-16,-2 10-2 15,5 5-4-15,4-5-3 16,8 7-10-16,3 0-64 15,10-7-2-15</inkml:trace>
  <inkml:trace contextRef="#ctx0" brushRef="#br0" timeOffset="683.06">3206 4954 459 0,'0'0'4'0,"0"0"1"0,0 0 1 15,0 0 0-15,0 0 0 16,0 0 0-16,0 10 0 16,0 7 1-16,-5 6-4 0,5 7-2 15,0 7 1-15,0 7-2 16,0 2 0-16,5 0 0 16,6-1 0-16,1-6 0 0,-1-2 0 15,3-2 0-15,0-8 0 16,7-4 0-16,-7-6 0 15,5-2 0-15,-2-7 0 16,2-1 0-16,1-7 0 0,-1 0-14 16,-3-6-15-16,2-1-58 15,-4-5-1-15</inkml:trace>
  <inkml:trace contextRef="#ctx0" brushRef="#br0" timeOffset="933">3102 5234 401 0,'0'0'5'16,"0"0"2"-16,0 0 2 15,5 0 1-15,7-2 1 0,8-1 2 16,4-2 0-16,12 3 1 16,3-9-5-16,12 7-1 15,-1-6-3-15,3 2-1 16,-2 4-2-16,-10-2-2 0,-4 5 0 15,-9 1 0-15,-8 0 0 16,-13 4 0-16,-7-4-10 16,0 17-10-16,-4-7-64 0,-6-2-5 15</inkml:trace>
  <inkml:trace contextRef="#ctx0" brushRef="#br0" timeOffset="1816.43">3822 5276 387 0,'0'0'7'0,"0"0"2"0,-7-4 3 0,7 4 1 15,-9 0 1-15,9 0 0 16,-13-3 1-16,13 3 0 16,0 0-5-16,0 0-4 0,13-5-1 15,1 2-1-15,9 3-4 16,6-2 0-16,4-1 0 15,4 1 0-15,0 0 0 0,1-1 0 16,-6 3 0-16,-5 0 0 16,-5 3 0-16,-6 4 0 15,-12 3 0-15,-4 5 0 16,-13 2 0-16,-8 3 0 0,-7 5 0 16,-4-5 0-16,-7 2 0 15,1 0 0-15,1-4 0 16,-1-1 0-16,6-2 0 15,10-5 0-15,1-2 0 0,9-4 0 16,12-4 0-16,0 0 0 16,21 2 0-16,0-4 0 15,11-2 0-15,7-7 0 16,5 1 0-16,1 0 0 0,-1-2 0 16,-2 5 0-16,-1 2 0 15,-9-1 0-15,-8 4 0 16,-6 2 0-16,-7 0 0 0,-11 0 0 15,11 2 0-15,-11-2 0 16,-2 11 0-16,2-11 0 16,-11 8 0-16,11-8 0 15,-7 11 0-15,7-11-11 0,0 0-78 16,0 0-3-16</inkml:trace>
  <inkml:trace contextRef="#ctx0" brushRef="#br0" timeOffset="4241.26">7572 4979 389 0,'0'0'5'0,"0"0"1"0,0 0 0 16,0 0 0-16,0 10 1 16,0 2 0-16,0 5 0 15,2 11 0-15,-2 2-4 16,3 3-1-16,2 3-1 0,-1 4 0 16,5-6 0-16,-2-1 0 15,-2-1 0-15,0-7 0 16,-3-6 0-16,0-1 1 15,-2-5 0-15,0-13 1 16,0 0-1-16,-9 1 1 0,-1-8-1 16,-3-15 2-16,3-6-1 15,1-6 1-15,-2-11-1 16,2-7 0-16,4-3 0 0,2-1 0 16,3-1 0-16,3 2-1 15,6 3-1-15,7 6-1 16,1 8 0-16,8 6 0 15,5 10 0-15,-1 6-1 0,4 9 0 16,1 7 1-16,1 7 1 16,-5 13 0-16,-5 5 0 15,-2 10-1-15,-11-1 1 16,-6 12 0-16,-6-7 0 16,-4 0-1-16,-10-2-1 0,-7-2 1 15,-6-7 0-15,-3 0 1 16,-5-9-1-16,1-5 0 15,4-3 0-15,5-3 0 16,5-4 0-16,3-4-1 0,17 0 1 16,0 0-1-16,0 0 1 15,20-4 0-15,-1 4 0 16,9 0 0-16,3 4 0 0,2 3 0 16,3 3 0-16,-4 3 0 15,-2-1 0-15,-4 3 0 16,-3-3 0-16,0 3 0 15,-7-3 1-15,0 0-1 0,-2-1 0 16,-3-2 1-16,-1 1-1 16,-3-2 0-16,-7-8 0 15,13 10 1-15,-13-10-1 16,0 0 1-16,9 7-2 16,-9-7-2-16,0 0-3 0,0 0-6 15,8-10-16-15,-8 10-57 16,10-12 1-16</inkml:trace>
  <inkml:trace contextRef="#ctx0" brushRef="#br0" timeOffset="6585.97">11911 4768 443 0,'0'0'4'0,"0"0"1"0,0 0-1 15,0 0 2-15,0 0-1 16,0 0 0-16,0 16 1 16,0 1-1-16,4 8-3 15,1 4-1-15,6 8-1 16,-2 0 1-16,1 3-1 0,0-3 0 16,-2 0 1-16,-1-4 0 15,-2-4 0-15,-4-9 1 16,-1 0 0-16,0-10 0 0,0-10 0 15,-16 6 0-15,3-10 1 16,-1-11 0-16,-1-4-1 16,-2-12 1-16,4-2-3 15,-2-10 0-15,6-4 0 0,3-2 0 16,6-4 0-16,2 6 0 16,11 0 0-16,-1 10 0 15,9 0 0-15,6 12 0 16,3 8 0-16,2 7 0 0,0 10 0 15,1 2 0-15,1 13 0 16,-4 7 0-16,-5 6 0 16,-8 5 0-16,-6-2 0 15,-7 4 0-15,-4-6 0 16,-4 2 0-16,-7-4 0 0,-6-7 0 16,-3-4 0-16,0 0 0 15,0-4 0-15,0-2 0 16,3-3 0-16,7 1 0 15,10-8 0-15,-5 9 0 0,5-9 0 16,17 16 0-16,3-7 0 16,5-1 0-16,2 2 0 15,3 0 0-15,0-2 0 0,-2-1-3 16,1 3-10-16,-3 6-34 16,-2-7-39-16,-4-1 1 15</inkml:trace>
  <inkml:trace contextRef="#ctx0" brushRef="#br0" timeOffset="6949.54">12487 4939 434 0,'0'0'4'0,"0"0"0"16,-15 0 1-16,8 3 0 15,-3 4 1-15,-1 1 0 16,-1 7 0-16,5-1 0 15,1 4-2-15,6 1-1 0,6 1 0 16,9-2 0-16,2-3 0 16,7-3-1-16,4-5 1 15,2 1-1-15,2-6 0 16,-5-2 0-16,-2-10 1 0,-4-1 0 16,-7-7-1-16,-7-5-2 15,-7-2 0-15,-2-2 0 16,-12 0 0-16,-7 5 0 15,-4 0 0-15,-2 5 0 0,-5 6 0 16,2 4 0-16,1 4 0 16,1 3 0-16,8 4-9 15,2 5-14-15,4 0-61 16,14 1-3-16</inkml:trace>
  <inkml:trace contextRef="#ctx0" brushRef="#br0" timeOffset="7534.86">12837 4729 407 0,'0'0'7'0,"0"0"2"16,3-10 2-16,-3 10 1 15,0 0-1-15,0 0 1 16,0 0 1-16,0 0 0 0,0 22-7 16,-8 5-3-16,6 6-1 15,-3 4 0-15,2 5-1 16,3 0 1-16,0 0-2 16,8 0 0-16,4-7 0 15,5-5 0-15,-2-6 0 0,6-4 0 16,1-7-3-16,-3-6-3 15,2-2-7-15,-2-5-13 16,-19 0-59-16,22-15-1 16</inkml:trace>
  <inkml:trace contextRef="#ctx0" brushRef="#br0" timeOffset="7666.77">12760 4961 387 0,'0'0'6'0,"0"0"0"16,0 0 0-16,6 0 1 0,3 0 0 15,9 0 1-15,4 0-1 16,7 0-8-16,4 0-27 16,12 0-48-16,6-2-2 15</inkml:trace>
  <inkml:trace contextRef="#ctx0" brushRef="#br0" timeOffset="8134.43">13229 4994 452 0,'0'0'4'0,"0"0"1"0,0-10 2 16,0 10 0-16,15-17 1 15,-1 4 0-15,2 6 0 16,9-4 0-16,0 4-4 15,3 2-4-15,-1 5 0 0,-5 4 0 16,1 7 0-16,-6 2 0 16,-9 7 0-16,-6-1 0 15,-4-1 0-15,-6 1 0 16,-7 1 0-16,1-7 0 0,-4-3 0 16,3-3 0-16,2-4 0 15,4-3 0-15,9 0 0 16,-11-14 0-16,11 3 0 15,8-7 0-15,4-4 0 16,9-3 0-16,-2 3 0 0,3 0 0 16,1-1 0-16,-6 9 0 15,-2 4 0-15,-3 7 0 16,-12 3 0-16,11 14 0 0,-11 7 0 16,0-1 0-16,5 7 0 15,2 0 0-15,3 1 0 16,5-3-13-16,10-6-71 15,7-2-2-15</inkml:trace>
  <inkml:trace contextRef="#ctx0" brushRef="#br0" timeOffset="9868.43">8062 5222 330 0,'0'0'6'0,"0"0"3"0,0 0 3 15,0 0 1-15,0 0 0 16,0 0 0-16,0 0 0 16,-5 7 0-16,5 6-5 0,0-1-4 15,0 6-2-15,7-1 0 16,0 0 1-16,9 0-1 16,3-2-1-16,11-5 2 0,0-5-1 15,4-5 1-15,4-2 0 16,-1-7 1-16,-2-2 1 15,-3-7 0-15,-7-4 0 16,-10 0-1-16,-7-5 0 16,-8 2-1-16,-11 3 0 0,-5 2-2 15,-12 6-1-15,-2 6 0 16,-2 5-2-16,0 3-1 16,0 10-4-16,2 0-3 15,8 5-7-15,6-1-13 0,6-2-52 16,10 4-3-16</inkml:trace>
  <inkml:trace contextRef="#ctx0" brushRef="#br0" timeOffset="10433.44">8581 4892 318 0,'0'0'5'0,"0"0"0"16,0 0 2-16,0 0-1 16,0 0 1-16,0 0 0 15,0 0 0-15,0 0 2 16,0 0-4-16,0 0-2 15,0 0-1-15,-5 5 2 0,5-5 0 16,0 0-1-16,0 0 1 16,0 0 0-16,0 0 1 0,0 0-1 15,0 0 1-15,0 0 1 16,0 0 0-16,0 0 1 16,0 0 0-16,0 0 0 15,0 0 0-15,0 0 0 0,0 0-1 16,0-5-2-16,0 5 0 15,0 0-3-15,0 0 0 16,0 0 0-16,0 0-1 16,0 12 0-16,0 6 0 15,-6 7 0-15,4 5 0 0,2 4 1 16,0 6-1-16,0 1 0 16,0-1 1-16,6 3 0 15,1-9 0-15,-2 1-1 0,5-7 1 16,3-7 0-16,-4-3 0 15,6-6 0-15,0-4-1 16,2-5-1-16,3-3-3 16,-2-3-6-16,4-2-12 15,-7 0-50-15,2-10-12 0</inkml:trace>
  <inkml:trace contextRef="#ctx0" brushRef="#br0" timeOffset="10583.08">8514 5120 332 0,'0'0'6'0,"0"0"1"16,0 0 2-16,0 0 2 16,12 0-1-16,0 0 1 15,8 0-2-15,8 5-11 0,7-2-67 16,9-1-3-16</inkml:trace>
  <inkml:trace contextRef="#ctx0" brushRef="#br0" timeOffset="10967.16">9043 5135 423 0,'0'0'2'16,"0"0"1"-16,0 0 1 0,-10 10 0 15,10-10 1-15,-3 15 0 16,3-5 1-16,6-1 0 15,6 4-2-15,5-2 0 16,6-3-1-16,4-2 0 0,5-4 0 16,3-2-1-16,0-2 1 15,-3-8 0-15,-5-2 0 16,-2-4 1-16,-7-2 0 16,-3 2-1-16,-5 1 0 0,-7 5-1 15,-1 0 0-15,-2 10-2 16,0 0 0-16,0 0 0 15,0 20-1-15,7 3 0 16,-4 3 0-16,4 4 0 16,0 5-1-16,1 0-2 0,-3 2 0 15,-3-5-1-15,-2 4-2 16,-2-7-4-16,-5 0-9 16,-13 7-42-16,-5-15-20 0</inkml:trace>
  <inkml:trace contextRef="#ctx0" brushRef="#br0" timeOffset="11999.93">2215 7300 420 0,'0'0'5'0,"0"-9"2"0,0 9 1 16,-2-16 2-16,2 16-1 15,-8-12 0-15,8 12 1 16,0 0 0-16,-13 20-5 0,13 7-2 16,-2 7-2-16,2 11 0 15,0 2-1-15,2 3 0 16,-2 2 0-16,5 0 0 16,-1-7-2-16,-2-1-2 15,0-7-3-15,-2-2-8 0,0-12-21 16,0-4-48-16,0-6-1 15</inkml:trace>
  <inkml:trace contextRef="#ctx0" brushRef="#br0" timeOffset="12237.47">1827 7328 354 0,'0'0'7'0,"-2"-13"4"16,2 1 1-16,2-3 2 15,5-2 1-15,4-4 0 16,7-5 2-16,11-1 0 16,6-1-7-16,9 3-1 0,6 3-3 15,8-1-2-15,6 3-1 16,-2 6-2-16,5 4-3 16,-7 5-9-16,0 5-21 15,4 5-50-15,-20 9-3 0</inkml:trace>
  <inkml:trace contextRef="#ctx0" brushRef="#br0" timeOffset="12587.15">2371 7531 405 0,'0'0'6'0,"0"0"2"15,0 0 3-15,0 0-1 16,0 0 1-16,0-7 0 0,0 7 1 15,16 0-1-15,-4 0-5 16,8 4-2-16,2 6-3 16,3 2 0-16,0 8 0 0,2 0-2 15,-2 3 1-15,-5-1-2 16,-3 0 1-16,-5 0-1 16,-3-4 1-16,-7-2-1 15,-2-5 1-15,0-11 1 16,-13 12 1-16,3-12 0 0,-3-3 0 15,1-3 1-15,5-8-1 16,-3 0 1-16,5-6-1 16,2 2-1-16,3-4 0 15,5 5-2-15,6 0-5 0,6 2-8 16,0 3-15-16,-5 1-54 16,18 4-1-16</inkml:trace>
  <inkml:trace contextRef="#ctx0" brushRef="#br0" timeOffset="13416.77">2921 7524 403 0,'0'0'3'0,"0"0"0"16,-16 0 3-16,4 0 2 15,-2 1-1-15,-4 5 1 16,-7 1-1-16,2 4 0 0,2 3-2 16,-2 1-2-16,9 4-3 15,1 2-1-15,3 0 0 16,5-1 0-16,5 0 0 0,5-5 0 15,2 0 0-15,5-8 1 16,0-1 0-16,6-6 1 16,-2 0 0-16,0-9 1 15,0-5 1-15,2-1 0 16,-2-8 0-16,-4 5-1 0,1-6 1 16,-5 5 0-16,-1 1-1 15,1 2-1-15,-5 3-1 16,-3 13-1-16,0 0 1 15,0 0-1-15,4 10-1 0,-4 5 0 16,3-1 1-16,-2 7 0 16,5-5 0-16,1-1 0 15,4-2 1-15,1-6 0 16,6-4 0-16,-2-3 0 0,5-3 1 16,1-7 0-16,-5-1-1 15,6-7 1-15,-3 0 0 16,-3-4 0-16,-2 3 0 0,-3-2 0 15,-2 7-1-15,-2-1 1 16,-5 5-2-16,-3 10 1 16,0 0-1-16,0 0 0 15,0 0-1-15,-5 12 0 0,1 1 1 16,4-2-1-16,0 7 1 16,9-3 0-16,3-2 0 15,5-1 1-15,0-5-1 16,8 1 1-16,5-5-1 15,0-3 1-15,0 0 0 0,0-5 1 16,-1-5 1-16,-9-1 0 16,-2 1 1-16,-3-5 0 15,-8 1 0-15,-7 2-1 16,0 2 0-16,-9-3 0 0,-2 6-2 16,-3-1 0-16,0 6 0 15,-2 2-1-15,0 0 0 16,4 5 0-16,3 5 0 0,3-2 0 15,3 3 0-15,3 3-1 16,3 0 1-16,7-2 0 16,0 3 1-16,4 0-1 15,2-1 1-15,-2 2-1 0,2-2 1 16,-2-2 0-16,-3 1 0 16,-2-3 0-16,-4-2 0 15,-5-8 0-15,3 14 1 16,-3-14-1-16,-10 10 1 0,-2-4-1 15,-6-1 0-15,-2-3-3 16,-2 5-7-16,-3-7-14 16,-14 2-57-16,23 1-1 15</inkml:trace>
  <inkml:trace contextRef="#ctx0" brushRef="#br0" timeOffset="13949.94">3851 7557 411 0,'0'0'5'0,"0"0"1"15,0 0 3-15,0 0 0 0,0 0 2 16,0 0 0-16,0 0 0 16,0 0 0-16,0 0-3 15,0 0-3-15,0 0-1 16,19-8-1-16,-5 4 0 0,7 0-1 16,6 1 0-16,3-3-2 15,2 5 0-15,1-2 0 16,-4 3 0-16,-1 0 0 15,-7 0 0-15,-3 4 0 0,-11 5 0 16,-2 3 0-16,-7 2 0 16,-8 7 0-16,-10-2 0 15,-2 6 0-15,-3 2 0 16,-2-2 0-16,-3 2 0 0,3-2 0 16,2-3 0-16,5-2 0 15,5-2 0-15,8-1 0 16,7-5 0-16,12-2 0 15,13-4 0-15,9-6 0 0,9 0 0 16,6-3 0-16,6-5 0 16,-2 2 0-16,1-5 0 15,-4 5-4-15,-11-5-33 16,-7 11-48-16,-2-3-2 0</inkml:trace>
  <inkml:trace contextRef="#ctx0" brushRef="#br0" timeOffset="14599.49">7510 7241 454 0,'0'0'5'0,"0"0"2"15,0 0 0-15,0 0-1 16,0 0 0-16,0 0 0 0,10 17 0 16,-10 3 1-16,0 5-6 15,2 7-1-15,4 5-1 16,-1 5 0-16,-1 2-3 0,5 1-8 16,-6-7-20-16,-3-1-51 15,5-2-3-15</inkml:trace>
  <inkml:trace contextRef="#ctx0" brushRef="#br0" timeOffset="14799.69">7070 7256 450 0,'0'0'4'0,"-2"-13"0"0,2 1 1 15,12-6 0-15,6-2 1 16,12-6 1-16,9-5-1 15,10-1 0-15,17 6-2 16,1 1-4-16,9 10-7 16,2 2-16-16,9 13-58 0,-18 10-3 15</inkml:trace>
  <inkml:trace contextRef="#ctx0" brushRef="#br0" timeOffset="15849.47">7717 7463 440 0,'0'0'5'0,"0"0"1"16,0 0 2-16,0 0 0 15,7 0 0-15,-7 0 0 0,17-5 0 16,-2 5 0-16,3 0-4 16,1 0-3-16,6 8 0 15,3 4-2-15,-1 6 0 0,-2-1-1 16,-3 2-1-16,-2 5 0 15,-6-2 0-15,-5-3 0 16,-7-1 1-16,-2-5 0 16,-7-5 2-16,-6-5 0 0,1-3 2 15,-6 0 0-15,6-10 1 16,-1-4-1-16,1-1 0 16,7-7-1-16,3 1-1 0,4-1-2 15,8 3-2-15,5 2-4 16,7-4-3-16,5 9-2 15,3 0-2-15,5 5-1 16,-6-4 1-16,-1 6 3 16,-1 1 7-16,-6-1 4 15,-2 2 5-15,-19 3 4 0,0 0 2 16,0 0 1-16,-12 10 1 16,-8 3-2-16,3-1-4 15,-4 2-3-15,1 4 0 0,3 2-2 16,4-5-2-16,9-1 1 15,4 0 0-15,0-6 0 16,10 1 0-16,5-5 1 16,2-4 0-16,0 0 0 0,4-7 2 15,-5-3-1-15,5-5 0 16,-6 2 0-16,-2-1 0 16,-2-4 0-16,2 1-1 15,-3 4-1-15,-6 4-1 0,-4 9 0 16,11-7-1-16,-11 7-1 15,5 7 0-15,0 5-2 16,-3 0 1-16,8 6 0 0,0-3 0 16,0-1 1-16,2-4 0 15,1-3 1-15,4-4 1 16,-4-3 2-16,6 0 0 16,-1-10 1-16,-1 0 1 15,3-4 0-15,-3-4-1 16,-2 1 1-16,3-1-1 0,-8 4 0 15,2-1-1-15,-4 5-2 16,-8 10 0-16,10-12-1 16,-10 12 0-16,0 0 0 0,2 12-1 15,0 0 0-15,2 1-1 16,8-1 1-16,-5 0 1 16,5-2 0-16,6-2-1 15,2-1 2-15,2-4 0 0,0-3 2 16,3-3 1-16,0-4 2 15,2-3 0-15,-7 0 0 16,0-4 1-16,-3 0 0 0,-6 0 0 16,-4-1-2-16,-2 5 0 15,-3 3-3-15,-2 7 0 16,0-10-1-16,0 10-1 16,0 0 0-16,-2 10 0 0,-1 2 0 15,3 3 0 1,0 2 1-16,0 3 0 0,5-4 0 15,2 3 0-15,4-2 1 16,-6 0-1-16,2-4 1 16,-2 2-1-16,-3-1 0 0,-2-1 0 15,0-1 0-15,-2-1-3 16,-5 1-3-16,-5 1-6 16,-1 2-9-16,-2-1-32 0,-3-2-25 15,2 3-4-15</inkml:trace>
  <inkml:trace contextRef="#ctx0" brushRef="#br0" timeOffset="17616.7">8740 7431 242 0,'0'0'12'16,"0"-9"5"-16,0 9 7 0,5-18 0 16,-3 8 4-16,1-2 1 15,-3-1 1-15,0-2 0 16,-5 3-11-16,0 2-5 16,-5 3-6-16,0 2-3 0,-2 5-3 15,-1 0-1-15,1 2-1 16,0 6 0-16,3 2-1 15,2 4 0-15,5 1 0 0,2 5 0 16,0-5 1-16,7 5-1 16,6-2 1-16,-1-2 0 15,6 0 1-15,-1-2-1 16,3 1 0-16,0-2 1 16,2-1-1-16,-4-5 0 15,1 3 1-15,-1-2-1 0,-3 2 1 16,0-6-1-16,-6 1 1 15,-9-5 0-15,11 10 0 16,-11-10 0-16,-5 10 0 0,-8 1 0 16,-4-4 0-16,-5 2 0 15,-6 0 0-15,1-1 0 16,-6 0-1-16,6 2 0 0,-2-3-1 16,5-1-2-16,5 1-3 15,4-4-5-15,15-3-16 16,0 9-56-16,6-9 0 15</inkml:trace>
  <inkml:trace contextRef="#ctx0" brushRef="#br0" timeOffset="18516.77">9304 7340 434 0,'0'0'5'0,"0"0"1"16,-10-5 1-16,10 5-1 16,0 0 0-16,-12 0 0 0,12 0 0 15,-8 12 0-15,8 1-4 16,2 5-2-16,9 1-1 15,1-2 2-15,6 3-1 16,6-7 1-16,1-4 1 0,5-2-1 16,2-7 1-16,-2 0 1 15,0-7 0-15,-3-2 0 16,-2-4 1-16,-8-4-1 16,-4 2 2-16,-3 2-5 0,-8 2 0 15,-2 0 0-15,0 11 0 16,0 0 0-16,0 0 0 15,0 7 0-15,0 11 0 16,5 4 0-16,1 8-2 0,1 2 1 16,2 5-1-16,-1 3 0 15,2-1 0-15,-5 1 0 16,-3 0 0-16,-2-3 0 16,-7 1-1-16,-8-9 1 0,-7 2 0 15,-8-6-2-15,-3 0-2 16,-4-10-7-16,0-5-26 15,2 1-44-15,3-7-1 16</inkml:trace>
  <inkml:trace contextRef="#ctx0" brushRef="#br0" timeOffset="19600.2">11833 6974 402 0,'0'0'7'0,"0"0"3"16,2-13 3-16,-2 13 0 0,0-10 1 15,0 10-2-15,0 0 1 16,0 0-1-16,0 0-6 15,9 12-3-15,-7 13-3 16,3 3 0-16,0 6 0 0,2 1 0 16,3 2 1-16,0 4 0 15,0-5 0-15,-3-4-2 16,4-3-3-16,-7-6-5 0,1 1-17 16,0-1-56-16,-5-9-3 15</inkml:trace>
  <inkml:trace contextRef="#ctx0" brushRef="#br0" timeOffset="19800">11557 6999 413 0,'0'0'5'0,"0"0"1"0,-2-11 1 16,2 11 0-16,10-17 2 15,6 7 0-15,10-5 1 16,11 3-1-16,6 1-5 16,9-1-5-16,12 10-19 0,9-1-59 15,-6 3-2-15</inkml:trace>
  <inkml:trace contextRef="#ctx0" brushRef="#br0" timeOffset="20149.96">12173 7156 406 0,'0'0'6'0,"0"0"2"15,0 0 1-15,0 0 1 0,6 3 1 16,1-1 1-16,8 0 0 16,5 4 0-16,3 4-5 15,1 2-3-15,6 3-2 16,-1 5-1-16,-1 3-3 15,-3-1-1-15,-5-1 0 0,-8 4 0 16,-2-7 0-16,-7 0 1 16,-3-7 1-16,0-11 1 0,-18 10 1 15,4-10 2-15,1-5 0 16,-2-4 1-16,5-7 0 16,0-3-1-16,3-1 0 0,2-2-1 15,5-1-2-15,10 4-5 16,4-4-6-16,9 8-16 15,4 13-26-15,8-8-32 16,13 0-2-16</inkml:trace>
  <inkml:trace contextRef="#ctx0" brushRef="#br0" timeOffset="20733">12835 7122 361 0,'0'0'10'0,"0"0"0"0,0 0 2 16,0 0 0-16,-13 5 1 15,1-3 1-15,-5 1 0 16,-6 4 0-16,-4-2-9 15,4 3-1-15,-2 3-1 0,4 0-2 16,3 3-2-16,3 1 0 16,9-2 0-16,6 2 0 15,6-5 1-15,9-1 0 0,3-3 0 16,3-4 0-16,4-2 1 16,3-2 0-16,-1-5 0 15,1-6 1-15,-3 1-1 16,-6-3 1-16,-1 3-1 0,-4-4 1 15,-3 7-1-15,-4-2-2 16,-7 11 0-16,0 0 0 16,0 0-2-16,0 0 0 0,2 11 0 15,-2-2-1-15,0 7 1 16,3-4 1-16,2 0 0 16,-2-2 0-16,-3-10 1 15,22 10 1-15,-13-10 1 16,4 0 0-16,2-5 1 0,5-7 0 15,-6-1 0-15,7-1 0 16,-4-4 0-16,3 0 0 16,-7 1-1-16,3 2 0 15,-5 0 0-15,-6 5-3 0,-5 10 0 16,7-7 0-16,-7 7 0 16,0 0-1-16,0 13 0 15,2-4 0-15,-2 4 0 16,5-1 1-16,0 3 1 0,3-2 0 15,2-4-1-15,2 1 1 16,1-4 0-16,1-4 1 16,4 0-1-16,-1-2 1 0,6 0 0 15,-5-2 0-15,-2 0 0 16,5-4-2-16,-9 1-1 16,1 0-7-16,-13 5-10 15,12-9-40-15,-12 9-17 0</inkml:trace>
  <inkml:trace contextRef="#ctx0" brushRef="#br0" timeOffset="21449.78">13465 7060 439 0,'0'0'4'0,"0"0"1"0,0 0 1 16,0 0 1-16,0-7-1 15,0 7-1-15,-4-6 1 16,-6 4-1-16,-3 2-3 15,1 2-2-15,-2 4-2 0,-2 4 1 16,2 2-1-16,1-1 1 16,5 6 0-16,6-3-1 15,2 1 1-15,2 0 1 0,8-1-1 16,6 2 1-16,0-5 0 16,5 0 0-16,-1-1 0 15,-1-3 0-15,1 1 0 0,-3-4 0 16,-1 4 1-1,-7-3-1-15,-9-5 0 0,8 9 1 16,-8-9-1-16,-8 10 0 16,-1-7 0-16,-9 1-3 15,1 0-6-15,1 0-17 0,4 2-56 16,-5-4 1-16</inkml:trace>
  <inkml:trace contextRef="#ctx0" brushRef="#br0" timeOffset="21916.56">13908 7099 483 0,'0'0'4'0,"0"0"2"16,0 0 1-16,0 0 1 15,0-5-5-15,0 5-3 16,0 0 0-16,5-9 0 15,5 6 0-15,3 3 0 16,-2 0 0-16,8 3 0 0,-5 4 0 16,5 5 0-16,-3 6 0 15,-3-1 0-15,-4 5 0 16,-9 3 0-16,0-2 0 0,-12-1 0 16,-3-3 0-16,-3-2 0 15,-1-1 0-15,1-7 0 16,1-1 0-16,-1-5 0 15,11-3 0-15,7 0 0 0,-5-15 0 16,10 1 0-16,10-7 0 16,4-4 0-16,4-2 0 15,6-7 0-15,2 1 0 0,1 2 0 16,-7 3 0-16,-1 3 0 16,-6 7 0-16,-6 11 0 15,-12 7 0-15,9 13 0 16,-9 6 0-16,0 9 0 15,4 1 0-15,4 6 0 0,12 4 0 16,4 11-63-16,24-14-23 16,11-7 1-16</inkml:trace>
  <inkml:trace contextRef="#ctx0" brushRef="#br1" timeOffset="62550.1">9179 4493 385 0,'0'0'1'15,"0"0"1"-15,0 0 1 0,-7 18 1 16,-5 6 0-16,-8 14 3 16,-12 12 0-16,-11 16 0 15,-6 13-1-15,-11 13-1 16,-7 9 0-16,-6 4-2 0,-3 4 1 16,-2 0-1-16,0-5 0 15,-2-6 0-15,5 0 0 16,-2-12 1-16,8 1-1 0,-1-13-1 15,14-9-3-15,7-14-5 16,12-6-5-16,7-13-7 16,11-14-22-16,19-18-39 15,-2-8-3-15</inkml:trace>
  <inkml:trace contextRef="#ctx0" brushRef="#br1" timeOffset="62817.88">8138 4419 376 0,'0'0'4'15,"0"0"3"-15,0 0 0 16,6-5 1-16,1 5 1 15,10 13 2-15,13 14 2 0,13 17 3 16,19 24-4-16,22 23-1 16,23 33-1-16,27 76 0 15,13 1-3-15,9 22-22 16,3 27-64-16,15 18-5 0</inkml:trace>
  <inkml:trace contextRef="#ctx0" brushRef="#br1" timeOffset="64700.3">9125 6728 407 0,'0'0'3'0,"0"0"2"0,0 0 0 15,0 0 0-15,-8 0 0 16,-4 13 0-16,-13 16-1 16,-12 18 1-16,-13 15-4 15,-14 22-1-15,-13 10 0 0,-8 12-1 16,-9 9 1-16,0 4-1 15,-11 0 1-15,8-10 1 16,5-7-1-16,10-11-2 16,8-9-1-16,7-8-3 15,7-12-5-15,16-13-17 0,14-9-27 16,2-18-22-16,20-8-6 16</inkml:trace>
  <inkml:trace contextRef="#ctx0" brushRef="#br1" timeOffset="64950.4">8163 6999 371 0,'0'0'4'0,"0"0"1"15,0 0 3-15,11-11-1 16,-11 11 2-16,19 3 1 0,1 15 2 15,8 11 0-15,9 22 0 16,15 19-2-16,15 24 0 16,23 20-1-16,21 22 0 15,21 14-1-15,27 13-4 0,20 0-44 16,20-2-41-16,7-10-2 16</inkml:trace>
  <inkml:trace contextRef="#ctx0" brushRef="#br1" timeOffset="66466.53">3330 4152 354 0,'0'0'3'0,"0"0"0"15,0 0 2-15,0 10 1 16,5 1-1-16,-1 5 3 16,0 2-1-16,4 1 1 0,1 6-1 15,4-6 2-15,-1-1 0 16,6-8 2-16,4-7 0 15,3-9 2-15,14-19 1 16,11-24 0-16,20-23-1 16,19-27-2-16,28-25-11 0,27-22 0 15,23-15 0-15,21-2 0 16,12-1 0-16,8 10-60 16,-14 23-26-16</inkml:trace>
  <inkml:trace contextRef="#ctx0" brushRef="#br1" timeOffset="67367.22">3355 6854 262 0,'0'0'2'0,"0"0"1"15,0 0 0-15,0 0 0 16,0 0 2-16,0 0 1 16,0 0 0-16,3 5 2 15,-3-5-2-15,0 0 1 16,2 10 0-16,-2-10 2 0,7 13-1 15,-7-13-1-15,13 15 0 16,-13-15 1-16,17 14 1 0,-6-9 4 16,3-3 4-16,7-2 0 15,4-16 2-15,12-17 1 16,20-25 0-16,21-28-2 16,35-28-1-16,41-31-13 0,40-39-13 15,81-19-72-15,22-25-5 16</inkml:trace>
  <inkml:trace contextRef="#ctx0" brushRef="#br1" timeOffset="71282.95">12914 6828 505 0,'0'0'1'0,"0"0"0"0,13-18 0 15,12-4 2-15,21-21-3 16,25-18 0-16,37-24 0 0,37-29 0 15,66-57-27-15,47 3-57 16,88-36-3-16</inkml:trace>
  <inkml:trace contextRef="#ctx0" brushRef="#br1" timeOffset="72117.31">12357 4139 474 0,'0'-10'4'16,"13"-2"3"-16,10-20 2 0,26-15 2 15,38-32-5-15,58-26-6 16,76-32 0-16,69-26-53 16,135-32-29-16</inkml:trace>
  <inkml:trace contextRef="#ctx0" brushRef="#br1" timeOffset="76934.46">1584 3709 143 0,'0'0'0'16,"0"0"-1"-16,-13 4-1 16,1 4-1-16,-6 9 0 15,-1 8-1-15,-11 4 2 0,-2 17 0 16,-8 3-1-16,2 15 1 16,-1 13 1-16,4 4-2 15,6 13 2-15,1 16-1 16,8-2 1-16,10 26-2 0,8 10 2 15,0 10-1-15,2 11 5 16,4 12 9-16,4-2 2 16,-1 6 5-16,1 13-1 0,2-9 4 15,-1-4-1-15,3 0 2 16,1-1-4-16,-1 4-7 16,6 2-2-16,-3-11-4 15,2-1 0-15,-5-5-2 16,1 3-1-16,-6-7 0 0,-2-12 0 15,-5-9 0-15,-7-10 0 16,-5-6 0-16,-1-4 1 16,1-15 0-16,-3-10 0 15,3-12-1-15,-4-13 0 0,4-11-1 16,5-9 1-16,1-13-2 16,4-10 0-16,-1-4-1 15,3-7 0-15,9 2-1 16,0-7 0-16,11 2 0 0,10-5-1 15,10 0 1-15,6-4 0 16,12-3 1-16,12-2 0 16,16-3-1-16,14-8 1 0,12-1-1 15,7 1 0-15,17-2 0 16,13 3-1-16,10 2 0 16,6-1 1-16,8 4 0 15,2 2 1-15,8 0 1 0,-3 0 1 16,-1-5 2-16,-4 0 1 15,2-5 1-15,-8 0 0 16,-7-4 0-16,-6-1 0 16,-7 3-2-16,-8 4 0 15,-3 3 0-15,-9 5-3 0,-12 3-1 16,0 4-1-16,-13 8 1 16,-10 0-1-16,-7 2 1 15,-8 0-1-15,-6-7-2 16,-11 0 0-16,-7 0 0 0,-13-7 0 15,-5-1 1-15,-10-2 0 16,-7 0 1-16,-8-2 0 16,-12 2 2-16,0-15 0 0,-4 2 1 15,-14 1-1-15,6-10 0 16,-9-6-2-16,7-5 0 16,-9-13 0-16,7-16-4 15,-8-11-6-15,7-25-14 0,0-18-6 16,-5-25-4-16,-3-21 3 15,0-26 5-15,1-18 11 16,-1-16 10-16,2-10 8 16,3-12 20-16,5-2 9 15,3 5 3-15,2-3-3 0,7 7-6 16,3-1-10-16,5 8-5 16,6 4-4-16,5 6-3 15,5 6-1-15,4 2-3 16,2 11 1-16,2 10-1 0,-3 13 2 15,3 17-2-15,-6 12 2 16,-1 13 0-16,-5 14 0 16,-2 16 0-16,-3 9 0 15,1 10-1-15,4 10 1 0,-7 6-1 16,8 5-1-16,-6 3-1 16,6 6 2-16,-4 7 1 15,-1 3-1-15,-6 7 1 0,-2 4 0 16,-3 6 0-16,-2 2 1 15,0 11-1-15,-4 0-1 16,-2 5-1-16,0 2 1 16,-5 0-1-16,-3 0 0 15,-2 2-1-15,-1 4 1 0,-1-6-1 16,-6 4 0-16,2 2 0 16,-9-1 0-16,0 2 0 15,1 1 1-15,-15 2-1 16,0 0 1-16,-10 2 1 0,-7-2-1 15,-12 8 1-15,-8-4 1 16,-5 2-1-16,-8 1 0 16,-9-3 1-16,-5-1 0 0,-5 0 0 15,-5-1 0-15,-6-2 0 16,1 0 0-16,-8-5 0 16,-2 1 0-16,0-6 1 15,-3 2-1-15,1-2 0 0,-6 3 1 16,6-3 0-16,-4 0-1 15,4 2 1-15,-2 3 0 16,5 1-1-16,-1 0 1 16,1 0-1-16,11-1 0 15,1 3 0-15,5-1 0 0,6 0-1 16,6 3 1-16,7 0-1 16,5 0 0-16,8 8 0 15,6 1 0-15,9 4-1 16,4 7 1-16,1 7-1 0,6 3-2 15,1 15 0-15,0 14 1 16,-3 22-1-16,0 9 1 16,-3 34-7-16,2 20-17 15,5 27-42-15,6 22-4 0</inkml:trace>
  <inkml:trace contextRef="#ctx0" brushRef="#br1" timeOffset="78033.8">10621 3254 332 0,'0'16'1'0,"0"13"-1"16,2 31 0-16,-2 24 0 16,5 36 0-16,-3 27 0 0,9 37 0 15,-1 21 2-15,4 21 0 16,9 15 1-16,-5-4 2 15,7 3 3-15,-6 1-1 16,6-8 2-16,-11-3 0 0,-1-5 0 16,-8-5-1-16,-5-9 0 15,-2-7-1-15,-5-14-3 16,-4-13-1-16,4-12 0 16,-1-13-1-16,4-12-2 0,-1-14 0 15,5-11 0-15,0-13-2 16,0-11-1-16,0-7 1 15,2-7-1-15,1-12 1 16,-3-6 0-16,0-8 0 0,0-5 0 16,0-10 1-16,0-8 1 15,0-3 1-15,2-8 0 16,5-4 0-16,5-4 0 0,6 1 1 16,10-2 0-16,6 2-1 15,10 0 1-15,20-5-1 16,3-1-1-16,22-4 0 15,5 0-1-15,15-9 1 16,11-7-1-16,11-3 0 0,9-2 1 16,9-4 0-16,3 1 1 15,6-3 0-15,4 2 0 16,0 1 0-16,6 1-1 16,-2 0 0-16,4 5-3 0,-4-3-3 15,0 2-3-15,4 1-5 16,-7 1-8-16,2-2-10 15,-10-2-13-15,4 4-10 16,-6-3-9-16,-6 1-8 0</inkml:trace>
  <inkml:trace contextRef="#ctx0" brushRef="#br1" timeOffset="78600.38">15399 7969 243 0,'0'0'2'0,"13"3"2"0,-4 1 1 0,3-1 3 15,-1-1 2-15,3 1 4 16,-2 1 2-16,2-1 4 15,-14-3-2-15,12-3-1 16,-10-9 0-16,-2-12-2 16,-2-18-4-16,-3-21-3 0,-7-18-4 15,3-28-4-15,-3-30-3 16,0-25-4-16,2-18 1 16,-2-24 1-16,0-7 1 15,1-18 4-15,2-2 0 16,-3-2 3-16,-1 0 2 0,0 4 5 15,3-1-2-15,-2-4 0 16,2 1-3-16,0 3-3 16,2-7 0-16,1 7-1 0,2-4 0 15,1 6-2-15,4 12 1 16,0 9 1-16,0 18 0 16,0 23 0-16,2 22 1 15,0 17 0-15,-2 31-1 0,-2 20 1 16,-11 16-2-16,1 21-1 15,-11 11 0-15,-4 10 0 16,-10 7-1-16,-3 8 1 0,-7 3-1 16,-2 2 0-16,-1 7 1 15,-5 3 0-15,6 0 1 16,-6 5-1-16,-3-5 2 16,-1 2-1-16,-8-5 1 0,-6 1-1 15,-8 1 0-15,-15-5 0 16,-10 0 0-16,-13-1 0 15,-13 2 0-15,-17-2 0 16,-10-3-1-16,-18 0 1 16,-7 0-1-16,-14-8 1 0,-13 3 0 15,-8 0-1-15,-9 5 0 16,-13 0 0-16,-7 3-1 16,-1 12-5-16,-10 4-9 15,11 19-56-15,2 4-3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54:30.4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1012 2970 240 0,'0'0'3'15,"0"0"1"-15,0 0 2 16,0 12 1-16,8-4 4 0,7 2 3 16,14-3 4-16,16 3 2 15,22-6-2-15,23-4-1 16,22 0 1-16,22-4-2 0,20-6-4 16,20-1-3-16,12 0-2 15,10 1-3-15,4 5-3 16,0 0-3-16,-3 3-8 15,-6 2-18-15,-7 10-45 16,-5-4-4-16</inkml:trace>
  <inkml:trace contextRef="#ctx0" brushRef="#br0" timeOffset="567.45">4777 3062 390 0,'0'0'-1'0,"0"0"-2"16,13 2 1-16,11 3-2 0,14-1 3 15,21 6 0-15,27 1 3 16,31 2 1-16,30 3 1 15,35 2 1-15,27-1 1 16,31 2 0-16,24 2-1 16,19-4-1-16,18-2-1 15,16 0-1-15,17-3 0 0,1-5 0 16,13-1 0-16,-2 1-8 16,-1 1-38-16,-2-4-28 15,-8 2-5-15</inkml:trace>
  <inkml:trace contextRef="#ctx0" brushRef="#br1" timeOffset="45683.91">2854 11910 148 0,'-11'-2'1'16,"-6"2"0"-16,-5 0 0 15,-13 0 3-15,-13 0 5 16,-1 0 5-16,-13 0 3 0,-13 0 1 16,3 7 2-16,-4 3 0 15,-4 5-1-15,-2 7-2 16,-5 10-3-16,-6 8-6 0,3 7-3 16,-8 15-3-16,1 10 1 15,-2 10-3-15,-3 4 0 16,3 14 0-16,1-4 0 15,4 14 0-15,0 6 0 0,4-2 0 16,1 2 0-16,7 6 0 16,7 1 0-16,11 4 1 15,2 5 0-15,10 1-1 16,9 0 2-16,6 6 1 0,7 6-1 16,10-7 0-16,3-5 0 15,7 9-1-15,7-4 0 16,3-1 1-16,11-14-1 15,6 4 0-15,8-7 0 16,14-1 2-16,11 1 0 0,10-13 1 16,7-7 1-16,13-6-1 15,9-1 4-15,15-6-2 16,16-8 1-16,6-5 0 0,6-4-1 16,15-8 0-16,7-6-2 15,4-6 2-15,8-8-3 16,6-12-1-16,-2-8 0 15,1-9-2-15,1-11 0 16,-2-2-1-16,0-12 1 0,-2-13-1 16,-6-5 0-16,2-9 1 15,-10-11-1-15,-4-9 2 16,-8-12 0-16,-8-5 2 0,-10-13 0 16,-11-8 1-16,-5-11 0 15,-16-12 1-15,-13-6 2 16,-12-12 1-16,-7-6 0 15,-16-2-1-15,-11-8-1 0,-15-7-1 16,-14-3 0-16,-8-1-1 16,-14-1-2-16,-15 3-2 15,-8-2 1-15,-14 2-1 16,-7-1 1-16,-16 6-1 16,-6 5 0-16,-13 4 0 0,-15 5 0 15,-9 5 1-15,-13 7-2 16,-15 12 1-16,-14 13-1 15,-10 13 1-15,-16 20-1 16,-10 17 1-16,-20 20-1 0,-9 22-1 16,-11 15-1-16,-4 29-3 15,-9 18-4-15,9 25-8 16,5 9-35-16,19 17-30 0,28 3-2 16</inkml:trace>
  <inkml:trace contextRef="#ctx0" brushRef="#br1" timeOffset="46634.11">7045 11778 412 0,'-9'-2'-2'0,"-7"2"-1"0,-6-2 0 15,-6 2-1-15,-7 2 0 16,-9 11 0-16,-15 7 0 15,-6 10 1-15,-8 12 1 16,-8 17 2-16,-11 13 1 0,-9 22-2 16,-9 18 1-16,-7 19 1 15,-3 15 0-15,-4 15-1 16,5 12 1-16,3 13 0 0,8 10 1 16,9 4 0-1,10 5 0-15,15 0 0 0,9-5 0 16,17 1 0-16,11-3-1 15,17-4-1-15,11-12-1 16,11-12 0-16,18 0-1 0,15-17-1 16,9-5 0-16,18-16 0 15,8-8 0-15,17-12 2 16,18-6-1-16,8-12 2 16,11-15 0-16,18-9 2 15,15-11 0-15,7-10-1 0,12-9 0 16,6-15 1-16,4-7-1 15,8-11 2-15,7-7-1 16,-5-12 0-16,-5-10 2 0,1-9-1 16,-5-10 2-16,-12-14 1 15,-5-12 1-15,-14-12 1 16,-6-12 1-16,-12-16 1 16,-11-15-2-16,-13-14 1 15,-12-13-2-15,-12-14-1 0,-18-16-2 16,-14-14-2-16,-19-13-1 15,-21-6-2-15,-11-4 0 16,-20-2 0-16,-17-5-1 0,-19 5 1 16,-15 5-1-16,-19 5 0 15,-16 10 0-15,-18 10 1 16,-23 11 0-16,-14 14 0 16,-21 14-1-16,-14 18 1 0,-22 23 0 15,-12 22 1-15,-9 25-1 16,-7 27 0-16,-5 24-1 15,3 27-4-15,6 23-6 16,16 29-30-16,20 17-37 0,22 16-4 16</inkml:trace>
  <inkml:trace contextRef="#ctx0" brushRef="#br1" timeOffset="47650.31">15024 11806 432 0,'0'0'-1'0,"-28"-14"-2"16,3 6 0-16,-7 0 0 16,-12 6-1-16,-16 2 1 0,-15 13 0 15,-11 12 0-15,-6 21 2 16,-8 21 1-16,-4 27 1 16,-13 23-1-16,0 29 1 0,-5 22-2 15,0 28 1-15,1 10-2 16,0 22 0-16,1 7-1 15,10 8 1-15,9-4-1 16,14 0-1-16,10-9 1 16,20-9 0-16,12-3 1 0,17-18 0 15,23 1 0-15,13-18 1 16,19-7 1-16,23-14 3 16,19-12-2-16,19-11 1 15,15-12-1-15,22-21 0 0,17-14 0 16,14-15 0-16,14-16-1 15,8-11 1-15,8-20 0 16,11-10 2-16,4-16 0 16,-2-4 1-16,-5-17 2 0,5-13 2 15,-6-9 1-15,-6-13 1 16,-6-10-1-16,-4-13-1 16,-9-11 1-16,1-16-2 0,-2-14-1 15,-6-14-2-15,0-13-2 16,-9-15-2-16,-5-13 0 15,-11-10 0-15,-6-13-1 16,-19-4-1-16,-11-4 0 16,-23-4-1-16,-20 3-1 0,-22 1 1 15,-23 5 0-15,-19 11 1 16,-28 5 1-16,-27 6-1 16,-20 8 1-16,-22 11 1 15,-25 8 1-15,-23 8 0 0,-20 13-1 16,-19 10 0-16,-20 15 1 15,-17 21-1-15,-28 11 1 16,-15 23-1-16,-20 25-1 16,-9 22-5-16,-31 16-21 0,-22 42-51 15,-2 26-1-15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55:45.66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2265 10771 110 0,'0'0'5'0,"0"0"3"15,0 0 6-15,7 0 4 16,5 0 3-16,4-5 1 16,11-5 2-16,3-3 0 15,12-6-3-15,13-11-4 0,9-7-4 16,15-5-3-16,13-16-4 16,16-8-1-16,13-11-1 15,20-9-1-15,13-11 0 16,9-10 0-16,20-10 0 0,13-6 2 15,13-6 1-15,12-7 1 16,11-5 0-16,8-5 0 0,9-4 1 16,10 0-1-16,-4 0-1 15,-4 5-2-15,2 1-1 16,-9 8-1-16,-10 10-1 16,-13 6 0-16,-20 16 0 15,-17 10-1-15,-25 13 1 0,-14 14 0 16,-29 15-2-16,-20 7-5 15,-25 15-18-15,-16 16-47 16,-21 3-4-16</inkml:trace>
  <inkml:trace contextRef="#ctx0" brushRef="#br0" timeOffset="1250.16">2473 10753 163 0,'0'0'6'0,"0"0"4"16,-10-4 3-16,10 4 2 15,-12 0 5-15,2 0-2 16,0 0 1-16,-2 4-1 16,1 1-4-16,-4 5-5 15,6 0-3-15,-4 5-3 0,1-2-2 16,-3 6-1-16,5-1 0 15,-2 4 0-15,-1-3-1 16,4 6 1-16,1 3 1 16,-2 2 0-16,0 2-1 0,3-5 1 15,5 8-1-15,-4-7 1 16,6 5-1-16,0-5 0 16,0-2 0-16,6 2-1 15,-2-3 0-15,8-1 1 0,1 1 0 16,0-2 0-16,4 2 1 15,0-5-1-15,3-1 0 16,2-2 0-16,1 1 1 0,2-3 0 16,2-4-1-16,3 0 2 15,5-4-1-15,2-1 1 16,6-6 0-16,1 0 0 16,8-6 1-16,6-5 0 0,0-7 0 15,13-7-1-15,-2-5 1 16,13-8 0-16,8-3-1 15,7-11-1-15,3-9-1 16,18-4 1-16,4-10-1 16,5-2 1-16,9-4-1 0,8-6 0 15,5-4 0-15,6-4 0 16,6 1 1-16,6-5 0 16,6-2 1-16,4-6-1 15,4 1 1-15,3-3 0 16,3 0 0-16,1-3 0 0,-1 3 0 15,-8 5-2-15,-4 0 3 16,-3 3-2-16,-13 9 0 16,-10 8 0-16,-9 6 0 0,-18 7 2 15,-9 11-1-15,-16 9 1 16,-17 11 1-16,-13 3-1 16,-15 12 0-16,-15 5 2 0,-9 5 0 15,-11 10-1-15,-17 5-4 16,10-2-4-16,-10 2-7 15,-10 2-25-15,10-2-33 16,-17 15-9-16</inkml:trace>
  <inkml:trace contextRef="#ctx0" brushRef="#br0" timeOffset="2000.06">7552 7756 235 0,'0'0'9'0,"0"0"4"16,2 0 3-16,-2 0 1 15,0 0 0-15,11 2 0 16,-11-2-1-16,9 0 1 16,-9 0-6-16,16 3-6 15,-2-1-1-15,9 3-1 0,-4 1 0 16,13 1 0-16,2 3 0 16,3 5 0-16,-3 3-1 15,3 5 1-15,-7 2-1 0,-2 6 0 16,-3-2 0-16,-8 6 0 15,-2-1 1-15,-5 3 0 16,-6 0 0-16,-4 3 0 0,-2 0 1 16,-10-1-1-16,-8 4 0 15,-5-1 0-15,-5-3 0 16,-2 3 0-16,-3-5-1 16,-4 1-1-16,-1-4-1 0,0-4 0 15,5-3 0-15,3-2-1 16,2-2-1-16,5-6-5 15,3-1-13-15,14 1-55 16,-2-9-2-16</inkml:trace>
  <inkml:trace contextRef="#ctx0" brushRef="#br0" timeOffset="4001.64">1852 12062 129 0,'0'0'4'0,"0"0"4"0,13-3 3 15,-13 3 4-15,19-10 5 16,-8 2 2-16,3 1 1 16,2-5 1-16,-2-1-1 0,9 1-4 15,-6-2-3-15,8-7-2 16,-3 4-2-16,1-3-2 15,-4 1-2-15,6-4 2 0,-5 1-2 16,0-2 0-16,-1-1-2 16,2-3 0-16,-4 3-1 15,3-5 0-15,0 1 0 16,-3-3 0-16,-1 3 1 16,0-2 0-16,0-1 0 0,-2 2 0 15,2-2-1-15,-2 5 0 16,2-2-2-16,-4-3 0 15,5 3-2-15,-5 0 0 16,3 0 0-16,0-2-1 0,-3 4 0 16,4-3 1-16,-4 3 0 15,3-3 0-15,-3 4 1 16,0-2-1-16,6 0 2 16,-3-2-2-16,2 6 0 0,4-3-1 15,-5 2 1-15,5 0-1 16,-1 6-1-16,1-4 1 15,-3 8-1-15,-3 0 1 0,0 6-1 16,0-1 1-16,-2 4-1 16,-1 2 1-16,1 4-1 15,-5 0 0-15,3 0 0 16,-4 2 0-16,6 3 0 0,-6 5 1 16,3-3 0-16,-2 7-1 15,-1-3 1-15,3 2 1 16,-3 2-2-16,1 4 2 15,0 1 1-15,-4-2-1 16,3 1 0-16,-2 1 1 16,1 2 0-16,-3 3-1 0,1 0 1 15,1 0-1-15,-2 4 0 16,1 1 0-16,-4 0 0 16,0 4-1-16,3-1 1 0,-1 1 0 15,2 1 0-15,-2 2 1 16,1 1-1-16,-1-1 1 15,3 0-1-15,2 1 0 16,0-4-1-16,1 3 1 0,2-8 0 16,2 6-1-16,1-6 0 15,1-1 0-15,2-4 1 16,-2-3 0-16,4-1 0 0,-3-8 0 16,2-4 0-16,4-1 0 15,-2-2-1-15,-4-5 0 16,4 0-4-16,-2-3-3 15,7 1-10-15,-10-3-21 16,-14 5-44-16,21-13-3 16</inkml:trace>
  <inkml:trace contextRef="#ctx0" brushRef="#br0" timeOffset="4635.35">1681 12074 246 0,'0'0'6'0,"0"0"1"0,0 0 4 16,10 0 2-16,-10 0 2 16,18-3 0-16,-4 3 2 15,4-2 0-15,6 2-3 16,3 0-2-16,14-3-2 16,5 1-4-16,9 0-1 15,4-3 0-15,14 0-2 0,7-3-1 16,7-2 0-16,7 0-1 15,5-2 0-15,5 0 0 16,8-1 0-16,3-4 0 0,3 2 1 16,-1-3-1-16,3 1 0 15,-1-3 2-15,-9 3 1 16,-4 0 0-16,-6 2 0 16,-9 1 1-16,-8-2-1 15,-14 7 1-15,-12 3-1 0,-15-1-2 16,-6 4 0-16,-14 1 0 15,-10 2-6-15,-12 0-11 16,0 0-62-16,-10 2 0 0</inkml:trace>
  <inkml:trace contextRef="#ctx0" brushRef="#br0" timeOffset="4766.89">3519 11914 407 0,'0'0'1'0,"0"0"-1"16,8-8-16-16,9-1-55 16,-2 1-5-16</inkml:trace>
  <inkml:trace contextRef="#ctx0" brushRef="#br0" timeOffset="10117.12">2732 11112 303 0,'0'0'6'0,"0"0"4"0,0 0 3 0,0 0 2 0,0 0 3 16,0 0 1-16,0 0 0 16,0 0 0-16,-13-9-7 15,13 9-2-15,-10 3-5 0,10-3-1 16,-12 14-3-16,8-2-1 16,-5 3-1-16,7-3 0 15,0 4-1-15,-1-2 0 16,3-4 0-16,5 3 0 0,-5-13 0 15,15 10 0-15,-3-10 1 16,0 0 1-16,4-5 1 16,-2-5 2-16,-2-3 1 15,-1-2 1-15,-4 1 1 0,1-1 0 16,-8 0 0-16,0 0-1 16,-10 5 0-16,-2 3-1 15,-4-1-2-15,-3 8-1 16,-2 0-1-16,5 8-4 0,-4 1-8 15,10 7-30-15,2-1-41 16,5-3-1-16</inkml:trace>
  <inkml:trace contextRef="#ctx0" brushRef="#br0" timeOffset="11000.51">3972 8607 348 0,'0'0'7'0,"0"0"1"0,0 0 1 0,0 0 0 16,0 0 0-16,4-4-1 15,-4 4 1-15,21 4 0 16,-8 7-6-16,11 2-2 15,8 9 1-15,7 5 0 0,12 5 0 16,8 7 0-16,6 6 0 16,12 8 1-16,5 5 0 15,5 10 0-15,2 8 0 16,1 9 2-16,-1 9 0 0,1 10 1 16,-6 11 0-16,-7 5 0 15,-8 10 1-15,-9 0 0 16,-7 9-1-16,-14-3-1 0,-7 3-1 15,-11-6 0-15,-9-1-1 16,-8-11 0-16,-4-9-1 16,0-13-2-16,-9-13 0 15,-1-13 0-15,-3-19 0 0,1-7 0 16,3-17 0-16,-2-10 0 16,4-11 0-16,7-9 0 15,-15 3-3-15,15-3 0 16,-6-12-1-16,4-1-2 15,0-2-3-15,2 3-7 0,-3 0-26 16,1-1-41-16,-1 3-4 16</inkml:trace>
  <inkml:trace contextRef="#ctx0" brushRef="#br0" timeOffset="11453.27">5085 11065 380 0,'0'0'7'0,"0"0"2"0,0 0 2 0,0 0 2 15,0-9 0-15,0 9 0 16,0 0 0-16,0 0 0 0,0-8-5 16,0 8-4-16,7 8-1 15,3 1-2-15,0 7 1 16,6 1-2-16,3 5 1 0,1 3 1 16,0-1-1-16,4 1 0 15,-4 3-1-15,1-6 1 16,-4 0 0-16,-2-1-1 0,-3-7 1 15,-2-4-1-15,-10-10 1 16,13 15 0-16,-13-15 0 16,0 0 0-16,12-15-1 15,-5-3 1-15,3 1 0 16,2-10-1-16,2-3 0 0,5-2-3 16,1-5-6-16,3 2-31 15,-2-2-46-15,-1 2 1 16</inkml:trace>
  <inkml:trace contextRef="#ctx0" brushRef="#br0" timeOffset="12299.64">3937 8576 428 0,'0'0'5'0,"0"0"1"0,0 0 0 16,0 0-1-16,0 0 1 16,5 10-1-16,-3 3 1 15,3 1-1-15,-3 4-3 16,4 4-2-16,-4 3 0 16,6 2 1-16,-3 3 0 0,2-3-1 15,-5-2 1-15,6 0-1 16,-5-8 0-16,-1 0 1 15,1-5-1-15,-3-12 0 16,2 10 1-16,-2-10 0 0,2-2 0 16,-2-13 0-16,3-3 1 15,-1-3 0-15,-2-9 1 16,0-8-1-16,0-1 1 0,0-1 0 16,0 0 1-16,0 3 1 15,-2 3 0-15,-3 6-5 16,3 3 0-16,-1 8 0 15,-2 7 0-15,5 10 0 0,0-10 0 16,0 10 0 0,12 8 0-16,11 2 0 0,7 0 0 15,14 7 0-15,14-4 0 16,24-18-76-16,7 14-10 16</inkml:trace>
  <inkml:trace contextRef="#ctx0" brushRef="#br1" timeOffset="20334.05">2776 11155 130 0,'0'0'6'0,"0"0"4"0,0 0 0 0,0 0 4 16,0 0 3-16,0 0 0 0,0 0 2 16,0 0 1-16,0 0-5 15,-7 0-1-15,7 0-2 16,0 0 0-16,0 0-3 16,0 0-1-16,0 0 0 15,0 0-1-15,0 0 0 0,0 0 0 16,0 0 1-16,0 0-1 15,0 0 1-15,0 0-1 16,0 0 1-16,0 0 0 16,0 0-2-16,0 0-1 0,0 0-1 15,0 0-1-15,0 0-1 16,0 0 0-16,0 0 0 16,0 0 0-16,0 0-1 0,0 0 0 15,0 0-1-15,0 0 1 16,0 0 0-16,0 0 0 15,0 0 0-15,0 0 2 0,0 0-1 16,0 0 2-16,0 0 0 16,0 0 1-16,0 0-1 15,0 0 0-15,0 0 0 16,0 0 0-16,0 0-1 16,0 0 0-16,0 0-1 0,0 0 0 15,0 0 0-15,0 0-1 16,0 0 0-16,0 0 0 15,0 0-1-15,0 0 1 16,0 0-1-16,0 0-1 16,0 0 1-16,0 0-1 0,0 0 1 15,0 0 0-15,0 0-1 16,5 2 1-16,-5-2 0 16,15 11 1-16,-7-7-1 0,1 0 0 15,2 4 1-15,1 1-1 16,0 2 0-16,6-1 0 15,-4 2 0-15,1 4 0 0,2 1 0 16,0 2 0-16,7 1 0 16,-3 4 0-16,4 1 0 15,0 3 1-15,5 2-1 16,0-1 0-16,7 6 1 0,4 0-1 16,1 0 0-16,4 4 0 15,4-2 0-15,3 3 0 16,7 2 0-16,2 0 0 15,2 3 1-15,1-3-1 16,9 0 2-16,1 0-1 16,1 1 1-16,2-2-1 0,-2 2 0 15,4-2 0-15,-1 4 0 16,-1-3-1-16,-2 3 1 16,-1 0-1-16,0-1 0 0,-5-2 0 15,2 0 0-15,-5 1 1 16,-3-4-1-16,1-4 0 15,-8-1 0-15,0 1 0 0,-4-5 0 16,-7-1 0-16,0-6 0 16,-9-1 0-16,0-2 0 15,-12-5 0-15,-3-2 0 16,-7-6 0-16,-7 0 1 16,-8-7 2-16,14 5 0 0,-14-5 2 15,0 0-1-15,0 0 2 16,0 0 0-16,0 0-6 15,0 0 0-15,0 0 0 16,0 0 0-16,0 0 0 0,0 0 0 16,0 0 0-16,-4-5 0 15,4 5 0-15,0 0 0 16,0 0 0-16,0 0-9 16,0 0-8-16,0 0-18 0,0 0-52 15,0 0 1-15</inkml:trace>
  <inkml:trace contextRef="#ctx0" brushRef="#br1" timeOffset="21483.98">4817 12753 280 0,'0'0'7'0,"0"0"3"0,0 0 3 0,0 0 3 0,0 0 0 16,0 0 0-16,0 0 2 15,0 0 0-15,0 5-7 16,0-5-4-16,0 0-2 16,0 0-2-16,5 7-1 0,-5-7 0 15,17 7-1-15,-2-1 1 16,2-4 1-16,3 2-1 16,0 2 0-16,4-1 0 15,1-3 0-15,3 3-1 0,-1-2 1 16,-2 1-1-16,3 3 0 15,-1-1 0-15,0-1 0 16,-2 2-1-16,2-2 1 16,-2 5-1-16,0-2 1 0,-6-1 0 15,7 3 0-15,-7-2-1 16,-1 1 1-16,-1-4 0 16,-2 2 0-16,-5-1 0 0,2-4 0 15,-12-2-1-15,11 3 0 16,-11-3 1-16,0 0 1 15,10 2 0-15,-10-2 2 16,0 0 1-16,0 0 0 0,0 0 1 16,0 0 1-16,0 0-1 15,0 0 1-15,0 0-2 16,0-7-1-16,0 7-1 16,0 0-3-16,0 0 0 0,0 0 0 15,0-11 0-15,0 11 0 16,0 0 0-16,-3-9 0 15,3 9 0-15,0 0 0 16,-10-15 0-16,5 5 0 16,2 3 0-16,-9-6 0 0,4-4 0 15,-6-5 0-15,-1 0 0 16,-2-6 0-16,-1-2 0 16,-1-2 0-16,-4 0 0 0,3-1 0 15,-2 4 0-15,2-1 0 16,5 5 0-16,-2 1 0 15,5 7 0-15,-2-1 0 16,7 5 0-16,-2 1 0 0,6 5 0 16,3 7 0-16,-10-13 0 15,10 13 0-15,0 0 0 16,0 0 0-16,0 0 0 0,0 0 0 16,0 10 0-16,4 4 0 15,-1-6 0-15,10-8-71 16,-6 11-21-16</inkml:trace>
  <inkml:trace contextRef="#ctx0" brushRef="#br1" timeOffset="22300.13">2734 11110 43 0,'0'0'5'0,"0"0"1"0,0 0 1 0,0 0 1 15,0 0 0-15,5 10-7 16,-5-10-30-16,12 2-6 16</inkml:trace>
  <inkml:trace contextRef="#ctx0" brushRef="#br1" timeOffset="22983.2">2270 10771 334 0,'0'0'4'0,"0"0"1"0,0 0-1 0,-11-10 1 16,11 10 0-16,-12-12 0 0,12 12-2 15,-13-16-9-15,9 7-37 16,4 9-28-16,-10-15-5 15</inkml:trace>
  <inkml:trace contextRef="#ctx0" brushRef="#br1" timeOffset="23166.99">1897 10503 314 0,'0'0'3'0,"-10"-2"3"16,10 2 0-16,-15-8 1 15,15 8 0-15,-18-10 1 16,11 5-1-16,-2-2 1 16,9 7-5-16,-13-13-12 0,13 13-19 15,-12-12-41-15,12 12-6 16</inkml:trace>
  <inkml:trace contextRef="#ctx0" brushRef="#br1" timeOffset="23316.29">1589 10171 190 0,'0'0'2'0,"0"0"-6"16,-10-2-13-16,10 2-21 16,-8 0-18-16</inkml:trace>
  <inkml:trace contextRef="#ctx0" brushRef="#br1" timeOffset="23534.08">1321 9924 287 0,'0'0'1'15,"-8"-8"1"-15,8 8 0 16,-15-12 2-16,5 2-1 15,1 0 0-15,-4 0-1 0,1-2 1 16,2 4-7-16,10 8-14 16,-11-12-20-16,11 12-13 15,-2-13-16-15</inkml:trace>
  <inkml:trace contextRef="#ctx0" brushRef="#br1" timeOffset="25667.27">16187 4610 384 0,'0'0'7'0,"0"0"2"0,0 0 3 0,0 0 1 0,0 0 1 16,0 0 0-16,-11-5 1 16,11 5 0-16,0 0-6 15,13-2-2-15,3-1-3 16,13 1 0-16,8-4-2 0,3 4 0 15,9-3-2-15,4 2 0 16,4-1 0-16,-5 2 0 16,0 2 0-16,-4-3 0 15,-9 3 0-15,-2-3 0 0,-9 3 0 16,-6 0 0-16,-10 0 0 16,-1 0 0-16,-11 0 0 15,0 12 0-15,-13-4 0 16,-4 7 0-16,-13 3 0 0,-2 1 0 15,-13 3 0-15,-4 6 0 16,-9-4 0-16,1 3 0 16,0 1 0-16,-3-1 0 15,7-2 0-15,7-8 0 0,4 0 0 16,9 4 0-16,9-13 0 16,6 6 0-16,13-7 0 15,5-7 0-15,7 13 0 16,18-11 0-16,7-2 0 0,10 0 0 15,8 0 0-15,8 0 0 16,6 0 0-16,3-5 0 16,0-1 0-16,3 5 0 15,-3-2 0-15,-7 0 0 0,-3 3 0 16,-8-1 0-16,-6 1 0 16,-8 0 0-16,-11 0 0 15,-6 0 0-15,-10 0 0 16,-8 0 0-16,0 0 0 0,0 0 0 15,0 0 0-15,0 0 0 16,-3 0 0-16,-7 0 0 16,3 0 0-16,-6 0 0 15,3 0-12-15,10 0-76 0,0 0-1 16</inkml:trace>
  <inkml:trace contextRef="#ctx0" brushRef="#br1" timeOffset="25917.17">17049 4793 474 0,'0'0'4'0,"0"0"0"0,0 0 1 0,0 0 0 15,4-9 0-15,-4 9 0 0,13-6 0 16,0 6-1-16,-1-5-4 16,8 5-11-16,2 0-31 15,3 0-42-15,9 3-2 16</inkml:trace>
  <inkml:trace contextRef="#ctx0" brushRef="#br1" timeOffset="26301.64">17569 4711 411 0,'0'0'6'0,"0"0"1"16,-4-9 1-16,4 9 0 16,-14-13 1-16,-1 6-1 0,-3 2 1 15,-4 2 0-15,-3 3-6 16,1 8-2-16,-1 4 1 15,0 3-1-15,7 5-1 16,1 2 0-16,10-2-1 0,7 0 1 16,7-1 0-16,13-3-1 15,2-7 0-15,8-4 0 16,2-5 1-16,3 0 0 16,-3-6 1-16,0-8 1 0,-9-3-1 15,-3 0 2-15,-3-1 0 16,-4 3 0-16,-6 1 0 15,-5 1-1-15,1 3-1 16,-3 10-1-16,0 0 1 16,0 0-1-16,0 0-1 0,0 16-1 15,0-1-4-15,7-3-9 16,0-3-40-16,6 7-27 16,3-2-3-16</inkml:trace>
  <inkml:trace contextRef="#ctx0" brushRef="#br1" timeOffset="26717.25">17834 4729 423 0,'0'0'5'0,"0"0"1"15,-7-13 1-15,7 13 0 16,-4-9 0-16,4 9 1 16,0-15-1-16,0 15 0 15,18-6-5-15,-5 6-1 16,4 6-1-16,-4 4 0 0,4 4-1 15,-4 4 0-15,-4-1-1 16,-2 3 1-16,-4-3-1 16,-3 4 0-16,0-10 1 15,-5-1 0-15,5-10 1 0,-12 10 1 16,0-10 2-16,12 0 1 16,-11-6 0-16,9-5-1 15,0-3-1-15,2-2 1 16,7-4-2-16,0 4-1 0,8-7 0 15,3 3-1-15,2 5 0 16,-3 2 0-16,0 4 0 16,-1 4 0-16,-4 5 0 0,1 2 1 15,-6 10-2-15,0 4 3 16,-5 1-1-16,1 3 1 16,2 0-2-16,-3-1-4 15,4 4-7-15,-6-7-29 16,5 2-40-16,2-8-3 0</inkml:trace>
  <inkml:trace contextRef="#ctx0" brushRef="#br1" timeOffset="26900.02">18293 4702 436 0,'0'0'2'0,"0"0"-2"0,0 0 2 0,0 9 0 0,0-1 1 15,0 7 0-15,0-1 0 16,3 1-5-16,4 3-11 16,1 11-54-16,2-13-10 15</inkml:trace>
  <inkml:trace contextRef="#ctx0" brushRef="#br1" timeOffset="27233.74">18553 4647 450 0,'0'0'2'16,"0"0"2"-16,-6-8 0 0,6 8 1 16,-15-7 0-16,6 4 0 15,-4 3 0-15,1 0 1 16,-1 0-2-16,3 7-3 16,0 2 1-16,6 5-2 0,0 1 0 15,4 3 0-15,0 1 1 16,13-1 0-16,-1 0 0 15,6-2 0-15,-1-1 0 0,3-2 0 16,0 2 0-16,2-4 0 16,-8 2-1-16,2-3-1 15,-6 1 1-15,-5-5-1 16,-5-6 1-16,0 16-1 0,-9-11 1 16,-7-3 0-16,-4 0 0 15,-2 1-2-15,-3-3-5 16,3 0-16-16,22 0-59 15,-23-3-2-15</inkml:trace>
  <inkml:trace contextRef="#ctx0" brushRef="#br1" timeOffset="31084.07">19640 4722 384 0,'0'0'5'0,"0"0"3"0,5-15 1 16,-5 15 2-16,0-15-1 16,0 5 2-16,-5-3-1 15,-2 3 0-15,-6 4-4 0,-9 2-4 16,-2 4-2-16,-4 5 0 15,-4 8-2-15,2 4 1 16,0 3 0-16,5 2 1 16,7 0-2-16,6 1 1 0,10-6 1 15,4 1 0-15,10-8 0 16,13-3-1-16,0-4 1 16,5-3 0-16,2-9-1 15,3-2 1-15,-5-7 0 0,-3-2-1 16,-4-1 1-16,-6-3 0 15,-4 3 0-15,-6 3 0 16,-7 6 0-16,0 1 0 16,0 11 0-16,-5 0 0 15,5 0-1-15,-13 16 0 0,11-1 0 16,2 0 0-16,0 4 0 16,8-4-4-16,4 3-8 15,-2-4-29-15,8-1-42 16,4-3 0-16</inkml:trace>
  <inkml:trace contextRef="#ctx0" brushRef="#br1" timeOffset="31384.29">19906 4292 417 0,'0'0'6'0,"0"0"1"0,-5-12 2 0,5 12 0 16,0 0-1-16,0 0 1 0,-10 0-1 16,8 15 1-16,-3 15-6 15,5 6-1-15,0 14-2 16,0 3 0-16,0 4 0 0,5-2-2 15,2-2-2-15,3-5-6 16,0-6-14-16,2-10-58 16,-1-7-1-16</inkml:trace>
  <inkml:trace contextRef="#ctx0" brushRef="#br1" timeOffset="31549.97">20020 4588 399 0,'0'0'3'16,"0"0"2"-16,0 4 0 0,0-4 0 16,5 19 0-16,-3-1 0 15,7 0 0-15,-7-1-7 16,10 5-31-16,-2 1-43 16,3 0-3-16</inkml:trace>
  <inkml:trace contextRef="#ctx0" brushRef="#br1" timeOffset="31968.72">20398 4603 374 0,'0'0'2'0,"-8"0"0"16,-4 0 1-16,-5 0 2 16,-3 0-1-16,-2 0 1 15,-3 2 0-15,0 3 1 0,3 2-2 16,4 4-1-16,6-3-1 15,6 5 0-15,6-1 0 16,0 4-1-16,9 1 0 16,5-2 1-16,4 2 0 0,1 0 1 15,4 3 0-15,2 1 0 16,0 1 1-16,-4 2-1 16,2 3 0-16,-3 2-1 15,-3 2 0-15,-4 1 0 0,-6 0 0 16,-2-2-1-16,-5 0 1 15,-9-5-1-15,-12-6 1 16,-4-1 0-16,-7-6 0 16,-7-7-1-16,-1-2 1 0,-4-6 0 15,6-7-1-15,3-5 2 16,5-4 0-16,10-9 0 16,13-4-1-16,7-3 1 0,9 1-3 15,9-6-4-15,12 6-11 16,0-1-65-16,7 0-4 15</inkml:trace>
  <inkml:trace contextRef="#ctx0" brushRef="#br1" timeOffset="32867.17">20433 4611 402 0,'0'0'3'0,"0"0"0"0,0 0 0 16,0 0 0-16,0 12 1 0,0-3 0 15,3-2 0-15,2 7-1 16,-3 0-1-16,5-2 0 16,0 3-1-16,-1-2 0 15,4-6 2-15,-10-7-3 0,17 12 2 16,-7-12 0-16,0 0 0 16,2-7 0-16,-1-3-1 15,5-5 1-15,-3 0-1 16,-1-3 0-16,1 4 0 0,-1 2-1 15,-4 0 0-15,-8 12 0 16,13-12-1-16,-13 12 0 16,0 0 0-16,2 12 0 15,0 0 0-15,1-2 0 0,4 2 1 16,3 0 0-16,3 1 0 16,4-3 0-16,8-5 1 15,0-3-1-15,4-2 1 16,4 0 0-16,-1-5 0 0,0-5 1 15,-4 0 0-15,-6-3 0 16,-2-1 0-16,-7-1 0 16,-9 3-1-16,-4-1-1 15,-7 4 0-15,-8 1 0 0,-2 6-2 16,-3 2 1-16,2 0 0 16,-1 4 0-16,3 4 0 15,11 2 0-15,1 0 0 16,4-1 0-16,9 1 1 0,9-4-1 15,7-2 1-15,3 0 0 16,9-4 0-16,-3 0 0 16,6-6 0-16,-3-2 1 15,-2-3 0-15,0-6 1 0,-7 4-1 16,-12 0 1-16,-4 1-1 16,-6-1 0-16,-6 1-1 15,-6 5 0-15,-8 1 0 16,0 6-1-16,-12 0-1 15,6 3 0-15,-2 4 1 0,0 8-1 16,2-2 0-16,5-1 0 16,2 1 0-16,8 0 1 15,5 1 0-15,5-7 0 0,8-3 1 16,7-4 1-16,5-4 0 16,4-8 1-16,4-8 0 15,-1-7 0-15,0-5 0 16,0-8 0-16,-7-2 0 0,-2-10-1 15,-8-1 1-15,-11-3 0 16,-1 1 0-16,-6-2 1 16,-7 5-1-16,-1 7 1 15,-7 9-1-15,3 9-1 0,2 11-1 16,-1 16 1-16,3 16-1 16,7 15-1-16,4 15 1 15,7 8-1-15,11 10 0 16,4 6-3-16,3-1-8 0,12-22-41 15,3 22-28-15,-1-7-3 16</inkml:trace>
  <inkml:trace contextRef="#ctx0" brushRef="#br1" timeOffset="33483.21">21616 4491 435 0,'0'0'4'0,"0"0"0"0,0 0 0 0,0 0 0 16,0 7 0-16,0-7 0 16,0 18 0-16,0-8 0 15,-3 2-4-15,3 3-1 16,5 2 1-16,2-5 0 0,6 4 0 16,4-4 0-16,3-2 1 15,3-5 0-15,-1-2 1 16,3-3 0-16,-3-5 0 15,-1-8 0-15,-9-2 0 0,-3-2-1 16,-1 2 0-16,-8 0 0 16,0 2-1-16,0 13-1 15,-8-9 0-15,8 9 0 16,-12 5-1-16,10 6 1 0,2 2 0 16,5 2 1-16,4-3-1 15,7 1 1-15,3-3 0 16,8-4 0-16,1-2 1 15,4-2-1-15,3-2 1 16,-6-2 0-16,1-6 0 0,-8-1 1 16,-1-4 0-16,-6 1 0 15,-8-1-1-15,-7-2 0 16,0 5-1-16,-7 3-1 0,-5 2 0 16,-4 3-1-16,2 2-1 15,-2 5-2-15,2 0-3 16,3 5-5-16,-1-3-11 15,12-7-57-15,-2 12-1 0</inkml:trace>
  <inkml:trace contextRef="#ctx0" brushRef="#br1" timeOffset="33700.26">22284 4421 452 0,'0'0'4'0,"0"0"2"0,0 0 0 0,0 0-1 0,0 0 1 16,4 8 0-16,-4-8 0 0,8 22 0 15,-5-7-5-15,2 3-3 16,-1 1-5-16,5 6-9 16,-5-8-23-16,6 4-45 15,1-7-1-15</inkml:trace>
  <inkml:trace contextRef="#ctx0" brushRef="#br1" timeOffset="34249.98">22460 4305 420 0,'0'0'5'15,"2"-14"3"-15,-2 1 2 0,0-2 0 16,0 0 0-16,0 3 0 16,0-1 0-16,0 13 0 15,0 0-5-15,-2 13-3 16,2 11-2-16,8 8-2 0,-1 11 0 15,3 4-3-15,1 0-2 16,-2 0-2-16,3-7-2 16,1-1-2-16,-5-12 2 15,-4-6 0-15,-1-7 2 0,-3-14 3 16,0 0 4-16,0 0 4 16,2-19 4-16,-2-3 1 15,3-3 0-15,1-8 1 16,7-1 0-16,3-3-1 0,4 1-2 15,3 4-1-15,-5 3 0 16,5 4-2-16,-9 7 0 16,3 6-1-16,-15 12 0 15,14 3-1-15,-14 12 1 0,0 7-1 16,0 0-1-16,3 7 0 16,2 4 1-16,-5-4 0 15,8 5-1-15,-1-10 1 0,0-2 1 16,0-8-1-16,7-1 1 15,-5-8 1-15,0-5-1 16,2-1 1-16,1-13 0 16,0 3 0-16,1-7 0 15,-1-2-1-15,-1 6 0 0,1 0-1 16,-2 5-1-16,0-2 0 16,-2 11 0-16,-8 0-1 15,14 9 1-15,-8 2-1 16,1 7 0-16,5-1-1 0,-3 6-6 15,7-1-14-15,4 0-58 16,2-7-1-16</inkml:trace>
  <inkml:trace contextRef="#ctx0" brushRef="#br1" timeOffset="34834.44">23457 4152 462 0,'0'0'4'0,"0"0"1"0,0-13 2 0,0 13 1 16,-2-10-1-16,2 10 0 16,0 0 0-16,0 0-3 15,-3 5-4-15,3 13 0 16,3 12 0-16,4 6 0 16,2 9 0-16,5 9 0 0,-2 3 0 15,5 3 0-15,-2-1 0 16,-2 1 0-16,-8-8 0 15,-3-3 0-15,-2-4 0 0,-7-8 0 16,-6-5 0-16,-7-7 0 16,-4-5 0-16,-6-5 0 15,0-3 0-15,-5-7 0 16,-3 1-3-16,-1-6-2 0,2-3-1 16,2-7-4-16,3 0-7 15,4-5-13-15,1-7-52 16,11 4-3-16</inkml:trace>
  <inkml:trace contextRef="#ctx0" brushRef="#br1" timeOffset="35316.97">23701 4429 429 0,'0'0'3'0,"0"0"0"0,0 0 2 0,-11-8-1 0,11 8 0 16,-17 0 0-16,7 0 0 16,-2 8 0-16,0-1-3 15,3 8-1-15,5 0 0 16,4 1 0-16,2-2 0 16,11 1 0-16,4-3 1 15,3-1 0-15,5-10 1 0,-2 2 0 16,1-3 0-16,-2-4 1 15,-1-9-1-15,-5 1 1 16,-8-6-1-16,-3 0 1 16,-5-4-2-16,-5 3 0 0,-7 4-1 15,-3 2-1-15,-3 3-3 16,-2 8-5-16,1-1-7 16,3 3-18-16,16 0-47 0,-12 18-3 15</inkml:trace>
  <inkml:trace contextRef="#ctx0" brushRef="#br1" timeOffset="35533.62">23963 4379 462 0,'0'0'2'0,"0"0"-1"16,0 0 0-16,0 5 1 15,0-5-1-15,0 20 0 16,3-7 0-16,-1 2-3 16,-2 4-7-16,6 3-18 15,13-4-54-15,-14 2-1 0</inkml:trace>
  <inkml:trace contextRef="#ctx0" brushRef="#br1" timeOffset="36050.26">24115 4394 424 0,'0'0'2'16,"0"0"0"-16,0 0-1 15,-5 0 1-15,5 0 0 0,-2 13-1 16,2-3 1-16,0-3 0 16,0 5-2-16,5 0 0 15,0 1 0-15,-1-1 1 16,2-3 1-16,-6-9 0 15,12 11 0-15,-12-11 1 0,15 0 0 16,-15 0 1-16,15-9 0 16,-5-2-1-16,0-3 1 15,0 2-2-15,-1-3 0 16,-1 2 0-16,-2-2-2 0,-6 15 0 16,7-12-1-16,-7 12 0 15,0 0 0-15,0 7 0 16,0 3-1-16,2 0 1 0,3 3 0 15,2 2 0-15,3-3 1 16,5-5 0-16,5-1 0 16,0-5 1-16,0-1-1 15,0-7 2-15,2-5-1 0,-2-6 1 16,-2-1 0-16,-4-6 1 16,-1 0 1-16,-6 0 0 15,-4 0 0-15,-1 3-2 16,-2 7 1-16,0 5-1 15,0 10-1-15,-9 0-1 0,6 15-1 16,0 5 1-16,3 7-3 16,3 5 0-16,2 6-5 15,0-4-6-15,7 3-9 16,-7-1-23-16,3-11-33 0,2 1-7 16</inkml:trace>
  <inkml:trace contextRef="#ctx0" brushRef="#br1" timeOffset="36166.98">24476 4501 353 0,'0'0'8'0,"-3"-8"4"0,3 8 2 16,0-15-1-16,0 5 0 0,3-1 0 16,4-5-1-16,6 7-8 15,1-4-32-15,1 8-49 16,0-2-4-16</inkml:trace>
  <inkml:trace contextRef="#ctx0" brushRef="#br1" timeOffset="36433.22">23368 3765 485 0,'0'0'3'16,"0"0"1"-16,0 0 0 0,0 0 0 16,4-8-1-16,-4 8-1 15,10 0-3-15,1 3-9 16,-4 19-68-16,15-12-7 16</inkml:trace>
  <inkml:trace contextRef="#ctx0" brushRef="#br1" timeOffset="37050.6">24729 4417 398 0,'0'0'6'0,"0"0"2"0,0-13 1 0,0 3 0 16,-5 2 1-16,-2 0 0 15,-5-3 0-15,-1 4-1 16,-5 1-5-16,-1 6-3 0,1 6-1 15,-2 5-1-15,8 4 0 16,5 3 0-16,4-3 0 16,3 2 0-16,10 4 1 15,2-10-1-15,13-1 1 16,0-2 0-16,2-6 0 0,1-2 0 16,-3-2 1-16,-1-6 0 15,-6-4 1-15,-1-3-1 16,-7 0 0-16,-5-2 1 0,-5 7-2 15,0-3-1-15,0 13 1 16,-7-7-2-16,7 7 1 16,-13 10-4-16,8 2-4 15,2 6-11-15,1 10-41 16,2-12-19-16</inkml:trace>
  <inkml:trace contextRef="#ctx0" brushRef="#br1" timeOffset="37450.12">24915 4402 394 0,'0'0'7'0,"0"-13"3"15,0 13 1-15,0-11 1 16,0 0 0-16,0 1 1 0,0 10-1 16,7-15 1-16,2 15-7 15,2 0-3-15,-1 3-2 16,1 5-1-16,-4 3 1 15,0 7-2-15,-2-1 0 0,-2-2 0 16,-3 3 0-16,-3-2 0 16,-2-3 0-16,1-2 0 15,4-11 0-15,-10 10 1 16,10-10 0-16,0 0 0 16,-5-14 1-16,5 5 0 0,5-6-1 15,0 0 1-15,7-3-1 16,-5 1 1-16,6 5-1 15,-1-3 0-15,-1 2-1 16,-4 9 1-16,-7 4-1 0,12 0 0 16,-12 0 0-16,10 14 0 15,-7 1-2-15,-1 2 0 16,1 1-4-16,-1-3-7 0,5 0-21 16,9-2-47-16,-9-2-3 15</inkml:trace>
  <inkml:trace contextRef="#ctx0" brushRef="#br1" timeOffset="37616.99">25216 4367 413 0,'0'0'4'0,"0"0"1"16,0 0-1-16,0 0 0 16,0 0 1-16,-5 4-1 15,3 7 1-15,0-4-2 0,2 8-8 16,0-2-12-16,0-13-38 15,4 19-23-15,6-8-5 16</inkml:trace>
  <inkml:trace contextRef="#ctx0" brushRef="#br1" timeOffset="37900.21">25400 4320 428 0,'0'0'3'0,"-6"-7"1"16,6 7 1-16,-17-8 0 0,5 6-1 15,-1 0 1-15,1-1 0 16,-3 3 0-16,3 3-3 16,2 6-1-16,5 4 0 15,0 0-1-15,5 4 0 0,0 1 0 16,8 0 0-16,4 2 1 16,-3 0-1-16,5-2 0 15,0-1 0-15,-7-3 1 0,4-4 0 16,-4 0 0-16,-7-10 0 15,0 15 1-15,0-15-1 16,-10 5 1-16,-3-2-2 16,-1-3-5-16,-2 0-15 15,16 0-61-15,-19-5-1 0</inkml:trace>
  <inkml:trace contextRef="#ctx0" brushRef="#br1" timeOffset="38083.4">25147 4016 511 0,'0'0'0'16,"0"0"0"-16,0 0 0 0,0-10 0 16,0 10-15-16,5 0-68 15,-5 0-3-15</inkml:trace>
  <inkml:trace contextRef="#ctx0" brushRef="#br1" timeOffset="39233.39">14231 4903 402 0,'0'0'5'0,"0"0"3"0,0 0 2 0,-10-8 0 0,10 8 1 15,0 0 0-15,0 0-1 16,-7-9 1-16,7 9-3 16,5 0-3-16,12 0-1 0,8 0-1 15,18 4 0-15,10-4-1 16,25 0-1-16,21-5-14 15,21 0-69-15,24-2-3 16</inkml:trace>
  <inkml:trace contextRef="#ctx0" brushRef="#br1" timeOffset="48035.06">2836 11103 24 0,'0'0'1'0,"0"0"-1"0,0 0 0 0,0 0-1 16,0 0 0-16,0 0-2 16,0 0 1-16,0 0 0 15,0 0-1-15,0 0 0 16,0 0-7-16</inkml:trace>
  <inkml:trace contextRef="#ctx0" brushRef="#br1" timeOffset="48785.16">2861 11075 4 0,'0'0'1'0,"0"0"1"15,0 0 2-15,5-7-2 0,-5 7 3 16,15-12 0-16,-3 2 1 16,4-5-2-16,3-2 2 15,6-3-1-15,5-3-1 16,0-4 0-16,9 2 0 16,-2-7 1-16,11 2-3 0,2 1 2 15,-3 0-2-15,8-4 0 16,-5 0 1-16,3 1-3 15,-2-2-1-15,3 1-2 0,-7 2 0 16,1 0 0-16,3-3 0 16,-5-1-4-16,4 3-6 15,-1-2-3-15,1 1 2 16</inkml:trace>
  <inkml:trace contextRef="#ctx0" brushRef="#br1" timeOffset="49118.13">5473 9369 1 0,'42'-27'5'0,"0"-3"0"0,3 3 0 0,-3-1-1 16,3 3 1-16,-6 6-1 15,-4-3-2-15,-5 6-7 16,-8-2-20-16</inkml:trace>
  <inkml:trace contextRef="#ctx0" brushRef="#br1" timeOffset="50066.41">3139 10855 71 0,'0'0'4'0,"0"0"3"0,0-12 4 0,0 12 5 16,7-15 3-16,10 2 2 16,7 1 1-16,0-8 1 15,12 1-3-15,1-7-3 0,7 0-5 16,1-4-2-16,13-3-4 15,-5-1 0-15,2-3-3 16,7-6-1-16,1-4 0 16,6 1-1-16,8-4 1 15,-3 1 0-15,6-4 0 0,-1-1 0 16,6-1-1-16,0 0 3 16,7 5-1-16,-5-4 3 15,-3 3-2-15,0-4 1 0,-1 3 0 16,1 3-1-16,-5-4 0 15,3 6 1-15,-2 0-1 16,-1 0-1-16,2 2-1 16,-3 6 0-16,0-1 0 0,-4 0-1 15,-2 7 1-15,-4-5-1 16,-4 3-1-16,-2 1 2 16,-2 2 0-16,-5-3 2 0,-1 0 2 15,-4 8 0-15,-3-5 0 16,-7 9 2-16,-3-2 0 15,-7 5-1-15,-5 1-2 16,-3 7-1-16,-5-1-1 16,-2 3-1-16,-7 5-1 15,2 0-1-15,-10 5-2 0,7-2-3 16,-7 2-3-16,0 0-9 16,0 0-12-16,0 0-30 15,-7 2-17-15</inkml:trace>
  <inkml:trace contextRef="#ctx0" brushRef="#br1" timeOffset="50885.28">5817 8907 363 0,'0'0'5'0,"0"0"3"0,0 0 2 0,0 0 0 0,0 0-2 16,0 0 1-16,0 0 1 15,6 3 1-15,-6-3-4 16,20 6-2-16,-3-4-3 16,3-2 2-16,7 0 0 15,3 0 1-15,2 0-1 0,3-8-1 16,2 1 0-16,-2-3 0 16,-1-1-1-16,0 7 0 15,-10 0 0-15,-2-2 0 16,-6 6-1-16,-5 3 1 0,-5 8 0 15,-4 6-1-15,-2 2 1 16,-5 8 0-16,0 0 0 16,-4 2 0-16,1 4-1 15,-4 0 0-15,0-4 0 0,1 3-1 16,-1-7 1-16,2 0-1 16,0-4 0-16,3-5 0 15,-3-3 1-15,4-3-1 0,6-10-1 16,-5 12-2-16,5-12-2 15,0 0-6-15,0 0-7 16,0 0-23-16,7 0-42 16,-7 0-2-16</inkml:trace>
  <inkml:trace contextRef="#ctx0" brushRef="#br1" timeOffset="51266.96">6576 8599 428 0,'0'0'6'0,"0"0"3"0,0 0 0 16,0 0 1-16,0 0-1 16,0 0 1-16,-2 4-1 15,-4 11 1-15,1 2-5 0,0 8-4 16,-2 5 0-16,0 2 0 16,-2 3 0-16,2 0 1 15,-2-3-2-15,4-5 0 16,-3-2 0-16,3-5-6 15,0-6-2-15,3 1-6 0,2-15-9 16,-7 13-17-16,7-13-44 16,0 0-2-16</inkml:trace>
  <inkml:trace contextRef="#ctx0" brushRef="#br1" timeOffset="51617.23">6362 8695 370 0,'0'0'7'0,"0"0"6"15,0 0 0-15,0 0 2 16,0 0 1-16,-2-10 0 0,2 10 0 16,0 0 0-16,12 0-5 15,2 3-5-15,4 4-1 16,5 5-2-16,2 3 1 0,7 0-4 16,0 2 0-16,3 1 0 15,-3-3 0-15,3-1 0 16,-5 1 0-16,0-2 0 15,-5-4 0-15,-4 2 0 16,-3-4 0-16,-6 0 0 0,1-2 0 16,-13-5 0-16,10 6 0 15,-10-6 0-15,0 0 0 16,0 0 0-16,0 0 0 0,0 0 0 16,0 0 0-16,-3-6 0 15,3 6 0-15,0 0 0 16,-9-12 0-16,9 12 0 0,0 0-62 15,0 0-30-15</inkml:trace>
  <inkml:trace contextRef="#ctx0" brushRef="#br1" timeOffset="52766.48">5475 13173 430 0,'0'0'5'0,"0"0"2"0,0 0 2 16,0 0 0-16,0 0 0 15,0 0 0-15,0 0 0 16,0 0 1-16,0 0-5 0,14 0-1 16,4 0-2-16,3 0-1 15,3 0 1-15,4-7-2 16,6 5 0-16,-2-3 0 15,4-1 0-15,-7 0 0 0,-2 3 0 16,-2-2 0-16,-5 5 0 16,-5-2 0-16,-7 2 0 15,-8 0 0-15,9 0 0 16,-9 0 0-16,0 10 0 16,-7-4 0-16,-6 7 0 0,-1 4 0 15,-2 6 0-15,-10 1 0 16,6 4 0-16,-10 1 0 15,-1 2 0-15,5-2 0 0,3-7 0 16,4 0 0-16,-2-6 0 16,14-4 0-16,-1-4 0 15,8-8 0-15,6 7 0 16,6-7 0-16,10-2 0 0,-2-3 0 16,7-3 0-16,8 0 0 15,-3-1 0-15,4-2 0 16,3-1 0-16,1-1 0 0,-3 1 0 15,2-1 0-15,-1 5 0 16,-6 0 0-16,-2 1 0 16,-7 1 0-16,-4 4 0 15,-8 0 0-15,-11 2 0 16,12 0 0-16,-12 0 0 0,0 0 0 16,0 0 0-16,0 0 0 15,0 0 0-15,0 0 0 16,0 0 0-16,0 0 0 15,0 0 0-15,-3 4 0 0,3-4 0 16,0 0-3-16,0 0-89 16,-12 10-2-16</inkml:trace>
  <inkml:trace contextRef="#ctx0" brushRef="#br1" timeOffset="61784.64">2762 11078 225 0,'0'0'5'0,"0"0"1"0,0 0 2 16,0 0 1-16,0 0 0 0,0 0 0 16,0 0 1-16,0 0-1 15,0 0-2-15,0 0-3 16,0 0-1-16,0 0 0 0,0 0 0 15,0 0 2-15,0 0 3 16,0 0 2-16,0 0 1 16,0 0 2-16,0 0 2 15,0 0-1-15,0 0-1 16,-7-7-2-16,-2-3-1 0,2-3-3 16,-5-4-2-16,-4-2-2 15,-2-6 1-15,-3-5-1 16,-6-5-1-16,-1-5 0 15,-6-5 0-15,-1-3-1 0,-8-8 1 16,1-8-1-16,-4-2-1 16,-2-9 1-16,-7-4-1 15,4-2 0-15,-7-9 0 16,1-5 1-16,-3-1-1 0,-2-5-1 16,-5 2 2-16,5-6-1 15,-8 4 0-15,5 2 0 16,1-1 0-16,-3 6 0 15,3 0 0-15,1 7 0 0,1 6 0 16,7 2-1-16,-2 7 1 16,8 4 0-16,-1 10 0 15,8 3-1-15,5 10 1 0,4 6-1 16,4 4 0-16,6 10 1 16,1 3-1-16,10 7 0 15,1 3-1-15,1 4 0 16,10 8 0-16,-7-7-2 15,7 7-3-15,0 0-2 0,0 0-3 16,10-3-5-16,-10 3-4 16,12 0-7-16,-12 0-11 15,13-2-34-15,-13 2-7 16</inkml:trace>
  <inkml:trace contextRef="#ctx0" brushRef="#br1" timeOffset="62333.22">1008 8547 340 0,'0'0'6'0,"0"0"1"0,0 0 1 15,0 0 1-15,0 0-1 16,-3 7 1-16,3 2 0 0,0 6 0 16,0 3-6-16,5 2-1 15,0 5 0-15,0 2 0 16,-3 5 0-16,3 0 0 0,1 0 0 15,-4-2 0 1,-2-3-1-16,0-2 1 0,0-5-1 16,0-5 1-16,0-8 0 15,0-7 1-15,0 0 2 16,0-6-1-16,0-8 2 16,0-8 1-16,0-3 0 0,0-8 0 15,-2 2 0-15,-4-4-1 16,1-2-1-16,0 5 0 15,-4-3-2-15,1 8 1 16,0-1 0-16,1 9-1 0,0 4-1 16,2 3 1-16,5 12-3 15,0 0 0-15,12-5 0 16,8 10 0-16,12 4 0 0,10 3-5 16,6-3-10-16,17-5-70 15,9-4-2-15</inkml:trace>
  <inkml:trace contextRef="#ctx0" brushRef="#br1" timeOffset="64234.58">764 8185 348 0,'0'0'5'0,"0"0"3"0,0 0 3 0,0 0 0 0,0 0 0 16,7-3 1-16,-7 3-1 15,16 0 1-15,-16 0-3 16,19 0-5-16,-2 3-1 0,4-2 0 16,5 6 0-16,2-3-2 15,-1 3-3-15,6-2-4 16,-1-5-7-16,0 2-22 15,6-2-45-15,-14 0-2 0</inkml:trace>
  <inkml:trace contextRef="#ctx0" brushRef="#br1" timeOffset="64400.11">1000 7942 387 0,'0'0'5'0,"0"0"2"16,0 0 0-16,0 0 0 15,0 7 1-15,5 3 0 16,0 15 1-16,5 7 0 0,3 8-4 16,3 17-11-16,2 27-63 15,7-9-9-15</inkml:trace>
  <inkml:trace contextRef="#ctx0" brushRef="#br2" timeOffset="69373.27">7657 7776 95 0,'0'0'5'0,"0"0"5"0,-5-2 4 16,5 2 5-16,0 0 2 15,-8-6 2-15,-2 4 1 16,10 2 1-16,-12 0-5 16,12 0-6-16,-13 0-5 0,13 0-3 15,0 0-2-15,0 0-1 16,11 5 1-16,-2-2 0 15,12-1 0-15,3 0 2 16,10 3 2-16,7-2 1 0,10-1-2 16,9-2-2-16,8 0 0 15,16 0-1-15,8 0-1 16,15-5 0-16,4 0-1 0,16 1 0 16,10-2-1-16,12-4 0 15,10 3-1-15,9-3 1 16,9 0-1-16,17 1 1 15,7-4 0-15,6 3-1 0,4 0 2 16,13 0-2-16,9 0 0 16,8-2 1-16,5-1-2 15,7 4 1-15,6-4 0 16,4 1-2-16,6 2 1 16,-11 0 0-16,-2 0 0 0,-5 2 1 15,-7 2 0-15,-11-3 0 16,-7 2-2-16,-14 2-2 15,-16-2-4-15,-13 1-13 16,-3 5-35-16,-35-6-15 0</inkml:trace>
  <inkml:trace contextRef="#ctx0" brushRef="#br2" timeOffset="70850.25">7719 8700 170 0,'0'0'7'0,"10"-3"3"0,2 1 1 0,8 2 3 15,7-2 1-15,5-3-1 16,8-1 0-16,10 2 1 15,5-2-6-15,7 2-3 16,5-1-3-16,5-1 1 0,8 2-3 16,2 0 1-16,4 0 0 15,1 0-1-15,8-2 0 16,-1 3 0-16,10 2 1 16,1-5-2-16,-4 5 1 15,14-5 0-15,0 4 0 0,2-1 0 16,1-3 0-16,1 6-1 15,-2-4 1-15,5 2 0 16,2 0-1-16,-2-4 1 0,-5 1-1 16,5 3 1-16,-8-3-1 15,7 0 1-15,4 1 0 16,-4 0 0-16,-4-1-1 16,3 3 1-16,1-1 0 0,-1 1-1 15,2 0 1-15,-3-1 0 16,-8 3-1-16,4-2 1 15,2-3-1-15,-5 2 2 16,-3 0-2-16,1-1 2 0,-6-4 0 16,-3 1-1-16,6 0 1 15,-10-1-1-15,0 1 1 16,-5-1-1-16,-3 1 0 0,-1 1 0 16,6 2-1-16,-7 0 0 15,-6-2 1-15,-1 1-1 16,-6 2 1-16,4-1-1 15,-6-2 0-15,-3 5 1 16,-3-5-1-16,-2 1 0 0,1 3 1 16,-1-3-1-16,1 2 0 15,-6-1 0-15,3-1 0 16,-4-3-1-16,4 3 1 16,-11-2-1-16,-1 2 1 0,0-3 0 15,-8 2-1-15,4-2 1 16,-5-2 0-16,-4 3 0 15,3-4 0-15,-8 1 0 16,4 0 0-16,-10 0 0 0,8 3 0 16,-13-6 0-16,2 4 1 15,-3-4 0-15,-1 1 0 16,-3-3 2-16,1 2 2 0,-4-4 2 16,-1 1 1-16,-3-5 2 15,2-1-1-15,-4-3 1 16,-2 0-1-16,-3-1 0 15,1-5-3-15,-3-1-1 0,0 2-1 16,-3 1 0-16,-4-4-1 16,0 4 0-16,-6-1 0 15,1 2-1-15,-8 2-1 16,-2 1 0-16,-6 0 0 16,3 2 0-16,-7 3-2 0,-2 4-4 15,-5 1-6-15,0 5-9 16,0 10-56-16,-1-3-2 15</inkml:trace>
  <inkml:trace contextRef="#ctx0" brushRef="#br2" timeOffset="72400">7584 8201 44 0,'0'0'5'0,"0"0"1"0,0 0 1 0,0 0 2 16,6-2 5-16,-6 2 5 16,0 0 4-16,0 0 5 0,0 0-2 15,0 0 2-15,-8-5 2 16,8 5-1-16,0 0 0 15,0 0-4-15,0 0-3 0,0 0-1 16,0 0-1-16,0 0-4 16,0 0-1-16,0 0-3 15,0 0-1-15,0 0-1 16,0 0-2-16,0 0-1 0,0 0-1 16,0 0-1-16,0 0 0 15,0 0-1-15,0 0-1 16,8 0 0-16,-8 0-1 15,0 0-1-15,0 0 0 0,0 0-1 16,0 0 0-16,0 0 0 16,0 0 0-16,0 0-1 15,10 0 1-15,-10 0-1 16,12 7 1-16,-2-1 0 16,2 4 1-16,0-1-1 0,6 4 0 15,2 4 1-15,1 1-1 16,5 5 1-16,-1-2 0 15,7 10 0-15,3-2-1 16,4 8 0-16,7 5 0 0,4 0 0 16,1 8 0-16,11 2 0 15,5 7-1-15,6 3 1 16,1 8 0-16,11 1 0 16,2 4 1-16,12 1-1 0,-2 1-1 15,2 6 1-15,6-2 0 16,-1 1-1-16,-3-1 0 15,0 4 0-15,-7-4 0 0,-7-2 1 16,-6-2-1-16,-3-2 0 16,-11-8 0-16,-5-8 1 15,-13-7-1-15,-7-10 0 16,-9-8 0-16,-5-9 0 16,-12-7 2-16,0-6 0 0,-16-12 1 15,10 13 0-15,-10-13 0 16,0 0 0-16,0 0 1 15,0 0-1-15,-5-5-1 16,5 5-2-16,0 0-5 0,0 0-7 16,0 0-28-16,-3-8-43 15,3 8-2-15</inkml:trace>
  <inkml:trace contextRef="#ctx0" brushRef="#br2" timeOffset="73486.31">9425 10132 352 0,'0'0'5'0,"0"0"3"0,0 0 0 0,0 0 2 15,0 0-2-15,0 0 0 16,0 0 1-16,5 2 0 15,-5-2-5-15,18 5-2 16,-1-2-1-16,0 4 0 0,9-2 0 16,-4 4 0-16,11-1 0 15,-3 2-1-15,4 0 1 16,-2 0 0-16,3 0-1 0,-3 0 1 16,-2-3 0-16,0 3-1 15,-5 1 1-15,-1 1-1 16,1-2 1-16,-7 0-1 15,-4-4 0-15,4 2 0 0,-6-3 1 16,-1 0-1-16,-1-3 0 16,-10-2 0-16,12 5 1 15,-12-5 2-15,0 0 2 16,0 0 1-16,10 0 0 0,-10 0 2 16,0-7 0-16,0-3 1 15,-2 0-1-15,-1-4 0 16,-2-8-2-16,-3-1-1 15,1-4-2-15,0-1-3 0,-1-1 0 16,-2-1 0-16,0 0 0 16,-3 3 0-16,6 2 0 15,0 2 0-15,0 6 0 16,-1 1 0-16,3 3 0 16,5 13 0-16,-7-12 0 0,7 12 0 15,0 0 0-15,0 0 0 16,0 0 0-16,0 0 0 15,-3 2-14-15,-2 10-74 0,8 3-3 16</inkml:trace>
  <inkml:trace contextRef="#ctx0" brushRef="#br2" timeOffset="74317.25">9977 10761 363 0,'0'0'8'0,"0"0"1"0,0 0 3 0,0 0 2 0,0 0 1 15,0-5 2-15,0 5-2 16,0 0 1-16,0 0-6 15,0 0-3-15,0 0-3 16,10-10-1-16,3 7-2 0,1-3-1 16,9 2 0-16,2-3 0 15,5 0 1-15,4 0-1 16,-1-2 0-16,-1 2 0 16,-2 3 0-16,-3-1 0 0,-10 2 0 15,-2 3 0-15,-3 0 0 16,-12 0 1-16,14 0 0 15,-14 0 0-15,0 10 1 16,-5-1 0-16,-6 7-1 0,-1-2 1 16,-3 4 0-16,0 2-1 15,-5 2-1-15,1 0 1 16,-1 0-1-16,2-2 0 16,1-5 0-16,4-3 0 15,1 1 0-15,2-6-1 0,10-7 1 16,-8 10-1-16,8-10 1 15,8 0 0-15,4 0 0 16,4-2 0-16,3-3 0 0,1-2 1 16,8-3-1-16,1 0 1 15,1 0 1-15,0 2-2 16,-2 1 0-16,4-3 0 16,-6 5 0-16,-1-3 0 0,-2 7 0 15,-3-5 0-15,-8 5 0 16,-5 1 0-16,-7 0 0 15,13-4 0-15,-13 4 0 16,0 0 0-16,0 0 0 0,0 0 0 16,0 0 0-16,0 0 0 15,0 0 0-15,0 0 0 16,0 0 0-16,0 0 0 16,0 0 0-16,-2 11-62 0,2-11-28 15</inkml:trace>
  <inkml:trace contextRef="#ctx0" brushRef="#br2" timeOffset="75836.16">7691 8259 225 0,'0'0'8'0,"0"0"3"0,0 0 3 0,-9-5 5 0,9 5 1 16,-11-5 1-16,11 5 1 15,-7-2-2-15,7 2-5 16,0 0-5-16,0 0-3 16,0 0-3-16,0 0-3 0,12 7 0 15,8-2 0-15,10 5 1 16,10-3 1-16,7-2 1 15,13 5 0-15,4-2 0 16,11-4 0-16,7-1-1 0,3-1 0 16,7 1 0-16,7-3 0 15,0 2 0-15,8-2 0 16,3 0-1-16,6 0-1 16,3 0 1-16,3-2 0 0,5-1-1 15,-1 3 0-15,3-5-1 16,0 3 1-16,-2 0 0 15,3 0-1-15,2-4 1 16,-6 3-1-16,1-2 0 0,-5 1 1 16,-3 1-1-16,-4 1 0 15,-7-3 0-15,-5 2 0 16,-9 0 0-16,-8 3 0 16,-6 0 0-16,-10 0 1 15,-11 0-1-15,-9 0 0 0,-8 0 0 16,-10 3 1-16,-4-3 0 15,-10 0 1-15,-6 3 0 16,-12-3 1-16,15 0 0 0,-15 0 0 16,0 0-1-16,0 0-1 15,-6-10-1-15,6 10-3 16,-9-5-1-16,9 5-4 16,-10-7-2-16,10 7-3 0,0 0-6 15,-9-5-21-15,9 5-36 16,0 0-5-16</inkml:trace>
  <inkml:trace contextRef="#ctx0" brushRef="#br2" timeOffset="76301.17">11145 8075 310 0,'0'0'4'0,"0"0"1"0,0 0 2 15,0 0 0-15,0 0 2 16,5 0 2-16,-5 0 1 0,20 6 2 15,-3-5-4-15,3 5-1 16,5-1-1-16,3-3 0 16,4 6-2-16,5-4-2 0,-5 2 0 15,0-1 0-15,-3-1-1 16,-3 2 0-16,-5 1 0 16,-5 1 0-16,-11 6 0 0,-5-2 0 15,-2 5 0-15,-13 4 0 16,-5 1 1-16,-11 0-1 15,0 3-1-15,-4 0 0 16,-2-5-2-16,-3 2-5 0,5-5-4 16,5-2-10-16,5-8-37 15,6 6-22-15,6-5-6 16</inkml:trace>
  <inkml:trace contextRef="#ctx0" brushRef="#br2" timeOffset="77500.19">11756 8046 375 0,'0'0'5'0,"0"0"3"0,0 0 0 16,0-10 1-16,0 10 0 15,3-10 1-15,-3 10 0 16,14-10 0-16,-1 7-5 16,-1 3-2-16,4 3-1 0,1 5-1 15,0 4-1-15,-2 3 0 16,-2 5 0-16,-6 0 1 15,0 2 0-15,-7-3 0 16,0 4 1-16,-7-6-1 0,-5 0 1 16,-1-2 0-16,-1-5 0 15,-4 0 0-15,6-5 0 16,1 0 0-16,2-5-1 16,9 0 0-16,-5-8 0 0,5-1 1 15,7-11 0-15,6-1 0 16,0 0 0-16,6-6 0 15,-2 2 1-15,3-3 1 16,-3 4-1-16,-4 4 1 16,-3 5 0-16,-3 5-2 0,-7 10 0 15,8-9-1-15,-8 9 1 16,0 4-2-16,0 8-2 16,0 3 1-16,0 3 1 0,0 4 0 15,0 5 0-15,12-2 3 16,3 0-3-16,10 2 0 15,13-2-9-15,6-3-72 16,20-12-3-16</inkml:trace>
  <inkml:trace contextRef="#ctx0" brushRef="#br2" timeOffset="80117.25">14778 8028 270 0,'0'0'5'0,"0"0"3"15,0 0 1-15,0 0 3 16,0 0 0-16,9-2 3 0,-9 2 0 15,16-2 0-15,-4 2-2 16,6-2-2-16,9-2-2 16,5 2-1-16,4-1-2 15,10-2 0-15,9 3 0 0,7-3-1 16,5 3-1-16,-1-3 0 16,2 2-1-16,-1 0-1 15,0 3 0-15,-6 0 0 16,0-2 0-16,-6 0 1 0,-4 2-1 15,-8 0 0-15,-3-3 1 16,-10 1 0-16,-8 2 2 16,-6-3-1-16,-4 3 1 15,-12 0 1-15,0 0-1 0,0 0 0 16,0 0 0-16,0 0-1 16,-13 0-2-16,5 0 0 15,-1 0-4-15,-2 0-2 16,2 0-5-16,-1 0-9 15,10 0-20-15,0 0-46 0,-7 0-1 16</inkml:trace>
  <inkml:trace contextRef="#ctx0" brushRef="#br2" timeOffset="81066.92">15838 7743 309 0,'0'0'6'0,"0"0"4"0,0-12 4 0,0 12 2 16,0-18 3-16,-2 9 2 16,2-1 1-16,-3 0 0 15,1 3-5-15,2 7-7 0,0 0-3 16,0 0-2-16,-7 9-3 16,4 11-2-16,3 7 0 15,0 8-1-15,0 7 1 16,0 5 2-16,3 3 1 15,2 0 0-15,2-3-1 0,1-2 1 16,-1-1 0-16,1-9 0 16,-1-2-2-16,1-5 1 15,-3-6-1-15,-3-4-1 16,1-5 1-16,-1-6 0 0,-2-7-2 16,0 0 0-16,0 0 0 15,-5-12-2-15,3-6 0 16,-6-7-1-16,3-1 0 0,-2-10-1 15,-1-1 1-15,1-5 0 16,1 0 0-16,-1-2 1 16,2 1 0-16,0 1 1 15,1 3 1-15,1 3 0 0,3 5 0 16,0 4 1-16,0 2 0 16,0 3 1-16,0 2 1 15,3 7 0-15,-3-2-1 16,0 8 1-16,0 7-1 15,0-12 0-15,0 12 0 0,0 0-2 16,0 0 1-16,0 0-1 16,0 0 0-16,0 0 0 15,0 0 0-15,0 0 0 16,0 0 1-16,0 0 0 0,0 0 0 16,0 0 1-16,12-3 0 15,-3 3 0-15,2 0 0 16,3 0 0-16,7 0 0 0,8-3 1 15,4 2-1-15,4-2 0 16,8-3 1-16,6 2-1 16,7-4 1-16,10 4-1 15,6-4 0-15,2 3 1 0,7-3-1 16,3-2 0-16,7 1 0 16,-7 2 0-16,-1 0 1 15,-8 0-1-15,-5 6 0 16,-15-5 0-16,-10 3 2 15,-11 3 0-15,-12 0 0 0,-9 0 0 16,-15 0 0-16,0 0 1 16,0 0-4-16,-7 3 0 15,-6 3 0-15,1-2-6 16,-1 0-6-16,1 7-12 0,-9-1-60 16,7 0-3-16</inkml:trace>
  <inkml:trace contextRef="#ctx0" brushRef="#br2" timeOffset="81734.1">15789 8283 238 0,'0'0'4'0,"0"0"1"0,0 0 4 0,0 0 3 15,12 0 3-15,-1 4 3 0,8-4 3 16,6 1 0-16,7-1-2 16,8 0 2-16,10 0-3 15,7-1-2-15,10-5-4 16,5 4-1-16,8-3-2 0,-1 0-1 16,8-1-1-16,0 2-1 15,3 1-1-15,-1-2-1 16,-2 3 1-16,0 2-2 15,-5-2 1-15,-5 2-2 0,-7-3 1 16,-11 3 0-16,-6 0 1 16,-16 0 0-16,-7-2 0 15,-11 2-4-15,-6 0 0 16,-13 0 0-16,7 0 0 0,-7 0 0 16,0 0 0-16,-5 0 0 15,5 0 0-15,-15 7 0 16,15-7 0-16,-17 7-26 15,4 0-58-15,3-1-4 0</inkml:trace>
  <inkml:trace contextRef="#ctx0" brushRef="#br1" timeOffset="86167.48">17208 7903 318 0,'0'0'7'0,"0"0"2"0,0-10 2 0,0 10 3 16,-2-11 3-16,2 11 2 0,-5-10-2 16,5 10 1-16,-11-9-7 15,11 9-3-15,-7 0-2 16,7 0-2-16,-7 17-3 15,7-4 0-15,0 1-1 16,0 1 1-16,4-1 0 16,6-1 0-16,3-3 1 15,4-2 0-15,1-6 0 0,1-2 1 16,-1-8 0-16,0-1 1 16,-2-4 0-16,-2-2-1 15,-5 1 1-15,-6-3-1 16,-3-1-1-16,-3 3 0 15,-4 5-2-15,-9 3 0 0,1 2-1 16,-4 5 0-16,4 0 0 16,-2 5 0-16,-1-1 0 15,5 4-1-15,4 2 1 16,1-3 1-16,8-7 1 0,-3 14-1 16,3-14 1-16,9 11 0 15,0-5 0-15,1-6 1 16,3 0-2-16,1-6 0 0,2-1 0 15,-4-1 0-15,-5-2 0 16,1 1-2-16,-5-1 0 16,-3 10-1-16,-6-15-3 15,-1 9-3-15,-3 6-13 0,0 0-60 16,-3 6-2-16</inkml:trace>
  <inkml:trace contextRef="#ctx0" brushRef="#br1" timeOffset="87018.51">17360 7835 272 0,'0'0'7'0,"0"0"2"0,0 0 4 0,0 6-2 0,0-6 2 16,0 0 1-16,2 9 1 16,-2-9 2-16,20 5-4 15,-5 0-3 1,7-5-1-16,8 3 0 0,2-3 0 16,10 0-2-16,8 0 0 15,4 0-2-15,3-3-1 16,8 0-1-16,5-1-1 15,7-2 0-15,5 2 0 0,4-4-1 16,7 1 0-16,4-1-1 16,2 4 1-16,0-5 0 15,11 2 0-15,-6 0-1 0,6 2 0 16,-4 0 1-16,-1 0-1 16,2 3 1-16,-8-3-1 15,-2 2 0-15,-8-2 0 0,-9 0 0 16,-3 3 1-16,-12-3-1 15,-9 1 0-15,-6 0 1 16,-10 2-1-16,-8-3 1 16,-9 5 1-16,-5-3 2 15,-4 3 0-15,-14 0 1 0,13 0 0 16,-13 0-1-16,0 0 1 16,0 0-2-16,0 0 0 15,0 0-3-15,0 0 0 16,0 0 0-16,0 0-1 0,0 0 0 15,0 0-3-15,0 0 0 16,0 0-4-16,0 0-4 16,-11 0-12-16,11 0-58 15,0 0 0-15</inkml:trace>
  <inkml:trace contextRef="#ctx0" brushRef="#br1" timeOffset="87733.11">19581 7582 353 0,'0'0'5'0,"0"0"2"0,0 0 3 0,0 0 0 16,0 0 0-16,0 0 1 15,0 0-1-15,0 0 3 16,0 0-4-16,7 3-3 0,6 2-1 16,1-3-1-16,9 6 0 15,0-3 0-15,6 3-1 16,4-3 0-16,-4 2-1 0,6-3 0 15,-5 2 0-15,0-2 0 16,-4 0-1-16,-5 0 0 16,-3-2 1-16,-4 3-2 15,-7 0 1-15,-7-5 0 0,8 10 0 16,-8-10 0-16,0 15 0 16,-8-2 1-16,1-1 0 15,-7 3-1-15,-2-1 1 16,-3 4-1-16,-4 0 0 0,-7-1 0 15,3 2 0-15,-5 3 0 16,-1-1 1-16,1-2 0 16,0-1-1-16,2-4 1 15,3 1-1-15,4-2 0 0,6-6 0 16,4 1-1-16,4-6-1 16,9-2 2-16,0 0-1 15,0 0 1-15,3 8 0 16,10-8 0-16,3 2 1 0,-2-2-2 15,4 0 0-15,5 0 0 16,-7 0 0-16,2-2 0 16,-1 2 0-16,-1-3 0 15,-2 3 0-15,-3 0 0 0,-2 0 0 16,-9 0 0-16,12 0 0 16,-12 0 0-16,0 0 0 15,11 0 0-15,-11 0 0 16,0 0 0-16,0 0 0 0,0 0-21 15,-11 3-63-15,11-3-4 16</inkml:trace>
  <inkml:trace contextRef="#ctx0" brushRef="#br1" timeOffset="88668.18">20303 7560 416 0,'0'0'3'0,"0"0"2"0,0 0 1 0,0 0 2 16,-9-7-1-16,9 7 3 16,-10-4-1-16,10 4 1 15,-11-7-2-15,11 7-3 0,0 0 0 16,6-4 0 0,9 1-2-16,7 3 0 0,8-3-1 15,5 3 0-15,4-1 0 16,4 1 0-16,1 0-2 15,-6-3 0-15,-4 3 0 0,-6 0 0 16,-3 0 0-16,-10 0 0 16,-5 3 0-16,-10-3 0 15,9 7 0-15,-9-7 0 16,0 18 0-16,-7-7 0 0,-5 7 0 16,-6 0 0-16,-7 4 0 15,-2 0 0-15,-10 3 0 16,0 0 0-16,-9-3 0 0,7 0 0 15,-3-5 0-15,5 1 0 16,7-6 0-16,5 0 0 16,5-2 0-16,5-2 0 15,6-2 0-15,9-6 0 0,0 0 0 16,0 8 0-16,12-5 0 16,2 0 0-16,4-3 0 15,1 0 0-15,6 0 0 16,5 0 0-16,5 0 0 15,5 0 0-15,0 0 0 0,4 0 0 16,6 0 0-16,0 0 0 16,-1-3 0-16,3 0 0 15,-2-1 0-15,-5 1 0 16,-8 2 0-16,-5 1 0 0,-7-4 0 16,-7 4 0-16,-6 0 0 15,-12 0 0-15,0 0 0 16,0 0 0-16,0 0 0 0,0 0 0 15,0 0 0-15,0 0 0 16,-7-2 0-16,7 2 0 16,-18 0 0-16,18 0 0 15,-19 2 0-15,19-2-11 0,-18 15-81 16,9-7-2-16</inkml:trace>
  <inkml:trace contextRef="#ctx0" brushRef="#br1" timeOffset="102233.89">16247 5732 372 0,'0'0'7'0,"0"0"3"16,-3-10 0-16,3 10 1 0,0-11 2 16,0 11-1-16,17-13 1 15,-4 7 0-15,4 4-6 16,8 0-2-16,0 2-2 16,5 7 0-16,0 3-2 15,-3 7 0-15,-3 6 0 0,-1-1 0 16,-8 5 0-16,-5 2 0 15,-5-1 0-15,-5-1 1 16,-5-2-1-16,-8-8 1 16,-4 1 0-16,-3-6 1 0,0-5-1 15,3-4 1-15,-4-3-1 16,7-3-1-16,7-7 0 16,0-7 0-16,7-4 0 0,12-10-2 15,4 1 1-15,7-4-1 16,4-3 0-16,1 5 0 15,-1 2 1-15,-2 5 0 0,-3 8-1 16,-7 7 0-16,-3 6 0 16,-12 4 1-16,14 6-1 15,-12 7 0-15,-2 7 1 16,2-1-1-16,6 6 2 16,-4 0-1-16,7-3 1 0,-1 3-1 15,6-5-1-15,5-6-5 16,8 1-14-16,-1-5-59 15,11-2-5-15</inkml:trace>
  <inkml:trace contextRef="#ctx0" brushRef="#br1" timeOffset="102417.42">17053 5794 472 0,'0'0'4'0,"0"0"0"0,0 0 0 0,0 0 0 16,3-5 0-16,7 0 0 16,5 3 0-16,7-3 0 0,9 2-12 15,3-2-20-15,6 5-53 16,4 3-3-16</inkml:trace>
  <inkml:trace contextRef="#ctx0" brushRef="#br1" timeOffset="102983.58">17612 5742 385 0,'0'0'4'0,"0"0"1"16,0 0 2-16,-14-7 0 0,6 7 0 15,-1-3 0-15,-7 3 0 16,4 0-1-16,-8 3-3 16,3 7-1-16,-3 2-2 15,3 3-1-15,4-1 0 0,3 4 1 16,6 0 0-16,4-1 0 16,4-5 0-16,11-4 1 15,5-4 1-15,5 1-1 0,5-5 1 16,0-7 1-16,2-1 1 15,-2-6 0-15,-4-3 0 16,-3-1 1-16,-5 0 0 16,-6 1 0-16,-4 5-1 0,-3 0-2 15,-5 12-1-15,0-13-2 16,0 13 0-16,0 0 0 16,0 13-1-16,2-1-1 15,3 3-3-15,5 2-5 16,-2-2-7-16,4 3-29 15,6-1-32-15,-6-3-3 0</inkml:trace>
  <inkml:trace contextRef="#ctx0" brushRef="#br1" timeOffset="103417.43">17868 5782 407 0,'0'0'4'0,"0"0"3"15,0 0 2-15,-2-10 0 16,2 10 1-16,-2-8 0 0,2 8-1 15,0-10 0-15,0 10-4 16,13 0-3-16,-4 0-2 16,3 5-1-16,1 3 0 15,-1 7 0-15,4-3 1 0,-2 5 0 16,-2 3 0-16,-4 0 1 16,-3-5 0-16,-1 3-1 15,-1-6 1-15,-3 1-1 16,-3-6 1-16,3-7-1 0,-9 7 1 15,9-7 0-15,-13 0-1 16,13 0 1-16,-7-14 0 16,7 1-1-16,5-5-1 15,2 1 1-15,6-3-1 0,2 1 1 16,0-5 0-16,-3 8 1 16,1 1-1-16,-1 7 0 15,-2 3 0-15,-10 5 0 16,0 0 0-16,8 10-1 0,-8 0 0 15,1 2 1-15,3 6 0 16,-2 0-1-16,3-1-2 16,5-3-6-16,-2-1-8 15,4-3-28-15,6 0-35 0,-2-5-3 16</inkml:trace>
  <inkml:trace contextRef="#ctx0" brushRef="#br1" timeOffset="103567.5">18279 5767 414 0,'0'0'2'0,"0"0"0"0,0 0 0 0,-6 7 0 0,6-7 0 15,-5 15 1-15,3-2 0 16,2 4-2-16,0-5-9 0,5 5-29 16,3 1-37-16,2 0-2 15</inkml:trace>
  <inkml:trace contextRef="#ctx0" brushRef="#br1" timeOffset="103883.27">18624 5710 415 0,'0'0'3'0,"0"0"0"0,-13-3 1 16,1 1 1-16,0 2 0 15,-3 0 0-15,-4 5-1 16,1 2 1-16,0 4-3 15,3 0 0-15,6 7-2 0,3-1 1 16,6 1-1-16,0-1 0 16,8 3-1-16,4-3 1 15,6 0 0-15,-2-2 0 16,10-1 0-16,-8 3 0 16,1-9 0-16,-4 5 1 0,-3-3 0 15,-7 0 0-15,-5 0 0 16,0-10 0-16,-7 10 0 15,-7-5 0-15,-2 0-3 16,-4-5-9-16,1 0-58 0,-2 0-8 16</inkml:trace>
  <inkml:trace contextRef="#ctx0" brushRef="#br1" timeOffset="104750.7">19419 5725 449 0,'0'0'2'16,"0"0"0"-16,-13-8-1 0,0 6 0 0,-3 2 0 16,-6 0 0-16,-5 5 0 15,-3 3-1-15,-3 3-1 0,6 7 0 16,2-1 0-16,5 3-1 15,10-3 1-15,8-2 0 16,2 0 0-16,14-8 0 16,9-2 1-16,4-5 0 0,3 0 1 15,2-2 1-15,1-8 2 16,-6-2 0-16,-2-1 1 16,-6 1-1-16,-6 0 0 0,-3 2-1 15,-10 10-1-15,2-13-2 16,-2 13 0-16,-7 0-1 15,7 0-2-15,-12 15 1 16,10-2-2-16,2-4 2 0,2 4-1 16,5-6 2-16,8-2-1 15,0-2 1-15,10-3 1 16,-1-5 1-16,6-8 1 16,-2-9 1-16,-1-3 1 0,-2-8-1 15,0-3 1-15,-8-5-2 16,-4-7 1-16,-6-2-1 15,-7 6-2-15,0 5-1 16,-7 3 0-16,-6 9-1 16,1 12 0-16,-4 10-1 0,0 10 2 15,3 12 0-15,1 13 2 16,4 7 0-16,6 8 0 16,2-1 2-16,5 6 0 0,7-3-1 15,8-2-2-15,5-6-3 16,3-7-1-16,1-7-3 15,1-10-2-15,0-5-3 16,0-10-1-16,-4-2 0 0,-3-10 2 16,-3-6 2-16,-4-2 3 15,-7 0 7-15,-2 1 4 16,-4 2 4-16,-3 0 1 0,0 11-1 16,0 6 0-16,-16-5 0 15,16 5-3-15,-12 11-3 16,10 6-3-16,2 2-3 15,0 1-4-15,7-3-7 16,0 1-12-16,11-6-36 16,10 5-15-16</inkml:trace>
  <inkml:trace contextRef="#ctx0" brushRef="#br1" timeOffset="105916.85">20209 5739 394 0,'0'0'4'0,"0"0"1"0,-5-7 0 0,-2 3 1 0,-5 1 0 0,-6 0 0 15,-2 1 0-15,-2-1 0 16,-3 3-4-16,3 5-1 0,1 5-2 16,5 0 0-16,2 2 0 15,10 1-1-15,1 4 1 16,3 1-1-16,9-1 1 16,7 0 0-16,-1 0 1 0,5 6 0 15,3-3 1-15,-1 1-1 16,-3 4 1-16,2 3 0 15,-4-1 0-15,-7 3 0 16,-3 0 1-16,-7-3-1 16,-10-2 1-16,-9-3 0 0,-7-2 0 15,-3-5 0-15,-6-6 0 16,-4-6 0-16,-1-3 0 16,10-3-1-16,3-6 1 15,7-6-2-15,10-8 2 0,10-4-1 16,10-7 0-16,12-4-1 15,13-5-1-15,2 2 1 16,2-1 0-16,2 0 0 16,-2 7-1-16,-6 3 1 0,-6 7 1 15,-7 9 0-15,-8-1-2 16,-5 10 1-16,-7 7-1 16,0 0 1-16,0 0-1 0,4 13 0 15,-4-1-1-15,4 3 0 16,-1 0 1-16,2 3 0 15,2-9-1-15,0 3 1 16,4-6 0-16,1-4 0 0,0-2 1 16,3-2 1-16,0-8 0 15,2-3 1-15,0 1-1 16,4-3 1-16,-7 3-1 16,2-2 0-16,-7 0-2 15,2 10-1-15,-11 4 0 0,9-3 0 16,-9 3 0-16,0 7 0 15,0 3 0-15,0 0-1 16,3 0 3-16,4 3-3 16,1-6 2-16,9 1 0 0,3-3 0 15,2-5 0-15,5 0 1 16,6 0 0-16,-4-5 1 16,0-6 1-16,-3 2 0 15,-1-4 0-15,-7-2 0 0,-9 1 0 16,-3 1-1-16,-6 1 0 15,-6 5-1-15,-3-1-1 16,-4 5 0-16,-7 3 0 0,1 3-2 16,2 7 0-16,4-4-1 15,3 8-1-15,4-3 1 16,6 6-2-16,9-6 1 16,10-1-1-16,1-2 0 0,17-4 0 15,-2-1 2-15,5-3 0 16,5 0 0-16,-6-5 3 15,-1 0 2-15,-6-5 2 16,-8 0 0-16,-8-4 1 0,-9 4 0 16,-7-3 0-16,-5 6-2 15,-10-1 0-15,-2 4-3 16,-6 4 0-16,-2 0-3 16,4 4-2-16,0 4-4 15,6 5 1-15,5-2-2 0,3 4 1 16,7-5 0-16,10 0 2 15,8-7 3-15,4-1 4 16,8-2 4-16,-1-5 4 16,4-8 1-16,-1-6 4 0,-2-1 1 15,-3-7 2-15,-2-5-3 16,-5-3 1-16,-6-2-1 16,-3-7-1-16,-9-1-2 0,0 3-2 15,-2-1 0-15,-2 11-2 16,-5 3-3-16,1 9-2 15,4 10-1-15,2 10-2 16,0 16 3-16,8 8 0 16,7 10-5-16,5 2-8 0,2 12-15 15,5 2-48-15,5 0-2 16</inkml:trace>
  <inkml:trace contextRef="#ctx0" brushRef="#br1" timeOffset="106749.79">21533 5511 487 0,'0'0'1'0,"0"0"-1"0,0 0-2 0,0 6 1 16,0-6 1-16,-2 19-1 0,0-4 0 15,2 2 0-15,0 6 0 16,4-3 1-16,5 4 0 16,3-4 0-16,3-2 0 15,4-3 0-15,1-5 1 0,2-5 0 16,-2-5 1-16,-7-3 0 15,1-5 0-15,-4-6 0 16,-1-1 0-16,-5-6-1 16,-4 4 0-16,0 3-1 15,0 1-3-15,0 1 0 0,0 12 0 16,0 0 0-16,-15 0-2 16,15 12-2-16,0 1 1 15,2 4 0-15,11-3 2 0,-1 3 0 16,4-6 0-16,5-1 2 15,5-2 0-15,-1-6 3 16,2-2 0-16,-4 0 2 16,-2-8 0-16,0-4 0 0,-4 1 1 15,-7-6-1-15,-3 3 0 16,-2 2 0-16,-3-1-3 16,1 3-1-16,-3 10-1 15,-3-9-1-15,3 9 1 16,-9 4-2-16,4 6 1 0,3 1-2 15,-1 1 0-15,3 2 2 16,3-1-1-16,4-1 0 16,5-2 1-16,6-2 0 15,2-6 0-15,1-2 2 0,7 0 2 16,-4-10 0-16,4 0 2 16,-5-2 2-16,-4-2 0 15,-1-4 1-15,-8 0 0 0,-3 1 1 16,-5 2-1-16,-2 3-1 15,0 5-2-15,0 7-2 16,-4-11-1-16,4 11 0 16,0 0-2-16,-8 8 1 0,8-8-1 15,0 17 1-15,0-5 1 16,3 1-1-16,2-1 1 16,-1-1 0-16,5-3 0 15,-2 6-2-15,2-3 0 16,2-3-2-16,-4-3-3 0,2 3-6 15,-9-8-5-15,19-3-30 16,-19 3-31-16,0 0-4 16</inkml:trace>
  <inkml:trace contextRef="#ctx0" brushRef="#br1" timeOffset="107166.95">22368 5425 418 0,'0'0'7'0,"-3"-10"1"0,3 10 1 0,-7-10-1 15,7 10-3-15,0 0 3 16,0 0 0-16,-7 8 0 0,7 11-7 15,0 9 0-15,3 4-3 16,-1 3-1-16,3 2-4 16,-3 0-11-16,7-17-30 15,0 14-32-15,-4-9-4 0</inkml:trace>
  <inkml:trace contextRef="#ctx0" brushRef="#br1" timeOffset="107535.04">22372 5564 287 0,'0'0'5'0,"9"-10"2"16,-2 0 3-16,5-3 3 16,1-4 2-16,2 0 1 15,3-1 3-15,-2-1 2 16,0 4-5-16,-7 2-4 0,0 6-5 16,-9 7-3-16,0 0-1 15,2 5-3-15,-2 10 0 16,0 7-3-16,-2 0 1 0,2 3 0 15,0 5 2-15,0-1 0 16,5-1-1-16,-1-6 1 16,4-3-1-16,-1-6 1 15,1-3 2-15,-8-10 1 16,12 5 0-16,-12-5 1 16,14-5 0-16,-5-5 0 0,3 0-1 15,3-4-1-15,-3 0-2 16,4 6-1-16,-7-3-1 15,3 6 0-15,-1 3-1 0,-3 2 0 16,-8 0 1-16,11 7 0 16,-6 4-2-16,5 1-5 15,-2 2-12-15,-8-1-53 16,12-1-3-16</inkml:trace>
  <inkml:trace contextRef="#ctx0" brushRef="#br1" timeOffset="107833.3">23055 5351 445 0,'0'0'4'0,"0"0"1"0,0 0-1 0,0 0 0 16,0 0-1-16,0 8-1 0,0 6 3 15,0 5 0-15,3 6-5 16,6 5-3-16,0 7-6 16,2 3-8-16,-2-3-23 0,1 3-38 15,1-10-6-15</inkml:trace>
  <inkml:trace contextRef="#ctx0" brushRef="#br1" timeOffset="108367.26">23076 5584 325 0,'0'0'6'16,"0"-16"4"-16,0 4 2 0,6-5 1 15,1-8 2-15,0 0 3 16,3 0-3-16,3-4 1 16,-1 4-5-16,-1 7-4 0,-2 2-4 15,-1 6-1-15,-8 10-1 16,13 0-4-1,-11 7 3-15,0 10 0 0,1 6 0 16,2 0 0-16,2 11 2 16,0-2-1-16,4 0 0 0,-3-5 2 15,3 3-2-15,2-10-1 16,-3-6 1-16,-1-1 0 16,2-9 0-16,-11-4-1 15,17 0 2-15,-17 0-1 0,17-14 0 16,-9 3-1-16,1 0 1 15,4-2-2-15,-6 1 1 16,1 2-1-16,-8 10 0 0,10-10 0 16,-10 10-1-16,0 0 1 15,0 10 0-15,-5 0 0 16,2 0 1-16,1 2 0 16,2-2 0-16,8-2 0 15,2-1 1-15,4 0-1 0,4-4 1 16,7-3 0-16,-4 0 0 15,4-7 0-15,1-1 0 16,-6-4 1-16,1-1-1 16,-5-1 0-16,-9 1-1 0,-2 3 1 15,-5 0-1-15,0 10 0 16,-12-4 0-16,0 4-1 16,-4 9 0-16,2 1 1 15,6 5 0-15,3 0 0 16,5 0 1-16,2 2-2 0,11-3-3 15,8-1-9-15,5-3-64 16,9-5-3-16</inkml:trace>
  <inkml:trace contextRef="#ctx0" brushRef="#br1" timeOffset="108617.41">23839 5219 406 0,'0'0'5'0,"0"0"2"0,0 0 1 15,5 0 1-15,-5 0 1 0,16 10-1 16,-9 5 2-16,2 7-1 16,0 5-5-16,-2 11-1 15,2 1 0-15,-1 6 0 16,2 0-1-16,0-3-2 0,-1-3-5 15,4 1-12-15,-5-10-61 16,1-6-8-16</inkml:trace>
  <inkml:trace contextRef="#ctx0" brushRef="#br1" timeOffset="108816.11">24094 5460 404 0,'0'0'6'0,"0"0"1"0,0 0-1 16,0 0 2-16,7 10-1 16,-2-2 2-16,-3 0-1 15,0 8 1-15,1 1-8 16,4 5-9-16,-2-2-18 0,1 3-52 16,6-1-2-16</inkml:trace>
  <inkml:trace contextRef="#ctx0" brushRef="#br1" timeOffset="109350.48">24279 5504 326 0,'0'0'2'16,"0"0"1"-16,-3 5 1 0,3-5 0 16,0 18 0-16,0-6 1 15,3 0-1-15,3 1 1 16,-2 1-2-16,4-4 0 15,-1 0 0-15,-7-10 4 16,13 11 0-16,-13-11 3 16,14-3 0-16,-14 3 1 0,18-18-1 15,-8 6 0-15,5-3-2 16,-3 1-3-16,0-2-1 16,-1 4-2-16,-2 2-3 0,-9 10-1 15,15-10 1-15,-15 10-1 16,0 0 1-16,6 12-1 15,-4 1 0-15,0 2 1 16,3-3 1-16,2 3 1 0,2 0 0 16,8-5 0-16,3-8-1 15,-1 3 2-15,1-5 2 16,-2-5 1-16,-1-2 2 16,1-8 0-16,-6-2 1 0,-5-3 0 15,-2-3 1-15,1-4-1 16,1-3-3-16,-2 4-2 15,-3-2-1-15,3 4 0 16,-3 4-4-16,4 2 0 0,-4 8-1 16,-2 10-2-16,0 0 2 15,0 18 2-15,-2-1-1 16,2 12 1-16,0 2 0 16,2 6 3-16,3 0-1 0,7 2-1 15,4-7-2-15,3 1-11 16,-1-6-16-16,-4-5-53 15,9-5-2-15</inkml:trace>
  <inkml:trace contextRef="#ctx0" brushRef="#br1" timeOffset="109566.75">24890 5442 376 0,'0'0'7'0,"0"0"2"0,0 0 1 0,0 0-1 16,0 0 1-16,-5 0 0 15,5 0 1-15,-14 8 1 16,1 2-6-16,6 4-3 16,2 4-1-16,-2-1 2 0,4 5 0 15,3-2 0-15,8 0 0 16,11 2-6-16,6-4-65 16,12-4-13-16</inkml:trace>
  <inkml:trace contextRef="#ctx0" brushRef="#br1" timeOffset="115450.26">7264 15104 273 0,'0'0'4'0,"0"0"0"0,0 0 0 0,0 0 3 16,0 0-2-16,0 0 3 16,0 0 2-16,0 0 3 15,7 0-3-15,6 0-1 16,4-6 0-16,10 1 0 0,8-4 0 16,13-4-3-16,12-4-1 15,9-5-2-15,18-6-1 16,5-2 0-16,14-7-1 15,11-7 1-15,15-6-1 16,7-4 0-16,18-8 0 0,6-3 0 16,14-6-1-16,12-6 1 15,13-4 0-15,5-6-1 16,15-3 1-16,9 0-1 16,8 4 0-16,-4-5 0 0,9 6 0 15,-3-1 0-15,0 7-2 16,-4 4 2-16,-9 6 0 15,-10 4 0-15,-9 3 3 16,-13 10 0-16,-14 5 0 0,-8 5 2 16,-30 5-1-16,-12 8 0 15,-23 7 0-15,-20-1-1 16,-19 10-6-16,-18 4-6 0,-12 4-18 16,-12 2-49-16,-16 3-2 15</inkml:trace>
  <inkml:trace contextRef="#ctx0" brushRef="#br1" timeOffset="117117.27">7455 15088 241 0,'0'0'6'0,"0"0"3"0,-7-2 4 16,7 2 3-16,0 0 0 16,-12-2 0-16,12 2 2 0,-11-5-1 15,11 5-6-15,-12 0-3 16,12 0-4-16,-15 2-2 15,4 5-2-15,0 1-1 16,-4 2 0-16,3 5 0 16,-1 0 0-16,1 4 1 15,-4 1-1-15,-1 3 1 0,0-1 0 16,2-1-1-16,0 4 1 16,0-2-1-16,0 2 1 15,3 0 0-15,2-1 0 16,2 4 0-16,1-1-1 0,2 3 1 15,0-3-1-15,3 0-1 16,2 5-1-16,0-7 2 0,5 3-1 16,2-1 0-16,2-3 1 15,2-1 0-15,3-1 1 16,4 0 0-16,-1-4 1 16,6-1-1-16,-3-2 0 15,3 0 0-15,1-5 1 0,-3 0-1 16,8-2 1-16,1-1-1 15,-1-3 1-15,11 2 0 16,-1-6 0-16,7 0 0 16,-2 0 1-16,6-6-2 15,5-1 0-15,-4-4 1 0,9 1-1 16,-3-3 2-16,5-3-1 16,3-1 0-16,5-3 0 15,3-2 0-15,5-3 0 0,3-5 0 16,7 1 1-16,2-3-2 15,2-4 2-15,7 0-2 16,0-1 0-16,6-2 0 16,2-2 1-16,5-1-1 0,5 3 0 15,2-3 0-15,2 0 0 16,4-1 1-16,2 0-1 16,2-1 3-16,5 3-2 0,0-3 1 15,0 1-1-15,5-2 1 16,0 1 0-16,0-1 0 15,3 0 0-15,-2 3 0 16,-2-3 0-16,-4 4 0 16,3 1-1-16,-8-2 0 15,0 5 0-15,0-3-1 0,4 0 1 16,-11 1-1-16,-1 2-1 16,-1 0 1-16,-2 2-1 15,-6 2 1-15,1 4 0 0,-12 2-1 16,-7-1 2-16,-2 3 1 15,-4 1-1-15,-9 4 0 16,-7 3 0-16,-5-1 0 16,-7 0 0-16,-8 7 0 0,-10 1-1 15,-7 5 0-15,-5 0 0 16,-10 0 0-16,-6 5 0 16,-14 0 1-16,13-3-1 15,-13 3 1-15,0 0 0 0,0 0 1 16,0 0 0-16,0 0 0 15,0 0 1-15,0 0 0 16,0 0-1-16,0 0 1 16,0 0-1-16,0 0-1 15,0 0 0-15,0 0 0 0,0 0 1 16,0 0-2-16,0 0 0 16,0 0 0-16,0 0 0 15,0 0 0-15,0 0 0 0,0 0-4 16,0 0-4-16,-5 0-8 15,5 0-31-15,-12 3-29 16,12-3-5-16</inkml:trace>
  <inkml:trace contextRef="#ctx0" brushRef="#br1" timeOffset="117649.98">13120 13189 332 0,'0'0'4'0,"0"0"3"0,0 0 2 0,0 0-1 15,5-6 1-15,-5 6-1 0,0 0 1 16,11 8 1-16,-6 9-4 15,4 1-3-15,1 11-1 16,3 6-1-16,4 9 2 16,3 6 0-16,-1 5-1 15,1 2-1-15,-2-1 1 16,2 1 0-16,-5-7-1 0,-3-2 1 16,-2-4-1-16,-2-5 1 15,-1-7 0-15,-2-2-1 16,-3-5 0-16,1-8-1 15,-3 1 1-15,3-6-2 0,-3-4-2 16,0-8-6-16,0 0-45 16,0 0-22-16,-3-8-4 15</inkml:trace>
  <inkml:trace contextRef="#ctx0" brushRef="#br1" timeOffset="118683.61">13232 13391 244 0,'0'0'6'0,"0"0"0"0,-10 0 4 0,10 0-2 16,0 0 1-16,0 0 0 16,0 0 1-16,0 0 2 15,0 0-3-15,10 0-2 16,7 0 0-16,4 0 0 0,13-2 0 16,3-5 0-16,13 0 0 15,10-9-2-15,9-2-2 16,14-3 0-16,4-6-1 15,14-2 0-15,8-7 1 0,11-3-1 16,10-3-1-16,11-1 1 16,5-3-1-16,13-4-1 15,3 3 1-15,5-3-1 16,1 3 1-16,4-1-1 0,5 7 0 16,-9-3 0-16,-2 4 1 15,-6 5-1-15,-6 6 0 16,-10-1 1-16,-14 5-1 15,-14 5 1-15,-17 2-1 0,-15 0 2 16,-14 10-2-16,-18 0 1 16,-15 3 1-16,-12 3-1 15,-7-1 0-15,-8 3-3 0,-10 0-7 16,0 0-33-16,-12 7-29 16,-11 1-5-16</inkml:trace>
  <inkml:trace contextRef="#ctx0" brushRef="#br1" timeOffset="119583.56">13329 13694 178 0,'0'0'4'0,"12"-5"4"16,1 2 2-16,6-1 2 0,9-1 0 15,9-6 2-15,6 2 0 0,12-4 0 16,-1 3-5-16,14-5 0 16,3-2-4-16,3 0 1 15,6 0-3-15,5-1 0 16,5-7 0-16,2 5 0 16,4-2 0-16,3-3-1 0,5 1 0 15,1 1 0-15,2-1 0 16,10 2-1-16,0-2 1 15,0 1-1-15,1 0 0 0,-2-1 1 16,0 0-2-16,-2-2 1 16,4 3 0-16,-10-2 0 15,2-1 0-15,-4 3 0 16,-4-1-1-16,0 1 1 0,2 1 0 16,-9 2 0-16,-1 0-1 15,-7 2 1-15,-2 2-1 16,-6 1 0-16,-4 0 0 15,-11 3 0-15,-12 1 0 16,0 2-1-16,-9 1 1 0,-8 3 0 16,-8 1-1-16,-10-2 1 15,1 1-1-15,-18 5-3 16,14-2-1-16,-14 2-4 16,0 0-4-16,0 0-7 0,-7 2-10 15,7-2-20-15,-9 7-19 16</inkml:trace>
  <inkml:trace contextRef="#ctx0" brushRef="#br1" timeOffset="120099.85">16975 12493 327 0,'0'0'3'0,"0"0"0"16,0 0-1-16,0 0 1 15,-1 7 1-15,1 2 1 0,1 7 1 16,11 3-1-16,-2 6-1 15,2 5 0-15,3 2 1 16,-3 3-1-16,5-4-2 0,-7 3 0 16,6-3-1-16,-9-3 0 15,0-3 1-15,1-3-1 16,-6 0-1-16,4-9 1 16,-6 4 0-16,2-8-1 0,-2 2-1 15,0-11-4-15,0 12-7 16,0-12-26-16,0 0-33 15,0 0-4-15</inkml:trace>
  <inkml:trace contextRef="#ctx0" brushRef="#br2" timeOffset="125387.3">13322 13514 122 0,'0'0'5'0,"0"0"4"0,0-9 4 0,0 9 3 16,0 0 1-16,0 0 3 16,0-9 0-16,0 9 1 15,0 0-2-15,7 0-6 16,-7 0-1-16,15-3-2 0,-5 3-3 16,0-2 0-16,2 2-3 15,3-2 2-15,3 2-3 16,-3-6 0-16,2 4 0 0,0-3 0 15,3 2 0-15,0-2-1 16,0-2 1-16,3-1-1 16,-1 3 0-16,2-2 0 15,1 2-1-15,3-3 0 16,2 2 0-16,-3-2-1 0,3 1 1 16,5-1 0-16,-1 0-1 15,3-1 1-15,1 2 0 16,-1-3-1-16,5-1 1 15,-2 4-1-15,3-3 1 0,-2-2-1 16,5 2 0-16,-2-3 0 16,-2 1 0-16,6 0 0 15,-4-1 0-15,3 1-1 16,4-1 1-16,-7-1 0 0,4 4 0 16,-7 2-1-16,4-2 1 15,-7 3 0-15,1-1 0 16,-4 3 0-16,-5 0 0 0,0-2 0 15,-1 2 0-15,-1 1 0 16,2-4 0-16,2 0 1 16,-2 1-1-16,2-3 0 15,-2 0 1-15,5 0-1 0,-3 0-1 16,0 3 0-16,-1 0 0 16,0-1 0-16,-1 2 1 15,-5-1-1-15,2 6 0 16,-5-4 1-16,1-1 0 15,-3 2 0-15,-3-2 0 0,1 2 0 16,-4-1 1-16,0 2-1 16,-3 0 0-16,0-1-1 15,-11 4 1-15,12 0-1 16,-12 0 0-16,0 0 0 0,0 0 0 16,0 0 0-16,0 0 1 15,0 0 0-15,0 0 0 16,0 0 1-16,0 0-3 0,0 0-4 15,0 0-6-15,0 4-17 16,0-4-35-16,0 0-7 16</inkml:trace>
  <inkml:trace contextRef="#ctx0" brushRef="#br2" timeOffset="126051.49">15208 12906 275 0,'0'0'7'0,"0"0"3"0,0 0 3 0,0 0-1 0,-10-10 2 0,10 10 0 15,0 0-1-15,0 0 3 16,0 0-4-16,0 0-3 15,0 0-1-15,14 0-1 0,-2 6 1 16,4 1 0-16,7-5 0 16,-2 6-2-16,7-6-1 15,-1 3-2-15,-2-3 0 16,0 1-1-16,0-1 0 0,-3-2 0 16,-2 3 0-16,-2 0 0 15,-5-1-1-15,0 0 1 16,-2 1 0-16,-1-1 0 0,-10-2 1 15,4 8 1-15,-4-8-1 16,-4 16 1-16,-8-2-1 16,-4 0 1-16,-1 4-1 15,-3 1-2-15,-3 3 1 16,-2 3-2-16,1-2 1 16,-3 2 0-16,4-4-1 0,1 4 0 15,0-2 1-15,4-6-1 16,4 1 0-16,-2-3 0 15,9-2 0-15,0-2 0 0,7-11-1 16,-8 12-1-16,8-12 0 16,0 0-3-16,0 8-4 15,0-8-4-15,0 0-10 16,0 0-42-16,4 0-18 0</inkml:trace>
  <inkml:trace contextRef="#ctx0" brushRef="#br2" timeOffset="127966.65">15504 13514 341 0,'0'0'6'0,"0"0"2"0,0 0 3 0,0 0 1 16,0 0 1-16,0 0 1 0,0 0 1 16,0 0 3-16,14-3-8 15,2 0-1-15,3 0-2 16,6 1-1-16,2 0 0 0,10-3-1 15,0-2-1-15,4 1-1 16,-4-1 0-16,2 2-1 16,-2 0 0-16,-2 0 0 15,-5 0-1-15,-3 2 0 0,-6 2 0 16,-5 1-1-16,-5 0 1 16,-11 0 0-16,12 0 1 15,-12 0 0-15,0 0 0 16,-7 6 1-16,-7 0-3 15,0 3 0-15,-3 4 0 0,-3 2 0 16,-7-2 0-16,0 3 0 16,-3 1 0-16,0 4 0 15,0-2 0-15,3 3 0 16,-1-4 0-16,2 2 0 0,1-1 0 16,4-1 0-16,4-3 0 15,0 0 0-15,7-2 0 16,2-1 0-16,1-5 0 0,7-7 0 15,-10 15 0-15,10-15 0 16,0 0 0-16,0 10 0 16,0-10 0-16,0 0 0 15,10 5 0-15,-10-5 0 0,0 0 0 16,11 0 0-16,-11 0 0 16,11 0 0-16,-11 0 0 15,20-5 0-15,-10-2 0 16,5 1 0-16,0-1 0 15,4-3 0-15,4 2 0 0,2-2 0 16,0 1 0-16,5-3 0 16,2 4 0-16,5-4 0 15,0 2 0-15,3 0 0 16,-2-2 0-16,4-1 0 0,-1 5 0 16,-2-2 0-16,-8 3 0 15,0 3 0-15,-7-2 0 16,-4 4 0-16,-7-1 0 0,-13 3 0 15,12 0 0-15,-12 0 0 16,0 0 0-16,0 0 0 16,0 0 0-16,0 0 0 15,0 0 0-15,-2 3 0 0,2-3 0 16,0 0 0-16,-14 8 0 16,14-8 0-16,0 0 0 15,-9 14 0-15,9-14 0 16,-20 7-73-16,20-7-18 15</inkml:trace>
  <inkml:trace contextRef="#ctx0" brushRef="#br2" timeOffset="136700.43">13207 13452 84 0,'0'0'3'0,"0"0"0"0,5 6 5 0,-5-6 8 16,0 0 3-16,0 0 0 16,16 13 5-16,-16-13 1 15,0 0 1-15,0 0 0 16,0 0-1-16,0 0-4 0,0 0-2 15,7 7 2-15,-7-7-1 16,0 0 1-16,0 0-2 16,0 0-3-16,0 0-1 15,0 0-2-15,5-12-2 0,-5 2-1 16,-3-7-3-16,-2 0-1 16,1-8 1-16,-7 0-1 15,4-7 0-15,-3 0 0 0,0-8 0 16,-3-2-3-16,2-3-3 15,-2-7 0-15,-4-8 0 16,1-1 0-16,-1-11 0 16,0-5 0-16,-1-7 0 0,1-2 0 15,2-6 0-15,-3 0 0 16,3 1 0-16,1-1 0 16,-4 10 0-16,1 3 0 15,2 7 0-15,0 7 0 0,-2 6 0 16,2 8 0-16,2 1 0 15,-1 5 0-15,-2 4 0 16,4 7 0-16,3 2 0 16,-4 5 0-16,3 2 0 15,0 10 0-15,2 1 0 0,1 1 0 16,2 6 0-16,5 7 0 16,0 0 0-16,-9-10 0 15,9 10 0-15,0 0 0 16,0 0 0-16,0 0 0 0,0 0 0 15,0 0 0-15,0 0 0 16,0 0 0-16,0 0 0 16,0 0 0-16,0 0 0 0,0 0 0 15,0 0 0-15,0 0 0 16,0 0 0-16,0 0 0 16,0 0 0-16,0 0 0 0,0 0 0 15,0 0 0-15,0 0 0 16,0 0 0-16,0 0 0 15,0 0 0-15,0 0 0 16,0 0 0-16,0 0 0 16,0 0 0-16,0 0 0 0,0 0 0 15,0 0 0-15,-9 14 0 16,3 4 0-16,0-4 0 16,-1 11 0-16,-4 3 0 15,2 5 0-15,-6 1 0 0,0 0 0 16,5 2 0-16,-5-2 0 15,5-2 0-15,-2-2 0 16,6-5 0-16,-1-3 0 16,2-8 0-16,5 0 0 0,0-14 0 15,-5 11 0-15,5-11 0 16,0 0 0-16,0-5 0 16,0-5 0-16,0-7 0 15,3-5 0-15,-1-6 0 0,3-3 0 16,0-9 0-16,3 0 0 15,0-2 0-15,1-3 0 16,-2 6 0-16,2-3 0 16,-5 9 0-16,1-1 0 0,0 9 0 15,0 0 0-15,-3 10 0 16,1 3 0-16,-3 12 0 16,3-7 0-16,-3 7 0 15,0 0 0-15,7 7 0 0,0 3 0 16,1 3 0-16,2 1 0 15,2 3 0-15,0-2 0 16,4 5 0-16,1-5 0 16,0 6 0-16,1-7 0 0,1-2 0 15,-1 3 0-15,1-2 0 16,2-1 0-16,-1-8 0 16,5 6-56-16,-3-3-34 15,-2-4-3-15</inkml:trace>
  <inkml:trace contextRef="#ctx0" brushRef="#br2" timeOffset="137283.76">12698 10843 370 0,'0'0'6'0,"0"0"5"0,0 0 2 0,-3-11 2 0,3 11 0 15,0 0 0-15,0 0-1 0,-9 0 1 16,6 15-6-16,-2 6-5 16,1 5-2-16,-2 2-1 15,-1 4 1-15,2 6-1 16,-2-2 1-16,-1-3 0 0,2-4 0 15,-1-4-3-15,5-3-1 16,-3-8-6-16,2 0-3 16,3-14-4-16,-7 10-9 0,7-10-13 15,-8-10-31-15,8-4-16 16</inkml:trace>
  <inkml:trace contextRef="#ctx0" brushRef="#br2" timeOffset="137517.03">12524 10872 362 0,'0'0'6'0,"0"0"2"15,0 0 4-15,-10-2 1 16,10 2 1-16,0 0-1 16,0 0 1-16,0 0 0 15,0 0-3-15,3 10-3 0,12 0-3 16,7 4-1-16,3 1-1 16,7 3 1-16,3 2-1 15,5-1 2-15,-1 1-2 16,-1-4 0-16,-1-2 0 0,-7 1 0 15,-1-5-3-15,-4 3 0 16,-7-6-6-16,2 3-20 16,2-2-56-16,-22-8-4 15</inkml:trace>
  <inkml:trace contextRef="#ctx0" brushRef="#br2" timeOffset="139416.73">13190 13518 82 0,'0'0'6'0,"0"0"3"0,0 0 5 0,2-15 5 16,-2 15 3-16,0 0 3 0,0 0 2 15,8-12 1-15,-8 12-4 16,0 0-3-16,0 0-1 16,0 0-4-16,0 0-1 0,0 0-3 15,0 0-1-15,0 0-1 16,0 0 0-16,0 0-2 15,0 5-2-15,0 4-2 16,-8 0-2-16,-2 5 0 0,1 1-2 16,-7 7 0-16,0 0 1 15,-5 7-1-15,-1-1 1 16,-8 2-1-16,6 5 1 16,-4 2 0-16,-2 3 0 0,-2-1 1 15,0 6-1-15,-3-1 0 16,-3 1 0-16,4-2-1 15,-1 6 1-15,-2-3-1 16,0-2 0-16,-1 4-1 16,1-3 1-16,4-1 0 0,1-1-1 15,2-4 1-15,0 1 1 16,5-7-1-16,6-4 1 16,-1-4-1-16,3 2 0 0,2-7 1 15,-2 2-1-15,4-5 0 16,1-1 1-16,-1-1-1 15,3-1 1-15,-2-3-1 16,2-1 0-16,2-2 0 0,8-8 1 16,-12 13-1-16,12-13 1 15,-10 10-1-15,10-10 1 16,0 0-1-16,-10 7 0 16,10-7 1-16,0 0-1 15,0 0-1-15,0 0 0 0,-7 3 0 16,7-3 1-16,0 0-2 15,0 0 1-15,0 0 0 16,0 0-1-16,-13 3 1 0,13-3 0 16,0 0-1-16,0 0 0 15,0 0 0-15,0 0 0 16,0 0 0-16,0 0 1 16,-7 2-1-16,7-2 1 0,0 0 1 15,0 0 0-15,0 0 0 16,0 0 1-16,-8 10 0 15,8-10 0-15,0 0 0 0,0 0 0 16,0 0 0-16,-4 7-1 16,4-7-2-16,0 0-10 15,0 0-22-15,0 0-36 16,-9 3-4-16</inkml:trace>
  <inkml:trace contextRef="#ctx0" brushRef="#br2" timeOffset="139950.15">12251 14449 390 0,'0'0'4'0,"0"0"2"0,0 0 1 0,0 0 0 0,0 0 0 16,0 0 1-16,0 0 1 15,-5 13-1-15,5 4-3 16,-5 1-1-16,-1 9-2 16,-1 1 0-16,2 6 1 0,-4 1-2 15,-2-1 1-15,-1 1-1 16,0-3 0-16,-1 0-1 15,1-7 1-15,-2 0-1 16,3-6 1-16,1-1-2 16,2-5 1-16,1-4-1 15,7-9 0-15,-5 9 0 0,5-9 1 16,0 0 1-16,10 0 2 16,3-4 0-16,4-6 1 15,3 3 2-15,5-8 0 0,2 2 0 16,3-4 0-16,3 0 0 15,-4 0-1-15,1 4-5 16,0 1 0-16,-6-1 0 16,-4 3 0-16,-5 5 0 0,-5 2 0 15,-10 3 0-15,12-4 0 16,-12 4 0-16,0 0-7 16,0 0-27-16,0 4-50 15,-2 7-3-15</inkml:trace>
  <inkml:trace contextRef="#ctx0" brushRef="#br2" timeOffset="140483.1">11557 15411 439 0,'0'0'3'0,"0"0"1"0,0 0 1 0,0 0-1 16,0 0 2-16,0 0 1 16,11-3 0-16,1 6 1 15,8 7-4-15,-1 2 0 0,9 1-1 16,-1 1 0-16,5-4-1 16,1 3 0-16,-4-3-1 15,1-1-1-15,-6 1-3 16,2-6-8-16,-1 4-24 15,-5-2-47-15,-7-3-2 0</inkml:trace>
  <inkml:trace contextRef="#ctx0" brushRef="#br2" timeOffset="140683.23">11938 15287 457 0,'0'0'3'0,"0"0"0"15,0 0 2-15,5 10-1 16,-5 5 2-16,0 9 0 0,0 6 0 16,-3 10 0-16,-1 9-2 15,-5 6-1-15,2 1-4 16,2 7-10-16,-10 16-58 0,10-27-15 16</inkml:trace>
  <inkml:trace contextRef="#ctx0" brushRef="#br2" timeOffset="154657.1">15431 12197 150 0,'0'0'2'0,"-12"-2"1"0,-3 2-2 0,-2-6 1 0,-6 6 1 16,-4-4 1-16,-10 4 0 15,-3 0 1-15,-3 8-1 16,-8 11-1-16,3 6 1 0,-4 17-2 16,-2 6 1-16,-1 11 1 15,-2 13 0-15,2 11 2 16,-3 12 2-16,12 8 0 0,0 5 0 16,7 3 0-16,12 8 0 15,10-5 0-15,6 3 0 16,11 3-1-16,11-8-1 15,12-8 2-15,8 3-1 0,9-11 1 16,9-2-2-16,6 4-2 16,14-17-4-16,6-2-1 15,9-12-1-15,6-5-1 16,10-13-1-16,-1-6 0 0,7-16-1 16,9-15 2-16,-5-12 3 15,-1-7 2-15,-5-21 4 16,-4-9 1-16,-6-14 4 15,-2-12 3-15,-13-13 0 16,-6-11 2-16,-9-12 2 0,-7-13-2 16,-10-7-3-16,-10-14-1 15,-12 0-3-15,-5-6-1 16,-12 3 0-16,-13-1-2 0,-11 7 0 16,-16 10 0-16,-10 7-1 15,-17 8 0-15,-11 11-1 16,-14 10-1-16,-16 9-2 15,-14 13 0-15,-13 15-1 0,-9 12 0 16,-8 18-2-16,-10 15-1 16,2 19-7-16,-7 23-22 15,5 34-48-15,5 24-1 16</inkml:trace>
  <inkml:trace contextRef="#ctx0" brushRef="#br2" timeOffset="158266.99">14760 10737 350 0,'0'0'3'0,"0"0"0"0,0 0 1 16,0 0 1-16,0 0 3 15,11 6 2-15,-11-6 0 16,16 6 0-16,0 1-3 15,5-2-1-15,7 2-4 0,10 3-13 16,-3 1-42-16,11-7-21 16,9 2-5-16</inkml:trace>
  <inkml:trace contextRef="#ctx0" brushRef="#br2" timeOffset="158966.97">16120 10499 319 0,'0'0'11'15,"0"0"2"-15,0 0 3 16,0 0 3-16,-13-8 1 0,13 8 1 15,0 0-1-15,-10-13 1 16,10 13-9-16,0-10-4 16,0 10-3-16,20-6-2 15,0 0-1-15,12 1-1 0,3 3 0 16,10-3 0-16,2 5 0 16,5 0-1-16,-5 0 0 15,-4 5 0-15,-9 2 0 16,-9 3 0-16,-10 5-1 0,-10 3 1 15,-8 1 0-15,-16 6 1 16,-8 2-1-16,-16 3 1 16,-6 2-1-16,-14 3 0 15,-9 4 1-15,-2-2-1 0,-6 1 0 16,6-5 0-16,7-4 0 16,7-2-1-16,21-3 1 15,9-9 0-15,17-5 0 16,13-10 0-16,32 5 1 0,8-7-1 15,17-6 1-15,11-5 0 16,6-1 1-16,8-1-2 16,-1 0 1-16,-1 1 0 15,-6-1 0-15,-6 5 0 0,-11-1-1 16,-12 10 0-16,-15-5-3 16,-5 6-1-16,-11 0-5 15,-1 0-10-15,-13 0-25 16,0 7-40-16,0-7-2 0</inkml:trace>
  <inkml:trace contextRef="#ctx0" brushRef="#br2" timeOffset="159716.92">17178 10684 425 0,'0'0'5'0,"0"-12"0"0,0 4 2 0,-5-2 0 15,-3-1 0-15,-2 0 0 16,-4 1 0-16,-6 0 0 15,-8 7-4-15,-4 3-2 0,-3 10-1 16,1 3-1-16,2 4 0 16,4 1-1-16,5 4 0 15,8-2 0-15,14-1 0 16,1-4 0-16,12-2 1 0,5-5 0 16,7-4 1-16,4-4 1 15,-1-2 0-15,1-6 1 16,-4-4 1-16,0-1 0 15,-8-1-1-15,2-4 1 0,-8 4 0 16,-5 1-1-16,-1 3-1 16,-4 10-2-16,4-13 1 15,-4 13-1-15,5 8 0 0,-1 0-1 16,1 9-2-16,2-2-5 16,3 5-7-16,5-6-10 15,3 2-23-15,4-1-32 16,1-5-5-16</inkml:trace>
  <inkml:trace contextRef="#ctx0" brushRef="#br2" timeOffset="160099.76">17389 10692 397 0,'0'0'5'0,"0"0"3"15,3-10 2-15,-3 10 1 16,0-15 0-16,0 5 1 0,0-3 1 16,2 1-1-16,3-1-4 15,2 1-4-15,4 5-1 16,3 0-2-16,4 4 0 15,-1 3-1-15,6 0-1 16,-3 5 1-16,-3 5-1 0,-2 0 0 16,-3 4-1-16,-5 0 1 15,-2-3 0-15,-5-1-1 16,0 0 2-16,0-10-1 0,-7 10 2 16,7-10 0-16,-10 5 0 15,10-5 0-15,0 0 0 16,-7-13-1-16,7 4 1 15,7-4-1-15,3-4 0 0,8-1 0 16,-1-1-1-16,2 1 1 16,4 6 0-16,-1-1-1 15,-4 6 0-15,0 6 0 16,-6 1-1-16,-5 8-1 0,0 5-2 16,-3 2-3-16,-2 3-5 15,3 1-6-15,-3 3-34 16,1-7-29-16,-1 0-2 15</inkml:trace>
  <inkml:trace contextRef="#ctx0" brushRef="#br2" timeOffset="160266.46">17944 10538 420 0,'0'0'4'0,"0"0"0"0,0 0-1 0,0 0 0 16,-8 5 1-16,8-5-1 15,-8 17-1-15,3-5-1 16,3 9-12-16,-1-5-16 0,-11 7-49 16,14-6-3-16</inkml:trace>
  <inkml:trace contextRef="#ctx0" brushRef="#br2" timeOffset="160599.82">18365 10471 460 0,'0'0'2'16,"0"0"-1"-16,-7-5 0 16,-3 5 0-16,-3 0 0 0,-6 0-1 15,-1 8 1-15,-5-1-1 16,3 3-1-16,-4 2 0 16,9 3-1-16,5 2 1 0,5 4 0 15,7-2 0-15,5-1 0 16,9 1 1-16,3-2 0 15,9-2 0-15,-2 0 0 16,1-2 0-16,0-1-1 16,-4-2 1-16,-5-3-1 0,-3 4 1 15,-8-2-1-15,-5-2 1 16,0-7-1-16,-20 15 0 16,3-5 1-16,-8-2-1 15,-2-5-4-15,-1 7-13 0,-4 5-49 16,7-14-11-16</inkml:trace>
  <inkml:trace contextRef="#ctx0" brushRef="#br2" timeOffset="161317.37">19146 10585 433 0,'0'0'5'0,"0"0"0"0,-5-10 0 0,-8 5 1 0,1 0 0 15,-6 0-1-15,-9 5 1 16,1 0-1-16,-8 0-4 16,0 8-1-16,-2 4-2 15,12 3-1-15,2 2-1 16,4 0 0-16,11 1 0 0,7-6 0 16,12-2 1-16,11-3-1 15,2-1 3-15,2-6 0 16,3-3 3-16,0-4 0 0,0-6 0 15,-11 1 1-15,1-1 0 16,-3-2 1-16,-9 5 0 16,0 1-1-16,-6-1-1 15,-2 10-1-15,0 0-1 0,0 0 0 16,0 0-1-16,0 10 0 16,0-3-1-16,0 4 0 15,10-3 1-15,3 0 1 0,6-5 0 16,6-3 0-16,7-3 1 15,11-9-1-15,1-7 2 16,6-6-1-16,4-10 0 16,-1-5-1-16,-6-7 1 0,-2-5 0 15,-8-2 0-15,-12-6 1 16,-10 1 0-16,-12 4 0 16,-6 5 1-16,-12 11 0 15,-5 5-1-15,-7 13 0 0,-3 17-1 16,-2 6 0-16,-4 23-1 15,10 7-1-15,3 10 0 16,3 8 2-16,9 7-1 16,11 2 1-16,4-3-1 15,14 0 0-15,6-7-2 0,7-4-4 16,6-14-6-16,5-1-19 16,4-7-52-16,-5-11-1 15</inkml:trace>
  <inkml:trace contextRef="#ctx0" brushRef="#br2" timeOffset="161466.65">19782 10384 441 0,'0'0'3'0,"0"0"0"0,-10 3 0 0,5 7 0 0,0 2 0 16,0 5 1-16,0 6-1 16,2 2-1-16,3 2-7 15,0 0-13-15,8-9-52 0,4 6-10 16</inkml:trace>
  <inkml:trace contextRef="#ctx0" brushRef="#br2" timeOffset="162700.07">20240 10446 460 0,'0'0'3'0,"0"0"-1"0,-6-9 1 15,-4 4-1-15,-3 2 1 16,-6-2 0-16,-3 2-1 15,-4 1 1-15,-1 2-3 16,-3 2 0-16,6 9-1 0,-3-5 0 16,6 7 0-16,7-1-1 15,6 1 1-15,5-1 0 16,3 1 0-16,11-6 0 0,1 3 0 16,4-3 0-16,5 0 1 15,-3-1-1-15,-1 2 2 16,3-1-1-16,-6 2 0 15,4 4 0-15,0 2 0 0,-3 2 1 16,0 8-1-16,-3 2 1 16,-5 3-1-16,0 7 0 15,-4-2 1-15,-3 4 0 16,-10-2-1-16,-5 1 1 0,-7-1 0 16,-8-5 0-16,-4-5 1 15,-6-2-1-15,-3-9 0 16,4-7 1-16,2-6-1 15,5-3-2-15,11-10 0 0,9-8-1 16,12-11-1-16,12-12 2 16,16-5-1-16,9-6 0 15,8-5 0-15,4-2 2 16,4-4 1-16,-4 7-1 0,-2 1 1 16,-10 13 0-16,-9 2 0 15,-8 13 0-15,-8 5 0 16,-5 7-1-16,-7 15 0 15,0-10 0-15,0 10 1 0,-7 12-2 16,2 3 1-16,3 2-2 16,2 1 1-16,0 1 1 15,2 1-1-15,6-4 0 16,7-7 1-16,-1-4-1 0,6-5 1 16,3 0 1-16,-4-7-1 15,4-3 1-15,2-5 0 16,-6-3-1-16,-1 1 1 0,2 3-1 15,-10-1 0-15,-3 5-1 16,-7 10 1-16,7-10 0 16,-7 10-1-16,-7 7 0 15,2 6 0-15,-2-1 0 16,5 3 1-16,-1 3-1 16,6-4 1-16,6 1 0 0,9-5 0 15,9 0 0-15,8-3 1 16,2-4-1-16,8-3 1 15,2-3 1-15,2-4-1 16,-1-5 0-16,-6-4 0 0,-4-1 1 16,-9 0-2-16,-9-3 0 15,-13 3 0-15,-4 4-1 16,-6 1 0-16,-9 4 0 0,-8 5 0 16,-1 3-1-16,-2 8 1 15,0 5-1-15,6-1-1 16,4 5 1-16,9 1-1 0,6-4 1 15,13 4 0-15,12-8-1 16,9 0 1-16,5-5 2 16,9-3 0-16,2-2 0 15,0-2 0-15,-1-6 2 16,-5-2 0-16,-6 1 0 0,-11-3 0 16,-9-1 0-16,-12 2 0 15,-8 2 0-15,-14 4-1 16,-12 2 0-16,-3 3-2 15,-6 5-1-15,0 6-1 0,1-2-3 16,6 7 0-16,6-4 0 16,12 0 1-16,10-12-1 15,7 10 1-15,16-10 2 16,9-5 2-16,3-10 2 0,4-7 2 16,6-6 1-16,-1-9 1 15,4-5-1-15,-8-8-1 16,-5-4 1-16,-6-2 0 0,-4-2 1 15,-8 1 0-15,-6 5 0 16,-6 7 1-16,-5 8-2 16,0 12 0-16,-8 16-1 15,0 13-1-15,1 19 0 0,2 20-2 16,0 11-2-16,5 12-3 16,0 9-5-16,8-16-60 15,4 28-12-15</inkml:trace>
  <inkml:trace contextRef="#ctx0" brushRef="#br2" timeOffset="164783.79">21899 10246 445 0,'0'0'4'0,"0"0"2"0,0 0 0 0,0 0 0 16,0 0 1-16,0 0-1 15,0 7 0-15,-7 1 0 16,-1 5-3-16,4 3-3 0,-5 1-1 15,4 4 1-15,5-2 0 16,3-2 0-16,10-2 0 16,1-5 0-16,4 0 1 15,-1-5-1-15,6-5 0 0,-8-3 1 16,2-6-1-16,-5-4 0 16,1 2 0-16,-6-6 1 15,-2 6-1-15,-3 1 0 0,-2 10-1 16,0 0 1-16,0 0-1 15,-4 2 0-15,-4 10 0 16,8 3 0-16,0 1 0 16,5-2 0-16,5 1 1 15,8-7-1-15,2 1 1 0,4-6 0 16,3-3 1-16,1-3-1 16,-3-4 2-16,-3-3-1 15,-2-5 1-15,-3 1 0 0,-7-4 0 16,-5 1 0-16,-5 2-1 15,0 5 0-15,-3 0 0 16,-6 5-3-16,-1 5-2 16,0 3-7-16,0 1-15 15,-22 9-58-15,29-1-1 0</inkml:trace>
  <inkml:trace contextRef="#ctx0" brushRef="#br2" timeOffset="164966.51">22510 10169 487 0,'0'0'3'0,"0"0"1"0,0 0 0 0,0 0-1 0,0 0 0 0,0 10 0 16,0 4-1-16,0 6 0 16,-7 3-2-16,7 6-11 15,-7 3-22-15,1 3-49 16,3-3-4-16</inkml:trace>
  <inkml:trace contextRef="#ctx0" brushRef="#br2" timeOffset="165400.24">22466 10169 366 0,'0'0'3'15,"12"-12"-2"-15,2-1 1 16,7-2 1-16,1-2 2 15,6-2 3-15,4-2-1 16,3 2 1-16,-7 3-1 0,-4 9 1 16,-7 7-1-16,-2 5 1 15,-10 10-3-15,-5 11-1 16,-2 5-2-16,-7 6 0 0,2 2-3 16,-2 2-4-16,4 0-1 15,2-6 1-15,3-3-2 16,0-5 0-16,0-7 2 15,8-2 3-15,-4-11 4 0,6-2 1 16,1-5 4-16,-2-5 0 16,1-10 2-16,1 1 0 15,1-10 0-15,1 5-2 16,-1-1 0-16,-3 3 0 0,-2 4-2 16,2 2-2-16,-9 11-2 15,0 0 1-15,8 0-1 16,-4 4-1-16,-4 8-1 15,4 4 0-15,1 1 1 16,3 0-1-16,4 3-3 0,2-5-4 16,5 2-13-16,1-2-59 15,7-5-3-15</inkml:trace>
  <inkml:trace contextRef="#ctx0" brushRef="#br2" timeOffset="166033.16">23407 10050 416 0,'0'0'7'0,"5"-15"2"0,-3 8 3 0,2-3 0 15,-4 10 0-15,4-18-1 0,-4 18 1 16,0 0-1-16,-4 20-6 15,-9 7-3-15,5 13-5 16,-5-1-3-16,4 9-6 16,-3-1-11-16,7 0-18 0,5-3-43 15,0-9-2-15</inkml:trace>
  <inkml:trace contextRef="#ctx0" brushRef="#br2" timeOffset="166583.4">23345 10347 346 0,'0'0'6'0,"2"-13"3"16,6-1 3-16,0-6 2 15,5-5-1-15,4-7 1 16,2 0 0-16,3-8 2 16,-1 6-3-16,-5 4-3 0,0 5-2 15,-2 5-1-15,-6 5-3 16,-8 15-1-16,0 0 0 16,8 12-1-16,-8 11-3 15,0 2 0-15,0 7-1 0,5 3 1 16,-1 4 0-16,4-2 0 15,0-2-1-15,-1-5 0 16,3-5 0-16,-1-8 1 16,2-6-1-16,-3-7 2 0,6-1 0 15,-1-6 2-15,-1-7-1 16,3-2 1-16,-1-4 0 16,2 0 0-16,-4-2 0 15,-1 3 0-15,0 1 0 0,-3 4-2 16,-8 10 0-16,0 0 0 15,0 0-1-15,0 0 0 16,0 13 1-16,-5-2-2 0,2 4 1 16,3-3 1-16,0 4 0 15,8-4-1-15,5-2 1 16,6-3 0-16,6-2 1 16,7-5-1-16,3 0 0 0,4-8 1 15,-1-3 0-15,-1-2 0 16,-4-5 0-16,-8 1 0 15,-4 3 1-15,-10-2-1 16,-6 4 0-16,-5 12-1 16,-10-10 0-16,-5 10-1 0,0 7 0 15,-7 8 0-15,1 2 0 16,9 4 0-16,3 4-1 16,5-3 0-16,8 0-5 15,17 0-16-15,29-2-59 16,-12-2-1-16</inkml:trace>
  <inkml:trace contextRef="#ctx0" brushRef="#br2" timeOffset="167283.95">19091 11672 475 0,'0'0'2'0,"0"0"1"0,-7-10 1 0,-4 6-1 0,2 1 1 0,-8 3 0 16,-6 0-1-16,-8 7 0 15,3 6-2-15,-5 7-1 0,6 3 0 16,-3 3-1-16,10-1-1 16,5-2 1-16,8-1 0 15,10-8 0-15,11-3 0 0,6-9 1 16,12-2-1-16,3-10 1 15,5-7 0-15,0-8 2 16,2-5 0-16,-5-10 1 16,-7-4 1-16,0-3 0 0,-10-8-2 15,-8-1-2-15,-5-2 0 16,-1 7 0-16,-6 7 0 16,0 6 0-16,-6 5 0 15,-1 16 0-15,7 17 0 0,-7 0 0 16,4 20 0-16,3 15 0 15,0 9 0-15,0 11 0 16,3 4 0-16,4 5 0 16,0-3 0-16,6-5 0 15,-3-8-15-15,5-7-71 0,0-8-3 16</inkml:trace>
  <inkml:trace contextRef="#ctx0" brushRef="#br2" timeOffset="167450.57">19355 11614 447 0,'0'0'6'16,"0"0"0"-16,0 0 0 16,-11 1 1-16,9 9-2 15,0 5 1-15,-1 0 0 0,1 8 0 16,2 0-8-16,0 2-8 16,5 0-39-16,2 0-33 15,3-5-1-15</inkml:trace>
  <inkml:trace contextRef="#ctx0" brushRef="#br2" timeOffset="167821.32">19544 11608 476 0,'0'0'5'16,"0"0"1"-16,0 0 1 0,0 0 2 15,5-2-1-15,-5 2-8 16,0 0 0-16,0 0 0 16,9 2 0-16,-2 8 0 15,4 3 0-15,1 1 0 16,1 1 0-16,1 8 0 0,1-1 0 16,-5-2 0-16,0-2 0 15,-5-2 0-15,-3-1 0 16,-2-5 0-16,0-10-2 15,-12 10-1-15,5-10 3 0,-4 0 0 16,4-10 1-16,0-5 1 16,7-3 0-16,0-7-2 15,5 0 0-15,7-4 0 16,3 2 0-16,8 3 0 0,-4-4 0 16,11 11-35-16,-5 3-47 15,0 0-4-15</inkml:trace>
  <inkml:trace contextRef="#ctx0" brushRef="#br2" timeOffset="169133.71">19926 11668 369 0,'0'0'7'0,"0"0"2"0,0 0 2 16,0 0 0-16,0 0 0 16,0 0 1-16,-2-10-1 15,2 10 1-15,0 0-7 0,0 0-1 16,0 0-3-16,12 0 2 16,-2-3-1-16,9-2 0 15,-1 0 0-15,2 0 1 0,2-2 0 16,-2-4 0-1,-2 0 1-15,-6 1-2 0,-7-2 0 16,-5 1 0-16,-5 4 0 16,-7 0-1-16,-8 5 0 15,-5 2-1-15,-5 4-1 16,3 6 0-16,-3 5-1 0,5 8 0 16,3-2 0-16,11 2 1 15,7-1 0-15,5-1 0 16,15-4 1-16,12-6-2 0,4 3-3 15,5-10-8-15,5 0-18 16,18-4-49-16,-15 0-2 16</inkml:trace>
  <inkml:trace contextRef="#ctx0" brushRef="#br2" timeOffset="169334.28">20341 11586 449 0,'0'0'3'15,"0"0"1"-15,-10 3 0 0,3-1 2 16,-8 3-1-16,0 7 0 16,-6 1 0-16,5 5-1 15,-5-2-1-15,7 4-3 16,3 2-1-16,9-1-3 0,4-5-5 16,11-1-6-16,7-5-8 15,7-7-25-15,11-1-33 16,-6-4-4-16</inkml:trace>
  <inkml:trace contextRef="#ctx0" brushRef="#br2" timeOffset="169718.79">20577 11494 335 0,'0'0'9'16,"0"-15"5"-16,0-2 4 15,-3 2 2-15,-4-2 1 16,-1-1 1-16,-2 3-1 16,-4 5 0-16,1 10-9 0,1 13-4 15,0 12-3-15,1 8-2 16,4 8-4-1,0 4-2-15,4 4-6 0,3 1-9 16,0-8-14-16,3-2-14 16,-1-8-4-16,4-7 2 0,0-11 5 15,-3-4 13-15,-3-10 13 16,8 0 18-16,-6-10 18 16,8-8 19-16,-3-1 2 0,6-3 0 15,-1-3-5-15,8-4-11 16,-3 6-6-16,-1 3-6 15,-2 2-4-15,-1 7-1 16,-3 3-1-16,-10 8-2 0,12 3-1 16,-6 6 0-16,-4 9-2 15,0-4 0-15,1 7 1 16,-1-2-2-16,5 3-1 16,-2-5-2-16,6 1-3 15,-4-5-5-15,3-1-9 0,-10-12-17 16,17 7-43-16,3-7-2 15</inkml:trace>
  <inkml:trace contextRef="#ctx0" brushRef="#br2" timeOffset="169983.93">20962 11601 434 0,'0'0'4'0,"0"0"-1"16,-4 0 2-16,-5 0 0 16,-3 7-1-16,-3 0 0 15,-4 6 0-15,-2 4 0 0,2-2-3 16,4 5-1-16,3-3-1 15,6 1 0-15,6-4 1 16,8-4 0-16,4-2 0 16,11-6 0-16,4-2 0 0,6-5 1 15,-1-2 1-15,-2-5 0 16,0-1 1-16,-8-4 1 16,-3 0 0-16,-9-1 1 15,-4 3-1-15,-6 1 0 0,-6 1-3 16,-1 3-7-16,-8-1-13 15,2 10-60-15,6 1-5 16</inkml:trace>
  <inkml:trace contextRef="#ctx0" brushRef="#br2" timeOffset="170318.24">21367 11573 459 0,'0'0'3'0,"0"0"0"0,0 0 0 15,0 0 0-15,-12 10 1 16,12-10-1-16,-15 18-1 16,5-4 0-16,2-1-3 15,-2 2-1-15,6 0 0 0,1-1-2 16,3-1 1-16,3-3 0 16,-3-10 1-16,14 6 1 15,-1-6-1-15,-1-1 2 16,6-9 1-16,-4-5 2 0,4 0-1 15,-1 0 1-15,1-2 0 16,-3 3-1-16,0 1 1 16,-6 3-1-16,2 5-1 15,-11 5 0-15,14 0 0 0,-7 11-3 16,-4 3-4-16,5 6-9 16,-4-4-19-16,9 7-47 15,2 0-1-15</inkml:trace>
  <inkml:trace contextRef="#ctx0" brushRef="#br2" timeOffset="170683.58">22188 11578 432 0,'0'0'4'15,"-13"0"0"-15,1 0 1 16,-1 0-1-16,-4 8 1 0,1-1 0 16,-3 3-2-16,1 2 1 15,9 6-3-15,4-6-1 16,5 3 1-16,12-3-1 0,6-4 1 16,6-1-1-16,10-7 3 15,2 0-1-15,-1-7 3 16,-5-3-1-16,-1-5 1 0,-9 0 0 15,-5-4 0-15,-5-1-1 16,-10-3 0-16,-8 3-1 16,-7 6-1-16,-7-2-4 15,-7 9-1-15,1 3-3 0,-4 4-6 16,2 0-14-16,7 0-50 16,10 7-8-16</inkml:trace>
  <inkml:trace contextRef="#ctx0" brushRef="#br2" timeOffset="170883.23">22612 11242 468 0,'0'0'4'0,"0"0"2"0,0-10 1 16,0 10 0-16,0 0 0 16,-10 2 0-16,0 15-2 0,0 10-5 15,-2 13 0-15,5 10 0 16,-2 8 0-16,9 13 0 15,-2 0 0-15,4 4-7 16,-2-9-30-16,11-3-49 0,-4-12-2 16</inkml:trace>
  <inkml:trace contextRef="#ctx0" brushRef="#br2" timeOffset="171033.78">22447 11739 456 0,'0'0'4'0,"0"-17"0"16,0 4 2-16,0-3 0 15,0-2 1-15,6 3-1 16,3-2 0-16,7 2-2 16,-2 1-12-16,16-14-52 0,2 25-22 15,6 1-2-15</inkml:trace>
  <inkml:trace contextRef="#ctx0" brushRef="#br2" timeOffset="171350.63">22853 11551 452 0,'0'0'3'0,"0"0"0"0,0 0 0 16,0 0 2-16,-7 13 1 15,7-13 0-15,-3 9 2 16,3-9 0-16,3 13-1 16,-3-13-1-16,18 10-2 15,-2-9-4-15,2-1 0 16,1 0 0-16,2 0 0 0,-7-6 0 15,1-2 0-15,-7-2 0 16,-4-1 0-16,-4-5 0 16,-4 7 0-16,-11-2 0 15,-5 4 0-15,0 7 0 0,-4 0 0 16,4 12 0-16,2 3 0 16,6 7 0-16,2 1 0 15,8 1 0-15,2 0-2 0,14-1-22 16,6 12-53-16,2-20-9 15</inkml:trace>
  <inkml:trace contextRef="#ctx0" brushRef="#br2" timeOffset="171899.66">23124 11586 467 0,'0'0'4'0,"0"0"1"16,-2-13 2-16,2 13 1 15,-3-7 0-15,3 7-1 16,-5-10-2-16,5 10-5 0,0 0 0 15,8-3 0-15,-8 3 0 16,16 11 0-16,-5-2 0 16,1 1 0-16,1 3 0 15,-3 2 0-15,-1 2 0 16,-6-5 0-16,-1 1 0 0,-2-1-2 16,0-5-2-16,0-7 1 15,-7 11 2-15,7-11 0 16,0 0 2-16,-12-3 1 0,12-7 0 15,0-2 0-15,2-1 0 16,5-4 0-16,3 0-2 16,5-1 0-16,6 3 0 15,-4 3 0-15,-2-1 0 0,2 6 0 16,-5 7 0-16,-2 0 0 16,-2 7 0-16,-4 6 0 15,1 2 0-15,1 0-5 0,1 3 1 16,0-4-2-16,6-2-2 15,0-5-1-15,1-4-1 16,6-3 1-16,0-7 1 16,0-8 0-16,-3-2 2 15,0-5 1-15,-1-1 5 0,-7-4 3 16,-4 0 2-16,-2-1 2 16,-3-2 2-16,0 6 2 15,-5-1 0-15,0 5-1 16,0 5-2-16,0 5-3 0,5 10-2 15,-4 5 0-15,4 17-3 16,0 3-3-16,2 10-8 16,3-6-26-16,0 14-45 15,2 0-3-15</inkml:trace>
  <inkml:trace contextRef="#ctx0" brushRef="#br2" timeOffset="172050.28">23514 11608 438 0,'0'0'1'0,"0"0"1"0,0 0 0 0,5-11 1 0,-5 11-2 15,15-6-5-15,-7 4-8 16,4-6-17-16,-12 8-47 0,25-5-3 16</inkml:trace>
  <inkml:trace contextRef="#ctx0" brushRef="#br2" timeOffset="172716.69">23722 11546 411 0,'0'0'3'0,"0"0"0"0,0 0 2 16,-9 5 1-16,9-5 1 15,-12 13 0-15,12-13 1 16,-11 12 0-16,11-12-2 0,-2 13 0 16,2-13 0-16,2 7-1 15,11-6-1-15,-1-1 1 16,4 0-1-16,3-4 1 15,-1-6-1-15,2 0-1 16,-6-1 0-16,-2-5-1 16,-6-2-2-16,-4 2 0 0,-2 1 0 15,-10 0 0-15,-2 7 0 16,-4 3 0-16,0 5 0 16,0 5 0-16,4 8 0 0,3 4 0 15,6 0-3-15,3 3 0 16,3 3-1-16,9-9 0 15,5 1 0-15,3-5 0 16,0-5 1-16,2-2 1 0,0-3 1 16,3-3 2-16,-5-8 1 15,-5 3 1-15,-2-5 0 16,-4 1 0-16,-1-6 0 0,-4 6 0 16,0-1 0-16,-4 1-2 15,0 4-1-15,0 8-1 16,0 0-1-16,0 0-1 15,0 0 0-15,-6 13 0 16,6-1 0-16,0 3 1 0,6 0 0 16,-1-3 1-16,2-4 0 15,2-3 1-15,5-3 1 16,-2-2 0-16,3-5 0 16,-1 0 0-16,2-6 1 0,-2-3-1 15,1 0 0-15,-2 1 1 16,-1 1-1-16,-2 2 0 15,-10 10 0-15,12-17-2 0,-12 17 0 16,0 0 0-16,0 0 0 16,5 7-1-16,-2 5 1 15,-1 1-1-15,3 1 0 16,1 2 0-16,6-2-2 0,3-1-2 16,7-1-3-1,0-9-6-15,6 4-10 0,2 1-54 16,2-8-1-16</inkml:trace>
  <inkml:trace contextRef="#ctx0" brushRef="#br2" timeOffset="173466.9">24329 11426 420 0,'0'0'6'0,"0"0"3"0,7-8 1 0,-7 8 2 0,3-13 0 15,-3 13 1-15,0-15-1 16,0 15 0-16,-20-12-7 16,5 12-5-16,-4 0 0 0,-2 2 0 15,4 5 0-15,0 6 0 16,1-1 0-16,9 2 0 16,7 3 0-16,2-1 0 0,12-1 0 15,7 3 0-15,4-1 0 16,5-5 0-16,0 4 0 15,0-7 0-15,-3 3 0 16,-7-2 0-16,-3 0 0 0,-17-10 0 16,10 13 0-16,-10-13 0 15,-10 12 0-15,-4-7 0 16,-4-2 0-16,-2 0 0 16,-4-3-6-16,3 0-14 0,0-3-27 15,5 0-37-15,1 1-2 16</inkml:trace>
  <inkml:trace contextRef="#ctx0" brushRef="#br2" timeOffset="173616.92">24469 11474 440 0,'0'0'3'0,"0"0"2"16,0 0 1-16,0 0 2 16,7 13-1-16,-2-6 1 15,-3 6 0-15,3-1-1 0,0 3-4 16,3 2-7-16,-3-2-10 15,7-3-25-15,1 3-44 16,-1-5 0-16</inkml:trace>
  <inkml:trace contextRef="#ctx0" brushRef="#br2" timeOffset="173900.49">24697 11504 427 0,'0'0'5'0,"0"0"2"15,0 0 2-15,-15-7 0 16,2 4 0-16,-1 3 0 0,-2 0 1 15,-6 5-1-15,5 5-5 16,2 0-2-16,0 5-2 16,10-1 0-16,5 4 0 15,7-6 0-15,11 1 0 0,4-7 0 16,8 3 1-16,0-7 0 16,2-2 0-16,-2 0 1 15,-5-5 0-15,-3-2 0 16,-5-3 0-16,-1-3-2 15,-9 2 0-15,-7-5 0 0,0 4 0 16,-7 2-6-16,-6 0-16 16,1-7-58-16,0 17-6 15</inkml:trace>
  <inkml:trace contextRef="#ctx0" brushRef="#br2" timeOffset="174183.55">24918 11526 403 0,'0'0'5'15,"0"0"1"-15,0 0 0 0,0 0-1 16,0 0 2-16,0 0-1 16,0 0 1-16,10 8 0 15,-7 2-4-15,-3-1-2 16,0 2 0-16,0-2 0 0,0-9 0 16,4 13 2-16,-4-13 0 15,7 5 0-15,-7-5 2 16,16-2 0-16,-6-6 0 0,2 0 0 15,3-7 0-15,4 3-2 16,-1-3-1-16,-1 5 0 16,1 1-2-16,-3 1 0 15,-3 3 0-15,3 5-1 16,-7 2-3-16,-8-2-9 0,12-2-58 16,-5 15-11-16</inkml:trace>
  <inkml:trace contextRef="#ctx0" brushRef="#br2" timeOffset="175049.99">17998 9354 426 0,'0'0'6'0,"0"0"2"0,-3-12 2 0,3 12 1 15,-5-10 1-15,5 10 0 0,-12-8-1 16,12 8 1-16,-13 0-9 16,11 18-3-16,-3 6 0 15,5 6 0-15,2 10 0 16,7-1 0-16,3 5 0 0,2 1 0 16,4-5 0-16,2-3 0 15,-1-4 0-15,-3-11 0 16,-2-3 0-16,-9-6 0 15,-5-13 0-15,0 0 0 0,0 0 0 16,-5-15 0-16,-7-8 0 16,-3-6 0-16,-2-8 0 15,-1-8 0-15,1-4 0 16,2-3 0-16,-2-2 0 0,4 1 0 16,3 1 0-16,3 8 0 15,2 4 0-15,5 10 0 16,8 10 0-16,6 13 0 15,6 4 0-15,8 10 0 0,-1 10 0 16,8 9 0-16,-1 9 0 16,-1 6 0-16,-4-4 0 15,-3 8 0-15,-12-2 0 16,-3-1-31-16,3-5-53 0,-14-5-3 16</inkml:trace>
  <inkml:trace contextRef="#ctx0" brushRef="#br2" timeOffset="175350.36">18077 9510 442 0,'0'0'3'0,"0"0"2"0,16-5 1 0,-4 3 1 0,6-4 0 16,1 6 0-16,10 0 1 16,4 0 0-16,-1 6-4 0,5 3-1 15,-3 5-1-15,-2 4 0 16,-6 2-2-16,-3 0 0 15,-8 3 0-15,-5-4-1 16,-10-1-1-16,0-4 1 16,-7-4-1-16,-6-2 1 0,-2-6 0 15,-3-2 1-15,4 0 0 16,1-10 0-16,1-2 1 16,5-7-1-16,4-1 1 0,3-5-3 15,3 0-2-15,6 2-6 16,3 1-13-16,1-7-57 15,4 14-2-15</inkml:trace>
  <inkml:trace contextRef="#ctx0" brushRef="#br2" timeOffset="175500.35">18482 9522 381 0,'0'0'7'0,"0"0"-1"16,0 15 2-16,0-5-1 0,0 0 2 15,0 5-1-15,3 0 1 16,1 2 0-16,5-2-9 15,-5-3-9-15,6 1-22 16,3-1-44-16,-3-5-3 16</inkml:trace>
  <inkml:trace contextRef="#ctx0" brushRef="#br2" timeOffset="175800.47">18654 9510 446 0,'0'0'4'0,"0"0"1"15,0 0 0-15,0 0 0 0,0 0 0 16,0 0-1-16,0 0 1 16,0 0-1-16,0 0-3 15,0 9-1-15,0-9-1 16,2 11 0-16,-2-11 1 0,0 10 0 15,0-10-1-15,0 0 1 16,3 10-1-16,-3-10 0 16,0 0-1-16,0 0-2 15,0 0-2-15,0 0-8 0,0 0-13 16,0 0-51-16,0 0-2 16</inkml:trace>
  <inkml:trace contextRef="#ctx0" brushRef="#br2" timeOffset="176183.83">18726 9488 408 0,'0'0'6'0,"0"0"2"0,0 0 2 16,0-8 1-16,0 8 1 16,0 0 0-16,-5-10 1 15,5 10-1-15,-18-5-6 16,9 5-2-16,-1 0-3 15,-6 9-1-15,4-3 0 0,5 4-2 16,-6 3 1-16,8-1 0 16,5 3 0-16,0 2 0 15,5-2 1-15,8-1 0 16,4 2 0-16,3-4 1 0,3 3 0 16,-1-5-1-16,0 2 0 15,-2-4 1-15,-3 1-1 16,-6-1 0-16,1-3 1 0,-12-5-1 15,5 15 1-15,-5-15-1 16,-5 13 1-16,-7-9-1 16,-4 0 0-16,2 0-3 15,-11-2-3-15,5 0-9 0,-6-2-19 16,5-2-49-16,-2-4 0 16</inkml:trace>
  <inkml:trace contextRef="#ctx0" brushRef="#br2" timeOffset="177317.06">18852 9460 472 0,'0'0'1'0,"0"0"-1"0,0 0 1 16,5 10 1-16,-5-10 0 15,8 18-1-15,0-3 1 16,1 1 0-16,2 2 0 15,1 2 0-15,-5-1-1 16,6-1 0-16,-8-3 0 0,2-5-1 16,-7-10 1-16,7 12 1 15,-7-12-1-15,0 0 1 16,0-5-1-16,0-8 1 0,0-1 0 16,0-3-1-16,0-8 0 15,0 3-1-15,0-6 1 16,0 6-1-16,0 2-1 15,3 4 0-15,-1 3 0 0,-2 13 0 16,11 0-1-16,-6 10 1 16,4 7-2-16,-4 2 0 15,8 4 0-15,-1-2 0 16,1 0-1-16,-3-1 1 0,2-8 0 16,1-4 1-16,-1-6 0 15,-3-2 2-15,7-5 0 16,2-7 1-16,-4-3 0 15,4-2 1-15,-5-1-1 0,4 1 0 16,-3 2 0-16,-2 3 0 16,-1-1-2-16,-11 13 0 15,9-8 0-15,-9 8-1 16,3 6 1-16,-3 6 0 0,0 1-1 16,0 2 0-16,2 1 1 15,3 2 0-15,6-5-1 16,3-1 1-16,4-5 0 15,4-4 1-15,5-3 0 0,3 0 1 16,-3-8 1-16,1-5 2 16,-1 2 0-16,-7-4 1 15,-8 0-1-15,-4 0 1 16,-7 0-1-16,-1 5 0 0,-4 0-2 16,-5 6-1-16,-4 1-1 15,1 0-1-15,-3 3-1 16,2 3 1-16,2 4-2 15,11-7 2-15,-12 18-1 0,12-8 1 16,0-1 0-16,11-1 0 16,1 2 1-16,6-6 0 15,1-1-1-15,6 0 1 16,0-3 0-16,3 0-1 0,-1-3 1 16,1-4-1-16,-1-1 1 15,-3-2 0-15,-1-2 0 16,-3-5 0-16,-6-1 1 15,-3-4 1-15,-4-5 0 0,-4-3 0 16,-3-4 0-16,-5-2 1 16,-6 0 2-16,-1 6 2 15,0 2-2-15,-1 9-5 16,1 2 0-16,4 9 0 0,8 8 0 16,-7 12 0-16,7 12 0 15,10 2 0-15,-3 6-2 16,5 8-6-16,2 1-6 0,0 7-9 15,-1-8-15-15,-3-3-16 16,-2-5-3-16,-2-8-1 16,0-6 5-16,-6-5 14 15,0-13 20-15,0 0 22 16,0 0 22-16,-12-10 21 16,12-4 1-16,0-2-2 0,0-4-4 15,6-2-10-15,5 3-13 16,-2 1-8-16,3-2-5 15,1 2-4-15,2 8-1 0,-3 8 0 16,-2 0 0-16,0 4 0 16,-2 8 1-16,-3 2 0 15,0 6 0-15,0 1-2 0,-1 1-3 16,1 0-8-16,-2-3-19 16,2-2-42-16,3-1-3 15</inkml:trace>
  <inkml:trace contextRef="#ctx0" brushRef="#br2" timeOffset="177534.52">20105 9351 431 0,'0'0'2'0,"0"0"1"0,0 0-1 0,-15 5 1 16,6 5 0-16,3 0 0 15,1 2 0-15,-2 3 1 0,1 6-3 16,6-5 1-16,3 4-2 16,7-5-3-16,7-2-9 15,6 11-53-15,4-18-12 16</inkml:trace>
  <inkml:trace contextRef="#ctx0" brushRef="#br2" timeOffset="177983.06">20860 9059 458 0,'0'0'4'16,"0"-10"2"-16,0 10 1 0,-7-15 0 15,-3 7 1-15,-3 4 0 16,1 1 0-16,-2 3-3 16,-4 7-5-16,6 14 0 0,6 6 0 15,6 10 0-15,6 5 0 16,11 8 0-16,5 2 0 15,8 5 0-15,2-6 0 16,3-1 0-16,-8 0 0 16,-5-8 0-16,-7-3 0 0,-10-7 0 15,-7-4 0-15,-13-6 0 16,-10-4 0-16,-12-6 0 16,0-5 0-16,-8-2-2 15,1-5-1-15,-2-2-3 0,7-8-2 16,4 0-8-16,3-12-13 15,5 2-53-15,19-8-1 16</inkml:trace>
  <inkml:trace contextRef="#ctx0" brushRef="#br2" timeOffset="178284.06">21050 9292 411 0,'0'0'7'15,"0"0"1"-15,0 0 0 0,-9-5 1 16,9 5 0-16,-16 5 0 15,1 4 0-15,7 2 0 16,-2 3-7-16,0 4 0 16,5 1-1-16,5-1 0 0,2-3 0 15,11-3 0-15,5-4 1 16,6-3-1-16,4-2 1 16,1-3 0-16,-4-6 0 15,3-4 1-15,-9-2-1 16,-6-1 0-16,-6-1 0 15,-4-4 0-15,-6 1 0 0,-12 2-2 16,-2 0-2-16,-6 5-3 16,-2 5-5-16,-2 3-11 15,8-10-45-15,-1 13-17 0</inkml:trace>
  <inkml:trace contextRef="#ctx0" brushRef="#br2" timeOffset="178466.97">21322 9225 471 0,'0'0'3'16,"0"0"-1"-16,0 0 0 15,0 0 0-15,0 5 0 0,0 5 0 16,0 1 0-16,3 6-1 16,-3 0-4-16,5 7-11 15,-5-1-27-15,5 1-40 16,5-4 0-16</inkml:trace>
  <inkml:trace contextRef="#ctx0" brushRef="#br2" timeOffset="178966.72">21501 9251 406 0,'0'0'0'0,"0"0"-1"15,0 0 0-15,0 9 1 16,0-9-1-16,0 16 1 15,2-3-1-15,4 2 1 16,2-2 1-16,1-1 0 0,1 1 0 16,5-6 2-16,-3-2 1 15,1-5 1-15,2 0 0 16,2-3 1-16,-5-6 1 0,4-1-1 16,-4-3 1-16,0 3-2 15,-1-2 0-15,-5 2-2 16,0-1 0-16,-6 11-3 15,7-8 0-15,-7 8-1 0,0 0 0 16,0 4-1-16,0-4-1 16,0 20-1-16,0-11 0 15,6 2 2-15,3 1 0 16,3-7 0-16,11 0 0 0,4-2 2 16,3-3 0-16,2-8 1 15,3-4 2-15,0-6 0 16,-3-5 1-16,-5-3 1 15,-4-6 2-15,-9 2 0 0,-3-5 1 16,-8 0 1-16,-3 5-1 16,0 4 0-16,-3 6-1 15,-3 2-7-15,6 18 0 16,0 0 0-16,0 0 0 0,-5 27 0 16,5 1 0-16,9 6-2 15,-4 2-15-15,4 6-64 16,-2-1-4-16</inkml:trace>
  <inkml:trace contextRef="#ctx0" brushRef="#br2" timeOffset="179116.84">21961 9251 405 0,'0'0'3'0,"7"-4"1"0,8 2-1 0,8 0 1 0,5 2 0 16,9-5-3-16,9 5-16 15,27 0-55-15,-19 0-5 16</inkml:trace>
  <inkml:trace contextRef="#ctx0" brushRef="#br2" timeOffset="179716.47">17406 10015 378 0,'0'0'5'0,"11"-5"1"0,-2 1 2 15,6-2 1-15,8 2 1 16,4-2 1-16,15 2 1 0,13-4 0 16,14 4-2-16,21-5-2 15,19 2-1-15,30-2 0 16,28-7-1-16,29-1 0 16,36 0-1-16,23-8 1 15,39 2-1-15,21-2-5 0,60-1 0 16,-17 4 0-16,4-6 0 15,17 10 0-15,-11 1 0 16,-6 3 0-16,-25 1 0 0,-20 3 0 16,-71 6 0-16,5-2 0 15,-48 6 0-15,-39 0 0 16,-39 0 0-16,-38 0 0 16,-29 0 0-16,-24 0 0 0,-34 0 0 15,0 0 0-15,-34 15-71 16,15-8-20-16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10:02:29.37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16549 11833 403 0,'0'0'2'0,"-15"-12"0"15,3-3 0-15,-5-2 1 16,-8-5-1-16,-10-11 3 15,-5-4-1-15,-10-13 1 0,-7 0-2 16,-3-6-1-16,-7-3 1 16,-7-3 1-16,-10-1 0 15,-8 2-2-15,-10 2 2 0,-8 4-1 16,-9 3 2-16,-13 4-1 16,-6 9-1-16,-11 2-1 15,-3 2 0-15,-13 3 0 16,2 5-1-16,-8-1 0 0,-1 4-1 15,-2-4 0-15,-2 10 1 16,2 0-1-16,-3 0 0 16,6 11 0-16,2 2 0 15,3 7 0-15,4 11-1 16,2 12 1-16,4 9-1 16,2 10 2-16,5 14 0 0,0 8 0 15,7 16 0-15,6 10 1 16,4 13 0-16,5 8-1 15,8 8 1-15,12 13-2 0,8 5 1 16,13 12-1-16,10-2-1 16,14 9 0-16,10 4 1 15,7-2 0-15,10 1-1 0,10 0 0 16,9 1 0-16,7-4 1 16,9 1 0-16,6-4 1 15,13 1-1-15,11-2 1 16,11 0 0-16,10-1 2 0,11-2-1 15,16 3 0-15,7-2 0 16,14-2 0-16,9-4 2 16,14-5 0-16,13-2-1 15,9-5-1-15,12-8 0 16,9-7 1-16,10-5-3 0,15-7 0 16,4-10 0-16,9-12 0 15,6-7 0-15,7-14 0 16,2-12 0-16,7-10 0 0,-4-17 0 15,1-11 0-15,2-14 0 16,-7-7 0-16,-1-17 0 16,-7-11 0-16,-3-9 0 15,-8-9 0-15,-6-11 0 0,-7-8 0 16,-10-14 0-16,-1-8 0 16,-12-13 0-16,-11-4 0 15,-9-13 0-15,-5-5 0 16,-16-11 0-16,-8 1 0 15,-17-6 0-15,-8-3 0 0,-19-1 0 16,-12-1 0-16,-17 3 0 16,-13-2 0-16,-15-2 0 15,-10 3 0-15,-6-1 0 16,-17-2 0-16,-5-1 0 16,-6 1 0-16,-11-2 0 0,-1-1 0 15,-7 1 0-15,-8-2 0 16,-3 2 0-16,-8 7 0 0,-1 6 0 15,-14 2 0-15,-5 9 0 16,-4 8 0-16,-10 7 0 16,-11 10 0-16,-4 8 0 15,-10 9 0-15,-8 8 0 0,-9 9 0 16,-6 9 0-16,-8 8 0 16,2 12 0-16,-16-2-30 15,-2 18-57-15,-11 9-2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55:32.08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8002 2948 399 0,'0'0'4'16,"0"0"3"-16,0 0 0 0,0 0 1 15,0 0 1-15,2 9 0 16,1 4 1-16,2 9 1 15,-5 3-4-15,2 10-3 16,0 2 0-16,2 5 0 0,-4 0-3 16,0 0-2-16,0-3-6 15,4-1-15-15,-1-3-57 16,-1-8-3-16</inkml:trace>
  <inkml:trace contextRef="#ctx0" brushRef="#br0" timeOffset="217.39">8209 2808 447 0,'0'0'5'0,"0"0"1"0,0 0 0 16,0 6 0-16,0 4 1 16,0 7-2-16,0 8 1 15,0 5 0-15,2 7-4 0,-2 7-2 16,5 6 0-16,2 6-1 15,0-3-3-15,4 5-4 16,-4-12-12-16,-5 2-60 16,6-7-3-16</inkml:trace>
  <inkml:trace contextRef="#ctx0" brushRef="#br0" timeOffset="619.79">7776 3195 418 0,'0'0'7'0,"-8"-4"2"16,8 4 1-16,-12-7 2 15,12 7-1-15,-12-11 0 16,12 11 1-16,0 0 1 0,-3 15-8 15,13 2-2-15,7 8-3 16,8 2 0-16,5 8 0 16,7 2 0-16,3 0 0 15,2 3 0-15,0-3 0 0,1-3 0 16,-4-1 0-16,-4-5 0 16,-3-6 0-16,-8-5 0 15,-2-7 0-15,-6-5 0 16,0-5 0-16,-4-13 0 15,3-6 0-15,0-12 0 0,5-8 0 16,5-13 0-16,10-8 0 16,2-6 0-16,13-4 0 15,-3-1-14-15,7 1-71 16,6 3-2-16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09:59:59.67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92D050"/>
    </inkml:brush>
    <inkml:brush xml:id="br5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13782 3270 418 0,'0'0'4'0,"0"-13"2"16,-3 6 1-16,-7-8 0 15,-2 5 0-15,-9 0 0 0,-6 2 1 16,-5 3-1-16,-8 10-4 15,-2 8-1-15,0 9-2 16,0 7 0-16,5 2-1 16,7 4 1-16,7-3-1 0,8-3 0 15,12-4 1-15,9-5-1 16,13-7 1-16,6-6 0 16,8-7 0-16,6-3 2 0,2-11 0 15,-2-4 1-15,-2-4 0 16,-2-2 1-16,-10-1-1 15,-5 2 1-15,-8 3-1 16,-10 5 0-16,-2 15-2 0,-4-7-1 16,-8 7 0-16,-2 10 0 15,3 5-1-15,-2 5 0 16,5 0 1-16,6 1-1 16,2-1 1-16,7-2-1 15,9-6 1-15,3 1 0 0,8-11-1 16,3-2 2-16,2-5-1 15,4-10 1-15,4-10-1 16,-6-4 1-16,0-8 1 0,-3-6-1 16,-4-4 0-16,-7-1-1 15,-3-2 1-15,-7 4 0 16,-8 5-2-16,-2 5 1 16,-5 11-1-16,-7 11 0 0,-5 9-1 15,0 7 0-15,-1 15 0 16,-1 14 0-16,0 6 1 15,5 7 1-15,1 6-1 16,9 5 1-16,4-1 0 16,0 0 0-16,9-9-1 0,9-2 1 15,5-14-1-15,1-4 0 16,3-12 0-16,8-9 0 16,-3-4 1-16,6-12 0 15,-3-8 1-15,-1-10 0 0,-1-6 0 16,-1-9-1-16,-7-7 1 15,-6-3 0-15,-6-2-1 16,-6 3 1-16,-7 2-1 16,-4 9 0-16,-8 9-1 0,-6 9 1 15,-3 15-1-15,-2 10 1 16,-3 15-1-16,6 15 0 16,0 7 1-16,6 9-1 15,2 9 1-15,6 5 0 0,6-4 1 16,6-1-1-16,8-2-2 15,6-12-3-15,8-1-8 16,2-6-23-16,4-13-44 0,7-4-3 16</inkml:trace>
  <inkml:trace contextRef="#ctx0" brushRef="#br0" timeOffset="466.66">14830 3161 442 0,'0'0'5'0,"0"0"1"16,0 0 0-16,7-5 1 0,-7 5-1 15,8 5 0-15,-1 10 1 16,1 4 0-16,-1 6-5 16,5 7-2-16,1 5 1 15,2 3-2-15,3-3 1 16,1 0-2-16,1-5-1 15,-2-4 1-15,-1-6 0 0,-4-7 0 16,-1-2 0-16,-12-13 2 16,9 0 0-16,-7-8 1 15,1-7 2-15,-3-12-1 0,4-2 1 16,-4-11 0-16,7-2-1 16,-2-3-1-16,2 5 0 15,6 3-1-15,-6 8-4 16,7 12-9-16,2 21-43 0,1-4-26 15,-2 10-2-15</inkml:trace>
  <inkml:trace contextRef="#ctx0" brushRef="#br0" timeOffset="799.55">15399 3257 346 0,'0'0'3'16,"-10"0"1"-16,-5 0-1 15,0 0 1-15,-5 0 1 16,-3 6-1-16,-1 1 0 0,-1 2 0 16,0 4-2-16,11 2-1 15,6-1 0-15,8 2 1 16,0-5-2-16,13 3 1 0,6-10 1 16,4 1 1-16,6-5 1 15,-1 0 2-15,-1-7 2 16,1-5 0-16,-7-3 1 15,0-3 0-15,-8 1 0 0,-4 0-2 16,-4 2-2-16,-5 2-2 16,0 13-1-16,0-12-2 15,0 12-3-15,0 0-6 0,-12 12-9 16,12 1-14-16,-8 2-23 16,8-5-15-16,10 2-4 15</inkml:trace>
  <inkml:trace contextRef="#ctx0" brushRef="#br0" timeOffset="1120.28">15541 3304 209 0,'0'0'16'15,"0"0"11"-15,2-9 3 16,-2 9 3-16,5-16 2 0,-5 7 2 16,2-1-2-16,3-5 1 15,-2 5-16-15,-3 10-8 16,13-15-6-16,-1 14-2 16,-1 1-3-16,8 1-1 0,1 9 0 15,5 2 0-15,-4 9-1 16,2 1-1-16,2 2 0 15,-2 4-2-15,-6-6 0 16,-2 1 1-16,-5-4-1 0,-3-4 1 16,-5-3 0-16,-2-12 3 15,-2 7 1-15,2-7 3 16,-15-4 0-16,5-9 2 16,0-4-1-16,3-2 1 0,2-1-2 15,3-3 0-15,2-2-2 16,7 6-2-16,3-5-4 15,15 10-13-15,7 2-65 16,0-3-2-16</inkml:trace>
  <inkml:trace contextRef="#ctx0" brushRef="#br0" timeOffset="1283.23">16355 3133 461 0,'0'0'3'0,"0"0"0"16,0 0 1-16,3-5 0 16,10 0 0-16,-1 1 0 0,6 1 1 15,3-2-5-15,9 5-14 16,23 0-64-16,-21 0-4 16</inkml:trace>
  <inkml:trace contextRef="#ctx0" brushRef="#br0" timeOffset="1449.4">16291 3307 459 0,'0'0'4'0,"0"0"2"15,0 0 0-15,0 0 0 0,5-5 0 16,8 2 0-16,6-1 1 16,6-3-2-16,10 4-10 15,5-7-13-15,12 5-53 16,2-2-12-16</inkml:trace>
  <inkml:trace contextRef="#ctx0" brushRef="#br0" timeOffset="1750.06">17014 3064 442 0,'0'0'5'0,"-8"-5"2"16,-1 5 0-16,-3-2-1 0,-6 2 1 15,-3 2 0-15,0 8 1 16,-4 3-1-16,2 9-4 15,3 2-2-15,8 4 0 0,5 4 0 16,7-5 0-16,7 0 0 16,11-2 1-16,9-7-1 15,8-14 0-15,0-4 0 16,6-4 1-16,-1-17-2 0,-2-8 0 16,-3-4 0-16,-10-3 0 15,-11-2 0-15,-9-3 0 16,-8-2 0-16,-18 9 0 15,-7 3 0-15,-12 15 0 0,-7 3-3 16,0 13-64-16,-3 10-18 16</inkml:trace>
  <inkml:trace contextRef="#ctx0" brushRef="#br1" timeOffset="20618.11">9197 11672 265 0,'0'0'6'0,"0"0"3"15,0 0 4-15,0 0 3 16,0 0 3-16,0 0 1 0,0 0 3 15,0 0 2-15,0 0-6 16,0 0-2-16,0 0-3 16,0 0-3-16,0 0-2 15,0 0-1-15,0 0-3 16,-4 0 0-16,4 0-1 0,0 0-2 16,0 0 1-16,0 0-1 15,0 0 0-15,0 0 0 16,-9 6-1-16,9-6 1 15,-9 5 0-15,9-5-1 0,-12 10 1 16,12-10-1-16,-16 12 2 16,9-5-3-16,-6 0 0 15,3 3 0-15,3 0 0 0,-2 2 0 16,-4-1 0-16,3-1 0 16,3 0 0-16,-4 0 0 15,-1 1 0-15,2 2 0 16,0-3 0-16,-2 3 0 0,-1-4 0 15,3 7 0-15,1-8 0 16,-2 6 0-16,-1-3 0 16,2 0 0-16,0 3 0 15,-5-3 0-15,3 1 0 0,-3 3 0 16,-2 1 0-16,-1 2 0 16,-2 0 0-16,-2-1 0 15,0 6 0-15,-1-4 0 16,-2 1 0-16,1 3 0 0,1-4 0 15,1 1 0-15,-3-1 0 16,1 4 0-16,3-3 0 16,1 0 0-16,-5 3 0 15,1 1 0-15,-1-2 0 16,-2 6 0-16,-3-4 0 0,-5 3 0 16,-2 6 0-16,-1-3 0 15,-4 4 0-15,3-2 0 16,-7 3 0-16,2 0 0 0,1 2 0 15,-3-3 0-15,0 2 0 16,0-3 0-16,-2 3 0 16,1 1 0-16,2-5 0 15,1 3 0-15,-2-3 0 16,5-3 0-16,-1 4 0 0,5-6 0 16,1-2 0-16,1 0 0 15,5 0 0-15,-2-3 0 16,5-2 0-16,-1-1 0 0,4 1 0 15,2-7 0-15,1-1 0 16,7 1 0-16,1-7 0 16,2 0 0-16,11-6 0 15,-8 5 0-15,8-5 0 0,0 0 0 16,0 0 0-16,0 0 0 16,0 0 0-16,0 0 0 15,0 0 0-15,0 0 0 16,0 0 0-16,0 0 0 0,0 0 0 15,0 0 0-15,0 0-12 16,0 0-13-16,0 0-56 16,7-3-7-16</inkml:trace>
  <inkml:trace contextRef="#ctx0" brushRef="#br1" timeOffset="21249.97">7445 12943 379 0,'0'0'8'0,"0"0"3"15,0 0 3-15,0 0 2 16,0-12 1-16,0 12 1 0,0 0 1 15,0 0 1-15,0-10-11 16,0 10-9-16,0 0 0 16,0 0 0-16,0 0 0 15,0 12 0-15,-2 1 0 16,-5 5 0-16,1-1 0 0,-1 8 0 16,-3-1 0-16,-3 5 0 15,0-1 0-15,0 1 0 16,-4-1 0-16,6-6 0 15,-4 3 0-15,3-5 0 0,1-5 0 16,2-2 0-16,1-5 0 16,8-8 0-16,-7 11 0 15,7-11 0-15,0 0 0 0,0 0 0 16,0 10 0-16,0-10 0 16,7 3 0-16,1-2 0 15,9-1 0-15,0 0 0 16,6 0 0-16,4-1 0 15,3-6 0-15,2 1 0 0,1 1 0 16,-1-1 0-16,-2 2 0 16,-3 1 0-16,-4-1 0 15,-6 1 0-15,-2 3 0 0,-5-3 0 16,-10 3 0-16,12 0 0 16,-12 0 0-16,0 0 0 15,0 0 0-15,0 0 0 16,0 0 0-16,0 0 0 15,0 0 0-15,0 0 0 0,0 0 0 16,0 0-34-16,0 0-55 16,0 0-4-16</inkml:trace>
  <inkml:trace contextRef="#ctx0" brushRef="#br1" timeOffset="22366.57">6089 13821 404 0,'0'0'4'0,"0"0"3"16,0 0 2-16,0 0 0 15,0 0 2-15,0 0 0 16,0 0 1-16,0 0-1 15,0 0-3-15,0 0-2 0,9 0-1 16,7 0-1-16,1 0 0 16,5 0-1-16,8-3 0 15,2-4-3-15,8 1 0 16,3-3 0-16,-1 2 0 16,-3-2 0-16,4 0 0 0,-4-1 0 15,-4 2 0-15,0 1 0 16,-5 2 0-16,-5 3 0 15,0-4 0-15,-8 4 0 0,-2-1 0 16,-3 2 0-16,-1 1 0 16,-11 0 0-16,9 0 0 15,-9 0 0-15,0 0 0 16,0 0 0-16,-2 6 0 16,-5 4 0-16,-6 3 0 0,-8 4 0 15,0 0 0-15,-9 8 0 16,-5 5 0-16,-12 2 0 15,0 7 0-15,-8-3 0 0,2 3 0 16,-6-2 0-16,6-1 0 16,2-3 0-16,5-5 0 15,7-4 0-15,7-7 0 16,12 0 0-16,3-9 0 16,4-2 0-16,13-6 0 0,0 0 0 15,-7 10 0-15,7-10 0 16,13 0 0-16,-1 0 0 15,2 0 0-15,6 0 0 16,5 0 0-16,3-5 0 0,4 0 0 16,5-3 0-16,7-2 0 15,-1 0 0-15,1 3 0 16,7-6 0-16,-7 4 0 0,3-1 0 16,-2 0 0-16,-2 2 0 15,-5 4 0-15,0-4 0 16,-3 1 0-16,-8 3 0 15,-4 0 0-15,-5 2 0 16,-4-1 0-16,-4 3 0 0,-10 0 0 16,8-2 0-16,-8 2 0 15,0 0 0-15,0 0 0 16,0 0 0-16,0 0 0 16,0 0 0-16,0 0 0 0,0 0 0 15,0 0 0-15,0 0 0 16,0 0 0-16,0 0 0 15,-6 2 0-15,6-11-6 0,0 9-85 16,0 0-4-16</inkml:trace>
  <inkml:trace contextRef="#ctx0" brushRef="#br1" timeOffset="27166.35">3512 15909 221 0,'0'0'3'0,"0"0"3"16,9-13 0-16,2 5 2 16,1-1 1-16,8-3-2 15,-3-3 1-15,11-3-1 0,-1 0-10 16,5-3-26-16,11 0-32 16,-3-8-3-16</inkml:trace>
  <inkml:trace contextRef="#ctx0" brushRef="#br1" timeOffset="27333.31">4357 15416 274 0,'0'0'6'0,"0"0"2"0,0 0 2 16,0 0 0-16,0-15 0 15,0 15-2-15,5-18-8 16,2 8-20-16,14-2-43 15,-12-3-7-15</inkml:trace>
  <inkml:trace contextRef="#ctx0" brushRef="#br1" timeOffset="27483.32">4884 14997 383 0,'0'0'2'0,"0"0"-1"0,10-6 0 16,-10 6 0-16,12-7-4 15,1 3-10-15,-6-2-26 16,8-3-31-16,2-4-7 0</inkml:trace>
  <inkml:trace contextRef="#ctx0" brushRef="#br1" timeOffset="27635.2">5365 14643 357 0,'0'0'3'0,"0"0"2"0,0 0-1 15,13-10-1-15,-13 10 1 16,15-4-4-16,-15 4-8 16,15-15-16-16,-3 15-41 0,1-13-11 15</inkml:trace>
  <inkml:trace contextRef="#ctx0" brushRef="#br1" timeOffset="27766.65">5895 14271 330 0,'0'0'1'0,"8"-7"0"16,1 2-1-16,7-5-2 16,0 2-4-16,5-4-14 15,-5-10-38-15,10 6-11 0</inkml:trace>
  <inkml:trace contextRef="#ctx0" brushRef="#br1" timeOffset="27916.7">6496 13858 287 0,'0'0'1'0,"0"0"-1"15,10-8-4-15,-10 8-8 16,15-17-32-16,-3 6-20 0</inkml:trace>
  <inkml:trace contextRef="#ctx0" brushRef="#br1" timeOffset="28052.13">7025 13448 387 0,'0'0'1'0,"0"0"0"16,11-7-2-16,-6 0-10 16,7 0-19-16,10-1-40 0,-7-4-6 15</inkml:trace>
  <inkml:trace contextRef="#ctx0" brushRef="#br1" timeOffset="28183.11">7637 13058 419 0,'0'0'1'0,"0"0"0"16,13-8-2-16,-13 8-15 0,14-15-57 15,0 5-2-15</inkml:trace>
  <inkml:trace contextRef="#ctx0" brushRef="#br1" timeOffset="33050.32">9264 11660 242 0,'0'0'5'0,"0"0"3"0,0 0 3 15,0 0 4-15,0 0 3 16,0 0 1-16,0 0 2 0,5 0 0 16,-5 0-3-16,0 0-2 15,0 0-4-15,10 0-2 16,-10 0-3-16,10 0-1 16,0 0-1-16,2 2 2 0,3-2-1 15,3 0 0-15,-1 0-1 16,8 0 1-16,2 0-2 15,3-4 1-15,0-1-1 16,5-1-1-16,-1 2-1 0,1 0 0 16,2-4-1-16,-2 2 1 15,1 2-1-15,-2 1-1 16,-2 0 0-16,1 3 1 16,-1-1-1-16,0-2 1 0,0 3-1 15,1 0 0-15,-1-3 1 16,0 3-1-16,0-2 1 15,0 2-1-15,1 0 1 16,-3-3-1-16,2 3 1 0,-2 0-1 16,-3-2 0-16,3 2 1 15,0 0-1-15,-5 0 0 16,5-4 0-16,-5 4 1 16,5 0-1-16,-4-1 0 0,2 1 0 15,-1 0 0-15,3-3 0 16,0 1 0-16,0 2 1 15,2-5-1-15,0 2 0 0,0 1 0 16,3-1 0-16,3 1 0 16,-3-1 1-16,2 1-1 15,-2-1 0-15,-1 1 1 16,3 2-1-16,-1-2 0 16,-1 0 1-16,-1-2-1 0,1 4 0 15,-4 0 0-15,5-2 0 16,-4 2 0-16,3 0 0 15,-1-3 0-15,2 3 0 16,-4 0 0-16,0 0 0 0,3 0 0 16,-3 3 0-16,1-1 0 15,-1 2 0-15,-2-2 0 16,0-2 0-16,4 2 1 16,-4 0-1-16,2-2 0 0,-2 0 0 15,5 0 0-15,-5 0 0 16,4 3 0-16,-4-3 0 15,5 0 0-15,-3 0 0 16,0 0 0-16,2 0 0 0,-3 0 0 16,2 0 0-16,-3 0 0 15,0 0 0-15,-4 0 0 16,2 0 0-16,-1 0 0 0,-4-3 0 16,-1 3 0-16,-1 0 0 15,0 0 0-15,0-2 0 16,-2 2 0-16,1 0 0 15,-2 0 0-15,-1 0 0 16,1 0 0-16,-6 0 0 0,1 2 0 16,1-2 0-16,-7 0 0 15,-7 0 0-15,13 3-3 16,-13-3-8-16,0 0-26 16,0 0-44-16,0 0-3 0</inkml:trace>
  <inkml:trace contextRef="#ctx0" brushRef="#br1" timeOffset="34150.5">9041 11655 262 0,'0'0'5'0,"0"0"2"0,12 0 4 0,-12 0 3 15,15 0 0-15,0 0 2 16,3 0 1-16,3 3-1 15,2-1-1-15,9 0-3 16,0-2-3-16,8 3-2 0,0 0-1 16,9-1-1-16,1-2-1 15,8 0 0-15,-1 0 0 16,3 0-1-16,-1 0 0 16,4 0 1-16,1-2-2 15,1-1 2-15,-1 0-1 0,3 3-1 16,2-2 1-16,-2 0-1 15,6-3 1-15,-4-1-1 16,0 2 0-16,2 0-1 0,-4-2 1 16,-4 1-1-16,3-2 0 15,-4 1 1-15,-2 5-1 16,-1-2 0-16,-1 0 0 16,-5 1 0-16,2-1 1 0,0 1 0 15,-2 2-1-15,-2-4 0 16,2 3 1-16,-1 1-1 15,3-3 0-15,-6 3-1 0,4-2 0 16,-3 2 1-16,-5 0-1 16,4 0 0-16,-5 2 0 15,-2-2 0-15,3 3 0 16,2-3 1-16,1 0-1 16,2 0 0-16,1 0 1 0,2 0-1 15,-1 0 0-15,5 0 0 16,-3-3 0-16,4 1 1 15,-6 2-1-15,3-2 0 16,-3-1 0-16,3 3 0 0,-3-3 0 16,-1 1 0-16,2-1 1 15,-1 1-1-15,-5-1 1 16,3 1 0-16,-8-1-1 16,-5 3 1-16,-4-2-1 0,-9 2 0 15,-6-2 1-15,-3 2-2 16,-15 0 0-16,13 0-1 15,-13 0-1-15,0 0-3 16,-7 0-6-16,7 0-6 0,-23 0-9 16,7 0-15-16,-8 0-12 15,-9 0-21-15,-2 2-10 16</inkml:trace>
  <inkml:trace contextRef="#ctx0" brushRef="#br1" timeOffset="34549.87">10913 11597 280 0,'0'0'6'0,"14"0"4"0,-2 0 2 0,5 0 2 16,11 4 1-16,4 1 1 0,10 0 1 15,10-1 0-15,8 6-5 16,7-4-3-16,7 2 0 16,6-7-1-16,7 2-1 0,5-3-1 15,7 0 0-15,0-3 0 16,2 2-1-16,0-5-1 15,-6 1-1-15,-3 2-2 16,-8 3 0-16,-10 0-1 0,-9 0 0 16,-13 0-1-16,-12 3-1 15,-10 2-4-15,-10 1-5 16,-8 0-14-16,-10 7-49 16,-2-13-5-16</inkml:trace>
  <inkml:trace contextRef="#ctx0" brushRef="#br1" timeOffset="35200">12412 11347 366 0,'0'0'7'16,"0"0"1"-16,0 0 2 0,0 0-2 15,3-8 0-15,-3 8 1 16,0 0 0-16,0 0 2 16,10 8-6-16,-3 1-1 15,8 3 0-15,3 0 0 16,4 5 1-16,5-2 0 0,6 3 0 15,4-1-2-15,2-2 1 16,6-1-1-16,0-1 0 16,-3-1-1-16,3-1 1 15,-5-2-1-15,-6 1 0 0,-1-2 0 16,-4-1-1-16,-8 0 0 16,-5-2 0-16,0 1 0 15,-16-6 0-15,12 4 1 16,-12-4 1-16,0 0-1 0,-3 10 1 15,-6-7 1-15,-4 2-4 16,-2 0 0-16,1 1 0 16,-6 5 0-16,-3-1 0 15,0 3 0-15,-1 1 0 0,-1 1 0 16,0 3 0-16,-5 1 0 16,4-1 0-16,2 1 0 15,0 1 0-15,-1 0 0 16,3-5 0-16,1 5 0 0,2-6 0 15,4 2 0-15,0-2 0 16,0-3 0-16,3 1 0 16,2-5 0-16,10-7 0 15,-15 13 0-15,15-13 0 0,0 0 0 16,-10 10 0-16,10-10 0 16,0 0 0-16,0 0 0 15,0 0-8-15,0 0-15 16,-22 0-59-16,22 0-4 0</inkml:trace>
  <inkml:trace contextRef="#ctx0" brushRef="#br1" timeOffset="35552.33">13458 11908 492 0,'0'0'3'0,"0"0"1"0,0 0 1 0,-2-12-1 15,2 12-1-15,-15 0-3 16,2 4 0-16,-6 10 0 15,-6 5 0-15,-5 3 0 0,-2 7 0 16,-3 6 0-16,-3-2 0 16,4 2 0-16,1-4 0 15,4-2 0-15,1-4 0 16,6-8-2-16,5 2-27 0,-1-7-54 16,8-2-5-16</inkml:trace>
  <inkml:trace contextRef="#ctx0" brushRef="#br1" timeOffset="35883.05">13081 11947 469 0,'0'0'2'0,"0"0"1"0,0 0 0 16,9 0 1-16,4 3 1 15,-1 7 2-15,11 2-1 0,5 7 2 16,1 2-4-16,8 4-4 16,1 7 0-16,2-3 0 15,4 4 0-15,-2-3 0 0,-2-1 0 16,-7-4 0-16,2-3 0 16,-11-1 0-16,-2-4 0 15,-4-3 0-15,-6-4 0 16,-2-2 0-16,-10-8 0 15,0 0 0-15,8 9 0 0,-8-9 0 16,0 0 0-16,0 0-3 16,-3-9-83-16,-2-4-4 15</inkml:trace>
  <inkml:trace contextRef="#ctx0" brushRef="#br1" timeOffset="39982.98">9195 11660 207 0,'0'0'7'0,"0"0"3"0,0 0 2 16,0 0 5-16,0 0 2 16,0 0 4-16,0 0 1 15,0 0 3-15,0 0-5 16,0 0-2-16,0 0-2 0,0-7-3 16,0 7-3-16,0-10-3 15,0 10-3-15,0-12-1 16,0 12-1-16,2-17-1 0,-2 6 0 15,3 1-1-15,-1 0 1 16,1 0-1-16,-1-1 0 16,0-5 1-16,1-2-1 15,-1 2 0-15,1-4-1 0,-3 2 0 16,0-2 0-16,2-1 0 16,-2 0 0-16,0 2 0 15,0-2 0-15,0 2 1 16,0 2-1-16,0-3 1 15,0 0-1-15,0 2 0 0,0-1 0 16,0-1 0-16,0 0-1 16,0 0 0-16,6 3 0 15,-4 0 0-15,1-1 1 0,-1 3-1 16,0 1 1-16,1 2-1 16,-1-1 0-16,-2-2 1 15,0 5 0-15,0-5 0 16,0 3-1-16,0-3 0 0,0 1 0 15,0-2 0-15,0 4 1 16,0-5-1-16,0 1 0 16,0 2 0-16,0 1 2 15,0-2-1-15,-2 3 0 0,2-1 1 16,-3-1-1-16,3 4 0 16,-2-3 1-16,0-2-2 15,-1 7 0-15,1-6 0 16,-1 3 0-16,0-5 0 0,1 4 0 15,2-3 0-15,-3 0 0 16,1 2 0-16,-1-2 0 16,1 1 0-16,2-1 0 15,-2 3 0-15,-1-3 0 16,3 2 0-16,0 1 0 0,-2 2 0 16,-1-3 0-16,1 1 0 15,2 0 0-15,-2-1 0 16,-1-2 0-16,3 1 0 0,-3-4 0 15,3 1 0-15,0 2 0 16,-3-2 0-16,3-3 0 16,0 2 0-16,0 1 0 15,0 0 0-15,0 0 0 0,0-1 0 16,0 0 0-16,0 1 0 16,3-2 0-16,-3 1 0 15,0-4 0-15,0 3 0 0,0-6 0 16,0 5 0-16,0-4 0 15,0 0 0-15,0 3 0 16,0-2 0-16,0 1 0 16,0-3 0-16,-3 0 0 15,3 0 0-15,0 2 0 0,0-5 0 16,0 6 0-16,0-6 0 16,0 6 0-16,0-3 0 15,0 2 0-15,0 1 0 16,0 3 0-16,0 2 0 15,-2-1 0-15,-1-2 0 0,1 2 0 16,-3 2 0-16,3-4 0 16,-1-3 0-16,0 3 0 15,3-5 0-15,0 5 0 0,0-1 0 16,0-4 0-16,0 2 0 16,0 4 0-16,0-1 0 15,0-3 0-15,-1 4 0 16,1-1 0-16,0-2 0 0,-3 2 0 15,3 0 0-15,0 1 0 16,-3-5 0-16,3 3 0 16,0 1 0-16,0-2 0 15,0 2 0-15,0-3 0 0,0 6 0 16,0-5 0-16,0 3 0 16,0 1 0-16,0 0 0 15,-3 4 0-15,3-4 0 16,-2 3 0-16,2-2 0 0,-2 5 0 15,2-1 0-15,0-2 0 16,0 3 0-16,0 2 0 16,0-1 0-16,0 4 0 15,0 7 0-15,0-18 0 0,0 18 0 16,0-11 0-16,0 11 0 16,0-12 0-16,0 12 0 15,0-8 0-15,0 8 0 0,0-10 0 16,0 10 0-16,0 0 0 15,0-7 0-15,0 7 0 16,0 0 0-16,0 0 0 16,0 0 0-16,0 0 0 0,0 0 0 15,0 0 0-15,0 0 0 16,0 0 0-16,0 0 0 16,-8 10 0-16,6 5 0 15,-8 2 0-15,2 7 0 0,-4 6 0 16,0 5 0-16,-6 0 0 15,3 4 0-15,-2-4 0 16,-1 0 0-16,4-6 0 16,-2-1 0-16,4-3 0 15,3-6 0-15,1-4 0 0,0-5 0 16,8-10 0-16,-7 13 0 16,7-13 0-16,0 0 0 15,0 0 0-15,0 0 0 0,0 0 0 16,3-8 0-16,1-2 0 15,4-5 0-15,2-5 0 16,0-7 0-16,2-3 0 16,3-2 0-16,3-2 0 15,-1-1 0-15,-2 0 0 0,0 1 0 16,0 1 0-16,-3 5 0 16,-2 2 0-16,-3 4 0 15,-1 7 0-15,1 2 0 16,-5 4 0-16,-2 9 0 0,3-10 0 15,-3 10 0-15,0 0 0 16,7 4 0-16,-2 6 0 16,2 5 0-16,4 3 0 15,4 1 0-15,0 6 0 0,5 2 0 16,-1 0 0-16,1 1 0 16,3-3 0-16,-4-1 0 15,1-3 0-15,1 1 0 16,-5-5 0-16,2 0 0 0,-8-4 0 15,8 4 0-15,-14-5-66 16,-4-12-24-16,12 10-2 16</inkml:trace>
  <inkml:trace contextRef="#ctx0" brushRef="#br1" timeOffset="40702.39">8901 8125 384 0,'0'0'7'0,"0"0"2"0,0 0 2 0,0 0 0 16,0 0 0-16,7-7 1 16,-7 7 0-16,13 0 1 15,-13 0-6-15,17 7-3 16,-2 3-1-16,3 2 0 0,2 2-1 15,0 1 1-15,2 3-1 16,0-1-1-16,1 1 1 16,0-3-1-16,-4 0 0 15,-1-2 0-15,-4-4 0 0,-3 1 0 16,-4 0-2-16,-7-10-3 16,12 7-1-16,-12-7-6 15,0 0-16-15,0 0-55 16,0 0-2-16</inkml:trace>
  <inkml:trace contextRef="#ctx0" brushRef="#br1" timeOffset="40986.49">9225 8038 403 0,'0'0'7'15,"0"0"2"-15,0-7 3 16,0 7 0-16,0 0 1 0,-6-9-1 15,6 9 0-15,0 0 1 16,-2 16-6-16,-1 3-2 16,1 12-2-16,-3 6 0 15,3 6-3-15,-1 6 0 16,-2-3 0-16,1 4 0 0,-2-6 0 16,1-4 0-16,0-5 0 15,3-5 0-15,-3-8 0 16,-1-5 0-16,5-1 0 15,-2-7 0-15,3-1 0 0,0-8-24 16,0 0-61-16,0 0-2 16</inkml:trace>
  <inkml:trace contextRef="#ctx0" brushRef="#br1" timeOffset="47300">13806 12215 371 0,'0'0'8'15,"0"0"5"-15,0 0 0 16,0 0 1-16,0 0 1 0,0 0 0 16,6 5 1-16,-6-5-1 15,-9 10-7-15,9-10-3 16,-16 15-2-16,8-5-1 16,0 4-1-16,1 4 0 0,2 2-1 15,3 5 0-15,2-4-1 16,0 2 1-16,2-1 0 0,5 1 0 15,6-5-1-15,2-7 1 16,5 3 0-16,2-10 1 16,3-4-1-16,-3 0 2 15,3-3 1-15,-3-4 1 16,1-5-1-16,-6-1-3 16,-5-2 0-16,-2 0 0 0,-6-2 0 15,-2-3 0-15,-2 3 0 16,-2-4 0-16,-9 5 0 15,1 1 0-15,-3 0 0 0,-4 5 0 16,0 3 0-16,0 4 0 16,1 3 0-16,0 0 0 15,0 3 0-15,-1 1 0 16,7 9 0-16,-5-1-33 0,10-4-57 16,5-8-3-16</inkml:trace>
  <inkml:trace contextRef="#ctx0" brushRef="#br1" timeOffset="48366.64">9409 8385 373 0,'0'0'6'0,"0"0"2"0,0 0 1 15,0 0 0-15,0 0 1 16,-11 3-1-16,11-3 1 16,-7 12 1-16,2-5-6 15,3 6-2-15,-1 2 0 16,3 0 0-16,0 3-2 0,0-2 1 16,5 1-1-16,2-1 1 15,3-4 1-15,3-3 0 16,4-3 1-16,1-6 2 15,4 0 1-15,-3-6 1 0,4-6 0 16,-3-2-1-16,-1-4-7 16,-5-2 0-16,-7-3 0 15,-5 2 0-15,-2-6 0 0,-7 2 0 16,-6 3 0-16,-6-2 0 16,-7 8 0-16,4 3 0 15,-8 9 0-15,6 4 0 16,-1 7 0-16,5 8 0 0,-3 5 0 15,16 13 0-15,5-4-86 16,-1 3-5-16</inkml:trace>
  <inkml:trace contextRef="#ctx0" brushRef="#br1" timeOffset="49250.3">7020 14071 453 0,'0'0'4'16,"0"0"3"-16,0 0 1 15,0 0 0-15,-7 0 1 16,7 0 1-16,0 0 0 0,-7 0-8 16,7 0-2-16,-8 12 0 15,3-2 0-15,3 2 0 16,2 3 0-16,-4 2 0 16,4 4 0-16,4-5 0 0,0 4 0 15,7-7 0-15,-1-1 0 16,4-4 0-16,6-6 0 15,3-2 0-15,-2-5 0 16,0-7 0-16,1-6 0 0,-1 1 0 16,-2-5 0-16,-4 2 0 15,-5 0 0-15,-3 1 0 16,-7-5 0-16,-2 7 0 16,-10 3 0-16,-6-1 0 0,-5 5 0 15,4 5 0-15,-8 5 0 16,-1 7 0-16,1 8 0 15,4 5 0-15,6 7 0 16,-3 3-35-16,10-7-55 16,10-4-4-16</inkml:trace>
  <inkml:trace contextRef="#ctx0" brushRef="#br1" timeOffset="61049.96">7960 13201 262 0,'0'0'6'0,"0"0"3"0,0 0 3 16,0 0 2-16,0 0 0 16,0 0 3-16,0 0 1 15,0 0 1-15,0 0-5 16,0 0-3-16,0 0-2 16,0 0-2-16,0 0-1 0,0 0-1 15,0 0 0-15,0 0 0 16,0 0 1-16,0 0 0 15,7 0 1-15,-7 0 0 16,0 0 0-16,0 0 1 0,12-3-1 16,-12 3 0-16,11-7-2 15,-11 7 0-15,10-8-1 16,-10 8 0-16,14-10-1 0,-4 3-1 16,-10 7-2-16,17-9 0 15,-9 1 0-15,-8 8 0 16,17-10 0-16,-17 10 0 15,12-7 0-15,-12 7 0 0,9-10 0 16,-9 10 0-16,0 0 0 16,12-10 0-16,-12 10 0 15,5-10 0-15,-5 10 0 0,8-12 0 16,-3 2 0-16,-1-1 0 16,1 0 0-16,2 0 0 15,-2-1 0-15,3-1 0 16,-3-1 0-16,1 3 0 15,3 0 0-15,-5-3 0 16,2 8 0-16,-6 6 0 0,7-15 0 16,-7 15 0-16,5-12 0 15,-5 12 0-15,5-13 0 16,-5 13 0-16,0-17 0 0,0 10 0 16,0-6 0-16,0 1 0 15,0-1 0-15,0-2 0 16,0 3 0-16,0 0 0 15,0-4 0-15,0 2 0 0,0 2 0 16,-2-1 0-16,-3 1 0 16,2-3 0-16,1 3 0 15,2 2 0-15,-2-3 0 0,-1 1 0 16,1-1 0-16,-4 3 0 16,4-2 0-16,-3 2 0 15,1-2 0-15,1 1 0 16,-2 2 0-16,0-1 0 0,2 0 0 15,3 10 0 1,-10-15 0-16,10 15 0 0,-12-12 0 16,5 4 0-16,-4-2 0 15,4 0 0-15,-3 3 0 0,0-5 0 16,2 2 0-16,-1 0 0 16,1 0 0-16,-2 2 0 15,10 8 0-15,-12-15 0 16,12 15 0-16,-15-12 0 15,15 12 0-15,-17-10 0 0,17 10 0 16,-18-10 0-16,8 6 0 16,3-4 0-16,-4 2 0 15,2 2 0-15,-3 0 0 16,-1-2 0-16,1 1 0 0,-4 0 0 16,4 0 0-16,-3 1 0 15,3 1 0-15,0 0 0 16,1 1 0-16,2-1 0 0,-1 3 0 15,-1-2 0-15,4 2 0 16,-2 0 0-16,-2 0 0 16,4 0 0-16,-3 0 0 15,0 0 0-15,0 0 0 0,10 0 0 16,-14 2 0-16,2-2 0 16,3 0 0-16,0 0 0 15,-2 3 0-15,-1-1 0 16,2 1 0-16,-3-3 0 15,1 3 0-15,-1-1 0 0,-1 3 0 16,2-3 0-16,-1 3 0 16,1-2 0-16,1 2 0 15,-3 0 0-15,4 0 0 0,0 0 0 16,0 2 0-16,0-1 0 16,0 1 0-16,0 0 0 15,3 0 0-15,7-7 0 16,-16 15 0-16,16-15 0 0,-12 18 0 15,12-18 0-15,-9 12 0 16,9-12 0-16,-8 7 0 16,8-7 0-16,0 0 0 15,-8 10 0-15,8-10 0 16,0 0 0-16,0 0 0 0,0 0 0 16,0 0 0-16,0 0 0 15,0 0 0-15,0 0 0 16,0 0 0-16,0 0 0 15,0 0 0-15,0 0 0 0,0 0 0 16,0 0 0-16,0 0 0 16,0 0 0-16,0 0 0 15,0 0 0-15,0 0 0 16,0 0-2-16,0 0-63 0,10-7-26 16,-4-3-2-16</inkml:trace>
  <inkml:trace contextRef="#ctx0" brushRef="#br1" timeOffset="61800.01">7468 12220 384 0,'0'0'6'0,"0"0"2"16,0 0 3-16,0 0 1 16,0 0 2-16,0 0 1 15,-8 0 1-15,8 0-1 16,0 0-4-16,0 0-4 0,-10 8-1 16,10-8-2-16,-7 17-2 15,0-4-2-15,-1-2 0 16,-4 7 0-16,2 2 0 15,-9 0 0-15,6-1 0 16,-5-1 0-16,-2 1 0 0,5 1 0 16,-5-5 0-16,3-2 0 15,2-1 0-15,3-2 0 16,-1-3 0-16,6 1 0 0,7-8 0 16,-12 4 0-16,12-4 0 15,0 0 0-15,0 0 0 16,0 0 0-16,0 0 0 0,0 0 0 15,0 0 0-15,0 0 0 16,0 0 0-16,0 0 0 16,0 0 0-16,0 0 0 15,0 0 0-15,4 11 0 16,-4-11 0-16,17 7 0 0,-6-2 0 16,6 3 0-16,0-3 0 15,4 3 0-15,0 3 0 16,3-1 0-16,6 0 0 15,-1 0 0-15,0-1 0 16,-1-1 0-16,2 2 0 0,-5-3 0 16,-1-1 0-16,-6 0 0 15,-4 0 0-15,-3-1 0 16,1-3 0-16,-12-2 0 0,9 5 0 16,-9-5 0-16,0 0 0 15,0 0 0-15,0 0 0 16,0 0 0-16,0 0 0 15,0 0 0-15,0 0 0 0,0 0 0 16,0 0 0-16,0 0 0 16,0 0 0-16,0 0 0 15,-7 0 0-15,7 0 0 16,0 0 0-16,0 0-11 0,5 10-81 16,-5-10-4-16</inkml:trace>
  <inkml:trace contextRef="#ctx0" brushRef="#br1" timeOffset="65393.09">8014 11910 403 0,'0'0'6'0,"0"0"3"16,0-10 2-16,0 10 1 15,0 0 2-15,-5-10 0 16,5 10 2-16,-5-9-1 0,5 9-4 15,0 0-11-15,0 0 0 16,-9 0 0-16,9 0 0 16,-5 12 0-16,2 1 0 15,-2 3 0-15,2 2 0 16,1 4 0-16,0 6 0 0,2-2 0 16,-3 2 0-16,3-1 0 15,0 0 0-15,3-2 0 16,1-2 0-16,1-4 0 0,6-3 0 15,-4-4 0-15,3-2 0 16,2-8 0-16,1 1 0 16,2-3 0-16,-1-3 0 15,4-2 0-15,-1-5 0 0,1-2 0 16,-1-2 0-16,-4-3 0 16,-1 1 0-16,1-7 0 15,-6 2 0-15,3-2 0 16,-6-4 0-16,-1 2 0 0,-1 0 0 15,-2-2 0-15,0 4 0 16,-5 1 0-16,-2 3 0 16,-2 1 0-16,-2 4 0 0,-1 3 0 15,0 1 0-15,-6 4 0 16,4-3 0-16,-4 7 0 16,-1 2 0-16,3 0 0 15,1 0 0-15,-2 2 0 16,2 3 0-16,-2 3 0 0,4-1 0 15,1 3 0-15,2 4 0 16,4 0 0-16,1 0 0 16,5 4 0-16,0-3 0 15,9 2 0-15,0-2 0 0,6 0 0 16,5-4 0-16,0-2 0 16,2-1 0-16,0-4 0 15,1-4 0-15,2 0 0 16,2 0 0-16,-5 0 0 0,1-8 0 15,0 4 0-15,-9-2 0 16,4-1 0-16,-6 3 0 16,-5-3 0-16,-7 7 0 15,11-6 0-15,-11 6 0 0,0 0 0 16,0 0 0-16,0 0 0 16,0 0 0-16,0 0 0 15,0 0 0-15,0 0 0 0,0 0 0 16,-5-10 0-16,5 10 0 15,0 0 0-15,0 0 0 16,0 0 0-16,0 0-20 16,0 0-72-16,0 0-3 15</inkml:trace>
  <inkml:trace contextRef="#ctx0" brushRef="#br1" timeOffset="66749.63">1229 16414 438 0,'0'0'5'16,"0"0"3"-16,0-8 2 15,0 8 1-15,0 0 0 16,-6-9-1-16,6 9 1 0,0 0-4 15,0 0-7-15,-12 2 0 16,12-2 0-16,-7 15 0 16,2-5 0-16,2 2 0 0,-1 0 0 15,1 1 0-15,1-1 0 16,2-4 0-16,0-8 0 16,-3 12 0-16,3-12 0 15,0 0 0-15,0 0 0 16,0 8 0-16,0-8 0 0,0 0 0 15,0 0-9-15,0-8-34 16,0 8-45-16,0-12-3 16</inkml:trace>
  <inkml:trace contextRef="#ctx0" brushRef="#br1" timeOffset="67733.21">1206 16431 459 0,'0'0'5'0,"0"0"1"0,0 0 2 0,0 0 1 15,0 0-1-15,0 0 1 0,0 0-2 16,-12 7-7-16,7 9 0 16,-3 3 0-16,-2 6 0 15,5 7 0-15,-2 3 0 16,0 6 0-16,4 2 0 16,0-3 0-16,1 2 0 0,2-2 0 15,-3-6 0-15,3-6 0 16,0-1 0-16,0-7 0 15,0-2 0-15,-2-7 0 16,2-11 0-16,-5 13 0 0,5-13 0 16,-7 0 0-16,7 0 0 15,-13-13 0-15,3-2 0 16,3-5 0-16,-3-4 0 16,0-8 0-16,5-3 0 15,-3-5 0-15,1-2 0 0,4 0 0 16,3-2 0-16,0-1 0 15,10 4 0-15,1 3 0 16,1 3 0-16,5 8 0 0,6 0 0 16,-1 4 0-16,5 3 0 15,1 6 0-15,1 6 0 16,1 1 0-16,0 7 0 16,2 0 0-16,-2 7 0 0,0 5 0 15,-5 4 0-15,-1 0 0 16,-4 5 0-16,-7 1 0 15,-5 2 0-15,-8 1 0 16,-8 0 0-16,-9-2 0 0,-11 4 0 16,-2-2 0-16,-7-5 0 15,-2 2 0-15,2-10 0 16,-4 3 0-16,11-8 0 16,6-2 0-16,4 0 0 15,8-5 0-15,12 0 0 0,0 0 0 16,17-10 0-16,3 5 0 15,10 5 0-15,0 0 0 16,7 3 0-16,2 6 0 0,-4 2 0 16,3 1 0-16,-6 1 0 15,1 4 0-15,-7 0 0 16,-1 3 0-16,-7-3 0 16,-1 3 0-16,-4-2 0 0,-1-1 0 15,-2 0 0-15,0-2 0 16,-5-5 0-16,2 0 0 15,-7-10-20-15,8 7-63 16,-8-7-8-16</inkml:trace>
  <inkml:trace contextRef="#ctx0" brushRef="#br1" timeOffset="68133.67">1778 16619 500 0,'0'0'1'0,"0"0"1"0,0 0 0 15,-5 12-1-15,5-12 1 16,-13 21 1-16,6-6-3 16,0 2 0-16,-1 5 0 15,3 3 0-15,2-2 0 0,3 2 0 16,0-3 0-16,5-5 0 15,10-2 0-15,6-5 0 16,0-5 0-16,4-5 0 16,5-5 0-16,0-5 0 0,2-2 0 15,-4-1 0-15,-3-5 0 16,-8 4 0-16,-4-4 0 16,-9 1 0-16,-4 2 0 15,-4 0 0-15,-12-3 0 0,-3 4 0 16,-4 2 0-16,-2 7 0 15,-5-1 0-15,5 6 0 16,-2 0 0-16,8 8 0 16,-7-3-30-16,12-5-50 15,14 0-12-15</inkml:trace>
  <inkml:trace contextRef="#ctx0" brushRef="#br1" timeOffset="68499.96">2205 16342 470 0,'0'0'4'0,"0"0"1"0,0 0 1 16,0 0 1-16,0 0-1 16,0 0 1-16,0 6-1 15,0 5-6-15,-2 7 0 16,-4 7 0-16,-1 7 0 0,0 10 0 15,0 0 0-15,-4 5 0 16,1 0 0-16,3 0 0 16,2-5 0-16,3-2 0 15,2-8 0-15,0-4 0 16,2-8 0-16,10-1 0 0,1-4 0 16,-1-5 0-16,5-5 0 15,3-1 0-15,1-1 0 16,0-3 0-16,2 0 0 15,0-4 0-15,-3-7 0 0,1 7 0 16,-8-6-36-16,-5-5-52 16,1 5-4-16</inkml:trace>
  <inkml:trace contextRef="#ctx0" brushRef="#br1" timeOffset="68816.57">2093 16568 455 0,'0'0'4'15,"0"0"1"-15,10-6 2 16,0 4 0-16,2 0 1 16,6-4 0-16,1 4 1 0,4 0-1 15,7 0-8-15,-5-1 0 16,2 3 0-16,3-6 0 15,0 6 0-15,-2-1 0 16,-7-2 0-16,-1 3 0 0,-3-4 0 16,-1 1 0-16,-7 3 0 15,-9 0 0-15,9-3 0 16,-9 3 0-16,0 0 0 16,0 0 0-16,0 0-9 0,-4-2-48 15,4 2-34-15,0 0-1 16</inkml:trace>
  <inkml:trace contextRef="#ctx0" brushRef="#br1" timeOffset="69733.07">2689 16615 376 0,'0'0'8'0,"-9"0"3"0,9 0 2 16,-17 0 3-16,1 0 1 0,4 2 1 15,-1-2 2-15,1 0 1 16,5 2-10-16,7-2-11 16,-13 0 0-16,13 0 0 0,5 0 0 15,8-2 0-15,4 0 0 16,3-1 0-16,7-3 0 16,3 2 0-16,7 0 0 15,0-1 0-15,-2-1 0 16,-3 4 0-16,0-3 0 0,-7 5 0 15,-4 0 0-15,-3 0 0 16,-18 0 0-16,7 18 0 16,-7-4 0-16,-11-2 0 15,-6 8 0-15,-8 0 0 0,-2 5 0 16,-8-3 0-16,3 3 0 16,-8-7 0-16,2 4 0 15,4-2 0-15,4-5 0 16,3-3 0-16,7-2 0 0,5-3 0 15,5-2 0-15,10-5 0 16,0 0 0-16,7 5 0 16,5-5 0-16,6 0 0 0,7 0 0 15,5 0 0-15,4-2 0 16,4-3 0-16,0-1 0 16,-1 4 0-16,0 0 0 15,-2 2 0-15,-5-3 0 16,-3 3 0-16,-7 0 0 0,-3 0 0 15,-4 0 0-15,-6 3 0 16,-7-3 0-16,0 0 0 16,0 0 0-16,0 0 0 15,0 0 0-15,0 0 0 0,0 0 0 16,0 0 0-16,0 0 0 16,0 0 0-16,0 0 0 15,0 0 0-15,0 0 0 16,0 0 0-16,0 0 0 0,0 0 0 15,0 0-30-15,0 12-59 16,0-12-4-16</inkml:trace>
  <inkml:trace contextRef="#ctx0" brushRef="#br1" timeOffset="70752.21">3521 16084 383 0,'0'0'7'16,"0"0"3"-16,0 0 3 15,0-10 2-15,0 10 2 16,0 0 1-16,0 0 1 0,-7-9 0 16,7 9-9-16,0 0-10 15,0 0 0-15,-12 9 0 16,5 9 0-16,-4 4 0 16,-3 11 0-16,-1 8 0 0,0 8 0 15,-5 9 0-15,3 3 0 16,-1 9 0-16,4 0 0 15,1 2 0-15,1-6 0 16,5 1 0-16,1-5 0 0,3-2 0 16,3-6 0-16,5-7 0 15,8-7 0-15,2-6 0 16,7-1 0-16,3-10 0 16,3-4 0-16,-1-2 0 0,3-7 0 15,0 0 0-15,-4-5 0 16,2 0 0-16,-1-2 0 15,-7-3 0-15,1 0 0 16,-12 0-70-16,6 0-22 0</inkml:trace>
  <inkml:trace contextRef="#ctx0" brushRef="#br1" timeOffset="71983.94">3889 16298 390 0,'0'0'7'0,"0"0"3"16,0 0 2-16,-5-3 2 15,5 3 2-15,0 0 0 16,-14-2 1-16,14 2-1 0,-7 0-5 15,7 0-9-15,-18 15-2 16,13-5 0-16,-4 6 0 16,-2 2 0-16,-1 7 0 0,-1 4 0 15,-1 3 0-15,4 3 0 16,-1 3 0-16,4 1 0 16,0-2 0-16,4 0 0 15,3-2 0-15,0-5 0 0,0-1 0 16,8-9 0-16,1-2 0 15,4-3 0-15,-3-6 0 16,10-2 0-16,-3-4 0 16,-2 0 0-16,1-3 0 15,5-3 0-15,-4-1 0 0,1-6 0 16,2-3 0-16,-5 1 0 16,2-6 0-16,-2-4 0 15,0-2 0-15,-3-1 0 16,0-6 0-16,2-1 0 0,-7 1 0 15,-2-4 0-15,-3 0 0 16,-2 3 0-16,0 0 0 16,-5 2 0-16,0 3 0 0,-4 2 0 15,-3 0 0-15,3 6 0 16,-3 1 0-16,2 3 0 16,3 2 0-16,-6 5 0 15,3 0 0-15,0 3 0 16,-2 1 0-16,-1 4 0 0,-1 0 0 15,1 0 0-15,-2 6 0 16,2 2 0-16,-1 3 0 16,4 0 0-16,-3 3 0 15,9 4 0-15,-4 0 0 0,4 1 0 16,-3 1 0-16,5-1 0 16,2-1 0-16,0 0 0 15,0-4 0-15,6 1 0 16,-1-2 0-16,2-1 0 0,3 0 0 15,3-4 0-15,0 2 0 16,8-3 0-16,-4-3 0 16,6 2 0-16,2-6 0 0,0 0 0 15,2 0 0-15,-3 0 0 16,2-6 0-16,1 2 0 16,-4 0 0-16,2-2 0 15,-9 1 0-15,0 3 0 16,-2-1 0-16,-6-2 0 15,-8 5 0-15,10 0 0 0,-10 0 0 16,0 0 0-16,0 0 0 16,0 0 0-16,0 0 0 15,0 0 0-15,0 0 0 0,0 0 0 16,0 0 0-16,0 0 0 16,0 0 0-16,0 0 0 15,0 0 0-15,0 0 0 0,0 0 0 16,0 0 0-16,0 0 0 15,0 0-53-15,-15 0-42 16,15 0 1-16</inkml:trace>
  <inkml:trace contextRef="#ctx0" brushRef="#br1" timeOffset="72432.92">4302 16612 495 0,'0'0'3'0,"0"0"5"0,0 0-3 0,0 0-5 15,5 11 0-15,-5-11 0 16,0 0 0-16,0 11 0 0,0-11 0 16,0 15 0-16,-2 0 0 15,-1 2 0-15,1-1 0 16,0 5 0-16,2 2 0 15,-3-3 0-15,3 5 0 16,0-6 0-16,0-3 0 0,3 0 0 16,-3-3 0-16,2-3 0 15,-2-10 0-15,5 13 0 16,-5-13 0-16,0 0-11 0,0 0-68 16,12 0-14-16</inkml:trace>
  <inkml:trace contextRef="#ctx0" brushRef="#br1" timeOffset="72900.72">4523 15799 468 0,'0'0'4'16,"0"0"1"-16,0 0 2 16,0 0-1-16,0 0 1 0,0 0 1 15,0 0-2-15,-5 20-6 16,10 3 0-16,3 7 0 15,5 7 0-15,3 12 0 16,9 5 0-16,5 7 0 0,3 5 0 16,-1 1 0-16,2 0 0 15,1 2 0-15,-3 1 0 16,-7-1 0-16,-7-4 0 16,-8-2 0-16,-8 2 0 15,-2-3 0-15,-9 0 0 0,-14-5 0 16,0-6 0-16,-7 2 0 15,-2-8 0-15,0-1 0 16,-3-9 0-16,1-3 0 0,6-5 0 16,-2-4 0-16,8-1 0 15,2-12-31-15,7-3-62 16,13-7-2-16</inkml:trace>
  <inkml:trace contextRef="#ctx0" brushRef="#br1" timeOffset="74191.92">8392 11991 439 0,'0'0'7'0,"0"0"2"16,0 0 2-16,0 0 2 15,0 0 0-15,5-1 0 16,-5 1-7-16,0 0-6 0,0 0 0 16,0 0 0-16,10 11 0 15,-8 0 0-15,3-1 0 16,-3 5 0-16,4 1 0 15,-1 2 0-15,0 0 0 16,-3-6 0-16,3 3 0 0,-5-3 0 16,2-1 0-16,-2-11 0 15,3 12 0-15,-3-12 0 0,0 0 0 16,0 0 0-16,0 0 0 16,0 0 0-16,0-4 0 15,0-4 0-15,0-8 0 16,0-1 0-16,0 0 0 0,-3-1 0 15,1 0 0-15,2 2 0 16,-2 1 0-16,-1 2 0 16,3 13 0-16,-2-9 0 15,2 9 0-15,0 0 0 0,0 8 0 16,0 6 0-16,0 3 0 16,0 10 0-16,0-4-11 15,0 4-80-15,7 0-3 16</inkml:trace>
  <inkml:trace contextRef="#ctx0" brushRef="#br0" timeOffset="81466.53">9202 11601 265 0,'0'0'8'0,"0"0"4"16,0 7 4-16,0-7 2 16,0 0 4-16,-2 10 2 0,2-10 1 15,0 10 0-15,0-10-7 16,0 0-3-16,0 0-4 15,0 0-3-15,0 0-2 16,0 0 0-16,7-3-2 0,-7 3 0 16,18-14 0-16,-9 4 0 15,6-2 0-15,0-1-1 16,3 1-1-16,1-6 1 16,3 0-1-16,-1-1 0 15,1-1-2-15,3 0 0 0,0-2 0 16,2 0 0-16,1 0 0 15,-1-1 0-15,0 0 0 16,0 2 0-16,3 1 0 0,-5 0 0 16,2 2 0-16,-4-1 0 15,1 2 0-15,-4 1 0 16,5 2 0-16,-7-4 0 16,1 3 0-16,4 1 0 0,-6-1 0 15,8 0 0-15,-2 0 0 16,-1 1 0-16,-3-3 0 15,6 1 0-15,-4 1 0 16,-2 3 0-16,-1-1 0 0,0 1 0 16,-4-1 0-16,-2 4 0 15,3-1 0-15,-5-3 0 16,3 4 0-16,-1-1 0 16,0 0 0-16,1 0 0 0,2-1 0 15,-2-1 0-15,1 2 0 16,-1 0 0-16,1-2 0 15,0 0 0-15,0 2 0 16,-5 0 0-16,7 0 0 0,-4-2 0 16,1 2 0-16,-1-2 0 15,0 5 0-15,1-6 0 16,-1 1 0-16,1-1 0 16,-1 3 0-16,0-3 0 0,1 3 0 15,-1-1 0-15,1 0 0 16,-3-1 0-16,-1 5 0 15,2-6 0-15,1 3 0 16,-2 0 0-16,0-1 0 0,4-3 0 16,0 4 0-16,-2-2 0 15,0 0 0-15,2 2 0 16,-1 0 0-16,0 3 0 16,-1-4 0-16,-2 4 0 0,3-3 0 15,-3 1 0-15,-1-1 0 16,2 0 0-16,1 0 0 15,-3 0 0-15,4-3 0 16,-1 1 0-16,1 0 0 0,2 2 0 16,-2 0 0-16,-1-3 0 15,0 4 0-15,1-2 0 16,-3-1 0-16,3 2 0 16,-1 0 0-16,0 0 0 0,1 1 0 15,-4-1 0-15,3 0 0 16,1 0 0-16,-1-3 0 15,1 3 0-15,-1-2 0 16,4-2 0-16,-2 0 0 0,4 0 0 16,-4-1 0-16,7 0 0 15,-2-2 0-15,-1 0 0 16,2 0 0-16,-1-1 0 0,1 0 0 16,1 4 0-16,0-1 0 15,-3 0 0-15,1 1 0 16,-1 1 0-16,0 3 0 15,-4 0 0-15,-2 3 0 16,2-1 0-16,-5 0 0 0,-9 8 0 16,16-9 0-16,-16 9 0 15,12-10 0-15,-12 10 0 16,9-7 0-16,-9 7 0 16,11-11 0-16,-11 11 0 0,9-10 0 15,-9 10 0-15,10-7 0 16,-10 7 0-16,0 0 0 15,0 0 0-15,0 0 0 16,0 0 0-16,0 0 0 0,0 0 0 16,0 0 0-16,0 0 0 15,0 0 0-15,0 0 0 16,0 0 0-16,0 0 0 0,0 0 0 16,0 0 0-16,0 0 0 15,0 0 0-15,0 0-9 16,-7 0-24-16,7 0-53 15,-12 5-4-15</inkml:trace>
  <inkml:trace contextRef="#ctx0" brushRef="#br0" timeOffset="82182.84">10968 9913 399 0,'0'0'6'0,"0"0"2"0,0 0 2 16,0 0 1-16,0 0 1 15,0 0-1-15,0 0 0 16,0 0 2-16,0 0-5 0,0 0-3 15,13 0-1-15,2 0 0 16,0 0 0-16,7 0 1 0,5-1-5 16,3-5 0-16,0 1 0 15,0 0 0-15,2 1 0 16,-3-4 0-16,-1-2 0 16,-4 3 0-16,-2 2 0 0,-8-3 0 15,-2 5 0-15,-12 3 0 16,13-4 0-16,-13 4 0 15,0 0 0-15,0 0 0 16,0 0 0-16,0 0 0 16,0 0 0-16,0 0 0 0,0 0 0 15,3 4 0-15,-3-4 0 16,0 13 0-16,0-3 0 16,0 4 0-16,0 2 0 15,0 6 0-15,0 3 0 0,0-2 0 16,0 3 0-16,0 4 0 15,2 2 0-15,-2-1 0 16,2-2 0-16,-2-2 0 0,0-2 0 16,0 2 0-16,0-4 0 15,0-4 0-15,0-1 0 16,0-5 0-16,0-2 0 16,0-11 0-16,-2 12 0 0,2-12 0 15,0 0 0-15,0 0 0 16,0 0 0-16,0 0 0 15,0 0 0-15,0 0 0 16,0 0 0-16,0 0 0 0,0 0 0 16,0 0 0-16,0 0 0 15,0 0 0-15,0 0 0 16,0 0 0-16,0 0 0 16,0 0-19-16,-7-4-71 0,7 4-3 15</inkml:trace>
  <inkml:trace contextRef="#ctx0" brushRef="#br0" timeOffset="83517.05">11749 9933 405 0,'0'0'6'16,"0"0"4"-16,0 0 2 16,0 0 3-16,0 0 1 15,5-9 2-15,-5 9 0 0,0 0-7 16,0 0-11-16,0 0 0 15,0 0 0-15,0 0 0 16,0 19 0-16,0 1 0 0,-5 5 0 16,-1 7 0-16,-3 5 0 15,2 6 0-15,-3-1 0 16,-1-1 0-16,-1 0 0 16,-1-2 0-16,6-5 0 0,-2-3 0 15,1-8 0-15,0-5 0 16,3-3 0-16,0-5 0 15,5-10 0-15,-4 10 0 16,4-10 0-16,0 0 0 0,-3-17 0 16,6 6-26-16,11-3-63 15,-12-5-2-15</inkml:trace>
  <inkml:trace contextRef="#ctx0" brushRef="#br0" timeOffset="83918.23">11560 10065 401 0,'0'0'8'0,"0"0"3"0,0 0 2 15,0 0 3-15,-8-6 0 16,8 6 1-16,0 0 0 16,-9-4-5-16,9 4-12 15,0 0 0-15,0 0 0 16,14 10 0-16,4-3 0 0,5 3 0 15,4 2 0-15,5 1 0 16,3-3 0-16,4 5 0 16,1-3 0-16,-5 1 0 0,5-3 0 15,-5-1 0-15,-3-2 0 16,-2 3 0-16,-3-2 0 16,-8-3 0-16,-1 0 0 15,0 0 0-15,-6 0 0 0,-5-2 0 16,-7-3 0-16,0 0 0 15,8 2 0-15,-8-2 0 16,0 0 0-16,0 0 0 16,0 0 0-16,0 0 0 0,0 0 0 15,0 0 0-15,0 0 0 16,-3-2 0-16,-6-6-15 16,-8 3-77-16,8-2-3 0</inkml:trace>
  <inkml:trace contextRef="#ctx0" brushRef="#br0" timeOffset="86966.36">9190 11578 284 0,'0'0'5'16,"0"0"3"-16,0 0 2 16,0 8 2-16,0-8 4 0,0 0-1 15,0 7 4-15,0-7 1 16,0 0-4-16,0 0-2 16,0 0-1-16,0 0-2 15,0 0-1-15,0 0-1 0,0 0-1 16,-8-4 0-16,8 4-1 15,-7-11 0-15,7 11 0 16,-11-14-1-16,7 3 0 0,-4 2-6 16,1-1 0-16,-3-3 0 15,2 4 0-15,-2-4 0 16,3-2 0-16,-2 0 0 16,-4 0 0-16,1 1 0 15,1-4 0-15,-1 4 0 0,0-4 0 16,-1-2 0-16,1 3 0 15,-6 0 0-15,4-3 0 16,-2 0 0-16,-1 2 0 16,-1 2 0-16,2-2 0 0,-2 0 0 15,-5 1 0-15,6 1 0 16,-3-2 0-16,-3-2 0 16,4 2 0-16,-1 1 0 15,-3-5 0-15,4 2 0 0,-4-2 0 16,-3 2 0-16,8-4 0 15,-4 1 0-15,-1 1 0 16,3-6 0-16,1 7 0 0,-7-7 0 16,6 0 0-16,1-2 0 15,-4 4 0-15,1-2 0 16,0 1 0-16,-1 0 0 16,1-3 0-16,-3 0 0 15,3 3 0-15,2-1 0 0,-8 4 0 16,6-4 0-16,0-1 0 15,0 2 0-15,-6 2 0 16,8-2 0-16,-4-1 0 16,-1 4 0-16,5-4 0 0,-8 2 0 15,9-2 0-15,-6 3 0 16,0-2 0-16,2 0 0 16,1 2 0-16,0-3 0 15,-1 4 0-15,1-1 0 0,2 0 0 16,-2 3 0-16,4 0 0 15,-1-3 0-15,-2 5 0 16,1-1 0-16,1-3 0 0,4 5 0 16,-5-4 0-16,3 3 0 15,0 3 0-15,-4 0 0 16,4-3 0-16,0 5 0 16,1-3 0-16,2 4 0 15,-4-1 0-15,4 3 0 0,-2-5 0 16,7 6 0-16,-7-6 0 15,4 8 0-15,0-7 0 16,2 7 0-16,0-1 0 16,0-3 0-16,0 4 0 0,0 1 0 15,10 8 0-15,-15-15 0 16,15 15 0-16,-10-10 0 16,10 10 0-16,0 0 0 0,-7-8 0 15,7 8 0-15,0 0 0 16,0 0 0-16,0 0 0 15,0 0 0-15,0 0 0 16,0 0 0-16,0 0 0 0,0 0 0 16,0 0 0-16,0 0 0 15,0 0 0-15,0 0 0 16,0 0 0-16,0 0 0 16,0 0 0-16,0 0 0 0,0 0 0 15,0 0 0-15,0 0 0 16,0 0 0-16,0 0 0 15,0 0 0-15,0 0 0 16,-7 11 0-16,7 1 0 0,-3 3 0 16,3 7 0-16,-2 0 0 15,2 0 0-15,0 3 0 16,-4 3 0-16,4-6 0 16,0 5 0-16,0-4 0 15,0-1 0-15,0-2 0 0,0-3 0 16,0 0 0-16,0-4 0 15,0-1 0-15,0-12 0 16,0 12 0-16,0-12 0 16,0 0 0-16,0 0 0 0,0 0 0 15,0 0 0-15,0 0 0 16,0 0 0-16,-7-7 0 16,7 7 0-16,-7-17 0 0,5 4 0 15,-3-1 0-15,0 2 0 16,-1-4 0-16,4-4 0 15,-3 1 0-15,3 1 0 16,-3-2 0-16,0 2 0 0,3 4 0 16,-3-5 0-16,5 4 0 15,-6 2 0-15,4 1 0 16,-1 2 0-16,3 10 0 0,-2-17 0 16,2 17 0-16,0-11 0 15,0 11 0-15,0 0 0 16,0 0 0-16,0-9 0 15,0 9 0-15,0 0 0 16,0 0 0-16,0-10 0 0,0 10 0 16,0 0 0-16,0-10 0 15,0 10 0-15,0 0 0 16,0 0 0-16,0 0 0 16,0-10 0-16,0 10 0 0,0 0 0 15,0 0 0-15,0 0 0 16,0 0 0-16,0 0 0 15,0 0 0-15,0 0 0 16,0 0 0-16,0 0 0 0,0 0 0 16,0 0 0-16,0 0 0 15,0 0 0-15,0 0 0 16,0 0 0-16,0 0 0 0,0 0 0 16,0 0 0-16,0 0 0 15,0 0 0-15,0 0 0 16,0 0 0-16,0 0 0 15,0 0 0-15,0 0 0 0,0 0 0 16,0 0 0-16,0 0 0 16,0 0 0-16,0-10 0 15,0 10 0-15,0 0 0 16,0 0 0-16,-4-8 0 0,4 8 0 16,0 0 0-16,0 0 0 15,0 0 0-15,0 0 0 16,0 0 0-16,0 0 0 15,0 0 0-15,0 0 0 16,0 0 0-16,0 0 0 0,0 0 0 16,0 0 0-16,0 0 0 15,0 0 0-15,0 0 0 16,0 0 0-16,0 0 0 0,0 0 0 16,0 0 0-16,0 0 0 15,0 0 0-15,0 0 0 16,0 0 0-16,0 0 0 15,0 0 0-15,17-2 0 0,-4 2 0 16,6-2 0-16,5 2 0 16,6-3 0-16,10 1 0 15,0-3 0-15,-1-1 0 16,4 2 0-16,-3-1 0 0,-3 0 0 16,0 0 0-16,-5 0 0 15,-7 0 0-15,2 3 0 16,-6-1 0-16,-4 0 0 0,-4 1 0 15,-1 2 0 1,-12 0 0-16,12-2 0 0,-12 2 0 16,0 0 0-16,0 0 0 15,0 0 0-15,0 0 0 16,0 0 0-16,0 0 0 0,0 0 0 16,0 0 0-16,0 0 0 15,0 0 0-15,5-12 0 16,-5 12 0-16,3-16-52 15,-3 16-45-15,0 0-1 0</inkml:trace>
  <inkml:trace contextRef="#ctx0" brushRef="#br0" timeOffset="87983.43">6876 9174 313 0,'0'0'10'0,"0"0"4"16,0 0 3-16,-10-8 4 16,10 8 2-16,-9-9 2 0,9 9 0 15,-11-1 1-15,11 1-7 16,0 0-6-16,0 0-8 16,0 0-5-16,0 0 0 15,0 0 0-15,11-3 0 0,1 3 0 16,8 8 0-16,3-3 0 15,0 3 0-15,7-4 0 16,3 0 0-16,-6 2 0 16,1-3 0-16,-1-3 0 0,-4 0 0 15,-4 2 0-15,-4-2 0 16,0 0 0-16,-9 2 0 16,-6-2 0-16,12 0 0 0,-12 0 0 15,0 0 0-15,0 0 0 16,0 0 0-16,0 0 0 15,-10 0-20-15,-5-13-64 16,15 13-4-16</inkml:trace>
  <inkml:trace contextRef="#ctx0" brushRef="#br0" timeOffset="88266.3">7128 8947 411 0,'0'0'8'15,"0"0"4"-15,-4-12 2 16,4 12 2-16,0 0 1 16,-7-11 0-16,7 11-1 15,0 0-16-15,0 0 0 0,-2 11 0 16,2 7 0-16,5 9 0 16,3 7 0-16,-1 3 0 15,3 8 0-15,-1 5 0 16,2-1 0-16,1 1 0 0,-3-3 0 15,0-5 0-15,0-5 0 16,-2-2 0-16,2-5 0 16,-4-9 0-16,2-3-15 0,0-5-72 15,-7-13-5-15</inkml:trace>
  <inkml:trace contextRef="#ctx0" brushRef="#br0" timeOffset="92134.88">13111 8512 354 0,'0'0'9'15,"0"0"4"-15,0 0 4 16,0 0 0-16,0 0 2 0,0-13 2 15,0 13 0-15,0 0 1 16,0 0-8-16,0 0-10 16,0 0-4-16,0 0 0 15,0 0 0-15,-3 13 0 0,3-3 0 16,-2 2 0-16,2 3 0 16,0-1 0-16,0 4 0 15,2 0 0-15,1-10 0 0,4 3 0 16,0-1 0-16,6-6 0 15,-3-1 0-15,2-3 0 16,3-4 0-16,0-6 0 16,-2 0 0-16,-4-2 0 0,1-6 0 15,-4-2 0-15,-5 8 0 16,-1-6 0-16,-1 4 0 16,-12-2 0-16,1 7 0 15,-1 1 0-15,-7 8 0 16,3 0 0-16,-3 0 0 0,2 5 0 15,4 5 0-15,-1 8 0 16,-2-6 0-16,11 6 0 16,1-4 0-16,5 6 0 15,0-5 0-15,7-4 0 0,6 0 0 16,4-1 0-16,3-7 0 16,3-3 0-16,-1-3 0 15,3-4 0-15,0-3 0 16,-3-2 0-16,-5-4 0 0,-4-1 0 15,-3 2 0-15,-5-2 0 16,-5 5 0-16,-3-1 0 16,-6 3 0-16,-7 0 0 0,2 10 0 15,-9 0 0-15,1 5 0 16,-2 10 0-16,-1-2 0 16,4 2 0-16,4-1 0 15,4 1 0-15,1-3 0 0,10-2 0 16,2-10 0-16,0 0 0 15,17 5 0-15,-7-5 0 16,5-5 0-16,0-2 0 16,-3 0 0-16,3 1-8 15,-15 6-75-15,10 0-7 0</inkml:trace>
  <inkml:trace contextRef="#ctx0" brushRef="#br0" timeOffset="94700.81">11585 9686 165 0,'0'0'8'16,"0"0"3"-16,0 4 1 0,0-4 2 16,0 0 0-16,-4 13 2 15,4-13 0-15,0 10 2 0,0-10-5 16,0 0-2-16,0 0-1 16,0 11-1-16,0-11 3 15,0 0-2-15,0 0 2 16,0 0 0-16,0 0 0 0,8 7 0 15,-8-7-1-15,16-3-1 16,-7-1 1-16,4-5-2 16,2 0-2-16,0-4 0 15,2-2-1-15,6-2-1 16,2-6 0-16,5 2-2 0,0-4 0 16,4-3 0-16,6-1-1 15,1-1 0-15,2-1-1 16,-2 0 0-16,6-4 0 15,-3 3 0-15,1-2 0 0,-1 4 0 16,1-6 0-16,-3 5 0 16,3-4 0-16,-2 3 0 15,-2 3-1-15,1-2 1 0,-4 1 0 16,-3 5-1-16,-3 4 1 16,-4 1-1-16,-7 2 0 15,-3 4 0-15,0 0 0 16,-9 6 1-16,-9 8 0 0,10-11-1 15,-10 11 1-15,0 0 0 16,0 0-1-16,0 0 1 16,0 0-1-16,0 0 1 15,0 0-1-15,0 0 1 16,0 0-1-16,0 0-1 0,0 0-2 16,-5 3-1-16,5-3-4 15,-9 5-5-15,9-5-15 16,-8 10-52-16,8-10-2 15</inkml:trace>
  <inkml:trace contextRef="#ctx0" brushRef="#br0" timeOffset="95166.56">12457 8896 348 0,'0'0'6'0,"0"0"3"0,0 0 3 16,0 0 1-16,0 0 0 15,0 0 0-15,0 0 0 16,0 0 1-16,0 0-5 0,0 7-3 16,0-7 0-16,17 4-2 15,-4-4 1-15,-1 3 1 16,9-3-1-16,-2 0 0 15,6 0 0-15,-3-3-1 0,3-1-1 16,-8 4 0-16,4-3-2 16,-5 3 1-16,-3 0-1 15,-3 3-1-15,0 4 1 16,-2 3 0-16,-3 5 0 0,-1 0 1 16,-1 5-2-16,-1 4 0 15,-2 1 0-15,-2 3 0 16,-3 1 0-16,-2-4 0 15,-1 2 0-15,0-6 0 16,1-2 0-16,0-2 0 0,5-3 0 16,-4-8 0-16,6-6 0 15,0 13-8-15,0-13-35 16,0 0-41-16,0 0-3 0</inkml:trace>
  <inkml:trace contextRef="#ctx0" brushRef="#br0" timeOffset="105900.07">18957 4285 444 0,'0'0'5'16,"0"0"3"-16,8-15 2 0,-6 5 1 16,-2 10 1-16,2-17 1 15,-2 17-5-15,5-12-8 16,-5 12 0-16,-2 7 0 16,-5 11 0-16,2 11 0 0,-2 9 0 15,-2 3 0-15,5 9 0 16,-4 0 0-16,4 4 0 15,-5-5 0-15,4-5 0 16,1-2 0-16,1-9 0 0,-2-10 0 16,-2-3 0-16,5-10 0 15,2-10 0-15,0 0 0 16,-6-16 0-16,6-8 0 16,0-8 0-16,0-3 0 0,6-9 0 15,-1 1 0-15,-1-1 0 16,1 4 0-16,0 3 0 15,0 9 0-15,-3 6 0 16,4 5 0-16,-1 10 0 16,-5 7 0-16,14 0 0 0,2 4 0 15,-2 16 0-15,4 2 0 16,5 9 0-16,-2 1 0 16,7 5 0-16,-3 2 0 0,2 2 0 15,-2-6 0-15,-3-1 0 16,-2-5 0-16,3-1 0 15,-6-8 0-15,3-3 0 16,-6-8 0-16,2-4 0 16,-4-5 0-16,-2-5 0 0,0-7 0 15,-5-13 0-15,2-2 0 16,-1-10 0-16,-1-5 0 16,-3 0 0-16,0-5 0 15,1-1 0-15,-1 4 0 0,1 4 0 16,-3 6 0-16,2 7 0 15,0 2 0-15,1 7 0 16,-1 5 0-16,-2 13 0 16,13-4 0-16,-13 4 0 0,17 21-20 15,-4-2-69-15,-6 8-3 16</inkml:trace>
  <inkml:trace contextRef="#ctx0" brushRef="#br0" timeOffset="106300.13">19498 4617 435 0,'0'0'3'0,"0"0"1"16,0 0 1-16,0 0 1 15,9 6-1-15,-9-6 2 0,14 0-1 16,1 0 2-16,1-3-4 15,6-6 0-15,-1 5-1 16,2-3-1-16,-1-5 1 16,-1 0-1-16,-4-1 1 15,-2-5-2-15,-8 4 2 0,-7-1-2 16,0 0 0-16,-10 5 0 16,-5 3 0-16,-5 5-1 15,-8 4-1-15,2 5 1 16,-1 11-2-16,2 4 1 0,-1 7 0 15,6-1 0-15,8-1 1 16,3 0-1-16,9 3 1 16,2-5 0-16,10-6 0 15,11-3-2-15,4-7-4 0,10-2-8 16,-2 6-46-16,8-13-24 16,-1-8-2-16</inkml:trace>
  <inkml:trace contextRef="#ctx0" brushRef="#br0" timeOffset="106733.18">19873 4542 428 0,'0'0'4'15,"0"0"0"-15,-4 9 0 16,4-9 1-16,-3 19 0 0,3-7 1 16,0 4-1-16,4 1 1 15,8 0-3-15,0-2-1 16,10-3 0-16,1 1 0 15,7-6-1-15,-4-4 1 0,2-3 0 16,-1 0 0-16,-2-10 0 16,-7-1-1-16,-1-3 1 15,-10-1-1-15,1 3 1 0,-5-3-1 16,-3 8-2-16,0 7 1 16,0 0 0-16,0 0-1 15,-5 7 1-15,5 8-2 16,0 0 2-16,7-1-2 0,0 4 2 15,8-6-1-15,5-2 1 16,3-7 0-16,2-3-1 16,4-3 2-16,1-7 0 15,3-8 1-15,-4-1 0 16,1-3 1-16,-6-6 0 0,-8 2 1 16,-7-5-1-16,-6 5 0 15,-3 1 0-15,-10 5-1 16,-5 3-2-16,-5 6-3 15,0 4-4-15,3 10-14 0,2 6-62 16,3 1-4-16</inkml:trace>
  <inkml:trace contextRef="#ctx0" brushRef="#br0" timeOffset="107183.47">20728 4488 405 0,'0'0'5'0,"0"0"2"16,0 0 0-16,0 0 3 15,0 0-1-15,3 10 2 16,-3-10 0-16,10 11 2 0,0-9-5 16,2 0 0-16,4 1-1 15,4-3 0-15,9 0-4 16,6 0-3-16,5-3 0 16,6-4 0-16,12-1 0 0,4 1 0 15,2-2 0-15,9 0 0 16,-2 0 0-16,1 2 0 15,-4-2 0-15,-11 5 0 16,-7 1 0-16,-11 1 0 16,-11-1 0-16,-11 3 0 0,-17 0 0 15,0 0 0-15,0 0 0 16,-13 0 0-16,-1 0 0 16,-1 0 0-16,0 0-5 15,-5 0-84-15,10 0-3 0</inkml:trace>
  <inkml:trace contextRef="#ctx0" brushRef="#br0" timeOffset="107556.6">21462 4267 481 0,'0'0'3'0,"0"0"1"0,0 0 1 15,4-11 1-15,-4 11 1 16,23-3-2-16,-6 1-5 16,8 2 0-16,2 2 0 0,6 5 0 15,1 6 0-15,4-1 0 16,4 4 0-16,-5 6 0 16,0-3 0-16,-7 0 0 15,-5 9 0-15,-5-3 0 0,-10 0 0 16,-10 2 0-16,-5-2 0 15,-15 2 0-15,-7 0 0 16,-3-2 0-16,-3-3 0 16,-4-3 0-16,5 2 0 0,2-6 0 15,5-1 0-15,4-3 0 16,8 1-6-16,13-12-82 16,-8 15-3-16</inkml:trace>
  <inkml:trace contextRef="#ctx0" brushRef="#br0" timeOffset="108216.61">22034 4191 459 0,'0'0'5'0,"0"0"1"0,0 0 1 16,0 0 0-16,0 0 1 15,-13-2 0-15,8 6 0 0,0 14-5 16,0 7-3-16,3 6 0 16,2 12 0-16,0 7 0 15,5 1 0-15,4 2 0 0,1 1 0 16,3-2 0-16,-1-7 0 16,-2-7 0-16,-2-7 0 15,-1-6 0-15,-7-5 0 16,0-10 0-16,0-10 0 15,-15 0 0-15,5-13 0 0,-2-6 0 16,-1-16 0-16,-2-5 0 16,0-10 0-16,3-6 0 15,2-4 0-15,3-2 0 16,4 3 0-16,3 5 0 16,0 9 0-16,10 2 0 0,5 11 0 15,5 10 0-15,3 7 0 16,6 5 0-16,6 7 0 0,2 3 0 15,3 6 0-15,-3 9 0 16,-3 5 0-16,0 4 0 16,-13 3 0-16,-3 1 0 15,-6 4 0-15,-12-4 0 0,-5-1 0 16,-9-2 0-16,-10-7 0 16,-2 0 0-16,-2-3 0 15,-4-5 0-15,0-3 0 16,4 1 0-16,-2-5-25 15,8-1-61-15,10 0-3 0</inkml:trace>
  <inkml:trace contextRef="#ctx0" brushRef="#br0" timeOffset="108600.38">22358 4478 457 0,'0'0'3'0,"0"0"0"0,-9 10 0 15,9-10 1-15,-16 18-1 16,12-6 1-16,-1 4-1 0,0 1 1 16,5-2-2-16,5-3 0 15,7 2-1-15,6-3 1 16,4-3-1-16,2-4 2 15,6-4 0-15,0 0 1 16,0-8 0-16,-3-1 1 0,-6-7-5 16,-1-3 0-16,-11-3 0 15,-1-3 0-15,-8 0 0 16,-8 6 0-16,-5-2 0 16,-3 6 0-16,-5 6 0 0,-6 3 0 15,5 6 0-15,-5 0 0 16,7 11-17-16,-1 16-64 15,9-13-7-15</inkml:trace>
  <inkml:trace contextRef="#ctx0" brushRef="#br0" timeOffset="108966.53">22838 4421 442 0,'0'0'5'0,"0"0"1"16,-2-7 1-16,2 7 1 15,-11-10 0-15,11 10 0 16,-16-8 0-16,0 6 0 16,4 2-5-16,-6 5-1 0,6 0-1 15,-6 8-1-15,6-1 0 16,-5 0 0-16,9 6-1 16,1-4 1-16,5 1-1 15,2-2 1-15,7 4-1 0,5-4 1 16,11-2-1-16,-3 6 1 15,3-6 0-15,3-3 0 16,1 4-1-16,-2-4 2 16,-2-1-1-16,-6 3 0 0,-4-2 1 15,-3 1-1-15,-10-9 1 16,2 13-1-16,-9-5 1 16,-5-2-1-16,-6 2-1 15,-2-3-1-15,-4-3-2 0,-1-2-6 16,2 3-9-16,-2 2-44 15,8-5-21-15,2-8-4 16</inkml:trace>
  <inkml:trace contextRef="#ctx0" brushRef="#br0" timeOffset="109163.04">23012 4280 431 0,'0'0'4'16,"0"0"-1"-16,0 0 1 0,-3 5-1 15,-1 5 0-15,1 10 1 16,3 0 0-16,0 6-1 16,0 7-5-16,3 2-5 15,6 4-22-15,11 2-49 0,-12-5-2 16</inkml:trace>
  <inkml:trace contextRef="#ctx0" brushRef="#br0" timeOffset="109316.77">22915 4541 438 0,'0'0'3'0,"0"0"0"15,0 0 1-15,5-6 0 16,5 5 1-16,10-2 0 0,6 3-3 16,7-5-14-16,8 5-65 15,5 0-3-15</inkml:trace>
  <inkml:trace contextRef="#ctx0" brushRef="#br0" timeOffset="110116.45">23405 4292 467 0,'0'0'4'15,"0"0"1"-15,0 0 1 16,0 0-1-16,0 0 1 0,0 0-1 16,-5 11 0-16,5 3 1 15,0 11-4-15,0 3-2 16,0 6-2-16,2 6 2 16,1-2 0-16,1-2-1 0,-1 1 1 15,3-7 0-15,-6-8 0 16,0 0 0-16,0-12 0 15,0-10 1-15,0 0 1 16,-9 3-2-16,5-9 0 0,-1-10 0 16,0-9 0-16,0-4 0 15,-1-6 0-15,4-5 0 16,2 0 0-16,0 0 0 16,0 7 0-16,2 0 0 0,7 5 0 15,-2 9 0-15,2 9 0 16,4 10 0-16,-1 4 0 15,6 11 0-15,-1 10 0 16,1 3 0-16,1 4 0 0,-1 5 0 16,0-2 0-16,-6-1-6 15,-3-1 1-15,0-5 1 16,-5-9 0-16,-1-2 1 16,-3-7 1-16,0-10 2 0,-7 5 3 15,7-5 0-15,-11-12 0 16,4-4 1-16,2-3 1 15,3-9 1-15,-1-4-6 16,3-3 0-16,3-1 0 0,1 3 0 16,4 1 0-16,-1 5 0 15,3 4 0-15,-2 7 0 16,1 7 0-16,-1 9 0 16,-8 0 0-16,20 15 0 0,-11 8 0 15,4 0 0-15,-3 8 0 16,3 2 0-16,-1 1 0 15,-5-1-4-15,2 1-10 16,-2-10-25-16,-3 4-46 0,4-6-3 16</inkml:trace>
  <inkml:trace contextRef="#ctx0" brushRef="#br0" timeOffset="111199.99">23788 4501 438 0,'0'0'4'0,"0"0"0"16,0 0 1-16,0 0 0 0,0 10 0 15,0-10 0-15,-4 20 0 16,4-6 0-16,0 1-3 16,0 3-1-16,4-4 1 15,5 4-1-15,1-3 1 0,5-4-1 16,5-5 1-16,5-1 0 15,-3-5 0-15,-2 0 1 16,2-8-1-16,-2-2 1 16,-5-8-1-16,0 5 1 0,-7-7-1 15,-4 2 0-15,-1-4 1 16,-3 2-3-16,0 5 0 16,0 0 0-16,-3 9 0 15,3 6 0-15,-12-4 0 0,12 4-2 16,-10 8 1-16,5 2 0 15,2 5 0-15,3 2 0 16,0-3 1-16,5 3 0 16,8-6-1-16,2-3 1 15,5-1 0-15,3-4 1 0,6-3-1 16,-3-6 1-16,5-6-1 16,-4-7 1-16,-2-4 1 15,-5-4 0-15,-8-6-2 0,-4-8 0 16,-5-4 0-16,-3-2 0 15,-6-3 0-15,-3 3 0 16,-3 2 0-16,-1 6 0 16,-4 6 0-16,-1 11 0 0,1 8 0 15,2 11 0-15,3 9 0 16,-4 10 0-16,7 12 0 16,4 9 0-16,5 5 0 15,0 3 0-15,5 6 0 0,7-1 0 16,6 2 0-16,1-7-2 15,2-8 0-15,5-2 0 16,2-13-1-16,-3-4 1 16,4-8-1-16,-4-10 0 0,0-3 1 15,-5-11 1-15,0-10 0 16,-5-2 0-16,-3-7 1 16,-2-9 1-16,-2-6 0 15,-6-2 1-15,-2 2 0 0,0-2 1 16,-2 3 1-16,-3 8-1 15,-2 7 0-15,1 8 0 16,-1 16-3-16,7 8 0 16,-5 11 0-16,5 14 0 15,0 8 0-15,7 8 0 0,1 7-2 16,2 1-2-16,2 4-3 16,1-5-3-16,-4-5-4 15,1-4-4-15,-2-8 0 16,-3-6 0-16,-3-8 2 0,1-8 2 15,-3-9 2-15,0 0 7 16,0 0 5-16,-7-18 4 16,4 4 4-16,3-5-1 15,0 1 0-15,0 0 1 0,7 2 0 16,1 0-2-16,-1 2-2 16,6 4 0-16,4 2-2 15,-2 1 0-15,2 1-1 16,1 4 0-16,2 0-1 0,-3 2 0 15,1 0-1-15,-4 2 0 16,-4 3 0-16,-10-5 1 16,13 12-1-16,-13-4 1 0,0 2-1 15,0 0 1-15,-3-1 0 16,-1 2 0-16,4-11-2 16,0 14-2-16,0-14-5 15,1 11-9-15,-1-11-30 16,13 7-28-16,-13-7-4 0</inkml:trace>
  <inkml:trace contextRef="#ctx0" brushRef="#br0" timeOffset="111367.51">24759 4340 353 0,'0'0'4'0,"0"0"1"0,0 0 2 15,0 0-1-15,0 10 0 16,0-3 1-16,0 3-1 15,0 7 0-15,0 1-5 0,5 1-7 16,-5 4-14-16,4-6-36 16,-1 8-18-16</inkml:trace>
  <inkml:trace contextRef="#ctx0" brushRef="#br0" timeOffset="111983.04">24888 4419 274 0,'0'0'4'0,"0"0"0"0,-3 10-1 16,1 0 2-16,2 5 1 15,-2 3-1-15,-1-2 1 16,1 12 0-16,2-6-2 0,-3 6 1 16,1-4-1-16,0 1 0 15,2-1-1-15,-5-4 1 16,4-2-1-16,1-3 1 0,0-3 0 16,0-12 0-16,-5 12 0 15,5-12-1-15,0 0 3 16,-7-5 0-16,7 5 2 15,-10-19 3-15,5 4 1 16,-1-5 0-16,2-2 2 0,1-8 0 16,1 1 0-16,-1-5-2 15,1 1-2-15,2 2-2 16,0 1-1-16,0 3-3 16,2 5 0-16,3 5-1 0,0-1-1 15,6 7-1-15,-2 6-1 16,3-1 1-16,4 4-1 15,1 2-1-15,-2 2 1 16,-1 6 0-16,2 2-1 0,-7 8 1 16,-6-2 0-16,-1 4 0 15,-2 0 0-15,-5 3 0 16,-9-7 1-16,-1-1-1 0,0-2 0 16,-5-5 1-16,1-1-1 15,3-5 0-15,-4-2-1 16,6 0-2-16,-4-7-4 15,5 5-11-15,4 2-50 16,-1-8-17-16</inkml:trace>
  <inkml:trace contextRef="#ctx0" brushRef="#br0" timeOffset="112200.16">24975 4055 471 0,'0'0'2'0,"0"0"1"0,0 8 1 16,0 4 0-16,0 5 0 16,0 11 1-16,0 1-1 0,2 8 0 15,1 5 0-15,-3 6-3 16,2-1-1-16,3-3-4 16,-5 0-6-16,3 2-17 15,12-10-55-15,-15-3-4 0</inkml:trace>
  <inkml:trace contextRef="#ctx0" brushRef="#br0" timeOffset="112582.96">25087 4374 403 0,'0'0'2'0,"0"0"1"16,0 0 1-16,-8 5 0 15,8-5 0-15,-5 20 0 16,5-8 1-16,0 4 0 0,0-2-1 15,11 4-3-15,-4-4 2 16,10-5-1-16,1-3 1 16,2-6 0-16,-1 0 1 15,-2-4 1-15,3-7 1 0,-2-3 1 16,-5-1 0-16,1-2 0 16,-9 4 0-16,0-2-1 15,-5 5-2-15,0 10-1 16,0 0-1-16,-7 0-2 0,2 10 0 15,5 8-1-15,-2 1 0 16,2 9 0-16,0 1 0 16,4 4 1-16,4 1 0 15,-4-2-1-15,-1 5 1 0,0-9 0 16,-3 4 1-16,-3-7 0 16,-9-3 1-16,-11-1-1 15,-4-7-2-15,-3 3-7 16,-12 11-69-16,-5-14-6 15</inkml:trace>
  <inkml:trace contextRef="#ctx0" brushRef="#br0" timeOffset="115850.14">5252 16493 511 0,'0'0'0'15,"0"0"0"-15,0-5 0 16,0 5 0-16,0-7 0 16,0 7 0-16,0 0 0 0,0-10 0 15,0 10 0-15,0 0 0 16,0 0 0-16,2 10 0 15,1 0-51-15,6-10-41 16</inkml:trace>
  <inkml:trace contextRef="#ctx0" brushRef="#br0" timeOffset="116283.19">6022 16173 511 0,'0'0'0'0,"0"0"0"16,0 0 0-16,0 0 0 16,0 0 0-16,-6 0 0 0,1 15 0 15,1 8 0-15,1 12 0 16,-2 2 0-16,1 11 0 15,-1 8 0-15,5 3 0 16,0-4 0-16,2-1 0 16,3-4 0-16,5-6 0 0,-1-9 0 15,9-6-43-15,-6-9-47 16,0-7-2-16</inkml:trace>
  <inkml:trace contextRef="#ctx0" brushRef="#br0" timeOffset="116599.69">5592 16168 469 0,'0'0'3'0,"0"0"1"15,0 0 1-15,0-9 0 16,0 9 0-16,7-10 1 0,-7 10 1 15,20-15 0-15,-3 8-7 16,11-3 0-16,6-1 0 16,7-1 0-16,13-1 0 0,5-3 0 15,8 0 0-15,4 2 0 16,0-3 0-16,-1 4 0 16,-3-2 0-16,-8 5 0 15,-9 3 0-15,-5 2 0 0,-13 5 0 16,-7 0-7-16,-7 5-24 15,-1 5-54-15,-15 0-4 16</inkml:trace>
  <inkml:trace contextRef="#ctx0" brushRef="#br0" timeOffset="117033.25">6275 16417 467 0,'0'0'4'16,"0"0"0"-16,0 0 3 0,0 0 0 16,0 0 0-16,0 0 0 15,3-5 1-15,-3 5-8 16,9 0 0-16,2 2 0 0,6 6 0 15,0-1 0-15,5 6 0 16,3-1 0-16,3 5 0 16,-7-2 0-16,5 3 0 15,-11-1-6-15,-2-1 1 16,-8-1 0-16,-5-5 1 0,0 1 2 16,-9-4 0-16,-3-2 3 15,0-5 1-15,-3 0 0 16,3-8 1-16,5-7-1 15,-2 1 1-15,7-8 0 0,2-3-2 16,5 3 0-16,8-3-2 16,1 0-3-16,9 5-8 15,2-2-19-15,-6 7-54 16,13 2-1-16</inkml:trace>
  <inkml:trace contextRef="#ctx0" brushRef="#br0" timeOffset="117966.61">6926 16377 479 0,'0'0'3'0,"0"0"0"15,0 0 2-15,0 0 0 16,-7-5 0-16,-4 2 0 16,-1 3 1-16,-2 0-6 15,-9 3 0-15,0 6 0 0,1 4 0 16,0 5 0-16,0-1 0 15,4 5 0-15,6 0 0 16,2-2 0-16,8-2 0 0,2 0 0 16,7-4-3-16,3-7 1 15,5-2 0-15,2-5 1 16,3 0 0-16,-1-5 1 16,-1-5 0-16,0-4 1 0,-1-1 0 15,-4-5 0-15,1 2 1 16,-7-4-1-16,2 0 0 15,-5 5 1-15,1-1-2 16,-2 5 0-16,-3 4 0 0,0 9 0 16,0 0-2-16,0 0 0 15,11 12 1-15,-2 3-2 16,-4-2 0-16,2 1-1 16,5 2 1-16,1-7-1 15,-3 1 0-15,3-5 1 0,-1-3 1 16,0-2 0-16,1-5 2 15,-1-7 1-15,1-1 1 16,1-3 0-16,-4-7 1 0,3 1-2 16,-4-3 1-16,1 3 0 15,-2 4-1-15,-3 4-1 16,0-1 0-16,-5 15-1 16,0 0 0-16,0 0 0 0,6 4 0 15,0 9 0-15,0 2 0 16,6 0 0-16,2 3 1 15,4-4-1-15,5 1 1 16,4-3 0-16,5-4 0 16,5-3 0-16,3-5 1 0,7 0-1 15,-2-10 1-15,2-3 1 16,-5-1 0-16,-5-6 2 16,-7-1-1-16,-7-1 1 0,-11-3-1 15,-10 3 0-15,-4 4 1 16,-13 2-4-16,-7 1 0 15,-8 7 0-15,-2 6 0 16,-3 2 0-16,-2 8-2 0,0 4 1 16,5 5 0-16,4-2-1 15,8 2 2-15,10-2-1 16,10 3 0-16,5-6 1 16,14-2 0-16,9 0 1 15,4-3-1-15,3 1 1 0,8-1-1 16,-9 0 1-16,1 3-1 15,-3 0 0-15,-9-2 1 16,-5 4-1-16,-11 3 1 16,-7 0-1-16,-5 4 1 0,-10-1-1 15,-10-1 2-15,-5 4-2 16,-7-4 0-16,2-1-2 16,-4-3 1-16,0-3-2 0,5-2-2 15,10-3-7-15,-1-5-22 16,2-5-51-16,16-5-2 15</inkml:trace>
  <inkml:trace contextRef="#ctx0" brushRef="#br0" timeOffset="118666.62">7930 16243 488 0,'0'0'3'0,"0"0"0"0,0 0 2 16,0 0-1-16,0 0 1 0,0 0-2 16,10 3-3-16,-10-3 0 15,20 8 0-15,-5-1 0 16,5 0 0-16,-1 5 0 0,1 3 0 15,-2 2 0-15,-1 2 0 16,-11 5 0-16,1 0 0 16,-11-1 0-16,-8 1 0 15,-8 1 0-15,-4 0 0 16,-1-5 0-16,-5-4 0 0,5-2 0 16,3-3 0-16,5-5 0 15,1-6 0-15,16 0 0 16,-4-17 0-16,6-1 0 0,11-7 0 15,4-10 0-15,8-1 0 16,5-4 0-16,4-2 0 16,-1 2 0-16,-1 5 0 15,-2 9 0-15,-5 1 0 16,-8 12 0-16,-4 8 0 0,-13 5 0 16,7 5 0-16,-7 12 0 15,0 5 0-15,0 3 0 16,-4 3 0-16,4 7 0 0,0-4 0 15,0-1 0-15,4 0 0 16,3-3 0-16,6-4 0 16,1-6 0-16,4-5 0 15,7-4 0-15,-1-6 0 16,6 4 0-16,0-5-71 0,0-5-20 16</inkml:trace>
  <inkml:trace contextRef="#ctx0" brushRef="#br0" timeOffset="119016.45">8802 15831 501 0,'0'0'3'0,"0"0"0"16,0 0 1-16,0 0-4 15,-8 13 0-15,-2 10 0 16,-4 6 0-16,-6 13 0 0,0 10 0 16,-5 13 0-16,0 7 0 15,5-1 0-15,1 4 0 16,8 1 0-16,6-3 0 15,5-9 0-15,13-2 0 0,9-8 0 16,8-7 0-16,10-9 0 16,7-4 0-16,6-12 0 15,9-11-49-15,2-4-41 16</inkml:trace>
  <inkml:trace contextRef="#ctx0" brushRef="#br0" timeOffset="120333.63">13026 8390 305 0,'0'0'9'16,"0"0"5"-16,0 0 2 0,0 0 2 16,0 0 4-16,-12 0 0 15,12 0 0-15,-11-2 1 16,11 2-7-16,-12-10-4 16,3 2-2-16,-4 1-1 0,1-6-2 15,-1-1-1-15,-2-6-6 16,-5-5 0-16,-2-4 0 15,0-7 0-15,-8-5 0 0,-2-12 0 16,-8-5 0-16,-3-8 0 16,-12-8 0-16,1-5 0 15,-5-5 0-15,-6-3 0 16,3-5 0-16,-3 6 0 0,8-1 0 16,2 6 0-16,10 3 0 15,3 6 0-15,5 6 0 16,7 7 0-16,1 12 0 15,8 2 0-15,2 10 0 16,1 10 0-16,6 6 0 0,4 9 0 16,1 0 0-16,7 10 0 15,0 0 0-15,-7-3 0 16,7 3 0-16,-3 10 0 16,3 3 0-16,0 4 0 15,3 5 0-15,-3 0-23 0,0 6-66 16,8 0-3-16</inkml:trace>
  <inkml:trace contextRef="#ctx0" brushRef="#br0" timeOffset="121416.6">9163 11568 215 0,'0'0'6'0,"0"0"4"16,0 0 3-16,0-4 7 0,0 4 0 16,0 0 4-16,0 0 1 15,0 0-1-15,0 0-1 16,-3-11-4-16,3 11-4 16,0 0-3-16,0 0 0 0,-13-12-3 15,13 12 0-15,-9-17 0 16,-2 7 0-16,4-5 0 15,-3-2-1-15,-2-3-1 0,-3 1-2 16,-3-6 0-16,-1-3-2 16,-2-2-3-16,-1 1 0 15,0-1 0-15,-3-2 0 16,-5 2 0-16,3-2 0 0,-3 0 0 16,3 2 0-16,-1-3 0 15,-2 3 0-15,-2-1 0 16,5 1 0-16,0 1 0 15,-3-1 0-15,3 0 0 16,2-1 0-16,2 0 0 0,-2-2 0 16,1 3 0-16,4-1 0 15,0 1 0-15,0 3 0 16,0 2 0-16,0 0 0 16,8 5 0-16,-6 3 0 0,6 3 0 15,2-1 0-15,2 2 0 16,1 3 0-16,7 10 0 15,-7-10 0-15,7 10 0 0,0 0 0 16,0 0 0-16,0 0 0 16,0 0 0-16,0 0 0 15,0 0 0-15,0 0 0 16,0 0-7-16,0 0-27 0,-16 0-53 16,16 0-4-16</inkml:trace>
  <inkml:trace contextRef="#ctx0" brushRef="#br0" timeOffset="122284.31">10382 8950 365 0,'0'0'8'0,"-10"-12"2"16,1 2 1-16,-7-2 1 15,0-4 0-15,-5 2 1 0,-9-1 1 16,-2-3 1-16,-7 8-6 15,-2 5-2-15,2 5-2 16,-5 11 0-16,-2 8-1 0,2 9 0 16,4 8 0-1,5 12-3-15,3 6-1 0,7 6 1 16,10 7-1-16,6 0 0 16,9 4 1-16,9-4-1 0,16-2 0 15,7-11 1-15,13-2 1 16,10-13-1-16,9-8 1 15,3-9 0-15,8-14 0 0,4-8-2 16,-1-13 0-16,-2-14 0 16,-3-8 0-16,-4-8 0 15,-4-6 0-15,-8-5 0 16,-13 0 0-16,-1-7 0 16,-15 3 0-16,-14-4 0 0,-12-3 0 15,-11 3 0-15,-19 2 0 16,-11 1 0-16,-14 5 0 15,-14 6 0-15,-5 16 0 16,-6 10 0-16,-6 17 0 0,0 15 0 16,-2 27 0-16,-4 18 0 15,15 16-15-15,13 16-72 16,2 10-5-16</inkml:trace>
  <inkml:trace contextRef="#ctx0" brushRef="#br0" timeOffset="123666.53">9242 16106 385 0,'0'0'6'0,"0"0"4"16,0 0 3-16,0 0 2 0,0 0 2 16,0 0 1-16,0 0 0 15,0 0 1-15,0 0-9 16,0 0-10-16,-5-2 0 15,0 10 0-15,-5 4 0 0,-3 6 0 16,-1 3 0-16,-9 2 0 16,3 4 0-16,-7 3 0 15,0-2 0-15,0-1 0 16,-6-2 0-16,6-3 0 0,-3-2 0 16,2-4 0-16,6-3 0 15,2-3 0-15,5-2 0 16,1-3 0-16,14-5 0 0,0 0 0 15,0 0 0-15,10 1 0 16,4-1 0-16,9 0 0 16,4-1 0-16,3-2 0 15,9 1 0-15,1-1 0 16,5 0 0-16,-1 3 0 16,2-2 0-16,-4 2 0 0,0 0 0 15,-7 0 0-15,-3 0 0 16,-7 0 0-16,-3 0 0 15,-7 2 0-15,-5-2 0 16,-10 0 0-16,10 3 0 0,-10-3 0 16,0 0 0-16,0 0 0 15,0 0 0-15,0 0-7 16,-10-3-31-16,3 1-50 0,7 2-2 16</inkml:trace>
  <inkml:trace contextRef="#ctx0" brushRef="#br0" timeOffset="123933.21">9657 16315 488 0,'0'0'4'0,"0"0"0"0,0 0 1 0,0 0 0 15,0 0 0-15,0 0-5 0,0 12 0 16,-2-2 0-16,2 5 0 16,-3 5 0-16,-3 2 0 15,4 6 0-15,0-4 0 16,-1 1 0-16,3 0-17 16,3 5-67-16,-1-13-4 0</inkml:trace>
  <inkml:trace contextRef="#ctx0" brushRef="#br0" timeOffset="124283.2">9796 15715 466 0,'0'0'2'0,"0"-10"1"15,2-2 1-15,-2 0 1 16,2 2 1-16,1 0 0 16,0 0 1-16,-3 10 0 0,10-5-2 15,2 13-5-15,1 9 0 16,9 16 0-16,5-2 0 16,8 14 0-16,5 6 0 15,9 6 0-15,-1 6 0 16,-1 1 0-16,-7 2 0 0,-5 2 0 15,-19 4 0-15,-10 2 0 16,-14 0 0-16,-24 5 0 16,-20 2 0-16,-16-1 0 0,-10 0 0 15,-17-3 0-15,3 5 0 16,0-11-89-16,-15-9-1 16</inkml:trace>
  <inkml:trace contextRef="#ctx0" brushRef="#br2" timeOffset="132433.18">13108 8538 318 0,'0'0'7'0,"0"0"3"15,0 0 2-15,0 0 2 16,0 0 3-16,0 0 1 0,0 0-1 16,5-1 1-16,-5 1-6 15,0 0-3-15,0 0-4 16,0 0-1-16,0 0-2 0,0 0-1 15,0 0 0-15,0 0-1 16,0 0 0-16,0 7 0 16,0-7 0-16,0 0 1 15,0 0 0-15,0 0 0 16,0 0 0-16,0 0 1 0,0 0 0 16,0 0 0-16,2 7 0 15,-2-7 0-15,0 0 0 16,0 0 1-16,0 0-1 15,0 0 1-15,0 0 0 0,0 0 0 16,0 0-1-16,0 0 1 16,0 0 0-16,0 0 1 15,10 5 0-15,-10-5-4 16,16-7 0-16,-2-1 0 0,4-7 0 16,7-2 0-16,5-8 0 15,0-2 0-15,7-5 0 16,2-5 0-16,9-1 0 15,1-4 0-15,6-3 0 0,0 1 0 16,-1 0 0-16,3 1 0 16,-3 4 0-16,2 2 0 15,-6 5 0-15,-9 2 0 0,-6 8 0 16,-3 2 0-16,-7 4 0 16,-8 4 0-16,-1 2 0 15,-16 10 0-15,12-10 0 16,-12 10 0-16,0 0 0 0,0 0 0 15,0 0 0-15,0 0 0 16,0 0 0-16,8-7 0 16,-8 7 0-16,0 0 0 15,0 0 0-15,0 0 0 16,0 0 0-16,0 0 0 0,0 0 0 16,0 0 0-16,10-11 0 15,-10 11 0-15,0 0 0 16,0 0 0-16,0 0 0 15,7-8 0-15,-7 8 0 0,0 0 0 16,13-10 0-16,-13 10 0 16,9-11 0-16,-9 11 0 15,10-7 0-15,-10 7 0 16,11-7 0-16,-11 7 0 0,9-11 0 16,-9 11 0-16,7-4 0 15,-7 4 0-15,0 0 0 16,10-10 0-16,-10 10 0 0,0 0 0 15,0 0 0-15,0 0 0 16,0 0 0-16,0 0 0 16,0 0 0-16,0 0 0 15,0 0 0-15,0 0 0 0,0 0 0 16,0 0-26-16,-5 2-40 16,5-2-24-16,-12 4-1 15</inkml:trace>
  <inkml:trace contextRef="#ctx0" brushRef="#br2" timeOffset="132917.39">13950 7711 372 0,'0'0'7'0,"0"0"4"0,0 0 0 16,-9 0 2-16,9 0 1 0,-13 2 0 15,13-2 1-15,0 0 0 16,-12 3-6-16,12-3-1 15,0 0-2-15,0 0 1 16,9 8 0-16,7-8-5 0,0-2-2 16,2-7 0-16,6 0 0 15,5-6 0-15,3-2 0 16,0-1 0-16,1-1 0 16,0-1 0-16,-2 2 0 0,-4 3 0 15,-1 0 0-15,-10 8 0 16,-4 0 0-16,1 3 0 15,-13 4 0-15,12 0 0 0,-12 0 0 16,0 0 0-16,3 8 0 16,-3 5 0-16,0 5 0 15,-5 7 0-15,-2 1 0 16,0 7 0-16,-4 4 0 16,1 1 0-16,3-2 0 0,0 1 0 15,1-4 0-15,4-4 0 16,-1-4 0-16,3-4 0 15,0-5 0-15,0-3 0 16,3-3 0-16,-3-10 0 0,2 12 0 16,-2-12 0-16,0 0 0 15,11 12 0-15,-11-12 0 16,7-3-52-16,-7 3-39 0,9-7-3 16</inkml:trace>
  <inkml:trace contextRef="#ctx0" brushRef="#br2" timeOffset="134949.79">13095 8549 337 0,'0'0'7'0,"0"0"3"16,0 0 1-16,0 0 4 16,0 0 2-16,0 0 1 15,0 0 1-15,0 0 2 16,0 0-6-16,6 0-2 16,-6 0-2-16,0 0-1 0,0-11-3 15,0 11-7-15,-11-16 0 16,7 6 0-16,-4-8 0 15,-2 3 0-15,3-7 0 16,-5-3 0-16,-1-2 0 0,-2-3 0 16,0-2 0-16,0-3 0 15,-5 1 0-15,1-1 0 16,-1 0 0-16,-2 0 0 0,2 1 0 16,-1 2 0-16,-1-3 0 15,-3 3 0-15,3 0 0 16,-3-3 0-16,1 2 0 15,0 4 0-15,3 2 0 16,1 0 0-16,-3-1 0 0,1 6 0 16,2-3 0-16,0 5 0 15,1-2 0-15,1-1 0 0,1 4 0 16,-1-3 0-16,3 3 0 16,-2-5 0-16,1 8 0 15,4-5 0-15,-2 4 0 16,-1-1 0-16,3 2 0 15,-1-1 0-15,3-1 0 16,-2 3 0-16,-1-2 0 0,3 1 0 16,-3 2 0-16,6-1 0 15,0 3 0-15,0-1 0 16,-2 3 0-16,2 1 0 0,5-2 0 16,2 11 0-16,-7-14 0 15,7 14 0-15,-5-13 0 16,5 13 0-16,-7-12 0 15,7 12 0-15,-4-10 0 0,4 10 0 16,-5-12 0-16,5 12 0 16,-7-18 0-16,7 18 0 15,-9-17 0-15,3 6 0 16,1-3 0-16,0 2 0 0,-2-3 0 16,2 2 0-16,-2-1 0 15,1-1 0-15,-1 0 0 16,2 0 0-16,-2 0 0 15,2 3 0-15,-3-4 0 0,1 4 0 16,2 2 0-16,0-1 0 16,0 2 0-16,-1 0 0 15,6 9 0-15,-4-10 0 16,4 10 0-16,0 0 0 16,0 0 0-16,0 0 0 0,-8-10 0 15,8 10 0-15,0 0 0 16,0 0 0-16,0 0 0 15,0 0 0-15,0 0 0 0,0 0 0 16,0 0 0-16,0 0 0 16,-9 2 0-16,9-2 0 15,0 0 0-15,-9 11 0 16,9-11 0-16,-9 14 0 0,4 1 0 16,0 6 0-16,0 3 0 15,0 5 0-15,0 6 0 16,0 2 0-16,0 6 0 15,5-1 0-15,-5-1 0 0,5-1 0 16,-2-5 0-16,0-3 0 16,2-5 0-16,-3-2 0 15,3-7 0-15,0-7 0 16,0-3 0-16,0-8 0 16,0 10 0-16,0-10 0 0,0-7 0 15,0-5 0-15,0-4 0 16,-2-6 0-16,-2-3 0 15,2-6 0-15,0-7 0 0,-1 3 0 16,-2-4 0-16,1 4 0 16,1-2 0-16,0 5 0 15,1 2 0-15,2 6 0 16,-2 1 0-16,2 5 0 0,0 4 0 16,0 3 0-16,0 11 0 15,0-14 0-15,0 14 0 16,0 0 0-16,10-3 0 0,4 8 0 15,4 3 0-15,4 7 0 16,11-3 0-16,1 6 0 16,8-1 0-16,8 2 0 15,-3-4 0-15,5-2 0 0,3-3 0 16,3 0 0-16,-7-5 0 16,4-3 0-16,2 8 0 15,-7-7 0-15,-8-3-84 16,3 2-10-16</inkml:trace>
  <inkml:trace contextRef="#ctx0" brushRef="#br2" timeOffset="135825.1">14617 7753 429 0,'0'0'6'0,"0"0"4"15,0 0 1-15,0 0 2 16,0-10 0-16,0 10 1 0,0 0-1 16,0 0-11-16,0 0-2 15,0 18 0-15,0-3 0 16,-3 9 0-16,1 6 0 15,-2 3 0-15,-3 4 0 0,-3-1 0 16,1 4 0-16,-2-3 0 16,-6-1 0-16,7-7 0 15,-5-2 0-15,2-7 0 16,4-2 0-16,2-6 0 0,7-12 0 16,-10 6 0-16,10-6 0 15,0 0-32-15,-6-11-56 16,6-1-4-16</inkml:trace>
  <inkml:trace contextRef="#ctx0" brushRef="#br2" timeOffset="136216.4">14420 7885 404 0,'0'0'8'0,"0"0"3"0,0 0 2 15,-10-3 2-15,10 3 0 16,0 0 1-16,0 0 0 15,0 0-3-15,0 0-13 16,0 0 0-16,14 11 0 0,7-1 0 16,-1-2 0-16,5 3 0 15,10 1 0-15,-3 1 0 16,5-3 0-16,0 0 0 16,0-1 0-16,-1-4 0 0,-2 0 0 15,-4-3 0-15,-3 1 0 16,-2 0 0-16,-8-3 0 15,-5 0 0-15,-1 0 0 16,-11 0 0-16,12 0 0 0,-12 0 0 16,0 0 0-16,0 0 0 15,0 0 0-15,0 0 0 16,0 0 0-16,0 0 0 0,0 0 0 16,0 0 0-16,0 0 0 15,0 0 0-15,0 0 0 16,-7 0 0-16,7 14 0 15,0-14-61-15,-13 3-34 0</inkml:trace>
  <inkml:trace contextRef="#ctx0" brushRef="#br2" timeOffset="137884">11565 6507 325 0,'0'0'8'0,"0"0"4"0,0 0 3 0,-13-7 5 15,13 7 1-15,-7-5 2 16,7 5 1-16,-12-5 0 15,12 5-8-15,0 0-4 0,-8 0-4 16,8 0-5-16,2 5-3 16,11 3 0-16,-1 2 0 15,9-4 0-15,1 7 0 16,8-3 0-16,0-2 0 0,2-4 0 16,0 2 0-16,-2-5 0 15,0-1 0-15,-6 0 0 16,-5 0 0-16,0 0 0 0,-7 3 0 15,-2-3 0-15,-10 0 0 16,8 0 0-16,-8 0 0 16,0 0-44-16,0-4-40 15,0 4-6-15</inkml:trace>
  <inkml:trace contextRef="#ctx0" brushRef="#br2" timeOffset="138116.49">11786 6364 395 0,'0'0'9'0,"0"0"2"16,0 0 3-16,0-12 1 16,0 12-1-16,0 0 1 15,0 0 1-15,3 7-1 0,2 13-8 16,2-1-7-16,1 11 0 16,2 1 0-16,2 5 0 15,1 1 0-15,-4-2 0 16,-2 0 0-16,4-6 0 15,-4-1 0-15,0 1-11 0,3-6-73 16,-5-3-2-16</inkml:trace>
  <inkml:trace contextRef="#ctx0" brushRef="#br2" timeOffset="139449.79">13098 8599 336 0,'0'0'7'15,"0"0"2"-15,0 0 2 16,0 0 2-16,0 0 2 0,0 0 1 15,0 0-1-15,0 0 1 16,0 0-7-16,0 0-2 16,-8 14-2-16,-1 8 0 15,-7 8-1-15,2 10-1 16,-6 6 1-16,-2 15 0 0,-8 5 0 16,-5 3 1-16,0 6-1 15,-2-3 0-15,0 0 0 16,0-3-1-16,-4-5-1 15,9-4-1-15,0-6 1 0,4-7-1 16,4-4-1-16,6-9 0 16,1-7-1-16,5-4 0 15,4-9 0-15,4-2-2 0,4-12-1 16,0 0-3-16,0 0-4 16,-11 0-6-16,11 0-11 15,-2-12-23-15,2-5-31 16,2-3-5-16</inkml:trace>
  <inkml:trace contextRef="#ctx0" brushRef="#br2" timeOffset="139825.57">13003 8732 350 0,'0'0'8'0,"0"0"6"16,0 0 2-16,0 0 0 15,0 0 1-15,0 0 0 16,0 0 0-16,3 5 1 0,-11 12-9 16,1 11-3-16,-11 6-3 15,2 13 0-15,-5 8-2 16,-6 9 1-16,-3 8 1 0,-5 5 0 16,1 2 0-16,-8 5 0 15,1-2-1-15,0-1-2 16,-4 2 0-16,5-6 0 15,-2-6 0-15,5-6 0 0,2-6 0 16,7-9 0-16,1-8 0 16,10-13 0-16,2-6 0 15,8-8 0-15,1-8 0 0,6-7 0 16,0 0-7-16,0 0-4 16,8-17-11-16,4-3-35 15,0-3-27-15,1-8-2 16</inkml:trace>
  <inkml:trace contextRef="#ctx0" brushRef="#br2" timeOffset="140150.01">12877 9079 432 0,'0'0'4'0,"-5"8"0"0,-2 6 2 15,-6 13 0-15,-4 6 1 16,-3 11 1-16,-5 16 1 15,-8 9 1-15,-1 10-2 16,-1 8-2-16,-2 2 1 0,-3 0-3 16,0 1-4-16,-2-1 0 15,-2-5 0-15,1-3 0 16,4-6 0-16,-1-10 0 16,0-6 0-16,7-9 0 0,6-11 0 15,5-6 0-15,7-14 0 16,3-6 0-16,12-13 0 15,-11 9 0-15,11-9 0 16,0 0 0-16,0-8 0 0,0 0 0 16,0 8-13-16,6-21-9 15,-4 4-31-15,3 5-32 16,0-1-3-16</inkml:trace>
  <inkml:trace contextRef="#ctx0" brushRef="#br2" timeOffset="140670.04">12244 10047 399 0,'0'0'8'0,"0"0"2"0,0-10 4 16,0 10 1-16,0 0 1 15,0-9 1-15,0 9 0 16,0 0-2-16,0 0-15 16,-3 9 0-16,3 11 0 0,-6 10 0 15,2 5 0-15,-1 5 0 16,-2 6 0-16,-3 3 0 16,-1 1 0-16,-1-3 0 0,3-4 0 15,-2-6 0-15,4-9 0 16,2-7 0-16,0-3 0 15,5-8 0-15,0-10 0 16,8 4 0-16,4-6 0 0,3-8 0 16,4-2 0-16,6-8 0 15,7-5 0-15,6-2 0 16,0-5 0-16,3-1 0 16,-1 1 0-16,0 3 0 0,-5 1 0 15,-3 6 0-15,-7 5 0 16,-3 4 0-16,-9 6 0 15,-3 2 0-15,-10 5 0 16,0 0 0-16,0 0 0 16,0 0 0-16,2 5 0 0,-2-5 0 15,-2 12 0-15,2-12 0 16,-12 18 0-16,-1 17-7 16,1-25-82-16,4-1-4 15</inkml:trace>
  <inkml:trace contextRef="#ctx0" brushRef="#br2" timeOffset="141425.1">12514 10654 460 0,'0'0'5'0,"0"0"0"0,0 0 3 15,-5 10 0-15,5-10 1 0,0 0 0 16,0 0-2-16,-3 8-7 15,3-8 0-15,11-5 0 16,4-3 0-16,0-4 0 16,11-3 0-16,2-2 0 0,4-5 0 15,5-1 0-15,-1 2 0 16,1-3 0-16,-5 7 0 16,0 2 0-16,-9 3 0 15,-4 5 0-15,-1 4 0 0,-11 3 0 16,-2 10 0-16,-5 2 0 15,-2 8 0-15,-8 5 0 16,-2 7 0-16,-3 3 0 16,-3 3 0-16,-4 3 0 0,-1 3 0 15,1-1 0-15,0 1 0 16,0-4 0-16,1-1 0 16,5-9 0-16,3-5 0 15,1-3 0-15,4-6 0 0,2-7 0 16,6-9 0-16,0 0 0 15,14 0 0-15,0-4 0 16,1-7 0-16,8-1 0 0,-4-3 0 16,9-2 0-16,-1-1 0 15,1 0 0-15,-3 1 0 16,2 3 0-16,-3-1 0 16,-1 0 0-16,-3 6 0 15,-6 2 0-15,-1-2 0 0,-5 8 0 16,-8 1 0-16,12-7 0 15,-12 7 0-15,0 0 0 16,0 0 0-16,0 0 0 16,0 0 0-16,0 0 0 0,0 0 0 15,0 0 0-15,0 0 0 16,0 0 0-16,0 0 0 16,0 0 0-16,0 0-88 0,0 0-6 15</inkml:trace>
  <inkml:trace contextRef="#ctx0" brushRef="#br2" timeOffset="142183.54">12529 10669 365 0,'0'0'8'0,"0"0"3"15,0 0 1-15,0 0 2 0,0 0 1 16,0 0 2-16,7-5 1 15,-7 5 1-15,0 0-7 16,0 0-3-16,0 0-3 16,0 0-1-16,11-5-5 15,-1 3 0-15,2-6 0 0,8-2 0 16,2-4 0-16,8-4 0 16,5-4 0-16,4-3 0 15,-3-3 0-15,6 2 0 0,-5 3 0 16,-2 2 0-16,-5 3 0 15,-5 6 0-15,-9 1 0 16,-3 4 0-16,-13 7 0 16,12-2 0-16,-12 2 0 0,0 9 0 15,0 4 0-15,-4 4 0 16,-6 6 0-16,-1 4 0 16,-3 7 0-16,-6 3 0 15,-1 0 0-15,2 5 0 16,-8-1 0-16,4-2 0 0,1-4 0 15,0-1 0-15,2-6 0 16,5-3 0-16,2-6 0 16,1-4 0-16,5-2 0 15,7-13 0-15,-8 12 0 0,8-12 0 16,0 0 0-16,0 0 0 16,8 0 0-16,-1-3 0 15,8-5 0-15,2 1 0 0,9-3 0 16,3-4 0-16,1-3 0 15,4-4 0-15,4 3 0 16,-1 0 0-16,-2-2 0 16,-3 2 0-16,-2 3 0 0,-3 5 0 15,-7 3 0-15,0 0 0 16,-7 7 0-16,-13 0 0 16,14 0 0-16,-14 0-41 15,0 0-49-15,0 12-2 0</inkml:trace>
  <inkml:trace contextRef="#ctx0" brushRef="#br2" timeOffset="167949.93">10690 16090 498 0,'0'0'4'0,"0"0"1"16,0 0-1-16,0 0-4 15,0 0 0-15,0 0 0 16,0 0 0-16,0 0 0 0,0 16 0 15,0 7 0-15,-2 4 0 16,-3 8 0-16,0 3 0 16,0 4 0-16,0 2 0 0,-3-4 0 15,6-8 0 1,-1-2 0-16,0-9 0 0,3-8 0 16,-1-3 0-16,1-10 0 15,0 0 0-15,-5-13 0 0,0-4 0 16,5-5 0-16,-6-8 0 15,4-7 0-15,-1-7 0 16,1-8 0-16,2-6 0 16,0-1 0-16,5 0 0 0,5 4 0 15,5 1 0-15,3 9 0 16,3 8 0-16,2 7 0 16,9 12 0-16,0 9 0 15,7 6 0-15,-5 3 0 16,1 12 0-16,-3 9 0 0,-4 4 0 15,-3 7 0-15,-9 2 0 16,-6-1 0-16,-10 3 0 16,0 0 0-16,-12-4 0 15,-9 0 0-15,0-2 0 0,-9-13 0 16,3 3 0-16,-8-6 0 16,5-3 0-16,5-2 0 15,0-4 0-15,7-2 0 0,6-3 0 16,12 0 0-16,0 0 0 15,8 0 0-15,9 0 0 16,4 0 0-16,5 0 0 16,-1 2 0-16,7 4 0 15,-4 2 0-15,2 6 0 0,-3 0 0 16,-2 4 0-16,-2 1 0 16,-4 2 0-16,-6-2 0 15,2 4 0-15,-8-9 0 16,-1-4-83-16,3 3-8 0</inkml:trace>
  <inkml:trace contextRef="#ctx0" brushRef="#br2" timeOffset="168316.98">11232 16208 469 0,'0'0'3'0,"0"0"-1"0,-2 10 2 15,-3 1 0-15,-3-3 0 16,-2 9 1-16,1 2 0 16,-2 3 0-16,4 1-2 15,0 1-1-15,7-4 0 0,0-3-2 16,12-4 1-16,5-3 1 16,6-8-2-16,1-2 0 15,6 0 0-15,2-10 0 16,0 0 0-16,-2-5 0 15,-5 1 0-15,-2-1 0 0,-9-1 0 16,-3-3 0-16,-11 1 0 16,-2-1 0-16,-16-1 0 15,1 2 0-15,-6 1 0 16,-4 2 0-16,-1 5 0 0,-1 3 0 16,3 7 0-16,1-2 0 15,13 2-47-15,0 0-42 16,12 0-3-16</inkml:trace>
  <inkml:trace contextRef="#ctx0" brushRef="#br2" timeOffset="168650.11">11739 15872 506 0,'0'0'2'0,"0"0"1"16,0 0-3-16,0 0 0 15,0 0 0-15,0 16 0 16,0 0 0-16,-3 9 0 0,-2 7 0 16,-2 3 0-16,0 12 0 15,-1 0 0-15,-2 0 0 16,5 2 0-16,0-5 0 16,3-9 0-16,2-2 0 0,10-7 0 15,4-2 0-15,4-10 0 16,5-2 0-16,2-7 0 15,4-3 0-15,0-2 0 16,1-2 0-16,-2-5 0 0,-6 0 0 16,-4-6 0-16,-1-2-59 15,-10 2-31-15,-1-1 0 16</inkml:trace>
  <inkml:trace contextRef="#ctx0" brushRef="#br2" timeOffset="168850.01">11699 16102 481 0,'0'0'1'16,"0"0"2"-16,0 0 2 15,5 0 1-15,5 0 2 0,3 0-1 16,7 0-7-16,4 0 0 16,3 0 0-16,1 0 0 15,4 0 0-15,0 2 0 0,-4-2 0 16,2 5 0-16,-13-5-22 15,5 3-66-15,-4-3-3 16</inkml:trace>
  <inkml:trace contextRef="#ctx0" brushRef="#br2" timeOffset="169633.35">12338 16139 488 0,'0'0'4'0,"0"0"0"0,0 0 3 16,0 0 1-16,-11-2-8 15,11 2 0-15,0 0 0 0,0 0 0 16,0 0 0-16,0 0 0 15,0 0 0-15,9-8 0 16,5 6 0-16,4-3 0 16,3 0 0-16,9 0 0 15,0-1 0-15,6 2 0 16,-1 1 0-16,-6 3 0 0,-5 0 0 16,1 0 0-16,-9 0 0 15,-7 5 0-15,-4 5 0 16,-5 3 0-16,-12 2 0 0,-6 2 0 15,-7 5 0-15,-9 5 0 16,-3 6 0-16,-8-6 0 16,-5 5 0-16,0-1 0 15,6-6 0-15,5-2 0 0,6-5 0 16,8-3 0-16,10-9 0 16,15-6 0-16,0 0 0 15,15 4 0-15,15-8 0 16,7-5 0-16,5-1 0 15,13-2 0-15,5-1 0 0,-1 1 0 16,1 2 0-16,-3 3 0 16,-8 2 0-16,-3 2 0 15,-14 3 0-15,-7 0 0 16,-8 3 0-16,-7 2 0 0,-10-5 0 16,10 10 0-16,-10-10 0 15,0 10 0-15,0-10 0 16,0 0 0-16,0 0 0 0,-10 9 0 15,10-9 0-15,0 0 0 16,0 0 0-16,-8 0-4 16,8 0-87-16,-12-9-3 15</inkml:trace>
  <inkml:trace contextRef="#ctx0" brushRef="#br2" timeOffset="170199.92">13414 15711 417 0,'0'0'7'0,"0"0"2"0,0 0 2 0,-8-6 2 15,8 6 0-15,-18 0 1 16,6 6 0-16,-5 6-1 16,-3 13-13-16,-2 8 0 0,0 10 0 15,-3 12 0-15,4 4 0 16,4 8 0-16,0 2 0 15,9 6 0-15,1-3 0 0,7-8 0 16,0-4 0-16,7-3 0 16,3-8 0-16,5-7 0 15,2-5 0-15,4-5 0 16,6-7 0-16,-4-6 0 16,1-2 0-16,-2-10 0 0,8 0-34 15,10-7-53-15,-15-6-4 16</inkml:trace>
  <inkml:trace contextRef="#ctx0" brushRef="#br2" timeOffset="170649.35">13766 16070 480 0,'0'0'2'0,"0"0"1"0,-4-14 2 15,4 14 0-15,-16-16 1 16,6 11 0-16,-6 0-2 16,-7 0-4-16,0 5 0 0,-4 5 0 15,-1 2 0-15,1 11 0 16,1 0 0-16,3-1 0 16,8-3 0-16,5 4 0 15,5-6 0-15,5-3 0 0,10-5 0 16,8-4 0-16,7-5 0 15,4-10 0-15,4 0 0 16,1-10 0-16,-6 0 0 16,4 0 0-16,-10 3 0 0,-4 3 0 15,-6 2 0-15,-2 4 0 16,-7 5 0-16,-3 8 0 16,0 0 0-16,0 10 0 15,-3 9 0-15,1 6 0 0,-1 8 0 16,0 2 0-16,1 4 0 15,-1 1 0-15,3 2 0 16,0-7 0-16,0-6 0 16,0-1 0-16,3-6 0 0,-1-7 0 15,6-5-20-15,2-5-71 16,-10-5-3-16</inkml:trace>
  <inkml:trace contextRef="#ctx0" brushRef="#br2" timeOffset="171000.28">14067 16025 498 0,'0'0'3'0,"0"0"1"0,0 0 2 15,0 0-6-15,-5 10 0 0,1 3 0 16,-5 4 0-16,0 5 0 16,-1 8 0-16,0 2 0 15,2 0 0-15,1 0 0 16,5 1 0-16,2-8 0 0,2-6 0 15,8-4 0-15,8-8 0 16,1-7 0-16,8 0 0 16,0-10 0-16,-1-5 0 15,0-1 0-15,-5-1 0 0,-1-4 0 16,-13-4 0-16,-1 3 0 16,-12-3 0-16,-6 1 0 15,-8-1 0-15,-8 5 0 16,2 2 0-16,-7 3 0 15,4 11 0-15,-7-3 0 0,13-1-48 16,-1 8-43-16,6 0-1 16</inkml:trace>
  <inkml:trace contextRef="#ctx0" brushRef="#br2" timeOffset="171284.22">14399 15462 511 0,'0'0'0'16,"0"0"0"-16,0 0 0 0,13 6 0 16,-5 1 0-16,2 8 0 15,7 7 0-15,1 10 0 16,5 8 0-16,1 7 0 0,5 8 0 16,1 7 0-16,-2 6 0 15,2 0 0-15,-5-1 0 16,2-3 0-16,-13-2 0 15,-3-5 0-15,-9-3 0 0,-4-1 0 16,-13-14 0-16,-13 4 0 16,-2-11 0-16,-7-3 0 15,-2-7 0-15,7-4 0 16,-5-11 0-16,7-7-50 16,7 0-43-16</inkml:trace>
  <inkml:trace contextRef="#ctx0" brushRef="#br3" timeOffset="176433.09">12074 9255 262 0,'0'0'9'0,"0"0"4"0,0 0 3 0,0 0 1 15,0 0 4-15,0 0 1 0,-9 10 4 16,9-10-1-16,0 0-6 16,-3 10-3-16,3-10-2 15,0 0-2-15,0 0-1 16,0 0-2-16,0 0-2 0,0 0-1 15,0 10-2-15,0-10-2 16,0 0-2-16,0 0 0 16,0 0 0-16,0 0 0 15,12 0 0-15,-12 0 0 0,20-10 0 16,-8 0 0-16,11-4 0 16,7-5 0-16,5-6 0 15,12-4 0-15,5-6 0 16,6-4 0-16,10-3 0 0,0-6 0 15,2-1 0-15,1 2 0 16,4 0 0-16,-5-3 0 16,-1 3 0-16,-1 2 0 0,-5 6 0 15,-5 2 0-15,-11 8 0 16,-2 4 0-16,-13 7 0 16,-7 3 0-16,-10 7 0 15,-3 4 0-15,-12 4 0 16,0 0 0-16,0 0 0 0,0 0 0 15,0 0 0-15,0 0 0 16,0 0 0-16,0 0 0 16,0 0 0-16,0 0 0 15,-12 7 0-15,2-2 0 16,0 5 0-16,-8-5 0 0,6 2-12 16,-6 6-81-16,-3-3-2 15</inkml:trace>
  <inkml:trace contextRef="#ctx0" brushRef="#br3" timeOffset="177249.9">12211 8950 462 0,'0'0'6'0,"0"0"2"0,0 0 2 15,0 0 1-15,0 0 0 16,0 0-8-16,0 0-3 0,0 5 0 16,0-5 0-16,-5 15 0 15,0-3 0-15,-2 3 0 16,-3 7 0-16,-1 3 0 15,-3 2 0-15,-5 3 0 0,-2 0 0 16,-1 0 0-16,-1 0 0 16,-2 1 0-16,4-3 0 15,-5-6 0-15,5 0 0 0,5-4 0 16,3-6 0-16,4-4 0 16,9-8 0-16,-12 10 0 15,12-10 0-15,0 0 0 16,0 0 0-16,14 0 0 15,1-4 0-15,2 0 0 0,8-1 0 16,3 0 0-16,4-5 0 16,5 0 0-16,3-2 0 15,0-4 0-15,0 5 0 16,4-3 0-16,-4 3 0 16,2-1 0-16,-7 4 0 0,-5 1 0 15,-3 1 0-15,-2 4 0 16,-8 0 0-16,-4 2 0 0,-6 0 0 15,-7 0 0-15,10 0 0 16,-10 0 0-16,0 0 0 16,0 0 0-16,0 0 0 15,0 0 0-15,0 0 0 0,0 0 0 16,0 0 0-16,0 0 0 16,0 0 0-16,0 0 0 15,0 0 0-15,0 0 0 16,0 0 0-16,0 0 0 0,0 0 0 15,-7 7 0-15,7-7 0 16,-10 5 0-16,10-5-14 16,0 0-80-16,-15 0-2 15</inkml:trace>
  <inkml:trace contextRef="#ctx0" brushRef="#br3" timeOffset="177849.73">11497 9067 468 0,'0'0'5'0,"0"0"3"0,0 0 2 0,0 0 0 15,0 0 0-15,0 0-10 0,0 0 0 16,0 0 0-16,0 0 0 16,16 0 0-16,-2 0 0 15,4 0 0-15,7 0 0 16,0 2 0-16,5 0 0 16,-4-2 0-16,2 0 0 0,-1 0 0 15,-2 0 0-15,-4 0 0 16,-5 0 0-16,2 0 0 0,-13-12-45 15,-5 12-46-15,12-10-2 16</inkml:trace>
  <inkml:trace contextRef="#ctx0" brushRef="#br3" timeOffset="178050.15">11731 8947 428 0,'0'0'7'0,"0"0"4"0,0 0 1 16,-9-7 1-16,9 7 1 15,0 0 0-15,-5 7-2 16,5 3-12-16,5 9 0 15,4 12 0-15,-1 4 0 0,2 4 0 16,0 4 0-16,-1 4 0 16,0-3 0-16,-2 1 0 15,-2-1 0-15,-5-6 0 16,2-4 0-16,-2-7 0 16,0 6 0-16,0-13-78 0,0-6-13 15</inkml:trace>
  <inkml:trace contextRef="#ctx0" brushRef="#br3" timeOffset="179683.22">11950 6884 310 0,'0'0'6'16,"0"0"5"-16,0 0 2 0,0 0 2 15,0 0 4-15,0 0 1 16,0 0 3-16,0 0 2 15,0 0-4-15,0 0-3 16,0 0-3-16,0 0 0 0,2-15-15 16,-2 3 0-16,-7-9 0 15,-2-4 0-15,-4-6 0 16,1-4 0-16,-9-7 0 16,-4-7 0-16,-5-11 0 0,-7-9 0 15,-5-6 0-15,-3-3 0 16,-4-8 0-16,-3 0 0 15,-1 2 0-15,9 2 0 16,-4 5 0-16,5 8 0 0,7 4 0 16,2 6 0-16,1 6 0 15,1 7 0-15,7 6 0 16,0 6 0-16,-1 4 0 16,10 8 0-16,-2 5 0 0,6 2 0 15,2 5 0-15,10 10 0 16,-8-11 0-16,8 11 0 15,0 0 0-15,0 0 0 16,0 0 0-16,0 0 0 0,0 0 0 16,0 0 0-16,0 0 0 15,0 0 0-15,0 0 0 16,0 0 0-16,0 0 0 16,0 0 0-16,0 0 0 0,0 0 0 15,0 0 0-15,0 0 0 16,0 0 0-16,0 0 0 15,-7-4 0-15,7 4 0 16,0 0 0-16,-10-8 0 0,10 8 0 16,-10-7 0-16,10 7 0 15,-7-13 0-15,7 13 0 16,-10-12 0-16,10 12 0 16,-8-12 0-16,8 12 0 0,0 0 0 15,-7-10 0-15,7 10 0 16,0 0 0-16,0 0 0 15,-3 5 0-15,3 10 0 0,-2 5 0 16,0 2 0-16,-1 5 0 16,3 8 0-16,-5 2 0 15,3-2 0-15,-4-1 0 16,4-4 0-16,-1-3 0 0,1-9 0 16,-4-1 0-16,6-6 0 15,0-11 0-15,0 0 0 16,0 0 0-16,-4-14 0 15,4-3 0-15,0-7 0 0,-2-4 0 16,-3-4 0-16,3-3 0 16,-2-2 0-16,-3 2 0 15,2 3 0-15,3 5 0 16,-3 5 0-16,3 4 0 16,-1 3 0-16,3 15 0 0,-2-10 0 15,2 10 0-15,0 0 0 16,7 6 0-16,5-2 0 15,4 9 0-15,5-1 0 16,4 6 0-16,5-4 0 0,2-2 0 16,1 4 0-16,1-7 0 15,-4 2 0-15,0-4 0 16,-3-2 0-16,-4-3 0 0,0 1 0 16,-9-3 0-16,4-3-56 15,-18 3-38-15</inkml:trace>
  <inkml:trace contextRef="#ctx0" brushRef="#br3" timeOffset="180066.58">10839 4867 460 0,'0'0'6'0,"0"-12"2"15,0 12 2-15,0-10 1 16,0 10 1-16,0-10-8 16,0 10-4-16,0 0 0 0,0 0 0 15,0 7 0-15,0 8 0 16,3 10 0-16,-3 0 0 15,2 4 0-15,-2 7 0 16,0-2 0-16,0 1 0 0,0 0 0 16,0-6 0-16,-2-2 0 15,-1 1 0-15,1-9 0 16,-3-1 0-16,3-8 0 16,-1-3-7-16,3-7-34 15,-22-5-48-15,19-7-1 0</inkml:trace>
  <inkml:trace contextRef="#ctx0" brushRef="#br3" timeOffset="180380.29">10648 4998 411 0,'0'0'8'0,"0"0"2"15,0 0 4-15,0 0 1 0,0 0 1 16,-5-7 1-16,5 7 1 16,0 0-16-16,0 0-2 15,12-7 0-15,4 7 0 16,6 0 0-16,0 5 0 0,10-3 0 15,5 5 0-15,2 1 0 16,0 2 0-16,0-3 0 16,-1 4 0-16,-4-2 0 0,-4-1 0 15,-3 0 0-15,-5-6 0 16,-3 3 0-16,-7-4 0 16,-12-1 0-16,14 0 0 15,-14 0 0-15,0 0 0 16,0 0 0-16,0 0 0 0,0 0 0 15,-2-1 0-15,2 1 0 16,0 0 0-16,-10-5 0 16,10 5-12-16,0 0-81 15,10 5-4-15</inkml:trace>
  <inkml:trace contextRef="#ctx0" brushRef="#br3" timeOffset="182449.74">15042 16094 443 0,'0'0'5'0,"0"0"4"0,0 0 2 16,0 0 2-16,0 0 1 15,0 0 2-15,0 0-16 16,0 0 0-16,4-4 0 0,-4 4 0 15,0 0 0-15,3-10 0 16,-3 10 0-16,0 0 0 16,2-10 0-16,-2 10 0 15,0 0 0-15,0 0 0 0,0 0 0 16,0 0 0-16,0 0 0 16,0 0 0-16,0 0 0 15,0 10-55-15,0-10-39 16</inkml:trace>
  <inkml:trace contextRef="#ctx0" brushRef="#br3" timeOffset="183168.98">15468 15854 511 0,'0'0'0'16,"0"0"0"-16,0 0 0 15,0-10 0-15,0 10 0 16,0 0 0-16,0 0 0 0,0 0 0 16,0 0 0-16,-2 23 0 15,-1 6 0-15,1 4 0 16,2 6 0-16,-3 5 0 15,3 6 0-15,0 0 0 16,0-6 0-16,3-2 0 0,-3-7 0 16,2-6 0-16,-2-1 0 15,0-8 0-15,-2-6 0 16,-1-1 0-16,3-13 0 16,-7 3 0-16,7-3 0 0,-15-20 0 15,10-5 0-15,0-8 0 16,0-11 0-16,1-11 0 15,-1-9 0-15,1-2 0 0,4-6 0 16,4 3 0-16,5 1 0 16,3 9 0-16,4 6 0 15,3 12 0-15,6 11 0 16,0 10 0-16,3 10 0 16,1 10 0-16,1 7 0 15,0 11 0-15,-5 7 0 0,-3 7 0 16,-7 4 0-16,-5 5 0 15,-8 1 0-15,-4-2 0 16,-10 0 0-16,-6-3 0 0,-5-5 0 16,-1-6 0-16,-3-1 0 15,4-7 0-15,1-8 0 16,7-1 0-16,2-3 0 16,4-2 0-16,9-4 0 0,0 0 0 15,0 8 0-15,9-2 0 16,7 1 0-16,0 3 0 15,7-1 0-15,2 4 0 16,5-1 0-16,-3 6 0 0,3-4 0 16,-2 3 0-16,-3 3 0 15,-1 0 0-15,-6 3 0 16,-5-1 0-16,-4-7 0 16,-4 5-89-16,-3-5-3 15</inkml:trace>
  <inkml:trace contextRef="#ctx0" brushRef="#br3" timeOffset="183567.89">15990 16065 508 0,'0'0'3'0,"0"0"-3"0,0 0 0 15,0 0 0-15,0 0 0 0,-12 0 0 16,5 9 0-16,-4 7 0 15,-1 0 0-15,0 9 0 16,1 3 0-16,2-1 0 0,6 5 0 16,1-4 0-16,2-3 0 15,10-6 0-15,5-4 0 16,7-8 0-16,5-7 0 16,1-2 0-16,4-10 0 15,-2-3 0-15,-3-6 0 0,-2 2 0 16,-8-6 0-16,-9 0 0 15,-3 0 0-15,-5-1 0 16,-15 1 0-16,-3 2 0 16,-9 3 0-16,0 8 0 0,-5-1 0 15,-1 9 0-15,4 4 0 16,3 0 0-16,1 4 0 16,9 6 0-16,3-4 0 15,13 3-14-15,15-2-78 0,-5-1-3 16</inkml:trace>
  <inkml:trace contextRef="#ctx0" brushRef="#br3" timeOffset="184033.32">16438 15723 426 0,'0'0'6'16,"0"-11"3"-16,0 3 3 0,0-5 2 15,2 1 3-15,0-1 0 16,-2 1-7-16,3-1-10 0,-3 13 0 15,5-7 0-15,-5 11 0 16,0 16 0-16,0 9 0 16,0 9 0-16,-5 14 0 15,2 8 0-15,-1 5 0 0,-1 4 0 16,2-3 0-16,1-4 0 16,2-5 0-16,5-9 0 15,2-9 0-15,3-11 0 16,8-4 0-16,-2-9 0 15,5-7 0-15,1-6 0 0,3-2 0 16,2-10 0-16,0-2 0 16,-2-11 0-16,3 6 0 15,-8-8 0-15,-1 3-8 16,-6-3-84-16,-10-2-2 0</inkml:trace>
  <inkml:trace contextRef="#ctx0" brushRef="#br3" timeOffset="184199.92">16364 15993 483 0,'0'0'3'0,"0"0"0"0,0 0 3 16,0 0 0-16,4-6 1 15,4 2-4-15,8 0-3 16,7-4 0-16,7-1 0 0,7 3 0 16,5-2 0-16,1-4 0 15,7 7-9-15,4-3-78 16,-14 1-2-16</inkml:trace>
  <inkml:trace contextRef="#ctx0" brushRef="#br3" timeOffset="184950.32">17053 16008 493 0,'0'0'4'0,"0"0"2"0,-9-8 2 16,9 8-8-16,0 0 0 16,-3-10 0-16,3 10 0 15,0 0 0-15,0 0 0 0,0-10 0 16,6 10 0-16,-6 0 0 15,16 10 0-15,-8 2 0 16,7 4 0-16,0 1 0 16,0 7 0-16,-8 1 0 0,-2 5 0 15,-5-1 0-15,0-1 0 16,-12 2 0-16,-6-2 0 16,1-3 0-16,-5-6 0 15,4-2 0-15,-4-7 0 16,7-5 0-16,0-2 0 0,15-3 0 15,-10-18 0-15,10-4 0 16,13-5 0-16,1-8 0 16,9-8 0-16,7 2 0 0,2-7 0 15,3 9 0-15,-3-3 0 16,0 11 0-16,-7 7 0 16,-2 4 0-16,-11 11 0 15,-2 9 0-15,-10 0 0 0,0 12 0 16,-3 8 0-16,-7 1 0 15,1 7 0-15,-1 7 0 16,2-1 0-16,0 1 0 16,6 2 0-16,2-7 0 0,2-3 0 15,8-4 0-15,8-4 0 16,5-6 0-16,1-2 0 16,6-7 0-16,5 3 0 15,-5-7-8-15,-1 0-84 0,9-7-3 16</inkml:trace>
  <inkml:trace contextRef="#ctx0" brushRef="#br3" timeOffset="185270.74">17744 15468 488 0,'0'0'5'0,"0"0"1"0,0 0 3 16,0 0-6-16,0 0-3 15,0 0 0-15,-2 15 0 16,-5 12 0-16,-5 15 0 0,-4 12 0 16,-1 13 0-16,-3 12 0 15,0 11 0-15,3 6 0 16,2-4 0-16,5-3 0 15,8-4 0-15,4-12 0 16,8-2 0-16,5-15 0 0,7-4 0 16,7-15 0-16,1-9 0 15,13-6 0-15,-6-13-85 0,0-9-9 16</inkml:trace>
  <inkml:trace contextRef="#ctx0" brushRef="#br3" timeOffset="185716.44">18057 15888 495 0,'0'0'3'0,"-10"-7"0"15,10 7 1-15,-16-19 2 16,3 6-6-16,-2 1 0 16,-3-1 0-16,-2 1 0 0,1 5 0 15,-4 4 0-15,3 3 0 16,1 4 0-16,1 12 0 15,4-1 0-15,3 2 0 16,1 8 0-16,8-5 0 0,2-1 0 16,7 1 0-16,6-2 0 15,4-8 0-15,1-5 0 16,7-5 0-16,2 0 0 16,0-9 0-16,0-2 0 0,-4-2 0 15,-3-7 0-15,-3 6 0 16,-3-2 0-16,-3 2 0 15,-4 2 0-15,-4 2 0 0,-3 10 0 16,0-8 0-16,0 8 0 16,0 15 0-16,0 5 0 15,0 7 0-15,0 5 0 16,0 6 0-16,0 6 0 16,-3 3 0-16,-2-2 0 15,1-1 0-15,-1-4 0 0,1-6 0 16,1-6 0-16,3-6 0 15,0-9-93-15,0-13-1 16</inkml:trace>
  <inkml:trace contextRef="#ctx0" brushRef="#br3" timeOffset="186050">18365 15884 492 0,'0'0'4'0,"0"0"2"15,-7-3 0-15,7 3-3 0,-14 5-3 16,5 5 0-16,-3 3 0 15,-2 14 0-15,-2 3 0 16,2 4 0-16,1 3 0 16,1 6 0-16,5-1 0 0,7-5 0 15,7-5 0-15,5-10 0 16,13-5 0-16,5-6 0 16,7-11 0-16,3-8 0 15,5-7 0-15,-6-7 0 0,2-3 0 16,-11-4 0-16,-4-7 0 15,-13 3 0-15,-13-5 0 16,-7 5 0-16,-13-1 0 16,-15 7 0-16,-2 2 0 0,-11 8 0 15,4 10 0-15,-1 1 0 16,8 6 0-16,-5 0-27 16,14 2-63-16,10 2-3 15</inkml:trace>
  <inkml:trace contextRef="#ctx0" brushRef="#br3" timeOffset="186333.53">18507 15322 511 0,'0'0'0'16,"0"0"0"-16,0 0 0 16,0 0 0-16,0 0 0 15,7 7 0-15,4 10 0 16,5 5 0-16,8 11 0 15,4 9 0-15,8 8 0 0,6 15 0 16,3 6 0-16,-1 8 0 16,-3-2 0-16,-11 10 0 15,-11-1 0-15,-12-4 0 16,-9 0 0-16,-15-6 0 0,-15-3 0 16,-5-7 0-16,-11-9 0 15,4-3 0-15,-9-16-10 16,8-12-84-16,3-9-2 0</inkml:trace>
  <inkml:trace contextRef="#ctx0" brushRef="#br3" timeOffset="188849.93">10370 4382 436 0,'0'0'5'0,"0"0"3"0,0 0 0 16,0 0 1-16,-7-11 2 0,7 11-1 16,0 0 0-16,0 0 1 15,-6 8-8-15,6 2-3 0,3 0 0 16,2 2 0-16,0-2 0 15,5 3 0-15,-1 0 0 16,4-12 0-16,-1 2 0 16,1-3 0-16,1-4 0 15,2-7 0-15,-6-4 0 0,-1 3 0 16,0-5 0-16,-5 3 0 16,-4-7 0-16,-2 4 0 15,-9 0 0-15,-1 1 0 16,-1 1 0-16,-3 8 0 0,0 0 0 15,-3 5 0-15,3 2 0 16,2 4 0-16,1 8 0 16,1 3 0-16,7 6 0 15,-1-1 0-15,6-1 0 0,0 0 0 16,11-3 0-16,1-4 0 16,3-7 0-16,2-3 0 15,1-4 0-15,2-6 0 0,0-7 0 16,-5-2 0-16,-3-2 0 15,1-5 0-15,-7 1 0 16,-6 1 0-16,-4 4 0 16,-9-2 0-16,-1 8 0 15,-7 7 0-15,-1 3 0 0,-2 2 0 16,1 9 0 0,-2 4 0-16,9 9 0 0,0 1 0 15,9 1 0-15,2-1 0 16,5-4 0-16,0-4-6 15,5-5-85-15,7-3-1 0</inkml:trace>
  <inkml:trace contextRef="#ctx0" brushRef="#br3" timeOffset="190266.39">9952 4545 336 0,'0'0'5'15,"0"0"3"-15,0 0 2 16,0 0 3-16,0 0 2 0,0 0 0 16,5 0 1-16,-5 0 1 15,0 0-3-15,0 0-1 16,0 0-3-16,0 0 0 15,0 0-1-15,3 10-1 16,-3-10-1-16,0 0-2 0,0 0-5 16,-5 0 0-16,5 0 0 15,-10-7 0-15,3-3 0 16,-4-2 0-16,4-5 0 16,-5-8 0-16,-4 0 0 0,4-13 0 15,-3-1 0-15,-2-11 0 16,-3-9 0-16,1-7 0 15,-2-12 0-15,6-3 0 16,-2-8 0-16,8-6 0 0,-2 1 0 16,6 0 0-16,5 0 0 15,0 4 0-15,5 11 0 16,3 5 0-16,4 12 0 0,0 5 0 16,1 10 0-16,-3 10 0 15,-1 5 0-15,2 10 0 16,-4 4 0-16,1 6 0 15,-1 2 0-15,-7 10 0 16,8-5 0-16,-8 5 0 16,0 0 0-16,7 5 0 0,-7-5 0 15,0 15 0-15,0-5 0 16,0-4 0-16,-5 4 0 16,3-2 0-16,2-8 0 0,-8 17 0 15,8-17 0-15,-10 13 0 16,10-13 0-16,0 0 0 15,-12 10 0-15,12-10 0 16,0 0 0-16,0 0 0 0,-8-5 0 16,8 5 0-16,-5-12 0 15,5 12 0-15,-10-13 0 16,10 13 0-16,-9-12 0 0,9 12 0 16,-13-10 0-16,13 10 0 15,-10-6 0-15,10 6 0 16,-7-2 0-16,7 2 0 15,0 0 0-15,0 0 0 16,0 0 0-16,-2 8 0 0,2 0 0 16,9 3 0-16,6 5 0 15,2 3 0-15,9 1 0 16,8 8 0-16,6-2 0 16,12 5 0-16,3 1 0 0,5 2 0 15,4 1 0-15,3 2 0 16,0 0 0-16,0 1 0 15,-3 1 0-15,-4 0 0 16,-3 2 0-16,-2-2 0 0,-11 0 0 16,4 1 0-16,-8 3 0 15,-8-4 0-15,-2 1 0 16,-8-4 0-16,-1 2 0 0,-9 1 0 16,-3-6 0-16,-6-1 0 15,-1-7 0-15,-2 0 0 16,0-6 0-16,-5-3 0 15,1-7 0-15,4-9 0 16,-12 7 0-16,1-7 0 16,11 0 0-16,-17-14 0 0,4-4-87 15,6 6-9-15</inkml:trace>
  <inkml:trace contextRef="#ctx0" brushRef="#br3" timeOffset="191650.3">9465 4699 324 0,'0'0'7'0,"0"0"4"16,0 0 3-16,0 0 4 15,-10-2 3-15,10 2 0 0,-9-20 2 16,-4 2 2-16,3-6-6 15,-9-11-4-15,1-6-2 16,-2-20-13-16,-2-5 0 16,-3-16 0-16,0-15 0 0,0-7 0 15,-2-10 0-15,2-5 0 16,1-2 0-16,1 2 0 16,3 6 0-16,3 9 0 15,6 9 0-15,1 19 0 0,3 7 0 16,5 16 0-16,2 13 0 15,0 15 0-15,0 11 0 16,0 14 0-16,2 14 0 0,3 18 0 16,0 16 0-16,5 13 0 15,3 14 0-15,1 11 0 16,-2 13 0-16,6 8 0 16,-3 7 0-16,0 2 0 15,-2 1 0-15,-6-6 0 0,3 1 0 16,-3-11 0-16,-1-10 0 15,-2-11 0-15,1-15 0 16,-2-15 0-16,1-16 0 16,-1-17 0-16,-3-17 0 0,8-10 0 15,-6-19 0-15,-2-15 0 16,0-17 0-16,-10-13 0 16,0-22 0-16,-5-16 0 15,-2-14 0-15,-1-13 0 0,-1-5 0 16,-1-4 0-16,2 9 0 15,6 8 0-15,0 17 0 16,1 17 0-16,4 21 0 16,0 19 0-16,0 16 0 0,-4 19 0 15,6 10 0-15,5 12 0 16,-12 18 0-16,12 19 0 16,0 20 0-16,0 17 0 15,5 15 0-15,7 20 0 0,1 13 0 16,-1 6 0-16,3 9 0 15,2-4 0-15,-1-9 0 16,-2-12 0-16,-1-13 0 16,-6-13 0-16,1-20 0 0,-1-13 0 15,-5-21 0-15,1-12 0 16,-3-20 0-16,-3-7 0 16,-2-23 0-16,-2-17 0 15,-5-15 0-15,-1-22 0 0,-4-20 0 16,-1-19 0-16,3-12 0 15,3-8 0-15,2 1 0 16,3 1 0-16,4 13 0 0,0 17 0 16,3 21 0-16,3 25 0 15,0 21 0-15,-3 24 0 16,0 20 0-16,-3 27 0 16,-2 25 0-16,3 20 0 15,2 19 0-15,0 16 0 0,7 14 0 16,-1 7 0-16,1 0 0 15,-3-5 0-15,1-11 0 16,0-21 0-16,0-19 0 16,-2-17 0-16,0-22 0 15,-1-26 0-15,3-18 0 0,-5-23 0 16,0-17 0-16,0-14 0 16,-5-15 0-16,-5-6 0 15,-5-6 0-15,-5 8 0 0,1 10 0 16,-2 12 0-16,1 17 0 15,3 22 0-15,7 23 0 16,10 23 0-16,8 26 0 16,14 25 0-16,5 1 0 0,21 22-47 15,14 6-44-15,-2 2-2 16</inkml:trace>
  <inkml:trace contextRef="#ctx0" brushRef="#br4" timeOffset="198067.27">10616 5992 356 0,'0'0'7'0,"0"0"4"16,0 0 3-16,0 0 1 16,-5 5 1-16,5-5 1 15,0 0 1-15,-11 10 0 16,11-10-6-16,-9 7-3 0,9-7-4 16,-12 10-1-16,12-10-2 15,-13 20 0-15,8-10-1 16,-2 3 0-16,0 1-1 15,1-1 0-15,-1 2 1 0,4-1-1 16,-2 1 2-16,1-2-2 16,1 2 0-16,-2-3 0 15,2 1 0-15,1-1 0 16,-1 0 0-16,1 1 0 0,2-3 0 16,-3-1 0-16,3-2 0 15,0 4 0-15,0-11 0 16,0 14 0-16,0-14 0 0,3 13 0 15,-3-13 0-15,7 15 0 16,-7-15 0-16,11 10 0 16,-11-10 0-16,12 12 0 15,-12-12 0-15,20 10 0 16,-10-5 0-16,-1-2 0 0,4 2 0 16,-1-3 0-16,1 0 0 15,2 1 0-15,0-3 0 16,2 2 0-16,1-2 0 15,-1 0 0-15,3 0 0 0,-2 0 0 16,3 0 0-16,2 0 0 16,-3-2 0-16,2-1 0 15,0-1 0-15,-1 0 0 16,0 0 0-16,-1-4 0 0,3 4 0 16,0-4 0-16,0 3 0 15,3-3 0-15,-1 4 0 16,0-4 0-16,2-2 0 0,-3 3 0 15,1 3 0-15,-2-5 0 16,2 5 0-16,-2-4 0 16,-2 4 0-16,2-5 0 15,0 3 0-15,-4-4 0 0,6 2 0 16,0-3 0-16,-2 2 0 16,2-3 0-16,-1-1 0 15,-3 1 0-15,8 0 0 16,-4-1 0-16,2-2 0 15,-5 3 0-15,3-2 0 0,-2-4 0 16,2 0 0-16,0 4 0 16,-1-4 0-16,-2-1 0 15,3 1 0-15,0-2 0 16,-1 3 0-16,1-3 0 0,-2 5 0 16,2-5 0-16,0 6 0 15,-6-6 0-15,2 5 0 16,-5-5 0-16,5 3 0 0,-1-3 0 15,-1 3 0-15,-3-1 0 16,0 1 0-16,2 0 0 16,-6-1 0-16,4 1 0 15,-4 0 0-15,-2 3 0 0,2-4 0 16,-2-2 0-16,-2 5 0 16,2-3 0-16,-5 1 0 15,2-3 0-15,-2 5 0 16,0 1 0-16,-2-4 0 15,-1 3 0-15,-2 4 0 0,0-6 0 16,0 3 0-16,0-1 0 16,-2 0 0-16,-1 5 0 15,-5-5 0-15,3 1 0 0,1-1 0 16,-1 5 0 0,-2-1 0-16,-2 0 0 0,2 1 0 15,-5 2 0-15,-1 1 0 16,6-1 0-16,-7 3 0 0,0 1 0 15,2-1 0-15,-3 0 0 16,1 2 0-16,-2-1 0 16,2 1 0-16,-4 0 0 15,4 1 0-15,-2-1 0 0,-1 3 0 16,-1 0 0-16,4 0 0 16,-6 0 0-16,8 0 0 15,-1 0 0-15,1 0 0 16,2 3 0-16,2-3 0 15,8 0 0-15,-12 2 0 0,12-2 0 16,0 0 0-16,-10 0 0 16,10 0 0-16,0 0 0 15,0 0 0-15,0 0 0 16,0 0 0-16,0 0 0 0,0 0 0 16,0 0 0-16,0 0 0 15,0 0 0-15,0 0 0 16,0 0 0-16,0 0 0 0,0 0 0 15,0 0 0-15,0 0 0 16,0 0 0-16,0 0 0 16,0 0 0-16,0 0 0 15,0 0 0-15,0 0 0 0,0 0 0 16,0 0 0-16,3 15 0 16,1-3 0-16,-1 4 0 15,4 3 0-15,-2 1 0 16,3-1 0-16,-1 6 0 15,1-4 0-15,-1 1 0 0,-2-4 0 16,0-1 0-16,0-5 0 16,-2 0 0-16,-3-12 0 15,7 13 0-15,-7-13 0 0,0 0 0 16,0 0 0 0,0 0 0-16,2-8 0 0,-2-2 0 15,-2-1 0-15,-3-7 0 16,0-2 0-16,-2-3 0 0,-1 4 0 15,-2-9 0-15,1 6 0 16,-2-3 0-16,1 5 0 16,1 1 0-16,-3 1 0 15,6 4 0-15,-4-2 0 0,5 4 0 16,-3 2 0-16,8 10 0 16,-9-15 0-16,9 15 0 15,-3-10 0-15,3 10 0 16,0 0 0-16,0 0 0 0,0 0 0 15,0 0 0-15,0 0 0 16,0 0 0-16,0 0 0 16,0 0 0-16,0 0 0 15,-5-10 0-15,5 10 0 0,0 0 0 16,0 0 0-16,0 0 0 16,0 0 0-16,0 0 0 15,0 0 0-15,0 0 0 16,5-14 0-16,-5 14 0 0,18-12 0 15,-8 1 0-15,2-1 0 16,5 2 0-16,4 0 0 16,-2-2 0-16,4 2 0 15,2-2 0-15,-4 2 0 0,4 0 0 16,0 0 0-16,-4 2 0 16,0-2 0-16,-3 5 0 15,-6 0 0-15,-1 1 0 16,-11 4 0-16,12-5 0 15,-12 5 0-15,0 0 0 0,0 0 0 16,0 0 0-16,0 0 0 16,0 0 0-16,0 0 0 15,0 0 0-15,0 0 0 16,0 0 0-16,0 0 0 0,-5 7 0 16,5-7 0-16,-5 18 0 15,5-18 0-15,-11 9-53 16,11-9-42-16</inkml:trace>
  <inkml:trace contextRef="#ctx0" brushRef="#br4" timeOffset="203952.21">13168 8568 270 0,'0'0'7'0,"0"0"1"0,0 0 3 0,0 0 1 16,7 0 2-16,-7 0 1 16,0 0 2-16,0 0 2 0,0 0-4 15,0 0-3-15,0 0-2 16,0 0-1-16,0 0-1 15,0 0-1-15,0 0-2 16,0 0-1-16,0 0 0 0,7 4 0 16,-7-4 0-16,0 0 0 15,0 0 2-15,0 0 0 16,10 0 0-16,-10 0 0 16,11-6 0-16,-2 1 0 0,-2-2 0 15,9 0-1-15,-4-6 0 16,3 1-5-16,5-6 0 15,2 1 0-15,-2-1 0 16,2-1 0-16,5-1 0 0,-4-5 0 16,7 0 0-16,-3 1 0 15,6-4 0-15,-3-1 0 16,4-4 0-16,6-1 0 0,3-4 0 16,1 1 0-16,6-5 0 15,2-2 0-15,0 1 0 16,3-1 0-16,0-1 0 15,-4 0 0-15,2 1 0 16,-3-3 0-16,-1 0 0 0,1 0 0 16,2-3 0-16,-3-2 0 15,4 1 0-15,-2-2 0 16,2 6 0-16,-5 0 0 16,-2 5 0-16,-5 7 0 0,-4 3 0 15,-7 7 0-15,-3 6 0 16,-8 1 0-16,-3 4 0 15,-4 6 0-15,-2-2 0 16,-10 10 0-16,10-7 0 0,-10 7 0 16,0 0 0-16,0 0 0 15,0 0 0-15,0 0 0 16,0 4 0-16,-5 4 0 0,-4 5 0 16,-8-1 0-16,0 8 0 15,-4 2 0-15,-9 5 0 16,-5 3 0-16,-3 4 0 15,-6 4 0-15,-6 2 0 16,-2 4 0-16,0-3-2 0,-6 9-5 16,3-3 0-16,-2 1 2 15,3-1 2-15,-1 0 1 16,1-2 1-16,1-4 1 16,4-1 0-16,-1-3 1 0,8-2-1 15,3-5 1-15,1-3-1 16,8-7 0-16,6-3 1 15,3-2 0-15,9-2 0 16,-1-5 1-16,13-8 1 0,-9 6 0 16,9-6 0-16,0 0 1 15,5-6 0-15,4-8-1 16,4 3-3-16,6-7 0 0,6-2 0 16,5-5 0-16,7-5 0 15,6-2 0-15,2-6 0 16,7-1 0-16,1-5 0 15,3-8 0-15,6 3 0 0,3-9 0 16,2 2 0-16,3-7 0 16,1 4 0-16,2-1 0 15,1 1 0-15,-5 7 0 16,-6-2 0-16,-1 9 0 0,-12 5 0 16,-11 11 0-16,-9 6 0 15,-7 5 0-15,-5 10 0 16,-11 2 0-16,-7 6 0 15,0 0 0-15,0 0 0 16,0 0 0-16,-7 10 0 0,-5 0 0 16,-4 5 0-16,-4 5 0 15,-3 5 0-15,-11 4 0 16,-3 8 0-16,-11 5 0 0,-4 8 0 16,-7 4-17-16,-3 9-12 15,-9-2-14-15,-3 8-29 16,2 8-15-16</inkml:trace>
  <inkml:trace contextRef="#ctx0" brushRef="#br4" timeOffset="204366.32">13200 8663 305 0,'0'0'6'0,"0"0"5"16,0 0 1-16,0 0 3 15,-8 2 2-15,8-2 4 0,0 0-2 16,0 0 1-16,0 0-5 16,6-8-3-16,3 0-1 15,9-6-2-15,1-8 0 16,9-5-1-16,9-8 1 16,11-7-1-16,9-10-4 0,10-12-4 15,12-8 0-15,10-7 0 16,12-8 0-16,2-11 0 15,12 0 0-15,7-4 0 16,0 1 0-16,-4 6 0 16,-3 4 0-16,-8 9 0 0,-10 13 0 15,-12 10 0-15,-16 16 0 16,-20 9 0-16,-9 14 0 0,-16 6 0 16,-8 6 0-16,-16 8 0 15,0 0 0-15,-7 9 0 16,-9-1 0-16,7 1 0 15,-9-1 0-15,6 2-47 16,-4-3-41-16,4-2-3 0</inkml:trace>
  <inkml:trace contextRef="#ctx0" brushRef="#br4" timeOffset="204949.99">14663 7040 441 0,'0'0'5'0,"0"0"2"0,-9-8 2 16,9 8 1-16,0 0 1 15,-5-2-1-15,5 2 0 16,0 0-2-16,0 0-8 16,0 0 0-16,0 0 0 0,9 5 0 15,7-2 0-15,1 1 0 16,3-4 0-16,10 0 0 16,2 0 0-16,0-2 0 15,0-6 0-15,6 1 0 0,-9-1 0 16,1 1 0-16,-7 3 0 15,-6-3 0-15,-4 4 0 16,-13 3 0-16,12 0 0 0,-12 0 0 16,0 20 0-16,0-6 0 15,-3 6 0-15,-4 9 0 16,2 3 0-16,-5 11 0 16,-2 2 0-16,0 2 0 15,1 2 0-15,-1-2 0 16,5 3 0-16,-4-8 0 0,6-4 0 15,3-7 0-15,2-3 0 16,0-6 0-16,2-3 0 16,1-3 0-16,-1-4 0 0,1-2 0 15,-1-1 0-15,-2-9 0 16,6 10 0-16,-6-10 0 16,0 0 0-16,0 0 0 0,0 0 0 15,0-7-43-15,-4-5-48 16,0-8-1-16</inkml:trace>
  <inkml:trace contextRef="#ctx0" brushRef="#br4" timeOffset="205483.21">14566 7069 429 0,'0'0'5'0,"0"0"2"16,0 0 2-16,0 0 2 16,0 0-1-16,0 0 1 0,0 0-1 15,0-6 1-15,0 6-5 16,10-3-4-16,1 3-2 16,5 0 0-16,7 0 0 15,5-3 0-15,9-1 0 16,0-4 0-16,3-2 0 0,2 0 0 15,-3-2 0-15,0-1 0 16,-7 1 0-16,-6 5 0 16,-3-3 0-16,-8 5 0 0,-7 2 0 15,-8 3 0-15,0 0 0 16,4 8 0-16,-4 6 0 16,-4 7 0-16,-4 8 0 15,-2 5 0-15,2 11 0 0,-1 4 0 16,-4 4 0-16,6-2 0 15,-2 2 0-15,6-9 0 16,0-1 0-16,3-6 0 0,0-7 0 16,5-5 0-16,0-8 0 15,0-2 0-15,-1-5 0 16,-4-10 0-16,9 12 0 16,-9-12 0-16,0 0 0 15,0 0 0-15,0 0 0 0,0 0 0 16,0 0-49-16,0-8-41 15,0-5-2-15</inkml:trace>
  <inkml:trace contextRef="#ctx0" brushRef="#br4" timeOffset="206500.27">14380 6547 476 0,'0'0'5'0,"0"0"1"0,0 0 1 15,0 0 1-15,0 0 1 0,7 6-9 16,-7-6 0-16,16 0 0 15,-7-6 0-15,7-5 0 16,5 3 0-16,2-7 0 16,5-1 0-16,1 3 0 15,4-11 0-15,-1 6 0 0,-2-1 0 16,0 2 0-16,-10 2 0 16,1 5 0-16,-8 1 0 15,-1 3 0-15,-12 6 0 0,14 0 0 16,-14 0 0-16,0 15 0 15,-6 0 0-15,-2 5 0 16,-1 5 0-16,-2 4 0 16,-1 6 0-16,-8 2 0 0,3-2 0 15,-3-1 0-15,1-4 0 16,3 0 0-16,2-8 0 16,1-4 0-16,2-6 0 15,5 0 0-15,6-12 0 16,0 10 0-16,0-10 0 0,17 0 0 15,1-3 0-15,-2-4 0 16,10-3 0-16,-1-4 0 16,12 1 0-16,-5-4 0 0,3 0 0 15,2-4 0-15,-4 7 0 16,-3-1 0-16,-4 5 0 16,-6 0 0-16,-4 2 0 15,-4 1 0-15,-12 7 0 16,9-2 0-16,-9 2 0 0,0 0 0 15,0 0 0-15,0 0 0 16,0 0 0-16,0 0 0 16,0 0 0-16,0 0 0 0,0 0 0 15,0 0 0-15,-4 2 0 16,4-2 0-16,0 0 0 16,0 0 0-16,0 0 0 15,0 0 0-15,0 0 0 0,-10 5 0 16,10-5 0-16,-11 2 0 15,11-2 0-15,0 0 0 16,-16 0 0-16,16 0-55 16,-10 0-43-16</inkml:trace>
  <inkml:trace contextRef="#ctx0" brushRef="#br4" timeOffset="208450.17">11214 5474 281 0,'0'0'6'0,"0"0"5"15,0 0 0-15,0 0 3 16,0 0 0-16,-12 0 2 16,12 0 1-16,0 0 0 0,0 0-5 15,-9 0-1-15,9 0-2 16,0 0-1-16,-11 0 0 15,11 0-1-15,-9 0 0 16,9 0-2-16,-8 0 0 0,8 0-3 16,-10 4-1-16,10-4 0 15,0 0-2-15,-8 8 0 16,8-8-2-16,0 11-2 0,0-11-4 16,0 14-8-16,0-3-11 15,0-11-41-15,5 12-11 16</inkml:trace>
  <inkml:trace contextRef="#ctx0" brushRef="#br4" timeOffset="208800.84">11071 5453 274 0,'0'0'10'0,"0"0"4"0,0 0 2 15,-11-6 4-15,11 6 1 16,0 0 1-16,-14-7-1 15,14 7-2-15,0 0-8 16,-5 7-4-16,8 10-3 16,11 5-1-16,6 14-1 0,3 8 0 15,9 11 1-15,5 12 3 16,7 9-2-16,4 8 1 16,1 3-1-16,6 7-1 15,0 5 0-15,-3 3 0 0,2 0-2 16,-1-3 0-16,-1-2 2 15,-5-3-1-15,3-7-1 16,-8-4 1-16,-4-8 0 0,-1-11-1 16,-5-7 0-16,-7-10 1 15,-1-7-3-15,-6-11-3 16,-6-6-3-16,1-8-3 16,-13-15-12-16,0 0-57 0,0 0-5 15</inkml:trace>
  <inkml:trace contextRef="#ctx0" brushRef="#br4" timeOffset="209116.59">10991 5423 357 0,'0'0'3'0,"0"0"-3"0,0 0 2 16,-2 7 1-16,4 13 2 15,12 9 2-15,9 16 3 0,12 15 1 16,10 19-3-16,12 15 2 15,15 17 0-15,10 11-7 16,4 9-19-16,10 1-56 16,-8-6-3-16</inkml:trace>
  <inkml:trace contextRef="#ctx0" brushRef="#br4" timeOffset="210351.65">13127 8701 52 0,'0'0'-1'0,"0"0"-4"16,0 0 1-16,0 0-1 15,0 0 3-15,0 0-1 16,-7 0 3-16,7 0-2 16,0 0 3-16,0 0 3 0,0 0 0 15,0 0-1-15,0 0-1 16,-5-8-3-16,5 8-5 15,0 0-6-15,-2-8-2 16</inkml:trace>
  <inkml:trace contextRef="#ctx0" brushRef="#br4" timeOffset="211950.15">13127 8701 4 0,'-26'-36'10'0,"26"36"9"0,0 0 6 15,0 0 7-15,0 0 7 16,0 0 3-16,0 0 3 16,0 0 2-16,0 0-8 15,0 0-9-15,0 0-4 0,0 0-3 16,0 0-5-16,0 0-5 15,0 0-3-15,0 0-2 16,0 0-2-16,0 0 0 16,-8 13 0-16,5-3-1 0,-6 3 0 15,2 8 1-15,-4 1 0 16,-1 3 0-16,-3 5 0 16,0 4-1-16,0 1 0 15,0 0-1-15,-3 5-1 0,4-3 0 16,-1 2-1-16,3 1 0 15,0 2-1-15,-4 0 1 16,2 0 0-16,-2 3-2 16,1 1 0-16,-4 2 0 0,1-1 0 15,-1 3 0-15,-2-1 0 16,-1 3 0-16,2 0 0 16,0 0 0-16,-2-2 0 15,2-2 0-15,0 0 0 16,1-2 0-16,1-2 0 0,0-2 0 15,1 0 0-15,2-6 0 16,-4 10 0-16,1-5 0 16,-2 2 0-16,-2 4 0 0,2-2 0 15,-5 1 0-15,3 1 0 16,-3 0 0-16,2-4 0 16,1 2 0-16,0-3 0 15,0-5 0-15,4 2 0 0,-1-4 0 16,1-1 0-16,1 4 0 15,1-3 0-15,-1-1 0 16,2 1 0-16,1 3 0 16,-2-6 0-16,2 7 0 0,-4-2 0 15,0 0 0-15,1 6 0 16,-3-6 0-16,-5 4 0 16,8-3 0-16,-3 2 0 15,3-8 0-15,2 2 0 0,0-4 0 16,2-3 0-16,6-2 0 15,-2-2 0-15,0-1 0 16,5-5 0-16,-1 2 0 16,0 2 0-16,0-2 0 0,0-1 0 15,-1 2 0-15,-1-2 0 16,2-2 0-16,1-1 0 16,1-2 0-16,-4-4 0 15,7-9 0-15,-6 10 0 0,6-10 0 16,0 0 0-16,0 0 0 15,0 0 0-15,0 0 0 16,0 0 0-16,0-5 0 16,0-9 0-16,6-6 0 0,1-4 0 15,3-10 0-15,2-7 0 16,6-9 0-16,7-2 0 16,-3-10 0-16,8-2 0 15,-2-6 0-15,4-4 0 0,0 0 0 16,0-3 0-16,1 0 0 15,-1-4 0-15,0-5 0 16,3 3 0-16,4-6 0 16,2 3 0-16,1-1 0 0,-3-1 0 15,4 4 0-15,-6 3 0 16,0 2 0-16,-2 4 0 16,-5 1 0-16,-1 2 0 15,4 0 0-15,-3 3 0 0,-1-3 0 16,4 0 0-16,-1 3 0 15,0-1 0-15,-2 6 0 16,-3-1 0-16,1 6 0 16,-3 2 0-16,-6 2 0 0,-1 6 0 15,2 4 0-15,-8 3 0 16,0 3 0-16,1 2 0 16,2-1 0-16,-5 3 0 0,0 4 0 15,0 0 0-15,-6 6 0 16,5 0 0-16,-5 6 0 15,1 3 0-15,0 2 0 16,-3 7 0-16,-2 7 0 16,0-7 0-16,0 7 0 0,0 0 0 15,0 0 0-15,0 5 0 16,-2 2 0-16,-8 11 0 16,1 4 0-16,1 6 0 15,-9 5 0-15,-1 15 0 0,-5 1 0 16,-1 13 0-16,-8 8 0 15,-5 7 0-15,1 4 0 16,-3 8 0-16,-3 6 0 16,-8 3 0-16,0 7 0 0,-2 1 0 15,0-2 0-15,-5 2 0 16,-1 4 0-16,3-2 0 16,-1 2 0-16,1-6 0 15,0-1 0-15,5-1 0 0,8-3 0 16,0-4 0-16,4-11 0 15,4-5 0-15,6-5 0 16,4-9 0-16,6-6 0 0,4-4 0 16,-1-8 0-16,3-6 0 15,3-3 0-15,0-1 0 16,-1-5 0-16,-1 1 0 16,-1-4 0-16,-2 3 0 15,-1-1 0-15,3-5 0 0,-6 2 0 16,3-6 0-16,2 0 0 15,1-1 0-15,3-10 0 16,0 4 0-16,2-5 0 16,7-10 0-16,-7 10 0 0,7-10 0 15,-5 10 0-15,5-10 0 16,0 0 0-16,-6 10 0 16,6-10 0-16,0 0 0 15,0 0-2-15,0 0-24 0,4-5-42 16,1-7-19-16</inkml:trace>
  <inkml:trace contextRef="#ctx0" brushRef="#br4" timeOffset="213249.89">11533 11244 424 0,'0'0'7'0,"0"0"3"0,0 0 2 0,-4-10 1 0,4 10-1 16,0 0 0-16,0 0 1 16,0 0-5-16,0 12-8 0,11 8 0 15,4 5 0-15,0 2 0 16,8 8 0-16,-2 2 0 16,0 6 0-16,-1-7 0 15,-3 7 0-15,-4-9 0 0,1 1 0 16,-9-2 0-16,0-7 0 15,-3-6 0-15,1-2 0 16,-3-6 0-16,0-12 0 16,0 0 0-16,0 0 0 0,-5-18 0 15,0-7 0-15,0-7 0 16,-2-10 0-16,0-10 0 16,-1-5 0-16,0-2 0 15,1 0 0-15,0 2 0 0,-1 2 0 16,3 10 0-16,0 6 0 15,0 11 0-15,0 6 0 16,3 7 0-16,2 15 0 16,0 0 0-16,-2 8 0 0,4 11 0 15,5 16 0-15,3 5 0 16,-1 12 0-16,7 5 0 16,-2 4 0-16,-1 4 0 15,4-3 0-15,-4-2 0 0,-3-8 0 16,3-3 0-16,-6-11 0 15,0-6 0-15,0-4 0 16,-4-9 0-16,3-5 0 16,-4-6 0-16,-2-8 0 0,0 0 0 15,0 0 0-15,0 0 0 16,0 0 0-16,0 0 0 16,0 0 0-16,0-6 0 15,0 6 0-15,0-9 0 0,0 9 0 16,0-12 0-16,0 12 0 15,3-18 0-15,1 1 0 16,4-4 0-16,1-2 0 16,4-10 0-16,6-1 0 0,4-9 0 15,4-6 0-15,3-6 0 16,7-4 0-16,0 0 0 16,6-4 0-16,2 4 0 0,-5 4 0 15,0 8 0-15,-6 10 0 16,-6 8 0-16,-6 14 0 15,-7 2 0-15,-6 9 0 16,-9 4 0-16,0 0 0 0,9 9 0 16,-9 4 0-16,-6 5 0 15,-2-4 0-15,-4 11 0 16,-1 0 0-16,-3 4 0 16,-7 3 0-16,0 3 0 15,-7 5 0-15,-2-1 0 0,-2 4 0 16,-3-4 0-16,-1 6 0 15,-1-6 0-15,1 1 0 16,3-10 0-16,5-1 0 16,5-8 0-16,6-4 0 0,6-8 0 15,13-9 0-15,-2-4 0 16,10-14 0-16,9-4 0 16,10-10 0-16,5 0 0 0,1-7 0 15,6-3 0-15,2 1 0 16,-2 9 0-16,-7 0 0 15,-2 7 0-15,-7 7 0 16,2 9-6-16,-6 9-76 16,-19 0-8-16</inkml:trace>
  <inkml:trace contextRef="#ctx0" brushRef="#br4" timeOffset="214019.07">11289 12009 468 0,'0'0'6'0,"0"0"1"0,-10-8 2 0,10 8 0 16,0 0 0-16,-12-1-6 15,12 1-3-15,0 4 0 16,7 8 0-16,11 1 0 0,9-1 0 16,3 6 0-16,10-3 0 15,2-2 0-15,3-4 0 16,1 1 0-16,0 0 0 16,-7-5 0-16,1 2 0 0,-8-2 0 15,-5-2 0-15,-2 4 0 16,-7-3 0-16,-3 0 0 15,-6 1 0-15,-9-5 0 16,13 5 0-16,-13-5 0 16,0 0 0-16,0 0 0 0,-4 0-8 15,4 0-71-15,-16-10-12 16</inkml:trace>
  <inkml:trace contextRef="#ctx0" brushRef="#br4" timeOffset="214550.15">11729 11881 403 0,'0'0'8'15,"0"0"5"-15,2-15 2 16,-2 15 2-16,3-13 1 16,-3 13 1-16,2-14-1 15,-2 14-18-15,0 0 0 0,3 14 0 16,1 9 0-16,2 9 0 16,-1 13 0-16,2 3 0 15,0 15 0-15,-2 1 0 16,1 3 0-16,-3 0 0 0,-1-1 0 15,-2-5 0-15,0-7 0 16,-5-7 0-16,3-12 0 16,-2-8 0-16,2-7 0 15,-1-10 0-15,3-10 0 0,0 0 0 16,0-23 0-16,0-6 0 16,0-8 0-16,0-13 0 15,0-4 0-15,0-8 0 16,0-3 0-16,0 0 0 0,-2 7 0 15,0 3 0-15,-1 8 0 16,1 11 0-16,2 7 0 16,-3 10 0-16,1 3 0 15,2 16 0-15,0 0 0 0,0 6 0 16,0 17 0-16,2 11 0 16,3 3 0-16,2 10 0 15,-2 8 0-15,4-1 0 16,-5-2 0-16,1-6 0 0,0-5 0 15,0-9 0-15,-3-10 0 16,4-2 0-16,-6-10 0 16,0-10 0-16,0 0 0 0,0 0 0 15,2-8 0-15,-2-4-2 16,-2 2-78-16,-9-14-11 16</inkml:trace>
  <inkml:trace contextRef="#ctx0" brushRef="#br4" timeOffset="-214395.87">11421 12029 379 0,'0'0'9'0,"-16"-5"4"0,9 0 2 0,-2 2 2 0,1-1 2 16,-3-4 1-16,2 4 0 15,0-2-1-15,9 6-19 0,0 0 0 16,12 0 0-16,8 0 0 15,5 7 0-15,7 4 0 16,5 1 0-16,7 3 0 16,2-1 0-16,-2-3 0 15,-5 2 0-15,-3-3 0 0,-4-6 0 16,-4 1 0-16,-7 0 0 16,-5 0 0-16,-2-3 0 15,-6 1 0-15,-8-3 0 16,10 3 0-16,-10-3 0 15,0 0 0-15,0-8 0 0,-7-4-12 16,4-1-16-16,-7-6-9 16,0-4-3-16,-3-2-2 15,1 1 6-15,3-6 8 16,-3 0 10-16,6 6 12 0,-4-6 15 16,8 7 15-16,-3 1 8 15,5 0 2-15,-6 5 1 0,6 1-3 16,0 7-5-16,-2-1-5 15,2 10-5-15,0 0-4 16,0 0-11-16,2 19-2 16,6 8 0-16,-3 9 0 15,5 3 0-15,3 13 0 0,-4 2 0 16,1 11 0-16,-3 0 0 16,2-4 0-16,-7 1 0 15,0 0 0-15,-2-5 0 16,0-5 0-16,0-4 0 15,0-14 0-15,3-8-31 0,-1 2-57 16,1-10-5-16</inkml:trace>
  <inkml:trace contextRef="#ctx0" brushRef="#br4" timeOffset="-208930.39">918 16942 247 0,'0'0'4'0,"0"0"1"0,0 0 3 16,0 0 1-16,0 0 1 16,0 0 0-16,0 0 1 15,0 0 0-15,0 0-2 16,0 0-3-16,0 0-2 15,0 12 0-15,0-2 0 16,0 2-2-16,2 5 0 0,1 6 1 16,-1 2 0-16,3 2-1 15,-3 0-1-15,7 5 1 16,-7-17-2-16,3 5 1 0,0-1 0 16,2 4 0-16,1 2 1 15,4 2 1-15,-2 0 1 16,5 1-1-16,2 1 2 15,3 1-1-15,2 0 1 16,4 1 0-16,-1 5-2 0,9 1-1 16,4-7 0-16,4 7-1 15,2-4 1-15,1-2-1 16,5-1 0-16,4-3 1 16,6-2 0-16,2 0-3 0,8-3 0 15,0-2 0-15,4-3 1 16,6 0-1-16,-2-2 0 15,7-2 0-15,5-1 0 16,-1-4 1-16,-2-1 1 16,8 0 1-16,2-4 0 15,-1-3 0-15,6 0 2 0,0-3 1 16,2-4-1-16,-4 2 2 16,2-5 0-16,2 0-2 15,-2-5 0-15,3 5 0 0,-1-7 0 16,1 3-1-16,1-4 0 15,2 0-1-15,3-1 1 16,-2-1-1-16,2 1 1 16,2-2-1-16,1 4 0 15,0-3-1-15,3 0 1 0,0 1-1 16,2 1 0-16,1-2-1 16,-1 0 1-16,2 1-1 15,1 1 1-15,2 1-1 16,-2 0 0-16,2-1 0 0,3 1 1 15,0 0-1-15,-5-1 0 16,-48 6 2-16,172-16 0 16,-129 16-2-16,5 2 0 15,-9 3 1-15,7 3-1 16,-8 1 0-16,7 0 0 0,-12 3-1 16,5 0 0-16,-13 7 2 15,8 3 0-15,-10 4-1 16,2-1 1-16,-21 7-1 15,3-1 1-15,-3 2-1 0,1 6 0 16,-7-2 0-16,-5 2 0 16,-5 1 1-16,-4 1-1 15,-7-1 0-15,-6 1 1 16,-3 1-1-16,-42-30-1 16,35 30-1-16,3-4 1 0,-12 5-1 15,4-4 1-15,-7-5-1 16,0 3 0-16,-9-3 1 15,1-1 2-15,-15-21-1 16,17 25 2-16,1 0-1 16,-18-25 1-16,0 0 0 15,0 0 2-15,0 0-2 0,12 8 0 16,-4 0 1-16,10 14 0 16,-3-29 1-16,-13-3-1 15,3 0-2-15,2-1 1 16,0-6 0-16,4 0-1 15,-2-2 2-15,6-3-5 0,3-1 1 16,-3 1 1-16,7-6-1 16,-2-1 1-16,7 1-1 15,3-4 1-15,2 0-1 16,3 1 1-16,5 0 0 0,0 0 0 16,7 3-1-16,-13 3 2 15,71-37 1-15,-1 10-1 16,6 3 0-16,-1 6 1 15,1 3-2-15,-4 9 0 16,-2 6 0-16,-17 7 0 0,2 4 0 16,6-1 0-16,-1 5 0 15,3 0 0-15,8 0 0 16,-3 0 0-16,5 2 0 0,-1 2 0 16,9-1 0-16,2 1 0 15,-1-2 0-15,3 1 0 16,3 4 0-16,2-1 0 15,3 1 0-15,-3 0 0 0,0 3 0 16,1 0 0-16,0 6 0 16,-1-2 0-16,0 2 0 15,0 1 0-15,1 0 0 16,1 1 0-16,-2-1 0 0,8 1 0 16,2-4 0-16,-4 6 0 15,1-2 0-15,3-1 0 16,6 3 0-16,-9-2 0 15,3 3 0-15,-2 2 0 16,2-1 0-16,0 4 0 0,-8-4 0 16,7 3 0-16,-71-5 0 15,12-2 0-15,1 1-2 16,4 1 1-16,2-3-1 16,10 4 1-16,-1-2-1 0,4 1 1 15,3 3 1-15,7-4 1 16,1 1-1-16,6-3 0 15,3 4 0-15,6-1 0 16,-1-3 1-16,8 3-1 0,-1-5 0 16,1 2 0-1,0-4 1-15,-3-3-1 0,-2 2 0 16,-1-2 1-16,4-2-1 16,-6-3 0-16,67-5 2 15,33-10-1-15,-13-5 1 16,-22 1-2-16,-15-9 0 0,-22 2 0 15,-21-7 0-15,-16 3 0 16,-16 1 0-16,-4-3 0 16,-9-3 0-16,-2-2 0 0,-4 0 0 15,-4-3 0-15,-7-3 0 16,-2 2 0-16,-5 1 0 16,-8-2 0-16,-1 3 0 0,-8-1 0 15,-3 6 0-15,-5-3 0 16,-5 5 0-16,-4-1 0 15,0 6 0-15,-9 2 0 16,-1 3 0-16,-3 5 0 16,-5 4 0-16,-1 4 0 0,-4 1 0 15,0 13 0-15,3-12 0 16,-3 12 0-16,0 0 0 16,0 0 0-16,0 0-34 15,2 12-53-15,-2-12-4 0</inkml:trace>
  <inkml:trace contextRef="#ctx0" brushRef="#br4" timeOffset="-200213.61">10531 17531 375 0,'0'0'10'0,"0"0"3"0,0 0 2 15,0 0 3-15,0-7 2 16,0 7 0-16,0 0 1 15,0 0-2-15,0 0-19 16,0 0 0-16,0 0 0 0,0 0 0 16,0 0 0-16,0 10 0 15,0 4 0-15,0 1 0 16,0 3 0-16,0 2 0 0,0 2 0 16,0-22 0-16,0 25 0 15,0 0 0-15,-2 1 0 16,-1 2 0-16,-1-3 0 15,1-1 0-15,-5 1 0 16,6 0 0-16,-3-5 0 16,0 2 0-16,5-22 0 15,0 0 0-15,-23 40-22 0,23-40-61 16,0 0-6-16</inkml:trace>
  <inkml:trace contextRef="#ctx0" brushRef="#br4" timeOffset="-199530.22">10282 17529 246 0,'0'0'7'0,"0"0"5"15,0 0 3-15,0 0 4 16,0 0 1-16,0 0 3 16,0 0 1-16,-9-5 2 0,9 5-6 15,0 0-4-15,0 0-3 16,0 0-3-16,0 0-1 16,0 0-1-16,-8-7-2 0,8 7-1 15,0 0 1-15,0 0-1 16,0 0 0-16,0 0-1 15,6-6 1-15,-6 6 0 16,17-5-3-16,-4 0-2 0,1 1 0 16,4-4 0-16,4 3 0 15,3-5 0-15,2 3 0 16,3-4 0-16,0 3 0 16,4-3 0-16,-1-2 0 15,1 4 0-15,-4-1 0 0,2 0 0 16,-2 2 0-16,-2 1 0 15,-3 0 0-15,-5-1 0 16,-1 4 0-16,-3-2 0 0,-2 5 0 16,-7-3 0-16,-7 4 0 15,13-2 0-15,-13 2 0 16,0 0 0-16,0 0 0 16,0 0 0-16,0 0 0 0,0 0 0 15,0 0 0-15,-7 2 0 16,7-2 0-16,0 0-18 15,-15 5-74-15,15-5-1 16</inkml:trace>
  <inkml:trace contextRef="#ctx0" brushRef="#br4" timeOffset="-198412.71">10839 17756 373 0,'0'0'6'0,"0"0"3"0,0 0 3 16,0 0 1-16,0 0 0 16,0 0 2-16,0 0 0 15,0 0 1-15,0 0-6 0,0 0-2 16,0 0-2-16,0 0-1 16,0 0 0-16,0 0-2 15,0 0-1-15,-2 3-2 16,2-3 0-16,0 0 0 15,-10 10 0-15,10-10 0 0,-8 10 0 16,8-10 0-16,-8 17 0 16,8-17 0-16,0 0 0 15,0 0 0-15,0 0 0 16,-4 13 0-16,-1-4 0 16,1 4 0-16,-5-1 0 0,9 1 0 15,-2-3 0-15,-1 0 0 16,1 4 0-16,2-4 0 15,0 0 0-15,2 0 0 16,-2 3 0-16,0-13 0 16,0 0 0-16,14 7 0 15,-2-2 0-15,1 2 0 0,-4 3 0 16,3-10 0-16,41-6 0 16,-41 0 0-16,1 1 0 15,-1-5 0-15,1 5 0 16,-6-8 0-16,0 4 0 15,2-1 0-15,-2-5 0 16,-3 2 0-16,1-1 0 0,-5-1 0 16,0 5 0-16,0-4 0 15,0 1 0-15,-2 1 0 16,-9-4 0-16,6 7 0 0,-4-2 0 16,-1-1 0-16,2 2 0 15,-2 3 0-15,-2-3 0 16,4 5 0-16,-4-2 0 15,2 7 0-15,0-3 0 16,0 3 0-16,-2-3 0 0,2 3 0 16,2 0 0-16,8 0 0 15,-14 3 0-15,14-3 0 16,-14 3 0-16,14-3 0 16,-9 4 0-16,9-4 0 15,0 0 0-15,0 0 0 0,0 0 0 16,0 0-67-16,0 0-25 15</inkml:trace>
  <inkml:trace contextRef="#ctx0" brushRef="#br4" timeOffset="-197328.81">11110 17251 395 0,'0'0'7'0,"0"0"3"16,0 0 3-16,0 0 1 16,-7 0 2-16,7 0 1 0,0 0 1 15,0 0 1-15,0 0-17 16,0 0-2-16,0 0 0 15,-6 8 0-15,6-8 0 16,0 0 0-16,-2 14 0 16,2-14 0-16,-2 18 0 0,-1-5 0 15,3-1 0-15,-2 2 0 16,-1-1 0-16,1 5 0 16,0-2 0-16,-1-1 0 15,3-1 0-15,-2 3 0 0,2-3 0 16,-3 1 0-16,3-5 0 15,-2 0 0-15,2-10 0 16,-2 15 0-16,2-15 0 16,0 0 0-16,0 0 0 15,0-10 0-15,0 0 0 0,0-3 0 16,0 1 0-16,-4-13 0 16,4-5 0-16,-2-2 0 15,2 3 0-15,-3 7 0 0,3-1 0 16,0 10 0-16,0 13 0 15,-2-7 0-15,2 7 0 16,0 0 0-16,0 0 0 16,0 0 0-16,0 0 0 15,0 0 0-15,0 7 0 0,0-7 0 16,0 15 0-16,0-5 0 16,0 3 0-16,2-3 0 15,-2 4 0-15,0-4 0 16,0 5 0-16,0 0 0 0,3-2 0 15,-3-4 0-15,0 5 0 16,2-3 0-16,-2-1 0 16,0 0 0-16,0-10 0 15,0 0 0-15,0 0 0 0,0 0 0 16,0 0 0-16,0-13 0 16,0-6 0-16,0-6 0 15,0-7 0-15,-2 2 0 16,-1-2 0-16,3 9 0 0,-2 2 0 15,0 10 0-15,2 11 0 16,0 0 0-16,0 0 0 16,0 0 0-16,0 11 0 15,0-11 0-15,0 17-9 16,0-17-83-16,9 14-3 0</inkml:trace>
  <inkml:trace contextRef="#ctx0" brushRef="#br4" timeOffset="-192096.85">19645 15770 423 0,'0'0'4'16,"0"0"2"-16,0 0 2 15,0 0 1-15,0 0 0 0,0 0 2 16,0 0 0 0,0 7 0-16,0-7-3 0,0 13-2 15,0-4-1-15,0 1-5 16,0 3 0-16,0-4 0 15,0 2 0-15,0-11 0 16,5 14 0-16,-5-14 0 0,0 0 0 16,16 6 0-16,-16-6 0 15,9-3 0-15,-9 3 0 16,10-15 0-16,-8 8 0 0,-2-3 0 16,3-1 0-16,-3 11 0 15,0-17 0-15,0 17 0 16,-10-8 0-16,10 8 0 15,-17 0 0-15,9 7 0 16,-2 0 0-16,3 3 0 0,-1 2 0 16,3-2 0-16,0 0 0 15,5-10 0-15,3 15 0 16,-3-15 0-16,17 6 0 0,-2-6 0 16,3-1 0-16,-1-7 0 15,0 1 0-15,1-3 0 16,-3-1 0-16,-6 2 0 15,-3-1 0-15,-6 10 0 16,0-13 0-16,-11 13 0 0,-5 0 0 16,-5 13 0-16,-1-13 0 15,3 12-56-15,8 1-39 16</inkml:trace>
  <inkml:trace contextRef="#ctx0" brushRef="#br4" timeOffset="-189247.14">16512 5593 390 0,'0'0'7'0,"-10"-9"3"0,3 3 2 16,-6-1 1-16,-4 0 1 15,-3-1 1-15,-5 3 0 16,-3 5 1-16,0 3-6 15,-3 9-4-15,2 13-3 0,-1 5-3 16,-3 12 0-16,6 6 0 16,2 10 0-16,7 4 0 15,6 3 0-15,8-4 0 16,6-1 0-16,12-5 0 0,14-6 0 16,9-9 0-16,8-9 0 15,7-10 0-15,7-9 0 16,3-9 0-16,1-9 0 0,-1-7 0 15,0-12 0-15,-7-11 0 16,-5-8 0-16,-6-3 0 16,-9-10 0-16,-10-5 0 15,-10-5 0-15,-10-2 0 0,-12-1 0 16,-14 3 0-16,-11 5 0 16,-15 6 0-16,-7 11 0 15,-11 13 0-15,-5 16 0 16,-2 16 0-16,-2 20 0 15,1 23 0-15,1 24 0 0,13 12 0 16,9 22 0-16,13 19-46 16,24-7-45-16</inkml:trace>
  <inkml:trace contextRef="#ctx0" brushRef="#br5" timeOffset="-182028.6">16514 5878 258 0,'0'0'6'0,"0"0"1"15,0 0 4-15,0 0 2 16,0 6 1-16,0-6 2 0,0 0 2 16,0 0 0-16,3 7-1 15,-3-7-2-15,0 0-2 16,0 0-2-16,7 7-1 15,-7-7-1-15,0 0-1 0,0 0-1 16,13 2 1-16,-13-2-1 16,0 0-1-16,9 0 0 15,-9 0 1-15,11-8-2 0,-11 8 0 16,14-11 0-16,-14 11-1 16,18-13-1-16,-8 6 1 15,0-3-4-15,3-2 0 16,1 2 0-16,-1-5 0 15,4-1 0-15,0 0 0 0,3 1 0 16,-2-3 0-16,7 1 0 16,-5 0 0-16,4-3 0 15,1 3 0-15,-2 2 0 16,2-3 0-16,-4 1 0 0,2 2 0 16,-5 0 0-16,1 1 0 15,-1-2 0-15,2 2 0 16,-3 1 0-16,3-4 0 15,-1 2 0-15,4-2 0 0,-3 3 0 16,2-7 0-16,3 4 0 16,-2-3 0-16,-1 5 0 15,0-5 0-15,1 2 0 16,-3 2 0-16,2-1 0 16,-2 1 0-16,-3-4 0 0,3 3 0 15,0 2 0-15,-2-4 0 16,1 1 0-16,1 0 0 0,3-1 0 15,-4-1 0-15,6 1 0 16,-5 1 0-16,2 0 0 16,-2-1 0-16,5 2 0 15,-4-1 0-15,-2 3 0 16,1-5 0-16,3 6 0 0,-7-3 0 16,1 1 0-16,1-1 0 15,0 5 0-15,-4-4 0 16,4 2 0-16,-3 2 0 15,0-3 0-15,2 2 0 0,-2-2 0 16,2 1 0-16,1-1 0 16,-3 3 0-16,0-1 0 15,-1-2 0-15,2 5 0 16,-2 0 0-16,-1 3 0 0,-6-1 0 16,-7 8 0-16,16-12 0 15,-16 12 0-15,9-4 0 16,-9 4 0-16,0 0 0 0,0 0 0 15,0 0 0-15,0 0 0 16,0 0 0-16,0 0 0 16,0 0 0-16,0 0 0 15,0 0 0-15,0 0 0 16,0 0 0-16,0 0 0 0,0 0 0 16,0 0 0-16,0 0 0 15,0 0 0-15,0 0-9 16,-4 1-20-16,4-1-45 15,0 0-16-15</inkml:trace>
  <inkml:trace contextRef="#ctx0" brushRef="#br5" timeOffset="-181463.75">17779 4682 365 0,'0'0'5'0,"0"0"3"16,0 0 4-16,0 0 1 0,0 0 2 15,-8-3 0-15,8 3 0 16,0 0 1-16,0 0-6 16,0 0-3-16,0 0-1 15,0 0 0-15,0 5-2 0,8-5 1 16,5 0-1-16,4 0 1 15,3 0-5-15,5-7 0 16,0-3 0-16,-1 0 0 0,1-2 0 16,0-1 0-16,-2 1 0 15,-4 2 0-15,-6 0 0 16,-3 2 0-16,-1 4 0 16,-9 4 0-16,11-3 0 15,-11 3 0-15,0 0 0 0,5 13 0 16,-5 0 0-16,0 5 0 15,0 7 0-15,-3 5 0 0,1 2 0 16,-3 3 0-16,-1-2 0 16,-1 0 0-16,2 1 0 15,0-5 0-15,1-6 0 16,-1-4 0-16,2 1 0 16,0-8 0-16,3-2 0 15,0-10 0-15,0 13 0 0,0-13 0 16,0 0 0-16,0 0 0 15,0 0 0-15,0 0 0 16,0 0 0-16,0 0 0 0,0 0 0 16,0 0 0-16,0 0 0 15,0 0-38-15,13-5-51 16,-13 5-3-16</inkml:trace>
  <inkml:trace contextRef="#ctx0" brushRef="#br5" timeOffset="-180478.78">18001 4307 297 0,'0'0'7'15,"0"0"4"-15,0 0 5 16,0 0 3-16,0 0 3 0,0 0 2 15,0 0 1-15,0 0 1 16,0 0-6-16,0 0-5 16,0 0-4-16,0 0-2 15,0 0-3-15,0 0-3 0,0 0-3 16,0 0 0-16,5-4 0 16,4-4 0-16,7 1 0 15,0-3 0-15,7-2 0 0,2-1 0 16,-1-2 0-16,1 0 0 15,0-1 0-15,0 0 0 16,-4 4 0-16,-5-3 0 0,2 5 0 16,-6-2 0-16,0 4 0 15,-1 1 0-15,-11 7 0 16,9-10 0-16,-9 10 0 16,0 0 0-16,3 10 0 15,-3 2 0-15,-5 3 0 16,0 10 0-16,-2-1 0 0,-4 9 0 15,4-3 0-15,-5 7 0 16,4-5 0-16,-4 0 0 16,2 3 0-16,2-5 0 0,1-3 0 15,0-4 0-15,4-9 0 16,1 3 0-16,2-4 0 16,0-5 0-16,0-8 0 15,7 7 0-15,0-7 0 0,4 0 0 16,6-7 0-16,1-1 0 15,1-2 0-15,1-5 0 16,3 2 0-16,2 3 0 16,-6-4 0-16,4 1 0 0,-9 3 0 15,4 1 0-15,-6 1 0 16,-1 3 0-16,-11 5 0 16,14-10 0-16,-14 10 0 15,0 0 0-15,11-2 0 0,-11 2 0 16,0 0 0-16,0 0 0 15,0 0 0-15,0 0 0 16,0 0 0-16,0 0 0 16,0 0 0-16,-4 7 0 0,4-7 0 15,-12 3-51-15,12-3-43 16</inkml:trace>
  <inkml:trace contextRef="#ctx0" brushRef="#br5" timeOffset="-177861.77">16482 5861 238 0,'0'0'8'0,"0"0"4"15,0 0 3-15,0 5 4 16,0-5 2-16,0 0 2 0,2 12 3 15,-2-12 4-15,0 0-7 16,0 0-2-16,0 0-3 0,0 0-1 16,0 0-2-16,0 0-1 15,0 0-3-15,-2-10-11 16,2 10 0-16,-7-15 0 16,0 5 0-16,-1-7 0 15,-5-3 0-15,1-2 0 0,-3-5 0 16,0-5 0-16,-7-1 0 15,-1-4 0-15,-4-1 0 16,-2 2 0-16,-1-4 0 16,-6 1 0-16,2 4 0 0,-3 0 0 15,0 3 0-15,0-2 0 16,2-1 0-16,-1 2 0 16,4-4 0-16,2 3 0 15,3-4 0-15,0-1 0 16,2 2 0-16,3 0 0 0,1 2 0 15,2 3 0-15,1 2 0 16,4 5 0-16,-4 3 0 16,8 1 0-16,-5 5 0 0,3 1 0 15,2 0 0-15,-5 1 0 16,3 1 0-16,5-2 0 16,-4 2 0-16,-1-1 0 15,5 2 0-15,-6-1 0 0,6 1 0 16,-6 1 0-16,3 2 0 15,3-1 0-15,0-3 0 16,7 13 0-16,-16-12 0 16,16 12 0-16,-10-12 0 0,10 12 0 15,-7-13 0-15,7 13 0 16,-8-15 0-16,8 15 0 16,-10-17 0-16,6 9 0 15,-1 1 0-15,0-2 0 0,5 9 0 16,-11-16 0-16,11 16 0 15,-9-15 0-15,9 15 0 16,-7-12 0-16,7 12 0 0,-9-10 0 16,9 10 0-16,-7-15 0 15,7 15 0-15,-7-17 0 16,2 7 0-16,0 3 0 16,5 7 0-16,-8-15 0 0,8 15 0 15,-7-15 0-15,7 15 0 16,-3-9 0-16,3 9 0 15,-4-10 0-15,4 10 0 16,0 0 0-16,0-11 0 16,0 11 0-16,0 0 0 0,0 0 0 15,0 0 0-15,0 0 0 16,0 0 0-16,-3 5 0 16,1 5 0-16,-1 5 0 15,3 5 0-15,-2 4 0 0,2 7 0 16,0 1 0-16,0 2 0 15,-2 3 0-15,2-4 0 16,0-6 0-16,0 1 0 16,0-7 0-16,0-1 0 0,0-2 0 15,0-6 0-15,0-12 0 16,0 14 0-16,0-14 0 16,-4 13 0-16,4-13 0 15,0 0 0-15,0 0 0 0,0 0 0 16,0 0 0-16,0 0 0 15,0 0 0-15,-2-10 0 16,2-5 0-16,-3 1 0 16,1-6 0-16,0-5 0 0,-1 1 0 15,-2-9 0-15,3 5 0 16,-3-5 0-16,-1 3 0 16,2-1 0-16,1-1 0 15,-2 6 0-15,1-2 0 0,1 4 0 16,1 1 0-16,-1 5 0 15,1 1 0-15,0 7 0 16,2 0 0-16,0 10 0 16,0-10 0-16,0 10 0 0,0 0 0 15,0 0 0-15,7 0 0 16,0 2 0-16,3 4 0 16,5-1 0-16,2-1 0 0,5 2 0 15,1-2 0-15,2 4 0 16,-1-3 0-16,-1 0 0 15,-1 0 0-15,-3-2 0 16,0-2 0-16,-4 2 0 16,-3 0 0-16,-12-3 0 0,14 3 0 15,-14-3 0-15,0 0 0 16,0 0 0-16,0 0 0 16,0 0 0-16,0 0 0 15,0 0 0-15,0 0 0 0,0 0 0 16,0 0 0-16,0 0 0 15,0 0 0-15,0 0 0 16,0 7 0-16,0-7-8 16,4 14-62-16,-4-14-23 0,0 0-4 15</inkml:trace>
  <inkml:trace contextRef="#ctx0" brushRef="#br5" timeOffset="-177229.43">15414 3971 467 0,'0'0'4'0,"0"0"3"15,0 0 0-15,0 0 2 16,0 0-1-16,-2-10 1 16,2 10-9-16,0 0 0 15,-8 7 0-15,8 9 0 0,-3 1 0 16,1 5 0-16,-1 5 0 16,1-2 0-16,0 7 0 15,-3-5 0-15,2-2 0 16,-1-2 0-16,0-7 0 15,2 4 0-15,-3-7 0 0,5-3 0 16,0-10-7-16,-2 15-17 16,-1-5-38-16,3-10-25 15,-2-7-2-15</inkml:trace>
  <inkml:trace contextRef="#ctx0" brushRef="#br5" timeOffset="-176879.88">15215 4042 400 0,'0'0'6'0,"0"0"3"16,0 0 1-16,0 0 1 15,0 0 1-15,0 0 0 16,0 0 2-16,0 0 1 0,7 0-5 16,6 0-3-16,6 0-2 15,2 0-5-15,8 3 0 16,1-3 0-16,3 0 0 15,1 3 0-15,-4-1 0 0,2-2 0 16,-4 3 0-16,-6-1 0 16,-1-2 0-16,-7 2 0 15,-4 1 0-15,-10-3 0 16,13 3 0-16,-13-3 0 16,0 0 0-16,0 0 0 0,0 0 0 15,0 0 0-15,-3 2 0 16,3-2 0-16,-15 0 0 15,15 0 0-15,-12 0 0 0,12 0-67 16,-7 8-24-16</inkml:trace>
  <inkml:trace contextRef="#ctx0" brushRef="#br5" timeOffset="-175663.12">16512 5906 244 0,'0'0'8'0,"0"0"4"0,0 0 5 16,0 0 4-16,0 0 3 16,0 0 2-16,0 4 2 0,0-4 2 15,0 0-6-15,0 0-4 16,0 0-6-16,0 0-2 15,0 0-4-15,0 0-3 0,-5 13-1 16,5-13-1-16,0 17-1 16,-2-2 0-16,2 0-1 15,-3 7 0-15,3 3 0 16,-2 2 1-16,2 2 0 0,-3 9-2 16,1 4 0-16,-6 5 0 15,1 6 0-15,-3 3 0 16,-6 1 0-16,2 5 0 15,-1 0 0-15,3 1 0 16,0-2 0-16,-4-2 0 0,7-1 0 16,-3-1 0-16,3-1 0 15,2-2 0-15,-5 4 0 16,4-1 0-16,-4-3 0 16,0 3 0-16,-1-4 0 15,1 1 0-15,-4-4 0 0,2-3 0 16,1-1 0-16,1-1 0 15,-4 2 0-15,4-7 0 16,3 3 0-16,-2-2 0 0,2-2 0 16,-3 1 0-16,1-5 0 15,1-1 0-15,3-1 0 16,-3-4 0-16,2-1 0 0,-1-3 0 16,4-3 0-16,0 0 0 15,2-5 0-15,-2-3 0 16,2-3 0-16,3-1 0 15,0-10 0-15,-2 12 0 0,2-12 0 16,0 0 0-16,0 0 0 16,0 0 0-16,0 0 0 15,0 0 0-15,0 0 0 16,0 0 0-16,0 0 0 16,0 0 0-16,0 0 0 0,0 0 0 15,0 0-50-15,-5-4-39 16,0-4-1-16</inkml:trace>
  <inkml:trace contextRef="#ctx0" brushRef="#br5" timeOffset="-175213.17">15971 7706 433 0,'0'0'6'0,"0"0"0"16,0 0 2-16,0 0-2 0,0 0 1 16,0 5 1-16,2 8 0 15,3 4 0-15,2 3-4 16,0 7-1-16,2 5-1 16,0 8 3-16,1 3 0 0,-2-4-3 15,-1 3-2-15,-2 0 0 16,-3-5 0-16,2-5 0 15,0-2 0-15,-4-8 0 0,2-8 0 16,0 0 0-16,-2-14 0 16,0 0 0-16,13 0 0 15,-3-7 0-15,6-14 0 16,0-1 0-16,5-4 0 16,1-10 0-16,5 1 0 15,-1-2 0-15,0 3 0 0,-1 6 0 16,-5 6 0-16,-3 1 0 15,-4 7 0-15,-3 7 0 16,-10 7 0-16,9-5 0 0,-9 5 0 16,0 0 0-16,5 8 0 15,-5-8-47-15,-2 14-42 16,2-14-3-16</inkml:trace>
  <inkml:trace contextRef="#ctx0" brushRef="#br5" timeOffset="-174563.5">15805 8474 443 0,'0'0'4'0,"0"0"3"0,0 0 1 0,0 0-1 15,0 0 1-15,0 0 1 0,12 0 0 16,0 0 0-16,1 5-2 15,-1-2-7-15,8 2 0 16,-1 2 0-16,4 0 0 0,2 4 0 16,-2-4 0-16,1 0 0 15,-7-2 0-15,3 2 0 16,-7-1-7-16,-1-1-23 16,8-3-52-16,-20-2-5 0</inkml:trace>
  <inkml:trace contextRef="#ctx0" brushRef="#br5" timeOffset="-174313.51">16112 8318 465 0,'0'0'4'0,"0"0"1"0,0 0 2 16,2 10 0-16,-2 5 1 15,0 5 1-15,3 5-3 16,0 12-6-16,-3 2 0 0,0 11 0 15,0 2 0-15,0 6 0 16,0 0 0-16,0-1 0 16,-6-4 0-16,4-4 0 0,-3-4 0 15,3-7 0-15,-1-9 0 16,1-10 0-16,2-6 0 16,0-13-27-16,-13 5-60 15,13-5-3-15</inkml:trace>
  <inkml:trace contextRef="#ctx0" brushRef="#br5" timeOffset="-172895.64">16438 5859 366 0,'0'0'8'0,"0"0"4"0,0 0 0 16,0 0 0-16,0 0 1 16,-5 4 0-16,5-4 1 15,-5 10 0-15,5-10-7 0,0 15-3 16,0-15 0-16,0 10-1 15,0-10 1-15,7 8-1 16,-7-8 1-16,15 0 1 16,-2 0 0-16,-1-6-1 15,-3-3 0-15,2-1-4 0,-1 0 0 16,-3 0 0-16,-5-3 0 16,1 4 0-16,-3-1 0 15,0 10 0-15,-15-7 0 0,3 7 0 16,-3 1 0-16,-2 12 0 15,-3 2 0-15,2 2 0 16,3 7 0-16,0 0 0 16,3-2 0-16,7 3 0 15,3-8 0-15,4-2 0 0,8-6 0 16,2-3 0-16,8-6 0 16,0-3 0-16,5-7 0 15,-3-2 0-15,3-6 0 0,-10 1 0 16,0-3 0-16,-3 0 0 15,-6 1 0-15,-6-1 0 16,0 5 0-16,-13 0 0 16,1 8 0-16,-9 2 0 0,-1 5 0 15,3 10 0-15,-4 4 0 16,3 11 0-16,5 0 0 16,6 0 0-16,0 2 0 15,9-7 0-15,9-3 0 16,3-6 0-16,8-11 0 15,1 0 0-15,9-8 0 0,-2-7 0 16,-3-2 0-16,2-6 0 16,-6 0 0-16,-7-2 0 0,-7 1 0 15,-7-1 0-15,-7 5 0 16,-10 1 0-16,-6 4 0 16,-4 8 0-16,-3 7 0 15,0 10 0-15,0 12 0 0,8 3 0 16,7 12 0-16,11 4-54 15,4-3-37-15</inkml:trace>
  <inkml:trace contextRef="#ctx0" brushRef="#br5" timeOffset="-170613.74">20460 15591 388 0,'0'0'7'0,"0"0"4"0,0 0 2 16,10-12 4-16,-10 12 1 15,5-10 1-15,-5 10 0 0,0 0 0 16,6-10-19-16,-6 10 0 16,0 10 0-16,0 10 0 15,-6 2 0-15,1 10 0 16,-2 6 0-16,-1 6 0 16,-2 8 0-16,1-2 0 0,-4 0 0 15,3-4 0-15,-3-3 0 16,6-7 0-16,-3-3 0 15,5-6 0-15,-2-5 0 16,4-4 0-16,3-18-4 0,-5 7-65 16,5-7-22-16,-2-5-1 15</inkml:trace>
  <inkml:trace contextRef="#ctx0" brushRef="#br5" timeOffset="-170280.23">20147 15540 408 0,'0'0'5'0,"0"0"2"16,0 0 3-16,5-7 2 15,-5 7 0-15,15-9 2 0,-3 0 1 16,8-1 1-16,3 0-4 15,2 0-12-15,10-5 0 16,2 0 0-16,5 0 0 16,5 1 0-16,0-1 0 0,1 0 0 15,-2 5 0-15,-3-3 0 16,-3 6 0-16,-6 0 0 16,-1 4 0-16,-11-1 0 0,-2 1 0 15,-8 3 0-15,-12 0 0 16,12 12 0-16,-16 0-42 15,-11 6-44-15,0 2-5 16</inkml:trace>
  <inkml:trace contextRef="#ctx0" brushRef="#br5" timeOffset="-169763.52">20530 15864 446 0,'0'0'4'0,"0"0"2"16,0 0 1-16,7 0 1 0,-7 0 2 15,12 0-1-15,1 0 1 16,-1 0 1-16,6 0-11 16,-1 0 0-16,3 8 0 0,3 1 0 15,-4 6 0 1,6 0 0-16,-9 7 0 0,-2 3 0 16,-1-3 0-16,-6 3 0 15,-2 0 0-15,-5-7 0 16,-2-1 0-16,-6-2 0 0,8-15 0 15,-15 14 0-15,5-11 0 16,10-3 0-16,-13 0 0 16,13 0 0-16,-7-20 0 15,7 5 0-15,0-2 0 0,7-8 0 16,4-2 0-16,3 0 0 16,7-1 0-16,-2-1 0 15,1 6 0-15,3 1 0 16,-4 5 0-16,1 7 0 0,-7 0 0 15,4 10 0-15,-7 0-30 16,-10 0-56-16,13 12-4 16</inkml:trace>
  <inkml:trace contextRef="#ctx0" brushRef="#br5" timeOffset="-168630.04">21170 15892 436 0,'0'0'5'0,"0"0"1"16,-2-11 3-16,2 11 0 15,-7-13 2-15,7 13 0 16,-15-14 1-16,2 9 0 0,4 3-12 16,-6 2 0-16,-3 0 0 15,1 5 0-15,-3 7 0 16,-2 5 0-16,4 1 0 15,3 1 0-15,0 4 0 0,5-2 0 16,6 0 0-16,4-4 0 16,0-2 0-16,9-3 0 15,4-4 0-15,-1-6 0 16,9-2 0-16,-7-4 0 16,1-6 0-16,2-1 0 0,-4-5 0 15,-1-1 0-15,4-1 0 16,-7-5 0-16,3 1 0 15,-1 2 0-15,-1-2 0 0,-1 2 0 16,-2 5 0-16,-1 3 0 16,-6 12 0-16,12-5 0 15,-12 5 0-15,10 15 0 16,-4 0 0-16,-2 5 0 0,1-4 0 16,2 5 0-16,1-1 0 15,-3-1 0-15,5-1 0 16,-3-8 0-16,3-3 0 15,1-4 0-15,1-3 0 0,1-3 0 16,1-4 0-16,1-7 0 16,2 0 0-16,0-5 0 15,3-1 0-15,-2-1 0 16,-1 1 0-16,-2 4 0 16,-3 3 0-16,-3 3 0 0,-9 10 0 15,0 0 0-15,0 0 0 16,7 5 0-16,-7 5 0 15,0 5 0-15,0 0 0 0,2-1 0 16,3 2 0-16,2-7 0 16,6 1 0-16,4-2 0 15,3-6 0-15,5-2 0 16,-2 0 0-16,9-7 0 16,-5-3 0-16,3-2 0 0,-5-4 0 15,-3 0 0-15,-5-4 0 16,-4-1 0-16,-6 2 0 15,-7 2 0-15,0-1 0 16,-5 6 0-16,-7 2 0 0,-1 5 0 16,-3 3 0-16,-5 2 0 15,4 4 0-15,-3 6 0 16,5 1 0-16,0-3 0 16,8 9 0-16,1-3 0 0,6 1 0 15,3 0 0-15,7-3 0 16,5 6 0-16,22 6 0 15,-17-11 0-15,0 1 0 16,-3-1 0-16,3-1 0 16,-5-2 0-16,-2 0 0 15,-6 1 0-15,0-3 0 16,-4 3 0-16,-3-11 0 0,-3 17 0 16,-6-12 0-16,-6 2 0 15,-3 1 0-15,-4-3 0 16,-3 3 0-16,1-4 0 15,-4-1 0-15,3-2 0 16,0 2 0-16,6 0 0 0,4-3 0 16,3 0 0-16,12 0 0 15,-13 0 0-15,13 0 0 16,0 0 0-16,0 0 0 16,0 0 0-16,0 0 0 0,0 0 0 15,0 0 0-15,0 0 0 16,0 0 0-16,7 0 0 15,-7 0 0-15,18 0-23 16,-4 0-65-16,-6-6-4 0</inkml:trace>
  <inkml:trace contextRef="#ctx0" brushRef="#br5" timeOffset="-166280.59">21998 15708 286 0,'0'0'7'15,"0"0"7"-15,0 0 3 0,0 0 2 16,0 0 3-16,0 0 2 16,0 0 0-16,-10 0 3 15,10 0-7-15,0 0-5 16,0 0-2-16,0 0-3 0,0 0-3 16,5 0-1-16,-5 0-6 15,0 0 0-15,13 0 0 16,-6 3 0-16,5-3 0 15,6 0 0-15,2 0 0 0,4 0 0 16,1-3 0-16,3 3 0 16,-1-3 0-16,-2 2 0 15,-3 1 0-15,-4 0 0 16,-4 0 0-16,-1 0 0 0,-13 0 0 16,15 0 0-16,-15 0 0 15,0 0 0-15,0 0 0 16,0 0 0-16,8 7 0 15,-8-7 0-15,-6 12 0 0,-1 0 0 16,-7 3 0-16,-2 5 0 16,-3 0 0-16,-6 2 0 15,0 0 0-15,-7 0 0 0,4 3 0 16,-2-2 0-16,0-4 0 16,1 1 0-16,3-2 0 15,5-3 0-15,1-4 0 16,4 0 0-16,-1 1 0 15,10-7 0-15,7-5 0 0,-10 10 0 16,10-10 0-16,0 0 0 16,0 0 0-16,0 10 0 15,0-10 0-15,8 2 0 16,1-2 0-16,6 3 0 0,5-3 0 16,5 0 0-16,3 0 0 15,1 0 0-15,6 0 0 16,0 0 0-16,-1 0 0 15,3 0 0-15,-4 0 0 0,-1 0 0 16,-5 3 0-16,-4-1 0 16,-3 1 0-16,-5-3 0 15,-6 1 0-15,-9-1 0 16,16 3 0-16,-16-3 0 0,0 0 0 16,0 0 0-16,0 0 0 15,0 0 0-15,0 0 0 16,0 0 0-16,0 0 0 0,0 0 0 15,0 0 0-15,0 0 0 16,0 0 0-16,0 0 0 16,0 0 0-16,0 0 0 15,0 0 0-15,0 0 0 16,0 0 0-16,0 0 0 0,0 0 0 16,0 0 0-16,0 0 0 15,0 0 0-15,0 0 0 16,0 0 0-16,0 0-61 15,-8-12-34-15,8 2-1 0</inkml:trace>
  <inkml:trace contextRef="#ctx0" brushRef="#br5" timeOffset="-165162.39">22828 15336 328 0,'0'0'7'15,"0"0"4"-15,0 0 4 0,0 0 3 16,0 0 2-16,0 0 1 15,0 0 1-15,0 0 1 16,-3-9-6-16,3 9-4 0,0 0-3 16,0 0-4-16,0 0-6 15,0 0 0-15,0 0 0 16,-12 7 0-16,12-7 0 16,-15 18 0-16,5-2 0 15,1 4 0-15,-5 4 0 0,3 7 0 16,-5 6 0-16,7 6 0 15,-8 0 0-15,1 7 0 16,2 2 0-16,-1 5 0 16,3-2 0-16,-1 7 0 0,1-5 0 15,4 2 0-15,4-2 0 16,0-2 0-16,4-1 0 16,0-1 0-16,11-1 0 15,-2-8 0-15,9 1 0 0,-3-4 0 16,10-1 0-16,2-5 0 15,1-3 0-15,-1-5 0 16,-1-4 0-16,2-3 0 16,2-6 0-16,-8-2 0 0,1-4 0 15,-6-1 0-15,-4-4 0 16,-4 0 0-16,-9-3 0 16,8 0 0-16,-8 0 0 15,0 0 0-15,0-6 0 0,-5-3 0 16,5-1-22-16,0-5-70 15,-5-5-3-15</inkml:trace>
  <inkml:trace contextRef="#ctx0" brushRef="#br5" timeOffset="-163913.02">13391 6757 372 0,'0'0'8'0,"-4"-15"3"0,-4 4 2 15,5-3 0-15,-7-3 2 16,1 3 1-16,-7-4-1 0,-3 4 2 16,1 7-8-16,-7 3-4 15,1 8-1-15,-3 13-1 16,-1 5-2-16,-2 9 0 15,1 15-1-15,3 8 0 0,1 11 1 16,3 4-1-16,10 5 0 16,5 4 0-16,7 3 1 15,7-5 0-15,11-4-1 16,11-2 0-16,6-11 0 0,7-4 1 16,7-8-1-16,1-3 0 15,3-12 0-15,2-2 0 16,-1-10 1-16,-5-7 0 15,2-9 1-15,-2-4-2 16,-4-12 0-16,2-10 0 0,-7-7 0 16,0-11 0-16,-1-6 0 15,-4-5 0-15,0-8 0 16,-11-3 0-16,1-10 0 16,-4-5 0-16,-12-5 0 0,-2-5 0 15,-7 1 0-15,-10-3 0 16,-9 1 0-16,-3 5 0 15,-10 5 0-15,-6 12 0 0,-4 6 0 16,-6 10 0-16,-3 11 0 16,1 7 0-16,-5 12 0 15,-2 8 0-15,0 12 0 16,-3 5 0-16,3 17 0 0,5 8 0 16,-3 9 0-16,6 8 0 15,6 10 0-15,6 2 0 16,17 9 0-16,7 8-84 15,9-11-6-15</inkml:trace>
  <inkml:trace contextRef="#ctx0" brushRef="#br5" timeOffset="-162580.3">23018 15795 420 0,'0'0'4'0,"0"0"2"15,0 0 2-15,-13-8 1 16,13 8 1-16,-15-2 1 0,1 2 0 16,3 0 0-16,-4 2-3 15,-5 6-2-15,3 2-2 16,-4 1-1-16,5 4-3 0,-2 3 0 16,-2 1 0-16,5 1 0 15,5 3 0-15,3 2 0 16,1-3 0-16,4-1 0 15,2 0 0-15,2-3 0 16,9-3 0-16,-1-5 0 0,7-8 0 16,3-2 0-16,-2-5 0 15,4-10 0-15,2 0 0 16,1-12 0-16,-2 0 0 16,2-11 0-16,-2-1 0 0,-7-6 0 15,2-8 0-15,-3-3 0 16,-8-3 0-16,-1-1 0 15,-6-2 0-15,0 8 0 0,-6 4 0 16,-1 11 0-16,-2 6 0 16,6 8 0-16,-6 11 0 15,5 7 0-15,4 7 0 16,-8 12 0-16,6 8 0 16,2 12 0-16,0 5 0 0,0 10 0 15,0 6 0-15,5 3 0 16,0 3 0-16,3-1 0 15,0-4 0-15,1-6 0 16,-2-2 0-16,3-9 0 16,0-2 0-16,0-5 0 0,0-8 0 15,2 0 0-15,-7-7-24 16,-5-15-60-16,23 10-8 16</inkml:trace>
  <inkml:trace contextRef="#ctx0" brushRef="#br5" timeOffset="-162111.39">23260 15844 474 0,'0'0'4'0,"0"0"1"0,0 0 2 0,0 0 0 16,4-5 0-16,-4 5 0 15,4-10-7-15,-4 10 0 16,12-17 0-16,-2 10 0 16,1 1 0-16,3 2 0 0,-1 0 0 15,4 4 0-15,-2 0 0 16,0 11 0-16,-6-1 0 16,0 5 0-16,-7 2 0 15,-2 3 0-15,-2 4 0 0,-11-1 0 16,-2 7 0-16,-5-3 0 15,3-5 0-15,-6 3 0 16,10-7 0-16,-3-2 0 16,8-6 0-16,4 1 0 15,4-11 0-15,0 0 0 0,9 3 0 16,6-3 0-16,0-3 0 16,2-5 0-16,3 1 0 15,3-3 0-15,-2 2 0 0,0 1 0 16,-4 0 0-16,0-1 0 15,-4 3 0-15,-1-3 0 16,-5 6 0-16,-7 2 0 16,11-13-8-16,-11 13-55 15,5-8-26-15,-5 8-2 0</inkml:trace>
  <inkml:trace contextRef="#ctx0" brushRef="#br5" timeOffset="-161713.52">23601 15141 483 0,'0'0'2'0,"0"0"0"0,0 0 0 15,0 0 2-15,0 0 1 16,5 6 0-16,5 9 3 16,4 6-8-16,7 8 0 15,1 8 0-15,6 11 0 0,4 7 0 16,-2 5 0-16,0 8 0 16,-6 1 0-16,-4 3 0 15,-3 3 0-15,-4-3 0 16,-11-1 0-16,-4-1 0 15,-13-3 0-15,-5 2 0 0,-7-5 0 16,-10-2 0-16,0-3 0 16,-9-6 0-16,2-2 0 15,-1-6 0-15,10-6 0 0,3-1-69 16,4-13-22-16</inkml:trace>
  <inkml:trace contextRef="#ctx0" brushRef="#br5" timeOffset="-158138.66">18684 5298 273 0,'0'0'4'0,"0"0"0"0,0 0 0 15,0 0 0-15,0 0 0 16,0 0 3-16,0-7 0 16,0 7 2-16,16 0-2 15,5-2-1-15,2 2 0 0,18-3 0 16,12 3 0-16,14-5-1 15,9 0-2-15,22-2 0 16,13-1-1-16,22-1 0 16,14 1-1-16,16-4 1 15,11 2-2-15,14-3 3 0,12 3-2 16,11-3 1-16,10 2-1 16,9-3 0-16,9 6 0 15,7-5 0-15,7 5 1 16,6 1-1-16,4 2 0 0,1 0-1 15,1 5 1-15,-6 0 0 16,-5 0-1-16,-8 0 2 16,-8 2-1-16,-14 1 0 0,-11 2 0 15,-21-2 0-15,-16-1 0 16,-24 0 0-16,-18-2 0 16,-20 3 0-16,-24-3 0 15,-18 0 0-15,-25 0-4 0,-12 0-8 16,-15 0-20-16,-20 0-40 15,0 0-4-15</inkml:trace>
  <inkml:trace contextRef="#ctx0" brushRef="#br5" timeOffset="-157545.7">18870 5415 185 0,'5'0'5'0,"15"0"6"16,2 0 1-16,10 0 4 15,12 0 1-15,17-2 3 0,16-1 1 16,15-7 0-16,20 5-4 16,12-5-4-16,25 1-2 15,15-4-2-15,17 6-1 0,13-7-1 16,17 3-1-16,16 1 1 16,8-2-1-16,11 1 0 15,13 2 0-15,2-1-1 16,12 3-1-16,-3-1 0 0,1 3-1 15,-2-2 0-15,-10 4 0 16,-13 1-1-16,-18-1 0 16,-14 1 0-16,-21-1 0 15,-18-2 0-15,-26 3 0 16,-20 2 0-16,-20-3 0 0,-25 1-1 16,-21 2 0-16,-18 0-2 15,-18 2-6-15,-17 1-12 16,-8 7-59-16,-14 4-1 15</inkml:trace>
  <inkml:trace contextRef="#ctx0" brushRef="#br5" timeOffset="-151112.92">19928 16436 161 0,'0'0'9'0,"0"0"5"16,0 0 2-16,0 0 0 15,0 0 2-15,0 0 0 0,5 6 0 16,-5-6 0-16,0 0-5 16,0 0-5-16,0 9 0 15,0-9 0-15,0 15-2 16,0-15 1-16,0 17 1 16,-2-9-1-16,-1 2-1 0,3 0 0 15,0-3 0-15,0 4-2 16,0-3 0-16,0 1 1 15,0-9-3-15,0 16 1 16,3-8-1-16,-3-8 0 0,8 17 0 16,-6-5-2-16,3 1 1 15,0-1 1-15,0-2-1 16,0 5 0-16,3-2 1 0,-1-1 0 16,0-2 0-16,3-2 2 15,0 1-2-15,5-1 1 16,0 0 0-16,2-4 0 15,3 6 0-15,0-5-1 16,5 2 1-16,0 1-1 0,0-3 0 16,2 0 0-16,-2 0 1 15,-2 2-3-15,3-7 0 16,-1 3 1-16,-4 0 0 16,0-3 0-16,4 0 0 0,0-6 0 15,0-1 0-15,3-1 0 16,-1 1 1-16,5-3-1 15,1-5 0-15,1 2 0 16,3 1 0-16,-2-2 0 0,2 3 1 16,4-3-1-16,-2 4 1 15,-4-2-1-15,4 3 0 16,-1 2 0-16,-1 6 0 16,0-5 0-16,-2 6-1 0,2 0 1 15,1 0 2-15,2 0-1 16,-1 2-1-16,1 3 1 15,2 2 0-15,0 2 1 16,4 0-1-16,-5 4-1 0,-1 1 0 16,-5 2 0-16,3 1 2 15,-6 3-2-15,0-3-1 16,-4 3 1-16,-4 1 0 16,-2 3-1-16,1-2 1 0,0 3 0 15,-7-3 0-15,2 0-1 16,-3 0 1-16,0 1-1 15,-5-2 1-15,-3-1 0 16,0-2 0-16,0-1-1 16,-1-2 1-16,1 1 0 0,-4-2-1 15,1-3 1-15,-1-4-1 16,-3-7 1-16,3 12-1 16,-3-12 0-16,0 0 1 0,0 0-1 15,0 0 1-15,0 0 0 16,0 0-1-16,0 0 2 15,0 0-1-15,0 0 0 16,0 0 0-16,0 0 0 0,0 0 0 16,0 0-1-16,10-11 0 15,-8 3 0-15,6-6 0 16,-1 0-1-16,3-4 1 16,2-2 0-16,6 0-1 0,1-1 1 15,4-2-1-15,1-2 1 16,5 3 0-16,8-3 0 15,-5 3 0-15,3 0 0 16,2 1 0-16,1 2 0 16,1 2 0-16,-2 2 1 0,3 2-1 15,-8 6 0-15,6-1 1 16,-1 6-1-16,0 2 0 16,0 0 0-16,-2 0 0 15,3 5 0-15,-1 2 0 0,2 1 0 16,1-1 0-16,-4 3 0 15,-2 1 0-15,-2 0 0 16,3 0 0-16,-7 0 1 0,1 0-1 16,1-1 0-16,-6 5 1 15,6-5-1-15,-2 2 0 16,1-5 2-16,-1 0-2 16,2 1 0-16,0-6 0 15,-1 2 0-15,1-4 0 0,2 0 0 16,1-6 0-16,-1 4 0 15,0-7 0-15,0 2 0 16,1 1 0-16,-1-2 0 16,0-2 0-16,4 3 0 0,-4-9 0 15,0 4 0-15,1 1 0 16,-3-6 0-16,-1 3 0 16,1-5 0-16,-2 1 0 15,-7-5 0-15,0-1 0 0,-1 2 0 16,-3-5 0-16,0-1 0 15,-2-1 0-15,-4 1 0 16,0 2 0-16,1 1 0 16,-1 2 0-16,1 3 0 0,-6 2 0 15,3 4 0-15,-4 3 0 16,-2 2 0-16,-3 9 0 16,5-12 0-16,-5 12 0 15,0 0 0-15,0-8 0 16,0 8 0-16,0 0 0 0,0 0 0 15,0 0 0-15,0 0 0 16,0 0 0-16,0 0 0 0,0 0-17 16,0 5-74-16,0-5-3 15</inkml:trace>
  <inkml:trace contextRef="#ctx0" brushRef="#br5" timeOffset="-149763.85">21576 17440 330 0,'0'0'7'16,"0"0"5"-16,0 0 2 0,0 0 3 16,0 0 2-16,0 0 0 15,0 0 2-15,0 0-1 16,0 0-5-16,0 0-6 16,0 0-2-16,0 0-1 0,0 0-1 15,0 8-2-15,0 0 0 16,0 5 1-16,0 5-4 15,0 1 0-15,-2 4 0 16,2 4 0-16,0-27 0 16,-5 30 0-16,4-4 0 0,-1 7 0 15,-1-1 0-15,-2 0 0 16,3 1 0-16,0-1 0 16,-1 0 0-16,-2-5 0 15,3 2 0-15,0-4-3 16,-4-2-4-16,6-23-4 15,-3 23-7-15,3-1-16 0,0-22-47 16,0 0-3-16</inkml:trace>
  <inkml:trace contextRef="#ctx0" brushRef="#br5" timeOffset="-149046.83">21243 17494 260 0,'0'0'8'0,"0"0"2"16,0 0 2-16,0 0 3 15,0 0 2-15,0 0 1 0,0 0 2 16,0 0 3-16,0 0-7 16,0 0-2-16,0 0-2 15,5-5-1-15,-5 5-1 16,0 0-1-16,12-2-1 0,-12 2 0 15,17-13 0-15,-1 6-1 16,1 2 1-16,6-5-2 16,2 2-1-16,5-5-1 15,2 2-2-15,5-3-2 0,-3 3 0 16,8-1 0-16,1-1 0 16,1 1 0-16,-1-1 0 15,2 1 0-15,-4 2 0 16,0 0 0-16,-6 3 0 15,-3-1 0-15,-5 3 0 0,-2 0 0 16,-5 3 0-16,0-1 0 16,-11 3 0-16,2-2 0 15,-11 2 0-15,10 0 0 0,-10 0 0 16,0 0 0-16,0 0 0 16,-5 10 0-16,5-10-4 15,-13 7-28-15,6 1-55 16,7-8-3-16</inkml:trace>
  <inkml:trace contextRef="#ctx0" brushRef="#br5" timeOffset="-148462.35">21946 17699 398 0,'0'0'4'16,"0"0"5"-16,0 0 4 15,0 0 1-15,10-4 1 0,-10 4 0 16,0 0 0-16,0 0 1 16,10-6-4-16,-10 6-12 15,8 9 0-15,-8-9 0 16,0 0 0-16,0 0 0 16,2 7 0-16,1 5 0 0,1-2 0 15,4 30 0 1,-6-14 0-16,-2-2 0 0,0-3 0 15,0 2 0-15,0-1 0 16,0 3 0-16,0 0 0 16,0-6 0-16,0-1-8 15,0-18-12-15,0 29-25 16,0-29-41-16,0 0 0 16</inkml:trace>
  <inkml:trace contextRef="#ctx0" brushRef="#br5" timeOffset="-147662.95">22227 17162 365 0,'0'0'6'0,"0"0"3"16,2-10 5-16,-2 10 0 15,3-17 2-15,2 5 0 0,2-1 1 16,-1-2 1-16,8 0-5 16,-2 0-4-16,0 4-3 15,1 2-1-15,3 2-2 0,-4 2-3 16,5 3 0-16,-5 2 0 15,4 0 0-15,-6 7 0 16,2 3 0-16,-2 3 0 16,-3 1 0-16,-4 11 0 0,-3 0 0 15,-3 2 0-15,-1-12 0 16,-5 2 0-16,0 1 0 16,-3-1 0-16,1 0 0 15,-3 3 0-15,2-3 0 16,-1 3 0-16,1-5 0 15,-4 0 0-15,3-2 0 0,5-1 0 16,-5 1 0-16,1-1 0 16,12-12 0-16,-11 14 0 15,11-14 0-15,0 0 0 0,2 11 0 16,9-11 0-16,6 0 0 16,1-3 0-16,2 0 0 15,1 1 0-15,2-1 0 16,5-1 0-16,-6 1 0 0,2 0 0 15,1 1 0-15,0 0 0 16,-4-1 0-16,0 3 0 16,-3-5 0-16,0 5 0 15,-6 0 0-15,0 0 0 16,-12 0 0-16,13 0 0 0,-13 0 0 16,0 0 0-16,0 0 0 15,0 0 0-15,0 0 0 16,9 10-53-16,-9-10-40 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8-10T10:05:18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24612 15146 349 0,'0'0'7'0,"0"0"3"15,0-15 3-15,-2 7 2 0,-3-4 0 16,0 2 0-16,0-5 1 16,-5 0 1-16,-5 3-7 15,0 2-3-15,-2 0-3 0,-3 0-1 16,0 5-1-16,0 0 0 15,-3 5-2-15,4 3 1 16,-1 9-2-16,2 3 1 16,1 7 0-16,0 3 0 15,2 10-1-15,2-1 1 16,3 9 0-16,3 7 1 0,0-1 0 16,4 7 0-16,3 2-1 15,0 6 1-15,0 3 1 16,0 2-1-16,0 6 1 15,0-3 0-15,3 4 0 0,-1 3 1 16,-2 3-1-16,-2 3 0 16,-5 2 0-16,-1-2 0 15,0 5-2-15,-5-4 1 16,1 5-2-16,0-3 2 0,2-4 1 16,-5 1-2-16,2-3 0 15,1-3 0-15,-2-3 0 16,6-41 0-16,0 7 0 15,1-7 0-15,-3 4 0 0,1-4 0 16,3 7 0-16,-1-10 0 16,-1 5 0-16,3-7 0 15,0 3 0-15,3-6 0 0,-3 0 0 16,3-8 0 0,-3 6 0-16,5-7 0 0,0 1 0 15,0-3 0-15,2-7 0 16,-2-9 0-16,15 13 0 0,-2-11 0 15,-1-2 0 1,5 0 0-16,3-2 0 0,5-3 0 16,-3 0 0-16,8-3 0 15,2 4 0-15,-2 1 0 16,3-2 0-16,1 3 0 16,1-5-4-16,-5-1-19 0,0 0-61 15,2 1-4-15</inkml:trace>
  <inkml:trace contextRef="#ctx0" brushRef="#br0" timeOffset="646.79">24789 15283 430 0,'0'0'3'0,"0"0"2"0,0 0 2 16,0 0 1-16,-3-11 1 16,3 11 1-16,0 0 0 15,-7-3 0-15,7 3-3 0,-13 3-2 16,6 8-1-16,0 5-1 15,-4 7-3-15,4 4 0 16,2 5 0-16,0-1 0 16,3 5 0-16,2-4 0 0,7-2 0 15,3-7 0-15,5-4 0 16,2-9 0-16,5 0 0 16,3-10 0-16,-4 0 0 15,3-6 0-15,1-6 0 16,-7-5 0-16,1-5 0 0,-6-8 0 15,-4 0 0-15,-6-7 0 16,-3 2 0-16,-5 1 0 16,-7 1 0-16,-1 6 0 15,-1 3 0-15,-4 8 0 0,1 8 0 16,-1 7 0-16,4 1 0 16,1 9 0-16,3 7 0 15,3 8-3-15,7 9-83 0,-3-1-2 16</inkml:trace>
  <inkml:trace contextRef="#ctx0" brushRef="#br0" timeOffset="1180.33">24642 16062 417 0,'0'0'3'0,"0"-14"1"0,-3 3 4 16,1-1 1-16,2-1 3 15,-2-1 0-15,-3 2 0 0,2 2 0 16,3 10-2-16,-10 3-2 16,5 11-4-16,0 5-4 15,3 6 0-15,2 5 0 16,0 2 0-16,0 0 0 0,7-2 0 16,4-5 0-16,3-5 0 15,4-5 0-15,3-7 0 16,4-7 0-16,1-1 0 0,-1-7 0 15,0-5 0-15,-1-6 0 16,-2-4 0-16,-6-6 0 16,-2-3 0-16,-9-7 0 15,0 1 0-15,-5 0 0 16,0 3 0-16,-7 1 0 0,-5 6 0 16,-2 9 0-16,0 4 0 15,-4 12 0-15,3 2 0 16,-4 5 0-16,2 10 0 15,4 2 0-15,-2 7 0 0,5 11-20 16,10-1-67-16,0 1-4 16</inkml:trace>
  <inkml:trace contextRef="#ctx0" brushRef="#br0" timeOffset="1696.35">24652 16486 444 0,'0'0'3'0,"0"0"2"0,0-10 1 16,0 10 2-16,-5-10 0 16,5 10 0-16,-10-7-1 0,10 7 1 15,-14 0-2-15,3 7-3 16,4 6-2-16,0 4-1 16,-1 5 0-16,3 8-2 15,0-1 2-15,5 3-1 0,2 1 1 16,6-3-1-16,7-5 0 15,3-1 1-15,3-9 0 16,7-5 1-16,1-5-1 0,1-5 0 16,0-5 1-16,-5-5 0 15,3-3 0-15,-9-6 2 16,-4-1-1-16,-7-5-2 16,-4-3 0-16,-4 2 0 15,-2-4 0-15,-8 1 0 0,-5 1 0 16,-2 6 0-16,-6 7 0 15,4 5 0-15,-3 5 0 16,4 5 0-16,-4 10-9 16,7 7-14-16,3 8-53 0,1 3-13 15</inkml:trace>
  <inkml:trace contextRef="#ctx0" brushRef="#br0" timeOffset="2113.71">24701 17033 484 0,'0'0'3'15,"0"0"2"-15,0 0 1 0,0 0 1 16,0 0-1-16,0 0-6 16,0 8 0-16,-2 2 0 15,2 4 0-15,-2 7 0 0,-3 3 0 16,5-9 0-1,-5 2 0-15,3 0 0 0,-1 3 0 16,0 0 0-16,-2 0 0 16,3 0 0-16,-1 0 0 15,1-3 0-15,-1 0-24 0,3-4-25 16,0-1-40 0,0-12-1-16</inkml:trace>
  <inkml:trace contextRef="#ctx0" brushRef="#br0" timeOffset="3113.6">24970 14983 332 0,'0'0'7'15,"0"0"3"-15,0 0 2 16,5-9 4-16,-5 9 0 0,10-8 1 16,3 7 1-16,-1-4 1 15,5 3-6-15,3-4-4 16,2 6-1-16,6-2-2 16,-1 2-1-16,1 0-2 0,-1 0 0 15,-3 2 0-15,-1 4-2 16,-3 1 1-16,-3 5-1 15,-7 2 1-15,-2 11-1 16,-4 8 1-16,-1 6 0 0,-3 9 1 16,0 9-3-16,0 8 0 15,-7 6 0-15,2 6 0 16,2 4 0-16,-1 6 0 16,-2 2 0-16,1 6 0 0,3-4 0 15,-3 1 0-15,5 0 0 16,-3-3 0-16,1-3 0 15,2-1 0-15,0-1 0 16,0-5 0-16,5 5 0 0,-5-5 0 16,0 1 0-16,0-6 0 15,0 3 0-15,0-5 0 16,-5-2 0-16,0-36 0 16,-2 2 0-16,4 0 0 15,-2 3 0-15,2-3 0 0,1 3 0 16,-3-2 0-16,3 0 0 15,-3-3 0-15,-1 1 0 16,4-3 0-16,-1 1 0 16,1-5 0-16,-3-2 0 0,3-1 0 15,2-3 0-15,-3-1 0 16,0-5 0-16,3-1 0 16,0-5 0-16,0-10 0 15,0 12 0-15,0-12 0 0,0 0 0 16,-9 6 0-16,9-6 0 15,-13 0 0-15,4 0 0 16,-4 0 0-16,-2 0 0 16,-3 0 0-16,-3 0 0 15,-2 0 0-15,0 0 0 0,-2 3 0 16,-2 1 0-16,1-1 0 16,0-2-35-16,4 5-55 15</inkml:trace>
  <inkml:trace contextRef="#ctx0" brushRef="#br0" timeOffset="7533.58">463 14484 445 0,'0'0'5'0,"0"0"1"0,-7-12 3 16,7 12 1-16,-10-8 1 15,10 8 0-15,-13-5 0 16,6 5-8-16,0 7-3 15,-4 11 0-15,9 5 0 0,-1 6 0 16,3 6 0-16,0 12 0 16,3 0 0-16,10 4 0 15,-5-1 0-15,9 2 0 0,-5-2 0 16,0 0 0-16,-4-3 0 16,2-8 0-16,-3-2 0 15,-5-1 0-15,-2-9 0 16,0-5 0-16,0-5 0 15,0-6 0-15,0-11 0 16,-7 7 0-16,7-7 0 0,-18-18 0 16,9-2 0-16,-1-10 0 15,-5-4 0-15,-2-11 0 16,-1-3 0-16,4-3 0 0,-2-3 0 16,4 4 0-16,-2-2 0 15,6 5 0-15,0 3 0 16,6-2 0-16,2 7 0 15,5 4 0-15,2 3 0 0,8 0 0 16,0 7 0-16,5 0 0 16,5 7 0-16,5 10 0 15,2 2 0-15,5 6 0 16,-2 3 0-16,3 8 0 16,4 6 0-16,-6 2 0 0,2 3 0 15,-11 6 0-15,-4-2 0 16,-9 4 0-16,-9 1 0 15,-5 2 0-15,-9 0 0 16,-14 2 0-16,-4-6 0 0,-8 4 0 16,-5-6 0-16,1-7 0 15,-2-1 0-15,2-6 0 16,9-3 0-16,3-8 0 0,4-2 0 16,11 0 0-16,12 0 0 15,-12-7 0-15,12 7 0 16,17-13 0-16,3 8 0 15,20-2-54-15,-11-2-40 16</inkml:trace>
  <inkml:trace contextRef="#ctx0" brushRef="#br0" timeOffset="8063.51">1077 14716 470 0,'0'0'5'0,"0"0"1"0,0 0 2 0,0 0 1 16,0 0 0-16,0 0-5 15,0 0-4-15,0 0 0 16,0 0 0-16,5 6 0 16,8-4 0-16,1 1 0 0,9-3 0 15,2 0 0-15,5 2 0 16,2-2 0-16,5-2 0 16,-2-1 0-16,-1 1 0 0,-4-4 0 15,-3 5 0-15,-4-2 0 16,-6 3 0-16,1 0 0 15,-18 0 0-15,10 0 0 16,-10 0-37-16,0 0-54 0,-8 0-5 16</inkml:trace>
  <inkml:trace contextRef="#ctx0" brushRef="#br0" timeOffset="8430.98">1102 14883 484 0,'0'0'4'0,"5"-3"2"16,-5 3 0-16,18-4 2 15,-9 4-5-15,6-4-3 0,0 3 0 16,5-2 0-16,2 3 0 16,-2 0 0-16,5 0 0 15,5 0 0-15,2 3 0 16,3-2 0-16,-1-1 0 0,1 0 0 15,-2 0 0-15,-4 0 0 16,1 0 0-16,-12 0 0 16,-1 0 0-16,-7 0 0 0,-10 0 0 15,13 0 0-15,-13 0 0 16,0 0 0-16,0 0 0 16,-8-4 0-16,8 4 0 15,0 0 0-15,-10-10 0 0,10 10 0 16,-10 0 0-16,10 0 0 15,0 0 0-15,-5 8 0 16,5-8-37-16,0 0-59 16</inkml:trace>
  <inkml:trace contextRef="#ctx0" brushRef="#br0" timeOffset="17995.38">1187 14071 420 0,'0'0'1'15,"-9"-10"-1"-15,0 2 1 16,-6-2 0-16,-2-2-1 0,-6-3 0 16,-7-5 1-16,-12-2-1 15,3 0 0-15,-11-1 1 16,-8 2-1-16,-6-3 0 16,-3 10 1-16,-5-1 1 0,-5 5 0 15,0 2 1-15,2 6-1 16,-1 2 1-16,0 5 0 15,10 2 1-15,1 4-1 16,10 1-1-16,6 2 0 16,11 4-2-16,6 2-1 0,10 2 1 15,7 3-2-15,10 4 0 16,5 9-1-16,0-2 1 16,7 12 1-16,6 6 0 15,-1 8 1-15,0 5 0 0,4 10 0 16,-4 5 1-16,3 2 0 15,-3 5-1-15,1 3 0 16,-1-3 0-16,-5-1 0 0,4-5-1 16,-4-2 0-16,0-6 1 15,-2-3 0-15,-2-8 0 16,-3-7 0-16,0-5 0 16,0-10 1-16,-3-4-1 0,-4-6 0 15,2-8 0-15,-2-8 0 16,-1-4-1-16,8-12-1 15,-10 12-1-15,10-12-1 16,0 0 0-16,0 0 0 16,0 0 0-16,0 0 0 0,0 0 2 15,0 0 0-15,0 0 0 16,5-2 1-16,2-2 0 16,11-2 0-16,-4-2 1 0,9 1-1 15,2 0 1-15,5-3 0 16,2 2 0-16,0-2 1 15,8 6-1-15,0-1 0 16,7 2 1-16,-2 3-1 0,4 0 1 16,1 3 0-16,3 4-1 15,3-2 1-15,-3 5-1 16,-1-1 1-16,-5 0 0 16,3-5-1-16,-8 0 1 15,-2-1 0-15,-7 2 1 16,-4-2-1-16,-7-3 1 0,-2 2-1 15,-2-2 1-15,-3 4-1 16,-6-4 0-16,-9 0-1 16,11 4 1-16,-11-4 0 0,0 0-1 15,0 0 2-15,0 0-1 16,5 7 1-16,-5-7 1 16,0 0-1-16,0 0 1 0,0 0 0 15,0 0-1-15,0 0 0 16,0 0 0-16,-5 0 0 15,5 0-1-15,0 0 0 16,0 0-1-16,0 0 1 0,-8-7-1 16,8 7 1-16,-3-10-1 15,3-1 0-15,0 0 0 16,0-4 1-16,0-5 0 16,0-5 1-16,0-8 1 15,0-6-1-15,0-10 2 0,0-11-1 16,-7-11 0-16,2-14 0 15,-3-11-2-15,-2-19 1 16,-2-3-2-16,0-14 0 16,-1-1 1-16,-1-1-1 0,-2 2-1 15,-3 11 1-15,1 15-1 16,-2 14-5-16,6 3-28 16,2 27-48-16,1 7-2 0</inkml:trace>
  <inkml:trace contextRef="#ctx0" brushRef="#br0" timeOffset="23363.34">543 13104 400 0,'0'0'4'0,"0"0"2"0,0 0 2 15,0 0 0-15,0 0 1 16,0 0 1-16,0 8 1 15,0 7 0-15,5 2-2 16,2 5-1-16,3 1-2 0,5 2 1 16,5-9 2-16,22-16-4 15,25-36-5-15,47-71 0 16,73-77 0-16,78-98 0 16,141-80-59-16,68-85-28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08:30:16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706 705 9170,'0'0'-139,"0"-1"106,0 0 0,-1 0 1,1 0-1,-1 0 0,1 0 0,0 0 1,0 0-1,0-1 0,0 1 0,0 0 1,0 0-1,0 0 0,0 0 0,0 0 1,1-2-1,3-3-62,1 0 0,0 0 1,1 1-1,-1-1 0,1 1 0,0 0 0,0 1 0,1-1 1,0 1-1,-1 1 0,11-5 0,15-5-63,41-11 0,-47 16 169,129-36 1147,211-32-1,167 6-198,-423 58-909,847-50 9,-535 43 331,616-12 3000,-64 4-934,623-67 600,-91 16-2404,-1144 72-473,332-3-18,-4 26 450,813 134 2040,-1357-123-1681,210 67 1,126 90-497,-386-144-253,-2 4 0,141 91 0,-174-89 3,64 62 1,-112-95-185,0 1 1,0 0 0,-1 1 0,-1 1-1,-1 0 1,0 0 0,-1 1 0,-1 0 0,-1 1-1,-1-1 1,0 1 0,-1 1 0,3 26-1,-2 12 69,-2 1-1,-2-1 1,-9 75-1,5-100-188,-2 1 1,-2-1-1,-1 0 0,-1 0 0,-2-1 0,-1 0 1,-1-1-1,-2 0 0,-1-1 0,-2 0 0,-1-2 1,-1 0-1,-1-1 0,-36 37 0,12-23 4,-1-1 0,-3-2-1,0-3 1,-3-1 0,-67 32 0,-285 112-119,270-130-187,-243 53 0,-148-9-993,332-61 1024,-185 35 94,-489 69 568,172-61-245,-270 31-197,95-28 27,-4-38 80,814-37 22,-1160 27 68,442-19-1090,-636-13-891,811-36 2225,151-23-57,333 43-185,-502-105 253,512 97-69,1-4 0,2-5 0,1-4 0,-185-103 1,233 111-114,-139-87 685,153 91-433,1-3 1,-53-51-1,62 52-188,2-2 0,1-1 0,2-1 0,1-2 0,-23-42 0,25 34-22,3-1-1,1 0 1,-15-56-1,30 82-165,1 0 0,1-1 0,1 0 0,0 1 0,1-1 0,2 0 0,0 0 0,1 1 0,0-1 0,11-35 0,-4 30-73,1 0-1,1 0 0,1 1 0,1 1 0,1 0 1,2 1-1,0 0 0,1 1 0,1 1 0,1 1 1,40-33-1,15-2-89,3 3 1,92-47 0,-159 93 140,408-197-112,-123 65 313,-126 60-130,4 7-1,2 8 0,220-47 1,561-71-263,-889 169 197,951-132-51,-50 76 53,-279 28 0,-219 9 0,-197 14 0,1037-8 53,-207 67 22,420 63 103,-1369-92-163,880 111 295,-556-40-182,-52 34-121,-246-52-2408,-89-32-1778,-13-9-716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08:30:17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1011 23918,'0'0'-75,"9"5"-352,17 15 233,-1 0 0,40 44 1,9 8 239,-38-40 0,43 37 210,-72-63-9,1-1 0,0 0-1,0 0 1,1-1 0,-1 0-1,1 0 1,0-1 0,10 3 0,-17-6-159,0 0 0,0 0 0,0 0 0,-1 0 0,1 0 0,0-1 0,0 1 0,-1-1 0,1 1 0,0-1 0,-1 0 0,1 1 0,0-1 1,-1 0-1,1 0 0,-1 0 0,0 0 0,1 0 0,-1-1 0,2-1 0,25-34 977,-19 24-709,55-73 1293,128-132 1,105-53-931,-182 181-1095,165-100-1,143-51-4983,-100 67-58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08:30:26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24431,'0'0'1934,"0"11"-1239,1 5-573,2-1 1,-1 0-1,2 0 0,0 0 0,1-1 1,1 1-1,8 15 0,0 2 54,269 546 1169,46-25-1172,22-34-1637,-315-472-1908,43 42 0,-40-47-1736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08:30:2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82 15646,'0'0'1005,"-6"13"555,-27 106 1807,-37 120-2181,56-192-1178,5-13 62,6-27 493,2-10 591,-1-138 367,8-194 859,1 282-1664,-7 53-707,0-1 1,0 1-1,0 0 1,0 0-1,0 0 0,0-1 1,0 1-1,0 0 1,0 0-1,1-1 0,-1 1 1,0 0-1,0 0 0,0 0 1,0-1-1,0 1 1,0 0-1,1 0 0,-1 0 1,0 0-1,0 0 1,0-1-1,1 1 0,-1 0 1,0 0-1,0 0 0,0 0 1,1 0-1,-1 0 1,0 0-1,0 0 0,0 0 1,1 0-1,-1 0 1,0 0-1,0 0 0,1 0 1,-1 0-1,0 0 0,0 0 1,4-1 33,-1 0-1,0 1 1,1-1 0,-1 1 0,0 0-1,1 0 1,-1 0 0,0 0 0,1 1-1,-1-1 1,0 1 0,0 0 0,1 0-1,-1 0 1,0 0 0,0 1 0,5 2-1,19 15 231,32 28-1,-18-13-111,171 128-303,18-9-4440,-9-22-569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3B82EB1-B157-497A-B3B0-151FD3C30A73}" type="datetimeFigureOut">
              <a:rPr lang="en-CA"/>
              <a:pPr>
                <a:defRPr/>
              </a:pPr>
              <a:t>2025-08-10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12C65C7-A042-4799-86BB-627996430EC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268886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17895E2-9FCB-4111-942F-7A6951F58E0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493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5562256-33F3-400F-833D-1C6D9017A847}" type="slidenum">
              <a:rPr lang="en-CA" altLang="en-US" smtClean="0"/>
              <a:pPr/>
              <a:t>2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39001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581400"/>
            <a:ext cx="9144000" cy="2531943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3431366"/>
            <a:ext cx="180975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3"/>
            <a:ext cx="2133600" cy="42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3429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 dirty="0" err="1">
                <a:solidFill>
                  <a:srgbClr val="FFFFFF"/>
                </a:solidFill>
              </a:rPr>
              <a:t>Pilani</a:t>
            </a:r>
            <a:r>
              <a:rPr lang="en-US" altLang="en-US" sz="900" dirty="0">
                <a:solidFill>
                  <a:srgbClr val="FFFFFF"/>
                </a:solidFill>
              </a:rPr>
              <a:t>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028950" y="5410978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3801792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6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1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M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2133600" y="64770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274644"/>
            <a:ext cx="8518523" cy="943927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4801" y="1418278"/>
            <a:ext cx="8518524" cy="5058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>
          <a:xfrm>
            <a:off x="457200" y="6492881"/>
            <a:ext cx="2133600" cy="365125"/>
          </a:xfrm>
        </p:spPr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6629400" y="6492881"/>
            <a:ext cx="2133600" cy="365125"/>
          </a:xfrm>
        </p:spPr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124200" y="6492246"/>
            <a:ext cx="35052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  ZG561</a:t>
            </a:r>
            <a:r>
              <a:rPr lang="en-CA" dirty="0"/>
              <a:t>, MECHANISMS AND ROBOTICS</a:t>
            </a:r>
          </a:p>
        </p:txBody>
      </p:sp>
    </p:spTree>
    <p:extLst>
      <p:ext uri="{BB962C8B-B14F-4D97-AF65-F5344CB8AC3E}">
        <p14:creationId xmlns:p14="http://schemas.microsoft.com/office/powerpoint/2010/main" val="100312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6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1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6"/>
            <a:ext cx="4038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078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5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362205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9006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7423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6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600206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790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5739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026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DE923C3-CD8C-4738-95ED-94BC2E42DD6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DE  ZG561, MECHANISMS AND ROBOTICS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29D9082-6628-4ABA-973B-A62DDACA022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7" r:id="rId5"/>
    <p:sldLayoutId id="2147483708" r:id="rId6"/>
    <p:sldLayoutId id="2147483709" r:id="rId7"/>
    <p:sldLayoutId id="2147483696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892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783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675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566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customXml" Target="../ink/ink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11" Type="http://schemas.openxmlformats.org/officeDocument/2006/relationships/customXml" Target="../ink/ink11.xml"/><Relationship Id="rId5" Type="http://schemas.openxmlformats.org/officeDocument/2006/relationships/customXml" Target="../ink/ink9.xml"/><Relationship Id="rId10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3.xml"/><Relationship Id="rId5" Type="http://schemas.openxmlformats.org/officeDocument/2006/relationships/image" Target="../media/image25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customXml" Target="../ink/ink16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0.png"/><Relationship Id="rId3" Type="http://schemas.openxmlformats.org/officeDocument/2006/relationships/image" Target="../media/image131.png"/><Relationship Id="rId12" Type="http://schemas.openxmlformats.org/officeDocument/2006/relationships/image" Target="../media/image150.png"/><Relationship Id="rId2" Type="http://schemas.openxmlformats.org/officeDocument/2006/relationships/image" Target="../media/image120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11" Type="http://schemas.openxmlformats.org/officeDocument/2006/relationships/image" Target="../media/image140.png"/><Relationship Id="rId15" Type="http://schemas.openxmlformats.org/officeDocument/2006/relationships/customXml" Target="../ink/ink18.xml"/><Relationship Id="rId10" Type="http://schemas.openxmlformats.org/officeDocument/2006/relationships/image" Target="../media/image130.png"/><Relationship Id="rId4" Type="http://schemas.openxmlformats.org/officeDocument/2006/relationships/image" Target="../media/image141.png"/><Relationship Id="rId9" Type="http://schemas.openxmlformats.org/officeDocument/2006/relationships/image" Target="../media/image121.png"/><Relationship Id="rId14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80.png"/><Relationship Id="rId7" Type="http://schemas.openxmlformats.org/officeDocument/2006/relationships/customXml" Target="../ink/ink20.xml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customXml" Target="../ink/ink19.xml"/><Relationship Id="rId10" Type="http://schemas.openxmlformats.org/officeDocument/2006/relationships/image" Target="../media/image35.png"/><Relationship Id="rId4" Type="http://schemas.openxmlformats.org/officeDocument/2006/relationships/image" Target="../media/image190.png"/><Relationship Id="rId9" Type="http://schemas.openxmlformats.org/officeDocument/2006/relationships/customXml" Target="../ink/ink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7.png"/><Relationship Id="rId4" Type="http://schemas.openxmlformats.org/officeDocument/2006/relationships/customXml" Target="../ink/ink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7" Type="http://schemas.openxmlformats.org/officeDocument/2006/relationships/image" Target="../media/image3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24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26.xml"/><Relationship Id="rId5" Type="http://schemas.openxmlformats.org/officeDocument/2006/relationships/image" Target="../media/image40.png"/><Relationship Id="rId4" Type="http://schemas.openxmlformats.org/officeDocument/2006/relationships/customXml" Target="../ink/ink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270.png"/><Relationship Id="rId7" Type="http://schemas.openxmlformats.org/officeDocument/2006/relationships/image" Target="../media/image42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27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.png"/><Relationship Id="rId5" Type="http://schemas.openxmlformats.org/officeDocument/2006/relationships/customXml" Target="../ink/ink31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4.png"/><Relationship Id="rId4" Type="http://schemas.openxmlformats.org/officeDocument/2006/relationships/customXml" Target="../ink/ink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5" Type="http://schemas.openxmlformats.org/officeDocument/2006/relationships/customXml" Target="../ink/ink40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customXml" Target="../ink/ink41.xml"/><Relationship Id="rId7" Type="http://schemas.openxmlformats.org/officeDocument/2006/relationships/customXml" Target="../ink/ink43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1.png"/><Relationship Id="rId5" Type="http://schemas.openxmlformats.org/officeDocument/2006/relationships/customXml" Target="../ink/ink42.xml"/><Relationship Id="rId10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customXml" Target="../ink/ink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76600" y="3595614"/>
            <a:ext cx="5818094" cy="914400"/>
          </a:xfrm>
        </p:spPr>
        <p:txBody>
          <a:bodyPr/>
          <a:lstStyle/>
          <a:p>
            <a:pPr algn="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800" dirty="0"/>
              <a:t>Mechanisms and Robotics</a:t>
            </a:r>
            <a:br>
              <a:rPr lang="en-US" sz="2800" dirty="0"/>
            </a:br>
            <a:r>
              <a:rPr lang="en-IN" sz="2800" dirty="0"/>
              <a:t>DE  ES DM ZG561</a:t>
            </a:r>
            <a:endParaRPr lang="en-US" sz="2800" dirty="0"/>
          </a:p>
        </p:txBody>
      </p:sp>
      <p:sp>
        <p:nvSpPr>
          <p:cNvPr id="15363" name="Content Placeholder 5"/>
          <p:cNvSpPr>
            <a:spLocks noGrp="1"/>
          </p:cNvSpPr>
          <p:nvPr>
            <p:ph sz="quarter" idx="13"/>
          </p:nvPr>
        </p:nvSpPr>
        <p:spPr>
          <a:xfrm>
            <a:off x="6172200" y="4771288"/>
            <a:ext cx="2971800" cy="4000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800" b="1" dirty="0">
                <a:solidFill>
                  <a:srgbClr val="FF0000"/>
                </a:solidFill>
              </a:rPr>
              <a:t>Lecture - 4</a:t>
            </a:r>
          </a:p>
        </p:txBody>
      </p:sp>
      <p:sp>
        <p:nvSpPr>
          <p:cNvPr id="4" name="Content Placeholder 5"/>
          <p:cNvSpPr txBox="1">
            <a:spLocks/>
          </p:cNvSpPr>
          <p:nvPr/>
        </p:nvSpPr>
        <p:spPr bwMode="auto">
          <a:xfrm>
            <a:off x="5437094" y="5486400"/>
            <a:ext cx="365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marL="0" indent="0" algn="r" rtl="0" fontAlgn="base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b="1" dirty="0"/>
              <a:t>Dr. Glynn John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dirty="0"/>
              <a:t>Mechanical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701488" y="533400"/>
            <a:ext cx="6534150" cy="589360"/>
          </a:xfrm>
        </p:spPr>
        <p:txBody>
          <a:bodyPr>
            <a:noAutofit/>
          </a:bodyPr>
          <a:lstStyle/>
          <a:p>
            <a:r>
              <a:rPr lang="en-IN" sz="3200" dirty="0"/>
              <a:t>Robot Kinematics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505200" y="6572250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1"/>
          </p:nvPr>
        </p:nvSpPr>
        <p:spPr bwMode="auto">
          <a:xfrm>
            <a:off x="7048500" y="6572250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99" indent="-214308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28" indent="-171446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20" indent="-171446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12" indent="-171446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03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795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686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577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52D7E5-A4BE-4329-ACDB-D2D986EBE08B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CA" altLang="en-US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8077200" cy="3771900"/>
          </a:xfrm>
        </p:spPr>
        <p:txBody>
          <a:bodyPr rtlCol="0">
            <a:noAutofit/>
          </a:bodyPr>
          <a:lstStyle/>
          <a:p>
            <a:r>
              <a:rPr lang="en-IN" dirty="0"/>
              <a:t>Forward kinematics</a:t>
            </a:r>
          </a:p>
          <a:p>
            <a:r>
              <a:rPr lang="en-IN" dirty="0"/>
              <a:t>Rotation</a:t>
            </a:r>
          </a:p>
          <a:p>
            <a:r>
              <a:rPr lang="en-IN" dirty="0"/>
              <a:t>Translation</a:t>
            </a:r>
          </a:p>
          <a:p>
            <a:r>
              <a:rPr lang="en-IN" dirty="0"/>
              <a:t>Post-multiplication Vs. Pre-multiplication</a:t>
            </a:r>
          </a:p>
          <a:p>
            <a:r>
              <a:rPr lang="en-IN" dirty="0"/>
              <a:t>Homogeneous Transformation</a:t>
            </a:r>
          </a:p>
          <a:p>
            <a:r>
              <a:rPr lang="en-IN" dirty="0"/>
              <a:t>Introduction to </a:t>
            </a:r>
            <a:r>
              <a:rPr lang="en-IN" dirty="0" err="1"/>
              <a:t>Denavit</a:t>
            </a:r>
            <a:r>
              <a:rPr lang="en-IN" dirty="0"/>
              <a:t> – </a:t>
            </a:r>
            <a:r>
              <a:rPr lang="en-IN" dirty="0" err="1"/>
              <a:t>Hartenberg</a:t>
            </a:r>
            <a:r>
              <a:rPr lang="en-IN" dirty="0"/>
              <a:t> Parameters</a:t>
            </a:r>
          </a:p>
          <a:p>
            <a:r>
              <a:rPr lang="en-IN" dirty="0"/>
              <a:t>θ – r manipulator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676400" y="6572253"/>
            <a:ext cx="1600200" cy="273844"/>
          </a:xfrm>
        </p:spPr>
        <p:txBody>
          <a:bodyPr/>
          <a:lstStyle/>
          <a:p>
            <a:pPr>
              <a:defRPr/>
            </a:pPr>
            <a:fld id="{C6C4E1A7-1E26-48BB-A733-6113B56E3E57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</a:t>
            </a:r>
            <a:r>
              <a:rPr lang="en-IN" dirty="0" err="1"/>
              <a:t>dof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" y="1905000"/>
            <a:ext cx="5151773" cy="41148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0A55BB6-AEC4-8C46-1001-E464C6A86754}"/>
                  </a:ext>
                </a:extLst>
              </p14:cNvPr>
              <p14:cNvContentPartPr/>
              <p14:nvPr/>
            </p14:nvContentPartPr>
            <p14:xfrm>
              <a:off x="27360" y="378000"/>
              <a:ext cx="8826480" cy="4968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0A55BB6-AEC4-8C46-1001-E464C6A867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00" y="368640"/>
                <a:ext cx="8845200" cy="49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53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</a:t>
            </a:r>
            <a:r>
              <a:rPr lang="en-IN" dirty="0" err="1"/>
              <a:t>dof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" y="1905000"/>
            <a:ext cx="5151773" cy="4114800"/>
          </a:xfrm>
        </p:spPr>
      </p:pic>
      <p:sp>
        <p:nvSpPr>
          <p:cNvPr id="7" name="TextBox 6"/>
          <p:cNvSpPr txBox="1"/>
          <p:nvPr/>
        </p:nvSpPr>
        <p:spPr>
          <a:xfrm>
            <a:off x="7619037" y="4495800"/>
            <a:ext cx="12042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N= 8</a:t>
            </a:r>
          </a:p>
          <a:p>
            <a:r>
              <a:rPr lang="en-IN" dirty="0"/>
              <a:t>J = 9</a:t>
            </a:r>
          </a:p>
          <a:p>
            <a:r>
              <a:rPr lang="en-IN" dirty="0"/>
              <a:t>Fi = 15</a:t>
            </a:r>
          </a:p>
          <a:p>
            <a:r>
              <a:rPr lang="en-IN" dirty="0" err="1"/>
              <a:t>Dof</a:t>
            </a:r>
            <a:r>
              <a:rPr lang="en-IN" dirty="0"/>
              <a:t> =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87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</a:t>
            </a:r>
            <a:r>
              <a:rPr lang="en-IN" dirty="0" err="1"/>
              <a:t>dof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36" y="1432243"/>
            <a:ext cx="3799223" cy="505936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23B222-3135-BC4D-61C3-9C001644615D}"/>
                  </a:ext>
                </a:extLst>
              </p14:cNvPr>
              <p14:cNvContentPartPr/>
              <p14:nvPr/>
            </p14:nvContentPartPr>
            <p14:xfrm>
              <a:off x="568440" y="453960"/>
              <a:ext cx="8481960" cy="5967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23B222-3135-BC4D-61C3-9C00164461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080" y="444600"/>
                <a:ext cx="8500680" cy="59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A0D09C9-798B-8811-819C-FF6477B202D9}"/>
                  </a:ext>
                </a:extLst>
              </p14:cNvPr>
              <p14:cNvContentPartPr/>
              <p14:nvPr/>
            </p14:nvContentPartPr>
            <p14:xfrm>
              <a:off x="6091920" y="1451520"/>
              <a:ext cx="1837440" cy="1239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A0D09C9-798B-8811-819C-FF6477B202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82560" y="1442160"/>
                <a:ext cx="1856160" cy="12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9697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</a:t>
            </a:r>
            <a:r>
              <a:rPr lang="en-IN" dirty="0" err="1"/>
              <a:t>dof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36" y="1432243"/>
            <a:ext cx="3799223" cy="505936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3" name="Rectangle 2"/>
          <p:cNvSpPr/>
          <p:nvPr/>
        </p:nvSpPr>
        <p:spPr>
          <a:xfrm>
            <a:off x="4564062" y="163909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MR10"/>
              </a:rPr>
              <a:t>Each parallelogram linkage has one degree of freedom of motion, so that each leg of the Delta robot is </a:t>
            </a:r>
            <a:r>
              <a:rPr lang="en-US" dirty="0" err="1">
                <a:latin typeface="CMR10"/>
              </a:rPr>
              <a:t>kinematically</a:t>
            </a:r>
            <a:r>
              <a:rPr lang="en-US" dirty="0">
                <a:latin typeface="CMR10"/>
              </a:rPr>
              <a:t> equivalent to an RUU chain.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38800" y="4191000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L= 8</a:t>
            </a:r>
          </a:p>
          <a:p>
            <a:r>
              <a:rPr lang="en-IN" dirty="0"/>
              <a:t>J = 9</a:t>
            </a:r>
          </a:p>
          <a:p>
            <a:r>
              <a:rPr lang="en-IN" dirty="0"/>
              <a:t>Fi = 15 </a:t>
            </a:r>
          </a:p>
          <a:p>
            <a:r>
              <a:rPr lang="en-IN" dirty="0" err="1"/>
              <a:t>Dof</a:t>
            </a:r>
            <a:r>
              <a:rPr lang="en-IN" dirty="0"/>
              <a:t> = 3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4B90322-D9F1-D806-F0F8-678A9551C7BE}"/>
                  </a:ext>
                </a:extLst>
              </p14:cNvPr>
              <p14:cNvContentPartPr/>
              <p14:nvPr/>
            </p14:nvContentPartPr>
            <p14:xfrm>
              <a:off x="8481960" y="4475160"/>
              <a:ext cx="6840" cy="12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4B90322-D9F1-D806-F0F8-678A9551C7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72600" y="4465800"/>
                <a:ext cx="255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4ECC1D7-EBE7-C3C1-E80A-2A03004E1A85}"/>
                  </a:ext>
                </a:extLst>
              </p14:cNvPr>
              <p14:cNvContentPartPr/>
              <p14:nvPr/>
            </p14:nvContentPartPr>
            <p14:xfrm>
              <a:off x="1019160" y="1065600"/>
              <a:ext cx="7711200" cy="4518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4ECC1D7-EBE7-C3C1-E80A-2A03004E1A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800" y="1056240"/>
                <a:ext cx="7729920" cy="45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0295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329185" y="1524000"/>
            <a:ext cx="5705856" cy="45720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39995" y="183198"/>
            <a:ext cx="8518523" cy="943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IN" dirty="0"/>
              <a:t>Home Work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3045A7-5E75-9B80-E8FA-3935477703E1}"/>
                  </a:ext>
                </a:extLst>
              </p14:cNvPr>
              <p14:cNvContentPartPr/>
              <p14:nvPr/>
            </p14:nvContentPartPr>
            <p14:xfrm>
              <a:off x="4402080" y="1560600"/>
              <a:ext cx="489600" cy="337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3045A7-5E75-9B80-E8FA-3935477703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2720" y="1551240"/>
                <a:ext cx="508320" cy="35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8529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 Work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60959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1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2B45-446C-0DCD-76AC-59DA35F26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44F6C-F2B4-D46B-8117-9AC2F92613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F6EFC-A0E7-0FCF-7D3C-BE5715D6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64F10-A6FE-E673-F4BF-49199620B0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9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E91AA-6A82-08BA-6F7A-791C47FB80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2888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381000"/>
            <a:ext cx="8518523" cy="837571"/>
          </a:xfrm>
        </p:spPr>
        <p:txBody>
          <a:bodyPr>
            <a:normAutofit/>
          </a:bodyPr>
          <a:lstStyle/>
          <a:p>
            <a:r>
              <a:rPr lang="en-IN" sz="3200" dirty="0"/>
              <a:t>Direct Kinematics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371600"/>
            <a:ext cx="6553200" cy="5029200"/>
          </a:xfrm>
        </p:spPr>
        <p:txBody>
          <a:bodyPr/>
          <a:lstStyle/>
          <a:p>
            <a:pPr algn="just">
              <a:spcAft>
                <a:spcPts val="1350"/>
              </a:spcAft>
              <a:buFont typeface="Wingdings" panose="05000000000000000000" pitchFamily="2" charset="2"/>
              <a:buChar char="v"/>
            </a:pPr>
            <a:r>
              <a:rPr lang="en-IN" sz="2200" dirty="0"/>
              <a:t>A robotic manipulator can be modelled as a chain of rigid bodies called links.</a:t>
            </a:r>
          </a:p>
          <a:p>
            <a:pPr algn="just">
              <a:spcAft>
                <a:spcPts val="1350"/>
              </a:spcAft>
              <a:buFont typeface="Wingdings" panose="05000000000000000000" pitchFamily="2" charset="2"/>
              <a:buChar char="v"/>
            </a:pPr>
            <a:r>
              <a:rPr lang="en-IN" sz="2200" dirty="0"/>
              <a:t>The links are interconnected to one other by joints.</a:t>
            </a:r>
          </a:p>
          <a:p>
            <a:pPr algn="just">
              <a:spcAft>
                <a:spcPts val="1350"/>
              </a:spcAft>
              <a:buFont typeface="Wingdings" panose="05000000000000000000" pitchFamily="2" charset="2"/>
              <a:buChar char="v"/>
            </a:pPr>
            <a:r>
              <a:rPr lang="en-IN" sz="2200" dirty="0"/>
              <a:t>The objective is to control both the position and the orientation of the tool in three-dimensional space.</a:t>
            </a:r>
          </a:p>
          <a:p>
            <a:pPr algn="just">
              <a:spcAft>
                <a:spcPts val="1350"/>
              </a:spcAft>
              <a:buFont typeface="Wingdings" panose="05000000000000000000" pitchFamily="2" charset="2"/>
              <a:buChar char="v"/>
            </a:pPr>
            <a:r>
              <a:rPr lang="en-IN" sz="2200" dirty="0"/>
              <a:t>In order to program the tool, we must formulate the relationship between the joint variables and the position and the orientation of the tool.</a:t>
            </a:r>
          </a:p>
          <a:p>
            <a:pPr algn="just">
              <a:spcAft>
                <a:spcPts val="1350"/>
              </a:spcAft>
              <a:buFont typeface="Wingdings" panose="05000000000000000000" pitchFamily="2" charset="2"/>
              <a:buChar char="v"/>
            </a:pPr>
            <a:r>
              <a:rPr lang="en-IN" sz="2200" dirty="0"/>
              <a:t>This is called the Direct Kinematics problem.</a:t>
            </a: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10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026" y="1371600"/>
            <a:ext cx="2416325" cy="18481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3D748F-EF6F-7136-4E99-43E654C0E536}"/>
                  </a:ext>
                </a:extLst>
              </p14:cNvPr>
              <p14:cNvContentPartPr/>
              <p14:nvPr/>
            </p14:nvContentPartPr>
            <p14:xfrm>
              <a:off x="8787960" y="2442600"/>
              <a:ext cx="3960" cy="4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3D748F-EF6F-7136-4E99-43E654C0E5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78600" y="2433240"/>
                <a:ext cx="226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C0F6251-5481-DA2C-C67F-EB88449A6780}"/>
                  </a:ext>
                </a:extLst>
              </p14:cNvPr>
              <p14:cNvContentPartPr/>
              <p14:nvPr/>
            </p14:nvContentPartPr>
            <p14:xfrm>
              <a:off x="527040" y="344160"/>
              <a:ext cx="8550360" cy="5199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C0F6251-5481-DA2C-C67F-EB88449A67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7680" y="334800"/>
                <a:ext cx="8569080" cy="52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850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Kinematic Parameters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33" y="1362160"/>
            <a:ext cx="5969082" cy="225519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11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7" y="3447127"/>
            <a:ext cx="4422896" cy="23263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130" y="3483732"/>
            <a:ext cx="4388682" cy="2345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347" y="5845915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Joint Parameters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22216" y="5877937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Link Parameters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4991040" y="6012720"/>
              <a:ext cx="10440" cy="108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83840" y="6004440"/>
                <a:ext cx="259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40626C-3622-FEFD-D9DE-E550521F2F34}"/>
                  </a:ext>
                </a:extLst>
              </p14:cNvPr>
              <p14:cNvContentPartPr/>
              <p14:nvPr/>
            </p14:nvContentPartPr>
            <p14:xfrm>
              <a:off x="355320" y="730080"/>
              <a:ext cx="8566200" cy="4929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40626C-3622-FEFD-D9DE-E550521F2F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5960" y="720720"/>
                <a:ext cx="8584920" cy="49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57DEA24-1AB8-3AD0-1465-837A2001F5AD}"/>
                  </a:ext>
                </a:extLst>
              </p14:cNvPr>
              <p14:cNvContentPartPr/>
              <p14:nvPr/>
            </p14:nvContentPartPr>
            <p14:xfrm>
              <a:off x="843840" y="3930840"/>
              <a:ext cx="2404080" cy="1536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57DEA24-1AB8-3AD0-1465-837A2001F5A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4480" y="3921480"/>
                <a:ext cx="2422800" cy="15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545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Coordinate Systems – Right Handed, Left Handed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92253" y="1584115"/>
            <a:ext cx="3874294" cy="36571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800" dirty="0"/>
              <a:t>Directions of Positive X Y Z axes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12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758"/>
            <a:ext cx="4056232" cy="43433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941" y="2540136"/>
            <a:ext cx="4650917" cy="35359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2041C6C-0311-AD71-C0EB-416B8139EBCB}"/>
                  </a:ext>
                </a:extLst>
              </p14:cNvPr>
              <p14:cNvContentPartPr/>
              <p14:nvPr/>
            </p14:nvContentPartPr>
            <p14:xfrm>
              <a:off x="1220400" y="764280"/>
              <a:ext cx="3372480" cy="2866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2041C6C-0311-AD71-C0EB-416B8139EB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1040" y="754920"/>
                <a:ext cx="3391200" cy="28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038078A-0712-54AA-437B-BC36DABC78BC}"/>
                  </a:ext>
                </a:extLst>
              </p14:cNvPr>
              <p14:cNvContentPartPr/>
              <p14:nvPr/>
            </p14:nvContentPartPr>
            <p14:xfrm>
              <a:off x="271440" y="1347120"/>
              <a:ext cx="7352280" cy="526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038078A-0712-54AA-437B-BC36DABC78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2080" y="1337760"/>
                <a:ext cx="7371000" cy="528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3234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5FB6-7F2F-AA64-D0F8-2F38BB35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15B7-7AC8-33C6-C6E3-CA04362745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32126-6409-93C4-DAB9-5610C42D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002FC-B33A-FB0B-AEA1-9403E9C516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13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E6ACB-0890-8B44-1818-BFE58FCA08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4E84FD1-0BED-E4AC-952A-6F37D1E427A2}"/>
                  </a:ext>
                </a:extLst>
              </p14:cNvPr>
              <p14:cNvContentPartPr/>
              <p14:nvPr/>
            </p14:nvContentPartPr>
            <p14:xfrm>
              <a:off x="842040" y="1233360"/>
              <a:ext cx="6228000" cy="2642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4E84FD1-0BED-E4AC-952A-6F37D1E427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680" y="1224000"/>
                <a:ext cx="6246720" cy="266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1533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Coordinate Systems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5314951" y="2628901"/>
            <a:ext cx="36855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dirty="0"/>
              <a:t>Anticlockwise rotation is positive when seen from the opposite direction of the arrow head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2" y="2257516"/>
            <a:ext cx="5133502" cy="39908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3492" y="1947842"/>
            <a:ext cx="3920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lang="en-IN" dirty="0"/>
              <a:t>Directions of Positive X Y Z rotations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A84A37-8FB0-EE57-02B1-9A004FD288C5}"/>
                  </a:ext>
                </a:extLst>
              </p14:cNvPr>
              <p14:cNvContentPartPr/>
              <p14:nvPr/>
            </p14:nvContentPartPr>
            <p14:xfrm>
              <a:off x="60480" y="853200"/>
              <a:ext cx="8749440" cy="5676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A84A37-8FB0-EE57-02B1-9A004FD288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20" y="843840"/>
                <a:ext cx="8768160" cy="56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5CAEB88-3ED3-A10D-AD38-01A0418257CC}"/>
                  </a:ext>
                </a:extLst>
              </p14:cNvPr>
              <p14:cNvContentPartPr/>
              <p14:nvPr/>
            </p14:nvContentPartPr>
            <p14:xfrm>
              <a:off x="4815360" y="3568320"/>
              <a:ext cx="4250880" cy="2337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5CAEB88-3ED3-A10D-AD38-01A0418257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06000" y="3558960"/>
                <a:ext cx="4269600" cy="23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CFA1DFA-58B0-F07F-78BA-58F23A99EC5F}"/>
                  </a:ext>
                </a:extLst>
              </p14:cNvPr>
              <p14:cNvContentPartPr/>
              <p14:nvPr/>
            </p14:nvContentPartPr>
            <p14:xfrm>
              <a:off x="2318760" y="319320"/>
              <a:ext cx="3572640" cy="1588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CFA1DFA-58B0-F07F-78BA-58F23A99EC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09400" y="309960"/>
                <a:ext cx="3591360" cy="160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7763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27303" y="3306673"/>
                <a:ext cx="6802060" cy="1114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892" indent="-342892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  <m:d>
                      <m:dPr>
                        <m:ctrlPr>
                          <a:rPr lang="en-I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IN" sz="24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>
                                          <a:latin typeface="Cambria Math" panose="02040503050406030204" pitchFamily="18" charset="0"/>
                                        </a:rPr>
                                        <m:t>90+</m:t>
                                      </m:r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>
                                          <a:latin typeface="Cambria Math" panose="02040503050406030204" pitchFamily="18" charset="0"/>
                                        </a:rPr>
                                        <m:t>90−</m:t>
                                      </m:r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IN" sz="24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03" y="3306673"/>
                <a:ext cx="6802060" cy="111421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45232" y="1651615"/>
                <a:ext cx="4046572" cy="11092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7168" indent="-257168" algn="just">
                  <a:spcAft>
                    <a:spcPts val="75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sub>
                    </m:sSub>
                    <m:d>
                      <m:dPr>
                        <m:ctrlPr>
                          <a:rPr lang="en-IN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2" y="1651615"/>
                <a:ext cx="4046572" cy="11092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45232" y="5029200"/>
                <a:ext cx="5419011" cy="1072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7168" indent="-257168" algn="just">
                  <a:spcAft>
                    <a:spcPts val="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sub>
                    </m:sSub>
                    <m:d>
                      <m:dPr>
                        <m:ctrlPr>
                          <a:rPr lang="en-IN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2" y="5029200"/>
                <a:ext cx="5419011" cy="10720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/>
          <p:cNvSpPr txBox="1">
            <a:spLocks/>
          </p:cNvSpPr>
          <p:nvPr/>
        </p:nvSpPr>
        <p:spPr>
          <a:xfrm>
            <a:off x="595193" y="566347"/>
            <a:ext cx="6534150" cy="589360"/>
          </a:xfrm>
          <a:prstGeom prst="rect">
            <a:avLst/>
          </a:prstGeom>
        </p:spPr>
        <p:txBody>
          <a:bodyPr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Rotation Matrices</a:t>
            </a:r>
            <a:endParaRPr lang="en-CA" altLang="en-US" sz="32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6705600" y="1334287"/>
            <a:ext cx="1769168" cy="1972386"/>
            <a:chOff x="8382000" y="1868505"/>
            <a:chExt cx="2358890" cy="2629848"/>
          </a:xfrm>
        </p:grpSpPr>
        <p:grpSp>
          <p:nvGrpSpPr>
            <p:cNvPr id="3" name="Group 2"/>
            <p:cNvGrpSpPr/>
            <p:nvPr/>
          </p:nvGrpSpPr>
          <p:grpSpPr>
            <a:xfrm rot="16200000">
              <a:off x="8246521" y="2003984"/>
              <a:ext cx="2629848" cy="2358890"/>
              <a:chOff x="5951671" y="4053279"/>
              <a:chExt cx="2629846" cy="2358889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6400800" y="4278008"/>
                <a:ext cx="1821180" cy="1981172"/>
                <a:chOff x="0" y="0"/>
                <a:chExt cx="1821684" cy="1981236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71237" y="555130"/>
                  <a:ext cx="1750447" cy="30558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 flipH="1">
                  <a:off x="0" y="530650"/>
                  <a:ext cx="41444" cy="1450586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 flipV="1">
                  <a:off x="50074" y="0"/>
                  <a:ext cx="1486229" cy="533436"/>
                </a:xfrm>
                <a:prstGeom prst="line">
                  <a:avLst/>
                </a:prstGeom>
                <a:ln w="38100">
                  <a:solidFill>
                    <a:srgbClr val="FF00FF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65315" y="559562"/>
                  <a:ext cx="455022" cy="1421674"/>
                </a:xfrm>
                <a:prstGeom prst="line">
                  <a:avLst/>
                </a:prstGeom>
                <a:ln w="38100">
                  <a:solidFill>
                    <a:srgbClr val="FF00FF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0" y="1255943"/>
                  <a:ext cx="296699" cy="14456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335888" y="570409"/>
                  <a:ext cx="0" cy="699991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1155027" y="111069"/>
                  <a:ext cx="0" cy="459340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/>
                  <p:cNvSpPr/>
                  <p:nvPr/>
                </p:nvSpPr>
                <p:spPr>
                  <a:xfrm rot="5400000">
                    <a:off x="8130753" y="4679011"/>
                    <a:ext cx="470642" cy="430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IN" sz="15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5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n-IN" sz="1500" dirty="0"/>
                  </a:p>
                </p:txBody>
              </p:sp>
            </mc:Choice>
            <mc:Fallback xmlns="">
              <p:sp>
                <p:nvSpPr>
                  <p:cNvPr id="5" name="Rectangle 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8176920" y="4663621"/>
                    <a:ext cx="409086" cy="400110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t="-4545" r="-11940" b="-106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/>
                  <p:cNvSpPr/>
                  <p:nvPr/>
                </p:nvSpPr>
                <p:spPr>
                  <a:xfrm rot="5400000">
                    <a:off x="7886171" y="4073157"/>
                    <a:ext cx="470642" cy="430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IN" sz="1500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500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acc>
                        </m:oMath>
                      </m:oMathPara>
                    </a14:m>
                    <a:endParaRPr lang="en-IN" sz="1500" dirty="0">
                      <a:solidFill>
                        <a:srgbClr val="FF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Rectangle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7932338" y="4057767"/>
                    <a:ext cx="409086" cy="400110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 t="-4545" r="-10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Rectangle 6"/>
                  <p:cNvSpPr/>
                  <p:nvPr/>
                </p:nvSpPr>
                <p:spPr>
                  <a:xfrm rot="5400000">
                    <a:off x="5934999" y="5956328"/>
                    <a:ext cx="464229" cy="430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IN" sz="15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5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acc>
                        </m:oMath>
                      </m:oMathPara>
                    </a14:m>
                    <a:endParaRPr lang="en-IN" sz="15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5981166" y="5940938"/>
                    <a:ext cx="402674" cy="400110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 t="-4615" r="-10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/>
                  <p:cNvSpPr/>
                  <p:nvPr/>
                </p:nvSpPr>
                <p:spPr>
                  <a:xfrm rot="5400000">
                    <a:off x="6827628" y="5956061"/>
                    <a:ext cx="481328" cy="430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IN" sz="1500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500" b="1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</m:acc>
                        </m:oMath>
                      </m:oMathPara>
                    </a14:m>
                    <a:endParaRPr lang="en-IN" sz="1500" dirty="0">
                      <a:solidFill>
                        <a:srgbClr val="FF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6873527" y="5940938"/>
                    <a:ext cx="420307" cy="400110"/>
                  </a:xfrm>
                  <a:prstGeom prst="rect">
                    <a:avLst/>
                  </a:prstGeom>
                  <a:blipFill rotWithShape="0">
                    <a:blip r:embed="rId12"/>
                    <a:stretch>
                      <a:fillRect t="-4545" r="-115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8743791" y="2508366"/>
                  <a:ext cx="524075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790" y="2508366"/>
                  <a:ext cx="393056" cy="369332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9996144" y="3638014"/>
                  <a:ext cx="524075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6144" y="3638014"/>
                  <a:ext cx="393056" cy="36933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90F4DE0-17D2-A3D1-9776-ED3720D30489}"/>
                  </a:ext>
                </a:extLst>
              </p14:cNvPr>
              <p14:cNvContentPartPr/>
              <p14:nvPr/>
            </p14:nvContentPartPr>
            <p14:xfrm>
              <a:off x="646920" y="656280"/>
              <a:ext cx="8237880" cy="5581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90F4DE0-17D2-A3D1-9776-ED3720D3048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7560" y="646920"/>
                <a:ext cx="8256600" cy="560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6689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029200" y="5244096"/>
                <a:ext cx="4114800" cy="1072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7168" indent="-257168" algn="just">
                  <a:spcAft>
                    <a:spcPts val="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244096"/>
                <a:ext cx="4114800" cy="107208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652034" y="1530147"/>
            <a:ext cx="7315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8" indent="-257168" algn="just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ea typeface="Times New Roman" panose="02020603050405020304" pitchFamily="18" charset="0"/>
              </a:rPr>
              <a:t>Fundamental rotation matrices for rotation about x axis y axis and z axis are given as follows.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0340" y="2614298"/>
                <a:ext cx="3962400" cy="10691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7168" indent="-257168" algn="just">
                  <a:spcAft>
                    <a:spcPts val="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40" y="2614298"/>
                <a:ext cx="3962400" cy="10691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518934" y="3927626"/>
                <a:ext cx="3581400" cy="10722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7168" indent="-257168" algn="just">
                  <a:spcAft>
                    <a:spcPts val="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934" y="3927626"/>
                <a:ext cx="3581400" cy="107228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 txBox="1">
            <a:spLocks/>
          </p:cNvSpPr>
          <p:nvPr/>
        </p:nvSpPr>
        <p:spPr>
          <a:xfrm>
            <a:off x="742950" y="513015"/>
            <a:ext cx="4800600" cy="475060"/>
          </a:xfrm>
          <a:prstGeom prst="rect">
            <a:avLst/>
          </a:prstGeom>
        </p:spPr>
        <p:txBody>
          <a:bodyPr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Rotation Matrices</a:t>
            </a:r>
            <a:endParaRPr lang="en-CA" altLang="en-US" sz="3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808115-39FA-01FD-AD53-1296A03DEC7D}"/>
                  </a:ext>
                </a:extLst>
              </p14:cNvPr>
              <p14:cNvContentPartPr/>
              <p14:nvPr/>
            </p14:nvContentPartPr>
            <p14:xfrm>
              <a:off x="1518480" y="1983960"/>
              <a:ext cx="7769880" cy="382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808115-39FA-01FD-AD53-1296A03DEC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9120" y="1974600"/>
                <a:ext cx="7788600" cy="38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621B304-1127-7558-FA04-8AA187AD4BE9}"/>
                  </a:ext>
                </a:extLst>
              </p14:cNvPr>
              <p14:cNvContentPartPr/>
              <p14:nvPr/>
            </p14:nvContentPartPr>
            <p14:xfrm>
              <a:off x="5240880" y="5012640"/>
              <a:ext cx="3539520" cy="1532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621B304-1127-7558-FA04-8AA187AD4B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31520" y="5003280"/>
                <a:ext cx="3558240" cy="15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142C4C8-95BD-5D0A-7813-CC4337B788FA}"/>
                  </a:ext>
                </a:extLst>
              </p14:cNvPr>
              <p14:cNvContentPartPr/>
              <p14:nvPr/>
            </p14:nvContentPartPr>
            <p14:xfrm>
              <a:off x="3981600" y="3741840"/>
              <a:ext cx="2315520" cy="1315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142C4C8-95BD-5D0A-7813-CC4337B788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72240" y="3732480"/>
                <a:ext cx="2334240" cy="133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632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524000"/>
            <a:ext cx="8553450" cy="4191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400" dirty="0"/>
              <a:t>Find the result of rotating the point [7,2,5]T through 90° in the positive direction about the z-axis.</a:t>
            </a:r>
          </a:p>
          <a:p>
            <a:endParaRPr lang="en-US" sz="2400" dirty="0"/>
          </a:p>
          <a:p>
            <a:pPr algn="just">
              <a:buFont typeface="Wingdings" panose="05000000000000000000" pitchFamily="2" charset="2"/>
              <a:buChar char="v"/>
            </a:pP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Problem 1</a:t>
            </a:r>
            <a:endParaRPr lang="en-US" sz="3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7B327A-D362-FDAB-4C8F-1A31F0848AD8}"/>
                  </a:ext>
                </a:extLst>
              </p14:cNvPr>
              <p14:cNvContentPartPr/>
              <p14:nvPr/>
            </p14:nvContentPartPr>
            <p14:xfrm>
              <a:off x="1085400" y="1472040"/>
              <a:ext cx="7516800" cy="4991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7B327A-D362-FDAB-4C8F-1A31F0848A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6040" y="1462680"/>
                <a:ext cx="7535520" cy="50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5FB0241-9268-58AC-B22A-41CFAFF47BED}"/>
                  </a:ext>
                </a:extLst>
              </p14:cNvPr>
              <p14:cNvContentPartPr/>
              <p14:nvPr/>
            </p14:nvContentPartPr>
            <p14:xfrm>
              <a:off x="241200" y="1398240"/>
              <a:ext cx="6343920" cy="4717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5FB0241-9268-58AC-B22A-41CFAFF47B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840" y="1388880"/>
                <a:ext cx="6362640" cy="47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443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524000"/>
                <a:ext cx="8496300" cy="41910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IN" dirty="0"/>
                  <a:t>Find the result of rotating the point [7,2,5]T through 90° in the positive direction about the z-axis.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 90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 90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 90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 90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524000"/>
                <a:ext cx="8496300" cy="4191000"/>
              </a:xfrm>
              <a:blipFill rotWithShape="0">
                <a:blip r:embed="rId2"/>
                <a:stretch>
                  <a:fillRect l="-430" t="-727" r="-5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Problem 1 - Solution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2003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Translation of a Point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/>
              <p:cNvSpPr txBox="1">
                <a:spLocks/>
              </p:cNvSpPr>
              <p:nvPr/>
            </p:nvSpPr>
            <p:spPr bwMode="auto">
              <a:xfrm>
                <a:off x="1981200" y="1327985"/>
                <a:ext cx="4928347" cy="1494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327985"/>
                <a:ext cx="4928347" cy="149470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3"/>
              <p:cNvSpPr txBox="1">
                <a:spLocks/>
              </p:cNvSpPr>
              <p:nvPr/>
            </p:nvSpPr>
            <p:spPr bwMode="auto">
              <a:xfrm>
                <a:off x="-35859" y="3270278"/>
                <a:ext cx="4343400" cy="1429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5859" y="3270278"/>
                <a:ext cx="4343400" cy="142987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3"/>
              <p:cNvSpPr txBox="1">
                <a:spLocks/>
              </p:cNvSpPr>
              <p:nvPr/>
            </p:nvSpPr>
            <p:spPr bwMode="auto">
              <a:xfrm>
                <a:off x="2971800" y="5054396"/>
                <a:ext cx="3810000" cy="1455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1800" y="5054396"/>
                <a:ext cx="3810000" cy="145520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3"/>
              <p:cNvSpPr txBox="1">
                <a:spLocks/>
              </p:cNvSpPr>
              <p:nvPr/>
            </p:nvSpPr>
            <p:spPr bwMode="auto">
              <a:xfrm>
                <a:off x="5242112" y="3318972"/>
                <a:ext cx="3910853" cy="1429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2112" y="3318972"/>
                <a:ext cx="3910853" cy="142987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191088-FECD-B7CB-7631-F231EC56648E}"/>
                  </a:ext>
                </a:extLst>
              </p14:cNvPr>
              <p14:cNvContentPartPr/>
              <p14:nvPr/>
            </p14:nvContentPartPr>
            <p14:xfrm>
              <a:off x="190800" y="280800"/>
              <a:ext cx="8523360" cy="6066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191088-FECD-B7CB-7631-F231EC5664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440" y="271440"/>
                <a:ext cx="8542080" cy="608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0118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533400" y="3429000"/>
                <a:ext cx="8229600" cy="3149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 The matrix is divided into four sub-parts and these sub-matrices are as shown below.</a:t>
                </a:r>
              </a:p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:endParaRPr lang="en-US" sz="2000" b="1" dirty="0"/>
              </a:p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:endParaRPr lang="en-US" sz="2000" dirty="0"/>
              </a:p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 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2000" dirty="0"/>
                  <a:t> is rotation matrix.</a:t>
                </a:r>
              </a:p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is translation matrix.</a:t>
                </a:r>
              </a:p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is a non-zero scaling factor.</a:t>
                </a:r>
              </a:p>
              <a:p>
                <a:pPr marL="176209" indent="-176209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2000" dirty="0"/>
                  <a:t> is a perspective vector.</a:t>
                </a: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429000"/>
                <a:ext cx="8229600" cy="3149004"/>
              </a:xfrm>
              <a:prstGeom prst="rect">
                <a:avLst/>
              </a:prstGeom>
              <a:blipFill>
                <a:blip r:embed="rId2"/>
                <a:stretch>
                  <a:fillRect l="-667" t="-969" r="-741" b="-25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1429259"/>
                <a:ext cx="4343177" cy="15229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28615" indent="-428615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b="1" i="1">
                                            <a:latin typeface="Cambria Math"/>
                                          </a:rPr>
                                          <m:t>𝒛</m:t>
                                        </m:r>
                                      </m:e>
                                    </m:acc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r>
                                      <a:rPr lang="en-IN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b="1" i="1">
                                            <a:latin typeface="Cambria Math"/>
                                          </a:rPr>
                                          <m:t>𝒛</m:t>
                                        </m:r>
                                      </m:e>
                                    </m:acc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r>
                                      <a:rPr lang="en-IN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𝒛</m:t>
                                        </m:r>
                                      </m:e>
                                    </m:acc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r>
                                      <a:rPr lang="en-IN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  <m:sub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IN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29259"/>
                <a:ext cx="4343177" cy="152298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>
          <a:xfrm>
            <a:off x="228600" y="381000"/>
            <a:ext cx="8458200" cy="857250"/>
          </a:xfrm>
        </p:spPr>
        <p:txBody>
          <a:bodyPr/>
          <a:lstStyle/>
          <a:p>
            <a:r>
              <a:rPr lang="en-IN" dirty="0"/>
              <a:t>Homogeneous Transformation Matrices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A1A780-71A0-15F6-7866-29CB0F77CC92}"/>
                  </a:ext>
                </a:extLst>
              </p14:cNvPr>
              <p14:cNvContentPartPr/>
              <p14:nvPr/>
            </p14:nvContentPartPr>
            <p14:xfrm>
              <a:off x="516240" y="929160"/>
              <a:ext cx="5364000" cy="214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A1A780-71A0-15F6-7866-29CB0F77CC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880" y="919800"/>
                <a:ext cx="5382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1F98A1-39CB-A2BF-C17A-432C40C7D54A}"/>
                  </a:ext>
                </a:extLst>
              </p14:cNvPr>
              <p14:cNvContentPartPr/>
              <p14:nvPr/>
            </p14:nvContentPartPr>
            <p14:xfrm>
              <a:off x="5281200" y="1601280"/>
              <a:ext cx="3213720" cy="1787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1F98A1-39CB-A2BF-C17A-432C40C7D5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1840" y="1591920"/>
                <a:ext cx="3232440" cy="18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2477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3165" y="234709"/>
            <a:ext cx="6343650" cy="878491"/>
          </a:xfrm>
        </p:spPr>
        <p:txBody>
          <a:bodyPr>
            <a:noAutofit/>
          </a:bodyPr>
          <a:lstStyle/>
          <a:p>
            <a:r>
              <a:rPr lang="en-IN" sz="2800" dirty="0"/>
              <a:t>Homogeneous Transformation Matrices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/>
              <p:cNvSpPr txBox="1">
                <a:spLocks/>
              </p:cNvSpPr>
              <p:nvPr/>
            </p:nvSpPr>
            <p:spPr bwMode="auto">
              <a:xfrm>
                <a:off x="4788274" y="2744314"/>
                <a:ext cx="3371850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274" y="2744314"/>
                <a:ext cx="3371850" cy="12598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 bwMode="auto">
              <a:xfrm>
                <a:off x="4724400" y="4876800"/>
                <a:ext cx="3499598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4876800"/>
                <a:ext cx="3499598" cy="12598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/>
              <p:cNvSpPr txBox="1">
                <a:spLocks/>
              </p:cNvSpPr>
              <p:nvPr/>
            </p:nvSpPr>
            <p:spPr bwMode="auto">
              <a:xfrm>
                <a:off x="393320" y="5012815"/>
                <a:ext cx="3524810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9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320" y="5012815"/>
                <a:ext cx="3524810" cy="12598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450753" y="1415441"/>
            <a:ext cx="8172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Wingdings" panose="05000000000000000000" pitchFamily="2" charset="2"/>
              <a:buChar char="v"/>
            </a:pPr>
            <a:r>
              <a:rPr lang="en-IN" sz="2400" dirty="0"/>
              <a:t>When we want to describe a generalized transformation by a single matrix that combines the effects of translation and rotation, we define a vector by adding 1.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/>
              <p:cNvSpPr txBox="1">
                <a:spLocks/>
              </p:cNvSpPr>
              <p:nvPr/>
            </p:nvSpPr>
            <p:spPr bwMode="auto">
              <a:xfrm>
                <a:off x="794221" y="2918011"/>
                <a:ext cx="3371850" cy="1137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7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4221" y="2918011"/>
                <a:ext cx="3371850" cy="11370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E1D1D5D-BB7B-F5F0-CA7F-A14032CCA313}"/>
                  </a:ext>
                </a:extLst>
              </p14:cNvPr>
              <p14:cNvContentPartPr/>
              <p14:nvPr/>
            </p14:nvContentPartPr>
            <p14:xfrm>
              <a:off x="350280" y="1053720"/>
              <a:ext cx="8521920" cy="5454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E1D1D5D-BB7B-F5F0-CA7F-A14032CCA3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0920" y="1044360"/>
                <a:ext cx="8540640" cy="54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1744E36-74F0-38E2-28B3-3151A4658A21}"/>
                  </a:ext>
                </a:extLst>
              </p14:cNvPr>
              <p14:cNvContentPartPr/>
              <p14:nvPr/>
            </p14:nvContentPartPr>
            <p14:xfrm>
              <a:off x="6081840" y="2693880"/>
              <a:ext cx="1697400" cy="1026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1744E36-74F0-38E2-28B3-3151A4658A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72480" y="2684520"/>
                <a:ext cx="1716120" cy="10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9323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354027-6956-C98C-68A2-A282916C8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66D1-1B7E-ABD1-1444-05EE48E955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4B22B9-31EC-B9BE-05E0-ACBFC9427629}"/>
                  </a:ext>
                </a:extLst>
              </p14:cNvPr>
              <p14:cNvContentPartPr/>
              <p14:nvPr/>
            </p14:nvContentPartPr>
            <p14:xfrm>
              <a:off x="516240" y="1269000"/>
              <a:ext cx="3260160" cy="3211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4B22B9-31EC-B9BE-05E0-ACBFC94276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6880" y="1259640"/>
                <a:ext cx="3278880" cy="32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7366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5848" y="1447800"/>
            <a:ext cx="4235824" cy="4793376"/>
          </a:xfrm>
        </p:spPr>
        <p:txBody>
          <a:bodyPr/>
          <a:lstStyle/>
          <a:p>
            <a:pPr algn="just"/>
            <a:r>
              <a:rPr lang="en-IN" sz="2000" b="1" dirty="0"/>
              <a:t>Composite Rotations</a:t>
            </a:r>
          </a:p>
          <a:p>
            <a:pPr algn="just"/>
            <a:endParaRPr lang="en-IN" sz="2000" dirty="0"/>
          </a:p>
          <a:p>
            <a:pPr marL="257175" indent="-257175" algn="just">
              <a:spcAft>
                <a:spcPts val="1350"/>
              </a:spcAft>
              <a:buFont typeface="Wingdings" panose="05000000000000000000" pitchFamily="2" charset="2"/>
              <a:buChar char="v"/>
            </a:pPr>
            <a:r>
              <a:rPr lang="en-IN" sz="2000" dirty="0"/>
              <a:t>If the mobile coordinate frame M is to be rotated  by an amount </a:t>
            </a:r>
            <a:r>
              <a:rPr lang="el-GR" sz="2000" dirty="0"/>
              <a:t>ϕ</a:t>
            </a:r>
            <a:r>
              <a:rPr lang="en-IN" sz="2000" dirty="0"/>
              <a:t> about the K</a:t>
            </a:r>
            <a:r>
              <a:rPr lang="en-IN" sz="2000" baseline="30000" dirty="0"/>
              <a:t>th</a:t>
            </a:r>
            <a:r>
              <a:rPr lang="en-IN" sz="2000" dirty="0"/>
              <a:t> unit vector of the fixed coordinate frame F, </a:t>
            </a:r>
            <a:r>
              <a:rPr lang="en-IN" sz="2000" b="1" dirty="0"/>
              <a:t>then pre-multiply R by </a:t>
            </a:r>
            <a:r>
              <a:rPr lang="en-IN" sz="2000" b="1" dirty="0" err="1"/>
              <a:t>Rk</a:t>
            </a:r>
            <a:r>
              <a:rPr lang="en-IN" sz="2000" b="1" dirty="0"/>
              <a:t>(</a:t>
            </a:r>
            <a:r>
              <a:rPr lang="el-GR" sz="2000" b="1" dirty="0"/>
              <a:t>ϕ</a:t>
            </a:r>
            <a:r>
              <a:rPr lang="en-IN" sz="2000" b="1" dirty="0"/>
              <a:t>)</a:t>
            </a:r>
          </a:p>
          <a:p>
            <a:pPr marL="257175" indent="-257175" algn="just">
              <a:spcAft>
                <a:spcPts val="1350"/>
              </a:spcAft>
              <a:buFont typeface="Wingdings" panose="05000000000000000000" pitchFamily="2" charset="2"/>
              <a:buChar char="v"/>
            </a:pPr>
            <a:r>
              <a:rPr lang="en-IN" sz="2000" dirty="0"/>
              <a:t>If the mobile coordinate frame M is to be rotated  by an amount </a:t>
            </a:r>
            <a:r>
              <a:rPr lang="el-GR" sz="2000" dirty="0"/>
              <a:t>ϕ</a:t>
            </a:r>
            <a:r>
              <a:rPr lang="en-IN" sz="2000" dirty="0"/>
              <a:t> about its own K</a:t>
            </a:r>
            <a:r>
              <a:rPr lang="en-IN" sz="2000" baseline="30000" dirty="0"/>
              <a:t>th</a:t>
            </a:r>
            <a:r>
              <a:rPr lang="en-IN" sz="2000" dirty="0"/>
              <a:t> unit vector, </a:t>
            </a:r>
            <a:r>
              <a:rPr lang="en-IN" sz="2000" b="1" dirty="0"/>
              <a:t>then post-multiply R by </a:t>
            </a:r>
            <a:r>
              <a:rPr lang="en-IN" sz="2000" b="1" dirty="0" err="1"/>
              <a:t>Rk</a:t>
            </a:r>
            <a:r>
              <a:rPr lang="en-IN" sz="2000" b="1" dirty="0"/>
              <a:t>(</a:t>
            </a:r>
            <a:r>
              <a:rPr lang="el-GR" sz="2000" b="1" dirty="0"/>
              <a:t>ϕ</a:t>
            </a:r>
            <a:r>
              <a:rPr lang="en-IN" sz="2000" b="1" dirty="0"/>
              <a:t>)</a:t>
            </a:r>
            <a:endParaRPr lang="en-US" sz="2000" b="1" dirty="0"/>
          </a:p>
          <a:p>
            <a:pPr marL="257175" indent="-257175" algn="just">
              <a:buFont typeface="Wingdings" panose="05000000000000000000" pitchFamily="2" charset="2"/>
              <a:buChar char="v"/>
            </a:pP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97224" y="609600"/>
            <a:ext cx="7486650" cy="628650"/>
          </a:xfrm>
        </p:spPr>
        <p:txBody>
          <a:bodyPr/>
          <a:lstStyle/>
          <a:p>
            <a:r>
              <a:rPr lang="en-IN" dirty="0"/>
              <a:t>Post-Multiplication Vs. Pre-Multiplication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83" y="2057400"/>
            <a:ext cx="4635417" cy="28955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015F534-F69A-FB99-46DD-9B7A950ED568}"/>
                  </a:ext>
                </a:extLst>
              </p14:cNvPr>
              <p14:cNvContentPartPr/>
              <p14:nvPr/>
            </p14:nvContentPartPr>
            <p14:xfrm>
              <a:off x="55080" y="1190520"/>
              <a:ext cx="9073800" cy="4635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015F534-F69A-FB99-46DD-9B7A950ED5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" y="1181160"/>
                <a:ext cx="9092520" cy="46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D01089E-7019-6A44-AB13-D6678FB367C5}"/>
                  </a:ext>
                </a:extLst>
              </p14:cNvPr>
              <p14:cNvContentPartPr/>
              <p14:nvPr/>
            </p14:nvContentPartPr>
            <p14:xfrm>
              <a:off x="1726920" y="3968640"/>
              <a:ext cx="3162240" cy="83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D01089E-7019-6A44-AB13-D6678FB367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7560" y="3959280"/>
                <a:ext cx="3180960" cy="1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64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2388" y="1447800"/>
            <a:ext cx="8556812" cy="37719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/>
              <a:t>Find the result of rotating the point [7,2,5]T through 90° in the positive direction about the z-axis followed by a rotation of 90° about the x-axis, followed by a translation of (4,5,6).</a:t>
            </a:r>
          </a:p>
          <a:p>
            <a:endParaRPr lang="en-US" sz="2000" dirty="0"/>
          </a:p>
          <a:p>
            <a:pPr algn="just">
              <a:buFont typeface="Wingdings" panose="05000000000000000000" pitchFamily="2" charset="2"/>
              <a:buChar char="v"/>
            </a:pP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Problem 2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D707A8-E670-85D7-8640-6EF6268B9498}"/>
                  </a:ext>
                </a:extLst>
              </p14:cNvPr>
              <p14:cNvContentPartPr/>
              <p14:nvPr/>
            </p14:nvContentPartPr>
            <p14:xfrm>
              <a:off x="195480" y="1441080"/>
              <a:ext cx="8656200" cy="4741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D707A8-E670-85D7-8640-6EF6268B94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120" y="1431720"/>
                <a:ext cx="8674920" cy="47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886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447800"/>
                <a:ext cx="8115300" cy="37719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IN" dirty="0"/>
                  <a:t>Find the result of rotating the point [7,2,5]T through 90° in the positive direction about the z-axis followed by a rotation of 90° about the x-axis, followed by a translation of (4,5,6).</a:t>
                </a:r>
              </a:p>
              <a:p>
                <a:pPr marL="0" indent="0" algn="just"/>
                <a:r>
                  <a:rPr lang="en-IN" b="1" dirty="0"/>
                  <a:t>Solution: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IN" dirty="0"/>
                  <a:t>Trans(4,5,6)*</a:t>
                </a:r>
                <a:r>
                  <a:rPr lang="en-IN" dirty="0" err="1"/>
                  <a:t>Rotx</a:t>
                </a:r>
                <a:r>
                  <a:rPr lang="en-IN" dirty="0"/>
                  <a:t>(90)*</a:t>
                </a:r>
                <a:r>
                  <a:rPr lang="en-IN" dirty="0" err="1"/>
                  <a:t>Rotz</a:t>
                </a:r>
                <a:r>
                  <a:rPr lang="en-IN" dirty="0"/>
                  <a:t>(90)*[7,2,5]T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=.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90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90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 err="1"/>
                  <a:t>Ans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b="1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447800"/>
                <a:ext cx="8115300" cy="3771900"/>
              </a:xfrm>
              <a:blipFill rotWithShape="0">
                <a:blip r:embed="rId2"/>
                <a:stretch>
                  <a:fillRect l="-601" t="-971" r="-601" b="-17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Problem 2 - Solution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9C1652-39A8-2A5E-2BE0-2C6A1676667C}"/>
                  </a:ext>
                </a:extLst>
              </p14:cNvPr>
              <p14:cNvContentPartPr/>
              <p14:nvPr/>
            </p14:nvContentPartPr>
            <p14:xfrm>
              <a:off x="1849320" y="3537000"/>
              <a:ext cx="6417720" cy="2013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9C1652-39A8-2A5E-2BE0-2C6A167666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9960" y="3527640"/>
                <a:ext cx="6436440" cy="203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1115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28E7865-213A-C31C-4C9F-B5B78F73F48D}"/>
                  </a:ext>
                </a:extLst>
              </p14:cNvPr>
              <p14:cNvContentPartPr/>
              <p14:nvPr/>
            </p14:nvContentPartPr>
            <p14:xfrm>
              <a:off x="341280" y="830160"/>
              <a:ext cx="5238360" cy="2438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28E7865-213A-C31C-4C9F-B5B78F73F4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920" y="820800"/>
                <a:ext cx="5257080" cy="245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6486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439150" cy="3680219"/>
          </a:xfrm>
        </p:spPr>
        <p:txBody>
          <a:bodyPr/>
          <a:lstStyle/>
          <a:p>
            <a:pPr marL="257175" indent="-257175" algn="just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IN" sz="2000" dirty="0" err="1"/>
              <a:t>Denavit</a:t>
            </a:r>
            <a:r>
              <a:rPr lang="en-IN" sz="2000" dirty="0"/>
              <a:t> and </a:t>
            </a:r>
            <a:r>
              <a:rPr lang="en-IN" sz="2000" dirty="0" err="1"/>
              <a:t>Hartenberg</a:t>
            </a:r>
            <a:r>
              <a:rPr lang="en-IN" sz="2000" dirty="0"/>
              <a:t> (1955) proposed a systematic notation scheme for assigning right handed orthonormal coordinate frames, one to each link in an open kinematic chain of links.</a:t>
            </a:r>
          </a:p>
          <a:p>
            <a:pPr marL="257175" indent="-257175" algn="just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Once these coordinated frames are assigned, transformations between adjacent coordinate frames  can be represented by a single standard 4X4 homogeneous coordinate transformation matrix.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533400"/>
            <a:ext cx="6324600" cy="628650"/>
          </a:xfrm>
        </p:spPr>
        <p:txBody>
          <a:bodyPr/>
          <a:lstStyle/>
          <a:p>
            <a:r>
              <a:rPr lang="en-IN" dirty="0" err="1"/>
              <a:t>Denavit</a:t>
            </a:r>
            <a:r>
              <a:rPr lang="en-IN" dirty="0"/>
              <a:t> - </a:t>
            </a:r>
            <a:r>
              <a:rPr lang="en-IN" dirty="0" err="1"/>
              <a:t>Hartenberg</a:t>
            </a:r>
            <a:r>
              <a:rPr lang="en-IN" dirty="0"/>
              <a:t> Representation</a:t>
            </a:r>
            <a:endParaRPr lang="en-US" dirty="0"/>
          </a:p>
        </p:txBody>
      </p:sp>
      <p:pic>
        <p:nvPicPr>
          <p:cNvPr id="4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319" y="4114800"/>
            <a:ext cx="6450081" cy="1756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6899032-7FD2-AF94-1BE0-D02C6D3E0D94}"/>
                  </a:ext>
                </a:extLst>
              </p14:cNvPr>
              <p14:cNvContentPartPr/>
              <p14:nvPr/>
            </p14:nvContentPartPr>
            <p14:xfrm>
              <a:off x="180000" y="1066680"/>
              <a:ext cx="6243120" cy="486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6899032-7FD2-AF94-1BE0-D02C6D3E0D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640" y="1057320"/>
                <a:ext cx="6261840" cy="488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241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CCA775-943B-A13D-7D71-B0B612996F74}"/>
                  </a:ext>
                </a:extLst>
              </p14:cNvPr>
              <p14:cNvContentPartPr/>
              <p14:nvPr/>
            </p14:nvContentPartPr>
            <p14:xfrm>
              <a:off x="275040" y="1352520"/>
              <a:ext cx="8869320" cy="4341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CCA775-943B-A13D-7D71-B0B612996F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680" y="1343160"/>
                <a:ext cx="8888040" cy="43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77A211-063E-26CC-9D3F-ED687DDA58D8}"/>
                  </a:ext>
                </a:extLst>
              </p14:cNvPr>
              <p14:cNvContentPartPr/>
              <p14:nvPr/>
            </p14:nvContentPartPr>
            <p14:xfrm>
              <a:off x="3939480" y="3875760"/>
              <a:ext cx="2371680" cy="1969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77A211-063E-26CC-9D3F-ED687DDA58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0120" y="3866400"/>
                <a:ext cx="2390400" cy="19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6602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4983158"/>
          </a:xfrm>
        </p:spPr>
        <p:txBody>
          <a:bodyPr/>
          <a:lstStyle/>
          <a:p>
            <a:pPr algn="just"/>
            <a:r>
              <a:rPr lang="en-US" sz="1600" dirty="0"/>
              <a:t>The </a:t>
            </a:r>
            <a:r>
              <a:rPr lang="en-US" sz="1600" dirty="0" err="1"/>
              <a:t>Denavit-Hartenberg</a:t>
            </a:r>
            <a:r>
              <a:rPr lang="en-US" sz="1600" dirty="0"/>
              <a:t> (D-H) framework is a method for assigning frames of reference to a serial robot arm constructed of sequential rotary (and/or translational) joints connected with rigid links. </a:t>
            </a:r>
          </a:p>
          <a:p>
            <a:pPr algn="just"/>
            <a:r>
              <a:rPr lang="en-US" sz="1600" dirty="0"/>
              <a:t>If the robot arm is imagined at any fixed time, the axes about which the joints turn are viewed as lines in space.</a:t>
            </a:r>
          </a:p>
          <a:p>
            <a:pPr algn="just"/>
            <a:r>
              <a:rPr lang="en-US" sz="1600" dirty="0"/>
              <a:t>In the most general case, these lines will be skew, and in degenerate cases, they can be parallel or intersect.</a:t>
            </a:r>
          </a:p>
          <a:p>
            <a:pPr algn="just"/>
            <a:r>
              <a:rPr lang="en-US" sz="1600" dirty="0"/>
              <a:t>In the D-H framework, a frame of reference is assigned to each link of the robot at the joint where it meets the previous link. </a:t>
            </a:r>
          </a:p>
          <a:p>
            <a:pPr algn="just"/>
            <a:r>
              <a:rPr lang="en-US" sz="1600" dirty="0"/>
              <a:t>The </a:t>
            </a:r>
            <a:r>
              <a:rPr lang="en-US" sz="1600" i="1" dirty="0"/>
              <a:t>z</a:t>
            </a:r>
            <a:r>
              <a:rPr lang="en-US" sz="1600" dirty="0"/>
              <a:t>-axis of the </a:t>
            </a:r>
            <a:r>
              <a:rPr lang="en-US" sz="1600" i="1" dirty="0" err="1"/>
              <a:t>i</a:t>
            </a:r>
            <a:r>
              <a:rPr lang="en-US" sz="1600" dirty="0" err="1"/>
              <a:t>th</a:t>
            </a:r>
            <a:r>
              <a:rPr lang="en-US" sz="1600" dirty="0"/>
              <a:t> D-H frame points along the </a:t>
            </a:r>
            <a:r>
              <a:rPr lang="en-US" sz="1600" i="1" dirty="0" err="1"/>
              <a:t>i</a:t>
            </a:r>
            <a:r>
              <a:rPr lang="en-US" sz="1600" dirty="0" err="1"/>
              <a:t>th</a:t>
            </a:r>
            <a:r>
              <a:rPr lang="en-US" sz="1600" dirty="0"/>
              <a:t> joint axis. </a:t>
            </a:r>
          </a:p>
          <a:p>
            <a:pPr algn="just"/>
            <a:r>
              <a:rPr lang="en-US" sz="1600" dirty="0"/>
              <a:t>Since a robot arm is usually attached to a base, there is no ambiguity in terms of which of the two </a:t>
            </a:r>
            <a:r>
              <a:rPr lang="en-IN" sz="1600" dirty="0"/>
              <a:t>(+-) directions along the </a:t>
            </a:r>
            <a:r>
              <a:rPr lang="en-US" sz="1600" dirty="0"/>
              <a:t>joint axis should be chosen, i.e., the “up” direction for the first joint is chosen. </a:t>
            </a:r>
          </a:p>
          <a:p>
            <a:pPr algn="just"/>
            <a:r>
              <a:rPr lang="en-US" sz="1600" dirty="0"/>
              <a:t>Since the (</a:t>
            </a:r>
            <a:r>
              <a:rPr lang="en-US" sz="1600" i="1" dirty="0" err="1"/>
              <a:t>i</a:t>
            </a:r>
            <a:r>
              <a:rPr lang="en-US" sz="1600" i="1" dirty="0"/>
              <a:t> </a:t>
            </a:r>
            <a:r>
              <a:rPr lang="en-US" sz="1600" dirty="0"/>
              <a:t>+ 1)</a:t>
            </a:r>
            <a:r>
              <a:rPr lang="en-US" sz="1600" dirty="0" err="1"/>
              <a:t>st</a:t>
            </a:r>
            <a:r>
              <a:rPr lang="en-US" sz="1600" dirty="0"/>
              <a:t> joint axis in space will generally be skew relative to axis </a:t>
            </a:r>
            <a:r>
              <a:rPr lang="en-US" sz="1600" i="1" dirty="0" err="1"/>
              <a:t>i</a:t>
            </a:r>
            <a:r>
              <a:rPr lang="en-US" sz="1600" i="1" dirty="0"/>
              <a:t> </a:t>
            </a:r>
            <a:r>
              <a:rPr lang="en-US" sz="1600" dirty="0"/>
              <a:t>, a unique </a:t>
            </a:r>
            <a:r>
              <a:rPr lang="en-US" sz="1600" i="1" dirty="0"/>
              <a:t>x</a:t>
            </a:r>
            <a:r>
              <a:rPr lang="en-US" sz="1600" dirty="0"/>
              <a:t>-axis is assigned to frame </a:t>
            </a:r>
            <a:r>
              <a:rPr lang="en-US" sz="1600" i="1" dirty="0" err="1"/>
              <a:t>i</a:t>
            </a:r>
            <a:r>
              <a:rPr lang="en-US" sz="1600" dirty="0"/>
              <a:t>, by defining it to be the unit vector pointing in the direction of the shortest line segment from axis </a:t>
            </a:r>
            <a:r>
              <a:rPr lang="en-US" sz="1600" i="1" dirty="0" err="1"/>
              <a:t>i</a:t>
            </a:r>
            <a:r>
              <a:rPr lang="en-US" sz="1600" i="1" dirty="0"/>
              <a:t> </a:t>
            </a:r>
            <a:r>
              <a:rPr lang="en-US" sz="1600" dirty="0"/>
              <a:t>to axis </a:t>
            </a:r>
            <a:r>
              <a:rPr lang="en-IN" sz="1600" i="1" dirty="0" err="1"/>
              <a:t>i</a:t>
            </a:r>
            <a:r>
              <a:rPr lang="en-IN" sz="1600" i="1" dirty="0"/>
              <a:t> </a:t>
            </a:r>
            <a:r>
              <a:rPr lang="en-IN" sz="1600" dirty="0"/>
              <a:t>+ 1.</a:t>
            </a:r>
            <a:endParaRPr lang="en-US" sz="1600" dirty="0"/>
          </a:p>
          <a:p>
            <a:r>
              <a:rPr lang="en-IN" sz="1600" dirty="0"/>
              <a:t>This </a:t>
            </a:r>
            <a:r>
              <a:rPr lang="en-US" sz="1600" dirty="0"/>
              <a:t>segment intersects both axes orthogonally. In addition to completely defining the relative orientation of the </a:t>
            </a:r>
            <a:r>
              <a:rPr lang="en-US" sz="1600" i="1" dirty="0" err="1"/>
              <a:t>i</a:t>
            </a:r>
            <a:r>
              <a:rPr lang="en-US" sz="1600" dirty="0" err="1"/>
              <a:t>th</a:t>
            </a:r>
            <a:r>
              <a:rPr lang="en-US" sz="1600" dirty="0"/>
              <a:t> frame relative to the (</a:t>
            </a:r>
            <a:r>
              <a:rPr lang="en-US" sz="1600" i="1" dirty="0" err="1"/>
              <a:t>i</a:t>
            </a:r>
            <a:r>
              <a:rPr lang="en-US" sz="1600" i="1" dirty="0"/>
              <a:t> </a:t>
            </a:r>
            <a:r>
              <a:rPr lang="en-US" sz="1600" dirty="0"/>
              <a:t>− 1)</a:t>
            </a:r>
            <a:r>
              <a:rPr lang="en-US" sz="1600" dirty="0" err="1"/>
              <a:t>st</a:t>
            </a:r>
            <a:r>
              <a:rPr lang="en-US" sz="1600" dirty="0"/>
              <a:t>, it also provides the relative position of the origin of this frame.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Denavit-Hartenberg</a:t>
            </a:r>
            <a:r>
              <a:rPr lang="en-US" dirty="0"/>
              <a:t> (D-H) framework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923E69-7DBB-9A1C-0963-9072D9ECB5A3}"/>
                  </a:ext>
                </a:extLst>
              </p14:cNvPr>
              <p14:cNvContentPartPr/>
              <p14:nvPr/>
            </p14:nvContentPartPr>
            <p14:xfrm>
              <a:off x="2786760" y="1010880"/>
              <a:ext cx="302760" cy="28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923E69-7DBB-9A1C-0963-9072D9ECB5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7400" y="1001520"/>
                <a:ext cx="321480" cy="3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9884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-40042"/>
            <a:ext cx="6324600" cy="597548"/>
          </a:xfrm>
        </p:spPr>
        <p:txBody>
          <a:bodyPr/>
          <a:lstStyle/>
          <a:p>
            <a:r>
              <a:rPr lang="en-US" dirty="0" err="1"/>
              <a:t>Denavit-Hartenberg</a:t>
            </a:r>
            <a:r>
              <a:rPr lang="en-US" dirty="0"/>
              <a:t> (D-H) framework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535"/>
            <a:ext cx="7467600" cy="6725720"/>
          </a:xfrm>
        </p:spPr>
      </p:pic>
    </p:spTree>
    <p:extLst>
      <p:ext uri="{BB962C8B-B14F-4D97-AF65-F5344CB8AC3E}">
        <p14:creationId xmlns:p14="http://schemas.microsoft.com/office/powerpoint/2010/main" val="1837235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2 </a:t>
            </a:r>
            <a:r>
              <a:rPr lang="en-IN" sz="3200" dirty="0" err="1"/>
              <a:t>dof</a:t>
            </a:r>
            <a:r>
              <a:rPr lang="en-IN" sz="3200" dirty="0"/>
              <a:t> manipulator – Forward Kinematics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31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52600"/>
            <a:ext cx="5676900" cy="3359635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D96342-A33E-E57C-3017-F1F4E85E46C3}"/>
                  </a:ext>
                </a:extLst>
              </p14:cNvPr>
              <p14:cNvContentPartPr/>
              <p14:nvPr/>
            </p14:nvContentPartPr>
            <p14:xfrm>
              <a:off x="330480" y="1060200"/>
              <a:ext cx="8765640" cy="541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D96342-A33E-E57C-3017-F1F4E85E46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120" y="1050840"/>
                <a:ext cx="8784360" cy="54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1417C71-3B0C-E1BF-752E-C180E7452550}"/>
                  </a:ext>
                </a:extLst>
              </p14:cNvPr>
              <p14:cNvContentPartPr/>
              <p14:nvPr/>
            </p14:nvContentPartPr>
            <p14:xfrm>
              <a:off x="-12960" y="4252320"/>
              <a:ext cx="9117000" cy="2090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1417C71-3B0C-E1BF-752E-C180E74525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2320" y="4242960"/>
                <a:ext cx="9135720" cy="210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3346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2 </a:t>
            </a:r>
            <a:r>
              <a:rPr lang="en-IN" sz="3200" dirty="0" err="1"/>
              <a:t>dof</a:t>
            </a:r>
            <a:r>
              <a:rPr lang="en-IN" sz="3200" dirty="0"/>
              <a:t> manipulator – Forward Kinematics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32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52600"/>
            <a:ext cx="5676900" cy="3359635"/>
          </a:xfrm>
        </p:spPr>
      </p:pic>
    </p:spTree>
    <p:extLst>
      <p:ext uri="{BB962C8B-B14F-4D97-AF65-F5344CB8AC3E}">
        <p14:creationId xmlns:p14="http://schemas.microsoft.com/office/powerpoint/2010/main" val="3790610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3331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3057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10 August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5008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3512344" cy="68222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CA" altLang="en-US" dirty="0"/>
              <a:t>THANK YOU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200400" y="6549838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54276" name="Slide Number Placeholder 6"/>
          <p:cNvSpPr>
            <a:spLocks noGrp="1"/>
          </p:cNvSpPr>
          <p:nvPr>
            <p:ph type="sldNum" sz="quarter" idx="11"/>
          </p:nvPr>
        </p:nvSpPr>
        <p:spPr bwMode="auto">
          <a:xfrm>
            <a:off x="8153400" y="6549838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99" indent="-214308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28" indent="-171446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20" indent="-171446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12" indent="-171446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03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795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686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577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4EDCAC-E343-4FE9-BF44-C33D11AF0ACC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CA" altLang="en-US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04800" y="6584156"/>
            <a:ext cx="1600200" cy="273844"/>
          </a:xfrm>
        </p:spPr>
        <p:txBody>
          <a:bodyPr/>
          <a:lstStyle/>
          <a:p>
            <a:pPr>
              <a:defRPr/>
            </a:pPr>
            <a:fld id="{40EA5804-23DC-4D99-893D-09E85DF15296}" type="datetime3">
              <a:rPr lang="en-CA" smtClean="0"/>
              <a:pPr>
                <a:defRPr/>
              </a:pPr>
              <a:t>10 August 2025</a:t>
            </a:fld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1524000"/>
            <a:ext cx="85344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i="1" dirty="0"/>
              <a:t>References</a:t>
            </a:r>
            <a:r>
              <a:rPr lang="en-US" sz="2000" i="1" dirty="0"/>
              <a:t>: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sz="2000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sz="2000" i="1" dirty="0"/>
              <a:t>Industrial Robotics - </a:t>
            </a:r>
            <a:r>
              <a:rPr lang="en-US" sz="2000" i="1" dirty="0" err="1"/>
              <a:t>Mikell</a:t>
            </a:r>
            <a:r>
              <a:rPr lang="en-US" sz="2000" i="1" dirty="0"/>
              <a:t> P. </a:t>
            </a:r>
            <a:r>
              <a:rPr lang="en-US" sz="2000" i="1" dirty="0" err="1"/>
              <a:t>Groover</a:t>
            </a:r>
            <a:endParaRPr lang="en-US" sz="2000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sz="2000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sz="2000" i="1" dirty="0"/>
              <a:t>Industrial Robotics Computer Interfacing and Control – Wesley E. Snyder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sz="2000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sz="2000" i="1" dirty="0">
                <a:solidFill>
                  <a:srgbClr val="C00000"/>
                </a:solidFill>
              </a:rPr>
              <a:t>Fundamentals of Robotics – Robert Schilling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sz="2000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sz="2000" dirty="0"/>
              <a:t>Introduction to Robotics: Analysis, Control, Applications, 2ed - Saeed B. Niku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sz="2000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sz="2000" dirty="0">
                <a:solidFill>
                  <a:srgbClr val="C00000"/>
                </a:solidFill>
              </a:rPr>
              <a:t>Modern Robotics – Park and Lynch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12291A-AF51-FCA7-492B-0B54E0BE9E96}"/>
              </a:ext>
            </a:extLst>
          </p:cNvPr>
          <p:cNvGrpSpPr/>
          <p:nvPr/>
        </p:nvGrpSpPr>
        <p:grpSpPr>
          <a:xfrm>
            <a:off x="32776" y="4620052"/>
            <a:ext cx="5705640" cy="1412280"/>
            <a:chOff x="32776" y="4620052"/>
            <a:chExt cx="5705640" cy="141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32B2DEC-5124-3C32-FAA6-E0B26214CE59}"/>
                    </a:ext>
                  </a:extLst>
                </p14:cNvPr>
                <p14:cNvContentPartPr/>
                <p14:nvPr/>
              </p14:nvContentPartPr>
              <p14:xfrm>
                <a:off x="32776" y="4872412"/>
                <a:ext cx="4881960" cy="1159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32B2DEC-5124-3C32-FAA6-E0B26214CE5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656" y="4866292"/>
                  <a:ext cx="4894200" cy="11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23FCEC-DE5E-F792-0F42-818E0F9AE7A0}"/>
                    </a:ext>
                  </a:extLst>
                </p14:cNvPr>
                <p14:cNvContentPartPr/>
                <p14:nvPr/>
              </p14:nvContentPartPr>
              <p14:xfrm>
                <a:off x="4958296" y="4620052"/>
                <a:ext cx="780120" cy="480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23FCEC-DE5E-F792-0F42-818E0F9AE7A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52176" y="4613932"/>
                  <a:ext cx="79236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7D23BA-9BDB-3B38-1F34-202E0A57BF3E}"/>
              </a:ext>
            </a:extLst>
          </p:cNvPr>
          <p:cNvGrpSpPr/>
          <p:nvPr/>
        </p:nvGrpSpPr>
        <p:grpSpPr>
          <a:xfrm>
            <a:off x="4236496" y="5629132"/>
            <a:ext cx="489600" cy="771480"/>
            <a:chOff x="4236496" y="5629132"/>
            <a:chExt cx="489600" cy="77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836009-BA03-E5A5-B126-4188CE58BA64}"/>
                    </a:ext>
                  </a:extLst>
                </p14:cNvPr>
                <p14:cNvContentPartPr/>
                <p14:nvPr/>
              </p14:nvContentPartPr>
              <p14:xfrm>
                <a:off x="4304536" y="5678092"/>
                <a:ext cx="421560" cy="722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836009-BA03-E5A5-B126-4188CE58BA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98416" y="5671972"/>
                  <a:ext cx="43380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0DEA63-DBF4-40EF-776A-B573BD4A82A8}"/>
                    </a:ext>
                  </a:extLst>
                </p14:cNvPr>
                <p14:cNvContentPartPr/>
                <p14:nvPr/>
              </p14:nvContentPartPr>
              <p14:xfrm>
                <a:off x="4236496" y="5629132"/>
                <a:ext cx="314640" cy="201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0DEA63-DBF4-40EF-776A-B573BD4A82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30376" y="5623012"/>
                  <a:ext cx="326880" cy="213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28" ma:contentTypeDescription="Create a new document." ma:contentTypeScope="" ma:versionID="78b03f7245bfd8d6632afa56fbe3838c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38b3980a6fa73308d099b3750ca5acec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_Collaboration_Space_Locked xmlns="62c752f1-bd77-4b32-bcd5-44afe1204fc4" xsi:nil="true"/>
    <Has_Teacher_Only_SectionGroup xmlns="62c752f1-bd77-4b32-bcd5-44afe1204fc4" xsi:nil="true"/>
    <Owner xmlns="62c752f1-bd77-4b32-bcd5-44afe1204fc4">
      <UserInfo>
        <DisplayName/>
        <AccountId xsi:nil="true"/>
        <AccountType/>
      </UserInfo>
    </Owner>
    <Students xmlns="62c752f1-bd77-4b32-bcd5-44afe1204fc4">
      <UserInfo>
        <DisplayName/>
        <AccountId xsi:nil="true"/>
        <AccountType/>
      </UserInfo>
    </Students>
    <Invited_Teachers xmlns="62c752f1-bd77-4b32-bcd5-44afe1204fc4" xsi:nil="true"/>
    <Invited_Students xmlns="62c752f1-bd77-4b32-bcd5-44afe1204fc4" xsi:nil="true"/>
    <CultureName xmlns="62c752f1-bd77-4b32-bcd5-44afe1204fc4" xsi:nil="true"/>
    <Distribution_Groups xmlns="62c752f1-bd77-4b32-bcd5-44afe1204fc4" xsi:nil="true"/>
    <TeamsChannelId xmlns="62c752f1-bd77-4b32-bcd5-44afe1204fc4" xsi:nil="true"/>
    <Math_Settings xmlns="62c752f1-bd77-4b32-bcd5-44afe1204fc4" xsi:nil="true"/>
    <Teachers xmlns="62c752f1-bd77-4b32-bcd5-44afe1204fc4">
      <UserInfo>
        <DisplayName/>
        <AccountId xsi:nil="true"/>
        <AccountType/>
      </UserInfo>
    </Teachers>
    <AppVersion xmlns="62c752f1-bd77-4b32-bcd5-44afe1204fc4" xsi:nil="true"/>
    <LMS_Mappings xmlns="62c752f1-bd77-4b32-bcd5-44afe1204fc4" xsi:nil="true"/>
    <Self_Registration_Enabled xmlns="62c752f1-bd77-4b32-bcd5-44afe1204fc4" xsi:nil="true"/>
    <FolderType xmlns="62c752f1-bd77-4b32-bcd5-44afe1204fc4" xsi:nil="true"/>
    <IsNotebookLocked xmlns="62c752f1-bd77-4b32-bcd5-44afe1204fc4" xsi:nil="true"/>
    <DefaultSectionNames xmlns="62c752f1-bd77-4b32-bcd5-44afe1204fc4" xsi:nil="true"/>
    <Teams_Channel_Section_Location xmlns="62c752f1-bd77-4b32-bcd5-44afe1204fc4" xsi:nil="true"/>
    <Templates xmlns="62c752f1-bd77-4b32-bcd5-44afe1204fc4" xsi:nil="true"/>
    <NotebookType xmlns="62c752f1-bd77-4b32-bcd5-44afe1204fc4" xsi:nil="true"/>
    <Student_Groups xmlns="62c752f1-bd77-4b32-bcd5-44afe1204fc4">
      <UserInfo>
        <DisplayName/>
        <AccountId xsi:nil="true"/>
        <AccountType/>
      </UserInfo>
    </Student_Groups>
  </documentManagement>
</p:properties>
</file>

<file path=customXml/itemProps1.xml><?xml version="1.0" encoding="utf-8"?>
<ds:datastoreItem xmlns:ds="http://schemas.openxmlformats.org/officeDocument/2006/customXml" ds:itemID="{058B9767-676D-4B40-AB30-3EEDE0102892}"/>
</file>

<file path=customXml/itemProps2.xml><?xml version="1.0" encoding="utf-8"?>
<ds:datastoreItem xmlns:ds="http://schemas.openxmlformats.org/officeDocument/2006/customXml" ds:itemID="{D92F76A7-EAD3-4776-92ED-0BC863B40BD5}"/>
</file>

<file path=customXml/itemProps3.xml><?xml version="1.0" encoding="utf-8"?>
<ds:datastoreItem xmlns:ds="http://schemas.openxmlformats.org/officeDocument/2006/customXml" ds:itemID="{1EF430B0-CD79-4997-BAE1-FCD570507465}"/>
</file>

<file path=docProps/app.xml><?xml version="1.0" encoding="utf-8"?>
<Properties xmlns="http://schemas.openxmlformats.org/officeDocument/2006/extended-properties" xmlns:vt="http://schemas.openxmlformats.org/officeDocument/2006/docPropsVTypes">
  <TotalTime>8506</TotalTime>
  <Words>1206</Words>
  <Application>Microsoft Office PowerPoint</Application>
  <PresentationFormat>On-screen Show (4:3)</PresentationFormat>
  <Paragraphs>187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Cambria Math</vt:lpstr>
      <vt:lpstr>CMR10</vt:lpstr>
      <vt:lpstr>Times New Roman</vt:lpstr>
      <vt:lpstr>Wingdings</vt:lpstr>
      <vt:lpstr>1_Office Theme</vt:lpstr>
      <vt:lpstr>Mechanisms and Robotics DE  ES DM ZG561</vt:lpstr>
      <vt:lpstr>Robot Kinematics</vt:lpstr>
      <vt:lpstr>Find the dof</vt:lpstr>
      <vt:lpstr>Find the dof</vt:lpstr>
      <vt:lpstr>Find the dof</vt:lpstr>
      <vt:lpstr>Find the dof</vt:lpstr>
      <vt:lpstr>PowerPoint Presentation</vt:lpstr>
      <vt:lpstr>Home Work</vt:lpstr>
      <vt:lpstr>PowerPoint Presentation</vt:lpstr>
      <vt:lpstr>Direct Kinematics</vt:lpstr>
      <vt:lpstr>Kinematic Parameters</vt:lpstr>
      <vt:lpstr>Coordinate Systems – Right Handed, Left Handed</vt:lpstr>
      <vt:lpstr>PowerPoint Presentation</vt:lpstr>
      <vt:lpstr>Coordinate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 dof manipulator – Forward Kinematics</vt:lpstr>
      <vt:lpstr>2 dof manipulator – Forward Kinematics</vt:lpstr>
      <vt:lpstr>PowerPoint Presentation</vt:lpstr>
      <vt:lpstr>PowerPoint Presentation</vt:lpstr>
      <vt:lpstr>PowerPoint Presentation</vt:lpstr>
      <vt:lpstr>THANK YOU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Mukund</dc:creator>
  <cp:lastModifiedBy>GLYNN JOHN .</cp:lastModifiedBy>
  <cp:revision>913</cp:revision>
  <dcterms:created xsi:type="dcterms:W3CDTF">2015-02-01T05:43:25Z</dcterms:created>
  <dcterms:modified xsi:type="dcterms:W3CDTF">2025-08-10T10:11:31Z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